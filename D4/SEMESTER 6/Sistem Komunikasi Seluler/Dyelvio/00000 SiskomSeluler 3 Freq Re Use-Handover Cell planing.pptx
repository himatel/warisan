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png" ContentType="image/png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Default Extension="jpg" ContentType="image/jpg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</p:sldIdLst>
  <p:sldSz cx="9906000" cy="6858000"/>
  <p:notesSz cx="9906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jp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jpg"/><Relationship Id="rId3" Type="http://schemas.openxmlformats.org/officeDocument/2006/relationships/image" Target="../media/image16.jpg"/><Relationship Id="rId4" Type="http://schemas.openxmlformats.org/officeDocument/2006/relationships/image" Target="../media/image17.jpg"/><Relationship Id="rId5" Type="http://schemas.openxmlformats.org/officeDocument/2006/relationships/image" Target="../media/image18.jp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9.jpg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0.png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1.png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2.png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3.jpg"/><Relationship Id="rId3" Type="http://schemas.openxmlformats.org/officeDocument/2006/relationships/image" Target="../media/image24.png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5.png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6.png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7.png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8.png"/></Relationships>
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9.png"/></Relationships>
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0.png"/></Relationships>
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1.png"/></Relationships>
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2.png"/></Relationships>
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/Relationships>
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5.jpg"/></Relationships>
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/Relationships>
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/Relationships>
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1.png"/></Relationships>
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2.png"/></Relationships>
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/>
          <p:nvPr/>
        </p:nvSpPr>
        <p:spPr>
          <a:xfrm>
            <a:off x="0" y="6400800"/>
            <a:ext cx="9903460" cy="457196"/>
          </a:xfrm>
          <a:custGeom>
            <a:avLst/>
            <a:gdLst/>
            <a:ahLst/>
            <a:cxnLst/>
            <a:rect l="l" t="t" r="r" b="b"/>
            <a:pathLst>
              <a:path w="9903460" h="457196">
                <a:moveTo>
                  <a:pt x="9903460" y="457196"/>
                </a:moveTo>
                <a:lnTo>
                  <a:pt x="9903460" y="0"/>
                </a:lnTo>
                <a:lnTo>
                  <a:pt x="0" y="0"/>
                </a:lnTo>
                <a:lnTo>
                  <a:pt x="0" y="457196"/>
                </a:lnTo>
                <a:lnTo>
                  <a:pt x="9903460" y="457196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" name="object 10"/>
          <p:cNvSpPr/>
          <p:nvPr/>
        </p:nvSpPr>
        <p:spPr>
          <a:xfrm>
            <a:off x="153670" y="640207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58419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" name="object 7"/>
          <p:cNvSpPr/>
          <p:nvPr/>
        </p:nvSpPr>
        <p:spPr>
          <a:xfrm>
            <a:off x="0" y="0"/>
            <a:ext cx="9903460" cy="609600"/>
          </a:xfrm>
          <a:custGeom>
            <a:avLst/>
            <a:gdLst/>
            <a:ahLst/>
            <a:cxnLst/>
            <a:rect l="l" t="t" r="r" b="b"/>
            <a:pathLst>
              <a:path w="9903460" h="609600">
                <a:moveTo>
                  <a:pt x="0" y="609600"/>
                </a:moveTo>
                <a:lnTo>
                  <a:pt x="9903460" y="609600"/>
                </a:lnTo>
                <a:lnTo>
                  <a:pt x="9903460" y="0"/>
                </a:lnTo>
                <a:lnTo>
                  <a:pt x="0" y="0"/>
                </a:lnTo>
                <a:lnTo>
                  <a:pt x="0" y="60960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" name="object 8"/>
          <p:cNvSpPr/>
          <p:nvPr/>
        </p:nvSpPr>
        <p:spPr>
          <a:xfrm>
            <a:off x="111760" y="60960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76200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" name="object 6"/>
          <p:cNvSpPr/>
          <p:nvPr/>
        </p:nvSpPr>
        <p:spPr>
          <a:xfrm>
            <a:off x="7467600" y="762000"/>
            <a:ext cx="2209800" cy="467360"/>
          </a:xfrm>
          <a:custGeom>
            <a:avLst/>
            <a:gdLst/>
            <a:ahLst/>
            <a:cxnLst/>
            <a:rect l="l" t="t" r="r" b="b"/>
            <a:pathLst>
              <a:path w="2209800" h="467360">
                <a:moveTo>
                  <a:pt x="0" y="467360"/>
                </a:moveTo>
                <a:lnTo>
                  <a:pt x="2209800" y="467360"/>
                </a:lnTo>
                <a:lnTo>
                  <a:pt x="2209800" y="0"/>
                </a:lnTo>
                <a:lnTo>
                  <a:pt x="0" y="0"/>
                </a:lnTo>
                <a:lnTo>
                  <a:pt x="0" y="46736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03312" y="2678790"/>
            <a:ext cx="7674227" cy="1890856"/>
          </a:xfrm>
          <a:prstGeom prst="rect">
            <a:avLst/>
          </a:prstGeom>
        </p:spPr>
        <p:txBody>
          <a:bodyPr wrap="square" lIns="0" tIns="24003" rIns="0" bIns="0" rtlCol="0">
            <a:noAutofit/>
          </a:bodyPr>
          <a:lstStyle/>
          <a:p>
            <a:pPr marL="2940724" marR="2909740" algn="ctr">
              <a:lnSpc>
                <a:spcPts val="3779"/>
              </a:lnSpc>
            </a:pPr>
            <a:r>
              <a:rPr dirty="0" smtClean="0" sz="3600" b="1">
                <a:latin typeface="Arial"/>
                <a:cs typeface="Arial"/>
              </a:rPr>
              <a:t>Modul</a:t>
            </a:r>
            <a:r>
              <a:rPr dirty="0" smtClean="0" sz="3600" b="1">
                <a:latin typeface="Arial"/>
                <a:cs typeface="Arial"/>
              </a:rPr>
              <a:t> </a:t>
            </a:r>
            <a:r>
              <a:rPr dirty="0" smtClean="0" sz="3600" b="1">
                <a:latin typeface="Arial"/>
                <a:cs typeface="Arial"/>
              </a:rPr>
              <a:t>3</a:t>
            </a:r>
            <a:endParaRPr sz="3600">
              <a:latin typeface="Arial"/>
              <a:cs typeface="Arial"/>
            </a:endParaRPr>
          </a:p>
          <a:p>
            <a:pPr algn="ctr">
              <a:lnSpc>
                <a:spcPts val="4580"/>
              </a:lnSpc>
              <a:spcBef>
                <a:spcPts val="2483"/>
              </a:spcBef>
            </a:pPr>
            <a:r>
              <a:rPr dirty="0" smtClean="0" sz="4400" spc="0" b="1" i="1">
                <a:solidFill>
                  <a:srgbClr val="008000"/>
                </a:solidFill>
                <a:latin typeface="Georgia"/>
                <a:cs typeface="Georgia"/>
              </a:rPr>
              <a:t>D</a:t>
            </a:r>
            <a:r>
              <a:rPr dirty="0" smtClean="0" sz="4400" spc="0" b="1" i="1">
                <a:solidFill>
                  <a:srgbClr val="008000"/>
                </a:solidFill>
                <a:latin typeface="Georgia"/>
                <a:cs typeface="Georgia"/>
              </a:rPr>
              <a:t>a</a:t>
            </a:r>
            <a:r>
              <a:rPr dirty="0" smtClean="0" sz="4400" spc="0" b="1" i="1">
                <a:solidFill>
                  <a:srgbClr val="008000"/>
                </a:solidFill>
                <a:latin typeface="Georgia"/>
                <a:cs typeface="Georgia"/>
              </a:rPr>
              <a:t>sar</a:t>
            </a:r>
            <a:r>
              <a:rPr dirty="0" smtClean="0" sz="4400" spc="0" b="1" i="1">
                <a:solidFill>
                  <a:srgbClr val="008000"/>
                </a:solidFill>
                <a:latin typeface="Georgia"/>
                <a:cs typeface="Georgia"/>
              </a:rPr>
              <a:t> </a:t>
            </a:r>
            <a:r>
              <a:rPr dirty="0" smtClean="0" sz="4400" spc="0" b="1" i="1">
                <a:solidFill>
                  <a:srgbClr val="008000"/>
                </a:solidFill>
                <a:latin typeface="Georgia"/>
                <a:cs typeface="Georgia"/>
              </a:rPr>
              <a:t>Sist</a:t>
            </a:r>
            <a:r>
              <a:rPr dirty="0" smtClean="0" sz="4400" spc="0" b="1" i="1">
                <a:solidFill>
                  <a:srgbClr val="008000"/>
                </a:solidFill>
                <a:latin typeface="Georgia"/>
                <a:cs typeface="Georgia"/>
              </a:rPr>
              <a:t>e</a:t>
            </a:r>
            <a:r>
              <a:rPr dirty="0" smtClean="0" sz="4400" spc="0" b="1" i="1">
                <a:solidFill>
                  <a:srgbClr val="008000"/>
                </a:solidFill>
                <a:latin typeface="Georgia"/>
                <a:cs typeface="Georgia"/>
              </a:rPr>
              <a:t>m</a:t>
            </a:r>
            <a:r>
              <a:rPr dirty="0" smtClean="0" sz="4400" spc="0" b="1" i="1">
                <a:solidFill>
                  <a:srgbClr val="008000"/>
                </a:solidFill>
                <a:latin typeface="Georgia"/>
                <a:cs typeface="Georgia"/>
              </a:rPr>
              <a:t> </a:t>
            </a:r>
            <a:r>
              <a:rPr dirty="0" smtClean="0" sz="4400" spc="0" b="1" i="1">
                <a:solidFill>
                  <a:srgbClr val="008000"/>
                </a:solidFill>
                <a:latin typeface="Georgia"/>
                <a:cs typeface="Georgia"/>
              </a:rPr>
              <a:t>Komunikasi</a:t>
            </a:r>
            <a:endParaRPr sz="4400">
              <a:latin typeface="Georgia"/>
              <a:cs typeface="Georgia"/>
            </a:endParaRPr>
          </a:p>
          <a:p>
            <a:pPr marL="1511617" marR="47619">
              <a:lnSpc>
                <a:spcPts val="4085"/>
              </a:lnSpc>
            </a:pPr>
            <a:r>
              <a:rPr dirty="0" smtClean="0" sz="4400" spc="0" b="1" i="1">
                <a:solidFill>
                  <a:srgbClr val="008000"/>
                </a:solidFill>
                <a:latin typeface="Georgia"/>
                <a:cs typeface="Georgia"/>
              </a:rPr>
              <a:t>Bergerak</a:t>
            </a:r>
            <a:r>
              <a:rPr dirty="0" smtClean="0" sz="4400" spc="0" b="1" i="1">
                <a:solidFill>
                  <a:srgbClr val="008000"/>
                </a:solidFill>
                <a:latin typeface="Georgia"/>
                <a:cs typeface="Georgia"/>
              </a:rPr>
              <a:t> </a:t>
            </a:r>
            <a:r>
              <a:rPr dirty="0" smtClean="0" sz="4400" spc="0" b="1" i="1">
                <a:solidFill>
                  <a:srgbClr val="008000"/>
                </a:solidFill>
                <a:latin typeface="Georgia"/>
                <a:cs typeface="Georgia"/>
              </a:rPr>
              <a:t>Selul</a:t>
            </a:r>
            <a:r>
              <a:rPr dirty="0" smtClean="0" sz="4400" spc="0" b="1" i="1">
                <a:solidFill>
                  <a:srgbClr val="008000"/>
                </a:solidFill>
                <a:latin typeface="Georgia"/>
                <a:cs typeface="Georgia"/>
              </a:rPr>
              <a:t>e</a:t>
            </a:r>
            <a:r>
              <a:rPr dirty="0" smtClean="0" sz="4400" spc="0" b="1" i="1">
                <a:solidFill>
                  <a:srgbClr val="008000"/>
                </a:solidFill>
                <a:latin typeface="Georgia"/>
                <a:cs typeface="Georgia"/>
              </a:rPr>
              <a:t>r</a:t>
            </a:r>
            <a:endParaRPr sz="44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1140" y="6472848"/>
            <a:ext cx="5475228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o</a:t>
            </a:r>
            <a:r>
              <a:rPr dirty="0" smtClean="0" sz="1800" spc="0" b="1">
                <a:latin typeface="Georgia"/>
                <a:cs typeface="Georgia"/>
              </a:rPr>
              <a:t>d</a:t>
            </a:r>
            <a:r>
              <a:rPr dirty="0" smtClean="0" sz="1800" spc="0" b="1">
                <a:latin typeface="Georgia"/>
                <a:cs typeface="Georgia"/>
              </a:rPr>
              <a:t>ul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3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S</a:t>
            </a:r>
            <a:r>
              <a:rPr dirty="0" smtClean="0" sz="1800" spc="0" b="1">
                <a:latin typeface="Georgia"/>
                <a:cs typeface="Georgia"/>
              </a:rPr>
              <a:t>istem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K</a:t>
            </a:r>
            <a:r>
              <a:rPr dirty="0" smtClean="0" sz="1800" spc="0" b="1">
                <a:latin typeface="Georgia"/>
                <a:cs typeface="Georgia"/>
              </a:rPr>
              <a:t>o</a:t>
            </a: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unik</a:t>
            </a:r>
            <a:r>
              <a:rPr dirty="0" smtClean="0" sz="1800" spc="0" b="1">
                <a:latin typeface="Georgia"/>
                <a:cs typeface="Georgia"/>
              </a:rPr>
              <a:t>a</a:t>
            </a:r>
            <a:r>
              <a:rPr dirty="0" smtClean="0" sz="1800" spc="0" b="1">
                <a:latin typeface="Georgia"/>
                <a:cs typeface="Georgia"/>
              </a:rPr>
              <a:t>si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B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r>
              <a:rPr dirty="0" smtClean="0" sz="1800" spc="0" b="1">
                <a:latin typeface="Georgia"/>
                <a:cs typeface="Georgia"/>
              </a:rPr>
              <a:t>g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r>
              <a:rPr dirty="0" smtClean="0" sz="1800" spc="0" b="1">
                <a:latin typeface="Georgia"/>
                <a:cs typeface="Georgia"/>
              </a:rPr>
              <a:t>a</a:t>
            </a:r>
            <a:r>
              <a:rPr dirty="0" smtClean="0" sz="1800" spc="0" b="1">
                <a:latin typeface="Georgia"/>
                <a:cs typeface="Georgia"/>
              </a:rPr>
              <a:t>k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S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lul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621520" y="6472848"/>
            <a:ext cx="171645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b="1"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7467600" y="762000"/>
            <a:ext cx="2209800" cy="46736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4"/>
          <p:cNvSpPr/>
          <p:nvPr/>
        </p:nvSpPr>
        <p:spPr>
          <a:xfrm>
            <a:off x="0" y="6400800"/>
            <a:ext cx="9903460" cy="457196"/>
          </a:xfrm>
          <a:custGeom>
            <a:avLst/>
            <a:gdLst/>
            <a:ahLst/>
            <a:cxnLst/>
            <a:rect l="l" t="t" r="r" b="b"/>
            <a:pathLst>
              <a:path w="9903460" h="457196">
                <a:moveTo>
                  <a:pt x="9903460" y="457196"/>
                </a:moveTo>
                <a:lnTo>
                  <a:pt x="9903460" y="0"/>
                </a:lnTo>
                <a:lnTo>
                  <a:pt x="0" y="0"/>
                </a:lnTo>
                <a:lnTo>
                  <a:pt x="0" y="457196"/>
                </a:lnTo>
                <a:lnTo>
                  <a:pt x="9903460" y="457196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" name="object 15"/>
          <p:cNvSpPr/>
          <p:nvPr/>
        </p:nvSpPr>
        <p:spPr>
          <a:xfrm>
            <a:off x="153670" y="640207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58419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" name="object 12"/>
          <p:cNvSpPr/>
          <p:nvPr/>
        </p:nvSpPr>
        <p:spPr>
          <a:xfrm>
            <a:off x="0" y="0"/>
            <a:ext cx="9903460" cy="609600"/>
          </a:xfrm>
          <a:custGeom>
            <a:avLst/>
            <a:gdLst/>
            <a:ahLst/>
            <a:cxnLst/>
            <a:rect l="l" t="t" r="r" b="b"/>
            <a:pathLst>
              <a:path w="9903460" h="609600">
                <a:moveTo>
                  <a:pt x="0" y="609600"/>
                </a:moveTo>
                <a:lnTo>
                  <a:pt x="9903460" y="609600"/>
                </a:lnTo>
                <a:lnTo>
                  <a:pt x="9903460" y="0"/>
                </a:lnTo>
                <a:lnTo>
                  <a:pt x="0" y="0"/>
                </a:lnTo>
                <a:lnTo>
                  <a:pt x="0" y="60960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" name="object 13"/>
          <p:cNvSpPr/>
          <p:nvPr/>
        </p:nvSpPr>
        <p:spPr>
          <a:xfrm>
            <a:off x="111760" y="60960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76200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78740" y="100329"/>
            <a:ext cx="2185822" cy="431800"/>
          </a:xfrm>
          <a:prstGeom prst="rect">
            <a:avLst/>
          </a:prstGeom>
        </p:spPr>
        <p:txBody>
          <a:bodyPr wrap="square" lIns="0" tIns="21399" rIns="0" bIns="0" rtlCol="0">
            <a:noAutofit/>
          </a:bodyPr>
          <a:lstStyle/>
          <a:p>
            <a:pPr marL="12700">
              <a:lnSpc>
                <a:spcPts val="3370"/>
              </a:lnSpc>
            </a:pPr>
            <a:r>
              <a:rPr dirty="0" smtClean="0" sz="3200" spc="0" b="1">
                <a:latin typeface="Arial"/>
                <a:cs typeface="Arial"/>
              </a:rPr>
              <a:t>O</a:t>
            </a:r>
            <a:r>
              <a:rPr dirty="0" smtClean="0" sz="3200" spc="0" b="1">
                <a:latin typeface="Arial"/>
                <a:cs typeface="Arial"/>
              </a:rPr>
              <a:t>r</a:t>
            </a:r>
            <a:r>
              <a:rPr dirty="0" smtClean="0" sz="3200" spc="0" b="1">
                <a:latin typeface="Arial"/>
                <a:cs typeface="Arial"/>
              </a:rPr>
              <a:t>ga</a:t>
            </a:r>
            <a:r>
              <a:rPr dirty="0" smtClean="0" sz="3200" spc="0" b="1">
                <a:latin typeface="Arial"/>
                <a:cs typeface="Arial"/>
              </a:rPr>
              <a:t>n</a:t>
            </a:r>
            <a:r>
              <a:rPr dirty="0" smtClean="0" sz="3200" spc="0" b="1">
                <a:latin typeface="Arial"/>
                <a:cs typeface="Arial"/>
              </a:rPr>
              <a:t>isasi</a:t>
            </a:r>
            <a:endParaRPr sz="32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02957" y="1655964"/>
            <a:ext cx="1421308" cy="381317"/>
          </a:xfrm>
          <a:prstGeom prst="rect">
            <a:avLst/>
          </a:prstGeom>
        </p:spPr>
        <p:txBody>
          <a:bodyPr wrap="square" lIns="0" tIns="18827" rIns="0" bIns="0" rtlCol="0">
            <a:noAutofit/>
          </a:bodyPr>
          <a:lstStyle/>
          <a:p>
            <a:pPr marL="12700">
              <a:lnSpc>
                <a:spcPts val="2965"/>
              </a:lnSpc>
            </a:pPr>
            <a:r>
              <a:rPr dirty="0" smtClean="0" sz="2800" spc="-2" b="1">
                <a:latin typeface="Arial"/>
                <a:cs typeface="Arial"/>
              </a:rPr>
              <a:t>M</a:t>
            </a:r>
            <a:r>
              <a:rPr dirty="0" smtClean="0" sz="2800" spc="-2" b="1">
                <a:latin typeface="Arial"/>
                <a:cs typeface="Arial"/>
              </a:rPr>
              <a:t>o</a:t>
            </a:r>
            <a:r>
              <a:rPr dirty="0" smtClean="0" sz="2800" spc="-2" b="1">
                <a:latin typeface="Arial"/>
                <a:cs typeface="Arial"/>
              </a:rPr>
              <a:t>d</a:t>
            </a:r>
            <a:r>
              <a:rPr dirty="0" smtClean="0" sz="2800" spc="-2" b="1">
                <a:latin typeface="Arial"/>
                <a:cs typeface="Arial"/>
              </a:rPr>
              <a:t>u</a:t>
            </a:r>
            <a:r>
              <a:rPr dirty="0" smtClean="0" sz="2800" spc="-2" b="1">
                <a:latin typeface="Arial"/>
                <a:cs typeface="Arial"/>
              </a:rPr>
              <a:t>l</a:t>
            </a:r>
            <a:r>
              <a:rPr dirty="0" smtClean="0" sz="2800" spc="-2" b="1">
                <a:latin typeface="Arial"/>
                <a:cs typeface="Arial"/>
              </a:rPr>
              <a:t> </a:t>
            </a:r>
            <a:r>
              <a:rPr dirty="0" smtClean="0" sz="2800" spc="-2" b="1">
                <a:latin typeface="Arial"/>
                <a:cs typeface="Arial"/>
              </a:rPr>
              <a:t>3</a:t>
            </a:r>
            <a:endParaRPr sz="2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89175" y="1655964"/>
            <a:ext cx="3361414" cy="381317"/>
          </a:xfrm>
          <a:prstGeom prst="rect">
            <a:avLst/>
          </a:prstGeom>
        </p:spPr>
        <p:txBody>
          <a:bodyPr wrap="square" lIns="0" tIns="18827" rIns="0" bIns="0" rtlCol="0">
            <a:noAutofit/>
          </a:bodyPr>
          <a:lstStyle/>
          <a:p>
            <a:pPr marL="12700">
              <a:lnSpc>
                <a:spcPts val="2965"/>
              </a:lnSpc>
            </a:pPr>
            <a:r>
              <a:rPr dirty="0" smtClean="0" sz="2800" b="1" i="1">
                <a:latin typeface="Arial"/>
                <a:cs typeface="Arial"/>
              </a:rPr>
              <a:t>S</a:t>
            </a:r>
            <a:r>
              <a:rPr dirty="0" smtClean="0" sz="2800" b="1" i="1">
                <a:latin typeface="Arial"/>
                <a:cs typeface="Arial"/>
              </a:rPr>
              <a:t>is</a:t>
            </a:r>
            <a:r>
              <a:rPr dirty="0" smtClean="0" sz="2800" b="1" i="1">
                <a:latin typeface="Arial"/>
                <a:cs typeface="Arial"/>
              </a:rPr>
              <a:t>t</a:t>
            </a:r>
            <a:r>
              <a:rPr dirty="0" smtClean="0" sz="2800" b="1" i="1">
                <a:latin typeface="Arial"/>
                <a:cs typeface="Arial"/>
              </a:rPr>
              <a:t>em</a:t>
            </a:r>
            <a:r>
              <a:rPr dirty="0" smtClean="0" sz="2800" b="1" i="1">
                <a:latin typeface="Arial"/>
                <a:cs typeface="Arial"/>
              </a:rPr>
              <a:t> </a:t>
            </a:r>
            <a:r>
              <a:rPr dirty="0" smtClean="0" sz="2800" b="1" i="1">
                <a:latin typeface="Arial"/>
                <a:cs typeface="Arial"/>
              </a:rPr>
              <a:t>Komu</a:t>
            </a:r>
            <a:r>
              <a:rPr dirty="0" smtClean="0" sz="2800" b="1" i="1">
                <a:latin typeface="Arial"/>
                <a:cs typeface="Arial"/>
              </a:rPr>
              <a:t>n</a:t>
            </a:r>
            <a:r>
              <a:rPr dirty="0" smtClean="0" sz="2800" b="1" i="1">
                <a:latin typeface="Arial"/>
                <a:cs typeface="Arial"/>
              </a:rPr>
              <a:t>ikasi</a:t>
            </a:r>
            <a:endParaRPr sz="2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669323" y="1655964"/>
            <a:ext cx="1619554" cy="381317"/>
          </a:xfrm>
          <a:prstGeom prst="rect">
            <a:avLst/>
          </a:prstGeom>
        </p:spPr>
        <p:txBody>
          <a:bodyPr wrap="square" lIns="0" tIns="18827" rIns="0" bIns="0" rtlCol="0">
            <a:noAutofit/>
          </a:bodyPr>
          <a:lstStyle/>
          <a:p>
            <a:pPr marL="12700">
              <a:lnSpc>
                <a:spcPts val="2965"/>
              </a:lnSpc>
            </a:pPr>
            <a:r>
              <a:rPr dirty="0" smtClean="0" sz="2800" spc="-1" b="1" i="1">
                <a:latin typeface="Arial"/>
                <a:cs typeface="Arial"/>
              </a:rPr>
              <a:t>Be</a:t>
            </a:r>
            <a:r>
              <a:rPr dirty="0" smtClean="0" sz="2800" spc="-1" b="1" i="1">
                <a:latin typeface="Arial"/>
                <a:cs typeface="Arial"/>
              </a:rPr>
              <a:t>r</a:t>
            </a:r>
            <a:r>
              <a:rPr dirty="0" smtClean="0" sz="2800" spc="-1" b="1" i="1">
                <a:latin typeface="Arial"/>
                <a:cs typeface="Arial"/>
              </a:rPr>
              <a:t>g</a:t>
            </a:r>
            <a:r>
              <a:rPr dirty="0" smtClean="0" sz="2800" spc="-1" b="1" i="1">
                <a:latin typeface="Arial"/>
                <a:cs typeface="Arial"/>
              </a:rPr>
              <a:t>e</a:t>
            </a:r>
            <a:r>
              <a:rPr dirty="0" smtClean="0" sz="2800" spc="-1" b="1" i="1">
                <a:latin typeface="Arial"/>
                <a:cs typeface="Arial"/>
              </a:rPr>
              <a:t>r</a:t>
            </a:r>
            <a:r>
              <a:rPr dirty="0" smtClean="0" sz="2800" spc="-1" b="1" i="1">
                <a:latin typeface="Arial"/>
                <a:cs typeface="Arial"/>
              </a:rPr>
              <a:t>ak</a:t>
            </a:r>
            <a:endParaRPr sz="2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311882" y="1655964"/>
            <a:ext cx="1265772" cy="381317"/>
          </a:xfrm>
          <a:prstGeom prst="rect">
            <a:avLst/>
          </a:prstGeom>
        </p:spPr>
        <p:txBody>
          <a:bodyPr wrap="square" lIns="0" tIns="18827" rIns="0" bIns="0" rtlCol="0">
            <a:noAutofit/>
          </a:bodyPr>
          <a:lstStyle/>
          <a:p>
            <a:pPr marL="12700">
              <a:lnSpc>
                <a:spcPts val="2965"/>
              </a:lnSpc>
            </a:pPr>
            <a:r>
              <a:rPr dirty="0" smtClean="0" sz="2800" b="1" i="1">
                <a:latin typeface="Arial"/>
                <a:cs typeface="Arial"/>
              </a:rPr>
              <a:t>S</a:t>
            </a:r>
            <a:r>
              <a:rPr dirty="0" smtClean="0" sz="2800" b="1" i="1">
                <a:latin typeface="Arial"/>
                <a:cs typeface="Arial"/>
              </a:rPr>
              <a:t>el</a:t>
            </a:r>
            <a:r>
              <a:rPr dirty="0" smtClean="0" sz="2800" b="1" i="1">
                <a:latin typeface="Arial"/>
                <a:cs typeface="Arial"/>
              </a:rPr>
              <a:t>u</a:t>
            </a:r>
            <a:r>
              <a:rPr dirty="0" smtClean="0" sz="2800" b="1" i="1">
                <a:latin typeface="Arial"/>
                <a:cs typeface="Arial"/>
              </a:rPr>
              <a:t>ler</a:t>
            </a:r>
            <a:endParaRPr sz="2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4857" y="2452036"/>
            <a:ext cx="316484" cy="1468628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 marR="11430">
              <a:lnSpc>
                <a:spcPts val="2145"/>
              </a:lnSpc>
            </a:pPr>
            <a:r>
              <a:rPr dirty="0" smtClean="0" sz="2000" spc="4">
                <a:latin typeface="Arial"/>
                <a:cs typeface="Arial"/>
              </a:rPr>
              <a:t>A.</a:t>
            </a:r>
            <a:endParaRPr sz="2000">
              <a:latin typeface="Arial"/>
              <a:cs typeface="Arial"/>
            </a:endParaRPr>
          </a:p>
          <a:p>
            <a:pPr marL="12700" marR="6988">
              <a:lnSpc>
                <a:spcPts val="2299"/>
              </a:lnSpc>
              <a:spcBef>
                <a:spcPts val="714"/>
              </a:spcBef>
            </a:pPr>
            <a:r>
              <a:rPr dirty="0" smtClean="0" sz="2000" spc="4">
                <a:latin typeface="Arial"/>
                <a:cs typeface="Arial"/>
              </a:rPr>
              <a:t>B.</a:t>
            </a:r>
            <a:r>
              <a:rPr dirty="0" smtClean="0" sz="2000" spc="4">
                <a:latin typeface="Arial"/>
                <a:cs typeface="Arial"/>
              </a:rPr>
              <a:t> </a:t>
            </a:r>
            <a:endParaRPr sz="2000">
              <a:latin typeface="Arial"/>
              <a:cs typeface="Arial"/>
            </a:endParaRPr>
          </a:p>
          <a:p>
            <a:pPr marL="12700" marR="6988">
              <a:lnSpc>
                <a:spcPts val="2299"/>
              </a:lnSpc>
              <a:spcBef>
                <a:spcPts val="821"/>
              </a:spcBef>
            </a:pPr>
            <a:r>
              <a:rPr dirty="0" smtClean="0" sz="2000" spc="-4">
                <a:latin typeface="Arial"/>
                <a:cs typeface="Arial"/>
              </a:rPr>
              <a:t>C.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95825"/>
              </a:lnSpc>
              <a:spcBef>
                <a:spcPts val="846"/>
              </a:spcBef>
            </a:pPr>
            <a:r>
              <a:rPr dirty="0" smtClean="0" sz="2000" spc="-4" i="1">
                <a:latin typeface="Arial"/>
                <a:cs typeface="Arial"/>
              </a:rPr>
              <a:t>D.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22057" y="2452036"/>
            <a:ext cx="2397760" cy="1468628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 marR="38100">
              <a:lnSpc>
                <a:spcPts val="2145"/>
              </a:lnSpc>
            </a:pPr>
            <a:r>
              <a:rPr dirty="0" smtClean="0" sz="2000" spc="4">
                <a:latin typeface="Arial"/>
                <a:cs typeface="Arial"/>
              </a:rPr>
              <a:t>P</a:t>
            </a:r>
            <a:r>
              <a:rPr dirty="0" smtClean="0" sz="2000" spc="4">
                <a:latin typeface="Arial"/>
                <a:cs typeface="Arial"/>
              </a:rPr>
              <a:t>e</a:t>
            </a:r>
            <a:r>
              <a:rPr dirty="0" smtClean="0" sz="2000" spc="4">
                <a:latin typeface="Arial"/>
                <a:cs typeface="Arial"/>
              </a:rPr>
              <a:t>n</a:t>
            </a:r>
            <a:r>
              <a:rPr dirty="0" smtClean="0" sz="2000" spc="4">
                <a:latin typeface="Arial"/>
                <a:cs typeface="Arial"/>
              </a:rPr>
              <a:t>d</a:t>
            </a:r>
            <a:r>
              <a:rPr dirty="0" smtClean="0" sz="2000" spc="4">
                <a:latin typeface="Arial"/>
                <a:cs typeface="Arial"/>
              </a:rPr>
              <a:t>a</a:t>
            </a:r>
            <a:r>
              <a:rPr dirty="0" smtClean="0" sz="2000" spc="4">
                <a:latin typeface="Arial"/>
                <a:cs typeface="Arial"/>
              </a:rPr>
              <a:t>h</a:t>
            </a:r>
            <a:r>
              <a:rPr dirty="0" smtClean="0" sz="2000" spc="4">
                <a:latin typeface="Arial"/>
                <a:cs typeface="Arial"/>
              </a:rPr>
              <a:t>u</a:t>
            </a:r>
            <a:r>
              <a:rPr dirty="0" smtClean="0" sz="2000" spc="4">
                <a:latin typeface="Arial"/>
                <a:cs typeface="Arial"/>
              </a:rPr>
              <a:t>lu</a:t>
            </a:r>
            <a:r>
              <a:rPr dirty="0" smtClean="0" sz="2000" spc="4">
                <a:latin typeface="Arial"/>
                <a:cs typeface="Arial"/>
              </a:rPr>
              <a:t>a</a:t>
            </a:r>
            <a:r>
              <a:rPr dirty="0" smtClean="0" sz="2000" spc="4">
                <a:latin typeface="Arial"/>
                <a:cs typeface="Arial"/>
              </a:rPr>
              <a:t>n</a:t>
            </a:r>
            <a:endParaRPr sz="2000">
              <a:latin typeface="Arial"/>
              <a:cs typeface="Arial"/>
            </a:endParaRPr>
          </a:p>
          <a:p>
            <a:pPr marL="12700" marR="38100">
              <a:lnSpc>
                <a:spcPct val="95825"/>
              </a:lnSpc>
              <a:spcBef>
                <a:spcPts val="714"/>
              </a:spcBef>
            </a:pPr>
            <a:r>
              <a:rPr dirty="0" smtClean="0" sz="2000" spc="0">
                <a:latin typeface="Arial"/>
                <a:cs typeface="Arial"/>
              </a:rPr>
              <a:t>F</a:t>
            </a:r>
            <a:r>
              <a:rPr dirty="0" smtClean="0" sz="2000" spc="0">
                <a:latin typeface="Arial"/>
                <a:cs typeface="Arial"/>
              </a:rPr>
              <a:t>r</a:t>
            </a:r>
            <a:r>
              <a:rPr dirty="0" smtClean="0" sz="2000" spc="0">
                <a:latin typeface="Arial"/>
                <a:cs typeface="Arial"/>
              </a:rPr>
              <a:t>e</a:t>
            </a:r>
            <a:r>
              <a:rPr dirty="0" smtClean="0" sz="2000" spc="0">
                <a:latin typeface="Arial"/>
                <a:cs typeface="Arial"/>
              </a:rPr>
              <a:t>q</a:t>
            </a:r>
            <a:r>
              <a:rPr dirty="0" smtClean="0" sz="2000" spc="0">
                <a:latin typeface="Arial"/>
                <a:cs typeface="Arial"/>
              </a:rPr>
              <a:t>u</a:t>
            </a:r>
            <a:r>
              <a:rPr dirty="0" smtClean="0" sz="2000" spc="0">
                <a:latin typeface="Arial"/>
                <a:cs typeface="Arial"/>
              </a:rPr>
              <a:t>e</a:t>
            </a:r>
            <a:r>
              <a:rPr dirty="0" smtClean="0" sz="2000" spc="0">
                <a:latin typeface="Arial"/>
                <a:cs typeface="Arial"/>
              </a:rPr>
              <a:t>n</a:t>
            </a:r>
            <a:r>
              <a:rPr dirty="0" smtClean="0" sz="2000" spc="0">
                <a:latin typeface="Arial"/>
                <a:cs typeface="Arial"/>
              </a:rPr>
              <a:t>cy</a:t>
            </a:r>
            <a:r>
              <a:rPr dirty="0" smtClean="0" sz="2000" spc="0">
                <a:latin typeface="Arial"/>
                <a:cs typeface="Arial"/>
              </a:rPr>
              <a:t> </a:t>
            </a:r>
            <a:r>
              <a:rPr dirty="0" smtClean="0" sz="2000" spc="0">
                <a:latin typeface="Arial"/>
                <a:cs typeface="Arial"/>
              </a:rPr>
              <a:t>R</a:t>
            </a:r>
            <a:r>
              <a:rPr dirty="0" smtClean="0" sz="2000" spc="0">
                <a:latin typeface="Arial"/>
                <a:cs typeface="Arial"/>
              </a:rPr>
              <a:t>e</a:t>
            </a:r>
            <a:r>
              <a:rPr dirty="0" smtClean="0" sz="2000" spc="0">
                <a:latin typeface="Arial"/>
                <a:cs typeface="Arial"/>
              </a:rPr>
              <a:t>u</a:t>
            </a:r>
            <a:r>
              <a:rPr dirty="0" smtClean="0" sz="2000" spc="0">
                <a:latin typeface="Arial"/>
                <a:cs typeface="Arial"/>
              </a:rPr>
              <a:t>se</a:t>
            </a:r>
            <a:endParaRPr sz="2000">
              <a:latin typeface="Arial"/>
              <a:cs typeface="Arial"/>
            </a:endParaRPr>
          </a:p>
          <a:p>
            <a:pPr marL="12700" marR="38100">
              <a:lnSpc>
                <a:spcPct val="95825"/>
              </a:lnSpc>
              <a:spcBef>
                <a:spcPts val="820"/>
              </a:spcBef>
            </a:pPr>
            <a:r>
              <a:rPr dirty="0" smtClean="0" sz="2000" spc="0">
                <a:latin typeface="Arial"/>
                <a:cs typeface="Arial"/>
              </a:rPr>
              <a:t>Ha</a:t>
            </a:r>
            <a:r>
              <a:rPr dirty="0" smtClean="0" sz="2000" spc="0">
                <a:latin typeface="Arial"/>
                <a:cs typeface="Arial"/>
              </a:rPr>
              <a:t>n</a:t>
            </a:r>
            <a:r>
              <a:rPr dirty="0" smtClean="0" sz="2000" spc="0">
                <a:latin typeface="Arial"/>
                <a:cs typeface="Arial"/>
              </a:rPr>
              <a:t>d</a:t>
            </a:r>
            <a:r>
              <a:rPr dirty="0" smtClean="0" sz="2000" spc="0">
                <a:latin typeface="Arial"/>
                <a:cs typeface="Arial"/>
              </a:rPr>
              <a:t>o</a:t>
            </a:r>
            <a:r>
              <a:rPr dirty="0" smtClean="0" sz="2000" spc="0">
                <a:latin typeface="Arial"/>
                <a:cs typeface="Arial"/>
              </a:rPr>
              <a:t>f</a:t>
            </a:r>
            <a:r>
              <a:rPr dirty="0" smtClean="0" sz="2000" spc="0">
                <a:latin typeface="Arial"/>
                <a:cs typeface="Arial"/>
              </a:rPr>
              <a:t>f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95825"/>
              </a:lnSpc>
              <a:spcBef>
                <a:spcPts val="822"/>
              </a:spcBef>
            </a:pPr>
            <a:r>
              <a:rPr dirty="0" smtClean="0" sz="2000" spc="-4" i="1">
                <a:latin typeface="Arial"/>
                <a:cs typeface="Arial"/>
              </a:rPr>
              <a:t>Ch</a:t>
            </a:r>
            <a:r>
              <a:rPr dirty="0" smtClean="0" sz="2000" spc="-4" i="1">
                <a:latin typeface="Arial"/>
                <a:cs typeface="Arial"/>
              </a:rPr>
              <a:t>a</a:t>
            </a:r>
            <a:r>
              <a:rPr dirty="0" smtClean="0" sz="2000" spc="-4" i="1">
                <a:latin typeface="Arial"/>
                <a:cs typeface="Arial"/>
              </a:rPr>
              <a:t>n</a:t>
            </a:r>
            <a:r>
              <a:rPr dirty="0" smtClean="0" sz="2000" spc="-4" i="1">
                <a:latin typeface="Arial"/>
                <a:cs typeface="Arial"/>
              </a:rPr>
              <a:t>n</a:t>
            </a:r>
            <a:r>
              <a:rPr dirty="0" smtClean="0" sz="2000" spc="-4" i="1">
                <a:latin typeface="Arial"/>
                <a:cs typeface="Arial"/>
              </a:rPr>
              <a:t>e</a:t>
            </a:r>
            <a:r>
              <a:rPr dirty="0" smtClean="0" sz="2000" spc="-4" i="1">
                <a:latin typeface="Arial"/>
                <a:cs typeface="Arial"/>
              </a:rPr>
              <a:t>l</a:t>
            </a:r>
            <a:r>
              <a:rPr dirty="0" smtClean="0" sz="2000" spc="-4" i="1">
                <a:latin typeface="Arial"/>
                <a:cs typeface="Arial"/>
              </a:rPr>
              <a:t> </a:t>
            </a:r>
            <a:r>
              <a:rPr dirty="0" smtClean="0" sz="2000" spc="-4" i="1">
                <a:latin typeface="Arial"/>
                <a:cs typeface="Arial"/>
              </a:rPr>
              <a:t>Assi</a:t>
            </a:r>
            <a:r>
              <a:rPr dirty="0" smtClean="0" sz="2000" spc="-4" i="1">
                <a:latin typeface="Arial"/>
                <a:cs typeface="Arial"/>
              </a:rPr>
              <a:t>g</a:t>
            </a:r>
            <a:r>
              <a:rPr dirty="0" smtClean="0" sz="2000" spc="-4" i="1">
                <a:latin typeface="Arial"/>
                <a:cs typeface="Arial"/>
              </a:rPr>
              <a:t>n</a:t>
            </a:r>
            <a:r>
              <a:rPr dirty="0" smtClean="0" sz="2000" spc="-4" i="1">
                <a:latin typeface="Arial"/>
                <a:cs typeface="Arial"/>
              </a:rPr>
              <a:t>m</a:t>
            </a:r>
            <a:r>
              <a:rPr dirty="0" smtClean="0" sz="2000" spc="-4" i="1">
                <a:latin typeface="Arial"/>
                <a:cs typeface="Arial"/>
              </a:rPr>
              <a:t>e</a:t>
            </a:r>
            <a:r>
              <a:rPr dirty="0" smtClean="0" sz="2000" spc="-4" i="1">
                <a:latin typeface="Arial"/>
                <a:cs typeface="Arial"/>
              </a:rPr>
              <a:t>n</a:t>
            </a:r>
            <a:r>
              <a:rPr dirty="0" smtClean="0" sz="2000" spc="-4" i="1">
                <a:latin typeface="Arial"/>
                <a:cs typeface="Arial"/>
              </a:rPr>
              <a:t>t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25405" y="3641264"/>
            <a:ext cx="1210055" cy="279400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dirty="0" smtClean="0" sz="2000" spc="2" i="1">
                <a:latin typeface="Arial"/>
                <a:cs typeface="Arial"/>
              </a:rPr>
              <a:t>S</a:t>
            </a:r>
            <a:r>
              <a:rPr dirty="0" smtClean="0" sz="2000" spc="2" i="1">
                <a:latin typeface="Arial"/>
                <a:cs typeface="Arial"/>
              </a:rPr>
              <a:t>t</a:t>
            </a:r>
            <a:r>
              <a:rPr dirty="0" smtClean="0" sz="2000" spc="2" i="1">
                <a:latin typeface="Arial"/>
                <a:cs typeface="Arial"/>
              </a:rPr>
              <a:t>ra</a:t>
            </a:r>
            <a:r>
              <a:rPr dirty="0" smtClean="0" sz="2000" spc="2" i="1">
                <a:latin typeface="Arial"/>
                <a:cs typeface="Arial"/>
              </a:rPr>
              <a:t>t</a:t>
            </a:r>
            <a:r>
              <a:rPr dirty="0" smtClean="0" sz="2000" spc="2" i="1">
                <a:latin typeface="Arial"/>
                <a:cs typeface="Arial"/>
              </a:rPr>
              <a:t>e</a:t>
            </a:r>
            <a:r>
              <a:rPr dirty="0" smtClean="0" sz="2000" spc="2" i="1">
                <a:latin typeface="Arial"/>
                <a:cs typeface="Arial"/>
              </a:rPr>
              <a:t>g</a:t>
            </a:r>
            <a:r>
              <a:rPr dirty="0" smtClean="0" sz="2000" spc="2" i="1">
                <a:latin typeface="Arial"/>
                <a:cs typeface="Arial"/>
              </a:rPr>
              <a:t>ies</a:t>
            </a:r>
            <a:endParaRPr sz="20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1140" y="6472848"/>
            <a:ext cx="5475228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o</a:t>
            </a:r>
            <a:r>
              <a:rPr dirty="0" smtClean="0" sz="1800" spc="0" b="1">
                <a:latin typeface="Georgia"/>
                <a:cs typeface="Georgia"/>
              </a:rPr>
              <a:t>d</a:t>
            </a:r>
            <a:r>
              <a:rPr dirty="0" smtClean="0" sz="1800" spc="0" b="1">
                <a:latin typeface="Georgia"/>
                <a:cs typeface="Georgia"/>
              </a:rPr>
              <a:t>ul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3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S</a:t>
            </a:r>
            <a:r>
              <a:rPr dirty="0" smtClean="0" sz="1800" spc="0" b="1">
                <a:latin typeface="Georgia"/>
                <a:cs typeface="Georgia"/>
              </a:rPr>
              <a:t>istem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K</a:t>
            </a:r>
            <a:r>
              <a:rPr dirty="0" smtClean="0" sz="1800" spc="0" b="1">
                <a:latin typeface="Georgia"/>
                <a:cs typeface="Georgia"/>
              </a:rPr>
              <a:t>o</a:t>
            </a: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unik</a:t>
            </a:r>
            <a:r>
              <a:rPr dirty="0" smtClean="0" sz="1800" spc="0" b="1">
                <a:latin typeface="Georgia"/>
                <a:cs typeface="Georgia"/>
              </a:rPr>
              <a:t>a</a:t>
            </a:r>
            <a:r>
              <a:rPr dirty="0" smtClean="0" sz="1800" spc="0" b="1">
                <a:latin typeface="Georgia"/>
                <a:cs typeface="Georgia"/>
              </a:rPr>
              <a:t>si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B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r>
              <a:rPr dirty="0" smtClean="0" sz="1800" spc="0" b="1">
                <a:latin typeface="Georgia"/>
                <a:cs typeface="Georgia"/>
              </a:rPr>
              <a:t>g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r>
              <a:rPr dirty="0" smtClean="0" sz="1800" spc="0" b="1">
                <a:latin typeface="Georgia"/>
                <a:cs typeface="Georgia"/>
              </a:rPr>
              <a:t>a</a:t>
            </a:r>
            <a:r>
              <a:rPr dirty="0" smtClean="0" sz="1800" spc="0" b="1">
                <a:latin typeface="Georgia"/>
                <a:cs typeface="Georgia"/>
              </a:rPr>
              <a:t>k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S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lul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9591040" y="6472848"/>
            <a:ext cx="202899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b="1">
                <a:latin typeface="Georgia"/>
                <a:cs typeface="Georgia"/>
              </a:rPr>
              <a:t>2</a:t>
            </a:r>
            <a:endParaRPr sz="1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17"/>
          <p:cNvSpPr/>
          <p:nvPr/>
        </p:nvSpPr>
        <p:spPr>
          <a:xfrm>
            <a:off x="0" y="6400800"/>
            <a:ext cx="9903460" cy="457196"/>
          </a:xfrm>
          <a:custGeom>
            <a:avLst/>
            <a:gdLst/>
            <a:ahLst/>
            <a:cxnLst/>
            <a:rect l="l" t="t" r="r" b="b"/>
            <a:pathLst>
              <a:path w="9903460" h="457196">
                <a:moveTo>
                  <a:pt x="9903460" y="457196"/>
                </a:moveTo>
                <a:lnTo>
                  <a:pt x="9903460" y="0"/>
                </a:lnTo>
                <a:lnTo>
                  <a:pt x="0" y="0"/>
                </a:lnTo>
                <a:lnTo>
                  <a:pt x="0" y="457196"/>
                </a:lnTo>
                <a:lnTo>
                  <a:pt x="9903460" y="457196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" name="object 18"/>
          <p:cNvSpPr/>
          <p:nvPr/>
        </p:nvSpPr>
        <p:spPr>
          <a:xfrm>
            <a:off x="153670" y="640207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58419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" name="object 15"/>
          <p:cNvSpPr/>
          <p:nvPr/>
        </p:nvSpPr>
        <p:spPr>
          <a:xfrm>
            <a:off x="0" y="0"/>
            <a:ext cx="9903460" cy="609600"/>
          </a:xfrm>
          <a:custGeom>
            <a:avLst/>
            <a:gdLst/>
            <a:ahLst/>
            <a:cxnLst/>
            <a:rect l="l" t="t" r="r" b="b"/>
            <a:pathLst>
              <a:path w="9903460" h="609600">
                <a:moveTo>
                  <a:pt x="0" y="609600"/>
                </a:moveTo>
                <a:lnTo>
                  <a:pt x="9903460" y="609600"/>
                </a:lnTo>
                <a:lnTo>
                  <a:pt x="9903460" y="0"/>
                </a:lnTo>
                <a:lnTo>
                  <a:pt x="0" y="0"/>
                </a:lnTo>
                <a:lnTo>
                  <a:pt x="0" y="60960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" name="object 16"/>
          <p:cNvSpPr/>
          <p:nvPr/>
        </p:nvSpPr>
        <p:spPr>
          <a:xfrm>
            <a:off x="111760" y="60960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76200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" name="object 14"/>
          <p:cNvSpPr/>
          <p:nvPr/>
        </p:nvSpPr>
        <p:spPr>
          <a:xfrm>
            <a:off x="533400" y="2209800"/>
            <a:ext cx="2961640" cy="24765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" name="object 13"/>
          <p:cNvSpPr/>
          <p:nvPr/>
        </p:nvSpPr>
        <p:spPr>
          <a:xfrm>
            <a:off x="5257800" y="2209800"/>
            <a:ext cx="3162300" cy="22580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78740" y="100329"/>
            <a:ext cx="3157524" cy="431800"/>
          </a:xfrm>
          <a:prstGeom prst="rect">
            <a:avLst/>
          </a:prstGeom>
        </p:spPr>
        <p:txBody>
          <a:bodyPr wrap="square" lIns="0" tIns="21399" rIns="0" bIns="0" rtlCol="0">
            <a:noAutofit/>
          </a:bodyPr>
          <a:lstStyle/>
          <a:p>
            <a:pPr marL="12700">
              <a:lnSpc>
                <a:spcPts val="3370"/>
              </a:lnSpc>
            </a:pPr>
            <a:r>
              <a:rPr dirty="0" smtClean="0" sz="3200" b="1">
                <a:latin typeface="Arial"/>
                <a:cs typeface="Arial"/>
              </a:rPr>
              <a:t>A</a:t>
            </a:r>
            <a:r>
              <a:rPr dirty="0" smtClean="0" sz="3200" b="1">
                <a:latin typeface="Arial"/>
                <a:cs typeface="Arial"/>
              </a:rPr>
              <a:t>.</a:t>
            </a:r>
            <a:r>
              <a:rPr dirty="0" smtClean="0" sz="3200" b="1">
                <a:latin typeface="Arial"/>
                <a:cs typeface="Arial"/>
              </a:rPr>
              <a:t> </a:t>
            </a:r>
            <a:r>
              <a:rPr dirty="0" smtClean="0" sz="3200" b="1">
                <a:latin typeface="Arial"/>
                <a:cs typeface="Arial"/>
              </a:rPr>
              <a:t>Pe</a:t>
            </a:r>
            <a:r>
              <a:rPr dirty="0" smtClean="0" sz="3200" b="1">
                <a:latin typeface="Arial"/>
                <a:cs typeface="Arial"/>
              </a:rPr>
              <a:t>n</a:t>
            </a:r>
            <a:r>
              <a:rPr dirty="0" smtClean="0" sz="3200" b="1">
                <a:latin typeface="Arial"/>
                <a:cs typeface="Arial"/>
              </a:rPr>
              <a:t>da</a:t>
            </a:r>
            <a:r>
              <a:rPr dirty="0" smtClean="0" sz="3200" b="1">
                <a:latin typeface="Arial"/>
                <a:cs typeface="Arial"/>
              </a:rPr>
              <a:t>h</a:t>
            </a:r>
            <a:r>
              <a:rPr dirty="0" smtClean="0" sz="3200" b="1">
                <a:latin typeface="Arial"/>
                <a:cs typeface="Arial"/>
              </a:rPr>
              <a:t>uluan</a:t>
            </a:r>
            <a:endParaRPr sz="32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72415" y="699376"/>
            <a:ext cx="4910011" cy="381317"/>
          </a:xfrm>
          <a:prstGeom prst="rect">
            <a:avLst/>
          </a:prstGeom>
        </p:spPr>
        <p:txBody>
          <a:bodyPr wrap="square" lIns="0" tIns="18796" rIns="0" bIns="0" rtlCol="0">
            <a:noAutofit/>
          </a:bodyPr>
          <a:lstStyle/>
          <a:p>
            <a:pPr marL="12700">
              <a:lnSpc>
                <a:spcPts val="2960"/>
              </a:lnSpc>
            </a:pPr>
            <a:r>
              <a:rPr dirty="0" smtClean="0" sz="2800" spc="-15" b="1" u="heavy">
                <a:solidFill>
                  <a:srgbClr val="3333CC"/>
                </a:solidFill>
                <a:latin typeface="Times New Roman"/>
                <a:cs typeface="Times New Roman"/>
              </a:rPr>
              <a:t>Y</a:t>
            </a:r>
            <a:r>
              <a:rPr dirty="0" smtClean="0" sz="2800" spc="-15" b="1" u="heavy">
                <a:solidFill>
                  <a:srgbClr val="3333CC"/>
                </a:solidFill>
                <a:latin typeface="Times New Roman"/>
                <a:cs typeface="Times New Roman"/>
              </a:rPr>
              <a:t>ang</a:t>
            </a:r>
            <a:r>
              <a:rPr dirty="0" smtClean="0" sz="2800" spc="-15" b="1" u="heavy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2800" spc="-15" b="1" u="heavy">
                <a:solidFill>
                  <a:srgbClr val="3333CC"/>
                </a:solidFill>
                <a:latin typeface="Times New Roman"/>
                <a:cs typeface="Times New Roman"/>
              </a:rPr>
              <a:t>m</a:t>
            </a:r>
            <a:r>
              <a:rPr dirty="0" smtClean="0" sz="2800" spc="-15" b="1" u="heavy">
                <a:solidFill>
                  <a:srgbClr val="3333CC"/>
                </a:solidFill>
                <a:latin typeface="Times New Roman"/>
                <a:cs typeface="Times New Roman"/>
              </a:rPr>
              <a:t>enda</a:t>
            </a:r>
            <a:r>
              <a:rPr dirty="0" smtClean="0" sz="2800" spc="-15" b="1" u="heavy">
                <a:solidFill>
                  <a:srgbClr val="3333CC"/>
                </a:solidFill>
                <a:latin typeface="Times New Roman"/>
                <a:cs typeface="Times New Roman"/>
              </a:rPr>
              <a:t>s</a:t>
            </a:r>
            <a:r>
              <a:rPr dirty="0" smtClean="0" sz="2800" spc="-15" b="1" u="heavy">
                <a:solidFill>
                  <a:srgbClr val="3333CC"/>
                </a:solidFill>
                <a:latin typeface="Times New Roman"/>
                <a:cs typeface="Times New Roman"/>
              </a:rPr>
              <a:t>ari</a:t>
            </a:r>
            <a:r>
              <a:rPr dirty="0" smtClean="0" sz="2800" spc="-15" b="1" u="heavy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2800" spc="-15" b="1" u="heavy">
                <a:solidFill>
                  <a:srgbClr val="3333CC"/>
                </a:solidFill>
                <a:latin typeface="Times New Roman"/>
                <a:cs typeface="Times New Roman"/>
              </a:rPr>
              <a:t>per</a:t>
            </a:r>
            <a:r>
              <a:rPr dirty="0" smtClean="0" sz="2800" spc="-15" b="1" u="heavy">
                <a:solidFill>
                  <a:srgbClr val="3333CC"/>
                </a:solidFill>
                <a:latin typeface="Times New Roman"/>
                <a:cs typeface="Times New Roman"/>
              </a:rPr>
              <a:t>k</a:t>
            </a:r>
            <a:r>
              <a:rPr dirty="0" smtClean="0" sz="2800" spc="-15" b="1" u="heavy">
                <a:solidFill>
                  <a:srgbClr val="3333CC"/>
                </a:solidFill>
                <a:latin typeface="Times New Roman"/>
                <a:cs typeface="Times New Roman"/>
              </a:rPr>
              <a:t>e</a:t>
            </a:r>
            <a:r>
              <a:rPr dirty="0" smtClean="0" sz="2800" spc="-15" b="1" u="heavy">
                <a:solidFill>
                  <a:srgbClr val="3333CC"/>
                </a:solidFill>
                <a:latin typeface="Times New Roman"/>
                <a:cs typeface="Times New Roman"/>
              </a:rPr>
              <a:t>m</a:t>
            </a:r>
            <a:r>
              <a:rPr dirty="0" smtClean="0" sz="2800" spc="-15" b="1" u="heavy">
                <a:solidFill>
                  <a:srgbClr val="3333CC"/>
                </a:solidFill>
                <a:latin typeface="Times New Roman"/>
                <a:cs typeface="Times New Roman"/>
              </a:rPr>
              <a:t>bangan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45857" y="1247284"/>
            <a:ext cx="5558308" cy="733188"/>
          </a:xfrm>
          <a:prstGeom prst="rect">
            <a:avLst/>
          </a:prstGeom>
        </p:spPr>
        <p:txBody>
          <a:bodyPr wrap="square" lIns="0" tIns="16287" rIns="0" bIns="0" rtlCol="0">
            <a:noAutofit/>
          </a:bodyPr>
          <a:lstStyle/>
          <a:p>
            <a:pPr marL="12700" marR="46008">
              <a:lnSpc>
                <a:spcPts val="2565"/>
              </a:lnSpc>
            </a:pPr>
            <a:r>
              <a:rPr dirty="0" smtClean="0" sz="2400">
                <a:solidFill>
                  <a:srgbClr val="008000"/>
                </a:solidFill>
                <a:latin typeface="Wingdings"/>
                <a:cs typeface="Wingdings"/>
              </a:rPr>
              <a:t>✓</a:t>
            </a:r>
            <a:r>
              <a:rPr dirty="0" smtClean="0" sz="2400" spc="14">
                <a:solidFill>
                  <a:srgbClr val="008000"/>
                </a:solidFill>
                <a:latin typeface="Times New Roman"/>
                <a:cs typeface="Times New Roman"/>
              </a:rPr>
              <a:t> </a:t>
            </a:r>
            <a:r>
              <a:rPr dirty="0" smtClean="0" sz="2400" spc="14">
                <a:solidFill>
                  <a:srgbClr val="008000"/>
                </a:solidFill>
                <a:latin typeface="Times New Roman"/>
                <a:cs typeface="Times New Roman"/>
              </a:rPr>
              <a:t> </a:t>
            </a:r>
            <a:r>
              <a:rPr dirty="0" smtClean="0" sz="2400" spc="14">
                <a:latin typeface="Times New Roman"/>
                <a:cs typeface="Times New Roman"/>
              </a:rPr>
              <a:t>K</a:t>
            </a:r>
            <a:r>
              <a:rPr dirty="0" smtClean="0" sz="2400" spc="14">
                <a:latin typeface="Times New Roman"/>
                <a:cs typeface="Times New Roman"/>
              </a:rPr>
              <a:t>e</a:t>
            </a:r>
            <a:r>
              <a:rPr dirty="0" smtClean="0" sz="2400" spc="14">
                <a:latin typeface="Times New Roman"/>
                <a:cs typeface="Times New Roman"/>
              </a:rPr>
              <a:t>t</a:t>
            </a:r>
            <a:r>
              <a:rPr dirty="0" smtClean="0" sz="2400" spc="14">
                <a:latin typeface="Times New Roman"/>
                <a:cs typeface="Times New Roman"/>
              </a:rPr>
              <a:t>erb</a:t>
            </a:r>
            <a:r>
              <a:rPr dirty="0" smtClean="0" sz="2400" spc="14">
                <a:latin typeface="Times New Roman"/>
                <a:cs typeface="Times New Roman"/>
              </a:rPr>
              <a:t>a</a:t>
            </a:r>
            <a:r>
              <a:rPr dirty="0" smtClean="0" sz="2400" spc="14">
                <a:latin typeface="Times New Roman"/>
                <a:cs typeface="Times New Roman"/>
              </a:rPr>
              <a:t>t</a:t>
            </a:r>
            <a:r>
              <a:rPr dirty="0" smtClean="0" sz="2400" spc="14">
                <a:latin typeface="Times New Roman"/>
                <a:cs typeface="Times New Roman"/>
              </a:rPr>
              <a:t>a</a:t>
            </a:r>
            <a:r>
              <a:rPr dirty="0" smtClean="0" sz="2400" spc="14">
                <a:latin typeface="Times New Roman"/>
                <a:cs typeface="Times New Roman"/>
              </a:rPr>
              <a:t>san</a:t>
            </a:r>
            <a:r>
              <a:rPr dirty="0" smtClean="0" sz="2400" spc="14">
                <a:latin typeface="Times New Roman"/>
                <a:cs typeface="Times New Roman"/>
              </a:rPr>
              <a:t> </a:t>
            </a:r>
            <a:r>
              <a:rPr dirty="0" smtClean="0" sz="2400" spc="14">
                <a:latin typeface="Times New Roman"/>
                <a:cs typeface="Times New Roman"/>
              </a:rPr>
              <a:t>spektrum</a:t>
            </a:r>
            <a:r>
              <a:rPr dirty="0" smtClean="0" sz="2400" spc="14">
                <a:latin typeface="Times New Roman"/>
                <a:cs typeface="Times New Roman"/>
              </a:rPr>
              <a:t> </a:t>
            </a:r>
            <a:r>
              <a:rPr dirty="0" smtClean="0" sz="2400" spc="14">
                <a:latin typeface="Times New Roman"/>
                <a:cs typeface="Times New Roman"/>
              </a:rPr>
              <a:t>freku</a:t>
            </a:r>
            <a:r>
              <a:rPr dirty="0" smtClean="0" sz="2400" spc="14">
                <a:latin typeface="Times New Roman"/>
                <a:cs typeface="Times New Roman"/>
              </a:rPr>
              <a:t>e</a:t>
            </a:r>
            <a:r>
              <a:rPr dirty="0" smtClean="0" sz="2400" spc="14">
                <a:latin typeface="Times New Roman"/>
                <a:cs typeface="Times New Roman"/>
              </a:rPr>
              <a:t>nsi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95825"/>
              </a:lnSpc>
              <a:spcBef>
                <a:spcPts val="271"/>
              </a:spcBef>
            </a:pPr>
            <a:r>
              <a:rPr dirty="0" smtClean="0" sz="2400">
                <a:solidFill>
                  <a:srgbClr val="008000"/>
                </a:solidFill>
                <a:latin typeface="Wingdings"/>
                <a:cs typeface="Wingdings"/>
              </a:rPr>
              <a:t>✓</a:t>
            </a:r>
            <a:r>
              <a:rPr dirty="0" smtClean="0" sz="2400">
                <a:solidFill>
                  <a:srgbClr val="008000"/>
                </a:solidFill>
                <a:latin typeface="Times New Roman"/>
                <a:cs typeface="Times New Roman"/>
              </a:rPr>
              <a:t> </a:t>
            </a:r>
            <a:r>
              <a:rPr dirty="0" smtClean="0" sz="2400" spc="490">
                <a:solidFill>
                  <a:srgbClr val="008000"/>
                </a:solidFill>
                <a:latin typeface="Times New Roman"/>
                <a:cs typeface="Times New Roman"/>
              </a:rPr>
              <a:t> </a:t>
            </a:r>
            <a:r>
              <a:rPr dirty="0" smtClean="0" sz="2400" spc="-4">
                <a:latin typeface="Times New Roman"/>
                <a:cs typeface="Times New Roman"/>
              </a:rPr>
              <a:t>E</a:t>
            </a:r>
            <a:r>
              <a:rPr dirty="0" smtClean="0" sz="2400" spc="0">
                <a:latin typeface="Times New Roman"/>
                <a:cs typeface="Times New Roman"/>
              </a:rPr>
              <a:t>f</a:t>
            </a:r>
            <a:r>
              <a:rPr dirty="0" smtClean="0" sz="2400" spc="-4">
                <a:latin typeface="Times New Roman"/>
                <a:cs typeface="Times New Roman"/>
              </a:rPr>
              <a:t>i</a:t>
            </a:r>
            <a:r>
              <a:rPr dirty="0" smtClean="0" sz="2400" spc="0">
                <a:latin typeface="Times New Roman"/>
                <a:cs typeface="Times New Roman"/>
              </a:rPr>
              <a:t>si</a:t>
            </a:r>
            <a:r>
              <a:rPr dirty="0" smtClean="0" sz="2400" spc="-9">
                <a:latin typeface="Times New Roman"/>
                <a:cs typeface="Times New Roman"/>
              </a:rPr>
              <a:t>e</a:t>
            </a:r>
            <a:r>
              <a:rPr dirty="0" smtClean="0" sz="2400" spc="0">
                <a:latin typeface="Times New Roman"/>
                <a:cs typeface="Times New Roman"/>
              </a:rPr>
              <a:t>nsi</a:t>
            </a:r>
            <a:r>
              <a:rPr dirty="0" smtClean="0" sz="2400" spc="0">
                <a:latin typeface="Times New Roman"/>
                <a:cs typeface="Times New Roman"/>
              </a:rPr>
              <a:t> </a:t>
            </a:r>
            <a:r>
              <a:rPr dirty="0" smtClean="0" sz="2400" spc="0">
                <a:latin typeface="Times New Roman"/>
                <a:cs typeface="Times New Roman"/>
              </a:rPr>
              <a:t>p</a:t>
            </a:r>
            <a:r>
              <a:rPr dirty="0" smtClean="0" sz="2400" spc="-9">
                <a:latin typeface="Times New Roman"/>
                <a:cs typeface="Times New Roman"/>
              </a:rPr>
              <a:t>e</a:t>
            </a:r>
            <a:r>
              <a:rPr dirty="0" smtClean="0" sz="2400" spc="0">
                <a:latin typeface="Times New Roman"/>
                <a:cs typeface="Times New Roman"/>
              </a:rPr>
              <a:t>nggun</a:t>
            </a:r>
            <a:r>
              <a:rPr dirty="0" smtClean="0" sz="2400" spc="-9">
                <a:latin typeface="Times New Roman"/>
                <a:cs typeface="Times New Roman"/>
              </a:rPr>
              <a:t>a</a:t>
            </a:r>
            <a:r>
              <a:rPr dirty="0" smtClean="0" sz="2400" spc="0">
                <a:latin typeface="Times New Roman"/>
                <a:cs typeface="Times New Roman"/>
              </a:rPr>
              <a:t>an</a:t>
            </a:r>
            <a:r>
              <a:rPr dirty="0" smtClean="0" sz="2400" spc="9">
                <a:latin typeface="Times New Roman"/>
                <a:cs typeface="Times New Roman"/>
              </a:rPr>
              <a:t> </a:t>
            </a:r>
            <a:r>
              <a:rPr dirty="0" smtClean="0" sz="2400" spc="0">
                <a:latin typeface="Times New Roman"/>
                <a:cs typeface="Times New Roman"/>
              </a:rPr>
              <a:t>spek</a:t>
            </a:r>
            <a:r>
              <a:rPr dirty="0" smtClean="0" sz="2400" spc="-9">
                <a:latin typeface="Times New Roman"/>
                <a:cs typeface="Times New Roman"/>
              </a:rPr>
              <a:t>t</a:t>
            </a:r>
            <a:r>
              <a:rPr dirty="0" smtClean="0" sz="2400" spc="0">
                <a:latin typeface="Times New Roman"/>
                <a:cs typeface="Times New Roman"/>
              </a:rPr>
              <a:t>rum</a:t>
            </a:r>
            <a:r>
              <a:rPr dirty="0" smtClean="0" sz="2400" spc="-9">
                <a:latin typeface="Times New Roman"/>
                <a:cs typeface="Times New Roman"/>
              </a:rPr>
              <a:t> </a:t>
            </a:r>
            <a:r>
              <a:rPr dirty="0" smtClean="0" sz="2400" spc="0">
                <a:latin typeface="Times New Roman"/>
                <a:cs typeface="Times New Roman"/>
              </a:rPr>
              <a:t>fre</a:t>
            </a:r>
            <a:r>
              <a:rPr dirty="0" smtClean="0" sz="2400" spc="-4">
                <a:latin typeface="Times New Roman"/>
                <a:cs typeface="Times New Roman"/>
              </a:rPr>
              <a:t>k</a:t>
            </a:r>
            <a:r>
              <a:rPr dirty="0" smtClean="0" sz="2400" spc="0">
                <a:latin typeface="Times New Roman"/>
                <a:cs typeface="Times New Roman"/>
              </a:rPr>
              <a:t>u</a:t>
            </a:r>
            <a:r>
              <a:rPr dirty="0" smtClean="0" sz="2400" spc="-4">
                <a:latin typeface="Times New Roman"/>
                <a:cs typeface="Times New Roman"/>
              </a:rPr>
              <a:t>e</a:t>
            </a:r>
            <a:r>
              <a:rPr dirty="0" smtClean="0" sz="2400" spc="0">
                <a:latin typeface="Times New Roman"/>
                <a:cs typeface="Times New Roman"/>
              </a:rPr>
              <a:t>nsi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185410" y="4440238"/>
            <a:ext cx="127158" cy="1326833"/>
          </a:xfrm>
          <a:prstGeom prst="rect">
            <a:avLst/>
          </a:prstGeom>
        </p:spPr>
        <p:txBody>
          <a:bodyPr wrap="square" lIns="0" tIns="11017" rIns="0" bIns="0" rtlCol="0">
            <a:noAutofit/>
          </a:bodyPr>
          <a:lstStyle/>
          <a:p>
            <a:pPr marL="12700">
              <a:lnSpc>
                <a:spcPts val="1735"/>
              </a:lnSpc>
            </a:pPr>
            <a:r>
              <a:rPr dirty="0" smtClean="0" sz="1600">
                <a:latin typeface="Times New Roman"/>
                <a:cs typeface="Times New Roman"/>
              </a:rPr>
              <a:t>•</a:t>
            </a:r>
            <a:endParaRPr sz="1600">
              <a:latin typeface="Times New Roman"/>
              <a:cs typeface="Times New Roman"/>
            </a:endParaRPr>
          </a:p>
          <a:p>
            <a:pPr marL="12700" marR="158">
              <a:lnSpc>
                <a:spcPts val="1725"/>
              </a:lnSpc>
            </a:pPr>
            <a:r>
              <a:rPr dirty="0" smtClean="0" sz="1600">
                <a:latin typeface="Times New Roman"/>
                <a:cs typeface="Times New Roman"/>
              </a:rPr>
              <a:t>•</a:t>
            </a:r>
            <a:endParaRPr sz="1600">
              <a:latin typeface="Times New Roman"/>
              <a:cs typeface="Times New Roman"/>
            </a:endParaRPr>
          </a:p>
          <a:p>
            <a:pPr marL="12700" marR="158">
              <a:lnSpc>
                <a:spcPts val="1739"/>
              </a:lnSpc>
              <a:spcBef>
                <a:spcPts val="0"/>
              </a:spcBef>
            </a:pPr>
            <a:r>
              <a:rPr dirty="0" smtClean="0" sz="1600">
                <a:latin typeface="Times New Roman"/>
                <a:cs typeface="Times New Roman"/>
              </a:rPr>
              <a:t>•</a:t>
            </a:r>
            <a:endParaRPr sz="1600">
              <a:latin typeface="Times New Roman"/>
              <a:cs typeface="Times New Roman"/>
            </a:endParaRPr>
          </a:p>
          <a:p>
            <a:pPr marL="12700" marR="158">
              <a:lnSpc>
                <a:spcPts val="1720"/>
              </a:lnSpc>
            </a:pPr>
            <a:r>
              <a:rPr dirty="0" smtClean="0" sz="1600">
                <a:latin typeface="Times New Roman"/>
                <a:cs typeface="Times New Roman"/>
              </a:rPr>
              <a:t>•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ts val="1720"/>
              </a:lnSpc>
            </a:pPr>
            <a:r>
              <a:rPr dirty="0" smtClean="0" sz="1600">
                <a:latin typeface="Times New Roman"/>
                <a:cs typeface="Times New Roman"/>
              </a:rPr>
              <a:t>•</a:t>
            </a:r>
            <a:endParaRPr sz="1600">
              <a:latin typeface="Times New Roman"/>
              <a:cs typeface="Times New Roman"/>
            </a:endParaRPr>
          </a:p>
          <a:p>
            <a:pPr marL="12700" marR="158">
              <a:lnSpc>
                <a:spcPts val="1739"/>
              </a:lnSpc>
              <a:spcBef>
                <a:spcPts val="1"/>
              </a:spcBef>
            </a:pPr>
            <a:r>
              <a:rPr dirty="0" smtClean="0" sz="1600">
                <a:latin typeface="Times New Roman"/>
                <a:cs typeface="Times New Roman"/>
              </a:rPr>
              <a:t>•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408930" y="4440238"/>
            <a:ext cx="3293872" cy="1326833"/>
          </a:xfrm>
          <a:prstGeom prst="rect">
            <a:avLst/>
          </a:prstGeom>
        </p:spPr>
        <p:txBody>
          <a:bodyPr wrap="square" lIns="0" tIns="11017" rIns="0" bIns="0" rtlCol="0">
            <a:noAutofit/>
          </a:bodyPr>
          <a:lstStyle/>
          <a:p>
            <a:pPr marL="12700" marR="30479">
              <a:lnSpc>
                <a:spcPts val="1735"/>
              </a:lnSpc>
            </a:pPr>
            <a:r>
              <a:rPr dirty="0" smtClean="0" sz="1600" spc="-1" b="1">
                <a:latin typeface="Times New Roman"/>
                <a:cs typeface="Times New Roman"/>
              </a:rPr>
              <a:t>L</a:t>
            </a:r>
            <a:r>
              <a:rPr dirty="0" smtClean="0" sz="1600" spc="-1" b="1">
                <a:latin typeface="Times New Roman"/>
                <a:cs typeface="Times New Roman"/>
              </a:rPr>
              <a:t>ow</a:t>
            </a:r>
            <a:r>
              <a:rPr dirty="0" smtClean="0" sz="1600" spc="-1" b="1">
                <a:latin typeface="Times New Roman"/>
                <a:cs typeface="Times New Roman"/>
              </a:rPr>
              <a:t> </a:t>
            </a:r>
            <a:r>
              <a:rPr dirty="0" smtClean="0" sz="1600" spc="-1" b="1">
                <a:latin typeface="Times New Roman"/>
                <a:cs typeface="Times New Roman"/>
              </a:rPr>
              <a:t>p</a:t>
            </a:r>
            <a:r>
              <a:rPr dirty="0" smtClean="0" sz="1600" spc="-1" b="1">
                <a:latin typeface="Times New Roman"/>
                <a:cs typeface="Times New Roman"/>
              </a:rPr>
              <a:t>o</a:t>
            </a:r>
            <a:r>
              <a:rPr dirty="0" smtClean="0" sz="1600" spc="-1" b="1">
                <a:latin typeface="Times New Roman"/>
                <a:cs typeface="Times New Roman"/>
              </a:rPr>
              <a:t>w</a:t>
            </a:r>
            <a:r>
              <a:rPr dirty="0" smtClean="0" sz="1600" spc="-1" b="1">
                <a:latin typeface="Times New Roman"/>
                <a:cs typeface="Times New Roman"/>
              </a:rPr>
              <a:t>e</a:t>
            </a:r>
            <a:r>
              <a:rPr dirty="0" smtClean="0" sz="1600" spc="-1" b="1">
                <a:latin typeface="Times New Roman"/>
                <a:cs typeface="Times New Roman"/>
              </a:rPr>
              <a:t>r</a:t>
            </a:r>
            <a:r>
              <a:rPr dirty="0" smtClean="0" sz="1600" spc="-1" b="1">
                <a:latin typeface="Times New Roman"/>
                <a:cs typeface="Times New Roman"/>
              </a:rPr>
              <a:t> </a:t>
            </a:r>
            <a:r>
              <a:rPr dirty="0" smtClean="0" sz="1600" spc="-1" b="1">
                <a:latin typeface="Times New Roman"/>
                <a:cs typeface="Times New Roman"/>
              </a:rPr>
              <a:t>t</a:t>
            </a:r>
            <a:r>
              <a:rPr dirty="0" smtClean="0" sz="1600" spc="-1" b="1">
                <a:latin typeface="Times New Roman"/>
                <a:cs typeface="Times New Roman"/>
              </a:rPr>
              <a:t>r</a:t>
            </a:r>
            <a:r>
              <a:rPr dirty="0" smtClean="0" sz="1600" spc="-1" b="1">
                <a:latin typeface="Times New Roman"/>
                <a:cs typeface="Times New Roman"/>
              </a:rPr>
              <a:t>a</a:t>
            </a:r>
            <a:r>
              <a:rPr dirty="0" smtClean="0" sz="1600" spc="-1" b="1">
                <a:latin typeface="Times New Roman"/>
                <a:cs typeface="Times New Roman"/>
              </a:rPr>
              <a:t>n</a:t>
            </a:r>
            <a:r>
              <a:rPr dirty="0" smtClean="0" sz="1600" spc="-1" b="1">
                <a:latin typeface="Times New Roman"/>
                <a:cs typeface="Times New Roman"/>
              </a:rPr>
              <a:t>s</a:t>
            </a:r>
            <a:r>
              <a:rPr dirty="0" smtClean="0" sz="1600" spc="-1" b="1">
                <a:latin typeface="Times New Roman"/>
                <a:cs typeface="Times New Roman"/>
              </a:rPr>
              <a:t>m</a:t>
            </a:r>
            <a:r>
              <a:rPr dirty="0" smtClean="0" sz="1600" spc="-1" b="1">
                <a:latin typeface="Times New Roman"/>
                <a:cs typeface="Times New Roman"/>
              </a:rPr>
              <a:t>i</a:t>
            </a:r>
            <a:r>
              <a:rPr dirty="0" smtClean="0" sz="1600" spc="-1" b="1">
                <a:latin typeface="Times New Roman"/>
                <a:cs typeface="Times New Roman"/>
              </a:rPr>
              <a:t>t</a:t>
            </a:r>
            <a:r>
              <a:rPr dirty="0" smtClean="0" sz="1600" spc="-1" b="1">
                <a:latin typeface="Times New Roman"/>
                <a:cs typeface="Times New Roman"/>
              </a:rPr>
              <a:t>t</a:t>
            </a:r>
            <a:r>
              <a:rPr dirty="0" smtClean="0" sz="1600" spc="-1" b="1">
                <a:latin typeface="Times New Roman"/>
                <a:cs typeface="Times New Roman"/>
              </a:rPr>
              <a:t>e</a:t>
            </a:r>
            <a:r>
              <a:rPr dirty="0" smtClean="0" sz="1600" spc="-1" b="1">
                <a:latin typeface="Times New Roman"/>
                <a:cs typeface="Times New Roman"/>
              </a:rPr>
              <a:t>r</a:t>
            </a:r>
            <a:endParaRPr sz="1600">
              <a:latin typeface="Times New Roman"/>
              <a:cs typeface="Times New Roman"/>
            </a:endParaRPr>
          </a:p>
          <a:p>
            <a:pPr marL="12700" marR="30479">
              <a:lnSpc>
                <a:spcPts val="1725"/>
              </a:lnSpc>
            </a:pPr>
            <a:r>
              <a:rPr dirty="0" smtClean="0" sz="1600" spc="3" b="1">
                <a:latin typeface="Times New Roman"/>
                <a:cs typeface="Times New Roman"/>
              </a:rPr>
              <a:t>S</a:t>
            </a:r>
            <a:r>
              <a:rPr dirty="0" smtClean="0" sz="1600" spc="3" b="1">
                <a:latin typeface="Times New Roman"/>
                <a:cs typeface="Times New Roman"/>
              </a:rPr>
              <a:t>m</a:t>
            </a:r>
            <a:r>
              <a:rPr dirty="0" smtClean="0" sz="1600" spc="3" b="1">
                <a:latin typeface="Times New Roman"/>
                <a:cs typeface="Times New Roman"/>
              </a:rPr>
              <a:t>all</a:t>
            </a:r>
            <a:r>
              <a:rPr dirty="0" smtClean="0" sz="1600" spc="3" b="1">
                <a:latin typeface="Times New Roman"/>
                <a:cs typeface="Times New Roman"/>
              </a:rPr>
              <a:t> </a:t>
            </a:r>
            <a:r>
              <a:rPr dirty="0" smtClean="0" sz="1600" spc="3" b="1">
                <a:latin typeface="Times New Roman"/>
                <a:cs typeface="Times New Roman"/>
              </a:rPr>
              <a:t>c</a:t>
            </a:r>
            <a:r>
              <a:rPr dirty="0" smtClean="0" sz="1600" spc="3" b="1">
                <a:latin typeface="Times New Roman"/>
                <a:cs typeface="Times New Roman"/>
              </a:rPr>
              <a:t>o</a:t>
            </a:r>
            <a:r>
              <a:rPr dirty="0" smtClean="0" sz="1600" spc="3" b="1">
                <a:latin typeface="Times New Roman"/>
                <a:cs typeface="Times New Roman"/>
              </a:rPr>
              <a:t>v</a:t>
            </a:r>
            <a:r>
              <a:rPr dirty="0" smtClean="0" sz="1600" spc="3" b="1">
                <a:latin typeface="Times New Roman"/>
                <a:cs typeface="Times New Roman"/>
              </a:rPr>
              <a:t>e</a:t>
            </a:r>
            <a:r>
              <a:rPr dirty="0" smtClean="0" sz="1600" spc="3" b="1">
                <a:latin typeface="Times New Roman"/>
                <a:cs typeface="Times New Roman"/>
              </a:rPr>
              <a:t>r</a:t>
            </a:r>
            <a:r>
              <a:rPr dirty="0" smtClean="0" sz="1600" spc="3" b="1">
                <a:latin typeface="Times New Roman"/>
                <a:cs typeface="Times New Roman"/>
              </a:rPr>
              <a:t>a</a:t>
            </a:r>
            <a:r>
              <a:rPr dirty="0" smtClean="0" sz="1600" spc="3" b="1">
                <a:latin typeface="Times New Roman"/>
                <a:cs typeface="Times New Roman"/>
              </a:rPr>
              <a:t>g</a:t>
            </a:r>
            <a:r>
              <a:rPr dirty="0" smtClean="0" sz="1600" spc="3" b="1">
                <a:latin typeface="Times New Roman"/>
                <a:cs typeface="Times New Roman"/>
              </a:rPr>
              <a:t>e</a:t>
            </a:r>
            <a:r>
              <a:rPr dirty="0" smtClean="0" sz="1600" spc="3" b="1">
                <a:latin typeface="Times New Roman"/>
                <a:cs typeface="Times New Roman"/>
              </a:rPr>
              <a:t> </a:t>
            </a:r>
            <a:r>
              <a:rPr dirty="0" smtClean="0" sz="1600" spc="3" b="1">
                <a:latin typeface="Times New Roman"/>
                <a:cs typeface="Times New Roman"/>
              </a:rPr>
              <a:t>a</a:t>
            </a:r>
            <a:r>
              <a:rPr dirty="0" smtClean="0" sz="1600" spc="3" b="1">
                <a:latin typeface="Times New Roman"/>
                <a:cs typeface="Times New Roman"/>
              </a:rPr>
              <a:t>r</a:t>
            </a:r>
            <a:r>
              <a:rPr dirty="0" smtClean="0" sz="1600" spc="3" b="1">
                <a:latin typeface="Times New Roman"/>
                <a:cs typeface="Times New Roman"/>
              </a:rPr>
              <a:t>e</a:t>
            </a:r>
            <a:r>
              <a:rPr dirty="0" smtClean="0" sz="1600" spc="3" b="1">
                <a:latin typeface="Times New Roman"/>
                <a:cs typeface="Times New Roman"/>
              </a:rPr>
              <a:t>a</a:t>
            </a:r>
            <a:endParaRPr sz="1600">
              <a:latin typeface="Times New Roman"/>
              <a:cs typeface="Times New Roman"/>
            </a:endParaRPr>
          </a:p>
          <a:p>
            <a:pPr marL="12700" marR="30479">
              <a:lnSpc>
                <a:spcPts val="1739"/>
              </a:lnSpc>
              <a:spcBef>
                <a:spcPts val="0"/>
              </a:spcBef>
            </a:pPr>
            <a:r>
              <a:rPr dirty="0" smtClean="0" sz="1600" spc="0" b="1">
                <a:latin typeface="Times New Roman"/>
                <a:cs typeface="Times New Roman"/>
              </a:rPr>
              <a:t>F</a:t>
            </a:r>
            <a:r>
              <a:rPr dirty="0" smtClean="0" sz="1600" spc="0" b="1">
                <a:latin typeface="Times New Roman"/>
                <a:cs typeface="Times New Roman"/>
              </a:rPr>
              <a:t>r</a:t>
            </a:r>
            <a:r>
              <a:rPr dirty="0" smtClean="0" sz="1600" spc="0" b="1">
                <a:latin typeface="Times New Roman"/>
                <a:cs typeface="Times New Roman"/>
              </a:rPr>
              <a:t>e</a:t>
            </a:r>
            <a:r>
              <a:rPr dirty="0" smtClean="0" sz="1600" spc="0" b="1">
                <a:latin typeface="Times New Roman"/>
                <a:cs typeface="Times New Roman"/>
              </a:rPr>
              <a:t>q</a:t>
            </a:r>
            <a:r>
              <a:rPr dirty="0" smtClean="0" sz="1600" spc="0" b="1">
                <a:latin typeface="Times New Roman"/>
                <a:cs typeface="Times New Roman"/>
              </a:rPr>
              <a:t>u</a:t>
            </a:r>
            <a:r>
              <a:rPr dirty="0" smtClean="0" sz="1600" spc="0" b="1">
                <a:latin typeface="Times New Roman"/>
                <a:cs typeface="Times New Roman"/>
              </a:rPr>
              <a:t>e</a:t>
            </a:r>
            <a:r>
              <a:rPr dirty="0" smtClean="0" sz="1600" spc="0" b="1">
                <a:latin typeface="Times New Roman"/>
                <a:cs typeface="Times New Roman"/>
              </a:rPr>
              <a:t>n</a:t>
            </a:r>
            <a:r>
              <a:rPr dirty="0" smtClean="0" sz="1600" spc="0" b="1">
                <a:latin typeface="Times New Roman"/>
                <a:cs typeface="Times New Roman"/>
              </a:rPr>
              <a:t>c</a:t>
            </a:r>
            <a:r>
              <a:rPr dirty="0" smtClean="0" sz="1600" spc="0" b="1">
                <a:latin typeface="Times New Roman"/>
                <a:cs typeface="Times New Roman"/>
              </a:rPr>
              <a:t>y</a:t>
            </a:r>
            <a:r>
              <a:rPr dirty="0" smtClean="0" sz="1600" spc="0" b="1">
                <a:latin typeface="Times New Roman"/>
                <a:cs typeface="Times New Roman"/>
              </a:rPr>
              <a:t> </a:t>
            </a:r>
            <a:r>
              <a:rPr dirty="0" smtClean="0" sz="1600" spc="0" b="1">
                <a:latin typeface="Times New Roman"/>
                <a:cs typeface="Times New Roman"/>
              </a:rPr>
              <a:t>r</a:t>
            </a:r>
            <a:r>
              <a:rPr dirty="0" smtClean="0" sz="1600" spc="0" b="1">
                <a:latin typeface="Times New Roman"/>
                <a:cs typeface="Times New Roman"/>
              </a:rPr>
              <a:t>e</a:t>
            </a:r>
            <a:r>
              <a:rPr dirty="0" smtClean="0" sz="1600" spc="0" b="1">
                <a:latin typeface="Times New Roman"/>
                <a:cs typeface="Times New Roman"/>
              </a:rPr>
              <a:t>u</a:t>
            </a:r>
            <a:r>
              <a:rPr dirty="0" smtClean="0" sz="1600" spc="0" b="1">
                <a:latin typeface="Times New Roman"/>
                <a:cs typeface="Times New Roman"/>
              </a:rPr>
              <a:t>se</a:t>
            </a:r>
            <a:endParaRPr sz="1600">
              <a:latin typeface="Times New Roman"/>
              <a:cs typeface="Times New Roman"/>
            </a:endParaRPr>
          </a:p>
          <a:p>
            <a:pPr marL="12700" marR="30479">
              <a:lnSpc>
                <a:spcPts val="1720"/>
              </a:lnSpc>
            </a:pPr>
            <a:r>
              <a:rPr dirty="0" smtClean="0" sz="1600" b="1">
                <a:latin typeface="Times New Roman"/>
                <a:cs typeface="Times New Roman"/>
              </a:rPr>
              <a:t>Ha</a:t>
            </a:r>
            <a:r>
              <a:rPr dirty="0" smtClean="0" sz="1600" b="1">
                <a:latin typeface="Times New Roman"/>
                <a:cs typeface="Times New Roman"/>
              </a:rPr>
              <a:t>n</a:t>
            </a:r>
            <a:r>
              <a:rPr dirty="0" smtClean="0" sz="1600" b="1">
                <a:latin typeface="Times New Roman"/>
                <a:cs typeface="Times New Roman"/>
              </a:rPr>
              <a:t>d</a:t>
            </a:r>
            <a:r>
              <a:rPr dirty="0" smtClean="0" sz="1600" b="1">
                <a:latin typeface="Times New Roman"/>
                <a:cs typeface="Times New Roman"/>
              </a:rPr>
              <a:t>o</a:t>
            </a:r>
            <a:r>
              <a:rPr dirty="0" smtClean="0" sz="1600" b="1">
                <a:latin typeface="Times New Roman"/>
                <a:cs typeface="Times New Roman"/>
              </a:rPr>
              <a:t>f</a:t>
            </a:r>
            <a:r>
              <a:rPr dirty="0" smtClean="0" sz="1600" b="1">
                <a:latin typeface="Times New Roman"/>
                <a:cs typeface="Times New Roman"/>
              </a:rPr>
              <a:t>f</a:t>
            </a:r>
            <a:endParaRPr sz="1600">
              <a:latin typeface="Times New Roman"/>
              <a:cs typeface="Times New Roman"/>
            </a:endParaRPr>
          </a:p>
          <a:p>
            <a:pPr marL="12700" marR="30479">
              <a:lnSpc>
                <a:spcPts val="1720"/>
              </a:lnSpc>
            </a:pPr>
            <a:r>
              <a:rPr dirty="0" smtClean="0" sz="1600" spc="1" b="1">
                <a:latin typeface="Times New Roman"/>
                <a:cs typeface="Times New Roman"/>
              </a:rPr>
              <a:t>C</a:t>
            </a:r>
            <a:r>
              <a:rPr dirty="0" smtClean="0" sz="1600" spc="1" b="1">
                <a:latin typeface="Times New Roman"/>
                <a:cs typeface="Times New Roman"/>
              </a:rPr>
              <a:t>e</a:t>
            </a:r>
            <a:r>
              <a:rPr dirty="0" smtClean="0" sz="1600" spc="1" b="1">
                <a:latin typeface="Times New Roman"/>
                <a:cs typeface="Times New Roman"/>
              </a:rPr>
              <a:t>n</a:t>
            </a:r>
            <a:r>
              <a:rPr dirty="0" smtClean="0" sz="1600" spc="1" b="1">
                <a:latin typeface="Times New Roman"/>
                <a:cs typeface="Times New Roman"/>
              </a:rPr>
              <a:t>t</a:t>
            </a:r>
            <a:r>
              <a:rPr dirty="0" smtClean="0" sz="1600" spc="1" b="1">
                <a:latin typeface="Times New Roman"/>
                <a:cs typeface="Times New Roman"/>
              </a:rPr>
              <a:t>r</a:t>
            </a:r>
            <a:r>
              <a:rPr dirty="0" smtClean="0" sz="1600" spc="1" b="1">
                <a:latin typeface="Times New Roman"/>
                <a:cs typeface="Times New Roman"/>
              </a:rPr>
              <a:t>al</a:t>
            </a:r>
            <a:r>
              <a:rPr dirty="0" smtClean="0" sz="1600" spc="1" b="1">
                <a:latin typeface="Times New Roman"/>
                <a:cs typeface="Times New Roman"/>
              </a:rPr>
              <a:t> </a:t>
            </a:r>
            <a:r>
              <a:rPr dirty="0" smtClean="0" sz="1600" spc="1" b="1">
                <a:latin typeface="Times New Roman"/>
                <a:cs typeface="Times New Roman"/>
              </a:rPr>
              <a:t>c</a:t>
            </a:r>
            <a:r>
              <a:rPr dirty="0" smtClean="0" sz="1600" spc="1" b="1">
                <a:latin typeface="Times New Roman"/>
                <a:cs typeface="Times New Roman"/>
              </a:rPr>
              <a:t>o</a:t>
            </a:r>
            <a:r>
              <a:rPr dirty="0" smtClean="0" sz="1600" spc="1" b="1">
                <a:latin typeface="Times New Roman"/>
                <a:cs typeface="Times New Roman"/>
              </a:rPr>
              <a:t>n</a:t>
            </a:r>
            <a:r>
              <a:rPr dirty="0" smtClean="0" sz="1600" spc="1" b="1">
                <a:latin typeface="Times New Roman"/>
                <a:cs typeface="Times New Roman"/>
              </a:rPr>
              <a:t>t</a:t>
            </a:r>
            <a:r>
              <a:rPr dirty="0" smtClean="0" sz="1600" spc="1" b="1">
                <a:latin typeface="Times New Roman"/>
                <a:cs typeface="Times New Roman"/>
              </a:rPr>
              <a:t>r</a:t>
            </a:r>
            <a:r>
              <a:rPr dirty="0" smtClean="0" sz="1600" spc="1" b="1">
                <a:latin typeface="Times New Roman"/>
                <a:cs typeface="Times New Roman"/>
              </a:rPr>
              <a:t>ol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ts val="1739"/>
              </a:lnSpc>
              <a:spcBef>
                <a:spcPts val="1"/>
              </a:spcBef>
            </a:pPr>
            <a:r>
              <a:rPr dirty="0" smtClean="0" sz="1600" spc="2" b="1">
                <a:latin typeface="Times New Roman"/>
                <a:cs typeface="Times New Roman"/>
              </a:rPr>
              <a:t>C</a:t>
            </a:r>
            <a:r>
              <a:rPr dirty="0" smtClean="0" sz="1600" spc="2" b="1">
                <a:latin typeface="Times New Roman"/>
                <a:cs typeface="Times New Roman"/>
              </a:rPr>
              <a:t>e</a:t>
            </a:r>
            <a:r>
              <a:rPr dirty="0" smtClean="0" sz="1600" spc="2" b="1">
                <a:latin typeface="Times New Roman"/>
                <a:cs typeface="Times New Roman"/>
              </a:rPr>
              <a:t>ll</a:t>
            </a:r>
            <a:r>
              <a:rPr dirty="0" smtClean="0" sz="1600" spc="2" b="1">
                <a:latin typeface="Times New Roman"/>
                <a:cs typeface="Times New Roman"/>
              </a:rPr>
              <a:t> </a:t>
            </a:r>
            <a:r>
              <a:rPr dirty="0" smtClean="0" sz="1600" spc="2" b="1">
                <a:latin typeface="Times New Roman"/>
                <a:cs typeface="Times New Roman"/>
              </a:rPr>
              <a:t>s</a:t>
            </a:r>
            <a:r>
              <a:rPr dirty="0" smtClean="0" sz="1600" spc="2" b="1">
                <a:latin typeface="Times New Roman"/>
                <a:cs typeface="Times New Roman"/>
              </a:rPr>
              <a:t>p</a:t>
            </a:r>
            <a:r>
              <a:rPr dirty="0" smtClean="0" sz="1600" spc="2" b="1">
                <a:latin typeface="Times New Roman"/>
                <a:cs typeface="Times New Roman"/>
              </a:rPr>
              <a:t>li</a:t>
            </a:r>
            <a:r>
              <a:rPr dirty="0" smtClean="0" sz="1600" spc="2" b="1">
                <a:latin typeface="Times New Roman"/>
                <a:cs typeface="Times New Roman"/>
              </a:rPr>
              <a:t>t</a:t>
            </a:r>
            <a:r>
              <a:rPr dirty="0" smtClean="0" sz="1600" spc="2" b="1">
                <a:latin typeface="Times New Roman"/>
                <a:cs typeface="Times New Roman"/>
              </a:rPr>
              <a:t>t</a:t>
            </a:r>
            <a:r>
              <a:rPr dirty="0" smtClean="0" sz="1600" spc="2" b="1">
                <a:latin typeface="Times New Roman"/>
                <a:cs typeface="Times New Roman"/>
              </a:rPr>
              <a:t>i</a:t>
            </a:r>
            <a:r>
              <a:rPr dirty="0" smtClean="0" sz="1600" spc="2" b="1">
                <a:latin typeface="Times New Roman"/>
                <a:cs typeface="Times New Roman"/>
              </a:rPr>
              <a:t>n</a:t>
            </a:r>
            <a:r>
              <a:rPr dirty="0" smtClean="0" sz="1600" spc="2" b="1">
                <a:latin typeface="Times New Roman"/>
                <a:cs typeface="Times New Roman"/>
              </a:rPr>
              <a:t>g</a:t>
            </a:r>
            <a:r>
              <a:rPr dirty="0" smtClean="0" sz="1600" spc="2" b="1">
                <a:latin typeface="Times New Roman"/>
                <a:cs typeface="Times New Roman"/>
              </a:rPr>
              <a:t> </a:t>
            </a:r>
            <a:r>
              <a:rPr dirty="0" smtClean="0" sz="1600" spc="2" b="1">
                <a:latin typeface="Times New Roman"/>
                <a:cs typeface="Times New Roman"/>
              </a:rPr>
              <a:t>t</a:t>
            </a:r>
            <a:r>
              <a:rPr dirty="0" smtClean="0" sz="1600" spc="2" b="1">
                <a:latin typeface="Times New Roman"/>
                <a:cs typeface="Times New Roman"/>
              </a:rPr>
              <a:t>o</a:t>
            </a:r>
            <a:r>
              <a:rPr dirty="0" smtClean="0" sz="1600" spc="2" b="1">
                <a:latin typeface="Times New Roman"/>
                <a:cs typeface="Times New Roman"/>
              </a:rPr>
              <a:t> </a:t>
            </a:r>
            <a:r>
              <a:rPr dirty="0" smtClean="0" sz="1600" spc="2" b="1">
                <a:latin typeface="Times New Roman"/>
                <a:cs typeface="Times New Roman"/>
              </a:rPr>
              <a:t>i</a:t>
            </a:r>
            <a:r>
              <a:rPr dirty="0" smtClean="0" sz="1600" spc="2" b="1">
                <a:latin typeface="Times New Roman"/>
                <a:cs typeface="Times New Roman"/>
              </a:rPr>
              <a:t>n</a:t>
            </a:r>
            <a:r>
              <a:rPr dirty="0" smtClean="0" sz="1600" spc="2" b="1">
                <a:latin typeface="Times New Roman"/>
                <a:cs typeface="Times New Roman"/>
              </a:rPr>
              <a:t>c</a:t>
            </a:r>
            <a:r>
              <a:rPr dirty="0" smtClean="0" sz="1600" spc="2" b="1">
                <a:latin typeface="Times New Roman"/>
                <a:cs typeface="Times New Roman"/>
              </a:rPr>
              <a:t>r</a:t>
            </a:r>
            <a:r>
              <a:rPr dirty="0" smtClean="0" sz="1600" spc="2" b="1">
                <a:latin typeface="Times New Roman"/>
                <a:cs typeface="Times New Roman"/>
              </a:rPr>
              <a:t>e</a:t>
            </a:r>
            <a:r>
              <a:rPr dirty="0" smtClean="0" sz="1600" spc="2" b="1">
                <a:latin typeface="Times New Roman"/>
                <a:cs typeface="Times New Roman"/>
              </a:rPr>
              <a:t>ase</a:t>
            </a:r>
            <a:r>
              <a:rPr dirty="0" smtClean="0" sz="1600" spc="2" b="1">
                <a:latin typeface="Times New Roman"/>
                <a:cs typeface="Times New Roman"/>
              </a:rPr>
              <a:t> </a:t>
            </a:r>
            <a:r>
              <a:rPr dirty="0" smtClean="0" sz="1600" spc="2" b="1">
                <a:latin typeface="Times New Roman"/>
                <a:cs typeface="Times New Roman"/>
              </a:rPr>
              <a:t>c</a:t>
            </a:r>
            <a:r>
              <a:rPr dirty="0" smtClean="0" sz="1600" spc="2" b="1">
                <a:latin typeface="Times New Roman"/>
                <a:cs typeface="Times New Roman"/>
              </a:rPr>
              <a:t>all</a:t>
            </a:r>
            <a:r>
              <a:rPr dirty="0" smtClean="0" sz="1600" spc="2" b="1">
                <a:latin typeface="Times New Roman"/>
                <a:cs typeface="Times New Roman"/>
              </a:rPr>
              <a:t> </a:t>
            </a:r>
            <a:r>
              <a:rPr dirty="0" smtClean="0" sz="1600" spc="2" b="1">
                <a:latin typeface="Times New Roman"/>
                <a:cs typeface="Times New Roman"/>
              </a:rPr>
              <a:t>c</a:t>
            </a:r>
            <a:r>
              <a:rPr dirty="0" smtClean="0" sz="1600" spc="2" b="1">
                <a:latin typeface="Times New Roman"/>
                <a:cs typeface="Times New Roman"/>
              </a:rPr>
              <a:t>apa</a:t>
            </a:r>
            <a:r>
              <a:rPr dirty="0" smtClean="0" sz="1600" spc="2" b="1">
                <a:latin typeface="Times New Roman"/>
                <a:cs typeface="Times New Roman"/>
              </a:rPr>
              <a:t>c</a:t>
            </a:r>
            <a:r>
              <a:rPr dirty="0" smtClean="0" sz="1600" spc="2" b="1">
                <a:latin typeface="Times New Roman"/>
                <a:cs typeface="Times New Roman"/>
              </a:rPr>
              <a:t>i</a:t>
            </a:r>
            <a:r>
              <a:rPr dirty="0" smtClean="0" sz="1600" spc="2" b="1">
                <a:latin typeface="Times New Roman"/>
                <a:cs typeface="Times New Roman"/>
              </a:rPr>
              <a:t>t</a:t>
            </a:r>
            <a:r>
              <a:rPr dirty="0" smtClean="0" sz="1600" spc="2" b="1">
                <a:latin typeface="Times New Roman"/>
                <a:cs typeface="Times New Roman"/>
              </a:rPr>
              <a:t>y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83540" y="4974275"/>
            <a:ext cx="127158" cy="447102"/>
          </a:xfrm>
          <a:prstGeom prst="rect">
            <a:avLst/>
          </a:prstGeom>
        </p:spPr>
        <p:txBody>
          <a:bodyPr wrap="square" lIns="0" tIns="11017" rIns="0" bIns="0" rtlCol="0">
            <a:noAutofit/>
          </a:bodyPr>
          <a:lstStyle/>
          <a:p>
            <a:pPr marL="12700" marR="158">
              <a:lnSpc>
                <a:spcPts val="1735"/>
              </a:lnSpc>
            </a:pPr>
            <a:r>
              <a:rPr dirty="0" smtClean="0" sz="1600">
                <a:latin typeface="Times New Roman"/>
                <a:cs typeface="Times New Roman"/>
              </a:rPr>
              <a:t>•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ts val="1720"/>
              </a:lnSpc>
            </a:pPr>
            <a:r>
              <a:rPr dirty="0" smtClean="0" sz="1600">
                <a:latin typeface="Times New Roman"/>
                <a:cs typeface="Times New Roman"/>
              </a:rPr>
              <a:t>•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07377" y="4974275"/>
            <a:ext cx="2120084" cy="447102"/>
          </a:xfrm>
          <a:prstGeom prst="rect">
            <a:avLst/>
          </a:prstGeom>
        </p:spPr>
        <p:txBody>
          <a:bodyPr wrap="square" lIns="0" tIns="11017" rIns="0" bIns="0" rtlCol="0">
            <a:noAutofit/>
          </a:bodyPr>
          <a:lstStyle/>
          <a:p>
            <a:pPr marL="12700">
              <a:lnSpc>
                <a:spcPts val="1735"/>
              </a:lnSpc>
            </a:pPr>
            <a:r>
              <a:rPr dirty="0" smtClean="0" sz="1600" spc="-1" b="1">
                <a:latin typeface="Times New Roman"/>
                <a:cs typeface="Times New Roman"/>
              </a:rPr>
              <a:t>H</a:t>
            </a:r>
            <a:r>
              <a:rPr dirty="0" smtClean="0" sz="1600" spc="-1" b="1">
                <a:latin typeface="Times New Roman"/>
                <a:cs typeface="Times New Roman"/>
              </a:rPr>
              <a:t>i</a:t>
            </a:r>
            <a:r>
              <a:rPr dirty="0" smtClean="0" sz="1600" spc="-1" b="1">
                <a:latin typeface="Times New Roman"/>
                <a:cs typeface="Times New Roman"/>
              </a:rPr>
              <a:t>gh</a:t>
            </a:r>
            <a:r>
              <a:rPr dirty="0" smtClean="0" sz="1600" spc="-1" b="1">
                <a:latin typeface="Times New Roman"/>
                <a:cs typeface="Times New Roman"/>
              </a:rPr>
              <a:t> </a:t>
            </a:r>
            <a:r>
              <a:rPr dirty="0" smtClean="0" sz="1600" spc="-1" b="1">
                <a:latin typeface="Times New Roman"/>
                <a:cs typeface="Times New Roman"/>
              </a:rPr>
              <a:t>p</a:t>
            </a:r>
            <a:r>
              <a:rPr dirty="0" smtClean="0" sz="1600" spc="-1" b="1">
                <a:latin typeface="Times New Roman"/>
                <a:cs typeface="Times New Roman"/>
              </a:rPr>
              <a:t>o</a:t>
            </a:r>
            <a:r>
              <a:rPr dirty="0" smtClean="0" sz="1600" spc="-1" b="1">
                <a:latin typeface="Times New Roman"/>
                <a:cs typeface="Times New Roman"/>
              </a:rPr>
              <a:t>w</a:t>
            </a:r>
            <a:r>
              <a:rPr dirty="0" smtClean="0" sz="1600" spc="-1" b="1">
                <a:latin typeface="Times New Roman"/>
                <a:cs typeface="Times New Roman"/>
              </a:rPr>
              <a:t>e</a:t>
            </a:r>
            <a:r>
              <a:rPr dirty="0" smtClean="0" sz="1600" spc="-1" b="1">
                <a:latin typeface="Times New Roman"/>
                <a:cs typeface="Times New Roman"/>
              </a:rPr>
              <a:t>r</a:t>
            </a:r>
            <a:r>
              <a:rPr dirty="0" smtClean="0" sz="1600" spc="-1" b="1">
                <a:latin typeface="Times New Roman"/>
                <a:cs typeface="Times New Roman"/>
              </a:rPr>
              <a:t> </a:t>
            </a:r>
            <a:r>
              <a:rPr dirty="0" smtClean="0" sz="1600" spc="-1" b="1">
                <a:latin typeface="Times New Roman"/>
                <a:cs typeface="Times New Roman"/>
              </a:rPr>
              <a:t>t</a:t>
            </a:r>
            <a:r>
              <a:rPr dirty="0" smtClean="0" sz="1600" spc="-1" b="1">
                <a:latin typeface="Times New Roman"/>
                <a:cs typeface="Times New Roman"/>
              </a:rPr>
              <a:t>r</a:t>
            </a:r>
            <a:r>
              <a:rPr dirty="0" smtClean="0" sz="1600" spc="-1" b="1">
                <a:latin typeface="Times New Roman"/>
                <a:cs typeface="Times New Roman"/>
              </a:rPr>
              <a:t>a</a:t>
            </a:r>
            <a:r>
              <a:rPr dirty="0" smtClean="0" sz="1600" spc="-1" b="1">
                <a:latin typeface="Times New Roman"/>
                <a:cs typeface="Times New Roman"/>
              </a:rPr>
              <a:t>n</a:t>
            </a:r>
            <a:r>
              <a:rPr dirty="0" smtClean="0" sz="1600" spc="-1" b="1">
                <a:latin typeface="Times New Roman"/>
                <a:cs typeface="Times New Roman"/>
              </a:rPr>
              <a:t>s</a:t>
            </a:r>
            <a:r>
              <a:rPr dirty="0" smtClean="0" sz="1600" spc="-1" b="1">
                <a:latin typeface="Times New Roman"/>
                <a:cs typeface="Times New Roman"/>
              </a:rPr>
              <a:t>m</a:t>
            </a:r>
            <a:r>
              <a:rPr dirty="0" smtClean="0" sz="1600" spc="-1" b="1">
                <a:latin typeface="Times New Roman"/>
                <a:cs typeface="Times New Roman"/>
              </a:rPr>
              <a:t>it</a:t>
            </a:r>
            <a:r>
              <a:rPr dirty="0" smtClean="0" sz="1600" spc="-1" b="1">
                <a:latin typeface="Times New Roman"/>
                <a:cs typeface="Times New Roman"/>
              </a:rPr>
              <a:t>t</a:t>
            </a:r>
            <a:r>
              <a:rPr dirty="0" smtClean="0" sz="1600" spc="-1" b="1">
                <a:latin typeface="Times New Roman"/>
                <a:cs typeface="Times New Roman"/>
              </a:rPr>
              <a:t>e</a:t>
            </a:r>
            <a:r>
              <a:rPr dirty="0" smtClean="0" sz="1600" spc="-1" b="1">
                <a:latin typeface="Times New Roman"/>
                <a:cs typeface="Times New Roman"/>
              </a:rPr>
              <a:t>r</a:t>
            </a:r>
            <a:endParaRPr sz="1600">
              <a:latin typeface="Times New Roman"/>
              <a:cs typeface="Times New Roman"/>
            </a:endParaRPr>
          </a:p>
          <a:p>
            <a:pPr marL="12700" marR="35049">
              <a:lnSpc>
                <a:spcPts val="1720"/>
              </a:lnSpc>
            </a:pPr>
            <a:r>
              <a:rPr dirty="0" smtClean="0" sz="1600" spc="-1" b="1">
                <a:latin typeface="Times New Roman"/>
                <a:cs typeface="Times New Roman"/>
              </a:rPr>
              <a:t>L</a:t>
            </a:r>
            <a:r>
              <a:rPr dirty="0" smtClean="0" sz="1600" spc="-1" b="1">
                <a:latin typeface="Times New Roman"/>
                <a:cs typeface="Times New Roman"/>
              </a:rPr>
              <a:t>a</a:t>
            </a:r>
            <a:r>
              <a:rPr dirty="0" smtClean="0" sz="1600" spc="-1" b="1">
                <a:latin typeface="Times New Roman"/>
                <a:cs typeface="Times New Roman"/>
              </a:rPr>
              <a:t>r</a:t>
            </a:r>
            <a:r>
              <a:rPr dirty="0" smtClean="0" sz="1600" spc="-1" b="1">
                <a:latin typeface="Times New Roman"/>
                <a:cs typeface="Times New Roman"/>
              </a:rPr>
              <a:t>ge</a:t>
            </a:r>
            <a:r>
              <a:rPr dirty="0" smtClean="0" sz="1600" spc="-1" b="1">
                <a:latin typeface="Times New Roman"/>
                <a:cs typeface="Times New Roman"/>
              </a:rPr>
              <a:t> </a:t>
            </a:r>
            <a:r>
              <a:rPr dirty="0" smtClean="0" sz="1600" spc="-1" b="1">
                <a:latin typeface="Times New Roman"/>
                <a:cs typeface="Times New Roman"/>
              </a:rPr>
              <a:t>c</a:t>
            </a:r>
            <a:r>
              <a:rPr dirty="0" smtClean="0" sz="1600" spc="-1" b="1">
                <a:latin typeface="Times New Roman"/>
                <a:cs typeface="Times New Roman"/>
              </a:rPr>
              <a:t>o</a:t>
            </a:r>
            <a:r>
              <a:rPr dirty="0" smtClean="0" sz="1600" spc="-1" b="1">
                <a:latin typeface="Times New Roman"/>
                <a:cs typeface="Times New Roman"/>
              </a:rPr>
              <a:t>v</a:t>
            </a:r>
            <a:r>
              <a:rPr dirty="0" smtClean="0" sz="1600" spc="-1" b="1">
                <a:latin typeface="Times New Roman"/>
                <a:cs typeface="Times New Roman"/>
              </a:rPr>
              <a:t>e</a:t>
            </a:r>
            <a:r>
              <a:rPr dirty="0" smtClean="0" sz="1600" spc="-1" b="1">
                <a:latin typeface="Times New Roman"/>
                <a:cs typeface="Times New Roman"/>
              </a:rPr>
              <a:t>r</a:t>
            </a:r>
            <a:r>
              <a:rPr dirty="0" smtClean="0" sz="1600" spc="-1" b="1">
                <a:latin typeface="Times New Roman"/>
                <a:cs typeface="Times New Roman"/>
              </a:rPr>
              <a:t>age</a:t>
            </a:r>
            <a:r>
              <a:rPr dirty="0" smtClean="0" sz="1600" spc="-1" b="1">
                <a:latin typeface="Times New Roman"/>
                <a:cs typeface="Times New Roman"/>
              </a:rPr>
              <a:t> </a:t>
            </a:r>
            <a:r>
              <a:rPr dirty="0" smtClean="0" sz="1600" spc="-1" b="1">
                <a:latin typeface="Times New Roman"/>
                <a:cs typeface="Times New Roman"/>
              </a:rPr>
              <a:t>a</a:t>
            </a:r>
            <a:r>
              <a:rPr dirty="0" smtClean="0" sz="1600" spc="-1" b="1">
                <a:latin typeface="Times New Roman"/>
                <a:cs typeface="Times New Roman"/>
              </a:rPr>
              <a:t>r</a:t>
            </a:r>
            <a:r>
              <a:rPr dirty="0" smtClean="0" sz="1600" spc="-1" b="1">
                <a:latin typeface="Times New Roman"/>
                <a:cs typeface="Times New Roman"/>
              </a:rPr>
              <a:t>e</a:t>
            </a:r>
            <a:r>
              <a:rPr dirty="0" smtClean="0" sz="1600" spc="-1" b="1">
                <a:latin typeface="Times New Roman"/>
                <a:cs typeface="Times New Roman"/>
              </a:rPr>
              <a:t>a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1140" y="6472848"/>
            <a:ext cx="5475228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o</a:t>
            </a:r>
            <a:r>
              <a:rPr dirty="0" smtClean="0" sz="1800" spc="0" b="1">
                <a:latin typeface="Georgia"/>
                <a:cs typeface="Georgia"/>
              </a:rPr>
              <a:t>d</a:t>
            </a:r>
            <a:r>
              <a:rPr dirty="0" smtClean="0" sz="1800" spc="0" b="1">
                <a:latin typeface="Georgia"/>
                <a:cs typeface="Georgia"/>
              </a:rPr>
              <a:t>ul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3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S</a:t>
            </a:r>
            <a:r>
              <a:rPr dirty="0" smtClean="0" sz="1800" spc="0" b="1">
                <a:latin typeface="Georgia"/>
                <a:cs typeface="Georgia"/>
              </a:rPr>
              <a:t>istem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K</a:t>
            </a:r>
            <a:r>
              <a:rPr dirty="0" smtClean="0" sz="1800" spc="0" b="1">
                <a:latin typeface="Georgia"/>
                <a:cs typeface="Georgia"/>
              </a:rPr>
              <a:t>o</a:t>
            </a: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unik</a:t>
            </a:r>
            <a:r>
              <a:rPr dirty="0" smtClean="0" sz="1800" spc="0" b="1">
                <a:latin typeface="Georgia"/>
                <a:cs typeface="Georgia"/>
              </a:rPr>
              <a:t>a</a:t>
            </a:r>
            <a:r>
              <a:rPr dirty="0" smtClean="0" sz="1800" spc="0" b="1">
                <a:latin typeface="Georgia"/>
                <a:cs typeface="Georgia"/>
              </a:rPr>
              <a:t>si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B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r>
              <a:rPr dirty="0" smtClean="0" sz="1800" spc="0" b="1">
                <a:latin typeface="Georgia"/>
                <a:cs typeface="Georgia"/>
              </a:rPr>
              <a:t>g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r>
              <a:rPr dirty="0" smtClean="0" sz="1800" spc="0" b="1">
                <a:latin typeface="Georgia"/>
                <a:cs typeface="Georgia"/>
              </a:rPr>
              <a:t>a</a:t>
            </a:r>
            <a:r>
              <a:rPr dirty="0" smtClean="0" sz="1800" spc="0" b="1">
                <a:latin typeface="Georgia"/>
                <a:cs typeface="Georgia"/>
              </a:rPr>
              <a:t>k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S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lul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591040" y="6472848"/>
            <a:ext cx="202453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b="1"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54964" y="858774"/>
            <a:ext cx="91114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" name="object 2"/>
          <p:cNvSpPr txBox="1"/>
          <p:nvPr/>
        </p:nvSpPr>
        <p:spPr>
          <a:xfrm>
            <a:off x="2739522" y="858774"/>
            <a:ext cx="95741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object 26"/>
          <p:cNvSpPr/>
          <p:nvPr/>
        </p:nvSpPr>
        <p:spPr>
          <a:xfrm>
            <a:off x="0" y="6400800"/>
            <a:ext cx="9903460" cy="457196"/>
          </a:xfrm>
          <a:custGeom>
            <a:avLst/>
            <a:gdLst/>
            <a:ahLst/>
            <a:cxnLst/>
            <a:rect l="l" t="t" r="r" b="b"/>
            <a:pathLst>
              <a:path w="9903460" h="457196">
                <a:moveTo>
                  <a:pt x="9903460" y="457196"/>
                </a:moveTo>
                <a:lnTo>
                  <a:pt x="9903460" y="0"/>
                </a:lnTo>
                <a:lnTo>
                  <a:pt x="0" y="0"/>
                </a:lnTo>
                <a:lnTo>
                  <a:pt x="0" y="457196"/>
                </a:lnTo>
                <a:lnTo>
                  <a:pt x="9903460" y="457196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7" name="object 27"/>
          <p:cNvSpPr/>
          <p:nvPr/>
        </p:nvSpPr>
        <p:spPr>
          <a:xfrm>
            <a:off x="153670" y="640207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58419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4" name="object 24"/>
          <p:cNvSpPr/>
          <p:nvPr/>
        </p:nvSpPr>
        <p:spPr>
          <a:xfrm>
            <a:off x="0" y="0"/>
            <a:ext cx="9903460" cy="609600"/>
          </a:xfrm>
          <a:custGeom>
            <a:avLst/>
            <a:gdLst/>
            <a:ahLst/>
            <a:cxnLst/>
            <a:rect l="l" t="t" r="r" b="b"/>
            <a:pathLst>
              <a:path w="9903460" h="609600">
                <a:moveTo>
                  <a:pt x="0" y="609600"/>
                </a:moveTo>
                <a:lnTo>
                  <a:pt x="9903460" y="609600"/>
                </a:lnTo>
                <a:lnTo>
                  <a:pt x="9903460" y="0"/>
                </a:lnTo>
                <a:lnTo>
                  <a:pt x="0" y="0"/>
                </a:lnTo>
                <a:lnTo>
                  <a:pt x="0" y="60960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5" name="object 25"/>
          <p:cNvSpPr/>
          <p:nvPr/>
        </p:nvSpPr>
        <p:spPr>
          <a:xfrm>
            <a:off x="111760" y="60960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76200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" name="object 19"/>
          <p:cNvSpPr/>
          <p:nvPr/>
        </p:nvSpPr>
        <p:spPr>
          <a:xfrm>
            <a:off x="7497653" y="3697279"/>
            <a:ext cx="1297985" cy="1074814"/>
          </a:xfrm>
          <a:custGeom>
            <a:avLst/>
            <a:gdLst/>
            <a:ahLst/>
            <a:cxnLst/>
            <a:rect l="l" t="t" r="r" b="b"/>
            <a:pathLst>
              <a:path w="1297985" h="1074814">
                <a:moveTo>
                  <a:pt x="973371" y="0"/>
                </a:moveTo>
                <a:lnTo>
                  <a:pt x="324301" y="0"/>
                </a:lnTo>
                <a:lnTo>
                  <a:pt x="0" y="537175"/>
                </a:lnTo>
                <a:lnTo>
                  <a:pt x="324301" y="1074814"/>
                </a:lnTo>
                <a:lnTo>
                  <a:pt x="973371" y="1074814"/>
                </a:lnTo>
                <a:lnTo>
                  <a:pt x="1297985" y="537175"/>
                </a:lnTo>
                <a:lnTo>
                  <a:pt x="973371" y="0"/>
                </a:lnTo>
                <a:close/>
              </a:path>
            </a:pathLst>
          </a:custGeom>
          <a:ln w="1823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" name="object 20"/>
          <p:cNvSpPr/>
          <p:nvPr/>
        </p:nvSpPr>
        <p:spPr>
          <a:xfrm>
            <a:off x="6586862" y="4234455"/>
            <a:ext cx="1297829" cy="1074873"/>
          </a:xfrm>
          <a:custGeom>
            <a:avLst/>
            <a:gdLst/>
            <a:ahLst/>
            <a:cxnLst/>
            <a:rect l="l" t="t" r="r" b="b"/>
            <a:pathLst>
              <a:path w="1297829" h="1074873">
                <a:moveTo>
                  <a:pt x="973215" y="0"/>
                </a:moveTo>
                <a:lnTo>
                  <a:pt x="324301" y="0"/>
                </a:lnTo>
                <a:lnTo>
                  <a:pt x="0" y="537638"/>
                </a:lnTo>
                <a:lnTo>
                  <a:pt x="324301" y="1074873"/>
                </a:lnTo>
                <a:lnTo>
                  <a:pt x="973215" y="1074873"/>
                </a:lnTo>
                <a:lnTo>
                  <a:pt x="1297829" y="537638"/>
                </a:lnTo>
                <a:lnTo>
                  <a:pt x="97321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" name="object 21"/>
          <p:cNvSpPr/>
          <p:nvPr/>
        </p:nvSpPr>
        <p:spPr>
          <a:xfrm>
            <a:off x="6586862" y="4234455"/>
            <a:ext cx="1297829" cy="1074873"/>
          </a:xfrm>
          <a:custGeom>
            <a:avLst/>
            <a:gdLst/>
            <a:ahLst/>
            <a:cxnLst/>
            <a:rect l="l" t="t" r="r" b="b"/>
            <a:pathLst>
              <a:path w="1297829" h="1074873">
                <a:moveTo>
                  <a:pt x="973215" y="0"/>
                </a:moveTo>
                <a:lnTo>
                  <a:pt x="324301" y="0"/>
                </a:lnTo>
                <a:lnTo>
                  <a:pt x="0" y="537638"/>
                </a:lnTo>
                <a:lnTo>
                  <a:pt x="324301" y="1074873"/>
                </a:lnTo>
                <a:lnTo>
                  <a:pt x="973215" y="1074873"/>
                </a:lnTo>
                <a:lnTo>
                  <a:pt x="1297829" y="537638"/>
                </a:lnTo>
                <a:lnTo>
                  <a:pt x="973215" y="0"/>
                </a:lnTo>
                <a:close/>
              </a:path>
            </a:pathLst>
          </a:custGeom>
          <a:ln w="1823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2" name="object 22"/>
          <p:cNvSpPr/>
          <p:nvPr/>
        </p:nvSpPr>
        <p:spPr>
          <a:xfrm>
            <a:off x="6586862" y="3159954"/>
            <a:ext cx="1297829" cy="1074500"/>
          </a:xfrm>
          <a:custGeom>
            <a:avLst/>
            <a:gdLst/>
            <a:ahLst/>
            <a:cxnLst/>
            <a:rect l="l" t="t" r="r" b="b"/>
            <a:pathLst>
              <a:path w="1297829" h="1074500">
                <a:moveTo>
                  <a:pt x="973215" y="0"/>
                </a:moveTo>
                <a:lnTo>
                  <a:pt x="324301" y="0"/>
                </a:lnTo>
                <a:lnTo>
                  <a:pt x="0" y="537324"/>
                </a:lnTo>
                <a:lnTo>
                  <a:pt x="324301" y="1074500"/>
                </a:lnTo>
                <a:lnTo>
                  <a:pt x="973215" y="1074500"/>
                </a:lnTo>
                <a:lnTo>
                  <a:pt x="1297829" y="537324"/>
                </a:lnTo>
                <a:lnTo>
                  <a:pt x="97321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3" name="object 23"/>
          <p:cNvSpPr/>
          <p:nvPr/>
        </p:nvSpPr>
        <p:spPr>
          <a:xfrm>
            <a:off x="6586862" y="3159954"/>
            <a:ext cx="1297829" cy="1074500"/>
          </a:xfrm>
          <a:custGeom>
            <a:avLst/>
            <a:gdLst/>
            <a:ahLst/>
            <a:cxnLst/>
            <a:rect l="l" t="t" r="r" b="b"/>
            <a:pathLst>
              <a:path w="1297829" h="1074500">
                <a:moveTo>
                  <a:pt x="973215" y="0"/>
                </a:moveTo>
                <a:lnTo>
                  <a:pt x="324301" y="0"/>
                </a:lnTo>
                <a:lnTo>
                  <a:pt x="0" y="537324"/>
                </a:lnTo>
                <a:lnTo>
                  <a:pt x="324301" y="1074500"/>
                </a:lnTo>
                <a:lnTo>
                  <a:pt x="973215" y="1074500"/>
                </a:lnTo>
                <a:lnTo>
                  <a:pt x="1297829" y="537324"/>
                </a:lnTo>
                <a:lnTo>
                  <a:pt x="973215" y="0"/>
                </a:lnTo>
                <a:close/>
              </a:path>
            </a:pathLst>
          </a:custGeom>
          <a:ln w="1823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" name="object 16"/>
          <p:cNvSpPr/>
          <p:nvPr/>
        </p:nvSpPr>
        <p:spPr>
          <a:xfrm>
            <a:off x="951817" y="4100348"/>
            <a:ext cx="1123340" cy="1074395"/>
          </a:xfrm>
          <a:custGeom>
            <a:avLst/>
            <a:gdLst/>
            <a:ahLst/>
            <a:cxnLst/>
            <a:rect l="l" t="t" r="r" b="b"/>
            <a:pathLst>
              <a:path w="1123340" h="1074395">
                <a:moveTo>
                  <a:pt x="0" y="537160"/>
                </a:moveTo>
                <a:lnTo>
                  <a:pt x="6236" y="459608"/>
                </a:lnTo>
                <a:lnTo>
                  <a:pt x="21828" y="385057"/>
                </a:lnTo>
                <a:lnTo>
                  <a:pt x="49892" y="313464"/>
                </a:lnTo>
                <a:lnTo>
                  <a:pt x="90428" y="247859"/>
                </a:lnTo>
                <a:lnTo>
                  <a:pt x="137202" y="185226"/>
                </a:lnTo>
                <a:lnTo>
                  <a:pt x="193322" y="131120"/>
                </a:lnTo>
                <a:lnTo>
                  <a:pt x="258807" y="86467"/>
                </a:lnTo>
                <a:lnTo>
                  <a:pt x="327803" y="47639"/>
                </a:lnTo>
                <a:lnTo>
                  <a:pt x="402636" y="20758"/>
                </a:lnTo>
                <a:lnTo>
                  <a:pt x="480590" y="5824"/>
                </a:lnTo>
                <a:lnTo>
                  <a:pt x="561665" y="0"/>
                </a:lnTo>
                <a:lnTo>
                  <a:pt x="642740" y="5824"/>
                </a:lnTo>
                <a:lnTo>
                  <a:pt x="720694" y="20758"/>
                </a:lnTo>
                <a:lnTo>
                  <a:pt x="795527" y="47639"/>
                </a:lnTo>
                <a:lnTo>
                  <a:pt x="864133" y="86467"/>
                </a:lnTo>
                <a:lnTo>
                  <a:pt x="929617" y="131120"/>
                </a:lnTo>
                <a:lnTo>
                  <a:pt x="986128" y="185226"/>
                </a:lnTo>
                <a:lnTo>
                  <a:pt x="1032901" y="247859"/>
                </a:lnTo>
                <a:lnTo>
                  <a:pt x="1073446" y="313464"/>
                </a:lnTo>
                <a:lnTo>
                  <a:pt x="1101506" y="385057"/>
                </a:lnTo>
                <a:lnTo>
                  <a:pt x="1117097" y="459608"/>
                </a:lnTo>
                <a:lnTo>
                  <a:pt x="1123340" y="537160"/>
                </a:lnTo>
                <a:lnTo>
                  <a:pt x="1117097" y="614712"/>
                </a:lnTo>
                <a:lnTo>
                  <a:pt x="1101506" y="689651"/>
                </a:lnTo>
                <a:lnTo>
                  <a:pt x="1073446" y="761230"/>
                </a:lnTo>
                <a:lnTo>
                  <a:pt x="1032901" y="826850"/>
                </a:lnTo>
                <a:lnTo>
                  <a:pt x="986128" y="889483"/>
                </a:lnTo>
                <a:lnTo>
                  <a:pt x="929617" y="943170"/>
                </a:lnTo>
                <a:lnTo>
                  <a:pt x="864133" y="987898"/>
                </a:lnTo>
                <a:lnTo>
                  <a:pt x="795527" y="1026681"/>
                </a:lnTo>
                <a:lnTo>
                  <a:pt x="720694" y="1053518"/>
                </a:lnTo>
                <a:lnTo>
                  <a:pt x="642740" y="1068437"/>
                </a:lnTo>
                <a:lnTo>
                  <a:pt x="561665" y="1074395"/>
                </a:lnTo>
                <a:lnTo>
                  <a:pt x="480590" y="1068437"/>
                </a:lnTo>
                <a:lnTo>
                  <a:pt x="402636" y="1053518"/>
                </a:lnTo>
                <a:lnTo>
                  <a:pt x="327803" y="1026681"/>
                </a:lnTo>
                <a:lnTo>
                  <a:pt x="258807" y="987898"/>
                </a:lnTo>
                <a:lnTo>
                  <a:pt x="193322" y="943170"/>
                </a:lnTo>
                <a:lnTo>
                  <a:pt x="137202" y="889483"/>
                </a:lnTo>
                <a:lnTo>
                  <a:pt x="90428" y="826850"/>
                </a:lnTo>
                <a:lnTo>
                  <a:pt x="49892" y="761230"/>
                </a:lnTo>
                <a:lnTo>
                  <a:pt x="21828" y="689651"/>
                </a:lnTo>
                <a:lnTo>
                  <a:pt x="6236" y="614712"/>
                </a:lnTo>
                <a:lnTo>
                  <a:pt x="0" y="537160"/>
                </a:lnTo>
              </a:path>
            </a:pathLst>
          </a:custGeom>
          <a:ln w="1828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" name="object 17"/>
          <p:cNvSpPr/>
          <p:nvPr/>
        </p:nvSpPr>
        <p:spPr>
          <a:xfrm>
            <a:off x="1373166" y="3294211"/>
            <a:ext cx="1122943" cy="1074873"/>
          </a:xfrm>
          <a:custGeom>
            <a:avLst/>
            <a:gdLst/>
            <a:ahLst/>
            <a:cxnLst/>
            <a:rect l="l" t="t" r="r" b="b"/>
            <a:pathLst>
              <a:path w="1122943" h="1074873">
                <a:moveTo>
                  <a:pt x="0" y="537623"/>
                </a:moveTo>
                <a:lnTo>
                  <a:pt x="6242" y="459668"/>
                </a:lnTo>
                <a:lnTo>
                  <a:pt x="21833" y="385147"/>
                </a:lnTo>
                <a:lnTo>
                  <a:pt x="49893" y="313613"/>
                </a:lnTo>
                <a:lnTo>
                  <a:pt x="90423" y="247904"/>
                </a:lnTo>
                <a:lnTo>
                  <a:pt x="137195" y="185330"/>
                </a:lnTo>
                <a:lnTo>
                  <a:pt x="193332" y="131568"/>
                </a:lnTo>
                <a:lnTo>
                  <a:pt x="258816" y="86915"/>
                </a:lnTo>
                <a:lnTo>
                  <a:pt x="327406" y="47788"/>
                </a:lnTo>
                <a:lnTo>
                  <a:pt x="402255" y="20907"/>
                </a:lnTo>
                <a:lnTo>
                  <a:pt x="480209" y="5973"/>
                </a:lnTo>
                <a:lnTo>
                  <a:pt x="561674" y="0"/>
                </a:lnTo>
                <a:lnTo>
                  <a:pt x="642734" y="5973"/>
                </a:lnTo>
                <a:lnTo>
                  <a:pt x="720704" y="20907"/>
                </a:lnTo>
                <a:lnTo>
                  <a:pt x="795536" y="47788"/>
                </a:lnTo>
                <a:lnTo>
                  <a:pt x="864127" y="86915"/>
                </a:lnTo>
                <a:lnTo>
                  <a:pt x="929611" y="131568"/>
                </a:lnTo>
                <a:lnTo>
                  <a:pt x="985747" y="185330"/>
                </a:lnTo>
                <a:lnTo>
                  <a:pt x="1032520" y="247904"/>
                </a:lnTo>
                <a:lnTo>
                  <a:pt x="1073050" y="313613"/>
                </a:lnTo>
                <a:lnTo>
                  <a:pt x="1101126" y="385147"/>
                </a:lnTo>
                <a:lnTo>
                  <a:pt x="1116701" y="459668"/>
                </a:lnTo>
                <a:lnTo>
                  <a:pt x="1122943" y="537623"/>
                </a:lnTo>
                <a:lnTo>
                  <a:pt x="1116701" y="615130"/>
                </a:lnTo>
                <a:lnTo>
                  <a:pt x="1101126" y="689800"/>
                </a:lnTo>
                <a:lnTo>
                  <a:pt x="1073050" y="761334"/>
                </a:lnTo>
                <a:lnTo>
                  <a:pt x="1032520" y="826894"/>
                </a:lnTo>
                <a:lnTo>
                  <a:pt x="985747" y="889617"/>
                </a:lnTo>
                <a:lnTo>
                  <a:pt x="929611" y="943230"/>
                </a:lnTo>
                <a:lnTo>
                  <a:pt x="864127" y="988376"/>
                </a:lnTo>
                <a:lnTo>
                  <a:pt x="795536" y="1027144"/>
                </a:lnTo>
                <a:lnTo>
                  <a:pt x="720704" y="1053996"/>
                </a:lnTo>
                <a:lnTo>
                  <a:pt x="642734" y="1068900"/>
                </a:lnTo>
                <a:lnTo>
                  <a:pt x="561674" y="1074873"/>
                </a:lnTo>
                <a:lnTo>
                  <a:pt x="480209" y="1068900"/>
                </a:lnTo>
                <a:lnTo>
                  <a:pt x="402255" y="1053996"/>
                </a:lnTo>
                <a:lnTo>
                  <a:pt x="327406" y="1027144"/>
                </a:lnTo>
                <a:lnTo>
                  <a:pt x="258816" y="988376"/>
                </a:lnTo>
                <a:lnTo>
                  <a:pt x="193332" y="943230"/>
                </a:lnTo>
                <a:lnTo>
                  <a:pt x="137195" y="889617"/>
                </a:lnTo>
                <a:lnTo>
                  <a:pt x="90423" y="826894"/>
                </a:lnTo>
                <a:lnTo>
                  <a:pt x="49893" y="761334"/>
                </a:lnTo>
                <a:lnTo>
                  <a:pt x="21833" y="689800"/>
                </a:lnTo>
                <a:lnTo>
                  <a:pt x="6242" y="615130"/>
                </a:lnTo>
                <a:lnTo>
                  <a:pt x="0" y="537623"/>
                </a:lnTo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" name="object 18"/>
          <p:cNvSpPr/>
          <p:nvPr/>
        </p:nvSpPr>
        <p:spPr>
          <a:xfrm>
            <a:off x="1934840" y="4100348"/>
            <a:ext cx="1122943" cy="1074395"/>
          </a:xfrm>
          <a:custGeom>
            <a:avLst/>
            <a:gdLst/>
            <a:ahLst/>
            <a:cxnLst/>
            <a:rect l="l" t="t" r="r" b="b"/>
            <a:pathLst>
              <a:path w="1122943" h="1074395">
                <a:moveTo>
                  <a:pt x="0" y="537160"/>
                </a:moveTo>
                <a:lnTo>
                  <a:pt x="6226" y="459608"/>
                </a:lnTo>
                <a:lnTo>
                  <a:pt x="21817" y="385057"/>
                </a:lnTo>
                <a:lnTo>
                  <a:pt x="49878" y="313464"/>
                </a:lnTo>
                <a:lnTo>
                  <a:pt x="90423" y="247859"/>
                </a:lnTo>
                <a:lnTo>
                  <a:pt x="137195" y="185226"/>
                </a:lnTo>
                <a:lnTo>
                  <a:pt x="193316" y="131120"/>
                </a:lnTo>
                <a:lnTo>
                  <a:pt x="258801" y="86467"/>
                </a:lnTo>
                <a:lnTo>
                  <a:pt x="327406" y="47639"/>
                </a:lnTo>
                <a:lnTo>
                  <a:pt x="402239" y="20758"/>
                </a:lnTo>
                <a:lnTo>
                  <a:pt x="480193" y="5824"/>
                </a:lnTo>
                <a:lnTo>
                  <a:pt x="561269" y="0"/>
                </a:lnTo>
                <a:lnTo>
                  <a:pt x="642734" y="5824"/>
                </a:lnTo>
                <a:lnTo>
                  <a:pt x="720766" y="20758"/>
                </a:lnTo>
                <a:lnTo>
                  <a:pt x="795521" y="47639"/>
                </a:lnTo>
                <a:lnTo>
                  <a:pt x="864189" y="86467"/>
                </a:lnTo>
                <a:lnTo>
                  <a:pt x="929580" y="131120"/>
                </a:lnTo>
                <a:lnTo>
                  <a:pt x="985763" y="185226"/>
                </a:lnTo>
                <a:lnTo>
                  <a:pt x="1032582" y="247859"/>
                </a:lnTo>
                <a:lnTo>
                  <a:pt x="1073003" y="313464"/>
                </a:lnTo>
                <a:lnTo>
                  <a:pt x="1101094" y="385057"/>
                </a:lnTo>
                <a:lnTo>
                  <a:pt x="1116701" y="459608"/>
                </a:lnTo>
                <a:lnTo>
                  <a:pt x="1122943" y="537160"/>
                </a:lnTo>
                <a:lnTo>
                  <a:pt x="1116701" y="614712"/>
                </a:lnTo>
                <a:lnTo>
                  <a:pt x="1101094" y="689651"/>
                </a:lnTo>
                <a:lnTo>
                  <a:pt x="1073003" y="761230"/>
                </a:lnTo>
                <a:lnTo>
                  <a:pt x="1032582" y="826850"/>
                </a:lnTo>
                <a:lnTo>
                  <a:pt x="985763" y="889483"/>
                </a:lnTo>
                <a:lnTo>
                  <a:pt x="929580" y="943170"/>
                </a:lnTo>
                <a:lnTo>
                  <a:pt x="864189" y="987898"/>
                </a:lnTo>
                <a:lnTo>
                  <a:pt x="795521" y="1026681"/>
                </a:lnTo>
                <a:lnTo>
                  <a:pt x="720766" y="1053518"/>
                </a:lnTo>
                <a:lnTo>
                  <a:pt x="642734" y="1068437"/>
                </a:lnTo>
                <a:lnTo>
                  <a:pt x="561269" y="1074395"/>
                </a:lnTo>
                <a:lnTo>
                  <a:pt x="480193" y="1068437"/>
                </a:lnTo>
                <a:lnTo>
                  <a:pt x="402239" y="1053518"/>
                </a:lnTo>
                <a:lnTo>
                  <a:pt x="327406" y="1026681"/>
                </a:lnTo>
                <a:lnTo>
                  <a:pt x="258801" y="987898"/>
                </a:lnTo>
                <a:lnTo>
                  <a:pt x="193316" y="943170"/>
                </a:lnTo>
                <a:lnTo>
                  <a:pt x="137195" y="889483"/>
                </a:lnTo>
                <a:lnTo>
                  <a:pt x="90423" y="826850"/>
                </a:lnTo>
                <a:lnTo>
                  <a:pt x="49878" y="761230"/>
                </a:lnTo>
                <a:lnTo>
                  <a:pt x="21817" y="689651"/>
                </a:lnTo>
                <a:lnTo>
                  <a:pt x="6226" y="614712"/>
                </a:lnTo>
                <a:lnTo>
                  <a:pt x="0" y="537160"/>
                </a:lnTo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" name="object 13"/>
          <p:cNvSpPr/>
          <p:nvPr/>
        </p:nvSpPr>
        <p:spPr>
          <a:xfrm>
            <a:off x="3919258" y="3252545"/>
            <a:ext cx="1260061" cy="1065823"/>
          </a:xfrm>
          <a:custGeom>
            <a:avLst/>
            <a:gdLst/>
            <a:ahLst/>
            <a:cxnLst/>
            <a:rect l="l" t="t" r="r" b="b"/>
            <a:pathLst>
              <a:path w="1260061" h="1065823">
                <a:moveTo>
                  <a:pt x="611459" y="35692"/>
                </a:moveTo>
                <a:lnTo>
                  <a:pt x="661399" y="29718"/>
                </a:lnTo>
                <a:lnTo>
                  <a:pt x="705097" y="26731"/>
                </a:lnTo>
                <a:lnTo>
                  <a:pt x="742397" y="29718"/>
                </a:lnTo>
                <a:lnTo>
                  <a:pt x="773609" y="35692"/>
                </a:lnTo>
                <a:lnTo>
                  <a:pt x="801701" y="44652"/>
                </a:lnTo>
                <a:lnTo>
                  <a:pt x="826671" y="56599"/>
                </a:lnTo>
                <a:lnTo>
                  <a:pt x="851641" y="71533"/>
                </a:lnTo>
                <a:lnTo>
                  <a:pt x="870369" y="86467"/>
                </a:lnTo>
                <a:lnTo>
                  <a:pt x="888941" y="104687"/>
                </a:lnTo>
                <a:lnTo>
                  <a:pt x="907668" y="125594"/>
                </a:lnTo>
                <a:lnTo>
                  <a:pt x="923275" y="146502"/>
                </a:lnTo>
                <a:lnTo>
                  <a:pt x="942003" y="167260"/>
                </a:lnTo>
                <a:lnTo>
                  <a:pt x="960730" y="188168"/>
                </a:lnTo>
                <a:lnTo>
                  <a:pt x="979458" y="212062"/>
                </a:lnTo>
                <a:lnTo>
                  <a:pt x="1001307" y="229983"/>
                </a:lnTo>
                <a:lnTo>
                  <a:pt x="1020035" y="250891"/>
                </a:lnTo>
                <a:lnTo>
                  <a:pt x="1041728" y="268811"/>
                </a:lnTo>
                <a:lnTo>
                  <a:pt x="1066698" y="289570"/>
                </a:lnTo>
                <a:lnTo>
                  <a:pt x="1088547" y="307490"/>
                </a:lnTo>
                <a:lnTo>
                  <a:pt x="1110396" y="325411"/>
                </a:lnTo>
                <a:lnTo>
                  <a:pt x="1132245" y="346319"/>
                </a:lnTo>
                <a:lnTo>
                  <a:pt x="1154094" y="364239"/>
                </a:lnTo>
                <a:lnTo>
                  <a:pt x="1175943" y="384998"/>
                </a:lnTo>
                <a:lnTo>
                  <a:pt x="1194514" y="402919"/>
                </a:lnTo>
                <a:lnTo>
                  <a:pt x="1213242" y="423826"/>
                </a:lnTo>
                <a:lnTo>
                  <a:pt x="1225727" y="441747"/>
                </a:lnTo>
                <a:lnTo>
                  <a:pt x="1241334" y="462654"/>
                </a:lnTo>
                <a:lnTo>
                  <a:pt x="1250697" y="483413"/>
                </a:lnTo>
                <a:lnTo>
                  <a:pt x="1256940" y="504320"/>
                </a:lnTo>
                <a:lnTo>
                  <a:pt x="1260061" y="525228"/>
                </a:lnTo>
                <a:lnTo>
                  <a:pt x="1260061" y="546135"/>
                </a:lnTo>
                <a:lnTo>
                  <a:pt x="1256940" y="555096"/>
                </a:lnTo>
                <a:lnTo>
                  <a:pt x="1253819" y="567342"/>
                </a:lnTo>
                <a:lnTo>
                  <a:pt x="1250697" y="576302"/>
                </a:lnTo>
                <a:lnTo>
                  <a:pt x="1247576" y="588249"/>
                </a:lnTo>
                <a:lnTo>
                  <a:pt x="1241334" y="600197"/>
                </a:lnTo>
                <a:lnTo>
                  <a:pt x="1238212" y="612144"/>
                </a:lnTo>
                <a:lnTo>
                  <a:pt x="1231970" y="621104"/>
                </a:lnTo>
                <a:lnTo>
                  <a:pt x="1225727" y="633051"/>
                </a:lnTo>
                <a:lnTo>
                  <a:pt x="1219485" y="647836"/>
                </a:lnTo>
                <a:lnTo>
                  <a:pt x="1213242" y="659783"/>
                </a:lnTo>
                <a:lnTo>
                  <a:pt x="1210121" y="671730"/>
                </a:lnTo>
                <a:lnTo>
                  <a:pt x="1203878" y="683678"/>
                </a:lnTo>
                <a:lnTo>
                  <a:pt x="1197636" y="698611"/>
                </a:lnTo>
                <a:lnTo>
                  <a:pt x="1194514" y="713545"/>
                </a:lnTo>
                <a:lnTo>
                  <a:pt x="1191549" y="728479"/>
                </a:lnTo>
                <a:lnTo>
                  <a:pt x="1188428" y="743413"/>
                </a:lnTo>
                <a:lnTo>
                  <a:pt x="1185307" y="758198"/>
                </a:lnTo>
                <a:lnTo>
                  <a:pt x="1182185" y="767159"/>
                </a:lnTo>
                <a:lnTo>
                  <a:pt x="1182185" y="779106"/>
                </a:lnTo>
                <a:lnTo>
                  <a:pt x="1182185" y="791053"/>
                </a:lnTo>
                <a:lnTo>
                  <a:pt x="1182185" y="803000"/>
                </a:lnTo>
                <a:lnTo>
                  <a:pt x="1182185" y="811960"/>
                </a:lnTo>
                <a:lnTo>
                  <a:pt x="1182185" y="823908"/>
                </a:lnTo>
                <a:lnTo>
                  <a:pt x="1182185" y="835855"/>
                </a:lnTo>
                <a:lnTo>
                  <a:pt x="1182185" y="847802"/>
                </a:lnTo>
                <a:lnTo>
                  <a:pt x="1182185" y="856613"/>
                </a:lnTo>
                <a:lnTo>
                  <a:pt x="1179064" y="868560"/>
                </a:lnTo>
                <a:lnTo>
                  <a:pt x="1179064" y="877521"/>
                </a:lnTo>
                <a:lnTo>
                  <a:pt x="1179064" y="889468"/>
                </a:lnTo>
                <a:lnTo>
                  <a:pt x="1175943" y="898428"/>
                </a:lnTo>
                <a:lnTo>
                  <a:pt x="1172821" y="907389"/>
                </a:lnTo>
                <a:lnTo>
                  <a:pt x="1169700" y="916349"/>
                </a:lnTo>
                <a:lnTo>
                  <a:pt x="1166579" y="925309"/>
                </a:lnTo>
                <a:lnTo>
                  <a:pt x="1163458" y="931283"/>
                </a:lnTo>
                <a:lnTo>
                  <a:pt x="1157215" y="940243"/>
                </a:lnTo>
                <a:lnTo>
                  <a:pt x="1150972" y="946217"/>
                </a:lnTo>
                <a:lnTo>
                  <a:pt x="1144730" y="952191"/>
                </a:lnTo>
                <a:lnTo>
                  <a:pt x="1135366" y="958015"/>
                </a:lnTo>
                <a:lnTo>
                  <a:pt x="1122881" y="963988"/>
                </a:lnTo>
                <a:lnTo>
                  <a:pt x="1110396" y="966975"/>
                </a:lnTo>
                <a:lnTo>
                  <a:pt x="1097911" y="969962"/>
                </a:lnTo>
                <a:lnTo>
                  <a:pt x="1082304" y="972949"/>
                </a:lnTo>
                <a:lnTo>
                  <a:pt x="1066698" y="972949"/>
                </a:lnTo>
                <a:lnTo>
                  <a:pt x="1051091" y="975936"/>
                </a:lnTo>
                <a:lnTo>
                  <a:pt x="1032520" y="975936"/>
                </a:lnTo>
                <a:lnTo>
                  <a:pt x="1013792" y="975936"/>
                </a:lnTo>
                <a:lnTo>
                  <a:pt x="995064" y="975936"/>
                </a:lnTo>
                <a:lnTo>
                  <a:pt x="976337" y="972949"/>
                </a:lnTo>
                <a:lnTo>
                  <a:pt x="957609" y="972949"/>
                </a:lnTo>
                <a:lnTo>
                  <a:pt x="938881" y="972949"/>
                </a:lnTo>
                <a:lnTo>
                  <a:pt x="920154" y="969962"/>
                </a:lnTo>
                <a:lnTo>
                  <a:pt x="898305" y="969962"/>
                </a:lnTo>
                <a:lnTo>
                  <a:pt x="879577" y="966975"/>
                </a:lnTo>
                <a:lnTo>
                  <a:pt x="861005" y="966975"/>
                </a:lnTo>
                <a:lnTo>
                  <a:pt x="842278" y="963988"/>
                </a:lnTo>
                <a:lnTo>
                  <a:pt x="823550" y="963988"/>
                </a:lnTo>
                <a:lnTo>
                  <a:pt x="804822" y="961002"/>
                </a:lnTo>
                <a:lnTo>
                  <a:pt x="758003" y="961002"/>
                </a:lnTo>
                <a:lnTo>
                  <a:pt x="714461" y="961002"/>
                </a:lnTo>
                <a:lnTo>
                  <a:pt x="677006" y="963988"/>
                </a:lnTo>
                <a:lnTo>
                  <a:pt x="639550" y="969962"/>
                </a:lnTo>
                <a:lnTo>
                  <a:pt x="608025" y="975936"/>
                </a:lnTo>
                <a:lnTo>
                  <a:pt x="576813" y="981909"/>
                </a:lnTo>
                <a:lnTo>
                  <a:pt x="551842" y="990870"/>
                </a:lnTo>
                <a:lnTo>
                  <a:pt x="526872" y="999845"/>
                </a:lnTo>
                <a:lnTo>
                  <a:pt x="505023" y="1008790"/>
                </a:lnTo>
                <a:lnTo>
                  <a:pt x="483174" y="1017736"/>
                </a:lnTo>
                <a:lnTo>
                  <a:pt x="464602" y="1027055"/>
                </a:lnTo>
                <a:lnTo>
                  <a:pt x="448996" y="1036000"/>
                </a:lnTo>
                <a:lnTo>
                  <a:pt x="430268" y="1041974"/>
                </a:lnTo>
                <a:lnTo>
                  <a:pt x="414662" y="1050919"/>
                </a:lnTo>
                <a:lnTo>
                  <a:pt x="402177" y="1056878"/>
                </a:lnTo>
                <a:lnTo>
                  <a:pt x="386570" y="1059865"/>
                </a:lnTo>
                <a:lnTo>
                  <a:pt x="370964" y="1062851"/>
                </a:lnTo>
                <a:lnTo>
                  <a:pt x="358479" y="1065823"/>
                </a:lnTo>
                <a:lnTo>
                  <a:pt x="342872" y="1065823"/>
                </a:lnTo>
                <a:lnTo>
                  <a:pt x="327266" y="1062851"/>
                </a:lnTo>
                <a:lnTo>
                  <a:pt x="311816" y="1056878"/>
                </a:lnTo>
                <a:lnTo>
                  <a:pt x="293088" y="1047932"/>
                </a:lnTo>
                <a:lnTo>
                  <a:pt x="277482" y="1038987"/>
                </a:lnTo>
                <a:lnTo>
                  <a:pt x="261875" y="1027055"/>
                </a:lnTo>
                <a:lnTo>
                  <a:pt x="246269" y="1014749"/>
                </a:lnTo>
                <a:lnTo>
                  <a:pt x="227541" y="999845"/>
                </a:lnTo>
                <a:lnTo>
                  <a:pt x="208813" y="984896"/>
                </a:lnTo>
                <a:lnTo>
                  <a:pt x="193207" y="966975"/>
                </a:lnTo>
                <a:lnTo>
                  <a:pt x="174479" y="949204"/>
                </a:lnTo>
                <a:lnTo>
                  <a:pt x="155908" y="928296"/>
                </a:lnTo>
                <a:lnTo>
                  <a:pt x="140301" y="910375"/>
                </a:lnTo>
                <a:lnTo>
                  <a:pt x="121573" y="889468"/>
                </a:lnTo>
                <a:lnTo>
                  <a:pt x="105967" y="865573"/>
                </a:lnTo>
                <a:lnTo>
                  <a:pt x="90361" y="844815"/>
                </a:lnTo>
                <a:lnTo>
                  <a:pt x="74754" y="820921"/>
                </a:lnTo>
                <a:lnTo>
                  <a:pt x="59148" y="800013"/>
                </a:lnTo>
                <a:lnTo>
                  <a:pt x="46663" y="776119"/>
                </a:lnTo>
                <a:lnTo>
                  <a:pt x="34178" y="755211"/>
                </a:lnTo>
                <a:lnTo>
                  <a:pt x="24814" y="731466"/>
                </a:lnTo>
                <a:lnTo>
                  <a:pt x="15450" y="710559"/>
                </a:lnTo>
                <a:lnTo>
                  <a:pt x="9207" y="689651"/>
                </a:lnTo>
                <a:lnTo>
                  <a:pt x="3121" y="668744"/>
                </a:lnTo>
                <a:lnTo>
                  <a:pt x="0" y="647836"/>
                </a:lnTo>
                <a:lnTo>
                  <a:pt x="0" y="630064"/>
                </a:lnTo>
                <a:lnTo>
                  <a:pt x="0" y="615130"/>
                </a:lnTo>
                <a:lnTo>
                  <a:pt x="3121" y="600197"/>
                </a:lnTo>
                <a:lnTo>
                  <a:pt x="6086" y="585263"/>
                </a:lnTo>
                <a:lnTo>
                  <a:pt x="9207" y="573315"/>
                </a:lnTo>
                <a:lnTo>
                  <a:pt x="15450" y="561368"/>
                </a:lnTo>
                <a:lnTo>
                  <a:pt x="21692" y="546135"/>
                </a:lnTo>
                <a:lnTo>
                  <a:pt x="31056" y="534188"/>
                </a:lnTo>
                <a:lnTo>
                  <a:pt x="40420" y="522241"/>
                </a:lnTo>
                <a:lnTo>
                  <a:pt x="49784" y="513281"/>
                </a:lnTo>
                <a:lnTo>
                  <a:pt x="59148" y="501333"/>
                </a:lnTo>
                <a:lnTo>
                  <a:pt x="68512" y="489386"/>
                </a:lnTo>
                <a:lnTo>
                  <a:pt x="77875" y="477588"/>
                </a:lnTo>
                <a:lnTo>
                  <a:pt x="90361" y="465641"/>
                </a:lnTo>
                <a:lnTo>
                  <a:pt x="99724" y="453694"/>
                </a:lnTo>
                <a:lnTo>
                  <a:pt x="112210" y="441747"/>
                </a:lnTo>
                <a:lnTo>
                  <a:pt x="121573" y="429800"/>
                </a:lnTo>
                <a:lnTo>
                  <a:pt x="134059" y="414866"/>
                </a:lnTo>
                <a:lnTo>
                  <a:pt x="143422" y="402919"/>
                </a:lnTo>
                <a:lnTo>
                  <a:pt x="152786" y="387985"/>
                </a:lnTo>
                <a:lnTo>
                  <a:pt x="162150" y="373200"/>
                </a:lnTo>
                <a:lnTo>
                  <a:pt x="171358" y="358266"/>
                </a:lnTo>
                <a:lnTo>
                  <a:pt x="177600" y="340345"/>
                </a:lnTo>
                <a:lnTo>
                  <a:pt x="186964" y="313464"/>
                </a:lnTo>
                <a:lnTo>
                  <a:pt x="196328" y="286583"/>
                </a:lnTo>
                <a:lnTo>
                  <a:pt x="202571" y="256864"/>
                </a:lnTo>
                <a:lnTo>
                  <a:pt x="208813" y="229983"/>
                </a:lnTo>
                <a:lnTo>
                  <a:pt x="218177" y="200115"/>
                </a:lnTo>
                <a:lnTo>
                  <a:pt x="224420" y="170247"/>
                </a:lnTo>
                <a:lnTo>
                  <a:pt x="233784" y="140528"/>
                </a:lnTo>
                <a:lnTo>
                  <a:pt x="243147" y="113647"/>
                </a:lnTo>
                <a:lnTo>
                  <a:pt x="255633" y="89454"/>
                </a:lnTo>
                <a:lnTo>
                  <a:pt x="271239" y="65560"/>
                </a:lnTo>
                <a:lnTo>
                  <a:pt x="289967" y="44652"/>
                </a:lnTo>
                <a:lnTo>
                  <a:pt x="311816" y="26731"/>
                </a:lnTo>
                <a:lnTo>
                  <a:pt x="336630" y="14784"/>
                </a:lnTo>
                <a:lnTo>
                  <a:pt x="367843" y="5824"/>
                </a:lnTo>
                <a:lnTo>
                  <a:pt x="402177" y="0"/>
                </a:lnTo>
                <a:lnTo>
                  <a:pt x="445875" y="0"/>
                </a:lnTo>
                <a:lnTo>
                  <a:pt x="492538" y="5824"/>
                </a:lnTo>
                <a:lnTo>
                  <a:pt x="548721" y="17771"/>
                </a:lnTo>
                <a:lnTo>
                  <a:pt x="611459" y="35692"/>
                </a:lnTo>
              </a:path>
            </a:pathLst>
          </a:custGeom>
          <a:ln w="1823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" name="object 14"/>
          <p:cNvSpPr/>
          <p:nvPr/>
        </p:nvSpPr>
        <p:spPr>
          <a:xfrm>
            <a:off x="4621235" y="3969078"/>
            <a:ext cx="1313435" cy="1205665"/>
          </a:xfrm>
          <a:custGeom>
            <a:avLst/>
            <a:gdLst/>
            <a:ahLst/>
            <a:cxnLst/>
            <a:rect l="l" t="t" r="r" b="b"/>
            <a:pathLst>
              <a:path w="1313435" h="1205665">
                <a:moveTo>
                  <a:pt x="667642" y="32705"/>
                </a:moveTo>
                <a:lnTo>
                  <a:pt x="714461" y="26881"/>
                </a:lnTo>
                <a:lnTo>
                  <a:pt x="758003" y="26881"/>
                </a:lnTo>
                <a:lnTo>
                  <a:pt x="795458" y="29718"/>
                </a:lnTo>
                <a:lnTo>
                  <a:pt x="826671" y="35692"/>
                </a:lnTo>
                <a:lnTo>
                  <a:pt x="857884" y="44652"/>
                </a:lnTo>
                <a:lnTo>
                  <a:pt x="882854" y="56599"/>
                </a:lnTo>
                <a:lnTo>
                  <a:pt x="904547" y="71533"/>
                </a:lnTo>
                <a:lnTo>
                  <a:pt x="926396" y="86467"/>
                </a:lnTo>
                <a:lnTo>
                  <a:pt x="945124" y="104388"/>
                </a:lnTo>
                <a:lnTo>
                  <a:pt x="960730" y="125296"/>
                </a:lnTo>
                <a:lnTo>
                  <a:pt x="979458" y="146054"/>
                </a:lnTo>
                <a:lnTo>
                  <a:pt x="995064" y="166961"/>
                </a:lnTo>
                <a:lnTo>
                  <a:pt x="1013792" y="187869"/>
                </a:lnTo>
                <a:lnTo>
                  <a:pt x="1035641" y="208777"/>
                </a:lnTo>
                <a:lnTo>
                  <a:pt x="1054213" y="229684"/>
                </a:lnTo>
                <a:lnTo>
                  <a:pt x="1076062" y="247456"/>
                </a:lnTo>
                <a:lnTo>
                  <a:pt x="1097911" y="268363"/>
                </a:lnTo>
                <a:lnTo>
                  <a:pt x="1119760" y="286284"/>
                </a:lnTo>
                <a:lnTo>
                  <a:pt x="1141609" y="304190"/>
                </a:lnTo>
                <a:lnTo>
                  <a:pt x="1163458" y="325441"/>
                </a:lnTo>
                <a:lnTo>
                  <a:pt x="1188428" y="343332"/>
                </a:lnTo>
                <a:lnTo>
                  <a:pt x="1206999" y="364210"/>
                </a:lnTo>
                <a:lnTo>
                  <a:pt x="1229317" y="382101"/>
                </a:lnTo>
                <a:lnTo>
                  <a:pt x="1248044" y="400006"/>
                </a:lnTo>
                <a:lnTo>
                  <a:pt x="1266772" y="420884"/>
                </a:lnTo>
                <a:lnTo>
                  <a:pt x="1282378" y="441762"/>
                </a:lnTo>
                <a:lnTo>
                  <a:pt x="1294707" y="462640"/>
                </a:lnTo>
                <a:lnTo>
                  <a:pt x="1304071" y="483517"/>
                </a:lnTo>
                <a:lnTo>
                  <a:pt x="1310314" y="504395"/>
                </a:lnTo>
                <a:lnTo>
                  <a:pt x="1313435" y="525273"/>
                </a:lnTo>
                <a:lnTo>
                  <a:pt x="1313435" y="546150"/>
                </a:lnTo>
                <a:lnTo>
                  <a:pt x="1313435" y="558083"/>
                </a:lnTo>
                <a:lnTo>
                  <a:pt x="1310314" y="570000"/>
                </a:lnTo>
                <a:lnTo>
                  <a:pt x="1307193" y="578960"/>
                </a:lnTo>
                <a:lnTo>
                  <a:pt x="1304071" y="590878"/>
                </a:lnTo>
                <a:lnTo>
                  <a:pt x="1297829" y="602810"/>
                </a:lnTo>
                <a:lnTo>
                  <a:pt x="1294707" y="614742"/>
                </a:lnTo>
                <a:lnTo>
                  <a:pt x="1288465" y="626674"/>
                </a:lnTo>
                <a:lnTo>
                  <a:pt x="1282378" y="638607"/>
                </a:lnTo>
                <a:lnTo>
                  <a:pt x="1276136" y="650539"/>
                </a:lnTo>
                <a:lnTo>
                  <a:pt x="1269893" y="662471"/>
                </a:lnTo>
                <a:lnTo>
                  <a:pt x="1266772" y="674404"/>
                </a:lnTo>
                <a:lnTo>
                  <a:pt x="1260529" y="689308"/>
                </a:lnTo>
                <a:lnTo>
                  <a:pt x="1254287" y="701240"/>
                </a:lnTo>
                <a:lnTo>
                  <a:pt x="1251166" y="713172"/>
                </a:lnTo>
                <a:lnTo>
                  <a:pt x="1244923" y="728076"/>
                </a:lnTo>
                <a:lnTo>
                  <a:pt x="1241802" y="740009"/>
                </a:lnTo>
                <a:lnTo>
                  <a:pt x="1238680" y="754928"/>
                </a:lnTo>
                <a:lnTo>
                  <a:pt x="1235559" y="763873"/>
                </a:lnTo>
                <a:lnTo>
                  <a:pt x="1235559" y="775805"/>
                </a:lnTo>
                <a:lnTo>
                  <a:pt x="1232438" y="788111"/>
                </a:lnTo>
                <a:lnTo>
                  <a:pt x="1232438" y="797056"/>
                </a:lnTo>
                <a:lnTo>
                  <a:pt x="1232438" y="808989"/>
                </a:lnTo>
                <a:lnTo>
                  <a:pt x="1229317" y="820921"/>
                </a:lnTo>
                <a:lnTo>
                  <a:pt x="1229317" y="832853"/>
                </a:lnTo>
                <a:lnTo>
                  <a:pt x="1229317" y="844770"/>
                </a:lnTo>
                <a:lnTo>
                  <a:pt x="1225727" y="853731"/>
                </a:lnTo>
                <a:lnTo>
                  <a:pt x="1225727" y="865648"/>
                </a:lnTo>
                <a:lnTo>
                  <a:pt x="1222606" y="877580"/>
                </a:lnTo>
                <a:lnTo>
                  <a:pt x="1219485" y="889513"/>
                </a:lnTo>
                <a:lnTo>
                  <a:pt x="1216363" y="901445"/>
                </a:lnTo>
                <a:lnTo>
                  <a:pt x="1213242" y="910390"/>
                </a:lnTo>
                <a:lnTo>
                  <a:pt x="1206999" y="922323"/>
                </a:lnTo>
                <a:lnTo>
                  <a:pt x="1200913" y="934255"/>
                </a:lnTo>
                <a:lnTo>
                  <a:pt x="1194670" y="946187"/>
                </a:lnTo>
                <a:lnTo>
                  <a:pt x="1185307" y="958119"/>
                </a:lnTo>
                <a:lnTo>
                  <a:pt x="1175943" y="973024"/>
                </a:lnTo>
                <a:lnTo>
                  <a:pt x="1163458" y="984956"/>
                </a:lnTo>
                <a:lnTo>
                  <a:pt x="1150972" y="996888"/>
                </a:lnTo>
                <a:lnTo>
                  <a:pt x="1138487" y="1011807"/>
                </a:lnTo>
                <a:lnTo>
                  <a:pt x="1122881" y="1023724"/>
                </a:lnTo>
                <a:lnTo>
                  <a:pt x="1107274" y="1035657"/>
                </a:lnTo>
                <a:lnTo>
                  <a:pt x="1091668" y="1047589"/>
                </a:lnTo>
                <a:lnTo>
                  <a:pt x="1072940" y="1059521"/>
                </a:lnTo>
                <a:lnTo>
                  <a:pt x="1057334" y="1071453"/>
                </a:lnTo>
                <a:lnTo>
                  <a:pt x="1038762" y="1083386"/>
                </a:lnTo>
                <a:lnTo>
                  <a:pt x="1020035" y="1092331"/>
                </a:lnTo>
                <a:lnTo>
                  <a:pt x="1001307" y="1104263"/>
                </a:lnTo>
                <a:lnTo>
                  <a:pt x="982579" y="1113209"/>
                </a:lnTo>
                <a:lnTo>
                  <a:pt x="963852" y="1122154"/>
                </a:lnTo>
                <a:lnTo>
                  <a:pt x="948245" y="1131100"/>
                </a:lnTo>
                <a:lnTo>
                  <a:pt x="929517" y="1140045"/>
                </a:lnTo>
                <a:lnTo>
                  <a:pt x="879733" y="1160923"/>
                </a:lnTo>
                <a:lnTo>
                  <a:pt x="829792" y="1178829"/>
                </a:lnTo>
                <a:lnTo>
                  <a:pt x="786095" y="1190761"/>
                </a:lnTo>
                <a:lnTo>
                  <a:pt x="742397" y="1199707"/>
                </a:lnTo>
                <a:lnTo>
                  <a:pt x="701976" y="1205665"/>
                </a:lnTo>
                <a:lnTo>
                  <a:pt x="664521" y="1205665"/>
                </a:lnTo>
                <a:lnTo>
                  <a:pt x="630186" y="1202678"/>
                </a:lnTo>
                <a:lnTo>
                  <a:pt x="595852" y="1196720"/>
                </a:lnTo>
                <a:lnTo>
                  <a:pt x="564327" y="1187774"/>
                </a:lnTo>
                <a:lnTo>
                  <a:pt x="533115" y="1175842"/>
                </a:lnTo>
                <a:lnTo>
                  <a:pt x="505023" y="1160923"/>
                </a:lnTo>
                <a:lnTo>
                  <a:pt x="477088" y="1143032"/>
                </a:lnTo>
                <a:lnTo>
                  <a:pt x="448996" y="1125141"/>
                </a:lnTo>
                <a:lnTo>
                  <a:pt x="420904" y="1104263"/>
                </a:lnTo>
                <a:lnTo>
                  <a:pt x="395934" y="1080399"/>
                </a:lnTo>
                <a:lnTo>
                  <a:pt x="370964" y="1056534"/>
                </a:lnTo>
                <a:lnTo>
                  <a:pt x="342872" y="1029698"/>
                </a:lnTo>
                <a:lnTo>
                  <a:pt x="321179" y="1005834"/>
                </a:lnTo>
                <a:lnTo>
                  <a:pt x="296209" y="978997"/>
                </a:lnTo>
                <a:lnTo>
                  <a:pt x="271239" y="952146"/>
                </a:lnTo>
                <a:lnTo>
                  <a:pt x="249390" y="925309"/>
                </a:lnTo>
                <a:lnTo>
                  <a:pt x="224420" y="898458"/>
                </a:lnTo>
                <a:lnTo>
                  <a:pt x="202571" y="871622"/>
                </a:lnTo>
                <a:lnTo>
                  <a:pt x="180722" y="844770"/>
                </a:lnTo>
                <a:lnTo>
                  <a:pt x="159029" y="817934"/>
                </a:lnTo>
                <a:lnTo>
                  <a:pt x="137180" y="791098"/>
                </a:lnTo>
                <a:lnTo>
                  <a:pt x="118452" y="763873"/>
                </a:lnTo>
                <a:lnTo>
                  <a:pt x="99724" y="737037"/>
                </a:lnTo>
                <a:lnTo>
                  <a:pt x="84118" y="713172"/>
                </a:lnTo>
                <a:lnTo>
                  <a:pt x="65390" y="686321"/>
                </a:lnTo>
                <a:lnTo>
                  <a:pt x="52905" y="665443"/>
                </a:lnTo>
                <a:lnTo>
                  <a:pt x="40420" y="641594"/>
                </a:lnTo>
                <a:lnTo>
                  <a:pt x="31056" y="623688"/>
                </a:lnTo>
                <a:lnTo>
                  <a:pt x="21692" y="608784"/>
                </a:lnTo>
                <a:lnTo>
                  <a:pt x="15606" y="590878"/>
                </a:lnTo>
                <a:lnTo>
                  <a:pt x="9363" y="575974"/>
                </a:lnTo>
                <a:lnTo>
                  <a:pt x="6242" y="561055"/>
                </a:lnTo>
                <a:lnTo>
                  <a:pt x="3121" y="543164"/>
                </a:lnTo>
                <a:lnTo>
                  <a:pt x="3121" y="528245"/>
                </a:lnTo>
                <a:lnTo>
                  <a:pt x="0" y="510354"/>
                </a:lnTo>
                <a:lnTo>
                  <a:pt x="3121" y="492463"/>
                </a:lnTo>
                <a:lnTo>
                  <a:pt x="3121" y="474572"/>
                </a:lnTo>
                <a:lnTo>
                  <a:pt x="9363" y="456666"/>
                </a:lnTo>
                <a:lnTo>
                  <a:pt x="12485" y="435788"/>
                </a:lnTo>
                <a:lnTo>
                  <a:pt x="18571" y="414911"/>
                </a:lnTo>
                <a:lnTo>
                  <a:pt x="27935" y="391046"/>
                </a:lnTo>
                <a:lnTo>
                  <a:pt x="34178" y="364210"/>
                </a:lnTo>
                <a:lnTo>
                  <a:pt x="46663" y="334386"/>
                </a:lnTo>
                <a:lnTo>
                  <a:pt x="59148" y="304190"/>
                </a:lnTo>
                <a:lnTo>
                  <a:pt x="74754" y="271350"/>
                </a:lnTo>
                <a:lnTo>
                  <a:pt x="90361" y="238495"/>
                </a:lnTo>
                <a:lnTo>
                  <a:pt x="112210" y="205790"/>
                </a:lnTo>
                <a:lnTo>
                  <a:pt x="134059" y="172935"/>
                </a:lnTo>
                <a:lnTo>
                  <a:pt x="159029" y="143067"/>
                </a:lnTo>
                <a:lnTo>
                  <a:pt x="183843" y="113348"/>
                </a:lnTo>
                <a:lnTo>
                  <a:pt x="215056" y="86467"/>
                </a:lnTo>
                <a:lnTo>
                  <a:pt x="249390" y="59586"/>
                </a:lnTo>
                <a:lnTo>
                  <a:pt x="286845" y="38679"/>
                </a:lnTo>
                <a:lnTo>
                  <a:pt x="330543" y="20907"/>
                </a:lnTo>
                <a:lnTo>
                  <a:pt x="374085" y="8960"/>
                </a:lnTo>
                <a:lnTo>
                  <a:pt x="424026" y="2986"/>
                </a:lnTo>
                <a:lnTo>
                  <a:pt x="477088" y="0"/>
                </a:lnTo>
                <a:lnTo>
                  <a:pt x="536236" y="2986"/>
                </a:lnTo>
                <a:lnTo>
                  <a:pt x="598974" y="14933"/>
                </a:lnTo>
                <a:lnTo>
                  <a:pt x="667642" y="32705"/>
                </a:lnTo>
              </a:path>
            </a:pathLst>
          </a:custGeom>
          <a:ln w="1827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" name="object 15"/>
          <p:cNvSpPr/>
          <p:nvPr/>
        </p:nvSpPr>
        <p:spPr>
          <a:xfrm>
            <a:off x="3669400" y="4094374"/>
            <a:ext cx="1273015" cy="1071424"/>
          </a:xfrm>
          <a:custGeom>
            <a:avLst/>
            <a:gdLst/>
            <a:ahLst/>
            <a:cxnLst/>
            <a:rect l="l" t="t" r="r" b="b"/>
            <a:pathLst>
              <a:path w="1273015" h="1071424">
                <a:moveTo>
                  <a:pt x="633308" y="41665"/>
                </a:moveTo>
                <a:lnTo>
                  <a:pt x="670763" y="35692"/>
                </a:lnTo>
                <a:lnTo>
                  <a:pt x="705097" y="29718"/>
                </a:lnTo>
                <a:lnTo>
                  <a:pt x="739275" y="26731"/>
                </a:lnTo>
                <a:lnTo>
                  <a:pt x="773609" y="20758"/>
                </a:lnTo>
                <a:lnTo>
                  <a:pt x="804822" y="14784"/>
                </a:lnTo>
                <a:lnTo>
                  <a:pt x="836035" y="11797"/>
                </a:lnTo>
                <a:lnTo>
                  <a:pt x="867560" y="5973"/>
                </a:lnTo>
                <a:lnTo>
                  <a:pt x="895652" y="2986"/>
                </a:lnTo>
                <a:lnTo>
                  <a:pt x="923743" y="0"/>
                </a:lnTo>
                <a:lnTo>
                  <a:pt x="948713" y="0"/>
                </a:lnTo>
                <a:lnTo>
                  <a:pt x="973528" y="0"/>
                </a:lnTo>
                <a:lnTo>
                  <a:pt x="995377" y="0"/>
                </a:lnTo>
                <a:lnTo>
                  <a:pt x="1020347" y="2986"/>
                </a:lnTo>
                <a:lnTo>
                  <a:pt x="1042196" y="8811"/>
                </a:lnTo>
                <a:lnTo>
                  <a:pt x="1060923" y="14784"/>
                </a:lnTo>
                <a:lnTo>
                  <a:pt x="1079651" y="20758"/>
                </a:lnTo>
                <a:lnTo>
                  <a:pt x="1098379" y="29718"/>
                </a:lnTo>
                <a:lnTo>
                  <a:pt x="1117107" y="41665"/>
                </a:lnTo>
                <a:lnTo>
                  <a:pt x="1132557" y="56599"/>
                </a:lnTo>
                <a:lnTo>
                  <a:pt x="1151285" y="74520"/>
                </a:lnTo>
                <a:lnTo>
                  <a:pt x="1166891" y="95428"/>
                </a:lnTo>
                <a:lnTo>
                  <a:pt x="1182497" y="116186"/>
                </a:lnTo>
                <a:lnTo>
                  <a:pt x="1194983" y="143067"/>
                </a:lnTo>
                <a:lnTo>
                  <a:pt x="1207468" y="166961"/>
                </a:lnTo>
                <a:lnTo>
                  <a:pt x="1219953" y="197158"/>
                </a:lnTo>
                <a:lnTo>
                  <a:pt x="1229317" y="226981"/>
                </a:lnTo>
                <a:lnTo>
                  <a:pt x="1238680" y="256804"/>
                </a:lnTo>
                <a:lnTo>
                  <a:pt x="1248044" y="286628"/>
                </a:lnTo>
                <a:lnTo>
                  <a:pt x="1254287" y="316466"/>
                </a:lnTo>
                <a:lnTo>
                  <a:pt x="1260529" y="349276"/>
                </a:lnTo>
                <a:lnTo>
                  <a:pt x="1266772" y="382071"/>
                </a:lnTo>
                <a:lnTo>
                  <a:pt x="1269893" y="411909"/>
                </a:lnTo>
                <a:lnTo>
                  <a:pt x="1269893" y="441732"/>
                </a:lnTo>
                <a:lnTo>
                  <a:pt x="1273015" y="471555"/>
                </a:lnTo>
                <a:lnTo>
                  <a:pt x="1269893" y="498392"/>
                </a:lnTo>
                <a:lnTo>
                  <a:pt x="1269893" y="525243"/>
                </a:lnTo>
                <a:lnTo>
                  <a:pt x="1266772" y="552079"/>
                </a:lnTo>
                <a:lnTo>
                  <a:pt x="1260529" y="575944"/>
                </a:lnTo>
                <a:lnTo>
                  <a:pt x="1257408" y="587876"/>
                </a:lnTo>
                <a:lnTo>
                  <a:pt x="1254287" y="599808"/>
                </a:lnTo>
                <a:lnTo>
                  <a:pt x="1251166" y="611740"/>
                </a:lnTo>
                <a:lnTo>
                  <a:pt x="1248044" y="623658"/>
                </a:lnTo>
                <a:lnTo>
                  <a:pt x="1241802" y="632618"/>
                </a:lnTo>
                <a:lnTo>
                  <a:pt x="1238680" y="644550"/>
                </a:lnTo>
                <a:lnTo>
                  <a:pt x="1235559" y="653869"/>
                </a:lnTo>
                <a:lnTo>
                  <a:pt x="1229317" y="665802"/>
                </a:lnTo>
                <a:lnTo>
                  <a:pt x="1226195" y="674747"/>
                </a:lnTo>
                <a:lnTo>
                  <a:pt x="1223074" y="686679"/>
                </a:lnTo>
                <a:lnTo>
                  <a:pt x="1219953" y="698597"/>
                </a:lnTo>
                <a:lnTo>
                  <a:pt x="1216831" y="710529"/>
                </a:lnTo>
                <a:lnTo>
                  <a:pt x="1213710" y="722461"/>
                </a:lnTo>
                <a:lnTo>
                  <a:pt x="1210589" y="734393"/>
                </a:lnTo>
                <a:lnTo>
                  <a:pt x="1207468" y="749312"/>
                </a:lnTo>
                <a:lnTo>
                  <a:pt x="1207468" y="764217"/>
                </a:lnTo>
                <a:lnTo>
                  <a:pt x="1207468" y="773162"/>
                </a:lnTo>
                <a:lnTo>
                  <a:pt x="1207468" y="785094"/>
                </a:lnTo>
                <a:lnTo>
                  <a:pt x="1207468" y="794040"/>
                </a:lnTo>
                <a:lnTo>
                  <a:pt x="1207468" y="805972"/>
                </a:lnTo>
                <a:lnTo>
                  <a:pt x="1207468" y="814917"/>
                </a:lnTo>
                <a:lnTo>
                  <a:pt x="1207468" y="826850"/>
                </a:lnTo>
                <a:lnTo>
                  <a:pt x="1207468" y="838782"/>
                </a:lnTo>
                <a:lnTo>
                  <a:pt x="1204346" y="850714"/>
                </a:lnTo>
                <a:lnTo>
                  <a:pt x="1204346" y="859660"/>
                </a:lnTo>
                <a:lnTo>
                  <a:pt x="1204346" y="871592"/>
                </a:lnTo>
                <a:lnTo>
                  <a:pt x="1204346" y="883524"/>
                </a:lnTo>
                <a:lnTo>
                  <a:pt x="1201225" y="892470"/>
                </a:lnTo>
                <a:lnTo>
                  <a:pt x="1198104" y="901415"/>
                </a:lnTo>
                <a:lnTo>
                  <a:pt x="1198104" y="913347"/>
                </a:lnTo>
                <a:lnTo>
                  <a:pt x="1191861" y="922293"/>
                </a:lnTo>
                <a:lnTo>
                  <a:pt x="1188740" y="931238"/>
                </a:lnTo>
                <a:lnTo>
                  <a:pt x="1185619" y="940184"/>
                </a:lnTo>
                <a:lnTo>
                  <a:pt x="1179376" y="946157"/>
                </a:lnTo>
                <a:lnTo>
                  <a:pt x="1173134" y="952116"/>
                </a:lnTo>
                <a:lnTo>
                  <a:pt x="1163770" y="961076"/>
                </a:lnTo>
                <a:lnTo>
                  <a:pt x="1154406" y="967035"/>
                </a:lnTo>
                <a:lnTo>
                  <a:pt x="1141921" y="970022"/>
                </a:lnTo>
                <a:lnTo>
                  <a:pt x="1129436" y="975980"/>
                </a:lnTo>
                <a:lnTo>
                  <a:pt x="1117107" y="978967"/>
                </a:lnTo>
                <a:lnTo>
                  <a:pt x="1101500" y="981954"/>
                </a:lnTo>
                <a:lnTo>
                  <a:pt x="1085894" y="984926"/>
                </a:lnTo>
                <a:lnTo>
                  <a:pt x="1070287" y="984926"/>
                </a:lnTo>
                <a:lnTo>
                  <a:pt x="1051560" y="984926"/>
                </a:lnTo>
                <a:lnTo>
                  <a:pt x="1035953" y="984926"/>
                </a:lnTo>
                <a:lnTo>
                  <a:pt x="1017225" y="984926"/>
                </a:lnTo>
                <a:lnTo>
                  <a:pt x="998498" y="984926"/>
                </a:lnTo>
                <a:lnTo>
                  <a:pt x="979770" y="981954"/>
                </a:lnTo>
                <a:lnTo>
                  <a:pt x="958077" y="981954"/>
                </a:lnTo>
                <a:lnTo>
                  <a:pt x="939349" y="978967"/>
                </a:lnTo>
                <a:lnTo>
                  <a:pt x="920622" y="978967"/>
                </a:lnTo>
                <a:lnTo>
                  <a:pt x="901894" y="975980"/>
                </a:lnTo>
                <a:lnTo>
                  <a:pt x="883166" y="975980"/>
                </a:lnTo>
                <a:lnTo>
                  <a:pt x="861317" y="972994"/>
                </a:lnTo>
                <a:lnTo>
                  <a:pt x="845399" y="972994"/>
                </a:lnTo>
                <a:lnTo>
                  <a:pt x="826671" y="972994"/>
                </a:lnTo>
                <a:lnTo>
                  <a:pt x="779852" y="970022"/>
                </a:lnTo>
                <a:lnTo>
                  <a:pt x="736154" y="970022"/>
                </a:lnTo>
                <a:lnTo>
                  <a:pt x="695733" y="972994"/>
                </a:lnTo>
                <a:lnTo>
                  <a:pt x="661399" y="978967"/>
                </a:lnTo>
                <a:lnTo>
                  <a:pt x="627065" y="984926"/>
                </a:lnTo>
                <a:lnTo>
                  <a:pt x="598974" y="990900"/>
                </a:lnTo>
                <a:lnTo>
                  <a:pt x="571038" y="996858"/>
                </a:lnTo>
                <a:lnTo>
                  <a:pt x="546068" y="1005804"/>
                </a:lnTo>
                <a:lnTo>
                  <a:pt x="524219" y="1014749"/>
                </a:lnTo>
                <a:lnTo>
                  <a:pt x="502370" y="1023709"/>
                </a:lnTo>
                <a:lnTo>
                  <a:pt x="483642" y="1032655"/>
                </a:lnTo>
                <a:lnTo>
                  <a:pt x="464915" y="1041600"/>
                </a:lnTo>
                <a:lnTo>
                  <a:pt x="449308" y="1050546"/>
                </a:lnTo>
                <a:lnTo>
                  <a:pt x="433702" y="1056505"/>
                </a:lnTo>
                <a:lnTo>
                  <a:pt x="418095" y="1062478"/>
                </a:lnTo>
                <a:lnTo>
                  <a:pt x="402645" y="1068437"/>
                </a:lnTo>
                <a:lnTo>
                  <a:pt x="390160" y="1071424"/>
                </a:lnTo>
                <a:lnTo>
                  <a:pt x="374553" y="1071424"/>
                </a:lnTo>
                <a:lnTo>
                  <a:pt x="362068" y="1071424"/>
                </a:lnTo>
                <a:lnTo>
                  <a:pt x="346462" y="1068437"/>
                </a:lnTo>
                <a:lnTo>
                  <a:pt x="330855" y="1062478"/>
                </a:lnTo>
                <a:lnTo>
                  <a:pt x="315249" y="1056505"/>
                </a:lnTo>
                <a:lnTo>
                  <a:pt x="302764" y="1047559"/>
                </a:lnTo>
                <a:lnTo>
                  <a:pt x="287157" y="1035627"/>
                </a:lnTo>
                <a:lnTo>
                  <a:pt x="271551" y="1023709"/>
                </a:lnTo>
                <a:lnTo>
                  <a:pt x="255945" y="1011777"/>
                </a:lnTo>
                <a:lnTo>
                  <a:pt x="240494" y="996858"/>
                </a:lnTo>
                <a:lnTo>
                  <a:pt x="224888" y="978967"/>
                </a:lnTo>
                <a:lnTo>
                  <a:pt x="206160" y="961076"/>
                </a:lnTo>
                <a:lnTo>
                  <a:pt x="190086" y="943170"/>
                </a:lnTo>
                <a:lnTo>
                  <a:pt x="174635" y="922293"/>
                </a:lnTo>
                <a:lnTo>
                  <a:pt x="159029" y="901415"/>
                </a:lnTo>
                <a:lnTo>
                  <a:pt x="143422" y="880537"/>
                </a:lnTo>
                <a:lnTo>
                  <a:pt x="127816" y="859660"/>
                </a:lnTo>
                <a:lnTo>
                  <a:pt x="112210" y="835795"/>
                </a:lnTo>
                <a:lnTo>
                  <a:pt x="96603" y="814917"/>
                </a:lnTo>
                <a:lnTo>
                  <a:pt x="84118" y="791068"/>
                </a:lnTo>
                <a:lnTo>
                  <a:pt x="68512" y="767203"/>
                </a:lnTo>
                <a:lnTo>
                  <a:pt x="59148" y="743339"/>
                </a:lnTo>
                <a:lnTo>
                  <a:pt x="46663" y="722461"/>
                </a:lnTo>
                <a:lnTo>
                  <a:pt x="37299" y="698597"/>
                </a:lnTo>
                <a:lnTo>
                  <a:pt x="27935" y="677719"/>
                </a:lnTo>
                <a:lnTo>
                  <a:pt x="18571" y="653869"/>
                </a:lnTo>
                <a:lnTo>
                  <a:pt x="12485" y="632618"/>
                </a:lnTo>
                <a:lnTo>
                  <a:pt x="9363" y="614712"/>
                </a:lnTo>
                <a:lnTo>
                  <a:pt x="3121" y="593835"/>
                </a:lnTo>
                <a:lnTo>
                  <a:pt x="3121" y="575944"/>
                </a:lnTo>
                <a:lnTo>
                  <a:pt x="0" y="555066"/>
                </a:lnTo>
                <a:lnTo>
                  <a:pt x="0" y="537175"/>
                </a:lnTo>
                <a:lnTo>
                  <a:pt x="3121" y="522256"/>
                </a:lnTo>
                <a:lnTo>
                  <a:pt x="6242" y="504365"/>
                </a:lnTo>
                <a:lnTo>
                  <a:pt x="9363" y="486474"/>
                </a:lnTo>
                <a:lnTo>
                  <a:pt x="12485" y="468568"/>
                </a:lnTo>
                <a:lnTo>
                  <a:pt x="15606" y="450677"/>
                </a:lnTo>
                <a:lnTo>
                  <a:pt x="21692" y="435758"/>
                </a:lnTo>
                <a:lnTo>
                  <a:pt x="27935" y="417867"/>
                </a:lnTo>
                <a:lnTo>
                  <a:pt x="34178" y="399977"/>
                </a:lnTo>
                <a:lnTo>
                  <a:pt x="43541" y="382071"/>
                </a:lnTo>
                <a:lnTo>
                  <a:pt x="49784" y="364180"/>
                </a:lnTo>
                <a:lnTo>
                  <a:pt x="59148" y="343302"/>
                </a:lnTo>
                <a:lnTo>
                  <a:pt x="65390" y="325411"/>
                </a:lnTo>
                <a:lnTo>
                  <a:pt x="74754" y="304533"/>
                </a:lnTo>
                <a:lnTo>
                  <a:pt x="87239" y="274710"/>
                </a:lnTo>
                <a:lnTo>
                  <a:pt x="99724" y="244872"/>
                </a:lnTo>
                <a:lnTo>
                  <a:pt x="112210" y="215049"/>
                </a:lnTo>
                <a:lnTo>
                  <a:pt x="127816" y="185226"/>
                </a:lnTo>
                <a:lnTo>
                  <a:pt x="143422" y="155029"/>
                </a:lnTo>
                <a:lnTo>
                  <a:pt x="162150" y="125146"/>
                </a:lnTo>
                <a:lnTo>
                  <a:pt x="183843" y="98414"/>
                </a:lnTo>
                <a:lnTo>
                  <a:pt x="206160" y="74520"/>
                </a:lnTo>
                <a:lnTo>
                  <a:pt x="234252" y="50626"/>
                </a:lnTo>
                <a:lnTo>
                  <a:pt x="265309" y="32705"/>
                </a:lnTo>
                <a:lnTo>
                  <a:pt x="302764" y="17771"/>
                </a:lnTo>
                <a:lnTo>
                  <a:pt x="343341" y="8811"/>
                </a:lnTo>
                <a:lnTo>
                  <a:pt x="390160" y="2986"/>
                </a:lnTo>
                <a:lnTo>
                  <a:pt x="439944" y="2986"/>
                </a:lnTo>
                <a:lnTo>
                  <a:pt x="499249" y="8811"/>
                </a:lnTo>
                <a:lnTo>
                  <a:pt x="561674" y="23745"/>
                </a:lnTo>
                <a:lnTo>
                  <a:pt x="633308" y="41665"/>
                </a:lnTo>
              </a:path>
            </a:pathLst>
          </a:custGeom>
          <a:ln w="1823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78740" y="159670"/>
            <a:ext cx="364032" cy="330200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dirty="0" smtClean="0" sz="2400" spc="-47" b="1">
                <a:latin typeface="Arial"/>
                <a:cs typeface="Arial"/>
              </a:rPr>
              <a:t>A</a:t>
            </a:r>
            <a:r>
              <a:rPr dirty="0" smtClean="0" sz="2400" spc="-47" b="1"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67055" y="159670"/>
            <a:ext cx="1981301" cy="330200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dirty="0" smtClean="0" sz="2400" spc="-2" b="1">
                <a:latin typeface="Arial"/>
                <a:cs typeface="Arial"/>
              </a:rPr>
              <a:t>Pen</a:t>
            </a:r>
            <a:r>
              <a:rPr dirty="0" smtClean="0" sz="2400" spc="-2" b="1">
                <a:latin typeface="Arial"/>
                <a:cs typeface="Arial"/>
              </a:rPr>
              <a:t>d</a:t>
            </a:r>
            <a:r>
              <a:rPr dirty="0" smtClean="0" sz="2400" spc="-2" b="1">
                <a:latin typeface="Arial"/>
                <a:cs typeface="Arial"/>
              </a:rPr>
              <a:t>ah</a:t>
            </a:r>
            <a:r>
              <a:rPr dirty="0" smtClean="0" sz="2400" spc="-2" b="1">
                <a:latin typeface="Arial"/>
                <a:cs typeface="Arial"/>
              </a:rPr>
              <a:t>u</a:t>
            </a:r>
            <a:r>
              <a:rPr dirty="0" smtClean="0" sz="2400" spc="-2" b="1">
                <a:latin typeface="Arial"/>
                <a:cs typeface="Arial"/>
              </a:rPr>
              <a:t>l</a:t>
            </a:r>
            <a:r>
              <a:rPr dirty="0" smtClean="0" sz="2400" spc="-2" b="1">
                <a:latin typeface="Arial"/>
                <a:cs typeface="Arial"/>
              </a:rPr>
              <a:t>u</a:t>
            </a:r>
            <a:r>
              <a:rPr dirty="0" smtClean="0" sz="2400" spc="-2" b="1">
                <a:latin typeface="Arial"/>
                <a:cs typeface="Arial"/>
              </a:rPr>
              <a:t>an</a:t>
            </a:r>
            <a:endParaRPr sz="24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35940" y="904227"/>
            <a:ext cx="3910239" cy="381317"/>
          </a:xfrm>
          <a:prstGeom prst="rect">
            <a:avLst/>
          </a:prstGeom>
        </p:spPr>
        <p:txBody>
          <a:bodyPr wrap="square" lIns="0" tIns="18796" rIns="0" bIns="0" rtlCol="0">
            <a:noAutofit/>
          </a:bodyPr>
          <a:lstStyle/>
          <a:p>
            <a:pPr marL="12700">
              <a:lnSpc>
                <a:spcPts val="2960"/>
              </a:lnSpc>
            </a:pPr>
            <a:r>
              <a:rPr dirty="0" smtClean="0" sz="2800" spc="-1" b="1" u="heavy">
                <a:solidFill>
                  <a:srgbClr val="3333CC"/>
                </a:solidFill>
                <a:latin typeface="Times New Roman"/>
                <a:cs typeface="Times New Roman"/>
              </a:rPr>
              <a:t>Rep</a:t>
            </a:r>
            <a:r>
              <a:rPr dirty="0" smtClean="0" sz="2800" spc="-1" b="1" u="heavy">
                <a:solidFill>
                  <a:srgbClr val="3333CC"/>
                </a:solidFill>
                <a:latin typeface="Times New Roman"/>
                <a:cs typeface="Times New Roman"/>
              </a:rPr>
              <a:t>r</a:t>
            </a:r>
            <a:r>
              <a:rPr dirty="0" smtClean="0" sz="2800" spc="-1" b="1" u="heavy">
                <a:solidFill>
                  <a:srgbClr val="3333CC"/>
                </a:solidFill>
                <a:latin typeface="Times New Roman"/>
                <a:cs typeface="Times New Roman"/>
              </a:rPr>
              <a:t>e</a:t>
            </a:r>
            <a:r>
              <a:rPr dirty="0" smtClean="0" sz="2800" spc="-1" b="1" u="heavy">
                <a:solidFill>
                  <a:srgbClr val="3333CC"/>
                </a:solidFill>
                <a:latin typeface="Times New Roman"/>
                <a:cs typeface="Times New Roman"/>
              </a:rPr>
              <a:t>s</a:t>
            </a:r>
            <a:r>
              <a:rPr dirty="0" smtClean="0" sz="2800" spc="-1" b="1" u="heavy">
                <a:solidFill>
                  <a:srgbClr val="3333CC"/>
                </a:solidFill>
                <a:latin typeface="Times New Roman"/>
                <a:cs typeface="Times New Roman"/>
              </a:rPr>
              <a:t>en</a:t>
            </a:r>
            <a:r>
              <a:rPr dirty="0" smtClean="0" sz="2800" spc="-1" b="1" u="heavy">
                <a:solidFill>
                  <a:srgbClr val="3333CC"/>
                </a:solidFill>
                <a:latin typeface="Times New Roman"/>
                <a:cs typeface="Times New Roman"/>
              </a:rPr>
              <a:t>t</a:t>
            </a:r>
            <a:r>
              <a:rPr dirty="0" smtClean="0" sz="2800" spc="-1" b="1" u="heavy">
                <a:solidFill>
                  <a:srgbClr val="3333CC"/>
                </a:solidFill>
                <a:latin typeface="Times New Roman"/>
                <a:cs typeface="Times New Roman"/>
              </a:rPr>
              <a:t>asi</a:t>
            </a:r>
            <a:r>
              <a:rPr dirty="0" smtClean="0" sz="2800" spc="-1" b="1" u="heavy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2800" spc="-1" b="1" u="heavy">
                <a:solidFill>
                  <a:srgbClr val="3333CC"/>
                </a:solidFill>
                <a:latin typeface="Times New Roman"/>
                <a:cs typeface="Times New Roman"/>
              </a:rPr>
              <a:t>ca</a:t>
            </a:r>
            <a:r>
              <a:rPr dirty="0" smtClean="0" sz="2800" spc="-1" b="1" u="heavy">
                <a:solidFill>
                  <a:srgbClr val="3333CC"/>
                </a:solidFill>
                <a:latin typeface="Times New Roman"/>
                <a:cs typeface="Times New Roman"/>
              </a:rPr>
              <a:t>k</a:t>
            </a:r>
            <a:r>
              <a:rPr dirty="0" smtClean="0" sz="2800" spc="-1" b="1" u="heavy">
                <a:solidFill>
                  <a:srgbClr val="3333CC"/>
                </a:solidFill>
                <a:latin typeface="Times New Roman"/>
                <a:cs typeface="Times New Roman"/>
              </a:rPr>
              <a:t>u</a:t>
            </a:r>
            <a:r>
              <a:rPr dirty="0" smtClean="0" sz="2800" spc="-1" b="1" u="heavy">
                <a:solidFill>
                  <a:srgbClr val="3333CC"/>
                </a:solidFill>
                <a:latin typeface="Times New Roman"/>
                <a:cs typeface="Times New Roman"/>
              </a:rPr>
              <a:t>p</a:t>
            </a:r>
            <a:r>
              <a:rPr dirty="0" smtClean="0" sz="2800" spc="-1" b="1" u="heavy">
                <a:solidFill>
                  <a:srgbClr val="3333CC"/>
                </a:solidFill>
                <a:latin typeface="Times New Roman"/>
                <a:cs typeface="Times New Roman"/>
              </a:rPr>
              <a:t>an</a:t>
            </a:r>
            <a:r>
              <a:rPr dirty="0" smtClean="0" sz="2800" spc="-1" b="1" u="heavy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2800" spc="-1" b="1" u="heavy">
                <a:solidFill>
                  <a:srgbClr val="3333CC"/>
                </a:solidFill>
                <a:latin typeface="Times New Roman"/>
                <a:cs typeface="Times New Roman"/>
              </a:rPr>
              <a:t>s</a:t>
            </a:r>
            <a:r>
              <a:rPr dirty="0" smtClean="0" sz="2800" spc="-1" b="1" u="heavy">
                <a:solidFill>
                  <a:srgbClr val="3333CC"/>
                </a:solidFill>
                <a:latin typeface="Times New Roman"/>
                <a:cs typeface="Times New Roman"/>
              </a:rPr>
              <a:t>e</a:t>
            </a:r>
            <a:r>
              <a:rPr dirty="0" smtClean="0" sz="2800" spc="-1" b="1" u="heavy">
                <a:solidFill>
                  <a:srgbClr val="3333CC"/>
                </a:solidFill>
                <a:latin typeface="Times New Roman"/>
                <a:cs typeface="Times New Roman"/>
              </a:rPr>
              <a:t>l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28382" y="1431688"/>
            <a:ext cx="7810000" cy="1393969"/>
          </a:xfrm>
          <a:prstGeom prst="rect">
            <a:avLst/>
          </a:prstGeom>
        </p:spPr>
        <p:txBody>
          <a:bodyPr wrap="square" lIns="0" tIns="16287" rIns="0" bIns="0" rtlCol="0">
            <a:noAutofit/>
          </a:bodyPr>
          <a:lstStyle/>
          <a:p>
            <a:pPr marL="12700" marR="39873">
              <a:lnSpc>
                <a:spcPts val="2565"/>
              </a:lnSpc>
            </a:pPr>
            <a:r>
              <a:rPr dirty="0" smtClean="0" sz="2400">
                <a:solidFill>
                  <a:srgbClr val="008000"/>
                </a:solidFill>
                <a:latin typeface="Wingdings"/>
                <a:cs typeface="Wingdings"/>
              </a:rPr>
              <a:t>✓</a:t>
            </a:r>
            <a:r>
              <a:rPr dirty="0" smtClean="0" sz="2400" spc="13">
                <a:solidFill>
                  <a:srgbClr val="008000"/>
                </a:solidFill>
                <a:latin typeface="Times New Roman"/>
                <a:cs typeface="Times New Roman"/>
              </a:rPr>
              <a:t> </a:t>
            </a:r>
            <a:r>
              <a:rPr dirty="0" smtClean="0" sz="2400" spc="13">
                <a:solidFill>
                  <a:srgbClr val="008000"/>
                </a:solidFill>
                <a:latin typeface="Times New Roman"/>
                <a:cs typeface="Times New Roman"/>
              </a:rPr>
              <a:t> </a:t>
            </a:r>
            <a:r>
              <a:rPr dirty="0" smtClean="0" sz="2400" spc="13">
                <a:latin typeface="Times New Roman"/>
                <a:cs typeface="Times New Roman"/>
              </a:rPr>
              <a:t>Sel</a:t>
            </a:r>
            <a:r>
              <a:rPr dirty="0" smtClean="0" sz="2400" spc="13">
                <a:latin typeface="Times New Roman"/>
                <a:cs typeface="Times New Roman"/>
              </a:rPr>
              <a:t> </a:t>
            </a:r>
            <a:r>
              <a:rPr dirty="0" smtClean="0" sz="2400" spc="13">
                <a:latin typeface="Times New Roman"/>
                <a:cs typeface="Times New Roman"/>
              </a:rPr>
              <a:t>m</a:t>
            </a:r>
            <a:r>
              <a:rPr dirty="0" smtClean="0" sz="2400" spc="13">
                <a:latin typeface="Times New Roman"/>
                <a:cs typeface="Times New Roman"/>
              </a:rPr>
              <a:t>enun</a:t>
            </a:r>
            <a:r>
              <a:rPr dirty="0" smtClean="0" sz="2400" spc="13">
                <a:latin typeface="Times New Roman"/>
                <a:cs typeface="Times New Roman"/>
              </a:rPr>
              <a:t>j</a:t>
            </a:r>
            <a:r>
              <a:rPr dirty="0" smtClean="0" sz="2400" spc="13">
                <a:latin typeface="Times New Roman"/>
                <a:cs typeface="Times New Roman"/>
              </a:rPr>
              <a:t>ukkan</a:t>
            </a:r>
            <a:r>
              <a:rPr dirty="0" smtClean="0" sz="2400" spc="13">
                <a:latin typeface="Times New Roman"/>
                <a:cs typeface="Times New Roman"/>
              </a:rPr>
              <a:t> </a:t>
            </a:r>
            <a:r>
              <a:rPr dirty="0" smtClean="0" sz="2400" spc="13">
                <a:latin typeface="Times New Roman"/>
                <a:cs typeface="Times New Roman"/>
              </a:rPr>
              <a:t>c</a:t>
            </a:r>
            <a:r>
              <a:rPr dirty="0" smtClean="0" sz="2400" spc="13">
                <a:latin typeface="Times New Roman"/>
                <a:cs typeface="Times New Roman"/>
              </a:rPr>
              <a:t>a</a:t>
            </a:r>
            <a:r>
              <a:rPr dirty="0" smtClean="0" sz="2400" spc="13">
                <a:latin typeface="Times New Roman"/>
                <a:cs typeface="Times New Roman"/>
              </a:rPr>
              <a:t>kupan</a:t>
            </a:r>
            <a:r>
              <a:rPr dirty="0" smtClean="0" sz="2400" spc="13">
                <a:latin typeface="Times New Roman"/>
                <a:cs typeface="Times New Roman"/>
              </a:rPr>
              <a:t> </a:t>
            </a:r>
            <a:r>
              <a:rPr dirty="0" smtClean="0" sz="2400" spc="13">
                <a:latin typeface="Times New Roman"/>
                <a:cs typeface="Times New Roman"/>
              </a:rPr>
              <a:t>sin</a:t>
            </a:r>
            <a:r>
              <a:rPr dirty="0" smtClean="0" sz="2400" spc="13">
                <a:latin typeface="Times New Roman"/>
                <a:cs typeface="Times New Roman"/>
              </a:rPr>
              <a:t>y</a:t>
            </a:r>
            <a:r>
              <a:rPr dirty="0" smtClean="0" sz="2400" spc="13">
                <a:latin typeface="Times New Roman"/>
                <a:cs typeface="Times New Roman"/>
              </a:rPr>
              <a:t>al</a:t>
            </a:r>
            <a:endParaRPr sz="2400">
              <a:latin typeface="Times New Roman"/>
              <a:cs typeface="Times New Roman"/>
            </a:endParaRPr>
          </a:p>
          <a:p>
            <a:pPr marL="469963" indent="-457263">
              <a:lnSpc>
                <a:spcPts val="2786"/>
              </a:lnSpc>
              <a:spcBef>
                <a:spcPts val="1220"/>
              </a:spcBef>
              <a:tabLst>
                <a:tab pos="469900" algn="l"/>
              </a:tabLst>
            </a:pPr>
            <a:r>
              <a:rPr dirty="0" smtClean="0" sz="2400">
                <a:solidFill>
                  <a:srgbClr val="008000"/>
                </a:solidFill>
                <a:latin typeface="Wingdings"/>
                <a:cs typeface="Wingdings"/>
              </a:rPr>
              <a:t>✓</a:t>
            </a:r>
            <a:r>
              <a:rPr dirty="0" smtClean="0" sz="2400">
                <a:solidFill>
                  <a:srgbClr val="008000"/>
                </a:solidFill>
                <a:latin typeface="Times New Roman"/>
                <a:cs typeface="Times New Roman"/>
              </a:rPr>
              <a:t>	</a:t>
            </a:r>
            <a:r>
              <a:rPr dirty="0" smtClean="0" sz="2400" spc="-1">
                <a:latin typeface="Times New Roman"/>
                <a:cs typeface="Times New Roman"/>
              </a:rPr>
              <a:t>Sel</a:t>
            </a:r>
            <a:r>
              <a:rPr dirty="0" smtClean="0" sz="2400" spc="-1">
                <a:latin typeface="Times New Roman"/>
                <a:cs typeface="Times New Roman"/>
              </a:rPr>
              <a:t> </a:t>
            </a:r>
            <a:r>
              <a:rPr dirty="0" smtClean="0" sz="2400" spc="-1">
                <a:latin typeface="Times New Roman"/>
                <a:cs typeface="Times New Roman"/>
              </a:rPr>
              <a:t>berb</a:t>
            </a:r>
            <a:r>
              <a:rPr dirty="0" smtClean="0" sz="2400" spc="-1">
                <a:latin typeface="Times New Roman"/>
                <a:cs typeface="Times New Roman"/>
              </a:rPr>
              <a:t>e</a:t>
            </a:r>
            <a:r>
              <a:rPr dirty="0" smtClean="0" sz="2400" spc="-1">
                <a:latin typeface="Times New Roman"/>
                <a:cs typeface="Times New Roman"/>
              </a:rPr>
              <a:t>n</a:t>
            </a:r>
            <a:r>
              <a:rPr dirty="0" smtClean="0" sz="2400" spc="-1">
                <a:latin typeface="Times New Roman"/>
                <a:cs typeface="Times New Roman"/>
              </a:rPr>
              <a:t>t</a:t>
            </a:r>
            <a:r>
              <a:rPr dirty="0" smtClean="0" sz="2400" spc="-1">
                <a:latin typeface="Times New Roman"/>
                <a:cs typeface="Times New Roman"/>
              </a:rPr>
              <a:t>uk</a:t>
            </a:r>
            <a:r>
              <a:rPr dirty="0" smtClean="0" sz="2400" spc="-1">
                <a:latin typeface="Times New Roman"/>
                <a:cs typeface="Times New Roman"/>
              </a:rPr>
              <a:t> </a:t>
            </a:r>
            <a:r>
              <a:rPr dirty="0" smtClean="0" sz="2400" spc="-1">
                <a:latin typeface="Times New Roman"/>
                <a:cs typeface="Times New Roman"/>
              </a:rPr>
              <a:t>heksagon</a:t>
            </a:r>
            <a:r>
              <a:rPr dirty="0" smtClean="0" sz="2400" spc="-1">
                <a:latin typeface="Times New Roman"/>
                <a:cs typeface="Times New Roman"/>
              </a:rPr>
              <a:t>a</a:t>
            </a:r>
            <a:r>
              <a:rPr dirty="0" smtClean="0" sz="2400" spc="-1">
                <a:latin typeface="Times New Roman"/>
                <a:cs typeface="Times New Roman"/>
              </a:rPr>
              <a:t>l</a:t>
            </a:r>
            <a:r>
              <a:rPr dirty="0" smtClean="0" sz="2400" spc="-1">
                <a:latin typeface="Times New Roman"/>
                <a:cs typeface="Times New Roman"/>
              </a:rPr>
              <a:t> </a:t>
            </a:r>
            <a:r>
              <a:rPr dirty="0" smtClean="0" sz="2400" spc="-1">
                <a:latin typeface="Times New Roman"/>
                <a:cs typeface="Times New Roman"/>
              </a:rPr>
              <a:t>(</a:t>
            </a:r>
            <a:r>
              <a:rPr dirty="0" smtClean="0" sz="2400" spc="-1">
                <a:latin typeface="Times New Roman"/>
                <a:cs typeface="Times New Roman"/>
              </a:rPr>
              <a:t> </a:t>
            </a:r>
            <a:r>
              <a:rPr dirty="0" smtClean="0" sz="2400" spc="-1">
                <a:latin typeface="Times New Roman"/>
                <a:cs typeface="Times New Roman"/>
              </a:rPr>
              <a:t>a</a:t>
            </a:r>
            <a:r>
              <a:rPr dirty="0" smtClean="0" sz="2400" spc="-1">
                <a:latin typeface="Times New Roman"/>
                <a:cs typeface="Times New Roman"/>
              </a:rPr>
              <a:t>t</a:t>
            </a:r>
            <a:r>
              <a:rPr dirty="0" smtClean="0" sz="2400" spc="-1">
                <a:latin typeface="Times New Roman"/>
                <a:cs typeface="Times New Roman"/>
              </a:rPr>
              <a:t>au</a:t>
            </a:r>
            <a:r>
              <a:rPr dirty="0" smtClean="0" sz="2400" spc="-1">
                <a:latin typeface="Times New Roman"/>
                <a:cs typeface="Times New Roman"/>
              </a:rPr>
              <a:t> </a:t>
            </a:r>
            <a:r>
              <a:rPr dirty="0" smtClean="0" sz="2400" spc="-1">
                <a:latin typeface="Times New Roman"/>
                <a:cs typeface="Times New Roman"/>
              </a:rPr>
              <a:t>b</a:t>
            </a:r>
            <a:r>
              <a:rPr dirty="0" smtClean="0" sz="2400" spc="-1">
                <a:latin typeface="Times New Roman"/>
                <a:cs typeface="Times New Roman"/>
              </a:rPr>
              <a:t>e</a:t>
            </a:r>
            <a:r>
              <a:rPr dirty="0" smtClean="0" sz="2400" spc="-1">
                <a:latin typeface="Times New Roman"/>
                <a:cs typeface="Times New Roman"/>
              </a:rPr>
              <a:t>n</a:t>
            </a:r>
            <a:r>
              <a:rPr dirty="0" smtClean="0" sz="2400" spc="-1">
                <a:latin typeface="Times New Roman"/>
                <a:cs typeface="Times New Roman"/>
              </a:rPr>
              <a:t>t</a:t>
            </a:r>
            <a:r>
              <a:rPr dirty="0" smtClean="0" sz="2400" spc="-1">
                <a:latin typeface="Times New Roman"/>
                <a:cs typeface="Times New Roman"/>
              </a:rPr>
              <a:t>uk</a:t>
            </a:r>
            <a:r>
              <a:rPr dirty="0" smtClean="0" sz="2400" spc="-1">
                <a:latin typeface="Times New Roman"/>
                <a:cs typeface="Times New Roman"/>
              </a:rPr>
              <a:t> </a:t>
            </a:r>
            <a:r>
              <a:rPr dirty="0" smtClean="0" sz="2400" spc="-1">
                <a:latin typeface="Times New Roman"/>
                <a:cs typeface="Times New Roman"/>
              </a:rPr>
              <a:t>y</a:t>
            </a:r>
            <a:r>
              <a:rPr dirty="0" smtClean="0" sz="2400" spc="-1">
                <a:latin typeface="Times New Roman"/>
                <a:cs typeface="Times New Roman"/>
              </a:rPr>
              <a:t>ang</a:t>
            </a:r>
            <a:r>
              <a:rPr dirty="0" smtClean="0" sz="2400" spc="-1">
                <a:latin typeface="Times New Roman"/>
                <a:cs typeface="Times New Roman"/>
              </a:rPr>
              <a:t> </a:t>
            </a:r>
            <a:r>
              <a:rPr dirty="0" smtClean="0" sz="2400" spc="-1">
                <a:latin typeface="Times New Roman"/>
                <a:cs typeface="Times New Roman"/>
              </a:rPr>
              <a:t>l</a:t>
            </a:r>
            <a:r>
              <a:rPr dirty="0" smtClean="0" sz="2400" spc="-1">
                <a:latin typeface="Times New Roman"/>
                <a:cs typeface="Times New Roman"/>
              </a:rPr>
              <a:t>a</a:t>
            </a:r>
            <a:r>
              <a:rPr dirty="0" smtClean="0" sz="2400" spc="-1">
                <a:latin typeface="Times New Roman"/>
                <a:cs typeface="Times New Roman"/>
              </a:rPr>
              <a:t>in</a:t>
            </a:r>
            <a:r>
              <a:rPr dirty="0" smtClean="0" sz="2400" spc="-1">
                <a:latin typeface="Times New Roman"/>
                <a:cs typeface="Times New Roman"/>
              </a:rPr>
              <a:t> </a:t>
            </a:r>
            <a:r>
              <a:rPr dirty="0" smtClean="0" sz="2400" spc="-1">
                <a:latin typeface="Times New Roman"/>
                <a:cs typeface="Times New Roman"/>
              </a:rPr>
              <a:t>)</a:t>
            </a:r>
            <a:r>
              <a:rPr dirty="0" smtClean="0" sz="2400" spc="-1">
                <a:latin typeface="Times New Roman"/>
                <a:cs typeface="Times New Roman"/>
              </a:rPr>
              <a:t> </a:t>
            </a:r>
            <a:r>
              <a:rPr dirty="0" smtClean="0" sz="2400" spc="-1">
                <a:latin typeface="Times New Roman"/>
                <a:cs typeface="Times New Roman"/>
              </a:rPr>
              <a:t>han</a:t>
            </a:r>
            <a:r>
              <a:rPr dirty="0" smtClean="0" sz="2400" spc="-1">
                <a:latin typeface="Times New Roman"/>
                <a:cs typeface="Times New Roman"/>
              </a:rPr>
              <a:t>y</a:t>
            </a:r>
            <a:r>
              <a:rPr dirty="0" smtClean="0" sz="2400" spc="-1">
                <a:latin typeface="Times New Roman"/>
                <a:cs typeface="Times New Roman"/>
              </a:rPr>
              <a:t>a</a:t>
            </a:r>
            <a:r>
              <a:rPr dirty="0" smtClean="0" sz="2400" spc="-1">
                <a:latin typeface="Times New Roman"/>
                <a:cs typeface="Times New Roman"/>
              </a:rPr>
              <a:t> </a:t>
            </a:r>
            <a:endParaRPr sz="2400">
              <a:latin typeface="Times New Roman"/>
              <a:cs typeface="Times New Roman"/>
            </a:endParaRPr>
          </a:p>
          <a:p>
            <a:pPr marL="469963">
              <a:lnSpc>
                <a:spcPts val="2759"/>
              </a:lnSpc>
              <a:tabLst>
                <a:tab pos="469900" algn="l"/>
              </a:tabLst>
            </a:pPr>
            <a:r>
              <a:rPr dirty="0" smtClean="0" sz="2400" spc="-2">
                <a:latin typeface="Times New Roman"/>
                <a:cs typeface="Times New Roman"/>
              </a:rPr>
              <a:t>d</a:t>
            </a:r>
            <a:r>
              <a:rPr dirty="0" smtClean="0" sz="2400" spc="-2">
                <a:latin typeface="Times New Roman"/>
                <a:cs typeface="Times New Roman"/>
              </a:rPr>
              <a:t>i</a:t>
            </a:r>
            <a:r>
              <a:rPr dirty="0" smtClean="0" sz="2400" spc="-2">
                <a:latin typeface="Times New Roman"/>
                <a:cs typeface="Times New Roman"/>
              </a:rPr>
              <a:t>gunak</a:t>
            </a:r>
            <a:r>
              <a:rPr dirty="0" smtClean="0" sz="2400" spc="-2">
                <a:latin typeface="Times New Roman"/>
                <a:cs typeface="Times New Roman"/>
              </a:rPr>
              <a:t>a</a:t>
            </a:r>
            <a:r>
              <a:rPr dirty="0" smtClean="0" sz="2400" spc="-2">
                <a:latin typeface="Times New Roman"/>
                <a:cs typeface="Times New Roman"/>
              </a:rPr>
              <a:t>n</a:t>
            </a:r>
            <a:r>
              <a:rPr dirty="0" smtClean="0" sz="2400" spc="-2">
                <a:latin typeface="Times New Roman"/>
                <a:cs typeface="Times New Roman"/>
              </a:rPr>
              <a:t> </a:t>
            </a:r>
            <a:r>
              <a:rPr dirty="0" smtClean="0" sz="2400" spc="-2">
                <a:latin typeface="Times New Roman"/>
                <a:cs typeface="Times New Roman"/>
              </a:rPr>
              <a:t>untuk</a:t>
            </a:r>
            <a:r>
              <a:rPr dirty="0" smtClean="0" sz="2400" spc="-2">
                <a:latin typeface="Times New Roman"/>
                <a:cs typeface="Times New Roman"/>
              </a:rPr>
              <a:t> </a:t>
            </a:r>
            <a:r>
              <a:rPr dirty="0" smtClean="0" sz="2400" spc="-2">
                <a:latin typeface="Times New Roman"/>
                <a:cs typeface="Times New Roman"/>
              </a:rPr>
              <a:t>m</a:t>
            </a:r>
            <a:r>
              <a:rPr dirty="0" smtClean="0" sz="2400" spc="-2">
                <a:latin typeface="Times New Roman"/>
                <a:cs typeface="Times New Roman"/>
              </a:rPr>
              <a:t>e</a:t>
            </a:r>
            <a:r>
              <a:rPr dirty="0" smtClean="0" sz="2400" spc="-2">
                <a:latin typeface="Times New Roman"/>
                <a:cs typeface="Times New Roman"/>
              </a:rPr>
              <a:t>m</a:t>
            </a:r>
            <a:r>
              <a:rPr dirty="0" smtClean="0" sz="2400" spc="-2">
                <a:latin typeface="Times New Roman"/>
                <a:cs typeface="Times New Roman"/>
              </a:rPr>
              <a:t>per</a:t>
            </a:r>
            <a:r>
              <a:rPr dirty="0" smtClean="0" sz="2400" spc="-2">
                <a:latin typeface="Times New Roman"/>
                <a:cs typeface="Times New Roman"/>
              </a:rPr>
              <a:t>m</a:t>
            </a:r>
            <a:r>
              <a:rPr dirty="0" smtClean="0" sz="2400" spc="-2">
                <a:latin typeface="Times New Roman"/>
                <a:cs typeface="Times New Roman"/>
              </a:rPr>
              <a:t>udah</a:t>
            </a:r>
            <a:r>
              <a:rPr dirty="0" smtClean="0" sz="2400" spc="-2">
                <a:latin typeface="Times New Roman"/>
                <a:cs typeface="Times New Roman"/>
              </a:rPr>
              <a:t> </a:t>
            </a:r>
            <a:r>
              <a:rPr dirty="0" smtClean="0" sz="2400" spc="-2">
                <a:latin typeface="Times New Roman"/>
                <a:cs typeface="Times New Roman"/>
              </a:rPr>
              <a:t>pengg</a:t>
            </a:r>
            <a:r>
              <a:rPr dirty="0" smtClean="0" sz="2400" spc="-2">
                <a:latin typeface="Times New Roman"/>
                <a:cs typeface="Times New Roman"/>
              </a:rPr>
              <a:t>a</a:t>
            </a:r>
            <a:r>
              <a:rPr dirty="0" smtClean="0" sz="2400" spc="-2">
                <a:latin typeface="Times New Roman"/>
                <a:cs typeface="Times New Roman"/>
              </a:rPr>
              <a:t>m</a:t>
            </a:r>
            <a:r>
              <a:rPr dirty="0" smtClean="0" sz="2400" spc="-2">
                <a:latin typeface="Times New Roman"/>
                <a:cs typeface="Times New Roman"/>
              </a:rPr>
              <a:t>bar</a:t>
            </a:r>
            <a:r>
              <a:rPr dirty="0" smtClean="0" sz="2400" spc="-2">
                <a:latin typeface="Times New Roman"/>
                <a:cs typeface="Times New Roman"/>
              </a:rPr>
              <a:t>a</a:t>
            </a:r>
            <a:r>
              <a:rPr dirty="0" smtClean="0" sz="2400" spc="-2">
                <a:latin typeface="Times New Roman"/>
                <a:cs typeface="Times New Roman"/>
              </a:rPr>
              <a:t>n</a:t>
            </a:r>
            <a:r>
              <a:rPr dirty="0" smtClean="0" sz="2400" spc="-2">
                <a:latin typeface="Times New Roman"/>
                <a:cs typeface="Times New Roman"/>
              </a:rPr>
              <a:t> </a:t>
            </a:r>
            <a:r>
              <a:rPr dirty="0" smtClean="0" sz="2400" spc="-2">
                <a:latin typeface="Times New Roman"/>
                <a:cs typeface="Times New Roman"/>
              </a:rPr>
              <a:t>pada</a:t>
            </a:r>
            <a:r>
              <a:rPr dirty="0" smtClean="0" sz="2400" spc="-2">
                <a:latin typeface="Times New Roman"/>
                <a:cs typeface="Times New Roman"/>
              </a:rPr>
              <a:t> </a:t>
            </a:r>
            <a:r>
              <a:rPr dirty="0" smtClean="0" sz="2400" spc="-2">
                <a:latin typeface="Times New Roman"/>
                <a:cs typeface="Times New Roman"/>
              </a:rPr>
              <a:t>l</a:t>
            </a:r>
            <a:r>
              <a:rPr dirty="0" smtClean="0" sz="2400" spc="-2">
                <a:latin typeface="Times New Roman"/>
                <a:cs typeface="Times New Roman"/>
              </a:rPr>
              <a:t>a</a:t>
            </a:r>
            <a:r>
              <a:rPr dirty="0" smtClean="0" sz="2400" spc="-2">
                <a:latin typeface="Times New Roman"/>
                <a:cs typeface="Times New Roman"/>
              </a:rPr>
              <a:t>y</a:t>
            </a:r>
            <a:r>
              <a:rPr dirty="0" smtClean="0" sz="2400" spc="-2">
                <a:latin typeface="Times New Roman"/>
                <a:cs typeface="Times New Roman"/>
              </a:rPr>
              <a:t>out</a:t>
            </a:r>
            <a:r>
              <a:rPr dirty="0" smtClean="0" sz="2400" spc="-2">
                <a:latin typeface="Times New Roman"/>
                <a:cs typeface="Times New Roman"/>
              </a:rPr>
              <a:t> </a:t>
            </a:r>
            <a:endParaRPr sz="2400">
              <a:latin typeface="Times New Roman"/>
              <a:cs typeface="Times New Roman"/>
            </a:endParaRPr>
          </a:p>
          <a:p>
            <a:pPr marL="469963">
              <a:lnSpc>
                <a:spcPts val="2759"/>
              </a:lnSpc>
              <a:tabLst>
                <a:tab pos="469900" algn="l"/>
              </a:tabLst>
            </a:pPr>
            <a:r>
              <a:rPr dirty="0" smtClean="0" sz="2400" spc="-2">
                <a:latin typeface="Times New Roman"/>
                <a:cs typeface="Times New Roman"/>
              </a:rPr>
              <a:t>p</a:t>
            </a:r>
            <a:r>
              <a:rPr dirty="0" smtClean="0" sz="2400" spc="-2">
                <a:latin typeface="Times New Roman"/>
                <a:cs typeface="Times New Roman"/>
              </a:rPr>
              <a:t>e</a:t>
            </a:r>
            <a:r>
              <a:rPr dirty="0" smtClean="0" sz="2400" spc="-2">
                <a:latin typeface="Times New Roman"/>
                <a:cs typeface="Times New Roman"/>
              </a:rPr>
              <a:t>re</a:t>
            </a:r>
            <a:r>
              <a:rPr dirty="0" smtClean="0" sz="2400" spc="-2">
                <a:latin typeface="Times New Roman"/>
                <a:cs typeface="Times New Roman"/>
              </a:rPr>
              <a:t>n</a:t>
            </a:r>
            <a:r>
              <a:rPr dirty="0" smtClean="0" sz="2400" spc="-2">
                <a:latin typeface="Times New Roman"/>
                <a:cs typeface="Times New Roman"/>
              </a:rPr>
              <a:t>c</a:t>
            </a:r>
            <a:r>
              <a:rPr dirty="0" smtClean="0" sz="2400" spc="-2">
                <a:latin typeface="Times New Roman"/>
                <a:cs typeface="Times New Roman"/>
              </a:rPr>
              <a:t>a</a:t>
            </a:r>
            <a:r>
              <a:rPr dirty="0" smtClean="0" sz="2400" spc="-2">
                <a:latin typeface="Times New Roman"/>
                <a:cs typeface="Times New Roman"/>
              </a:rPr>
              <a:t>n</a:t>
            </a:r>
            <a:r>
              <a:rPr dirty="0" smtClean="0" sz="2400" spc="-2">
                <a:latin typeface="Times New Roman"/>
                <a:cs typeface="Times New Roman"/>
              </a:rPr>
              <a:t>a</a:t>
            </a:r>
            <a:r>
              <a:rPr dirty="0" smtClean="0" sz="2400" spc="-2">
                <a:latin typeface="Times New Roman"/>
                <a:cs typeface="Times New Roman"/>
              </a:rPr>
              <a:t>an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69601" y="5473684"/>
            <a:ext cx="1023436" cy="204428"/>
          </a:xfrm>
          <a:prstGeom prst="rect">
            <a:avLst/>
          </a:prstGeom>
        </p:spPr>
        <p:txBody>
          <a:bodyPr wrap="square" lIns="0" tIns="9779" rIns="0" bIns="0" rtlCol="0">
            <a:noAutofit/>
          </a:bodyPr>
          <a:lstStyle/>
          <a:p>
            <a:pPr marL="12700">
              <a:lnSpc>
                <a:spcPts val="1540"/>
              </a:lnSpc>
            </a:pPr>
            <a:r>
              <a:rPr dirty="0" smtClean="0" sz="1400" spc="35" b="1">
                <a:latin typeface="Arial"/>
                <a:cs typeface="Arial"/>
              </a:rPr>
              <a:t>SEL</a:t>
            </a:r>
            <a:r>
              <a:rPr dirty="0" smtClean="0" sz="1400" spc="35" b="1">
                <a:latin typeface="Arial"/>
                <a:cs typeface="Arial"/>
              </a:rPr>
              <a:t> </a:t>
            </a:r>
            <a:r>
              <a:rPr dirty="0" smtClean="0" sz="1400" spc="35" b="1">
                <a:latin typeface="Arial"/>
                <a:cs typeface="Arial"/>
              </a:rPr>
              <a:t>I</a:t>
            </a:r>
            <a:r>
              <a:rPr dirty="0" smtClean="0" sz="1400" spc="35" b="1">
                <a:latin typeface="Arial"/>
                <a:cs typeface="Arial"/>
              </a:rPr>
              <a:t>D</a:t>
            </a:r>
            <a:r>
              <a:rPr dirty="0" smtClean="0" sz="1400" spc="35" b="1">
                <a:latin typeface="Arial"/>
                <a:cs typeface="Arial"/>
              </a:rPr>
              <a:t>E</a:t>
            </a:r>
            <a:r>
              <a:rPr dirty="0" smtClean="0" sz="1400" spc="35" b="1">
                <a:latin typeface="Arial"/>
                <a:cs typeface="Arial"/>
              </a:rPr>
              <a:t>A</a:t>
            </a:r>
            <a:r>
              <a:rPr dirty="0" smtClean="0" sz="1400" spc="35" b="1">
                <a:latin typeface="Arial"/>
                <a:cs typeface="Arial"/>
              </a:rPr>
              <a:t>L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305614" y="5473684"/>
            <a:ext cx="970677" cy="204428"/>
          </a:xfrm>
          <a:prstGeom prst="rect">
            <a:avLst/>
          </a:prstGeom>
        </p:spPr>
        <p:txBody>
          <a:bodyPr wrap="square" lIns="0" tIns="9779" rIns="0" bIns="0" rtlCol="0">
            <a:noAutofit/>
          </a:bodyPr>
          <a:lstStyle/>
          <a:p>
            <a:pPr marL="12700">
              <a:lnSpc>
                <a:spcPts val="1540"/>
              </a:lnSpc>
            </a:pPr>
            <a:r>
              <a:rPr dirty="0" smtClean="0" sz="1400" spc="37" b="1">
                <a:latin typeface="Arial"/>
                <a:cs typeface="Arial"/>
              </a:rPr>
              <a:t>SEL</a:t>
            </a:r>
            <a:r>
              <a:rPr dirty="0" smtClean="0" sz="1400" spc="37" b="1">
                <a:latin typeface="Arial"/>
                <a:cs typeface="Arial"/>
              </a:rPr>
              <a:t> </a:t>
            </a:r>
            <a:r>
              <a:rPr dirty="0" smtClean="0" sz="1400" spc="37" b="1">
                <a:latin typeface="Arial"/>
                <a:cs typeface="Arial"/>
              </a:rPr>
              <a:t>R</a:t>
            </a:r>
            <a:r>
              <a:rPr dirty="0" smtClean="0" sz="1400" spc="37" b="1">
                <a:latin typeface="Arial"/>
                <a:cs typeface="Arial"/>
              </a:rPr>
              <a:t>E</a:t>
            </a:r>
            <a:r>
              <a:rPr dirty="0" smtClean="0" sz="1400" spc="37" b="1">
                <a:latin typeface="Arial"/>
                <a:cs typeface="Arial"/>
              </a:rPr>
              <a:t>A</a:t>
            </a:r>
            <a:r>
              <a:rPr dirty="0" smtClean="0" sz="1400" spc="37" b="1">
                <a:latin typeface="Arial"/>
                <a:cs typeface="Arial"/>
              </a:rPr>
              <a:t>L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954491" y="5473684"/>
            <a:ext cx="1148038" cy="204428"/>
          </a:xfrm>
          <a:prstGeom prst="rect">
            <a:avLst/>
          </a:prstGeom>
        </p:spPr>
        <p:txBody>
          <a:bodyPr wrap="square" lIns="0" tIns="9779" rIns="0" bIns="0" rtlCol="0">
            <a:noAutofit/>
          </a:bodyPr>
          <a:lstStyle/>
          <a:p>
            <a:pPr marL="12700">
              <a:lnSpc>
                <a:spcPts val="1540"/>
              </a:lnSpc>
            </a:pPr>
            <a:r>
              <a:rPr dirty="0" smtClean="0" sz="1400" spc="49" b="1">
                <a:latin typeface="Arial"/>
                <a:cs typeface="Arial"/>
              </a:rPr>
              <a:t>SEL</a:t>
            </a:r>
            <a:r>
              <a:rPr dirty="0" smtClean="0" sz="1400" spc="49" b="1">
                <a:latin typeface="Arial"/>
                <a:cs typeface="Arial"/>
              </a:rPr>
              <a:t> </a:t>
            </a:r>
            <a:r>
              <a:rPr dirty="0" smtClean="0" sz="1400" spc="49" b="1">
                <a:latin typeface="Arial"/>
                <a:cs typeface="Arial"/>
              </a:rPr>
              <a:t>M</a:t>
            </a:r>
            <a:r>
              <a:rPr dirty="0" smtClean="0" sz="1400" spc="49" b="1">
                <a:latin typeface="Arial"/>
                <a:cs typeface="Arial"/>
              </a:rPr>
              <a:t>O</a:t>
            </a:r>
            <a:r>
              <a:rPr dirty="0" smtClean="0" sz="1400" spc="49" b="1">
                <a:latin typeface="Arial"/>
                <a:cs typeface="Arial"/>
              </a:rPr>
              <a:t>D</a:t>
            </a:r>
            <a:r>
              <a:rPr dirty="0" smtClean="0" sz="1400" spc="49" b="1">
                <a:latin typeface="Arial"/>
                <a:cs typeface="Arial"/>
              </a:rPr>
              <a:t>EL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1140" y="6472848"/>
            <a:ext cx="5475228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o</a:t>
            </a:r>
            <a:r>
              <a:rPr dirty="0" smtClean="0" sz="1800" spc="0" b="1">
                <a:latin typeface="Georgia"/>
                <a:cs typeface="Georgia"/>
              </a:rPr>
              <a:t>d</a:t>
            </a:r>
            <a:r>
              <a:rPr dirty="0" smtClean="0" sz="1800" spc="0" b="1">
                <a:latin typeface="Georgia"/>
                <a:cs typeface="Georgia"/>
              </a:rPr>
              <a:t>ul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3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S</a:t>
            </a:r>
            <a:r>
              <a:rPr dirty="0" smtClean="0" sz="1800" spc="0" b="1">
                <a:latin typeface="Georgia"/>
                <a:cs typeface="Georgia"/>
              </a:rPr>
              <a:t>istem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K</a:t>
            </a:r>
            <a:r>
              <a:rPr dirty="0" smtClean="0" sz="1800" spc="0" b="1">
                <a:latin typeface="Georgia"/>
                <a:cs typeface="Georgia"/>
              </a:rPr>
              <a:t>o</a:t>
            </a: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unik</a:t>
            </a:r>
            <a:r>
              <a:rPr dirty="0" smtClean="0" sz="1800" spc="0" b="1">
                <a:latin typeface="Georgia"/>
                <a:cs typeface="Georgia"/>
              </a:rPr>
              <a:t>a</a:t>
            </a:r>
            <a:r>
              <a:rPr dirty="0" smtClean="0" sz="1800" spc="0" b="1">
                <a:latin typeface="Georgia"/>
                <a:cs typeface="Georgia"/>
              </a:rPr>
              <a:t>si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B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r>
              <a:rPr dirty="0" smtClean="0" sz="1800" spc="0" b="1">
                <a:latin typeface="Georgia"/>
                <a:cs typeface="Georgia"/>
              </a:rPr>
              <a:t>g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r>
              <a:rPr dirty="0" smtClean="0" sz="1800" spc="0" b="1">
                <a:latin typeface="Georgia"/>
                <a:cs typeface="Georgia"/>
              </a:rPr>
              <a:t>a</a:t>
            </a:r>
            <a:r>
              <a:rPr dirty="0" smtClean="0" sz="1800" spc="0" b="1">
                <a:latin typeface="Georgia"/>
                <a:cs typeface="Georgia"/>
              </a:rPr>
              <a:t>k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S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lul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585960" y="6472848"/>
            <a:ext cx="208146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b="1">
                <a:latin typeface="Georgia"/>
                <a:cs typeface="Georgia"/>
              </a:rPr>
              <a:t>4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498356" y="1063625"/>
            <a:ext cx="91114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" name="object 2"/>
          <p:cNvSpPr txBox="1"/>
          <p:nvPr/>
        </p:nvSpPr>
        <p:spPr>
          <a:xfrm>
            <a:off x="3891061" y="1063625"/>
            <a:ext cx="94674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object 24"/>
          <p:cNvSpPr/>
          <p:nvPr/>
        </p:nvSpPr>
        <p:spPr>
          <a:xfrm>
            <a:off x="0" y="6400800"/>
            <a:ext cx="9903460" cy="457196"/>
          </a:xfrm>
          <a:custGeom>
            <a:avLst/>
            <a:gdLst/>
            <a:ahLst/>
            <a:cxnLst/>
            <a:rect l="l" t="t" r="r" b="b"/>
            <a:pathLst>
              <a:path w="9903460" h="457196">
                <a:moveTo>
                  <a:pt x="9903460" y="457196"/>
                </a:moveTo>
                <a:lnTo>
                  <a:pt x="9903460" y="0"/>
                </a:lnTo>
                <a:lnTo>
                  <a:pt x="0" y="0"/>
                </a:lnTo>
                <a:lnTo>
                  <a:pt x="0" y="457196"/>
                </a:lnTo>
                <a:lnTo>
                  <a:pt x="9903460" y="457196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5" name="object 25"/>
          <p:cNvSpPr/>
          <p:nvPr/>
        </p:nvSpPr>
        <p:spPr>
          <a:xfrm>
            <a:off x="153670" y="640207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58419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2" name="object 22"/>
          <p:cNvSpPr/>
          <p:nvPr/>
        </p:nvSpPr>
        <p:spPr>
          <a:xfrm>
            <a:off x="0" y="0"/>
            <a:ext cx="9903460" cy="609600"/>
          </a:xfrm>
          <a:custGeom>
            <a:avLst/>
            <a:gdLst/>
            <a:ahLst/>
            <a:cxnLst/>
            <a:rect l="l" t="t" r="r" b="b"/>
            <a:pathLst>
              <a:path w="9903460" h="609600">
                <a:moveTo>
                  <a:pt x="0" y="609600"/>
                </a:moveTo>
                <a:lnTo>
                  <a:pt x="9903460" y="609600"/>
                </a:lnTo>
                <a:lnTo>
                  <a:pt x="9903460" y="0"/>
                </a:lnTo>
                <a:lnTo>
                  <a:pt x="0" y="0"/>
                </a:lnTo>
                <a:lnTo>
                  <a:pt x="0" y="60960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3" name="object 23"/>
          <p:cNvSpPr/>
          <p:nvPr/>
        </p:nvSpPr>
        <p:spPr>
          <a:xfrm>
            <a:off x="111760" y="60960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76200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" name="object 17"/>
          <p:cNvSpPr/>
          <p:nvPr/>
        </p:nvSpPr>
        <p:spPr>
          <a:xfrm>
            <a:off x="381000" y="1280160"/>
            <a:ext cx="1366520" cy="16002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" name="object 18"/>
          <p:cNvSpPr/>
          <p:nvPr/>
        </p:nvSpPr>
        <p:spPr>
          <a:xfrm>
            <a:off x="1981200" y="1280159"/>
            <a:ext cx="1981200" cy="161798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" name="object 19"/>
          <p:cNvSpPr/>
          <p:nvPr/>
        </p:nvSpPr>
        <p:spPr>
          <a:xfrm>
            <a:off x="4338320" y="1280159"/>
            <a:ext cx="1229360" cy="16764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" name="object 20"/>
          <p:cNvSpPr/>
          <p:nvPr/>
        </p:nvSpPr>
        <p:spPr>
          <a:xfrm>
            <a:off x="6096000" y="1127760"/>
            <a:ext cx="1341120" cy="17526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" name="object 21"/>
          <p:cNvSpPr/>
          <p:nvPr/>
        </p:nvSpPr>
        <p:spPr>
          <a:xfrm>
            <a:off x="1525270" y="2881629"/>
            <a:ext cx="6172200" cy="304800"/>
          </a:xfrm>
          <a:custGeom>
            <a:avLst/>
            <a:gdLst/>
            <a:ahLst/>
            <a:cxnLst/>
            <a:rect l="l" t="t" r="r" b="b"/>
            <a:pathLst>
              <a:path w="6172200" h="304800">
                <a:moveTo>
                  <a:pt x="6170495" y="12503"/>
                </a:moveTo>
                <a:lnTo>
                  <a:pt x="6145981" y="48182"/>
                </a:lnTo>
                <a:lnTo>
                  <a:pt x="6095146" y="80292"/>
                </a:lnTo>
                <a:lnTo>
                  <a:pt x="6048397" y="99193"/>
                </a:lnTo>
                <a:lnTo>
                  <a:pt x="5992596" y="115725"/>
                </a:lnTo>
                <a:lnTo>
                  <a:pt x="5928801" y="129574"/>
                </a:lnTo>
                <a:lnTo>
                  <a:pt x="5858071" y="140428"/>
                </a:lnTo>
                <a:lnTo>
                  <a:pt x="5781464" y="147972"/>
                </a:lnTo>
                <a:lnTo>
                  <a:pt x="5741287" y="150406"/>
                </a:lnTo>
                <a:lnTo>
                  <a:pt x="5700038" y="151895"/>
                </a:lnTo>
                <a:lnTo>
                  <a:pt x="5657850" y="152400"/>
                </a:lnTo>
                <a:lnTo>
                  <a:pt x="3600450" y="152400"/>
                </a:lnTo>
                <a:lnTo>
                  <a:pt x="3558261" y="152904"/>
                </a:lnTo>
                <a:lnTo>
                  <a:pt x="3517012" y="154393"/>
                </a:lnTo>
                <a:lnTo>
                  <a:pt x="3476835" y="156827"/>
                </a:lnTo>
                <a:lnTo>
                  <a:pt x="3437863" y="160166"/>
                </a:lnTo>
                <a:lnTo>
                  <a:pt x="3400228" y="164371"/>
                </a:lnTo>
                <a:lnTo>
                  <a:pt x="3364062" y="169404"/>
                </a:lnTo>
                <a:lnTo>
                  <a:pt x="3329498" y="175225"/>
                </a:lnTo>
                <a:lnTo>
                  <a:pt x="3296668" y="181794"/>
                </a:lnTo>
                <a:lnTo>
                  <a:pt x="3265703" y="189074"/>
                </a:lnTo>
                <a:lnTo>
                  <a:pt x="3236737" y="197024"/>
                </a:lnTo>
                <a:lnTo>
                  <a:pt x="3209902" y="205606"/>
                </a:lnTo>
                <a:lnTo>
                  <a:pt x="3185330" y="214780"/>
                </a:lnTo>
                <a:lnTo>
                  <a:pt x="3163153" y="224507"/>
                </a:lnTo>
                <a:lnTo>
                  <a:pt x="3143504" y="234748"/>
                </a:lnTo>
                <a:lnTo>
                  <a:pt x="3126515" y="245465"/>
                </a:lnTo>
                <a:lnTo>
                  <a:pt x="3112318" y="256617"/>
                </a:lnTo>
                <a:lnTo>
                  <a:pt x="3101046" y="268165"/>
                </a:lnTo>
                <a:lnTo>
                  <a:pt x="3087804" y="292296"/>
                </a:lnTo>
                <a:lnTo>
                  <a:pt x="3086100" y="304800"/>
                </a:lnTo>
                <a:lnTo>
                  <a:pt x="3084395" y="292296"/>
                </a:lnTo>
                <a:lnTo>
                  <a:pt x="3059881" y="256617"/>
                </a:lnTo>
                <a:lnTo>
                  <a:pt x="3009046" y="224507"/>
                </a:lnTo>
                <a:lnTo>
                  <a:pt x="2962297" y="205606"/>
                </a:lnTo>
                <a:lnTo>
                  <a:pt x="2906496" y="189074"/>
                </a:lnTo>
                <a:lnTo>
                  <a:pt x="2842701" y="175225"/>
                </a:lnTo>
                <a:lnTo>
                  <a:pt x="2771971" y="164371"/>
                </a:lnTo>
                <a:lnTo>
                  <a:pt x="2695364" y="156827"/>
                </a:lnTo>
                <a:lnTo>
                  <a:pt x="2655187" y="154393"/>
                </a:lnTo>
                <a:lnTo>
                  <a:pt x="2613938" y="152904"/>
                </a:lnTo>
                <a:lnTo>
                  <a:pt x="2571750" y="152400"/>
                </a:lnTo>
                <a:lnTo>
                  <a:pt x="514350" y="152400"/>
                </a:lnTo>
                <a:lnTo>
                  <a:pt x="472161" y="151895"/>
                </a:lnTo>
                <a:lnTo>
                  <a:pt x="430912" y="150406"/>
                </a:lnTo>
                <a:lnTo>
                  <a:pt x="390735" y="147972"/>
                </a:lnTo>
                <a:lnTo>
                  <a:pt x="351763" y="144633"/>
                </a:lnTo>
                <a:lnTo>
                  <a:pt x="314128" y="140428"/>
                </a:lnTo>
                <a:lnTo>
                  <a:pt x="277962" y="135395"/>
                </a:lnTo>
                <a:lnTo>
                  <a:pt x="243398" y="129574"/>
                </a:lnTo>
                <a:lnTo>
                  <a:pt x="210568" y="123005"/>
                </a:lnTo>
                <a:lnTo>
                  <a:pt x="179603" y="115725"/>
                </a:lnTo>
                <a:lnTo>
                  <a:pt x="150637" y="107775"/>
                </a:lnTo>
                <a:lnTo>
                  <a:pt x="123802" y="99193"/>
                </a:lnTo>
                <a:lnTo>
                  <a:pt x="99230" y="90019"/>
                </a:lnTo>
                <a:lnTo>
                  <a:pt x="77053" y="80292"/>
                </a:lnTo>
                <a:lnTo>
                  <a:pt x="57404" y="70051"/>
                </a:lnTo>
                <a:lnTo>
                  <a:pt x="40415" y="59334"/>
                </a:lnTo>
                <a:lnTo>
                  <a:pt x="26218" y="48182"/>
                </a:lnTo>
                <a:lnTo>
                  <a:pt x="14946" y="36634"/>
                </a:lnTo>
                <a:lnTo>
                  <a:pt x="1704" y="12503"/>
                </a:lnTo>
                <a:lnTo>
                  <a:pt x="0" y="0"/>
                </a:lnTo>
                <a:lnTo>
                  <a:pt x="6172200" y="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" name="object 16"/>
          <p:cNvSpPr/>
          <p:nvPr/>
        </p:nvSpPr>
        <p:spPr>
          <a:xfrm>
            <a:off x="5943600" y="3657600"/>
            <a:ext cx="3886200" cy="26619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78740" y="159670"/>
            <a:ext cx="364032" cy="330200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dirty="0" smtClean="0" sz="2400" spc="-47" b="1">
                <a:latin typeface="Arial"/>
                <a:cs typeface="Arial"/>
              </a:rPr>
              <a:t>A</a:t>
            </a:r>
            <a:r>
              <a:rPr dirty="0" smtClean="0" sz="2400" spc="-47" b="1"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67055" y="159670"/>
            <a:ext cx="1981301" cy="330200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dirty="0" smtClean="0" sz="2400" spc="-2" b="1">
                <a:latin typeface="Arial"/>
                <a:cs typeface="Arial"/>
              </a:rPr>
              <a:t>Pen</a:t>
            </a:r>
            <a:r>
              <a:rPr dirty="0" smtClean="0" sz="2400" spc="-2" b="1">
                <a:latin typeface="Arial"/>
                <a:cs typeface="Arial"/>
              </a:rPr>
              <a:t>d</a:t>
            </a:r>
            <a:r>
              <a:rPr dirty="0" smtClean="0" sz="2400" spc="-2" b="1">
                <a:latin typeface="Arial"/>
                <a:cs typeface="Arial"/>
              </a:rPr>
              <a:t>ah</a:t>
            </a:r>
            <a:r>
              <a:rPr dirty="0" smtClean="0" sz="2400" spc="-2" b="1">
                <a:latin typeface="Arial"/>
                <a:cs typeface="Arial"/>
              </a:rPr>
              <a:t>u</a:t>
            </a:r>
            <a:r>
              <a:rPr dirty="0" smtClean="0" sz="2400" spc="-2" b="1">
                <a:latin typeface="Arial"/>
                <a:cs typeface="Arial"/>
              </a:rPr>
              <a:t>l</a:t>
            </a:r>
            <a:r>
              <a:rPr dirty="0" smtClean="0" sz="2400" spc="-2" b="1">
                <a:latin typeface="Arial"/>
                <a:cs typeface="Arial"/>
              </a:rPr>
              <a:t>u</a:t>
            </a:r>
            <a:r>
              <a:rPr dirty="0" smtClean="0" sz="2400" spc="-2" b="1">
                <a:latin typeface="Arial"/>
                <a:cs typeface="Arial"/>
              </a:rPr>
              <a:t>an</a:t>
            </a:r>
            <a:endParaRPr sz="24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59740" y="713727"/>
            <a:ext cx="5613304" cy="381317"/>
          </a:xfrm>
          <a:prstGeom prst="rect">
            <a:avLst/>
          </a:prstGeom>
        </p:spPr>
        <p:txBody>
          <a:bodyPr wrap="square" lIns="0" tIns="18796" rIns="0" bIns="0" rtlCol="0">
            <a:noAutofit/>
          </a:bodyPr>
          <a:lstStyle/>
          <a:p>
            <a:pPr marL="12700">
              <a:lnSpc>
                <a:spcPts val="2960"/>
              </a:lnSpc>
            </a:pPr>
            <a:r>
              <a:rPr dirty="0" smtClean="0" sz="2800" spc="-2" b="1" u="heavy">
                <a:solidFill>
                  <a:srgbClr val="3333CC"/>
                </a:solidFill>
                <a:latin typeface="Times New Roman"/>
                <a:cs typeface="Times New Roman"/>
              </a:rPr>
              <a:t>Rep</a:t>
            </a:r>
            <a:r>
              <a:rPr dirty="0" smtClean="0" sz="2800" spc="-2" b="1" u="heavy">
                <a:solidFill>
                  <a:srgbClr val="3333CC"/>
                </a:solidFill>
                <a:latin typeface="Times New Roman"/>
                <a:cs typeface="Times New Roman"/>
              </a:rPr>
              <a:t>r</a:t>
            </a:r>
            <a:r>
              <a:rPr dirty="0" smtClean="0" sz="2800" spc="-2" b="1" u="heavy">
                <a:solidFill>
                  <a:srgbClr val="3333CC"/>
                </a:solidFill>
                <a:latin typeface="Times New Roman"/>
                <a:cs typeface="Times New Roman"/>
              </a:rPr>
              <a:t>e</a:t>
            </a:r>
            <a:r>
              <a:rPr dirty="0" smtClean="0" sz="2800" spc="-2" b="1" u="heavy">
                <a:solidFill>
                  <a:srgbClr val="3333CC"/>
                </a:solidFill>
                <a:latin typeface="Times New Roman"/>
                <a:cs typeface="Times New Roman"/>
              </a:rPr>
              <a:t>s</a:t>
            </a:r>
            <a:r>
              <a:rPr dirty="0" smtClean="0" sz="2800" spc="-2" b="1" u="heavy">
                <a:solidFill>
                  <a:srgbClr val="3333CC"/>
                </a:solidFill>
                <a:latin typeface="Times New Roman"/>
                <a:cs typeface="Times New Roman"/>
              </a:rPr>
              <a:t>en</a:t>
            </a:r>
            <a:r>
              <a:rPr dirty="0" smtClean="0" sz="2800" spc="-2" b="1" u="heavy">
                <a:solidFill>
                  <a:srgbClr val="3333CC"/>
                </a:solidFill>
                <a:latin typeface="Times New Roman"/>
                <a:cs typeface="Times New Roman"/>
              </a:rPr>
              <a:t>t</a:t>
            </a:r>
            <a:r>
              <a:rPr dirty="0" smtClean="0" sz="2800" spc="-2" b="1" u="heavy">
                <a:solidFill>
                  <a:srgbClr val="3333CC"/>
                </a:solidFill>
                <a:latin typeface="Times New Roman"/>
                <a:cs typeface="Times New Roman"/>
              </a:rPr>
              <a:t>asi</a:t>
            </a:r>
            <a:r>
              <a:rPr dirty="0" smtClean="0" sz="2800" spc="-2" b="1" u="heavy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2800" spc="-2" b="1" u="heavy">
                <a:solidFill>
                  <a:srgbClr val="3333CC"/>
                </a:solidFill>
                <a:latin typeface="Times New Roman"/>
                <a:cs typeface="Times New Roman"/>
              </a:rPr>
              <a:t>coverage</a:t>
            </a:r>
            <a:r>
              <a:rPr dirty="0" smtClean="0" sz="2800" spc="-2" b="1" u="heavy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2800" spc="-2" b="1" u="heavy">
                <a:solidFill>
                  <a:srgbClr val="3333CC"/>
                </a:solidFill>
                <a:latin typeface="Times New Roman"/>
                <a:cs typeface="Times New Roman"/>
              </a:rPr>
              <a:t>si</a:t>
            </a:r>
            <a:r>
              <a:rPr dirty="0" smtClean="0" sz="2800" spc="-2" b="1" u="heavy">
                <a:solidFill>
                  <a:srgbClr val="3333CC"/>
                </a:solidFill>
                <a:latin typeface="Times New Roman"/>
                <a:cs typeface="Times New Roman"/>
              </a:rPr>
              <a:t>s</a:t>
            </a:r>
            <a:r>
              <a:rPr dirty="0" smtClean="0" sz="2800" spc="-2" b="1" u="heavy">
                <a:solidFill>
                  <a:srgbClr val="3333CC"/>
                </a:solidFill>
                <a:latin typeface="Times New Roman"/>
                <a:cs typeface="Times New Roman"/>
              </a:rPr>
              <a:t>t</a:t>
            </a:r>
            <a:r>
              <a:rPr dirty="0" smtClean="0" sz="2800" spc="-2" b="1" u="heavy">
                <a:solidFill>
                  <a:srgbClr val="3333CC"/>
                </a:solidFill>
                <a:latin typeface="Times New Roman"/>
                <a:cs typeface="Times New Roman"/>
              </a:rPr>
              <a:t>em</a:t>
            </a:r>
            <a:r>
              <a:rPr dirty="0" smtClean="0" sz="2800" spc="-2" b="1" u="heavy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2800" spc="-2" b="1" u="heavy">
                <a:solidFill>
                  <a:srgbClr val="3333CC"/>
                </a:solidFill>
                <a:latin typeface="Times New Roman"/>
                <a:cs typeface="Times New Roman"/>
              </a:rPr>
              <a:t>s</a:t>
            </a:r>
            <a:r>
              <a:rPr dirty="0" smtClean="0" sz="2800" spc="-2" b="1" u="heavy">
                <a:solidFill>
                  <a:srgbClr val="3333CC"/>
                </a:solidFill>
                <a:latin typeface="Times New Roman"/>
                <a:cs typeface="Times New Roman"/>
              </a:rPr>
              <a:t>e</a:t>
            </a:r>
            <a:r>
              <a:rPr dirty="0" smtClean="0" sz="2800" spc="-2" b="1" u="heavy">
                <a:solidFill>
                  <a:srgbClr val="3333CC"/>
                </a:solidFill>
                <a:latin typeface="Times New Roman"/>
                <a:cs typeface="Times New Roman"/>
              </a:rPr>
              <a:t>lular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593975" y="3290652"/>
            <a:ext cx="3422318" cy="828293"/>
          </a:xfrm>
          <a:prstGeom prst="rect">
            <a:avLst/>
          </a:prstGeom>
        </p:spPr>
        <p:txBody>
          <a:bodyPr wrap="square" lIns="0" tIns="13589" rIns="0" bIns="0" rtlCol="0">
            <a:noAutofit/>
          </a:bodyPr>
          <a:lstStyle/>
          <a:p>
            <a:pPr marL="12700" marR="38147">
              <a:lnSpc>
                <a:spcPts val="2140"/>
              </a:lnSpc>
            </a:pPr>
            <a:r>
              <a:rPr dirty="0" smtClean="0" sz="2000" spc="-1">
                <a:latin typeface="Times New Roman"/>
                <a:cs typeface="Times New Roman"/>
              </a:rPr>
              <a:t>B</a:t>
            </a:r>
            <a:r>
              <a:rPr dirty="0" smtClean="0" sz="2000" spc="-1">
                <a:latin typeface="Times New Roman"/>
                <a:cs typeface="Times New Roman"/>
              </a:rPr>
              <a:t>e</a:t>
            </a:r>
            <a:r>
              <a:rPr dirty="0" smtClean="0" sz="2000" spc="-1">
                <a:latin typeface="Times New Roman"/>
                <a:cs typeface="Times New Roman"/>
              </a:rPr>
              <a:t>ntuk</a:t>
            </a:r>
            <a:r>
              <a:rPr dirty="0" smtClean="0" sz="2000" spc="-1">
                <a:latin typeface="Times New Roman"/>
                <a:cs typeface="Times New Roman"/>
              </a:rPr>
              <a:t> </a:t>
            </a:r>
            <a:r>
              <a:rPr dirty="0" smtClean="0" sz="2000" spc="-1">
                <a:latin typeface="Times New Roman"/>
                <a:cs typeface="Times New Roman"/>
              </a:rPr>
              <a:t>g</a:t>
            </a:r>
            <a:r>
              <a:rPr dirty="0" smtClean="0" sz="2000" spc="-1">
                <a:latin typeface="Times New Roman"/>
                <a:cs typeface="Times New Roman"/>
              </a:rPr>
              <a:t>e</a:t>
            </a:r>
            <a:r>
              <a:rPr dirty="0" smtClean="0" sz="2000" spc="-1">
                <a:latin typeface="Times New Roman"/>
                <a:cs typeface="Times New Roman"/>
              </a:rPr>
              <a:t>omet</a:t>
            </a:r>
            <a:r>
              <a:rPr dirty="0" smtClean="0" sz="2000" spc="-1">
                <a:latin typeface="Times New Roman"/>
                <a:cs typeface="Times New Roman"/>
              </a:rPr>
              <a:t>r</a:t>
            </a:r>
            <a:r>
              <a:rPr dirty="0" smtClean="0" sz="2000" spc="-1">
                <a:latin typeface="Times New Roman"/>
                <a:cs typeface="Times New Roman"/>
              </a:rPr>
              <a:t>is</a:t>
            </a:r>
            <a:r>
              <a:rPr dirty="0" smtClean="0" sz="2000" spc="-1">
                <a:latin typeface="Times New Roman"/>
                <a:cs typeface="Times New Roman"/>
              </a:rPr>
              <a:t> </a:t>
            </a:r>
            <a:r>
              <a:rPr dirty="0" smtClean="0" sz="2000" spc="-1">
                <a:latin typeface="Times New Roman"/>
                <a:cs typeface="Times New Roman"/>
              </a:rPr>
              <a:t>y</a:t>
            </a:r>
            <a:r>
              <a:rPr dirty="0" smtClean="0" sz="2000" spc="-1">
                <a:latin typeface="Times New Roman"/>
                <a:cs typeface="Times New Roman"/>
              </a:rPr>
              <a:t>a</a:t>
            </a:r>
            <a:r>
              <a:rPr dirty="0" smtClean="0" sz="2000" spc="-1">
                <a:latin typeface="Times New Roman"/>
                <a:cs typeface="Times New Roman"/>
              </a:rPr>
              <a:t>ng</a:t>
            </a:r>
            <a:r>
              <a:rPr dirty="0" smtClean="0" sz="2000" spc="-1">
                <a:latin typeface="Times New Roman"/>
                <a:cs typeface="Times New Roman"/>
              </a:rPr>
              <a:t> </a:t>
            </a:r>
            <a:r>
              <a:rPr dirty="0" smtClean="0" sz="2000" spc="-1">
                <a:latin typeface="Times New Roman"/>
                <a:cs typeface="Times New Roman"/>
              </a:rPr>
              <a:t>melipu</a:t>
            </a:r>
            <a:r>
              <a:rPr dirty="0" smtClean="0" sz="2000" spc="-1">
                <a:latin typeface="Times New Roman"/>
                <a:cs typeface="Times New Roman"/>
              </a:rPr>
              <a:t>t</a:t>
            </a:r>
            <a:r>
              <a:rPr dirty="0" smtClean="0" sz="2000" spc="-1">
                <a:latin typeface="Times New Roman"/>
                <a:cs typeface="Times New Roman"/>
              </a:rPr>
              <a:t>i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ts val="2160"/>
              </a:lnSpc>
              <a:spcBef>
                <a:spcPts val="1"/>
              </a:spcBef>
            </a:pPr>
            <a:r>
              <a:rPr dirty="0" smtClean="0" sz="2000" spc="-2">
                <a:latin typeface="Times New Roman"/>
                <a:cs typeface="Times New Roman"/>
              </a:rPr>
              <a:t>k</a:t>
            </a:r>
            <a:r>
              <a:rPr dirty="0" smtClean="0" sz="2000" spc="-2">
                <a:latin typeface="Times New Roman"/>
                <a:cs typeface="Times New Roman"/>
              </a:rPr>
              <a:t>e</a:t>
            </a:r>
            <a:r>
              <a:rPr dirty="0" smtClean="0" sz="2000" spc="-2">
                <a:latin typeface="Times New Roman"/>
                <a:cs typeface="Times New Roman"/>
              </a:rPr>
              <a:t>s</a:t>
            </a:r>
            <a:r>
              <a:rPr dirty="0" smtClean="0" sz="2000" spc="-2">
                <a:latin typeface="Times New Roman"/>
                <a:cs typeface="Times New Roman"/>
              </a:rPr>
              <a:t>e</a:t>
            </a:r>
            <a:r>
              <a:rPr dirty="0" smtClean="0" sz="2000" spc="-2">
                <a:latin typeface="Times New Roman"/>
                <a:cs typeface="Times New Roman"/>
              </a:rPr>
              <a:t>lur</a:t>
            </a:r>
            <a:r>
              <a:rPr dirty="0" smtClean="0" sz="2000" spc="-2">
                <a:latin typeface="Times New Roman"/>
                <a:cs typeface="Times New Roman"/>
              </a:rPr>
              <a:t>u</a:t>
            </a:r>
            <a:r>
              <a:rPr dirty="0" smtClean="0" sz="2000" spc="-2">
                <a:latin typeface="Times New Roman"/>
                <a:cs typeface="Times New Roman"/>
              </a:rPr>
              <a:t>h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n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d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e</a:t>
            </a:r>
            <a:r>
              <a:rPr dirty="0" smtClean="0" sz="2000" spc="-2">
                <a:latin typeface="Times New Roman"/>
                <a:cs typeface="Times New Roman"/>
              </a:rPr>
              <a:t>r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h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s</a:t>
            </a:r>
            <a:r>
              <a:rPr dirty="0" smtClean="0" sz="2000" spc="-2">
                <a:latin typeface="Times New Roman"/>
                <a:cs typeface="Times New Roman"/>
              </a:rPr>
              <a:t>e</a:t>
            </a:r>
            <a:r>
              <a:rPr dirty="0" smtClean="0" sz="2000" spc="-2">
                <a:latin typeface="Times New Roman"/>
                <a:cs typeface="Times New Roman"/>
              </a:rPr>
              <a:t>r</a:t>
            </a:r>
            <a:r>
              <a:rPr dirty="0" smtClean="0" sz="2000" spc="-2">
                <a:latin typeface="Times New Roman"/>
                <a:cs typeface="Times New Roman"/>
              </a:rPr>
              <a:t>vi</a:t>
            </a:r>
            <a:r>
              <a:rPr dirty="0" smtClean="0" sz="2000" spc="-2">
                <a:latin typeface="Times New Roman"/>
                <a:cs typeface="Times New Roman"/>
              </a:rPr>
              <a:t>c</a:t>
            </a:r>
            <a:r>
              <a:rPr dirty="0" smtClean="0" sz="2000" spc="-2">
                <a:latin typeface="Times New Roman"/>
                <a:cs typeface="Times New Roman"/>
              </a:rPr>
              <a:t>e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t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npa</a:t>
            </a:r>
            <a:endParaRPr sz="2000">
              <a:latin typeface="Times New Roman"/>
              <a:cs typeface="Times New Roman"/>
            </a:endParaRPr>
          </a:p>
          <a:p>
            <a:pPr marL="12700" marR="38147">
              <a:lnSpc>
                <a:spcPts val="2160"/>
              </a:lnSpc>
            </a:pPr>
            <a:r>
              <a:rPr dirty="0" smtClean="0" sz="2000" spc="0">
                <a:latin typeface="Times New Roman"/>
                <a:cs typeface="Times New Roman"/>
              </a:rPr>
              <a:t>d</a:t>
            </a:r>
            <a:r>
              <a:rPr dirty="0" smtClean="0" sz="2000" spc="0">
                <a:latin typeface="Times New Roman"/>
                <a:cs typeface="Times New Roman"/>
              </a:rPr>
              <a:t>e</a:t>
            </a:r>
            <a:r>
              <a:rPr dirty="0" smtClean="0" sz="2000" spc="0">
                <a:latin typeface="Times New Roman"/>
                <a:cs typeface="Times New Roman"/>
              </a:rPr>
              <a:t>n</a:t>
            </a:r>
            <a:r>
              <a:rPr dirty="0" smtClean="0" sz="2000" spc="0">
                <a:latin typeface="Times New Roman"/>
                <a:cs typeface="Times New Roman"/>
              </a:rPr>
              <a:t>g</a:t>
            </a:r>
            <a:r>
              <a:rPr dirty="0" smtClean="0" sz="2000" spc="0">
                <a:latin typeface="Times New Roman"/>
                <a:cs typeface="Times New Roman"/>
              </a:rPr>
              <a:t>a</a:t>
            </a:r>
            <a:r>
              <a:rPr dirty="0" smtClean="0" sz="2000" spc="0">
                <a:latin typeface="Times New Roman"/>
                <a:cs typeface="Times New Roman"/>
              </a:rPr>
              <a:t>n</a:t>
            </a:r>
            <a:r>
              <a:rPr dirty="0" smtClean="0" sz="2000" spc="0">
                <a:latin typeface="Times New Roman"/>
                <a:cs typeface="Times New Roman"/>
              </a:rPr>
              <a:t> </a:t>
            </a:r>
            <a:r>
              <a:rPr dirty="0" smtClean="0" sz="2000" spc="0">
                <a:latin typeface="Times New Roman"/>
                <a:cs typeface="Times New Roman"/>
              </a:rPr>
              <a:t>luas</a:t>
            </a:r>
            <a:r>
              <a:rPr dirty="0" smtClean="0" sz="2000" spc="0">
                <a:latin typeface="Times New Roman"/>
                <a:cs typeface="Times New Roman"/>
              </a:rPr>
              <a:t> </a:t>
            </a:r>
            <a:r>
              <a:rPr dirty="0" smtClean="0" sz="2000" spc="0">
                <a:latin typeface="Times New Roman"/>
                <a:cs typeface="Times New Roman"/>
              </a:rPr>
              <a:t>d</a:t>
            </a:r>
            <a:r>
              <a:rPr dirty="0" smtClean="0" sz="2000" spc="0">
                <a:latin typeface="Times New Roman"/>
                <a:cs typeface="Times New Roman"/>
              </a:rPr>
              <a:t>a</a:t>
            </a:r>
            <a:r>
              <a:rPr dirty="0" smtClean="0" sz="2000" spc="0">
                <a:latin typeface="Times New Roman"/>
                <a:cs typeface="Times New Roman"/>
              </a:rPr>
              <a:t>e</a:t>
            </a:r>
            <a:r>
              <a:rPr dirty="0" smtClean="0" sz="2000" spc="0">
                <a:latin typeface="Times New Roman"/>
                <a:cs typeface="Times New Roman"/>
              </a:rPr>
              <a:t>r</a:t>
            </a:r>
            <a:r>
              <a:rPr dirty="0" smtClean="0" sz="2000" spc="0">
                <a:latin typeface="Times New Roman"/>
                <a:cs typeface="Times New Roman"/>
              </a:rPr>
              <a:t>a</a:t>
            </a:r>
            <a:r>
              <a:rPr dirty="0" smtClean="0" sz="2000" spc="0">
                <a:latin typeface="Times New Roman"/>
                <a:cs typeface="Times New Roman"/>
              </a:rPr>
              <a:t>h</a:t>
            </a:r>
            <a:r>
              <a:rPr dirty="0" smtClean="0" sz="2000" spc="0">
                <a:latin typeface="Times New Roman"/>
                <a:cs typeface="Times New Roman"/>
              </a:rPr>
              <a:t> </a:t>
            </a:r>
            <a:r>
              <a:rPr dirty="0" smtClean="0" sz="2000" spc="0">
                <a:latin typeface="Times New Roman"/>
                <a:cs typeface="Times New Roman"/>
              </a:rPr>
              <a:t>y</a:t>
            </a:r>
            <a:r>
              <a:rPr dirty="0" smtClean="0" sz="2000" spc="0">
                <a:latin typeface="Times New Roman"/>
                <a:cs typeface="Times New Roman"/>
              </a:rPr>
              <a:t>a</a:t>
            </a:r>
            <a:r>
              <a:rPr dirty="0" smtClean="0" sz="2000" spc="0">
                <a:latin typeface="Times New Roman"/>
                <a:cs typeface="Times New Roman"/>
              </a:rPr>
              <a:t>ng</a:t>
            </a:r>
            <a:r>
              <a:rPr dirty="0" smtClean="0" sz="2000" spc="0">
                <a:latin typeface="Times New Roman"/>
                <a:cs typeface="Times New Roman"/>
              </a:rPr>
              <a:t> </a:t>
            </a:r>
            <a:r>
              <a:rPr dirty="0" smtClean="0" sz="2000" spc="0">
                <a:latin typeface="Times New Roman"/>
                <a:cs typeface="Times New Roman"/>
              </a:rPr>
              <a:t>sama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017088" y="3564717"/>
            <a:ext cx="823956" cy="279717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dirty="0" smtClean="0" sz="2000" spc="-2">
                <a:latin typeface="Times New Roman"/>
                <a:cs typeface="Times New Roman"/>
              </a:rPr>
              <a:t>ov</a:t>
            </a:r>
            <a:r>
              <a:rPr dirty="0" smtClean="0" sz="2000" spc="-2">
                <a:latin typeface="Times New Roman"/>
                <a:cs typeface="Times New Roman"/>
              </a:rPr>
              <a:t>e</a:t>
            </a:r>
            <a:r>
              <a:rPr dirty="0" smtClean="0" sz="2000" spc="-2">
                <a:latin typeface="Times New Roman"/>
                <a:cs typeface="Times New Roman"/>
              </a:rPr>
              <a:t>r</a:t>
            </a:r>
            <a:r>
              <a:rPr dirty="0" smtClean="0" sz="2000" spc="-2">
                <a:latin typeface="Times New Roman"/>
                <a:cs typeface="Times New Roman"/>
              </a:rPr>
              <a:t>lap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83540" y="4503900"/>
            <a:ext cx="1348841" cy="330200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 spc="0" b="1">
                <a:latin typeface="Times New Roman"/>
                <a:cs typeface="Times New Roman"/>
              </a:rPr>
              <a:t>R</a:t>
            </a:r>
            <a:r>
              <a:rPr dirty="0" smtClean="0" sz="2400" spc="0" b="1">
                <a:latin typeface="Times New Roman"/>
                <a:cs typeface="Times New Roman"/>
              </a:rPr>
              <a:t>ea</a:t>
            </a:r>
            <a:r>
              <a:rPr dirty="0" smtClean="0" sz="2400" spc="0" b="1">
                <a:latin typeface="Times New Roman"/>
                <a:cs typeface="Times New Roman"/>
              </a:rPr>
              <a:t>l</a:t>
            </a:r>
            <a:r>
              <a:rPr dirty="0" smtClean="0" sz="2400" spc="0" b="1">
                <a:latin typeface="Times New Roman"/>
                <a:cs typeface="Times New Roman"/>
              </a:rPr>
              <a:t>itas</a:t>
            </a:r>
            <a:r>
              <a:rPr dirty="0" smtClean="0" sz="2400" spc="0" b="1">
                <a:latin typeface="Times New Roman"/>
                <a:cs typeface="Times New Roman"/>
              </a:rPr>
              <a:t> </a:t>
            </a:r>
            <a:r>
              <a:rPr dirty="0" smtClean="0" sz="2400" spc="0" b="1">
                <a:latin typeface="Times New Roman"/>
                <a:cs typeface="Times New Roman"/>
              </a:rPr>
              <a:t>?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83540" y="4887440"/>
            <a:ext cx="2036775" cy="330200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 spc="0" b="1">
                <a:latin typeface="Times New Roman"/>
                <a:cs typeface="Times New Roman"/>
              </a:rPr>
              <a:t>Jauh</a:t>
            </a:r>
            <a:r>
              <a:rPr dirty="0" smtClean="0" sz="2400" spc="0" b="1">
                <a:latin typeface="Times New Roman"/>
                <a:cs typeface="Times New Roman"/>
              </a:rPr>
              <a:t> </a:t>
            </a:r>
            <a:r>
              <a:rPr dirty="0" smtClean="0" sz="2400" spc="0" b="1">
                <a:latin typeface="Times New Roman"/>
                <a:cs typeface="Times New Roman"/>
              </a:rPr>
              <a:t>berbeda</a:t>
            </a:r>
            <a:r>
              <a:rPr dirty="0" smtClean="0" sz="2400" spc="0" b="1">
                <a:latin typeface="Times New Roman"/>
                <a:cs typeface="Times New Roman"/>
              </a:rPr>
              <a:t> </a:t>
            </a:r>
            <a:r>
              <a:rPr dirty="0" smtClean="0" sz="2400" spc="0" b="1">
                <a:latin typeface="Times New Roman"/>
                <a:cs typeface="Times New Roman"/>
              </a:rPr>
              <a:t>!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502535" y="4928317"/>
            <a:ext cx="2783332" cy="279400"/>
          </a:xfrm>
          <a:prstGeom prst="rect">
            <a:avLst/>
          </a:prstGeom>
        </p:spPr>
        <p:txBody>
          <a:bodyPr wrap="square" lIns="0" tIns="13589" rIns="0" bIns="0" rtlCol="0">
            <a:noAutofit/>
          </a:bodyPr>
          <a:lstStyle/>
          <a:p>
            <a:pPr marL="12700">
              <a:lnSpc>
                <a:spcPts val="2140"/>
              </a:lnSpc>
            </a:pPr>
            <a:r>
              <a:rPr dirty="0" smtClean="0" sz="2000" spc="-3">
                <a:latin typeface="Times New Roman"/>
                <a:cs typeface="Times New Roman"/>
              </a:rPr>
              <a:t>G</a:t>
            </a:r>
            <a:r>
              <a:rPr dirty="0" smtClean="0" sz="2000" spc="-3">
                <a:latin typeface="Times New Roman"/>
                <a:cs typeface="Times New Roman"/>
              </a:rPr>
              <a:t>r</a:t>
            </a:r>
            <a:r>
              <a:rPr dirty="0" smtClean="0" sz="2000" spc="-3">
                <a:latin typeface="Times New Roman"/>
                <a:cs typeface="Times New Roman"/>
              </a:rPr>
              <a:t>id</a:t>
            </a:r>
            <a:r>
              <a:rPr dirty="0" smtClean="0" sz="2000" spc="-3">
                <a:latin typeface="Times New Roman"/>
                <a:cs typeface="Times New Roman"/>
              </a:rPr>
              <a:t> </a:t>
            </a:r>
            <a:r>
              <a:rPr dirty="0" smtClean="0" sz="2000" spc="-3">
                <a:latin typeface="Times New Roman"/>
                <a:cs typeface="Times New Roman"/>
              </a:rPr>
              <a:t>sel</a:t>
            </a:r>
            <a:r>
              <a:rPr dirty="0" smtClean="0" sz="2000" spc="-3">
                <a:latin typeface="Times New Roman"/>
                <a:cs typeface="Times New Roman"/>
              </a:rPr>
              <a:t> </a:t>
            </a:r>
            <a:r>
              <a:rPr dirty="0" smtClean="0" sz="2000" spc="-3">
                <a:latin typeface="Times New Roman"/>
                <a:cs typeface="Times New Roman"/>
              </a:rPr>
              <a:t>t</a:t>
            </a:r>
            <a:r>
              <a:rPr dirty="0" smtClean="0" sz="2000" spc="-3">
                <a:latin typeface="Times New Roman"/>
                <a:cs typeface="Times New Roman"/>
              </a:rPr>
              <a:t>e</a:t>
            </a:r>
            <a:r>
              <a:rPr dirty="0" smtClean="0" sz="2000" spc="-3">
                <a:latin typeface="Times New Roman"/>
                <a:cs typeface="Times New Roman"/>
              </a:rPr>
              <a:t>orit</a:t>
            </a:r>
            <a:r>
              <a:rPr dirty="0" smtClean="0" sz="2000" spc="-3">
                <a:latin typeface="Times New Roman"/>
                <a:cs typeface="Times New Roman"/>
              </a:rPr>
              <a:t>i</a:t>
            </a:r>
            <a:r>
              <a:rPr dirty="0" smtClean="0" sz="2000" spc="-3">
                <a:latin typeface="Times New Roman"/>
                <a:cs typeface="Times New Roman"/>
              </a:rPr>
              <a:t>k</a:t>
            </a:r>
            <a:r>
              <a:rPr dirty="0" smtClean="0" sz="2000" spc="-3">
                <a:latin typeface="Times New Roman"/>
                <a:cs typeface="Times New Roman"/>
              </a:rPr>
              <a:t> </a:t>
            </a:r>
            <a:r>
              <a:rPr dirty="0" smtClean="0" sz="2000" spc="-3">
                <a:latin typeface="Times New Roman"/>
                <a:cs typeface="Times New Roman"/>
              </a:rPr>
              <a:t>di</a:t>
            </a:r>
            <a:r>
              <a:rPr dirty="0" smtClean="0" sz="2000" spc="-3">
                <a:latin typeface="Times New Roman"/>
                <a:cs typeface="Times New Roman"/>
              </a:rPr>
              <a:t>g</a:t>
            </a:r>
            <a:r>
              <a:rPr dirty="0" smtClean="0" sz="2000" spc="-3">
                <a:latin typeface="Times New Roman"/>
                <a:cs typeface="Times New Roman"/>
              </a:rPr>
              <a:t>un</a:t>
            </a:r>
            <a:r>
              <a:rPr dirty="0" smtClean="0" sz="2000" spc="-3">
                <a:latin typeface="Times New Roman"/>
                <a:cs typeface="Times New Roman"/>
              </a:rPr>
              <a:t>a</a:t>
            </a:r>
            <a:r>
              <a:rPr dirty="0" smtClean="0" sz="2000" spc="-3">
                <a:latin typeface="Times New Roman"/>
                <a:cs typeface="Times New Roman"/>
              </a:rPr>
              <a:t>k</a:t>
            </a:r>
            <a:r>
              <a:rPr dirty="0" smtClean="0" sz="2000" spc="-3">
                <a:latin typeface="Times New Roman"/>
                <a:cs typeface="Times New Roman"/>
              </a:rPr>
              <a:t>a</a:t>
            </a:r>
            <a:r>
              <a:rPr dirty="0" smtClean="0" sz="2000" spc="-3">
                <a:latin typeface="Times New Roman"/>
                <a:cs typeface="Times New Roman"/>
              </a:rPr>
              <a:t>n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83540" y="5184602"/>
            <a:ext cx="5243486" cy="279717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dirty="0" smtClean="0" sz="2000" spc="-3">
                <a:latin typeface="Times New Roman"/>
                <a:cs typeface="Times New Roman"/>
              </a:rPr>
              <a:t>untuk</a:t>
            </a:r>
            <a:r>
              <a:rPr dirty="0" smtClean="0" sz="2000" spc="-3">
                <a:latin typeface="Times New Roman"/>
                <a:cs typeface="Times New Roman"/>
              </a:rPr>
              <a:t> </a:t>
            </a:r>
            <a:r>
              <a:rPr dirty="0" smtClean="0" sz="2000" spc="-3">
                <a:latin typeface="Times New Roman"/>
                <a:cs typeface="Times New Roman"/>
              </a:rPr>
              <a:t>m</a:t>
            </a:r>
            <a:r>
              <a:rPr dirty="0" smtClean="0" sz="2000" spc="-3">
                <a:latin typeface="Times New Roman"/>
                <a:cs typeface="Times New Roman"/>
              </a:rPr>
              <a:t>e</a:t>
            </a:r>
            <a:r>
              <a:rPr dirty="0" smtClean="0" sz="2000" spc="-3">
                <a:latin typeface="Times New Roman"/>
                <a:cs typeface="Times New Roman"/>
              </a:rPr>
              <a:t>mpe</a:t>
            </a:r>
            <a:r>
              <a:rPr dirty="0" smtClean="0" sz="2000" spc="-3">
                <a:latin typeface="Times New Roman"/>
                <a:cs typeface="Times New Roman"/>
              </a:rPr>
              <a:t>r</a:t>
            </a:r>
            <a:r>
              <a:rPr dirty="0" smtClean="0" sz="2000" spc="-3">
                <a:latin typeface="Times New Roman"/>
                <a:cs typeface="Times New Roman"/>
              </a:rPr>
              <a:t>mud</a:t>
            </a:r>
            <a:r>
              <a:rPr dirty="0" smtClean="0" sz="2000" spc="-3">
                <a:latin typeface="Times New Roman"/>
                <a:cs typeface="Times New Roman"/>
              </a:rPr>
              <a:t>a</a:t>
            </a:r>
            <a:r>
              <a:rPr dirty="0" smtClean="0" sz="2000" spc="-3">
                <a:latin typeface="Times New Roman"/>
                <a:cs typeface="Times New Roman"/>
              </a:rPr>
              <a:t>h</a:t>
            </a:r>
            <a:r>
              <a:rPr dirty="0" smtClean="0" sz="2000" spc="-3">
                <a:latin typeface="Times New Roman"/>
                <a:cs typeface="Times New Roman"/>
              </a:rPr>
              <a:t> </a:t>
            </a:r>
            <a:r>
              <a:rPr dirty="0" smtClean="0" sz="2000" spc="-3">
                <a:latin typeface="Times New Roman"/>
                <a:cs typeface="Times New Roman"/>
              </a:rPr>
              <a:t>p</a:t>
            </a:r>
            <a:r>
              <a:rPr dirty="0" smtClean="0" sz="2000" spc="-3">
                <a:latin typeface="Times New Roman"/>
                <a:cs typeface="Times New Roman"/>
              </a:rPr>
              <a:t>e</a:t>
            </a:r>
            <a:r>
              <a:rPr dirty="0" smtClean="0" sz="2000" spc="-3">
                <a:latin typeface="Times New Roman"/>
                <a:cs typeface="Times New Roman"/>
              </a:rPr>
              <a:t>n</a:t>
            </a:r>
            <a:r>
              <a:rPr dirty="0" smtClean="0" sz="2000" spc="-3">
                <a:latin typeface="Times New Roman"/>
                <a:cs typeface="Times New Roman"/>
              </a:rPr>
              <a:t>g</a:t>
            </a:r>
            <a:r>
              <a:rPr dirty="0" smtClean="0" sz="2000" spc="-3">
                <a:latin typeface="Times New Roman"/>
                <a:cs typeface="Times New Roman"/>
              </a:rPr>
              <a:t>g</a:t>
            </a:r>
            <a:r>
              <a:rPr dirty="0" smtClean="0" sz="2000" spc="-3">
                <a:latin typeface="Times New Roman"/>
                <a:cs typeface="Times New Roman"/>
              </a:rPr>
              <a:t>a</a:t>
            </a:r>
            <a:r>
              <a:rPr dirty="0" smtClean="0" sz="2000" spc="-3">
                <a:latin typeface="Times New Roman"/>
                <a:cs typeface="Times New Roman"/>
              </a:rPr>
              <a:t>mba</a:t>
            </a:r>
            <a:r>
              <a:rPr dirty="0" smtClean="0" sz="2000" spc="-3">
                <a:latin typeface="Times New Roman"/>
                <a:cs typeface="Times New Roman"/>
              </a:rPr>
              <a:t>r</a:t>
            </a:r>
            <a:r>
              <a:rPr dirty="0" smtClean="0" sz="2000" spc="-3">
                <a:latin typeface="Times New Roman"/>
                <a:cs typeface="Times New Roman"/>
              </a:rPr>
              <a:t>a</a:t>
            </a:r>
            <a:r>
              <a:rPr dirty="0" smtClean="0" sz="2000" spc="-3">
                <a:latin typeface="Times New Roman"/>
                <a:cs typeface="Times New Roman"/>
              </a:rPr>
              <a:t>n</a:t>
            </a:r>
            <a:r>
              <a:rPr dirty="0" smtClean="0" sz="2000" spc="-3">
                <a:latin typeface="Times New Roman"/>
                <a:cs typeface="Times New Roman"/>
              </a:rPr>
              <a:t> </a:t>
            </a:r>
            <a:r>
              <a:rPr dirty="0" smtClean="0" sz="2000" spc="-3">
                <a:latin typeface="Times New Roman"/>
                <a:cs typeface="Times New Roman"/>
              </a:rPr>
              <a:t>/</a:t>
            </a:r>
            <a:r>
              <a:rPr dirty="0" smtClean="0" sz="2000" spc="-3">
                <a:latin typeface="Times New Roman"/>
                <a:cs typeface="Times New Roman"/>
              </a:rPr>
              <a:t> </a:t>
            </a:r>
            <a:r>
              <a:rPr dirty="0" smtClean="0" sz="2000" spc="-3">
                <a:latin typeface="Times New Roman"/>
                <a:cs typeface="Times New Roman"/>
              </a:rPr>
              <a:t>p</a:t>
            </a:r>
            <a:r>
              <a:rPr dirty="0" smtClean="0" sz="2000" spc="-3">
                <a:latin typeface="Times New Roman"/>
                <a:cs typeface="Times New Roman"/>
              </a:rPr>
              <a:t>e</a:t>
            </a:r>
            <a:r>
              <a:rPr dirty="0" smtClean="0" sz="2000" spc="-3">
                <a:latin typeface="Times New Roman"/>
                <a:cs typeface="Times New Roman"/>
              </a:rPr>
              <a:t>r</a:t>
            </a:r>
            <a:r>
              <a:rPr dirty="0" smtClean="0" sz="2000" spc="-3">
                <a:latin typeface="Times New Roman"/>
                <a:cs typeface="Times New Roman"/>
              </a:rPr>
              <a:t>e</a:t>
            </a:r>
            <a:r>
              <a:rPr dirty="0" smtClean="0" sz="2000" spc="-3">
                <a:latin typeface="Times New Roman"/>
                <a:cs typeface="Times New Roman"/>
              </a:rPr>
              <a:t>n</a:t>
            </a:r>
            <a:r>
              <a:rPr dirty="0" smtClean="0" sz="2000" spc="-3">
                <a:latin typeface="Times New Roman"/>
                <a:cs typeface="Times New Roman"/>
              </a:rPr>
              <a:t>c</a:t>
            </a:r>
            <a:r>
              <a:rPr dirty="0" smtClean="0" sz="2000" spc="-3">
                <a:latin typeface="Times New Roman"/>
                <a:cs typeface="Times New Roman"/>
              </a:rPr>
              <a:t>a</a:t>
            </a:r>
            <a:r>
              <a:rPr dirty="0" smtClean="0" sz="2000" spc="-3">
                <a:latin typeface="Times New Roman"/>
                <a:cs typeface="Times New Roman"/>
              </a:rPr>
              <a:t>n</a:t>
            </a:r>
            <a:r>
              <a:rPr dirty="0" smtClean="0" sz="2000" spc="-3">
                <a:latin typeface="Times New Roman"/>
                <a:cs typeface="Times New Roman"/>
              </a:rPr>
              <a:t>a</a:t>
            </a:r>
            <a:r>
              <a:rPr dirty="0" smtClean="0" sz="2000" spc="-3">
                <a:latin typeface="Times New Roman"/>
                <a:cs typeface="Times New Roman"/>
              </a:rPr>
              <a:t>a</a:t>
            </a:r>
            <a:r>
              <a:rPr dirty="0" smtClean="0" sz="2000" spc="-3">
                <a:latin typeface="Times New Roman"/>
                <a:cs typeface="Times New Roman"/>
              </a:rPr>
              <a:t>n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1140" y="6472848"/>
            <a:ext cx="5475228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o</a:t>
            </a:r>
            <a:r>
              <a:rPr dirty="0" smtClean="0" sz="1800" spc="0" b="1">
                <a:latin typeface="Georgia"/>
                <a:cs typeface="Georgia"/>
              </a:rPr>
              <a:t>d</a:t>
            </a:r>
            <a:r>
              <a:rPr dirty="0" smtClean="0" sz="1800" spc="0" b="1">
                <a:latin typeface="Georgia"/>
                <a:cs typeface="Georgia"/>
              </a:rPr>
              <a:t>ul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3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S</a:t>
            </a:r>
            <a:r>
              <a:rPr dirty="0" smtClean="0" sz="1800" spc="0" b="1">
                <a:latin typeface="Georgia"/>
                <a:cs typeface="Georgia"/>
              </a:rPr>
              <a:t>istem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K</a:t>
            </a:r>
            <a:r>
              <a:rPr dirty="0" smtClean="0" sz="1800" spc="0" b="1">
                <a:latin typeface="Georgia"/>
                <a:cs typeface="Georgia"/>
              </a:rPr>
              <a:t>o</a:t>
            </a: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unik</a:t>
            </a:r>
            <a:r>
              <a:rPr dirty="0" smtClean="0" sz="1800" spc="0" b="1">
                <a:latin typeface="Georgia"/>
                <a:cs typeface="Georgia"/>
              </a:rPr>
              <a:t>a</a:t>
            </a:r>
            <a:r>
              <a:rPr dirty="0" smtClean="0" sz="1800" spc="0" b="1">
                <a:latin typeface="Georgia"/>
                <a:cs typeface="Georgia"/>
              </a:rPr>
              <a:t>si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B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r>
              <a:rPr dirty="0" smtClean="0" sz="1800" spc="0" b="1">
                <a:latin typeface="Georgia"/>
                <a:cs typeface="Georgia"/>
              </a:rPr>
              <a:t>g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r>
              <a:rPr dirty="0" smtClean="0" sz="1800" spc="0" b="1">
                <a:latin typeface="Georgia"/>
                <a:cs typeface="Georgia"/>
              </a:rPr>
              <a:t>a</a:t>
            </a:r>
            <a:r>
              <a:rPr dirty="0" smtClean="0" sz="1800" spc="0" b="1">
                <a:latin typeface="Georgia"/>
                <a:cs typeface="Georgia"/>
              </a:rPr>
              <a:t>k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S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lul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96120" y="6472848"/>
            <a:ext cx="196649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b="1">
                <a:latin typeface="Georgia"/>
                <a:cs typeface="Georgia"/>
              </a:rPr>
              <a:t>5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422156" y="873125"/>
            <a:ext cx="90403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" name="object 3"/>
          <p:cNvSpPr txBox="1"/>
          <p:nvPr/>
        </p:nvSpPr>
        <p:spPr>
          <a:xfrm>
            <a:off x="3856503" y="873125"/>
            <a:ext cx="86132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" name="object 2"/>
          <p:cNvSpPr txBox="1"/>
          <p:nvPr/>
        </p:nvSpPr>
        <p:spPr>
          <a:xfrm>
            <a:off x="4890443" y="873125"/>
            <a:ext cx="89335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object 84"/>
          <p:cNvSpPr/>
          <p:nvPr/>
        </p:nvSpPr>
        <p:spPr>
          <a:xfrm>
            <a:off x="0" y="6400800"/>
            <a:ext cx="9903460" cy="457196"/>
          </a:xfrm>
          <a:custGeom>
            <a:avLst/>
            <a:gdLst/>
            <a:ahLst/>
            <a:cxnLst/>
            <a:rect l="l" t="t" r="r" b="b"/>
            <a:pathLst>
              <a:path w="9903460" h="457196">
                <a:moveTo>
                  <a:pt x="9903460" y="457196"/>
                </a:moveTo>
                <a:lnTo>
                  <a:pt x="9903460" y="0"/>
                </a:lnTo>
                <a:lnTo>
                  <a:pt x="0" y="0"/>
                </a:lnTo>
                <a:lnTo>
                  <a:pt x="0" y="457196"/>
                </a:lnTo>
                <a:lnTo>
                  <a:pt x="9903460" y="457196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5" name="object 85"/>
          <p:cNvSpPr/>
          <p:nvPr/>
        </p:nvSpPr>
        <p:spPr>
          <a:xfrm>
            <a:off x="153670" y="640207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58419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2" name="object 82"/>
          <p:cNvSpPr/>
          <p:nvPr/>
        </p:nvSpPr>
        <p:spPr>
          <a:xfrm>
            <a:off x="0" y="0"/>
            <a:ext cx="9903460" cy="609600"/>
          </a:xfrm>
          <a:custGeom>
            <a:avLst/>
            <a:gdLst/>
            <a:ahLst/>
            <a:cxnLst/>
            <a:rect l="l" t="t" r="r" b="b"/>
            <a:pathLst>
              <a:path w="9903460" h="609600">
                <a:moveTo>
                  <a:pt x="0" y="609600"/>
                </a:moveTo>
                <a:lnTo>
                  <a:pt x="9903460" y="609600"/>
                </a:lnTo>
                <a:lnTo>
                  <a:pt x="9903460" y="0"/>
                </a:lnTo>
                <a:lnTo>
                  <a:pt x="0" y="0"/>
                </a:lnTo>
                <a:lnTo>
                  <a:pt x="0" y="60960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3" name="object 83"/>
          <p:cNvSpPr/>
          <p:nvPr/>
        </p:nvSpPr>
        <p:spPr>
          <a:xfrm>
            <a:off x="111760" y="60960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76200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5" name="object 75"/>
          <p:cNvSpPr/>
          <p:nvPr/>
        </p:nvSpPr>
        <p:spPr>
          <a:xfrm>
            <a:off x="4970780" y="2034539"/>
            <a:ext cx="253365" cy="61912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6" name="object 76"/>
          <p:cNvSpPr/>
          <p:nvPr/>
        </p:nvSpPr>
        <p:spPr>
          <a:xfrm>
            <a:off x="4970780" y="2034539"/>
            <a:ext cx="253365" cy="619125"/>
          </a:xfrm>
          <a:custGeom>
            <a:avLst/>
            <a:gdLst/>
            <a:ahLst/>
            <a:cxnLst/>
            <a:rect l="l" t="t" r="r" b="b"/>
            <a:pathLst>
              <a:path w="253365" h="619125">
                <a:moveTo>
                  <a:pt x="253365" y="619125"/>
                </a:moveTo>
                <a:lnTo>
                  <a:pt x="0" y="619125"/>
                </a:lnTo>
                <a:lnTo>
                  <a:pt x="128270" y="0"/>
                </a:lnTo>
                <a:lnTo>
                  <a:pt x="253365" y="619125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7" name="object 77"/>
          <p:cNvSpPr/>
          <p:nvPr/>
        </p:nvSpPr>
        <p:spPr>
          <a:xfrm>
            <a:off x="4970780" y="1973579"/>
            <a:ext cx="193040" cy="124460"/>
          </a:xfrm>
          <a:custGeom>
            <a:avLst/>
            <a:gdLst/>
            <a:ahLst/>
            <a:cxnLst/>
            <a:rect l="l" t="t" r="r" b="b"/>
            <a:pathLst>
              <a:path w="193040" h="124460">
                <a:moveTo>
                  <a:pt x="0" y="124460"/>
                </a:moveTo>
                <a:lnTo>
                  <a:pt x="193040" y="0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8" name="object 78"/>
          <p:cNvSpPr/>
          <p:nvPr/>
        </p:nvSpPr>
        <p:spPr>
          <a:xfrm>
            <a:off x="5161280" y="1849120"/>
            <a:ext cx="2540" cy="124459"/>
          </a:xfrm>
          <a:custGeom>
            <a:avLst/>
            <a:gdLst/>
            <a:ahLst/>
            <a:cxnLst/>
            <a:rect l="l" t="t" r="r" b="b"/>
            <a:pathLst>
              <a:path w="2540" h="124459">
                <a:moveTo>
                  <a:pt x="0" y="124459"/>
                </a:moveTo>
                <a:lnTo>
                  <a:pt x="2540" y="0"/>
                </a:lnTo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9" name="object 79"/>
          <p:cNvSpPr/>
          <p:nvPr/>
        </p:nvSpPr>
        <p:spPr>
          <a:xfrm>
            <a:off x="4970780" y="1973579"/>
            <a:ext cx="2540" cy="124460"/>
          </a:xfrm>
          <a:custGeom>
            <a:avLst/>
            <a:gdLst/>
            <a:ahLst/>
            <a:cxnLst/>
            <a:rect l="l" t="t" r="r" b="b"/>
            <a:pathLst>
              <a:path w="2540" h="124460">
                <a:moveTo>
                  <a:pt x="0" y="124460"/>
                </a:moveTo>
                <a:lnTo>
                  <a:pt x="2540" y="0"/>
                </a:lnTo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0" name="object 80"/>
          <p:cNvSpPr/>
          <p:nvPr/>
        </p:nvSpPr>
        <p:spPr>
          <a:xfrm>
            <a:off x="5097780" y="2034539"/>
            <a:ext cx="129540" cy="63500"/>
          </a:xfrm>
          <a:custGeom>
            <a:avLst/>
            <a:gdLst/>
            <a:ahLst/>
            <a:cxnLst/>
            <a:rect l="l" t="t" r="r" b="b"/>
            <a:pathLst>
              <a:path w="129540" h="63500">
                <a:moveTo>
                  <a:pt x="0" y="0"/>
                </a:moveTo>
                <a:lnTo>
                  <a:pt x="129540" y="63500"/>
                </a:lnTo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1" name="object 81"/>
          <p:cNvSpPr/>
          <p:nvPr/>
        </p:nvSpPr>
        <p:spPr>
          <a:xfrm>
            <a:off x="5224780" y="1973579"/>
            <a:ext cx="2540" cy="124460"/>
          </a:xfrm>
          <a:custGeom>
            <a:avLst/>
            <a:gdLst/>
            <a:ahLst/>
            <a:cxnLst/>
            <a:rect l="l" t="t" r="r" b="b"/>
            <a:pathLst>
              <a:path w="2540" h="124460">
                <a:moveTo>
                  <a:pt x="0" y="124460"/>
                </a:moveTo>
                <a:lnTo>
                  <a:pt x="2540" y="0"/>
                </a:lnTo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4" name="object 64"/>
          <p:cNvSpPr/>
          <p:nvPr/>
        </p:nvSpPr>
        <p:spPr>
          <a:xfrm>
            <a:off x="1143000" y="1600200"/>
            <a:ext cx="1341120" cy="1242060"/>
          </a:xfrm>
          <a:custGeom>
            <a:avLst/>
            <a:gdLst/>
            <a:ahLst/>
            <a:cxnLst/>
            <a:rect l="l" t="t" r="r" b="b"/>
            <a:pathLst>
              <a:path w="1341120" h="1242060">
                <a:moveTo>
                  <a:pt x="0" y="621029"/>
                </a:moveTo>
                <a:lnTo>
                  <a:pt x="2222" y="570090"/>
                </a:lnTo>
                <a:lnTo>
                  <a:pt x="8776" y="520285"/>
                </a:lnTo>
                <a:lnTo>
                  <a:pt x="19488" y="471775"/>
                </a:lnTo>
                <a:lnTo>
                  <a:pt x="34186" y="424720"/>
                </a:lnTo>
                <a:lnTo>
                  <a:pt x="52697" y="379279"/>
                </a:lnTo>
                <a:lnTo>
                  <a:pt x="74848" y="335612"/>
                </a:lnTo>
                <a:lnTo>
                  <a:pt x="100467" y="293879"/>
                </a:lnTo>
                <a:lnTo>
                  <a:pt x="129381" y="254239"/>
                </a:lnTo>
                <a:lnTo>
                  <a:pt x="161418" y="216853"/>
                </a:lnTo>
                <a:lnTo>
                  <a:pt x="196405" y="181879"/>
                </a:lnTo>
                <a:lnTo>
                  <a:pt x="234170" y="149479"/>
                </a:lnTo>
                <a:lnTo>
                  <a:pt x="274539" y="119810"/>
                </a:lnTo>
                <a:lnTo>
                  <a:pt x="317341" y="93034"/>
                </a:lnTo>
                <a:lnTo>
                  <a:pt x="362402" y="69310"/>
                </a:lnTo>
                <a:lnTo>
                  <a:pt x="409551" y="48797"/>
                </a:lnTo>
                <a:lnTo>
                  <a:pt x="458614" y="31656"/>
                </a:lnTo>
                <a:lnTo>
                  <a:pt x="509419" y="18046"/>
                </a:lnTo>
                <a:lnTo>
                  <a:pt x="561793" y="8127"/>
                </a:lnTo>
                <a:lnTo>
                  <a:pt x="615564" y="2058"/>
                </a:lnTo>
                <a:lnTo>
                  <a:pt x="670560" y="0"/>
                </a:lnTo>
                <a:lnTo>
                  <a:pt x="725555" y="2058"/>
                </a:lnTo>
                <a:lnTo>
                  <a:pt x="779326" y="8127"/>
                </a:lnTo>
                <a:lnTo>
                  <a:pt x="831700" y="18046"/>
                </a:lnTo>
                <a:lnTo>
                  <a:pt x="882505" y="31656"/>
                </a:lnTo>
                <a:lnTo>
                  <a:pt x="931568" y="48797"/>
                </a:lnTo>
                <a:lnTo>
                  <a:pt x="978717" y="69310"/>
                </a:lnTo>
                <a:lnTo>
                  <a:pt x="1023778" y="93034"/>
                </a:lnTo>
                <a:lnTo>
                  <a:pt x="1066580" y="119810"/>
                </a:lnTo>
                <a:lnTo>
                  <a:pt x="1106949" y="149479"/>
                </a:lnTo>
                <a:lnTo>
                  <a:pt x="1144714" y="181879"/>
                </a:lnTo>
                <a:lnTo>
                  <a:pt x="1179701" y="216853"/>
                </a:lnTo>
                <a:lnTo>
                  <a:pt x="1211738" y="254239"/>
                </a:lnTo>
                <a:lnTo>
                  <a:pt x="1240652" y="293879"/>
                </a:lnTo>
                <a:lnTo>
                  <a:pt x="1266271" y="335612"/>
                </a:lnTo>
                <a:lnTo>
                  <a:pt x="1288422" y="379279"/>
                </a:lnTo>
                <a:lnTo>
                  <a:pt x="1306933" y="424720"/>
                </a:lnTo>
                <a:lnTo>
                  <a:pt x="1321631" y="471775"/>
                </a:lnTo>
                <a:lnTo>
                  <a:pt x="1332343" y="520285"/>
                </a:lnTo>
                <a:lnTo>
                  <a:pt x="1338897" y="570090"/>
                </a:lnTo>
                <a:lnTo>
                  <a:pt x="1341120" y="621029"/>
                </a:lnTo>
                <a:lnTo>
                  <a:pt x="1338897" y="671969"/>
                </a:lnTo>
                <a:lnTo>
                  <a:pt x="1332343" y="721774"/>
                </a:lnTo>
                <a:lnTo>
                  <a:pt x="1321631" y="770284"/>
                </a:lnTo>
                <a:lnTo>
                  <a:pt x="1306933" y="817339"/>
                </a:lnTo>
                <a:lnTo>
                  <a:pt x="1288422" y="862780"/>
                </a:lnTo>
                <a:lnTo>
                  <a:pt x="1266271" y="906447"/>
                </a:lnTo>
                <a:lnTo>
                  <a:pt x="1240652" y="948180"/>
                </a:lnTo>
                <a:lnTo>
                  <a:pt x="1211738" y="987820"/>
                </a:lnTo>
                <a:lnTo>
                  <a:pt x="1179701" y="1025206"/>
                </a:lnTo>
                <a:lnTo>
                  <a:pt x="1144714" y="1060180"/>
                </a:lnTo>
                <a:lnTo>
                  <a:pt x="1106949" y="1092580"/>
                </a:lnTo>
                <a:lnTo>
                  <a:pt x="1066580" y="1122249"/>
                </a:lnTo>
                <a:lnTo>
                  <a:pt x="1023778" y="1149025"/>
                </a:lnTo>
                <a:lnTo>
                  <a:pt x="978717" y="1172749"/>
                </a:lnTo>
                <a:lnTo>
                  <a:pt x="931568" y="1193262"/>
                </a:lnTo>
                <a:lnTo>
                  <a:pt x="882505" y="1210403"/>
                </a:lnTo>
                <a:lnTo>
                  <a:pt x="831700" y="1224013"/>
                </a:lnTo>
                <a:lnTo>
                  <a:pt x="779326" y="1233932"/>
                </a:lnTo>
                <a:lnTo>
                  <a:pt x="725555" y="1240001"/>
                </a:lnTo>
                <a:lnTo>
                  <a:pt x="670560" y="1242060"/>
                </a:lnTo>
                <a:lnTo>
                  <a:pt x="615564" y="1240001"/>
                </a:lnTo>
                <a:lnTo>
                  <a:pt x="561793" y="1233932"/>
                </a:lnTo>
                <a:lnTo>
                  <a:pt x="509419" y="1224013"/>
                </a:lnTo>
                <a:lnTo>
                  <a:pt x="458614" y="1210403"/>
                </a:lnTo>
                <a:lnTo>
                  <a:pt x="409551" y="1193262"/>
                </a:lnTo>
                <a:lnTo>
                  <a:pt x="362402" y="1172749"/>
                </a:lnTo>
                <a:lnTo>
                  <a:pt x="317341" y="1149025"/>
                </a:lnTo>
                <a:lnTo>
                  <a:pt x="274539" y="1122249"/>
                </a:lnTo>
                <a:lnTo>
                  <a:pt x="234170" y="1092580"/>
                </a:lnTo>
                <a:lnTo>
                  <a:pt x="196405" y="1060180"/>
                </a:lnTo>
                <a:lnTo>
                  <a:pt x="161418" y="1025206"/>
                </a:lnTo>
                <a:lnTo>
                  <a:pt x="129381" y="987820"/>
                </a:lnTo>
                <a:lnTo>
                  <a:pt x="100467" y="948180"/>
                </a:lnTo>
                <a:lnTo>
                  <a:pt x="74848" y="906447"/>
                </a:lnTo>
                <a:lnTo>
                  <a:pt x="52697" y="862780"/>
                </a:lnTo>
                <a:lnTo>
                  <a:pt x="34186" y="817339"/>
                </a:lnTo>
                <a:lnTo>
                  <a:pt x="19488" y="770284"/>
                </a:lnTo>
                <a:lnTo>
                  <a:pt x="8776" y="721774"/>
                </a:lnTo>
                <a:lnTo>
                  <a:pt x="2222" y="671969"/>
                </a:lnTo>
                <a:lnTo>
                  <a:pt x="0" y="62102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5" name="object 65"/>
          <p:cNvSpPr/>
          <p:nvPr/>
        </p:nvSpPr>
        <p:spPr>
          <a:xfrm>
            <a:off x="1780539" y="2219960"/>
            <a:ext cx="66040" cy="63500"/>
          </a:xfrm>
          <a:custGeom>
            <a:avLst/>
            <a:gdLst/>
            <a:ahLst/>
            <a:cxnLst/>
            <a:rect l="l" t="t" r="r" b="b"/>
            <a:pathLst>
              <a:path w="66040" h="63500">
                <a:moveTo>
                  <a:pt x="0" y="31750"/>
                </a:moveTo>
                <a:lnTo>
                  <a:pt x="1198" y="40264"/>
                </a:lnTo>
                <a:lnTo>
                  <a:pt x="7783" y="52242"/>
                </a:lnTo>
                <a:lnTo>
                  <a:pt x="18867" y="60452"/>
                </a:lnTo>
                <a:lnTo>
                  <a:pt x="33020" y="63500"/>
                </a:lnTo>
                <a:lnTo>
                  <a:pt x="41896" y="62343"/>
                </a:lnTo>
                <a:lnTo>
                  <a:pt x="54356" y="55996"/>
                </a:lnTo>
                <a:lnTo>
                  <a:pt x="62881" y="45332"/>
                </a:lnTo>
                <a:lnTo>
                  <a:pt x="66040" y="31750"/>
                </a:lnTo>
                <a:lnTo>
                  <a:pt x="64841" y="23235"/>
                </a:lnTo>
                <a:lnTo>
                  <a:pt x="58256" y="11257"/>
                </a:lnTo>
                <a:lnTo>
                  <a:pt x="47172" y="3047"/>
                </a:lnTo>
                <a:lnTo>
                  <a:pt x="33020" y="0"/>
                </a:lnTo>
                <a:lnTo>
                  <a:pt x="24143" y="1156"/>
                </a:lnTo>
                <a:lnTo>
                  <a:pt x="11683" y="7503"/>
                </a:lnTo>
                <a:lnTo>
                  <a:pt x="3158" y="18167"/>
                </a:lnTo>
                <a:lnTo>
                  <a:pt x="0" y="31750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6" name="object 66"/>
          <p:cNvSpPr/>
          <p:nvPr/>
        </p:nvSpPr>
        <p:spPr>
          <a:xfrm>
            <a:off x="1780539" y="2219960"/>
            <a:ext cx="66040" cy="63500"/>
          </a:xfrm>
          <a:custGeom>
            <a:avLst/>
            <a:gdLst/>
            <a:ahLst/>
            <a:cxnLst/>
            <a:rect l="l" t="t" r="r" b="b"/>
            <a:pathLst>
              <a:path w="66040" h="63500">
                <a:moveTo>
                  <a:pt x="0" y="31750"/>
                </a:moveTo>
                <a:lnTo>
                  <a:pt x="3158" y="18167"/>
                </a:lnTo>
                <a:lnTo>
                  <a:pt x="11683" y="7503"/>
                </a:lnTo>
                <a:lnTo>
                  <a:pt x="24143" y="1156"/>
                </a:lnTo>
                <a:lnTo>
                  <a:pt x="33020" y="0"/>
                </a:lnTo>
                <a:lnTo>
                  <a:pt x="47172" y="3047"/>
                </a:lnTo>
                <a:lnTo>
                  <a:pt x="58256" y="11257"/>
                </a:lnTo>
                <a:lnTo>
                  <a:pt x="64841" y="23235"/>
                </a:lnTo>
                <a:lnTo>
                  <a:pt x="66040" y="31750"/>
                </a:lnTo>
                <a:lnTo>
                  <a:pt x="62881" y="45332"/>
                </a:lnTo>
                <a:lnTo>
                  <a:pt x="54356" y="55996"/>
                </a:lnTo>
                <a:lnTo>
                  <a:pt x="41896" y="62343"/>
                </a:lnTo>
                <a:lnTo>
                  <a:pt x="33020" y="63500"/>
                </a:lnTo>
                <a:lnTo>
                  <a:pt x="18867" y="60452"/>
                </a:lnTo>
                <a:lnTo>
                  <a:pt x="7783" y="52242"/>
                </a:lnTo>
                <a:lnTo>
                  <a:pt x="1198" y="40264"/>
                </a:lnTo>
                <a:lnTo>
                  <a:pt x="0" y="3175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7" name="object 67"/>
          <p:cNvSpPr/>
          <p:nvPr/>
        </p:nvSpPr>
        <p:spPr>
          <a:xfrm>
            <a:off x="1743710" y="2344420"/>
            <a:ext cx="77977" cy="373379"/>
          </a:xfrm>
          <a:custGeom>
            <a:avLst/>
            <a:gdLst/>
            <a:ahLst/>
            <a:cxnLst/>
            <a:rect l="l" t="t" r="r" b="b"/>
            <a:pathLst>
              <a:path w="77977" h="373379">
                <a:moveTo>
                  <a:pt x="43179" y="0"/>
                </a:moveTo>
                <a:lnTo>
                  <a:pt x="30479" y="0"/>
                </a:lnTo>
                <a:lnTo>
                  <a:pt x="32744" y="339199"/>
                </a:lnTo>
                <a:lnTo>
                  <a:pt x="39254" y="349440"/>
                </a:lnTo>
                <a:lnTo>
                  <a:pt x="45445" y="339363"/>
                </a:lnTo>
                <a:lnTo>
                  <a:pt x="43179" y="0"/>
                </a:lnTo>
                <a:close/>
              </a:path>
              <a:path w="77977" h="373379">
                <a:moveTo>
                  <a:pt x="76072" y="313816"/>
                </a:moveTo>
                <a:lnTo>
                  <a:pt x="45592" y="361441"/>
                </a:lnTo>
                <a:lnTo>
                  <a:pt x="44703" y="358013"/>
                </a:lnTo>
                <a:lnTo>
                  <a:pt x="33908" y="358139"/>
                </a:lnTo>
                <a:lnTo>
                  <a:pt x="32892" y="361441"/>
                </a:lnTo>
                <a:lnTo>
                  <a:pt x="3809" y="305434"/>
                </a:lnTo>
                <a:lnTo>
                  <a:pt x="888" y="307339"/>
                </a:lnTo>
                <a:lnTo>
                  <a:pt x="0" y="311276"/>
                </a:lnTo>
                <a:lnTo>
                  <a:pt x="1777" y="314197"/>
                </a:lnTo>
                <a:lnTo>
                  <a:pt x="39369" y="373379"/>
                </a:lnTo>
                <a:lnTo>
                  <a:pt x="76072" y="313816"/>
                </a:lnTo>
                <a:close/>
              </a:path>
              <a:path w="77977" h="373379">
                <a:moveTo>
                  <a:pt x="70992" y="303149"/>
                </a:moveTo>
                <a:lnTo>
                  <a:pt x="67182" y="304164"/>
                </a:lnTo>
                <a:lnTo>
                  <a:pt x="65277" y="307085"/>
                </a:lnTo>
                <a:lnTo>
                  <a:pt x="45445" y="339363"/>
                </a:lnTo>
                <a:lnTo>
                  <a:pt x="39254" y="349440"/>
                </a:lnTo>
                <a:lnTo>
                  <a:pt x="32744" y="339199"/>
                </a:lnTo>
                <a:lnTo>
                  <a:pt x="12572" y="307466"/>
                </a:lnTo>
                <a:lnTo>
                  <a:pt x="10667" y="304545"/>
                </a:lnTo>
                <a:lnTo>
                  <a:pt x="6731" y="303656"/>
                </a:lnTo>
                <a:lnTo>
                  <a:pt x="3809" y="305434"/>
                </a:lnTo>
                <a:lnTo>
                  <a:pt x="32892" y="361441"/>
                </a:lnTo>
                <a:lnTo>
                  <a:pt x="33908" y="358139"/>
                </a:lnTo>
                <a:lnTo>
                  <a:pt x="44703" y="358013"/>
                </a:lnTo>
                <a:lnTo>
                  <a:pt x="45592" y="361441"/>
                </a:lnTo>
                <a:lnTo>
                  <a:pt x="76072" y="313816"/>
                </a:lnTo>
                <a:lnTo>
                  <a:pt x="77977" y="310768"/>
                </a:lnTo>
                <a:lnTo>
                  <a:pt x="76962" y="306831"/>
                </a:lnTo>
                <a:lnTo>
                  <a:pt x="74040" y="305053"/>
                </a:lnTo>
                <a:lnTo>
                  <a:pt x="70992" y="303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8" name="object 68"/>
          <p:cNvSpPr/>
          <p:nvPr/>
        </p:nvSpPr>
        <p:spPr>
          <a:xfrm>
            <a:off x="1907539" y="2246629"/>
            <a:ext cx="386080" cy="77978"/>
          </a:xfrm>
          <a:custGeom>
            <a:avLst/>
            <a:gdLst/>
            <a:ahLst/>
            <a:cxnLst/>
            <a:rect l="l" t="t" r="r" b="b"/>
            <a:pathLst>
              <a:path w="386080" h="77978">
                <a:moveTo>
                  <a:pt x="370840" y="33909"/>
                </a:moveTo>
                <a:lnTo>
                  <a:pt x="362140" y="39254"/>
                </a:lnTo>
                <a:lnTo>
                  <a:pt x="370713" y="44704"/>
                </a:lnTo>
                <a:lnTo>
                  <a:pt x="370840" y="33909"/>
                </a:lnTo>
                <a:close/>
              </a:path>
              <a:path w="386080" h="77978">
                <a:moveTo>
                  <a:pt x="326517" y="76073"/>
                </a:moveTo>
                <a:lnTo>
                  <a:pt x="386080" y="39370"/>
                </a:lnTo>
                <a:lnTo>
                  <a:pt x="374142" y="32893"/>
                </a:lnTo>
                <a:lnTo>
                  <a:pt x="351907" y="32749"/>
                </a:lnTo>
                <a:lnTo>
                  <a:pt x="0" y="30480"/>
                </a:lnTo>
                <a:lnTo>
                  <a:pt x="0" y="43180"/>
                </a:lnTo>
                <a:lnTo>
                  <a:pt x="352055" y="45450"/>
                </a:lnTo>
                <a:lnTo>
                  <a:pt x="374142" y="45593"/>
                </a:lnTo>
                <a:lnTo>
                  <a:pt x="370840" y="33909"/>
                </a:lnTo>
                <a:lnTo>
                  <a:pt x="370713" y="44704"/>
                </a:lnTo>
                <a:lnTo>
                  <a:pt x="362140" y="39254"/>
                </a:lnTo>
                <a:lnTo>
                  <a:pt x="370840" y="33909"/>
                </a:lnTo>
                <a:lnTo>
                  <a:pt x="374142" y="45593"/>
                </a:lnTo>
                <a:lnTo>
                  <a:pt x="326517" y="76073"/>
                </a:lnTo>
                <a:close/>
              </a:path>
              <a:path w="386080" h="77978">
                <a:moveTo>
                  <a:pt x="320040" y="889"/>
                </a:moveTo>
                <a:lnTo>
                  <a:pt x="318135" y="3810"/>
                </a:lnTo>
                <a:lnTo>
                  <a:pt x="316357" y="6731"/>
                </a:lnTo>
                <a:lnTo>
                  <a:pt x="317246" y="10668"/>
                </a:lnTo>
                <a:lnTo>
                  <a:pt x="320167" y="12573"/>
                </a:lnTo>
                <a:lnTo>
                  <a:pt x="351907" y="32749"/>
                </a:lnTo>
                <a:lnTo>
                  <a:pt x="374142" y="32893"/>
                </a:lnTo>
                <a:lnTo>
                  <a:pt x="386080" y="39370"/>
                </a:lnTo>
                <a:lnTo>
                  <a:pt x="326898" y="1905"/>
                </a:lnTo>
                <a:lnTo>
                  <a:pt x="323977" y="0"/>
                </a:lnTo>
                <a:lnTo>
                  <a:pt x="320040" y="889"/>
                </a:lnTo>
                <a:close/>
              </a:path>
              <a:path w="386080" h="77978">
                <a:moveTo>
                  <a:pt x="317754" y="74041"/>
                </a:moveTo>
                <a:lnTo>
                  <a:pt x="319532" y="76962"/>
                </a:lnTo>
                <a:lnTo>
                  <a:pt x="323469" y="77978"/>
                </a:lnTo>
                <a:lnTo>
                  <a:pt x="326517" y="76073"/>
                </a:lnTo>
                <a:lnTo>
                  <a:pt x="374142" y="45593"/>
                </a:lnTo>
                <a:lnTo>
                  <a:pt x="352055" y="45450"/>
                </a:lnTo>
                <a:lnTo>
                  <a:pt x="319786" y="65278"/>
                </a:lnTo>
                <a:lnTo>
                  <a:pt x="316865" y="67183"/>
                </a:lnTo>
                <a:lnTo>
                  <a:pt x="315849" y="70993"/>
                </a:lnTo>
                <a:lnTo>
                  <a:pt x="317754" y="7404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9" name="object 69"/>
          <p:cNvSpPr/>
          <p:nvPr/>
        </p:nvSpPr>
        <p:spPr>
          <a:xfrm>
            <a:off x="1743583" y="1849120"/>
            <a:ext cx="77978" cy="309879"/>
          </a:xfrm>
          <a:custGeom>
            <a:avLst/>
            <a:gdLst/>
            <a:ahLst/>
            <a:cxnLst/>
            <a:rect l="l" t="t" r="r" b="b"/>
            <a:pathLst>
              <a:path w="77978" h="309879">
                <a:moveTo>
                  <a:pt x="10668" y="68833"/>
                </a:moveTo>
                <a:lnTo>
                  <a:pt x="12573" y="65912"/>
                </a:lnTo>
                <a:lnTo>
                  <a:pt x="32841" y="34028"/>
                </a:lnTo>
                <a:lnTo>
                  <a:pt x="39308" y="23855"/>
                </a:lnTo>
                <a:lnTo>
                  <a:pt x="45541" y="34040"/>
                </a:lnTo>
                <a:lnTo>
                  <a:pt x="65278" y="66293"/>
                </a:lnTo>
                <a:lnTo>
                  <a:pt x="67183" y="69341"/>
                </a:lnTo>
                <a:lnTo>
                  <a:pt x="71119" y="70230"/>
                </a:lnTo>
                <a:lnTo>
                  <a:pt x="74041" y="68452"/>
                </a:lnTo>
                <a:lnTo>
                  <a:pt x="77089" y="66547"/>
                </a:lnTo>
                <a:lnTo>
                  <a:pt x="77978" y="62610"/>
                </a:lnTo>
                <a:lnTo>
                  <a:pt x="76200" y="59689"/>
                </a:lnTo>
                <a:lnTo>
                  <a:pt x="45719" y="11937"/>
                </a:lnTo>
                <a:lnTo>
                  <a:pt x="44704" y="15366"/>
                </a:lnTo>
                <a:lnTo>
                  <a:pt x="34036" y="15239"/>
                </a:lnTo>
                <a:lnTo>
                  <a:pt x="33019" y="11937"/>
                </a:lnTo>
                <a:lnTo>
                  <a:pt x="1905" y="59054"/>
                </a:lnTo>
                <a:lnTo>
                  <a:pt x="0" y="61975"/>
                </a:lnTo>
                <a:lnTo>
                  <a:pt x="889" y="65912"/>
                </a:lnTo>
                <a:lnTo>
                  <a:pt x="3810" y="67817"/>
                </a:lnTo>
                <a:lnTo>
                  <a:pt x="6731" y="69722"/>
                </a:lnTo>
                <a:lnTo>
                  <a:pt x="10668" y="68833"/>
                </a:lnTo>
                <a:close/>
              </a:path>
              <a:path w="77978" h="309879">
                <a:moveTo>
                  <a:pt x="43306" y="309879"/>
                </a:moveTo>
                <a:lnTo>
                  <a:pt x="45541" y="34040"/>
                </a:lnTo>
                <a:lnTo>
                  <a:pt x="39308" y="23855"/>
                </a:lnTo>
                <a:lnTo>
                  <a:pt x="32841" y="34028"/>
                </a:lnTo>
                <a:lnTo>
                  <a:pt x="30606" y="309879"/>
                </a:lnTo>
                <a:lnTo>
                  <a:pt x="43306" y="309879"/>
                </a:lnTo>
                <a:close/>
              </a:path>
              <a:path w="77978" h="309879">
                <a:moveTo>
                  <a:pt x="45719" y="11937"/>
                </a:moveTo>
                <a:lnTo>
                  <a:pt x="76200" y="59689"/>
                </a:lnTo>
                <a:lnTo>
                  <a:pt x="39497" y="0"/>
                </a:lnTo>
                <a:lnTo>
                  <a:pt x="1905" y="59054"/>
                </a:lnTo>
                <a:lnTo>
                  <a:pt x="33019" y="11937"/>
                </a:lnTo>
                <a:lnTo>
                  <a:pt x="34036" y="15239"/>
                </a:lnTo>
                <a:lnTo>
                  <a:pt x="44704" y="15366"/>
                </a:lnTo>
                <a:lnTo>
                  <a:pt x="45719" y="119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0" name="object 70"/>
          <p:cNvSpPr/>
          <p:nvPr/>
        </p:nvSpPr>
        <p:spPr>
          <a:xfrm>
            <a:off x="1397000" y="2246503"/>
            <a:ext cx="320039" cy="77977"/>
          </a:xfrm>
          <a:custGeom>
            <a:avLst/>
            <a:gdLst/>
            <a:ahLst/>
            <a:cxnLst/>
            <a:rect l="l" t="t" r="r" b="b"/>
            <a:pathLst>
              <a:path w="320039" h="77977">
                <a:moveTo>
                  <a:pt x="59690" y="76200"/>
                </a:moveTo>
                <a:lnTo>
                  <a:pt x="62611" y="77977"/>
                </a:lnTo>
                <a:lnTo>
                  <a:pt x="66547" y="77088"/>
                </a:lnTo>
                <a:lnTo>
                  <a:pt x="68453" y="74041"/>
                </a:lnTo>
                <a:lnTo>
                  <a:pt x="70231" y="71120"/>
                </a:lnTo>
                <a:lnTo>
                  <a:pt x="69341" y="67183"/>
                </a:lnTo>
                <a:lnTo>
                  <a:pt x="66293" y="65277"/>
                </a:lnTo>
                <a:lnTo>
                  <a:pt x="34050" y="45546"/>
                </a:lnTo>
                <a:lnTo>
                  <a:pt x="11937" y="45720"/>
                </a:lnTo>
                <a:lnTo>
                  <a:pt x="34050" y="45546"/>
                </a:lnTo>
                <a:lnTo>
                  <a:pt x="15366" y="44704"/>
                </a:lnTo>
                <a:lnTo>
                  <a:pt x="11937" y="33020"/>
                </a:lnTo>
                <a:lnTo>
                  <a:pt x="0" y="39497"/>
                </a:lnTo>
                <a:lnTo>
                  <a:pt x="59690" y="76200"/>
                </a:lnTo>
                <a:close/>
              </a:path>
              <a:path w="320039" h="77977">
                <a:moveTo>
                  <a:pt x="34019" y="32847"/>
                </a:moveTo>
                <a:lnTo>
                  <a:pt x="15240" y="34036"/>
                </a:lnTo>
                <a:lnTo>
                  <a:pt x="23855" y="39308"/>
                </a:lnTo>
                <a:lnTo>
                  <a:pt x="34019" y="32847"/>
                </a:lnTo>
                <a:close/>
              </a:path>
              <a:path w="320039" h="77977">
                <a:moveTo>
                  <a:pt x="320039" y="30607"/>
                </a:moveTo>
                <a:lnTo>
                  <a:pt x="34019" y="32847"/>
                </a:lnTo>
                <a:lnTo>
                  <a:pt x="23855" y="39308"/>
                </a:lnTo>
                <a:lnTo>
                  <a:pt x="15240" y="34036"/>
                </a:lnTo>
                <a:lnTo>
                  <a:pt x="34019" y="32847"/>
                </a:lnTo>
                <a:lnTo>
                  <a:pt x="65912" y="12573"/>
                </a:lnTo>
                <a:lnTo>
                  <a:pt x="68834" y="10668"/>
                </a:lnTo>
                <a:lnTo>
                  <a:pt x="69722" y="6858"/>
                </a:lnTo>
                <a:lnTo>
                  <a:pt x="67818" y="3810"/>
                </a:lnTo>
                <a:lnTo>
                  <a:pt x="65912" y="888"/>
                </a:lnTo>
                <a:lnTo>
                  <a:pt x="61975" y="0"/>
                </a:lnTo>
                <a:lnTo>
                  <a:pt x="59055" y="1905"/>
                </a:lnTo>
                <a:lnTo>
                  <a:pt x="0" y="39497"/>
                </a:lnTo>
                <a:lnTo>
                  <a:pt x="11937" y="33020"/>
                </a:lnTo>
                <a:lnTo>
                  <a:pt x="15366" y="44704"/>
                </a:lnTo>
                <a:lnTo>
                  <a:pt x="34050" y="45546"/>
                </a:lnTo>
                <a:lnTo>
                  <a:pt x="320039" y="43307"/>
                </a:lnTo>
                <a:lnTo>
                  <a:pt x="320039" y="3060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1" name="object 71"/>
          <p:cNvSpPr/>
          <p:nvPr/>
        </p:nvSpPr>
        <p:spPr>
          <a:xfrm>
            <a:off x="1460500" y="1973579"/>
            <a:ext cx="260223" cy="190627"/>
          </a:xfrm>
          <a:custGeom>
            <a:avLst/>
            <a:gdLst/>
            <a:ahLst/>
            <a:cxnLst/>
            <a:rect l="l" t="t" r="r" b="b"/>
            <a:pathLst>
              <a:path w="260223" h="190627">
                <a:moveTo>
                  <a:pt x="9271" y="13335"/>
                </a:moveTo>
                <a:lnTo>
                  <a:pt x="23866" y="25127"/>
                </a:lnTo>
                <a:lnTo>
                  <a:pt x="252856" y="190627"/>
                </a:lnTo>
                <a:lnTo>
                  <a:pt x="260223" y="180212"/>
                </a:lnTo>
                <a:lnTo>
                  <a:pt x="31231" y="14830"/>
                </a:lnTo>
                <a:lnTo>
                  <a:pt x="13334" y="1905"/>
                </a:lnTo>
                <a:lnTo>
                  <a:pt x="5968" y="12192"/>
                </a:lnTo>
                <a:lnTo>
                  <a:pt x="26415" y="64897"/>
                </a:lnTo>
                <a:lnTo>
                  <a:pt x="27686" y="68072"/>
                </a:lnTo>
                <a:lnTo>
                  <a:pt x="31368" y="69723"/>
                </a:lnTo>
                <a:lnTo>
                  <a:pt x="34671" y="68325"/>
                </a:lnTo>
                <a:lnTo>
                  <a:pt x="37846" y="67056"/>
                </a:lnTo>
                <a:lnTo>
                  <a:pt x="39496" y="63373"/>
                </a:lnTo>
                <a:lnTo>
                  <a:pt x="38100" y="60071"/>
                </a:lnTo>
                <a:lnTo>
                  <a:pt x="23866" y="25127"/>
                </a:lnTo>
                <a:lnTo>
                  <a:pt x="9271" y="13335"/>
                </a:lnTo>
                <a:lnTo>
                  <a:pt x="15493" y="4572"/>
                </a:lnTo>
                <a:lnTo>
                  <a:pt x="19342" y="14020"/>
                </a:lnTo>
                <a:lnTo>
                  <a:pt x="9271" y="13335"/>
                </a:lnTo>
                <a:close/>
              </a:path>
              <a:path w="260223" h="190627">
                <a:moveTo>
                  <a:pt x="73406" y="4953"/>
                </a:moveTo>
                <a:lnTo>
                  <a:pt x="69850" y="4699"/>
                </a:lnTo>
                <a:lnTo>
                  <a:pt x="0" y="0"/>
                </a:lnTo>
                <a:lnTo>
                  <a:pt x="26415" y="64897"/>
                </a:lnTo>
                <a:lnTo>
                  <a:pt x="5968" y="12192"/>
                </a:lnTo>
                <a:lnTo>
                  <a:pt x="13334" y="1905"/>
                </a:lnTo>
                <a:lnTo>
                  <a:pt x="31231" y="14830"/>
                </a:lnTo>
                <a:lnTo>
                  <a:pt x="68961" y="17399"/>
                </a:lnTo>
                <a:lnTo>
                  <a:pt x="72516" y="17653"/>
                </a:lnTo>
                <a:lnTo>
                  <a:pt x="75565" y="14986"/>
                </a:lnTo>
                <a:lnTo>
                  <a:pt x="75818" y="11430"/>
                </a:lnTo>
                <a:lnTo>
                  <a:pt x="76072" y="8000"/>
                </a:lnTo>
                <a:lnTo>
                  <a:pt x="73406" y="4953"/>
                </a:lnTo>
                <a:close/>
              </a:path>
              <a:path w="260223" h="190627">
                <a:moveTo>
                  <a:pt x="19342" y="14020"/>
                </a:moveTo>
                <a:lnTo>
                  <a:pt x="15493" y="4572"/>
                </a:lnTo>
                <a:lnTo>
                  <a:pt x="9271" y="13335"/>
                </a:lnTo>
                <a:lnTo>
                  <a:pt x="19342" y="140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2" name="object 72"/>
          <p:cNvSpPr/>
          <p:nvPr/>
        </p:nvSpPr>
        <p:spPr>
          <a:xfrm>
            <a:off x="1903095" y="2519807"/>
            <a:ext cx="256794" cy="249681"/>
          </a:xfrm>
          <a:custGeom>
            <a:avLst/>
            <a:gdLst/>
            <a:ahLst/>
            <a:cxnLst/>
            <a:rect l="l" t="t" r="r" b="b"/>
            <a:pathLst>
              <a:path w="256794" h="249681">
                <a:moveTo>
                  <a:pt x="246253" y="66801"/>
                </a:moveTo>
                <a:lnTo>
                  <a:pt x="232276" y="54444"/>
                </a:lnTo>
                <a:lnTo>
                  <a:pt x="195199" y="46481"/>
                </a:lnTo>
                <a:lnTo>
                  <a:pt x="191769" y="45719"/>
                </a:lnTo>
                <a:lnTo>
                  <a:pt x="188341" y="47878"/>
                </a:lnTo>
                <a:lnTo>
                  <a:pt x="187579" y="51307"/>
                </a:lnTo>
                <a:lnTo>
                  <a:pt x="186944" y="54737"/>
                </a:lnTo>
                <a:lnTo>
                  <a:pt x="189103" y="58038"/>
                </a:lnTo>
                <a:lnTo>
                  <a:pt x="192531" y="58800"/>
                </a:lnTo>
                <a:lnTo>
                  <a:pt x="248031" y="69722"/>
                </a:lnTo>
                <a:lnTo>
                  <a:pt x="246253" y="66801"/>
                </a:lnTo>
                <a:close/>
              </a:path>
              <a:path w="256794" h="249681">
                <a:moveTo>
                  <a:pt x="231902" y="8635"/>
                </a:moveTo>
                <a:lnTo>
                  <a:pt x="240955" y="45329"/>
                </a:lnTo>
                <a:lnTo>
                  <a:pt x="243815" y="56922"/>
                </a:lnTo>
                <a:lnTo>
                  <a:pt x="253746" y="59054"/>
                </a:lnTo>
                <a:lnTo>
                  <a:pt x="256794" y="60705"/>
                </a:lnTo>
                <a:lnTo>
                  <a:pt x="244221" y="5587"/>
                </a:lnTo>
                <a:lnTo>
                  <a:pt x="243331" y="2158"/>
                </a:lnTo>
                <a:lnTo>
                  <a:pt x="239903" y="0"/>
                </a:lnTo>
                <a:lnTo>
                  <a:pt x="236600" y="888"/>
                </a:lnTo>
                <a:lnTo>
                  <a:pt x="233172" y="1777"/>
                </a:lnTo>
                <a:lnTo>
                  <a:pt x="231012" y="5206"/>
                </a:lnTo>
                <a:lnTo>
                  <a:pt x="231902" y="8635"/>
                </a:lnTo>
                <a:close/>
              </a:path>
              <a:path w="256794" h="249681">
                <a:moveTo>
                  <a:pt x="240955" y="45329"/>
                </a:moveTo>
                <a:lnTo>
                  <a:pt x="8890" y="-179959"/>
                </a:lnTo>
                <a:lnTo>
                  <a:pt x="0" y="-170815"/>
                </a:lnTo>
                <a:lnTo>
                  <a:pt x="232276" y="54444"/>
                </a:lnTo>
                <a:lnTo>
                  <a:pt x="246253" y="66801"/>
                </a:lnTo>
                <a:lnTo>
                  <a:pt x="248031" y="69722"/>
                </a:lnTo>
                <a:lnTo>
                  <a:pt x="192531" y="58800"/>
                </a:lnTo>
                <a:lnTo>
                  <a:pt x="260985" y="73532"/>
                </a:lnTo>
                <a:lnTo>
                  <a:pt x="244221" y="5587"/>
                </a:lnTo>
                <a:lnTo>
                  <a:pt x="256794" y="60705"/>
                </a:lnTo>
                <a:lnTo>
                  <a:pt x="253746" y="59054"/>
                </a:lnTo>
                <a:lnTo>
                  <a:pt x="243815" y="56922"/>
                </a:lnTo>
                <a:lnTo>
                  <a:pt x="240955" y="4532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3" name="object 73"/>
          <p:cNvSpPr/>
          <p:nvPr/>
        </p:nvSpPr>
        <p:spPr>
          <a:xfrm>
            <a:off x="1902460" y="1973579"/>
            <a:ext cx="198119" cy="18877"/>
          </a:xfrm>
          <a:custGeom>
            <a:avLst/>
            <a:gdLst/>
            <a:ahLst/>
            <a:cxnLst/>
            <a:rect l="l" t="t" r="r" b="b"/>
            <a:pathLst>
              <a:path w="198119" h="18877">
                <a:moveTo>
                  <a:pt x="193039" y="15367"/>
                </a:moveTo>
                <a:lnTo>
                  <a:pt x="184531" y="8762"/>
                </a:lnTo>
                <a:lnTo>
                  <a:pt x="183497" y="18877"/>
                </a:lnTo>
                <a:lnTo>
                  <a:pt x="193039" y="15367"/>
                </a:lnTo>
                <a:close/>
              </a:path>
              <a:path w="198119" h="18877">
                <a:moveTo>
                  <a:pt x="180594" y="75057"/>
                </a:moveTo>
                <a:lnTo>
                  <a:pt x="184150" y="75311"/>
                </a:lnTo>
                <a:lnTo>
                  <a:pt x="187578" y="75692"/>
                </a:lnTo>
                <a:lnTo>
                  <a:pt x="190753" y="73152"/>
                </a:lnTo>
                <a:lnTo>
                  <a:pt x="195833" y="13335"/>
                </a:lnTo>
                <a:lnTo>
                  <a:pt x="185800" y="5587"/>
                </a:lnTo>
                <a:lnTo>
                  <a:pt x="133476" y="37337"/>
                </a:lnTo>
                <a:lnTo>
                  <a:pt x="136778" y="36068"/>
                </a:lnTo>
                <a:lnTo>
                  <a:pt x="172283" y="23004"/>
                </a:lnTo>
                <a:lnTo>
                  <a:pt x="0" y="244983"/>
                </a:lnTo>
                <a:lnTo>
                  <a:pt x="10159" y="252857"/>
                </a:lnTo>
                <a:lnTo>
                  <a:pt x="182278" y="30822"/>
                </a:lnTo>
                <a:lnTo>
                  <a:pt x="193039" y="15367"/>
                </a:lnTo>
                <a:lnTo>
                  <a:pt x="183497" y="18877"/>
                </a:lnTo>
                <a:lnTo>
                  <a:pt x="184531" y="8762"/>
                </a:lnTo>
                <a:lnTo>
                  <a:pt x="193039" y="15367"/>
                </a:lnTo>
                <a:lnTo>
                  <a:pt x="182278" y="30822"/>
                </a:lnTo>
                <a:lnTo>
                  <a:pt x="178434" y="68453"/>
                </a:lnTo>
                <a:lnTo>
                  <a:pt x="178053" y="71882"/>
                </a:lnTo>
                <a:lnTo>
                  <a:pt x="180594" y="75057"/>
                </a:lnTo>
                <a:close/>
              </a:path>
              <a:path w="198119" h="18877">
                <a:moveTo>
                  <a:pt x="129793" y="35560"/>
                </a:moveTo>
                <a:lnTo>
                  <a:pt x="133476" y="37337"/>
                </a:lnTo>
                <a:lnTo>
                  <a:pt x="185800" y="5587"/>
                </a:lnTo>
                <a:lnTo>
                  <a:pt x="195833" y="13335"/>
                </a:lnTo>
                <a:lnTo>
                  <a:pt x="190753" y="73152"/>
                </a:lnTo>
                <a:lnTo>
                  <a:pt x="191134" y="69723"/>
                </a:lnTo>
                <a:lnTo>
                  <a:pt x="198119" y="0"/>
                </a:lnTo>
                <a:lnTo>
                  <a:pt x="132333" y="24130"/>
                </a:lnTo>
                <a:lnTo>
                  <a:pt x="129158" y="25400"/>
                </a:lnTo>
                <a:lnTo>
                  <a:pt x="127381" y="29083"/>
                </a:lnTo>
                <a:lnTo>
                  <a:pt x="128650" y="32258"/>
                </a:lnTo>
                <a:lnTo>
                  <a:pt x="129793" y="355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4" name="object 74"/>
          <p:cNvSpPr/>
          <p:nvPr/>
        </p:nvSpPr>
        <p:spPr>
          <a:xfrm>
            <a:off x="1526540" y="2339848"/>
            <a:ext cx="197484" cy="192531"/>
          </a:xfrm>
          <a:custGeom>
            <a:avLst/>
            <a:gdLst/>
            <a:ahLst/>
            <a:cxnLst/>
            <a:rect l="l" t="t" r="r" b="b"/>
            <a:pathLst>
              <a:path w="197484" h="192531">
                <a:moveTo>
                  <a:pt x="28956" y="127507"/>
                </a:moveTo>
                <a:lnTo>
                  <a:pt x="29844" y="124078"/>
                </a:lnTo>
                <a:lnTo>
                  <a:pt x="27685" y="120650"/>
                </a:lnTo>
                <a:lnTo>
                  <a:pt x="24256" y="119887"/>
                </a:lnTo>
                <a:lnTo>
                  <a:pt x="20954" y="118999"/>
                </a:lnTo>
                <a:lnTo>
                  <a:pt x="17525" y="121157"/>
                </a:lnTo>
                <a:lnTo>
                  <a:pt x="16637" y="124460"/>
                </a:lnTo>
                <a:lnTo>
                  <a:pt x="0" y="192531"/>
                </a:lnTo>
                <a:lnTo>
                  <a:pt x="12953" y="188722"/>
                </a:lnTo>
                <a:lnTo>
                  <a:pt x="4063" y="179704"/>
                </a:lnTo>
                <a:lnTo>
                  <a:pt x="12953" y="188722"/>
                </a:lnTo>
                <a:lnTo>
                  <a:pt x="7238" y="178053"/>
                </a:lnTo>
                <a:lnTo>
                  <a:pt x="19982" y="164202"/>
                </a:lnTo>
                <a:lnTo>
                  <a:pt x="28956" y="127507"/>
                </a:lnTo>
                <a:close/>
              </a:path>
              <a:path w="197484" h="192531">
                <a:moveTo>
                  <a:pt x="72516" y="166750"/>
                </a:moveTo>
                <a:lnTo>
                  <a:pt x="69215" y="164591"/>
                </a:lnTo>
                <a:lnTo>
                  <a:pt x="65785" y="165353"/>
                </a:lnTo>
                <a:lnTo>
                  <a:pt x="28699" y="173398"/>
                </a:lnTo>
                <a:lnTo>
                  <a:pt x="14731" y="185674"/>
                </a:lnTo>
                <a:lnTo>
                  <a:pt x="17119" y="175910"/>
                </a:lnTo>
                <a:lnTo>
                  <a:pt x="28699" y="173398"/>
                </a:lnTo>
                <a:lnTo>
                  <a:pt x="197484" y="9143"/>
                </a:lnTo>
                <a:lnTo>
                  <a:pt x="188595" y="0"/>
                </a:lnTo>
                <a:lnTo>
                  <a:pt x="19982" y="164202"/>
                </a:lnTo>
                <a:lnTo>
                  <a:pt x="7238" y="178053"/>
                </a:lnTo>
                <a:lnTo>
                  <a:pt x="12953" y="188722"/>
                </a:lnTo>
                <a:lnTo>
                  <a:pt x="0" y="192531"/>
                </a:lnTo>
                <a:lnTo>
                  <a:pt x="68453" y="177673"/>
                </a:lnTo>
                <a:lnTo>
                  <a:pt x="71881" y="177037"/>
                </a:lnTo>
                <a:lnTo>
                  <a:pt x="74040" y="173609"/>
                </a:lnTo>
                <a:lnTo>
                  <a:pt x="73278" y="170179"/>
                </a:lnTo>
                <a:lnTo>
                  <a:pt x="72516" y="166750"/>
                </a:lnTo>
                <a:close/>
              </a:path>
              <a:path w="197484" h="192531">
                <a:moveTo>
                  <a:pt x="14731" y="185674"/>
                </a:moveTo>
                <a:lnTo>
                  <a:pt x="28699" y="173398"/>
                </a:lnTo>
                <a:lnTo>
                  <a:pt x="17119" y="175910"/>
                </a:lnTo>
                <a:lnTo>
                  <a:pt x="14731" y="1856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1" name="object 61"/>
          <p:cNvSpPr/>
          <p:nvPr/>
        </p:nvSpPr>
        <p:spPr>
          <a:xfrm>
            <a:off x="3248660" y="1724660"/>
            <a:ext cx="1210944" cy="992504"/>
          </a:xfrm>
          <a:custGeom>
            <a:avLst/>
            <a:gdLst/>
            <a:ahLst/>
            <a:cxnLst/>
            <a:rect l="l" t="t" r="r" b="b"/>
            <a:pathLst>
              <a:path w="1210944" h="992504">
                <a:moveTo>
                  <a:pt x="287781" y="0"/>
                </a:moveTo>
                <a:lnTo>
                  <a:pt x="980186" y="0"/>
                </a:lnTo>
                <a:lnTo>
                  <a:pt x="1210944" y="496569"/>
                </a:lnTo>
                <a:lnTo>
                  <a:pt x="980186" y="992504"/>
                </a:lnTo>
                <a:lnTo>
                  <a:pt x="230124" y="992504"/>
                </a:lnTo>
                <a:lnTo>
                  <a:pt x="0" y="496569"/>
                </a:lnTo>
                <a:lnTo>
                  <a:pt x="230124" y="0"/>
                </a:lnTo>
                <a:lnTo>
                  <a:pt x="287781" y="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2" name="object 62"/>
          <p:cNvSpPr/>
          <p:nvPr/>
        </p:nvSpPr>
        <p:spPr>
          <a:xfrm>
            <a:off x="3822700" y="2219960"/>
            <a:ext cx="66039" cy="63500"/>
          </a:xfrm>
          <a:custGeom>
            <a:avLst/>
            <a:gdLst/>
            <a:ahLst/>
            <a:cxnLst/>
            <a:rect l="l" t="t" r="r" b="b"/>
            <a:pathLst>
              <a:path w="66039" h="63500">
                <a:moveTo>
                  <a:pt x="0" y="31750"/>
                </a:moveTo>
                <a:lnTo>
                  <a:pt x="1198" y="40264"/>
                </a:lnTo>
                <a:lnTo>
                  <a:pt x="7783" y="52242"/>
                </a:lnTo>
                <a:lnTo>
                  <a:pt x="18867" y="60452"/>
                </a:lnTo>
                <a:lnTo>
                  <a:pt x="33020" y="63500"/>
                </a:lnTo>
                <a:lnTo>
                  <a:pt x="41896" y="62343"/>
                </a:lnTo>
                <a:lnTo>
                  <a:pt x="54356" y="55996"/>
                </a:lnTo>
                <a:lnTo>
                  <a:pt x="62881" y="45332"/>
                </a:lnTo>
                <a:lnTo>
                  <a:pt x="66039" y="31750"/>
                </a:lnTo>
                <a:lnTo>
                  <a:pt x="64841" y="23235"/>
                </a:lnTo>
                <a:lnTo>
                  <a:pt x="58256" y="11257"/>
                </a:lnTo>
                <a:lnTo>
                  <a:pt x="47172" y="3047"/>
                </a:lnTo>
                <a:lnTo>
                  <a:pt x="33020" y="0"/>
                </a:lnTo>
                <a:lnTo>
                  <a:pt x="24143" y="1156"/>
                </a:lnTo>
                <a:lnTo>
                  <a:pt x="11683" y="7503"/>
                </a:lnTo>
                <a:lnTo>
                  <a:pt x="3158" y="18167"/>
                </a:lnTo>
                <a:lnTo>
                  <a:pt x="0" y="31750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3" name="object 63"/>
          <p:cNvSpPr/>
          <p:nvPr/>
        </p:nvSpPr>
        <p:spPr>
          <a:xfrm>
            <a:off x="3822700" y="2219960"/>
            <a:ext cx="66039" cy="63500"/>
          </a:xfrm>
          <a:custGeom>
            <a:avLst/>
            <a:gdLst/>
            <a:ahLst/>
            <a:cxnLst/>
            <a:rect l="l" t="t" r="r" b="b"/>
            <a:pathLst>
              <a:path w="66039" h="63500">
                <a:moveTo>
                  <a:pt x="0" y="31750"/>
                </a:moveTo>
                <a:lnTo>
                  <a:pt x="3158" y="18167"/>
                </a:lnTo>
                <a:lnTo>
                  <a:pt x="11683" y="7503"/>
                </a:lnTo>
                <a:lnTo>
                  <a:pt x="24143" y="1156"/>
                </a:lnTo>
                <a:lnTo>
                  <a:pt x="33020" y="0"/>
                </a:lnTo>
                <a:lnTo>
                  <a:pt x="47172" y="3047"/>
                </a:lnTo>
                <a:lnTo>
                  <a:pt x="58256" y="11257"/>
                </a:lnTo>
                <a:lnTo>
                  <a:pt x="64841" y="23235"/>
                </a:lnTo>
                <a:lnTo>
                  <a:pt x="66039" y="31750"/>
                </a:lnTo>
                <a:lnTo>
                  <a:pt x="62881" y="45332"/>
                </a:lnTo>
                <a:lnTo>
                  <a:pt x="54356" y="55996"/>
                </a:lnTo>
                <a:lnTo>
                  <a:pt x="41896" y="62343"/>
                </a:lnTo>
                <a:lnTo>
                  <a:pt x="33020" y="63500"/>
                </a:lnTo>
                <a:lnTo>
                  <a:pt x="18867" y="60452"/>
                </a:lnTo>
                <a:lnTo>
                  <a:pt x="7783" y="52242"/>
                </a:lnTo>
                <a:lnTo>
                  <a:pt x="1198" y="40264"/>
                </a:lnTo>
                <a:lnTo>
                  <a:pt x="0" y="3175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0" name="object 60"/>
          <p:cNvSpPr/>
          <p:nvPr/>
        </p:nvSpPr>
        <p:spPr>
          <a:xfrm>
            <a:off x="2611120" y="2227326"/>
            <a:ext cx="510540" cy="50800"/>
          </a:xfrm>
          <a:custGeom>
            <a:avLst/>
            <a:gdLst/>
            <a:ahLst/>
            <a:cxnLst/>
            <a:rect l="l" t="t" r="r" b="b"/>
            <a:pathLst>
              <a:path w="510540" h="50800">
                <a:moveTo>
                  <a:pt x="472440" y="31876"/>
                </a:moveTo>
                <a:lnTo>
                  <a:pt x="459707" y="31812"/>
                </a:lnTo>
                <a:lnTo>
                  <a:pt x="459613" y="50800"/>
                </a:lnTo>
                <a:lnTo>
                  <a:pt x="510540" y="25653"/>
                </a:lnTo>
                <a:lnTo>
                  <a:pt x="472440" y="31876"/>
                </a:lnTo>
                <a:close/>
              </a:path>
              <a:path w="510540" h="50800">
                <a:moveTo>
                  <a:pt x="472440" y="19176"/>
                </a:moveTo>
                <a:lnTo>
                  <a:pt x="459867" y="0"/>
                </a:lnTo>
                <a:lnTo>
                  <a:pt x="459771" y="19112"/>
                </a:lnTo>
                <a:lnTo>
                  <a:pt x="472440" y="19176"/>
                </a:lnTo>
                <a:close/>
              </a:path>
              <a:path w="510540" h="50800">
                <a:moveTo>
                  <a:pt x="0" y="16763"/>
                </a:moveTo>
                <a:lnTo>
                  <a:pt x="0" y="29463"/>
                </a:lnTo>
                <a:lnTo>
                  <a:pt x="459707" y="31812"/>
                </a:lnTo>
                <a:lnTo>
                  <a:pt x="472440" y="31876"/>
                </a:lnTo>
                <a:lnTo>
                  <a:pt x="510540" y="25653"/>
                </a:lnTo>
                <a:lnTo>
                  <a:pt x="459867" y="0"/>
                </a:lnTo>
                <a:lnTo>
                  <a:pt x="472440" y="19176"/>
                </a:lnTo>
                <a:lnTo>
                  <a:pt x="459771" y="19112"/>
                </a:lnTo>
                <a:lnTo>
                  <a:pt x="0" y="167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3" name="object 53"/>
          <p:cNvSpPr/>
          <p:nvPr/>
        </p:nvSpPr>
        <p:spPr>
          <a:xfrm>
            <a:off x="375920" y="3429000"/>
            <a:ext cx="1361440" cy="1272539"/>
          </a:xfrm>
          <a:custGeom>
            <a:avLst/>
            <a:gdLst/>
            <a:ahLst/>
            <a:cxnLst/>
            <a:rect l="l" t="t" r="r" b="b"/>
            <a:pathLst>
              <a:path w="1361440" h="1272539">
                <a:moveTo>
                  <a:pt x="0" y="636269"/>
                </a:moveTo>
                <a:lnTo>
                  <a:pt x="2256" y="584085"/>
                </a:lnTo>
                <a:lnTo>
                  <a:pt x="8909" y="533062"/>
                </a:lnTo>
                <a:lnTo>
                  <a:pt x="19783" y="483364"/>
                </a:lnTo>
                <a:lnTo>
                  <a:pt x="34704" y="435156"/>
                </a:lnTo>
                <a:lnTo>
                  <a:pt x="53495" y="388602"/>
                </a:lnTo>
                <a:lnTo>
                  <a:pt x="75981" y="343864"/>
                </a:lnTo>
                <a:lnTo>
                  <a:pt x="101988" y="301107"/>
                </a:lnTo>
                <a:lnTo>
                  <a:pt x="131341" y="260494"/>
                </a:lnTo>
                <a:lnTo>
                  <a:pt x="163863" y="222189"/>
                </a:lnTo>
                <a:lnTo>
                  <a:pt x="199380" y="186356"/>
                </a:lnTo>
                <a:lnTo>
                  <a:pt x="237717" y="153159"/>
                </a:lnTo>
                <a:lnTo>
                  <a:pt x="278698" y="122761"/>
                </a:lnTo>
                <a:lnTo>
                  <a:pt x="322148" y="95326"/>
                </a:lnTo>
                <a:lnTo>
                  <a:pt x="367892" y="71018"/>
                </a:lnTo>
                <a:lnTo>
                  <a:pt x="415755" y="50000"/>
                </a:lnTo>
                <a:lnTo>
                  <a:pt x="465562" y="32436"/>
                </a:lnTo>
                <a:lnTo>
                  <a:pt x="517137" y="18491"/>
                </a:lnTo>
                <a:lnTo>
                  <a:pt x="570305" y="8327"/>
                </a:lnTo>
                <a:lnTo>
                  <a:pt x="624891" y="2109"/>
                </a:lnTo>
                <a:lnTo>
                  <a:pt x="680720" y="0"/>
                </a:lnTo>
                <a:lnTo>
                  <a:pt x="736545" y="2109"/>
                </a:lnTo>
                <a:lnTo>
                  <a:pt x="791128" y="8327"/>
                </a:lnTo>
                <a:lnTo>
                  <a:pt x="844294" y="18491"/>
                </a:lnTo>
                <a:lnTo>
                  <a:pt x="895868" y="32436"/>
                </a:lnTo>
                <a:lnTo>
                  <a:pt x="945673" y="50000"/>
                </a:lnTo>
                <a:lnTo>
                  <a:pt x="993536" y="71018"/>
                </a:lnTo>
                <a:lnTo>
                  <a:pt x="1039280" y="95326"/>
                </a:lnTo>
                <a:lnTo>
                  <a:pt x="1082730" y="122761"/>
                </a:lnTo>
                <a:lnTo>
                  <a:pt x="1123712" y="153159"/>
                </a:lnTo>
                <a:lnTo>
                  <a:pt x="1162049" y="186356"/>
                </a:lnTo>
                <a:lnTo>
                  <a:pt x="1197568" y="222189"/>
                </a:lnTo>
                <a:lnTo>
                  <a:pt x="1230091" y="260494"/>
                </a:lnTo>
                <a:lnTo>
                  <a:pt x="1259445" y="301107"/>
                </a:lnTo>
                <a:lnTo>
                  <a:pt x="1285453" y="343864"/>
                </a:lnTo>
                <a:lnTo>
                  <a:pt x="1307941" y="388602"/>
                </a:lnTo>
                <a:lnTo>
                  <a:pt x="1326733" y="435156"/>
                </a:lnTo>
                <a:lnTo>
                  <a:pt x="1341654" y="483364"/>
                </a:lnTo>
                <a:lnTo>
                  <a:pt x="1352529" y="533062"/>
                </a:lnTo>
                <a:lnTo>
                  <a:pt x="1359183" y="584085"/>
                </a:lnTo>
                <a:lnTo>
                  <a:pt x="1361440" y="636269"/>
                </a:lnTo>
                <a:lnTo>
                  <a:pt x="1359183" y="688454"/>
                </a:lnTo>
                <a:lnTo>
                  <a:pt x="1352529" y="739477"/>
                </a:lnTo>
                <a:lnTo>
                  <a:pt x="1341654" y="789175"/>
                </a:lnTo>
                <a:lnTo>
                  <a:pt x="1326733" y="837383"/>
                </a:lnTo>
                <a:lnTo>
                  <a:pt x="1307941" y="883937"/>
                </a:lnTo>
                <a:lnTo>
                  <a:pt x="1285453" y="928675"/>
                </a:lnTo>
                <a:lnTo>
                  <a:pt x="1259445" y="971432"/>
                </a:lnTo>
                <a:lnTo>
                  <a:pt x="1230091" y="1012045"/>
                </a:lnTo>
                <a:lnTo>
                  <a:pt x="1197568" y="1050350"/>
                </a:lnTo>
                <a:lnTo>
                  <a:pt x="1162049" y="1086183"/>
                </a:lnTo>
                <a:lnTo>
                  <a:pt x="1123712" y="1119380"/>
                </a:lnTo>
                <a:lnTo>
                  <a:pt x="1082730" y="1149778"/>
                </a:lnTo>
                <a:lnTo>
                  <a:pt x="1039280" y="1177213"/>
                </a:lnTo>
                <a:lnTo>
                  <a:pt x="993536" y="1201521"/>
                </a:lnTo>
                <a:lnTo>
                  <a:pt x="945673" y="1222539"/>
                </a:lnTo>
                <a:lnTo>
                  <a:pt x="895868" y="1240103"/>
                </a:lnTo>
                <a:lnTo>
                  <a:pt x="844294" y="1254048"/>
                </a:lnTo>
                <a:lnTo>
                  <a:pt x="791128" y="1264212"/>
                </a:lnTo>
                <a:lnTo>
                  <a:pt x="736545" y="1270430"/>
                </a:lnTo>
                <a:lnTo>
                  <a:pt x="680720" y="1272539"/>
                </a:lnTo>
                <a:lnTo>
                  <a:pt x="624891" y="1270430"/>
                </a:lnTo>
                <a:lnTo>
                  <a:pt x="570305" y="1264212"/>
                </a:lnTo>
                <a:lnTo>
                  <a:pt x="517137" y="1254048"/>
                </a:lnTo>
                <a:lnTo>
                  <a:pt x="465562" y="1240103"/>
                </a:lnTo>
                <a:lnTo>
                  <a:pt x="415755" y="1222539"/>
                </a:lnTo>
                <a:lnTo>
                  <a:pt x="367892" y="1201521"/>
                </a:lnTo>
                <a:lnTo>
                  <a:pt x="322148" y="1177213"/>
                </a:lnTo>
                <a:lnTo>
                  <a:pt x="278698" y="1149778"/>
                </a:lnTo>
                <a:lnTo>
                  <a:pt x="237717" y="1119380"/>
                </a:lnTo>
                <a:lnTo>
                  <a:pt x="199380" y="1086183"/>
                </a:lnTo>
                <a:lnTo>
                  <a:pt x="163863" y="1050350"/>
                </a:lnTo>
                <a:lnTo>
                  <a:pt x="131341" y="1012045"/>
                </a:lnTo>
                <a:lnTo>
                  <a:pt x="101988" y="971432"/>
                </a:lnTo>
                <a:lnTo>
                  <a:pt x="75981" y="928675"/>
                </a:lnTo>
                <a:lnTo>
                  <a:pt x="53495" y="883937"/>
                </a:lnTo>
                <a:lnTo>
                  <a:pt x="34704" y="837383"/>
                </a:lnTo>
                <a:lnTo>
                  <a:pt x="19783" y="789175"/>
                </a:lnTo>
                <a:lnTo>
                  <a:pt x="8909" y="739477"/>
                </a:lnTo>
                <a:lnTo>
                  <a:pt x="2256" y="688454"/>
                </a:lnTo>
                <a:lnTo>
                  <a:pt x="0" y="63626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4" name="object 54"/>
          <p:cNvSpPr/>
          <p:nvPr/>
        </p:nvSpPr>
        <p:spPr>
          <a:xfrm>
            <a:off x="375920" y="4064000"/>
            <a:ext cx="645160" cy="144780"/>
          </a:xfrm>
          <a:custGeom>
            <a:avLst/>
            <a:gdLst/>
            <a:ahLst/>
            <a:cxnLst/>
            <a:rect l="l" t="t" r="r" b="b"/>
            <a:pathLst>
              <a:path w="645160" h="144779">
                <a:moveTo>
                  <a:pt x="645160" y="0"/>
                </a:moveTo>
                <a:lnTo>
                  <a:pt x="592248" y="479"/>
                </a:lnTo>
                <a:lnTo>
                  <a:pt x="540514" y="1893"/>
                </a:lnTo>
                <a:lnTo>
                  <a:pt x="490124" y="4204"/>
                </a:lnTo>
                <a:lnTo>
                  <a:pt x="441244" y="7376"/>
                </a:lnTo>
                <a:lnTo>
                  <a:pt x="394040" y="11370"/>
                </a:lnTo>
                <a:lnTo>
                  <a:pt x="348677" y="16150"/>
                </a:lnTo>
                <a:lnTo>
                  <a:pt x="305323" y="21679"/>
                </a:lnTo>
                <a:lnTo>
                  <a:pt x="264142" y="27919"/>
                </a:lnTo>
                <a:lnTo>
                  <a:pt x="225302" y="34834"/>
                </a:lnTo>
                <a:lnTo>
                  <a:pt x="188968" y="42386"/>
                </a:lnTo>
                <a:lnTo>
                  <a:pt x="155306" y="50538"/>
                </a:lnTo>
                <a:lnTo>
                  <a:pt x="124482" y="59253"/>
                </a:lnTo>
                <a:lnTo>
                  <a:pt x="96663" y="68493"/>
                </a:lnTo>
                <a:lnTo>
                  <a:pt x="72014" y="78223"/>
                </a:lnTo>
                <a:lnTo>
                  <a:pt x="50701" y="88403"/>
                </a:lnTo>
                <a:lnTo>
                  <a:pt x="18750" y="109971"/>
                </a:lnTo>
                <a:lnTo>
                  <a:pt x="2138" y="132898"/>
                </a:lnTo>
                <a:lnTo>
                  <a:pt x="0" y="144780"/>
                </a:lnTo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5" name="object 55"/>
          <p:cNvSpPr/>
          <p:nvPr/>
        </p:nvSpPr>
        <p:spPr>
          <a:xfrm>
            <a:off x="1021080" y="4064000"/>
            <a:ext cx="431800" cy="497839"/>
          </a:xfrm>
          <a:custGeom>
            <a:avLst/>
            <a:gdLst/>
            <a:ahLst/>
            <a:cxnLst/>
            <a:rect l="l" t="t" r="r" b="b"/>
            <a:pathLst>
              <a:path w="431800" h="497839">
                <a:moveTo>
                  <a:pt x="431800" y="497839"/>
                </a:moveTo>
                <a:lnTo>
                  <a:pt x="396386" y="496189"/>
                </a:lnTo>
                <a:lnTo>
                  <a:pt x="361761" y="491324"/>
                </a:lnTo>
                <a:lnTo>
                  <a:pt x="328036" y="483371"/>
                </a:lnTo>
                <a:lnTo>
                  <a:pt x="295321" y="472460"/>
                </a:lnTo>
                <a:lnTo>
                  <a:pt x="263727" y="458718"/>
                </a:lnTo>
                <a:lnTo>
                  <a:pt x="233366" y="442273"/>
                </a:lnTo>
                <a:lnTo>
                  <a:pt x="204350" y="423253"/>
                </a:lnTo>
                <a:lnTo>
                  <a:pt x="176788" y="401787"/>
                </a:lnTo>
                <a:lnTo>
                  <a:pt x="150792" y="378002"/>
                </a:lnTo>
                <a:lnTo>
                  <a:pt x="126474" y="352028"/>
                </a:lnTo>
                <a:lnTo>
                  <a:pt x="103944" y="323991"/>
                </a:lnTo>
                <a:lnTo>
                  <a:pt x="83314" y="294020"/>
                </a:lnTo>
                <a:lnTo>
                  <a:pt x="64695" y="262243"/>
                </a:lnTo>
                <a:lnTo>
                  <a:pt x="48198" y="228788"/>
                </a:lnTo>
                <a:lnTo>
                  <a:pt x="33934" y="193784"/>
                </a:lnTo>
                <a:lnTo>
                  <a:pt x="22014" y="157358"/>
                </a:lnTo>
                <a:lnTo>
                  <a:pt x="12549" y="119638"/>
                </a:lnTo>
                <a:lnTo>
                  <a:pt x="5651" y="80753"/>
                </a:lnTo>
                <a:lnTo>
                  <a:pt x="1431" y="40831"/>
                </a:lnTo>
                <a:lnTo>
                  <a:pt x="0" y="0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6" name="object 56"/>
          <p:cNvSpPr/>
          <p:nvPr/>
        </p:nvSpPr>
        <p:spPr>
          <a:xfrm>
            <a:off x="1021080" y="4064000"/>
            <a:ext cx="431800" cy="497839"/>
          </a:xfrm>
          <a:custGeom>
            <a:avLst/>
            <a:gdLst/>
            <a:ahLst/>
            <a:cxnLst/>
            <a:rect l="l" t="t" r="r" b="b"/>
            <a:pathLst>
              <a:path w="431800" h="497839">
                <a:moveTo>
                  <a:pt x="0" y="0"/>
                </a:moveTo>
                <a:lnTo>
                  <a:pt x="35413" y="1650"/>
                </a:lnTo>
                <a:lnTo>
                  <a:pt x="70038" y="6515"/>
                </a:lnTo>
                <a:lnTo>
                  <a:pt x="103763" y="14468"/>
                </a:lnTo>
                <a:lnTo>
                  <a:pt x="136478" y="25379"/>
                </a:lnTo>
                <a:lnTo>
                  <a:pt x="168072" y="39121"/>
                </a:lnTo>
                <a:lnTo>
                  <a:pt x="198433" y="55566"/>
                </a:lnTo>
                <a:lnTo>
                  <a:pt x="227449" y="74586"/>
                </a:lnTo>
                <a:lnTo>
                  <a:pt x="255011" y="96052"/>
                </a:lnTo>
                <a:lnTo>
                  <a:pt x="281007" y="119837"/>
                </a:lnTo>
                <a:lnTo>
                  <a:pt x="305325" y="145811"/>
                </a:lnTo>
                <a:lnTo>
                  <a:pt x="327855" y="173848"/>
                </a:lnTo>
                <a:lnTo>
                  <a:pt x="348485" y="203819"/>
                </a:lnTo>
                <a:lnTo>
                  <a:pt x="367104" y="235596"/>
                </a:lnTo>
                <a:lnTo>
                  <a:pt x="383601" y="269051"/>
                </a:lnTo>
                <a:lnTo>
                  <a:pt x="397865" y="304055"/>
                </a:lnTo>
                <a:lnTo>
                  <a:pt x="409785" y="340481"/>
                </a:lnTo>
                <a:lnTo>
                  <a:pt x="419250" y="378201"/>
                </a:lnTo>
                <a:lnTo>
                  <a:pt x="426148" y="417086"/>
                </a:lnTo>
                <a:lnTo>
                  <a:pt x="430368" y="457008"/>
                </a:lnTo>
                <a:lnTo>
                  <a:pt x="431800" y="497839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7" name="object 57"/>
          <p:cNvSpPr/>
          <p:nvPr/>
        </p:nvSpPr>
        <p:spPr>
          <a:xfrm>
            <a:off x="1021080" y="3500120"/>
            <a:ext cx="287019" cy="566419"/>
          </a:xfrm>
          <a:custGeom>
            <a:avLst/>
            <a:gdLst/>
            <a:ahLst/>
            <a:cxnLst/>
            <a:rect l="l" t="t" r="r" b="b"/>
            <a:pathLst>
              <a:path w="287019" h="566419">
                <a:moveTo>
                  <a:pt x="287019" y="0"/>
                </a:moveTo>
                <a:lnTo>
                  <a:pt x="263480" y="1877"/>
                </a:lnTo>
                <a:lnTo>
                  <a:pt x="240465" y="7414"/>
                </a:lnTo>
                <a:lnTo>
                  <a:pt x="218048" y="16463"/>
                </a:lnTo>
                <a:lnTo>
                  <a:pt x="196302" y="28878"/>
                </a:lnTo>
                <a:lnTo>
                  <a:pt x="175302" y="44515"/>
                </a:lnTo>
                <a:lnTo>
                  <a:pt x="155121" y="63227"/>
                </a:lnTo>
                <a:lnTo>
                  <a:pt x="135833" y="84868"/>
                </a:lnTo>
                <a:lnTo>
                  <a:pt x="117513" y="109293"/>
                </a:lnTo>
                <a:lnTo>
                  <a:pt x="100233" y="136355"/>
                </a:lnTo>
                <a:lnTo>
                  <a:pt x="84069" y="165909"/>
                </a:lnTo>
                <a:lnTo>
                  <a:pt x="69093" y="197809"/>
                </a:lnTo>
                <a:lnTo>
                  <a:pt x="55380" y="231910"/>
                </a:lnTo>
                <a:lnTo>
                  <a:pt x="43004" y="268064"/>
                </a:lnTo>
                <a:lnTo>
                  <a:pt x="32038" y="306128"/>
                </a:lnTo>
                <a:lnTo>
                  <a:pt x="22556" y="345953"/>
                </a:lnTo>
                <a:lnTo>
                  <a:pt x="14633" y="387396"/>
                </a:lnTo>
                <a:lnTo>
                  <a:pt x="8342" y="430310"/>
                </a:lnTo>
                <a:lnTo>
                  <a:pt x="3756" y="474549"/>
                </a:lnTo>
                <a:lnTo>
                  <a:pt x="951" y="519968"/>
                </a:lnTo>
                <a:lnTo>
                  <a:pt x="0" y="566419"/>
                </a:lnTo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8" name="object 58"/>
          <p:cNvSpPr/>
          <p:nvPr/>
        </p:nvSpPr>
        <p:spPr>
          <a:xfrm>
            <a:off x="1021080" y="3500120"/>
            <a:ext cx="287019" cy="566419"/>
          </a:xfrm>
          <a:custGeom>
            <a:avLst/>
            <a:gdLst/>
            <a:ahLst/>
            <a:cxnLst/>
            <a:rect l="l" t="t" r="r" b="b"/>
            <a:pathLst>
              <a:path w="287019" h="566419">
                <a:moveTo>
                  <a:pt x="0" y="566419"/>
                </a:moveTo>
                <a:lnTo>
                  <a:pt x="23539" y="564542"/>
                </a:lnTo>
                <a:lnTo>
                  <a:pt x="46554" y="559005"/>
                </a:lnTo>
                <a:lnTo>
                  <a:pt x="68971" y="549956"/>
                </a:lnTo>
                <a:lnTo>
                  <a:pt x="90717" y="537541"/>
                </a:lnTo>
                <a:lnTo>
                  <a:pt x="111717" y="521904"/>
                </a:lnTo>
                <a:lnTo>
                  <a:pt x="131898" y="503192"/>
                </a:lnTo>
                <a:lnTo>
                  <a:pt x="151186" y="481551"/>
                </a:lnTo>
                <a:lnTo>
                  <a:pt x="169506" y="457126"/>
                </a:lnTo>
                <a:lnTo>
                  <a:pt x="186786" y="430064"/>
                </a:lnTo>
                <a:lnTo>
                  <a:pt x="202950" y="400510"/>
                </a:lnTo>
                <a:lnTo>
                  <a:pt x="217926" y="368610"/>
                </a:lnTo>
                <a:lnTo>
                  <a:pt x="231639" y="334509"/>
                </a:lnTo>
                <a:lnTo>
                  <a:pt x="244015" y="298355"/>
                </a:lnTo>
                <a:lnTo>
                  <a:pt x="254981" y="260291"/>
                </a:lnTo>
                <a:lnTo>
                  <a:pt x="264463" y="220466"/>
                </a:lnTo>
                <a:lnTo>
                  <a:pt x="272386" y="179023"/>
                </a:lnTo>
                <a:lnTo>
                  <a:pt x="278677" y="136109"/>
                </a:lnTo>
                <a:lnTo>
                  <a:pt x="283263" y="91870"/>
                </a:lnTo>
                <a:lnTo>
                  <a:pt x="286068" y="46451"/>
                </a:lnTo>
                <a:lnTo>
                  <a:pt x="287019" y="0"/>
                </a:lnTo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9" name="object 59"/>
          <p:cNvSpPr/>
          <p:nvPr/>
        </p:nvSpPr>
        <p:spPr>
          <a:xfrm>
            <a:off x="375920" y="4064000"/>
            <a:ext cx="645160" cy="144780"/>
          </a:xfrm>
          <a:custGeom>
            <a:avLst/>
            <a:gdLst/>
            <a:ahLst/>
            <a:cxnLst/>
            <a:rect l="l" t="t" r="r" b="b"/>
            <a:pathLst>
              <a:path w="645160" h="144779">
                <a:moveTo>
                  <a:pt x="0" y="144780"/>
                </a:moveTo>
                <a:lnTo>
                  <a:pt x="52911" y="144300"/>
                </a:lnTo>
                <a:lnTo>
                  <a:pt x="104645" y="142886"/>
                </a:lnTo>
                <a:lnTo>
                  <a:pt x="155035" y="140575"/>
                </a:lnTo>
                <a:lnTo>
                  <a:pt x="203915" y="137403"/>
                </a:lnTo>
                <a:lnTo>
                  <a:pt x="251119" y="133409"/>
                </a:lnTo>
                <a:lnTo>
                  <a:pt x="296482" y="128629"/>
                </a:lnTo>
                <a:lnTo>
                  <a:pt x="339836" y="123100"/>
                </a:lnTo>
                <a:lnTo>
                  <a:pt x="381017" y="116860"/>
                </a:lnTo>
                <a:lnTo>
                  <a:pt x="419857" y="109945"/>
                </a:lnTo>
                <a:lnTo>
                  <a:pt x="456191" y="102393"/>
                </a:lnTo>
                <a:lnTo>
                  <a:pt x="489853" y="94241"/>
                </a:lnTo>
                <a:lnTo>
                  <a:pt x="520677" y="85526"/>
                </a:lnTo>
                <a:lnTo>
                  <a:pt x="548496" y="76286"/>
                </a:lnTo>
                <a:lnTo>
                  <a:pt x="573145" y="66556"/>
                </a:lnTo>
                <a:lnTo>
                  <a:pt x="594458" y="56376"/>
                </a:lnTo>
                <a:lnTo>
                  <a:pt x="626409" y="34808"/>
                </a:lnTo>
                <a:lnTo>
                  <a:pt x="643021" y="11881"/>
                </a:lnTo>
                <a:lnTo>
                  <a:pt x="645160" y="0"/>
                </a:lnTo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2" name="object 52"/>
          <p:cNvSpPr/>
          <p:nvPr/>
        </p:nvSpPr>
        <p:spPr>
          <a:xfrm>
            <a:off x="1879600" y="4027297"/>
            <a:ext cx="574039" cy="77977"/>
          </a:xfrm>
          <a:custGeom>
            <a:avLst/>
            <a:gdLst/>
            <a:ahLst/>
            <a:cxnLst/>
            <a:rect l="l" t="t" r="r" b="b"/>
            <a:pathLst>
              <a:path w="574039" h="77977">
                <a:moveTo>
                  <a:pt x="505713" y="74040"/>
                </a:moveTo>
                <a:lnTo>
                  <a:pt x="507619" y="77088"/>
                </a:lnTo>
                <a:lnTo>
                  <a:pt x="511556" y="77977"/>
                </a:lnTo>
                <a:lnTo>
                  <a:pt x="514476" y="76072"/>
                </a:lnTo>
                <a:lnTo>
                  <a:pt x="574039" y="39242"/>
                </a:lnTo>
                <a:lnTo>
                  <a:pt x="514857" y="1904"/>
                </a:lnTo>
                <a:lnTo>
                  <a:pt x="511810" y="0"/>
                </a:lnTo>
                <a:lnTo>
                  <a:pt x="508000" y="888"/>
                </a:lnTo>
                <a:lnTo>
                  <a:pt x="506094" y="3809"/>
                </a:lnTo>
                <a:lnTo>
                  <a:pt x="504189" y="6730"/>
                </a:lnTo>
                <a:lnTo>
                  <a:pt x="505079" y="10667"/>
                </a:lnTo>
                <a:lnTo>
                  <a:pt x="508000" y="12572"/>
                </a:lnTo>
                <a:lnTo>
                  <a:pt x="540015" y="32793"/>
                </a:lnTo>
                <a:lnTo>
                  <a:pt x="562101" y="32892"/>
                </a:lnTo>
                <a:lnTo>
                  <a:pt x="562101" y="45592"/>
                </a:lnTo>
                <a:lnTo>
                  <a:pt x="539864" y="45492"/>
                </a:lnTo>
                <a:lnTo>
                  <a:pt x="507873" y="65277"/>
                </a:lnTo>
                <a:lnTo>
                  <a:pt x="504825" y="67182"/>
                </a:lnTo>
                <a:lnTo>
                  <a:pt x="503936" y="71119"/>
                </a:lnTo>
                <a:lnTo>
                  <a:pt x="505713" y="74040"/>
                </a:lnTo>
                <a:close/>
              </a:path>
              <a:path w="574039" h="77977">
                <a:moveTo>
                  <a:pt x="562101" y="32892"/>
                </a:moveTo>
                <a:lnTo>
                  <a:pt x="558800" y="33781"/>
                </a:lnTo>
                <a:lnTo>
                  <a:pt x="558673" y="44576"/>
                </a:lnTo>
                <a:lnTo>
                  <a:pt x="550100" y="39162"/>
                </a:lnTo>
                <a:lnTo>
                  <a:pt x="558800" y="33781"/>
                </a:lnTo>
                <a:lnTo>
                  <a:pt x="562101" y="32892"/>
                </a:lnTo>
                <a:lnTo>
                  <a:pt x="540015" y="32793"/>
                </a:lnTo>
                <a:lnTo>
                  <a:pt x="0" y="30352"/>
                </a:lnTo>
                <a:lnTo>
                  <a:pt x="0" y="43052"/>
                </a:lnTo>
                <a:lnTo>
                  <a:pt x="539864" y="45492"/>
                </a:lnTo>
                <a:lnTo>
                  <a:pt x="562101" y="45592"/>
                </a:lnTo>
                <a:lnTo>
                  <a:pt x="562101" y="32892"/>
                </a:lnTo>
                <a:close/>
              </a:path>
              <a:path w="574039" h="77977">
                <a:moveTo>
                  <a:pt x="558800" y="33781"/>
                </a:moveTo>
                <a:lnTo>
                  <a:pt x="550100" y="39162"/>
                </a:lnTo>
                <a:lnTo>
                  <a:pt x="558673" y="44576"/>
                </a:lnTo>
                <a:lnTo>
                  <a:pt x="558800" y="3378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3" name="object 43"/>
          <p:cNvSpPr/>
          <p:nvPr/>
        </p:nvSpPr>
        <p:spPr>
          <a:xfrm>
            <a:off x="2524760" y="3571240"/>
            <a:ext cx="431800" cy="563880"/>
          </a:xfrm>
          <a:custGeom>
            <a:avLst/>
            <a:gdLst/>
            <a:ahLst/>
            <a:cxnLst/>
            <a:rect l="l" t="t" r="r" b="b"/>
            <a:pathLst>
              <a:path w="431800" h="563880">
                <a:moveTo>
                  <a:pt x="0" y="563880"/>
                </a:moveTo>
                <a:lnTo>
                  <a:pt x="431800" y="0"/>
                </a:lnTo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4" name="object 44"/>
          <p:cNvSpPr/>
          <p:nvPr/>
        </p:nvSpPr>
        <p:spPr>
          <a:xfrm>
            <a:off x="2527300" y="4135120"/>
            <a:ext cx="429260" cy="566419"/>
          </a:xfrm>
          <a:custGeom>
            <a:avLst/>
            <a:gdLst/>
            <a:ahLst/>
            <a:cxnLst/>
            <a:rect l="l" t="t" r="r" b="b"/>
            <a:pathLst>
              <a:path w="429260" h="566420">
                <a:moveTo>
                  <a:pt x="429260" y="566419"/>
                </a:moveTo>
                <a:lnTo>
                  <a:pt x="0" y="0"/>
                </a:lnTo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5" name="object 45"/>
          <p:cNvSpPr/>
          <p:nvPr/>
        </p:nvSpPr>
        <p:spPr>
          <a:xfrm>
            <a:off x="3601720" y="4135120"/>
            <a:ext cx="429259" cy="566419"/>
          </a:xfrm>
          <a:custGeom>
            <a:avLst/>
            <a:gdLst/>
            <a:ahLst/>
            <a:cxnLst/>
            <a:rect l="l" t="t" r="r" b="b"/>
            <a:pathLst>
              <a:path w="429259" h="566420">
                <a:moveTo>
                  <a:pt x="0" y="566419"/>
                </a:moveTo>
                <a:lnTo>
                  <a:pt x="429259" y="0"/>
                </a:lnTo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6" name="object 46"/>
          <p:cNvSpPr/>
          <p:nvPr/>
        </p:nvSpPr>
        <p:spPr>
          <a:xfrm>
            <a:off x="3601720" y="3571240"/>
            <a:ext cx="429259" cy="563880"/>
          </a:xfrm>
          <a:custGeom>
            <a:avLst/>
            <a:gdLst/>
            <a:ahLst/>
            <a:cxnLst/>
            <a:rect l="l" t="t" r="r" b="b"/>
            <a:pathLst>
              <a:path w="429259" h="563880">
                <a:moveTo>
                  <a:pt x="429259" y="563880"/>
                </a:moveTo>
                <a:lnTo>
                  <a:pt x="0" y="0"/>
                </a:lnTo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7" name="object 47"/>
          <p:cNvSpPr/>
          <p:nvPr/>
        </p:nvSpPr>
        <p:spPr>
          <a:xfrm>
            <a:off x="2956560" y="4701540"/>
            <a:ext cx="645160" cy="2540"/>
          </a:xfrm>
          <a:custGeom>
            <a:avLst/>
            <a:gdLst/>
            <a:ahLst/>
            <a:cxnLst/>
            <a:rect l="l" t="t" r="r" b="b"/>
            <a:pathLst>
              <a:path w="645160" h="2539">
                <a:moveTo>
                  <a:pt x="645160" y="0"/>
                </a:moveTo>
                <a:lnTo>
                  <a:pt x="0" y="2540"/>
                </a:lnTo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8" name="object 48"/>
          <p:cNvSpPr/>
          <p:nvPr/>
        </p:nvSpPr>
        <p:spPr>
          <a:xfrm>
            <a:off x="2527300" y="4135120"/>
            <a:ext cx="642619" cy="2540"/>
          </a:xfrm>
          <a:custGeom>
            <a:avLst/>
            <a:gdLst/>
            <a:ahLst/>
            <a:cxnLst/>
            <a:rect l="l" t="t" r="r" b="b"/>
            <a:pathLst>
              <a:path w="642619" h="2540">
                <a:moveTo>
                  <a:pt x="642619" y="0"/>
                </a:moveTo>
                <a:lnTo>
                  <a:pt x="0" y="2539"/>
                </a:lnTo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9" name="object 49"/>
          <p:cNvSpPr/>
          <p:nvPr/>
        </p:nvSpPr>
        <p:spPr>
          <a:xfrm>
            <a:off x="2956560" y="3571240"/>
            <a:ext cx="645160" cy="2539"/>
          </a:xfrm>
          <a:custGeom>
            <a:avLst/>
            <a:gdLst/>
            <a:ahLst/>
            <a:cxnLst/>
            <a:rect l="l" t="t" r="r" b="b"/>
            <a:pathLst>
              <a:path w="645160" h="2539">
                <a:moveTo>
                  <a:pt x="645160" y="0"/>
                </a:moveTo>
                <a:lnTo>
                  <a:pt x="0" y="2539"/>
                </a:lnTo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0" name="object 50"/>
          <p:cNvSpPr/>
          <p:nvPr/>
        </p:nvSpPr>
        <p:spPr>
          <a:xfrm>
            <a:off x="3169920" y="4135120"/>
            <a:ext cx="431800" cy="566419"/>
          </a:xfrm>
          <a:custGeom>
            <a:avLst/>
            <a:gdLst/>
            <a:ahLst/>
            <a:cxnLst/>
            <a:rect l="l" t="t" r="r" b="b"/>
            <a:pathLst>
              <a:path w="431800" h="566420">
                <a:moveTo>
                  <a:pt x="431800" y="566419"/>
                </a:moveTo>
                <a:lnTo>
                  <a:pt x="0" y="0"/>
                </a:lnTo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1" name="object 51"/>
          <p:cNvSpPr/>
          <p:nvPr/>
        </p:nvSpPr>
        <p:spPr>
          <a:xfrm>
            <a:off x="3169920" y="3571240"/>
            <a:ext cx="431800" cy="563880"/>
          </a:xfrm>
          <a:custGeom>
            <a:avLst/>
            <a:gdLst/>
            <a:ahLst/>
            <a:cxnLst/>
            <a:rect l="l" t="t" r="r" b="b"/>
            <a:pathLst>
              <a:path w="431800" h="563880">
                <a:moveTo>
                  <a:pt x="0" y="563880"/>
                </a:moveTo>
                <a:lnTo>
                  <a:pt x="431800" y="0"/>
                </a:lnTo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6" name="object 36"/>
          <p:cNvSpPr/>
          <p:nvPr/>
        </p:nvSpPr>
        <p:spPr>
          <a:xfrm>
            <a:off x="4584700" y="3766820"/>
            <a:ext cx="352425" cy="70548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7" name="object 37"/>
          <p:cNvSpPr/>
          <p:nvPr/>
        </p:nvSpPr>
        <p:spPr>
          <a:xfrm>
            <a:off x="4584700" y="3766820"/>
            <a:ext cx="352425" cy="705485"/>
          </a:xfrm>
          <a:custGeom>
            <a:avLst/>
            <a:gdLst/>
            <a:ahLst/>
            <a:cxnLst/>
            <a:rect l="l" t="t" r="r" b="b"/>
            <a:pathLst>
              <a:path w="352425" h="705485">
                <a:moveTo>
                  <a:pt x="352425" y="705484"/>
                </a:moveTo>
                <a:lnTo>
                  <a:pt x="0" y="705484"/>
                </a:lnTo>
                <a:lnTo>
                  <a:pt x="177546" y="0"/>
                </a:lnTo>
                <a:lnTo>
                  <a:pt x="352425" y="705484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8" name="object 38"/>
          <p:cNvSpPr/>
          <p:nvPr/>
        </p:nvSpPr>
        <p:spPr>
          <a:xfrm>
            <a:off x="4584700" y="3695700"/>
            <a:ext cx="266700" cy="142239"/>
          </a:xfrm>
          <a:custGeom>
            <a:avLst/>
            <a:gdLst/>
            <a:ahLst/>
            <a:cxnLst/>
            <a:rect l="l" t="t" r="r" b="b"/>
            <a:pathLst>
              <a:path w="266700" h="142239">
                <a:moveTo>
                  <a:pt x="0" y="142239"/>
                </a:moveTo>
                <a:lnTo>
                  <a:pt x="2667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9" name="object 39"/>
          <p:cNvSpPr/>
          <p:nvPr/>
        </p:nvSpPr>
        <p:spPr>
          <a:xfrm>
            <a:off x="4851400" y="3556000"/>
            <a:ext cx="2539" cy="142239"/>
          </a:xfrm>
          <a:custGeom>
            <a:avLst/>
            <a:gdLst/>
            <a:ahLst/>
            <a:cxnLst/>
            <a:rect l="l" t="t" r="r" b="b"/>
            <a:pathLst>
              <a:path w="2539" h="142239">
                <a:moveTo>
                  <a:pt x="0" y="142239"/>
                </a:moveTo>
                <a:lnTo>
                  <a:pt x="2539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0" name="object 40"/>
          <p:cNvSpPr/>
          <p:nvPr/>
        </p:nvSpPr>
        <p:spPr>
          <a:xfrm>
            <a:off x="4584700" y="3695700"/>
            <a:ext cx="2539" cy="144780"/>
          </a:xfrm>
          <a:custGeom>
            <a:avLst/>
            <a:gdLst/>
            <a:ahLst/>
            <a:cxnLst/>
            <a:rect l="l" t="t" r="r" b="b"/>
            <a:pathLst>
              <a:path w="2539" h="144779">
                <a:moveTo>
                  <a:pt x="0" y="144780"/>
                </a:moveTo>
                <a:lnTo>
                  <a:pt x="2539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1" name="object 41"/>
          <p:cNvSpPr/>
          <p:nvPr/>
        </p:nvSpPr>
        <p:spPr>
          <a:xfrm>
            <a:off x="4762500" y="3766820"/>
            <a:ext cx="177800" cy="71119"/>
          </a:xfrm>
          <a:custGeom>
            <a:avLst/>
            <a:gdLst/>
            <a:ahLst/>
            <a:cxnLst/>
            <a:rect l="l" t="t" r="r" b="b"/>
            <a:pathLst>
              <a:path w="177800" h="71120">
                <a:moveTo>
                  <a:pt x="0" y="0"/>
                </a:moveTo>
                <a:lnTo>
                  <a:pt x="177800" y="71119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2" name="object 42"/>
          <p:cNvSpPr/>
          <p:nvPr/>
        </p:nvSpPr>
        <p:spPr>
          <a:xfrm>
            <a:off x="4940300" y="3695700"/>
            <a:ext cx="2539" cy="144780"/>
          </a:xfrm>
          <a:custGeom>
            <a:avLst/>
            <a:gdLst/>
            <a:ahLst/>
            <a:cxnLst/>
            <a:rect l="l" t="t" r="r" b="b"/>
            <a:pathLst>
              <a:path w="2539" h="144779">
                <a:moveTo>
                  <a:pt x="0" y="144780"/>
                </a:moveTo>
                <a:lnTo>
                  <a:pt x="2539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2" name="object 32"/>
          <p:cNvSpPr/>
          <p:nvPr/>
        </p:nvSpPr>
        <p:spPr>
          <a:xfrm>
            <a:off x="5207000" y="3980179"/>
            <a:ext cx="177164" cy="494664"/>
          </a:xfrm>
          <a:custGeom>
            <a:avLst/>
            <a:gdLst/>
            <a:ahLst/>
            <a:cxnLst/>
            <a:rect l="l" t="t" r="r" b="b"/>
            <a:pathLst>
              <a:path w="177164" h="494664">
                <a:moveTo>
                  <a:pt x="0" y="0"/>
                </a:moveTo>
                <a:lnTo>
                  <a:pt x="0" y="353060"/>
                </a:lnTo>
                <a:lnTo>
                  <a:pt x="177164" y="494665"/>
                </a:lnTo>
                <a:lnTo>
                  <a:pt x="177164" y="141605"/>
                </a:lnTo>
                <a:lnTo>
                  <a:pt x="0" y="0"/>
                </a:lnTo>
                <a:close/>
              </a:path>
            </a:pathLst>
          </a:custGeom>
          <a:ln w="2539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3" name="object 33"/>
          <p:cNvSpPr/>
          <p:nvPr/>
        </p:nvSpPr>
        <p:spPr>
          <a:xfrm>
            <a:off x="5207000" y="3909060"/>
            <a:ext cx="354964" cy="423544"/>
          </a:xfrm>
          <a:custGeom>
            <a:avLst/>
            <a:gdLst/>
            <a:ahLst/>
            <a:cxnLst/>
            <a:rect l="l" t="t" r="r" b="b"/>
            <a:pathLst>
              <a:path w="354964" h="423544">
                <a:moveTo>
                  <a:pt x="0" y="423544"/>
                </a:moveTo>
                <a:lnTo>
                  <a:pt x="354964" y="353187"/>
                </a:lnTo>
                <a:lnTo>
                  <a:pt x="354964" y="0"/>
                </a:lnTo>
                <a:lnTo>
                  <a:pt x="0" y="70357"/>
                </a:lnTo>
                <a:lnTo>
                  <a:pt x="0" y="423544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4" name="object 34"/>
          <p:cNvSpPr/>
          <p:nvPr/>
        </p:nvSpPr>
        <p:spPr>
          <a:xfrm>
            <a:off x="5207000" y="4191000"/>
            <a:ext cx="266700" cy="71119"/>
          </a:xfrm>
          <a:custGeom>
            <a:avLst/>
            <a:gdLst/>
            <a:ahLst/>
            <a:cxnLst/>
            <a:rect l="l" t="t" r="r" b="b"/>
            <a:pathLst>
              <a:path w="266700" h="71120">
                <a:moveTo>
                  <a:pt x="0" y="0"/>
                </a:moveTo>
                <a:lnTo>
                  <a:pt x="266700" y="71119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5" name="object 35"/>
          <p:cNvSpPr/>
          <p:nvPr/>
        </p:nvSpPr>
        <p:spPr>
          <a:xfrm>
            <a:off x="5473700" y="4119879"/>
            <a:ext cx="2539" cy="281939"/>
          </a:xfrm>
          <a:custGeom>
            <a:avLst/>
            <a:gdLst/>
            <a:ahLst/>
            <a:cxnLst/>
            <a:rect l="l" t="t" r="r" b="b"/>
            <a:pathLst>
              <a:path w="2539" h="281939">
                <a:moveTo>
                  <a:pt x="0" y="281940"/>
                </a:moveTo>
                <a:lnTo>
                  <a:pt x="2539" y="0"/>
                </a:lnTo>
              </a:path>
            </a:pathLst>
          </a:custGeom>
          <a:ln w="2539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" name="object 20"/>
          <p:cNvSpPr/>
          <p:nvPr/>
        </p:nvSpPr>
        <p:spPr>
          <a:xfrm>
            <a:off x="2209800" y="5029200"/>
            <a:ext cx="381000" cy="584200"/>
          </a:xfrm>
          <a:custGeom>
            <a:avLst/>
            <a:gdLst/>
            <a:ahLst/>
            <a:cxnLst/>
            <a:rect l="l" t="t" r="r" b="b"/>
            <a:pathLst>
              <a:path w="381000" h="584200">
                <a:moveTo>
                  <a:pt x="0" y="584200"/>
                </a:moveTo>
                <a:lnTo>
                  <a:pt x="381000" y="0"/>
                </a:lnTo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" name="object 21"/>
          <p:cNvSpPr/>
          <p:nvPr/>
        </p:nvSpPr>
        <p:spPr>
          <a:xfrm>
            <a:off x="2209800" y="5613400"/>
            <a:ext cx="759460" cy="2540"/>
          </a:xfrm>
          <a:custGeom>
            <a:avLst/>
            <a:gdLst/>
            <a:ahLst/>
            <a:cxnLst/>
            <a:rect l="l" t="t" r="r" b="b"/>
            <a:pathLst>
              <a:path w="759460" h="2539">
                <a:moveTo>
                  <a:pt x="759460" y="0"/>
                </a:moveTo>
                <a:lnTo>
                  <a:pt x="0" y="2540"/>
                </a:lnTo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2" name="object 22"/>
          <p:cNvSpPr/>
          <p:nvPr/>
        </p:nvSpPr>
        <p:spPr>
          <a:xfrm>
            <a:off x="2588260" y="5029200"/>
            <a:ext cx="381000" cy="584200"/>
          </a:xfrm>
          <a:custGeom>
            <a:avLst/>
            <a:gdLst/>
            <a:ahLst/>
            <a:cxnLst/>
            <a:rect l="l" t="t" r="r" b="b"/>
            <a:pathLst>
              <a:path w="381000" h="584200">
                <a:moveTo>
                  <a:pt x="381000" y="584200"/>
                </a:moveTo>
                <a:lnTo>
                  <a:pt x="0" y="0"/>
                </a:lnTo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3" name="object 23"/>
          <p:cNvSpPr/>
          <p:nvPr/>
        </p:nvSpPr>
        <p:spPr>
          <a:xfrm>
            <a:off x="2969260" y="5613400"/>
            <a:ext cx="378460" cy="581660"/>
          </a:xfrm>
          <a:custGeom>
            <a:avLst/>
            <a:gdLst/>
            <a:ahLst/>
            <a:cxnLst/>
            <a:rect l="l" t="t" r="r" b="b"/>
            <a:pathLst>
              <a:path w="378460" h="581660">
                <a:moveTo>
                  <a:pt x="378460" y="581660"/>
                </a:moveTo>
                <a:lnTo>
                  <a:pt x="0" y="0"/>
                </a:lnTo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4" name="object 24"/>
          <p:cNvSpPr/>
          <p:nvPr/>
        </p:nvSpPr>
        <p:spPr>
          <a:xfrm>
            <a:off x="2209800" y="5613400"/>
            <a:ext cx="381000" cy="581660"/>
          </a:xfrm>
          <a:custGeom>
            <a:avLst/>
            <a:gdLst/>
            <a:ahLst/>
            <a:cxnLst/>
            <a:rect l="l" t="t" r="r" b="b"/>
            <a:pathLst>
              <a:path w="381000" h="581660">
                <a:moveTo>
                  <a:pt x="381000" y="581660"/>
                </a:moveTo>
                <a:lnTo>
                  <a:pt x="0" y="0"/>
                </a:lnTo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5" name="object 25"/>
          <p:cNvSpPr/>
          <p:nvPr/>
        </p:nvSpPr>
        <p:spPr>
          <a:xfrm>
            <a:off x="2588260" y="6192520"/>
            <a:ext cx="759460" cy="2539"/>
          </a:xfrm>
          <a:custGeom>
            <a:avLst/>
            <a:gdLst/>
            <a:ahLst/>
            <a:cxnLst/>
            <a:rect l="l" t="t" r="r" b="b"/>
            <a:pathLst>
              <a:path w="759460" h="2539">
                <a:moveTo>
                  <a:pt x="759460" y="0"/>
                </a:moveTo>
                <a:lnTo>
                  <a:pt x="0" y="2539"/>
                </a:lnTo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6" name="object 26"/>
          <p:cNvSpPr/>
          <p:nvPr/>
        </p:nvSpPr>
        <p:spPr>
          <a:xfrm>
            <a:off x="2588260" y="5029200"/>
            <a:ext cx="759460" cy="2539"/>
          </a:xfrm>
          <a:custGeom>
            <a:avLst/>
            <a:gdLst/>
            <a:ahLst/>
            <a:cxnLst/>
            <a:rect l="l" t="t" r="r" b="b"/>
            <a:pathLst>
              <a:path w="759460" h="2539">
                <a:moveTo>
                  <a:pt x="759460" y="0"/>
                </a:moveTo>
                <a:lnTo>
                  <a:pt x="0" y="2539"/>
                </a:lnTo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7" name="object 27"/>
          <p:cNvSpPr/>
          <p:nvPr/>
        </p:nvSpPr>
        <p:spPr>
          <a:xfrm>
            <a:off x="3347720" y="5029200"/>
            <a:ext cx="381000" cy="584200"/>
          </a:xfrm>
          <a:custGeom>
            <a:avLst/>
            <a:gdLst/>
            <a:ahLst/>
            <a:cxnLst/>
            <a:rect l="l" t="t" r="r" b="b"/>
            <a:pathLst>
              <a:path w="381000" h="584200">
                <a:moveTo>
                  <a:pt x="381000" y="584200"/>
                </a:moveTo>
                <a:lnTo>
                  <a:pt x="0" y="0"/>
                </a:lnTo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8" name="object 28"/>
          <p:cNvSpPr/>
          <p:nvPr/>
        </p:nvSpPr>
        <p:spPr>
          <a:xfrm>
            <a:off x="2969260" y="5029200"/>
            <a:ext cx="378460" cy="584200"/>
          </a:xfrm>
          <a:custGeom>
            <a:avLst/>
            <a:gdLst/>
            <a:ahLst/>
            <a:cxnLst/>
            <a:rect l="l" t="t" r="r" b="b"/>
            <a:pathLst>
              <a:path w="378460" h="584200">
                <a:moveTo>
                  <a:pt x="0" y="584200"/>
                </a:moveTo>
                <a:lnTo>
                  <a:pt x="378460" y="0"/>
                </a:lnTo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9" name="object 29"/>
          <p:cNvSpPr/>
          <p:nvPr/>
        </p:nvSpPr>
        <p:spPr>
          <a:xfrm>
            <a:off x="2588260" y="5613400"/>
            <a:ext cx="381000" cy="581660"/>
          </a:xfrm>
          <a:custGeom>
            <a:avLst/>
            <a:gdLst/>
            <a:ahLst/>
            <a:cxnLst/>
            <a:rect l="l" t="t" r="r" b="b"/>
            <a:pathLst>
              <a:path w="381000" h="581660">
                <a:moveTo>
                  <a:pt x="0" y="581660"/>
                </a:moveTo>
                <a:lnTo>
                  <a:pt x="381000" y="0"/>
                </a:lnTo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0" name="object 30"/>
          <p:cNvSpPr/>
          <p:nvPr/>
        </p:nvSpPr>
        <p:spPr>
          <a:xfrm>
            <a:off x="3347720" y="5613400"/>
            <a:ext cx="381000" cy="581660"/>
          </a:xfrm>
          <a:custGeom>
            <a:avLst/>
            <a:gdLst/>
            <a:ahLst/>
            <a:cxnLst/>
            <a:rect l="l" t="t" r="r" b="b"/>
            <a:pathLst>
              <a:path w="381000" h="581660">
                <a:moveTo>
                  <a:pt x="0" y="581660"/>
                </a:moveTo>
                <a:lnTo>
                  <a:pt x="381000" y="0"/>
                </a:lnTo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1" name="object 31"/>
          <p:cNvSpPr/>
          <p:nvPr/>
        </p:nvSpPr>
        <p:spPr>
          <a:xfrm>
            <a:off x="2969260" y="5613400"/>
            <a:ext cx="759460" cy="2540"/>
          </a:xfrm>
          <a:custGeom>
            <a:avLst/>
            <a:gdLst/>
            <a:ahLst/>
            <a:cxnLst/>
            <a:rect l="l" t="t" r="r" b="b"/>
            <a:pathLst>
              <a:path w="759460" h="2539">
                <a:moveTo>
                  <a:pt x="759460" y="0"/>
                </a:moveTo>
                <a:lnTo>
                  <a:pt x="0" y="2540"/>
                </a:lnTo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" name="object 19"/>
          <p:cNvSpPr/>
          <p:nvPr/>
        </p:nvSpPr>
        <p:spPr>
          <a:xfrm>
            <a:off x="5867400" y="1143000"/>
            <a:ext cx="3581400" cy="3149600"/>
          </a:xfrm>
          <a:custGeom>
            <a:avLst/>
            <a:gdLst/>
            <a:ahLst/>
            <a:cxnLst/>
            <a:rect l="l" t="t" r="r" b="b"/>
            <a:pathLst>
              <a:path w="3581400" h="3149600">
                <a:moveTo>
                  <a:pt x="0" y="3149600"/>
                </a:moveTo>
                <a:lnTo>
                  <a:pt x="3581400" y="3149600"/>
                </a:lnTo>
                <a:lnTo>
                  <a:pt x="3581400" y="0"/>
                </a:lnTo>
                <a:lnTo>
                  <a:pt x="0" y="0"/>
                </a:lnTo>
                <a:lnTo>
                  <a:pt x="0" y="314960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78740" y="159670"/>
            <a:ext cx="2369616" cy="330200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dirty="0" smtClean="0" sz="2400" spc="-2" b="1">
                <a:latin typeface="Arial"/>
                <a:cs typeface="Arial"/>
              </a:rPr>
              <a:t>A</a:t>
            </a:r>
            <a:r>
              <a:rPr dirty="0" smtClean="0" sz="2400" spc="-2" b="1">
                <a:latin typeface="Arial"/>
                <a:cs typeface="Arial"/>
              </a:rPr>
              <a:t>.</a:t>
            </a:r>
            <a:r>
              <a:rPr dirty="0" smtClean="0" sz="2400" spc="-2" b="1">
                <a:latin typeface="Arial"/>
                <a:cs typeface="Arial"/>
              </a:rPr>
              <a:t> </a:t>
            </a:r>
            <a:r>
              <a:rPr dirty="0" smtClean="0" sz="2400" spc="-2" b="1">
                <a:latin typeface="Arial"/>
                <a:cs typeface="Arial"/>
              </a:rPr>
              <a:t>Pen</a:t>
            </a:r>
            <a:r>
              <a:rPr dirty="0" smtClean="0" sz="2400" spc="-2" b="1">
                <a:latin typeface="Arial"/>
                <a:cs typeface="Arial"/>
              </a:rPr>
              <a:t>d</a:t>
            </a:r>
            <a:r>
              <a:rPr dirty="0" smtClean="0" sz="2400" spc="-2" b="1">
                <a:latin typeface="Arial"/>
                <a:cs typeface="Arial"/>
              </a:rPr>
              <a:t>ah</a:t>
            </a:r>
            <a:r>
              <a:rPr dirty="0" smtClean="0" sz="2400" spc="-2" b="1">
                <a:latin typeface="Arial"/>
                <a:cs typeface="Arial"/>
              </a:rPr>
              <a:t>u</a:t>
            </a:r>
            <a:r>
              <a:rPr dirty="0" smtClean="0" sz="2400" spc="-2" b="1">
                <a:latin typeface="Arial"/>
                <a:cs typeface="Arial"/>
              </a:rPr>
              <a:t>l</a:t>
            </a:r>
            <a:r>
              <a:rPr dirty="0" smtClean="0" sz="2400" spc="-2" b="1">
                <a:latin typeface="Arial"/>
                <a:cs typeface="Arial"/>
              </a:rPr>
              <a:t>u</a:t>
            </a:r>
            <a:r>
              <a:rPr dirty="0" smtClean="0" sz="2400" spc="-2" b="1">
                <a:latin typeface="Arial"/>
                <a:cs typeface="Arial"/>
              </a:rPr>
              <a:t>an</a:t>
            </a:r>
            <a:endParaRPr sz="24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24815" y="699376"/>
            <a:ext cx="5298186" cy="381317"/>
          </a:xfrm>
          <a:prstGeom prst="rect">
            <a:avLst/>
          </a:prstGeom>
        </p:spPr>
        <p:txBody>
          <a:bodyPr wrap="square" lIns="0" tIns="18796" rIns="0" bIns="0" rtlCol="0">
            <a:noAutofit/>
          </a:bodyPr>
          <a:lstStyle/>
          <a:p>
            <a:pPr marL="12700">
              <a:lnSpc>
                <a:spcPts val="2960"/>
              </a:lnSpc>
            </a:pPr>
            <a:r>
              <a:rPr dirty="0" smtClean="0" sz="2800" b="1" u="heavy">
                <a:solidFill>
                  <a:srgbClr val="3333CC"/>
                </a:solidFill>
                <a:latin typeface="Times New Roman"/>
                <a:cs typeface="Times New Roman"/>
              </a:rPr>
              <a:t>Maca</a:t>
            </a:r>
            <a:r>
              <a:rPr dirty="0" smtClean="0" sz="2800" b="1" u="heavy">
                <a:solidFill>
                  <a:srgbClr val="3333CC"/>
                </a:solidFill>
                <a:latin typeface="Times New Roman"/>
                <a:cs typeface="Times New Roman"/>
              </a:rPr>
              <a:t>m</a:t>
            </a:r>
            <a:r>
              <a:rPr dirty="0" smtClean="0" sz="2800" spc="0" b="1" u="heavy">
                <a:solidFill>
                  <a:srgbClr val="3333CC"/>
                </a:solidFill>
                <a:latin typeface="Times New Roman"/>
                <a:cs typeface="Times New Roman"/>
              </a:rPr>
              <a:t>-</a:t>
            </a:r>
            <a:r>
              <a:rPr dirty="0" smtClean="0" sz="2800" spc="0" b="1" u="heavy">
                <a:solidFill>
                  <a:srgbClr val="3333CC"/>
                </a:solidFill>
                <a:latin typeface="Times New Roman"/>
                <a:cs typeface="Times New Roman"/>
              </a:rPr>
              <a:t>Macam</a:t>
            </a:r>
            <a:r>
              <a:rPr dirty="0" smtClean="0" sz="2800" spc="0" b="1" u="heavy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2800" spc="0" b="1" u="heavy">
                <a:solidFill>
                  <a:srgbClr val="3333CC"/>
                </a:solidFill>
                <a:latin typeface="Times New Roman"/>
                <a:cs typeface="Times New Roman"/>
              </a:rPr>
              <a:t>Kon</a:t>
            </a:r>
            <a:r>
              <a:rPr dirty="0" smtClean="0" sz="2800" spc="0" b="1" u="heavy">
                <a:solidFill>
                  <a:srgbClr val="3333CC"/>
                </a:solidFill>
                <a:latin typeface="Times New Roman"/>
                <a:cs typeface="Times New Roman"/>
              </a:rPr>
              <a:t>f</a:t>
            </a:r>
            <a:r>
              <a:rPr dirty="0" smtClean="0" sz="2800" spc="0" b="1" u="heavy">
                <a:solidFill>
                  <a:srgbClr val="3333CC"/>
                </a:solidFill>
                <a:latin typeface="Times New Roman"/>
                <a:cs typeface="Times New Roman"/>
              </a:rPr>
              <a:t>igurasi</a:t>
            </a:r>
            <a:r>
              <a:rPr dirty="0" smtClean="0" sz="2800" spc="0" b="1" u="heavy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2800" spc="0" b="1" u="heavy">
                <a:solidFill>
                  <a:srgbClr val="3333CC"/>
                </a:solidFill>
                <a:latin typeface="Times New Roman"/>
                <a:cs typeface="Times New Roman"/>
              </a:rPr>
              <a:t>Sel</a:t>
            </a:r>
            <a:r>
              <a:rPr dirty="0" smtClean="0" sz="2800" spc="0" b="1" u="heavy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2800" spc="0" b="1" u="heavy">
                <a:solidFill>
                  <a:srgbClr val="3333CC"/>
                </a:solidFill>
                <a:latin typeface="Times New Roman"/>
                <a:cs typeface="Times New Roman"/>
              </a:rPr>
              <a:t>...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83540" y="1142447"/>
            <a:ext cx="275082" cy="279400"/>
          </a:xfrm>
          <a:prstGeom prst="rect">
            <a:avLst/>
          </a:prstGeom>
        </p:spPr>
        <p:txBody>
          <a:bodyPr wrap="square" lIns="0" tIns="13589" rIns="0" bIns="0" rtlCol="0">
            <a:noAutofit/>
          </a:bodyPr>
          <a:lstStyle/>
          <a:p>
            <a:pPr marL="12700">
              <a:lnSpc>
                <a:spcPts val="2140"/>
              </a:lnSpc>
            </a:pPr>
            <a:r>
              <a:rPr dirty="0" smtClean="0" sz="2000" b="1">
                <a:latin typeface="Times New Roman"/>
                <a:cs typeface="Times New Roman"/>
              </a:rPr>
              <a:t>1)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58622" y="1142447"/>
            <a:ext cx="1847849" cy="279400"/>
          </a:xfrm>
          <a:prstGeom prst="rect">
            <a:avLst/>
          </a:prstGeom>
        </p:spPr>
        <p:txBody>
          <a:bodyPr wrap="square" lIns="0" tIns="13589" rIns="0" bIns="0" rtlCol="0">
            <a:noAutofit/>
          </a:bodyPr>
          <a:lstStyle/>
          <a:p>
            <a:pPr marL="12700">
              <a:lnSpc>
                <a:spcPts val="2140"/>
              </a:lnSpc>
            </a:pPr>
            <a:r>
              <a:rPr dirty="0" smtClean="0" sz="2000" spc="-4" b="1">
                <a:latin typeface="Times New Roman"/>
                <a:cs typeface="Times New Roman"/>
              </a:rPr>
              <a:t>O</a:t>
            </a:r>
            <a:r>
              <a:rPr dirty="0" smtClean="0" sz="2000" spc="-4" b="1">
                <a:latin typeface="Times New Roman"/>
                <a:cs typeface="Times New Roman"/>
              </a:rPr>
              <a:t>m</a:t>
            </a:r>
            <a:r>
              <a:rPr dirty="0" smtClean="0" sz="2000" spc="-4" b="1">
                <a:latin typeface="Times New Roman"/>
                <a:cs typeface="Times New Roman"/>
              </a:rPr>
              <a:t>n</a:t>
            </a:r>
            <a:r>
              <a:rPr dirty="0" smtClean="0" sz="2000" spc="-4" b="1">
                <a:latin typeface="Times New Roman"/>
                <a:cs typeface="Times New Roman"/>
              </a:rPr>
              <a:t>i</a:t>
            </a:r>
            <a:r>
              <a:rPr dirty="0" smtClean="0" sz="2000" spc="-4" b="1">
                <a:latin typeface="Times New Roman"/>
                <a:cs typeface="Times New Roman"/>
              </a:rPr>
              <a:t>d</a:t>
            </a:r>
            <a:r>
              <a:rPr dirty="0" smtClean="0" sz="2000" spc="-4" b="1">
                <a:latin typeface="Times New Roman"/>
                <a:cs typeface="Times New Roman"/>
              </a:rPr>
              <a:t>i</a:t>
            </a:r>
            <a:r>
              <a:rPr dirty="0" smtClean="0" sz="2000" spc="-4" b="1">
                <a:latin typeface="Times New Roman"/>
                <a:cs typeface="Times New Roman"/>
              </a:rPr>
              <a:t>r</a:t>
            </a:r>
            <a:r>
              <a:rPr dirty="0" smtClean="0" sz="2000" spc="-4" b="1">
                <a:latin typeface="Times New Roman"/>
                <a:cs typeface="Times New Roman"/>
              </a:rPr>
              <a:t>e</a:t>
            </a:r>
            <a:r>
              <a:rPr dirty="0" smtClean="0" sz="2000" spc="-4" b="1">
                <a:latin typeface="Times New Roman"/>
                <a:cs typeface="Times New Roman"/>
              </a:rPr>
              <a:t>c</a:t>
            </a:r>
            <a:r>
              <a:rPr dirty="0" smtClean="0" sz="2000" spc="-4" b="1">
                <a:latin typeface="Times New Roman"/>
                <a:cs typeface="Times New Roman"/>
              </a:rPr>
              <a:t>tio</a:t>
            </a:r>
            <a:r>
              <a:rPr dirty="0" smtClean="0" sz="2000" spc="-4" b="1">
                <a:latin typeface="Times New Roman"/>
                <a:cs typeface="Times New Roman"/>
              </a:rPr>
              <a:t>n</a:t>
            </a:r>
            <a:r>
              <a:rPr dirty="0" smtClean="0" sz="2000" spc="-4" b="1">
                <a:latin typeface="Times New Roman"/>
                <a:cs typeface="Times New Roman"/>
              </a:rPr>
              <a:t>al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133721" y="1686601"/>
            <a:ext cx="199136" cy="152400"/>
          </a:xfrm>
          <a:prstGeom prst="rect">
            <a:avLst/>
          </a:prstGeom>
        </p:spPr>
        <p:txBody>
          <a:bodyPr wrap="square" lIns="0" tIns="7111" rIns="0" bIns="0" rtlCol="0">
            <a:noAutofit/>
          </a:bodyPr>
          <a:lstStyle/>
          <a:p>
            <a:pPr marL="12700">
              <a:lnSpc>
                <a:spcPts val="1120"/>
              </a:lnSpc>
            </a:pPr>
            <a:r>
              <a:rPr dirty="0" smtClean="0" sz="1000" b="1">
                <a:latin typeface="Times New Roman"/>
                <a:cs typeface="Times New Roman"/>
              </a:rPr>
              <a:t>Rx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786884" y="1856527"/>
            <a:ext cx="199136" cy="152400"/>
          </a:xfrm>
          <a:prstGeom prst="rect">
            <a:avLst/>
          </a:prstGeom>
        </p:spPr>
        <p:txBody>
          <a:bodyPr wrap="square" lIns="0" tIns="7111" rIns="0" bIns="0" rtlCol="0">
            <a:noAutofit/>
          </a:bodyPr>
          <a:lstStyle/>
          <a:p>
            <a:pPr marL="12700">
              <a:lnSpc>
                <a:spcPts val="1120"/>
              </a:lnSpc>
            </a:pPr>
            <a:r>
              <a:rPr dirty="0" smtClean="0" sz="1000" b="1">
                <a:latin typeface="Times New Roman"/>
                <a:cs typeface="Times New Roman"/>
              </a:rPr>
              <a:t>Rx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292090" y="1993052"/>
            <a:ext cx="190880" cy="152400"/>
          </a:xfrm>
          <a:prstGeom prst="rect">
            <a:avLst/>
          </a:prstGeom>
        </p:spPr>
        <p:txBody>
          <a:bodyPr wrap="square" lIns="0" tIns="7111" rIns="0" bIns="0" rtlCol="0">
            <a:noAutofit/>
          </a:bodyPr>
          <a:lstStyle/>
          <a:p>
            <a:pPr marL="12700">
              <a:lnSpc>
                <a:spcPts val="1120"/>
              </a:lnSpc>
            </a:pPr>
            <a:r>
              <a:rPr dirty="0" smtClean="0" sz="1000" spc="-4" b="1">
                <a:latin typeface="Times New Roman"/>
                <a:cs typeface="Times New Roman"/>
              </a:rPr>
              <a:t>Tx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58622" y="2963130"/>
            <a:ext cx="1622975" cy="288152"/>
          </a:xfrm>
          <a:prstGeom prst="rect">
            <a:avLst/>
          </a:prstGeom>
        </p:spPr>
        <p:txBody>
          <a:bodyPr wrap="square" lIns="0" tIns="14033" rIns="0" bIns="0" rtlCol="0">
            <a:noAutofit/>
          </a:bodyPr>
          <a:lstStyle/>
          <a:p>
            <a:pPr marL="12700">
              <a:lnSpc>
                <a:spcPts val="2210"/>
              </a:lnSpc>
            </a:pPr>
            <a:r>
              <a:rPr dirty="0" smtClean="0" sz="2000" spc="0" b="1">
                <a:latin typeface="Times New Roman"/>
                <a:cs typeface="Times New Roman"/>
              </a:rPr>
              <a:t>Se</a:t>
            </a:r>
            <a:r>
              <a:rPr dirty="0" smtClean="0" sz="2000" spc="0" b="1">
                <a:latin typeface="Times New Roman"/>
                <a:cs typeface="Times New Roman"/>
              </a:rPr>
              <a:t>c</a:t>
            </a:r>
            <a:r>
              <a:rPr dirty="0" smtClean="0" sz="2000" spc="0" b="1">
                <a:latin typeface="Times New Roman"/>
                <a:cs typeface="Times New Roman"/>
              </a:rPr>
              <a:t>to</a:t>
            </a:r>
            <a:r>
              <a:rPr dirty="0" smtClean="0" sz="2000" spc="0" b="1">
                <a:latin typeface="Times New Roman"/>
                <a:cs typeface="Times New Roman"/>
              </a:rPr>
              <a:t>r</a:t>
            </a:r>
            <a:r>
              <a:rPr dirty="0" smtClean="0" sz="2000" spc="0" b="1">
                <a:latin typeface="Times New Roman"/>
                <a:cs typeface="Times New Roman"/>
              </a:rPr>
              <a:t>i</a:t>
            </a:r>
            <a:r>
              <a:rPr dirty="0" smtClean="0" sz="2000" spc="0" b="1">
                <a:latin typeface="Times New Roman"/>
                <a:cs typeface="Times New Roman"/>
              </a:rPr>
              <a:t>n</a:t>
            </a:r>
            <a:r>
              <a:rPr dirty="0" smtClean="0" sz="2000" spc="0" b="1">
                <a:latin typeface="Times New Roman"/>
                <a:cs typeface="Times New Roman"/>
              </a:rPr>
              <a:t>g</a:t>
            </a:r>
            <a:r>
              <a:rPr dirty="0" smtClean="0" sz="2000" spc="0" b="1">
                <a:latin typeface="Times New Roman"/>
                <a:cs typeface="Times New Roman"/>
              </a:rPr>
              <a:t> </a:t>
            </a:r>
            <a:r>
              <a:rPr dirty="0" smtClean="0" sz="2000" spc="0" b="1">
                <a:latin typeface="Times New Roman"/>
                <a:cs typeface="Times New Roman"/>
              </a:rPr>
              <a:t>12</a:t>
            </a:r>
            <a:r>
              <a:rPr dirty="0" smtClean="0" sz="2000" spc="0" b="1">
                <a:latin typeface="Times New Roman"/>
                <a:cs typeface="Times New Roman"/>
              </a:rPr>
              <a:t>0</a:t>
            </a:r>
            <a:r>
              <a:rPr dirty="0" smtClean="0" baseline="25767" sz="2025" spc="0" b="1">
                <a:latin typeface="Times New Roman"/>
                <a:cs typeface="Times New Roman"/>
              </a:rPr>
              <a:t>o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83540" y="2971882"/>
            <a:ext cx="275082" cy="279400"/>
          </a:xfrm>
          <a:prstGeom prst="rect">
            <a:avLst/>
          </a:prstGeom>
        </p:spPr>
        <p:txBody>
          <a:bodyPr wrap="square" lIns="0" tIns="13589" rIns="0" bIns="0" rtlCol="0">
            <a:noAutofit/>
          </a:bodyPr>
          <a:lstStyle/>
          <a:p>
            <a:pPr marL="12700">
              <a:lnSpc>
                <a:spcPts val="2140"/>
              </a:lnSpc>
            </a:pPr>
            <a:r>
              <a:rPr dirty="0" smtClean="0" sz="2000" b="1">
                <a:latin typeface="Times New Roman"/>
                <a:cs typeface="Times New Roman"/>
              </a:rPr>
              <a:t>2)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58622" y="4929090"/>
            <a:ext cx="1495975" cy="288152"/>
          </a:xfrm>
          <a:prstGeom prst="rect">
            <a:avLst/>
          </a:prstGeom>
        </p:spPr>
        <p:txBody>
          <a:bodyPr wrap="square" lIns="0" tIns="14033" rIns="0" bIns="0" rtlCol="0">
            <a:noAutofit/>
          </a:bodyPr>
          <a:lstStyle/>
          <a:p>
            <a:pPr marL="12700">
              <a:lnSpc>
                <a:spcPts val="2210"/>
              </a:lnSpc>
            </a:pPr>
            <a:r>
              <a:rPr dirty="0" smtClean="0" sz="2000" spc="-1" b="1">
                <a:latin typeface="Times New Roman"/>
                <a:cs typeface="Times New Roman"/>
              </a:rPr>
              <a:t>Se</a:t>
            </a:r>
            <a:r>
              <a:rPr dirty="0" smtClean="0" sz="2000" spc="-1" b="1">
                <a:latin typeface="Times New Roman"/>
                <a:cs typeface="Times New Roman"/>
              </a:rPr>
              <a:t>c</a:t>
            </a:r>
            <a:r>
              <a:rPr dirty="0" smtClean="0" sz="2000" spc="-1" b="1">
                <a:latin typeface="Times New Roman"/>
                <a:cs typeface="Times New Roman"/>
              </a:rPr>
              <a:t>to</a:t>
            </a:r>
            <a:r>
              <a:rPr dirty="0" smtClean="0" sz="2000" spc="-1" b="1">
                <a:latin typeface="Times New Roman"/>
                <a:cs typeface="Times New Roman"/>
              </a:rPr>
              <a:t>r</a:t>
            </a:r>
            <a:r>
              <a:rPr dirty="0" smtClean="0" sz="2000" spc="-1" b="1">
                <a:latin typeface="Times New Roman"/>
                <a:cs typeface="Times New Roman"/>
              </a:rPr>
              <a:t>i</a:t>
            </a:r>
            <a:r>
              <a:rPr dirty="0" smtClean="0" sz="2000" spc="-1" b="1">
                <a:latin typeface="Times New Roman"/>
                <a:cs typeface="Times New Roman"/>
              </a:rPr>
              <a:t>n</a:t>
            </a:r>
            <a:r>
              <a:rPr dirty="0" smtClean="0" sz="2000" spc="-1" b="1">
                <a:latin typeface="Times New Roman"/>
                <a:cs typeface="Times New Roman"/>
              </a:rPr>
              <a:t>g</a:t>
            </a:r>
            <a:r>
              <a:rPr dirty="0" smtClean="0" sz="2000" spc="-1" b="1">
                <a:latin typeface="Times New Roman"/>
                <a:cs typeface="Times New Roman"/>
              </a:rPr>
              <a:t> </a:t>
            </a:r>
            <a:r>
              <a:rPr dirty="0" smtClean="0" sz="2000" spc="-1" b="1">
                <a:latin typeface="Times New Roman"/>
                <a:cs typeface="Times New Roman"/>
              </a:rPr>
              <a:t>6</a:t>
            </a:r>
            <a:r>
              <a:rPr dirty="0" smtClean="0" sz="2000" spc="-1" b="1">
                <a:latin typeface="Times New Roman"/>
                <a:cs typeface="Times New Roman"/>
              </a:rPr>
              <a:t>0</a:t>
            </a:r>
            <a:r>
              <a:rPr dirty="0" smtClean="0" baseline="25767" sz="2025" spc="-1" b="1">
                <a:latin typeface="Times New Roman"/>
                <a:cs typeface="Times New Roman"/>
              </a:rPr>
              <a:t>o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83540" y="4937842"/>
            <a:ext cx="275082" cy="279400"/>
          </a:xfrm>
          <a:prstGeom prst="rect">
            <a:avLst/>
          </a:prstGeom>
        </p:spPr>
        <p:txBody>
          <a:bodyPr wrap="square" lIns="0" tIns="13589" rIns="0" bIns="0" rtlCol="0">
            <a:noAutofit/>
          </a:bodyPr>
          <a:lstStyle/>
          <a:p>
            <a:pPr marL="12700">
              <a:lnSpc>
                <a:spcPts val="2140"/>
              </a:lnSpc>
            </a:pPr>
            <a:r>
              <a:rPr dirty="0" smtClean="0" sz="2000" b="1">
                <a:latin typeface="Times New Roman"/>
                <a:cs typeface="Times New Roman"/>
              </a:rPr>
              <a:t>3)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31140" y="6472848"/>
            <a:ext cx="5475228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o</a:t>
            </a:r>
            <a:r>
              <a:rPr dirty="0" smtClean="0" sz="1800" spc="0" b="1">
                <a:latin typeface="Georgia"/>
                <a:cs typeface="Georgia"/>
              </a:rPr>
              <a:t>d</a:t>
            </a:r>
            <a:r>
              <a:rPr dirty="0" smtClean="0" sz="1800" spc="0" b="1">
                <a:latin typeface="Georgia"/>
                <a:cs typeface="Georgia"/>
              </a:rPr>
              <a:t>ul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3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S</a:t>
            </a:r>
            <a:r>
              <a:rPr dirty="0" smtClean="0" sz="1800" spc="0" b="1">
                <a:latin typeface="Georgia"/>
                <a:cs typeface="Georgia"/>
              </a:rPr>
              <a:t>istem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K</a:t>
            </a:r>
            <a:r>
              <a:rPr dirty="0" smtClean="0" sz="1800" spc="0" b="1">
                <a:latin typeface="Georgia"/>
                <a:cs typeface="Georgia"/>
              </a:rPr>
              <a:t>o</a:t>
            </a: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unik</a:t>
            </a:r>
            <a:r>
              <a:rPr dirty="0" smtClean="0" sz="1800" spc="0" b="1">
                <a:latin typeface="Georgia"/>
                <a:cs typeface="Georgia"/>
              </a:rPr>
              <a:t>a</a:t>
            </a:r>
            <a:r>
              <a:rPr dirty="0" smtClean="0" sz="1800" spc="0" b="1">
                <a:latin typeface="Georgia"/>
                <a:cs typeface="Georgia"/>
              </a:rPr>
              <a:t>si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B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r>
              <a:rPr dirty="0" smtClean="0" sz="1800" spc="0" b="1">
                <a:latin typeface="Georgia"/>
                <a:cs typeface="Georgia"/>
              </a:rPr>
              <a:t>g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r>
              <a:rPr dirty="0" smtClean="0" sz="1800" spc="0" b="1">
                <a:latin typeface="Georgia"/>
                <a:cs typeface="Georgia"/>
              </a:rPr>
              <a:t>a</a:t>
            </a:r>
            <a:r>
              <a:rPr dirty="0" smtClean="0" sz="1800" spc="0" b="1">
                <a:latin typeface="Georgia"/>
                <a:cs typeface="Georgia"/>
              </a:rPr>
              <a:t>k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S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lul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585960" y="6472848"/>
            <a:ext cx="207811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b="1">
                <a:latin typeface="Georgia"/>
                <a:cs typeface="Georgia"/>
              </a:rPr>
              <a:t>6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867400" y="1143000"/>
            <a:ext cx="3581400" cy="3149600"/>
          </a:xfrm>
          <a:prstGeom prst="rect">
            <a:avLst/>
          </a:prstGeom>
        </p:spPr>
        <p:txBody>
          <a:bodyPr wrap="square" lIns="0" tIns="40005" rIns="0" bIns="0" rtlCol="0">
            <a:noAutofit/>
          </a:bodyPr>
          <a:lstStyle/>
          <a:p>
            <a:pPr marL="608584" marR="424579" indent="-287020">
              <a:lnSpc>
                <a:spcPct val="106277"/>
              </a:lnSpc>
              <a:tabLst>
                <a:tab pos="596900" algn="l"/>
              </a:tabLst>
            </a:pPr>
            <a:r>
              <a:rPr dirty="0" smtClean="0" sz="2000">
                <a:latin typeface="Symbol"/>
                <a:cs typeface="Symbol"/>
              </a:rPr>
              <a:t></a:t>
            </a:r>
            <a:r>
              <a:rPr dirty="0" smtClean="0" sz="2000">
                <a:latin typeface="Times New Roman"/>
                <a:cs typeface="Times New Roman"/>
              </a:rPr>
              <a:t>	</a:t>
            </a:r>
            <a:r>
              <a:rPr dirty="0" smtClean="0" sz="2000" spc="246">
                <a:latin typeface="Arial Narrow"/>
                <a:cs typeface="Arial Narrow"/>
              </a:rPr>
              <a:t>P</a:t>
            </a:r>
            <a:r>
              <a:rPr dirty="0" smtClean="0" sz="2000" spc="246">
                <a:latin typeface="Arial Narrow"/>
                <a:cs typeface="Arial Narrow"/>
              </a:rPr>
              <a:t>a</a:t>
            </a:r>
            <a:r>
              <a:rPr dirty="0" smtClean="0" sz="2000" spc="246">
                <a:latin typeface="Arial Narrow"/>
                <a:cs typeface="Arial Narrow"/>
              </a:rPr>
              <a:t>d</a:t>
            </a:r>
            <a:r>
              <a:rPr dirty="0" smtClean="0" sz="2000" spc="246">
                <a:latin typeface="Arial Narrow"/>
                <a:cs typeface="Arial Narrow"/>
              </a:rPr>
              <a:t>a</a:t>
            </a:r>
            <a:r>
              <a:rPr dirty="0" smtClean="0" sz="2000" spc="246">
                <a:latin typeface="Arial Narrow"/>
                <a:cs typeface="Arial Narrow"/>
              </a:rPr>
              <a:t> </a:t>
            </a:r>
            <a:r>
              <a:rPr dirty="0" smtClean="0" sz="2000" spc="246">
                <a:latin typeface="Arial Narrow"/>
                <a:cs typeface="Arial Narrow"/>
              </a:rPr>
              <a:t>k</a:t>
            </a:r>
            <a:r>
              <a:rPr dirty="0" smtClean="0" sz="2000" spc="246">
                <a:latin typeface="Arial Narrow"/>
                <a:cs typeface="Arial Narrow"/>
              </a:rPr>
              <a:t>o</a:t>
            </a:r>
            <a:r>
              <a:rPr dirty="0" smtClean="0" sz="2000" spc="246">
                <a:latin typeface="Arial Narrow"/>
                <a:cs typeface="Arial Narrow"/>
              </a:rPr>
              <a:t>n</a:t>
            </a:r>
            <a:r>
              <a:rPr dirty="0" smtClean="0" sz="2000" spc="246">
                <a:latin typeface="Arial Narrow"/>
                <a:cs typeface="Arial Narrow"/>
              </a:rPr>
              <a:t>d</a:t>
            </a:r>
            <a:r>
              <a:rPr dirty="0" smtClean="0" sz="2000" spc="246">
                <a:latin typeface="Arial Narrow"/>
                <a:cs typeface="Arial Narrow"/>
              </a:rPr>
              <a:t>isi</a:t>
            </a:r>
            <a:r>
              <a:rPr dirty="0" smtClean="0" sz="2000" spc="246">
                <a:latin typeface="Arial Narrow"/>
                <a:cs typeface="Arial Narrow"/>
              </a:rPr>
              <a:t> </a:t>
            </a:r>
            <a:r>
              <a:rPr dirty="0" smtClean="0" sz="2000" spc="246">
                <a:latin typeface="Arial Narrow"/>
                <a:cs typeface="Arial Narrow"/>
              </a:rPr>
              <a:t>a</a:t>
            </a:r>
            <a:r>
              <a:rPr dirty="0" smtClean="0" sz="2000" spc="246">
                <a:latin typeface="Arial Narrow"/>
                <a:cs typeface="Arial Narrow"/>
              </a:rPr>
              <a:t>w</a:t>
            </a:r>
            <a:r>
              <a:rPr dirty="0" smtClean="0" sz="2000" spc="246">
                <a:latin typeface="Arial Narrow"/>
                <a:cs typeface="Arial Narrow"/>
              </a:rPr>
              <a:t>a</a:t>
            </a:r>
            <a:r>
              <a:rPr dirty="0" smtClean="0" sz="2000" spc="246">
                <a:latin typeface="Arial Narrow"/>
                <a:cs typeface="Arial Narrow"/>
              </a:rPr>
              <a:t>l</a:t>
            </a:r>
            <a:r>
              <a:rPr dirty="0" smtClean="0" sz="2000" spc="246">
                <a:latin typeface="Arial Narrow"/>
                <a:cs typeface="Arial Narrow"/>
              </a:rPr>
              <a:t> </a:t>
            </a:r>
            <a:r>
              <a:rPr dirty="0" smtClean="0" sz="2000" spc="246">
                <a:latin typeface="Arial Narrow"/>
                <a:cs typeface="Arial Narrow"/>
              </a:rPr>
              <a:t>b</a:t>
            </a:r>
            <a:r>
              <a:rPr dirty="0" smtClean="0" sz="2000" spc="246">
                <a:latin typeface="Arial Narrow"/>
                <a:cs typeface="Arial Narrow"/>
              </a:rPr>
              <a:t>i</a:t>
            </a:r>
            <a:r>
              <a:rPr dirty="0" smtClean="0" sz="2000" spc="246">
                <a:latin typeface="Arial Narrow"/>
                <a:cs typeface="Arial Narrow"/>
              </a:rPr>
              <a:t>a</a:t>
            </a:r>
            <a:r>
              <a:rPr dirty="0" smtClean="0" sz="2000" spc="246">
                <a:latin typeface="Arial Narrow"/>
                <a:cs typeface="Arial Narrow"/>
              </a:rPr>
              <a:t>s</a:t>
            </a:r>
            <a:r>
              <a:rPr dirty="0" smtClean="0" sz="2000" spc="246">
                <a:latin typeface="Arial Narrow"/>
                <a:cs typeface="Arial Narrow"/>
              </a:rPr>
              <a:t>a</a:t>
            </a:r>
            <a:r>
              <a:rPr dirty="0" smtClean="0" sz="2000" spc="246">
                <a:latin typeface="Arial Narrow"/>
                <a:cs typeface="Arial Narrow"/>
              </a:rPr>
              <a:t>n</a:t>
            </a:r>
            <a:r>
              <a:rPr dirty="0" smtClean="0" sz="2000" spc="246">
                <a:latin typeface="Arial Narrow"/>
                <a:cs typeface="Arial Narrow"/>
              </a:rPr>
              <a:t>y</a:t>
            </a:r>
            <a:r>
              <a:rPr dirty="0" smtClean="0" sz="2000" spc="246">
                <a:latin typeface="Arial Narrow"/>
                <a:cs typeface="Arial Narrow"/>
              </a:rPr>
              <a:t>a</a:t>
            </a:r>
            <a:r>
              <a:rPr dirty="0" smtClean="0" sz="2000" spc="246">
                <a:latin typeface="Arial Narrow"/>
                <a:cs typeface="Arial Narrow"/>
              </a:rPr>
              <a:t> </a:t>
            </a:r>
            <a:r>
              <a:rPr dirty="0" smtClean="0" sz="2000" spc="246">
                <a:latin typeface="Arial Narrow"/>
                <a:cs typeface="Arial Narrow"/>
              </a:rPr>
              <a:t>d</a:t>
            </a:r>
            <a:r>
              <a:rPr dirty="0" smtClean="0" sz="2000" spc="246">
                <a:latin typeface="Arial Narrow"/>
                <a:cs typeface="Arial Narrow"/>
              </a:rPr>
              <a:t>i</a:t>
            </a:r>
            <a:r>
              <a:rPr dirty="0" smtClean="0" sz="2000" spc="246">
                <a:latin typeface="Arial Narrow"/>
                <a:cs typeface="Arial Narrow"/>
              </a:rPr>
              <a:t>g</a:t>
            </a:r>
            <a:r>
              <a:rPr dirty="0" smtClean="0" sz="2000" spc="246">
                <a:latin typeface="Arial Narrow"/>
                <a:cs typeface="Arial Narrow"/>
              </a:rPr>
              <a:t>u</a:t>
            </a:r>
            <a:r>
              <a:rPr dirty="0" smtClean="0" sz="2000" spc="246">
                <a:latin typeface="Arial Narrow"/>
                <a:cs typeface="Arial Narrow"/>
              </a:rPr>
              <a:t>n</a:t>
            </a:r>
            <a:r>
              <a:rPr dirty="0" smtClean="0" sz="2000" spc="246">
                <a:latin typeface="Arial Narrow"/>
                <a:cs typeface="Arial Narrow"/>
              </a:rPr>
              <a:t>a</a:t>
            </a:r>
            <a:r>
              <a:rPr dirty="0" smtClean="0" sz="2000" spc="246">
                <a:latin typeface="Arial Narrow"/>
                <a:cs typeface="Arial Narrow"/>
              </a:rPr>
              <a:t>k</a:t>
            </a:r>
            <a:r>
              <a:rPr dirty="0" smtClean="0" sz="2000" spc="246">
                <a:latin typeface="Arial Narrow"/>
                <a:cs typeface="Arial Narrow"/>
              </a:rPr>
              <a:t>a</a:t>
            </a:r>
            <a:r>
              <a:rPr dirty="0" smtClean="0" sz="2000" spc="246">
                <a:latin typeface="Arial Narrow"/>
                <a:cs typeface="Arial Narrow"/>
              </a:rPr>
              <a:t>n</a:t>
            </a:r>
            <a:r>
              <a:rPr dirty="0" smtClean="0" sz="2000" spc="246">
                <a:latin typeface="Arial Narrow"/>
                <a:cs typeface="Arial Narrow"/>
              </a:rPr>
              <a:t> </a:t>
            </a:r>
            <a:r>
              <a:rPr dirty="0" smtClean="0" sz="2000" spc="246">
                <a:latin typeface="Arial Narrow"/>
                <a:cs typeface="Arial Narrow"/>
              </a:rPr>
              <a:t>p</a:t>
            </a:r>
            <a:r>
              <a:rPr dirty="0" smtClean="0" sz="2000" spc="246">
                <a:latin typeface="Arial Narrow"/>
                <a:cs typeface="Arial Narrow"/>
              </a:rPr>
              <a:t>o</a:t>
            </a:r>
            <a:r>
              <a:rPr dirty="0" smtClean="0" sz="2000" spc="246">
                <a:latin typeface="Arial Narrow"/>
                <a:cs typeface="Arial Narrow"/>
              </a:rPr>
              <a:t>la</a:t>
            </a:r>
            <a:r>
              <a:rPr dirty="0" smtClean="0" sz="2000" spc="246">
                <a:latin typeface="Arial Narrow"/>
                <a:cs typeface="Arial Narrow"/>
              </a:rPr>
              <a:t> </a:t>
            </a:r>
            <a:r>
              <a:rPr dirty="0" smtClean="0" sz="2000" spc="246">
                <a:latin typeface="Arial Narrow"/>
                <a:cs typeface="Arial Narrow"/>
              </a:rPr>
              <a:t>o</a:t>
            </a:r>
            <a:r>
              <a:rPr dirty="0" smtClean="0" sz="2000" spc="246">
                <a:latin typeface="Arial Narrow"/>
                <a:cs typeface="Arial Narrow"/>
              </a:rPr>
              <a:t>m</a:t>
            </a:r>
            <a:r>
              <a:rPr dirty="0" smtClean="0" sz="2000" spc="246">
                <a:latin typeface="Arial Narrow"/>
                <a:cs typeface="Arial Narrow"/>
              </a:rPr>
              <a:t>n</a:t>
            </a:r>
            <a:r>
              <a:rPr dirty="0" smtClean="0" sz="2000" spc="246">
                <a:latin typeface="Arial Narrow"/>
                <a:cs typeface="Arial Narrow"/>
              </a:rPr>
              <a:t>idi</a:t>
            </a:r>
            <a:r>
              <a:rPr dirty="0" smtClean="0" sz="2000" spc="246">
                <a:latin typeface="Arial Narrow"/>
                <a:cs typeface="Arial Narrow"/>
              </a:rPr>
              <a:t>r</a:t>
            </a:r>
            <a:r>
              <a:rPr dirty="0" smtClean="0" sz="2000" spc="246">
                <a:latin typeface="Arial Narrow"/>
                <a:cs typeface="Arial Narrow"/>
              </a:rPr>
              <a:t>e</a:t>
            </a:r>
            <a:r>
              <a:rPr dirty="0" smtClean="0" sz="2000" spc="246">
                <a:latin typeface="Arial Narrow"/>
                <a:cs typeface="Arial Narrow"/>
              </a:rPr>
              <a:t>c</a:t>
            </a:r>
            <a:r>
              <a:rPr dirty="0" smtClean="0" sz="2000" spc="246">
                <a:latin typeface="Arial Narrow"/>
                <a:cs typeface="Arial Narrow"/>
              </a:rPr>
              <a:t>t</a:t>
            </a:r>
            <a:r>
              <a:rPr dirty="0" smtClean="0" sz="2000" spc="246">
                <a:latin typeface="Arial Narrow"/>
                <a:cs typeface="Arial Narrow"/>
              </a:rPr>
              <a:t>i</a:t>
            </a:r>
            <a:r>
              <a:rPr dirty="0" smtClean="0" sz="2000" spc="246">
                <a:latin typeface="Arial Narrow"/>
                <a:cs typeface="Arial Narrow"/>
              </a:rPr>
              <a:t>o</a:t>
            </a:r>
            <a:r>
              <a:rPr dirty="0" smtClean="0" sz="2000" spc="246">
                <a:latin typeface="Arial Narrow"/>
                <a:cs typeface="Arial Narrow"/>
              </a:rPr>
              <a:t>n</a:t>
            </a:r>
            <a:r>
              <a:rPr dirty="0" smtClean="0" sz="2000" spc="246">
                <a:latin typeface="Arial Narrow"/>
                <a:cs typeface="Arial Narrow"/>
              </a:rPr>
              <a:t>a</a:t>
            </a:r>
            <a:r>
              <a:rPr dirty="0" smtClean="0" sz="2000" spc="246">
                <a:latin typeface="Arial Narrow"/>
                <a:cs typeface="Arial Narrow"/>
              </a:rPr>
              <a:t>l</a:t>
            </a:r>
            <a:endParaRPr sz="2000">
              <a:latin typeface="Arial Narrow"/>
              <a:cs typeface="Arial Narrow"/>
            </a:endParaRPr>
          </a:p>
          <a:p>
            <a:pPr marL="608584">
              <a:lnSpc>
                <a:spcPct val="95621"/>
              </a:lnSpc>
              <a:spcBef>
                <a:spcPts val="10"/>
              </a:spcBef>
            </a:pPr>
            <a:r>
              <a:rPr dirty="0" smtClean="0" sz="2000" spc="242">
                <a:latin typeface="Arial Narrow"/>
                <a:cs typeface="Arial Narrow"/>
              </a:rPr>
              <a:t>(</a:t>
            </a:r>
            <a:r>
              <a:rPr dirty="0" smtClean="0" sz="2000" spc="242">
                <a:latin typeface="Arial Narrow"/>
                <a:cs typeface="Arial Narrow"/>
              </a:rPr>
              <a:t> </a:t>
            </a:r>
            <a:r>
              <a:rPr dirty="0" smtClean="0" sz="2000" spc="242">
                <a:latin typeface="Arial Narrow"/>
                <a:cs typeface="Arial Narrow"/>
              </a:rPr>
              <a:t>t</a:t>
            </a:r>
            <a:r>
              <a:rPr dirty="0" smtClean="0" sz="2000" spc="242">
                <a:latin typeface="Arial Narrow"/>
                <a:cs typeface="Arial Narrow"/>
              </a:rPr>
              <a:t>e</a:t>
            </a:r>
            <a:r>
              <a:rPr dirty="0" smtClean="0" sz="2000" spc="242">
                <a:latin typeface="Arial Narrow"/>
                <a:cs typeface="Arial Narrow"/>
              </a:rPr>
              <a:t>r</a:t>
            </a:r>
            <a:r>
              <a:rPr dirty="0" smtClean="0" sz="2000" spc="242">
                <a:latin typeface="Arial Narrow"/>
                <a:cs typeface="Arial Narrow"/>
              </a:rPr>
              <a:t>g</a:t>
            </a:r>
            <a:r>
              <a:rPr dirty="0" smtClean="0" sz="2000" spc="242">
                <a:latin typeface="Arial Narrow"/>
                <a:cs typeface="Arial Narrow"/>
              </a:rPr>
              <a:t>a</a:t>
            </a:r>
            <a:r>
              <a:rPr dirty="0" smtClean="0" sz="2000" spc="242">
                <a:latin typeface="Arial Narrow"/>
                <a:cs typeface="Arial Narrow"/>
              </a:rPr>
              <a:t>n</a:t>
            </a:r>
            <a:r>
              <a:rPr dirty="0" smtClean="0" sz="2000" spc="242">
                <a:latin typeface="Arial Narrow"/>
                <a:cs typeface="Arial Narrow"/>
              </a:rPr>
              <a:t>t</a:t>
            </a:r>
            <a:r>
              <a:rPr dirty="0" smtClean="0" sz="2000" spc="242">
                <a:latin typeface="Arial Narrow"/>
                <a:cs typeface="Arial Narrow"/>
              </a:rPr>
              <a:t>u</a:t>
            </a:r>
            <a:r>
              <a:rPr dirty="0" smtClean="0" sz="2000" spc="242">
                <a:latin typeface="Arial Narrow"/>
                <a:cs typeface="Arial Narrow"/>
              </a:rPr>
              <a:t>n</a:t>
            </a:r>
            <a:r>
              <a:rPr dirty="0" smtClean="0" sz="2000" spc="242">
                <a:latin typeface="Arial Narrow"/>
                <a:cs typeface="Arial Narrow"/>
              </a:rPr>
              <a:t>g</a:t>
            </a:r>
            <a:r>
              <a:rPr dirty="0" smtClean="0" sz="2000" spc="242">
                <a:latin typeface="Arial Narrow"/>
                <a:cs typeface="Arial Narrow"/>
              </a:rPr>
              <a:t> </a:t>
            </a:r>
            <a:r>
              <a:rPr dirty="0" smtClean="0" sz="2000" spc="242">
                <a:latin typeface="Arial Narrow"/>
                <a:cs typeface="Arial Narrow"/>
              </a:rPr>
              <a:t>d</a:t>
            </a:r>
            <a:r>
              <a:rPr dirty="0" smtClean="0" sz="2000" spc="242">
                <a:latin typeface="Arial Narrow"/>
                <a:cs typeface="Arial Narrow"/>
              </a:rPr>
              <a:t>e</a:t>
            </a:r>
            <a:r>
              <a:rPr dirty="0" smtClean="0" sz="2000" spc="242">
                <a:latin typeface="Arial Narrow"/>
                <a:cs typeface="Arial Narrow"/>
              </a:rPr>
              <a:t>m</a:t>
            </a:r>
            <a:r>
              <a:rPr dirty="0" smtClean="0" sz="2000" spc="242">
                <a:latin typeface="Arial Narrow"/>
                <a:cs typeface="Arial Narrow"/>
              </a:rPr>
              <a:t>a</a:t>
            </a:r>
            <a:r>
              <a:rPr dirty="0" smtClean="0" sz="2000" spc="242">
                <a:latin typeface="Arial Narrow"/>
                <a:cs typeface="Arial Narrow"/>
              </a:rPr>
              <a:t>n</a:t>
            </a:r>
            <a:r>
              <a:rPr dirty="0" smtClean="0" sz="2000" spc="242">
                <a:latin typeface="Arial Narrow"/>
                <a:cs typeface="Arial Narrow"/>
              </a:rPr>
              <a:t>d</a:t>
            </a:r>
            <a:r>
              <a:rPr dirty="0" smtClean="0" sz="2000" spc="242">
                <a:latin typeface="Arial Narrow"/>
                <a:cs typeface="Arial Narrow"/>
              </a:rPr>
              <a:t> </a:t>
            </a:r>
            <a:r>
              <a:rPr dirty="0" smtClean="0" sz="2000" spc="242">
                <a:latin typeface="Arial Narrow"/>
                <a:cs typeface="Arial Narrow"/>
              </a:rPr>
              <a:t>)</a:t>
            </a:r>
            <a:r>
              <a:rPr dirty="0" smtClean="0" sz="2000" spc="242">
                <a:latin typeface="Arial Narrow"/>
                <a:cs typeface="Arial Narrow"/>
              </a:rPr>
              <a:t>.</a:t>
            </a:r>
            <a:endParaRPr sz="2000">
              <a:latin typeface="Arial Narrow"/>
              <a:cs typeface="Arial Narrow"/>
            </a:endParaRPr>
          </a:p>
          <a:p>
            <a:pPr marL="287004" marR="542723" algn="ctr">
              <a:lnSpc>
                <a:spcPts val="2415"/>
              </a:lnSpc>
              <a:spcBef>
                <a:spcPts val="120"/>
              </a:spcBef>
            </a:pPr>
            <a:r>
              <a:rPr dirty="0" smtClean="0" sz="2000">
                <a:latin typeface="Symbol"/>
                <a:cs typeface="Symbol"/>
              </a:rPr>
              <a:t></a:t>
            </a:r>
            <a:r>
              <a:rPr dirty="0" smtClean="0" sz="2000" spc="170">
                <a:latin typeface="Times New Roman"/>
                <a:cs typeface="Times New Roman"/>
              </a:rPr>
              <a:t> </a:t>
            </a:r>
            <a:r>
              <a:rPr dirty="0" smtClean="0" sz="2000" spc="170">
                <a:latin typeface="Times New Roman"/>
                <a:cs typeface="Times New Roman"/>
              </a:rPr>
              <a:t> </a:t>
            </a:r>
            <a:r>
              <a:rPr dirty="0" smtClean="0" sz="2000" spc="254">
                <a:latin typeface="Arial Narrow"/>
                <a:cs typeface="Arial Narrow"/>
              </a:rPr>
              <a:t>K</a:t>
            </a:r>
            <a:r>
              <a:rPr dirty="0" smtClean="0" sz="2000" spc="254">
                <a:latin typeface="Arial Narrow"/>
                <a:cs typeface="Arial Narrow"/>
              </a:rPr>
              <a:t>e</a:t>
            </a:r>
            <a:r>
              <a:rPr dirty="0" smtClean="0" sz="2000" spc="254">
                <a:latin typeface="Arial Narrow"/>
                <a:cs typeface="Arial Narrow"/>
              </a:rPr>
              <a:t>g</a:t>
            </a:r>
            <a:r>
              <a:rPr dirty="0" smtClean="0" sz="2000" spc="254">
                <a:latin typeface="Arial Narrow"/>
                <a:cs typeface="Arial Narrow"/>
              </a:rPr>
              <a:t>u</a:t>
            </a:r>
            <a:r>
              <a:rPr dirty="0" smtClean="0" sz="2000" spc="254">
                <a:latin typeface="Arial Narrow"/>
                <a:cs typeface="Arial Narrow"/>
              </a:rPr>
              <a:t>n</a:t>
            </a:r>
            <a:r>
              <a:rPr dirty="0" smtClean="0" sz="2000" spc="254">
                <a:latin typeface="Arial Narrow"/>
                <a:cs typeface="Arial Narrow"/>
              </a:rPr>
              <a:t>a</a:t>
            </a:r>
            <a:r>
              <a:rPr dirty="0" smtClean="0" sz="2000" spc="254">
                <a:latin typeface="Arial Narrow"/>
                <a:cs typeface="Arial Narrow"/>
              </a:rPr>
              <a:t>a</a:t>
            </a:r>
            <a:r>
              <a:rPr dirty="0" smtClean="0" sz="2000" spc="254">
                <a:latin typeface="Arial Narrow"/>
                <a:cs typeface="Arial Narrow"/>
              </a:rPr>
              <a:t>n</a:t>
            </a:r>
            <a:r>
              <a:rPr dirty="0" smtClean="0" sz="2000" spc="254">
                <a:latin typeface="Arial Narrow"/>
                <a:cs typeface="Arial Narrow"/>
              </a:rPr>
              <a:t> </a:t>
            </a:r>
            <a:r>
              <a:rPr dirty="0" smtClean="0" sz="2000" spc="254">
                <a:latin typeface="Arial Narrow"/>
                <a:cs typeface="Arial Narrow"/>
              </a:rPr>
              <a:t>d</a:t>
            </a:r>
            <a:r>
              <a:rPr dirty="0" smtClean="0" sz="2000" spc="254">
                <a:latin typeface="Arial Narrow"/>
                <a:cs typeface="Arial Narrow"/>
              </a:rPr>
              <a:t>a</a:t>
            </a:r>
            <a:r>
              <a:rPr dirty="0" smtClean="0" sz="2000" spc="254">
                <a:latin typeface="Arial Narrow"/>
                <a:cs typeface="Arial Narrow"/>
              </a:rPr>
              <a:t>ri</a:t>
            </a:r>
            <a:r>
              <a:rPr dirty="0" smtClean="0" sz="2000" spc="254">
                <a:latin typeface="Arial Narrow"/>
                <a:cs typeface="Arial Narrow"/>
              </a:rPr>
              <a:t> </a:t>
            </a:r>
            <a:r>
              <a:rPr dirty="0" smtClean="0" sz="2000" spc="254">
                <a:latin typeface="Arial Narrow"/>
                <a:cs typeface="Arial Narrow"/>
              </a:rPr>
              <a:t>p</a:t>
            </a:r>
            <a:r>
              <a:rPr dirty="0" smtClean="0" sz="2000" spc="254">
                <a:latin typeface="Arial Narrow"/>
                <a:cs typeface="Arial Narrow"/>
              </a:rPr>
              <a:t>o</a:t>
            </a:r>
            <a:r>
              <a:rPr dirty="0" smtClean="0" sz="2000" spc="254">
                <a:latin typeface="Arial Narrow"/>
                <a:cs typeface="Arial Narrow"/>
              </a:rPr>
              <a:t>la</a:t>
            </a:r>
            <a:endParaRPr sz="2000">
              <a:latin typeface="Arial Narrow"/>
              <a:cs typeface="Arial Narrow"/>
            </a:endParaRPr>
          </a:p>
          <a:p>
            <a:pPr marL="608584">
              <a:lnSpc>
                <a:spcPct val="95621"/>
              </a:lnSpc>
            </a:pPr>
            <a:r>
              <a:rPr dirty="0" smtClean="0" sz="2000" spc="278">
                <a:latin typeface="Arial Narrow"/>
                <a:cs typeface="Arial Narrow"/>
              </a:rPr>
              <a:t>Se</a:t>
            </a:r>
            <a:r>
              <a:rPr dirty="0" smtClean="0" sz="2000" spc="278">
                <a:latin typeface="Arial Narrow"/>
                <a:cs typeface="Arial Narrow"/>
              </a:rPr>
              <a:t>c</a:t>
            </a:r>
            <a:r>
              <a:rPr dirty="0" smtClean="0" sz="2000" spc="278">
                <a:latin typeface="Arial Narrow"/>
                <a:cs typeface="Arial Narrow"/>
              </a:rPr>
              <a:t>t</a:t>
            </a:r>
            <a:r>
              <a:rPr dirty="0" smtClean="0" sz="2000" spc="278">
                <a:latin typeface="Arial Narrow"/>
                <a:cs typeface="Arial Narrow"/>
              </a:rPr>
              <a:t>o</a:t>
            </a:r>
            <a:r>
              <a:rPr dirty="0" smtClean="0" sz="2000" spc="278">
                <a:latin typeface="Arial Narrow"/>
                <a:cs typeface="Arial Narrow"/>
              </a:rPr>
              <a:t>ri</a:t>
            </a:r>
            <a:r>
              <a:rPr dirty="0" smtClean="0" sz="2000" spc="278">
                <a:latin typeface="Arial Narrow"/>
                <a:cs typeface="Arial Narrow"/>
              </a:rPr>
              <a:t>n</a:t>
            </a:r>
            <a:r>
              <a:rPr dirty="0" smtClean="0" sz="2000" spc="278">
                <a:latin typeface="Arial Narrow"/>
                <a:cs typeface="Arial Narrow"/>
              </a:rPr>
              <a:t>g</a:t>
            </a:r>
            <a:endParaRPr sz="2000">
              <a:latin typeface="Arial Narrow"/>
              <a:cs typeface="Arial Narrow"/>
            </a:endParaRPr>
          </a:p>
          <a:p>
            <a:pPr marL="722883">
              <a:lnSpc>
                <a:spcPct val="95621"/>
              </a:lnSpc>
              <a:spcBef>
                <a:spcPts val="105"/>
              </a:spcBef>
            </a:pPr>
            <a:r>
              <a:rPr dirty="0" smtClean="0" sz="2000" spc="295">
                <a:latin typeface="Arial Narrow"/>
                <a:cs typeface="Arial Narrow"/>
              </a:rPr>
              <a:t>a</a:t>
            </a:r>
            <a:r>
              <a:rPr dirty="0" smtClean="0" sz="2000" spc="295">
                <a:latin typeface="Arial Narrow"/>
                <a:cs typeface="Arial Narrow"/>
              </a:rPr>
              <a:t>.</a:t>
            </a:r>
            <a:r>
              <a:rPr dirty="0" smtClean="0" sz="2000" spc="295">
                <a:latin typeface="Arial Narrow"/>
                <a:cs typeface="Arial Narrow"/>
              </a:rPr>
              <a:t> </a:t>
            </a:r>
            <a:r>
              <a:rPr dirty="0" smtClean="0" sz="2000" spc="295">
                <a:latin typeface="Arial Narrow"/>
                <a:cs typeface="Arial Narrow"/>
              </a:rPr>
              <a:t>M</a:t>
            </a:r>
            <a:r>
              <a:rPr dirty="0" smtClean="0" sz="2000" spc="295">
                <a:latin typeface="Arial Narrow"/>
                <a:cs typeface="Arial Narrow"/>
              </a:rPr>
              <a:t>e</a:t>
            </a:r>
            <a:r>
              <a:rPr dirty="0" smtClean="0" sz="2000" spc="295">
                <a:latin typeface="Arial Narrow"/>
                <a:cs typeface="Arial Narrow"/>
              </a:rPr>
              <a:t>n</a:t>
            </a:r>
            <a:r>
              <a:rPr dirty="0" smtClean="0" sz="2000" spc="295">
                <a:latin typeface="Arial Narrow"/>
                <a:cs typeface="Arial Narrow"/>
              </a:rPr>
              <a:t>a</a:t>
            </a:r>
            <a:r>
              <a:rPr dirty="0" smtClean="0" sz="2000" spc="295">
                <a:latin typeface="Arial Narrow"/>
                <a:cs typeface="Arial Narrow"/>
              </a:rPr>
              <a:t>m</a:t>
            </a:r>
            <a:r>
              <a:rPr dirty="0" smtClean="0" sz="2000" spc="295">
                <a:latin typeface="Arial Narrow"/>
                <a:cs typeface="Arial Narrow"/>
              </a:rPr>
              <a:t>b</a:t>
            </a:r>
            <a:r>
              <a:rPr dirty="0" smtClean="0" sz="2000" spc="295">
                <a:latin typeface="Arial Narrow"/>
                <a:cs typeface="Arial Narrow"/>
              </a:rPr>
              <a:t>a</a:t>
            </a:r>
            <a:r>
              <a:rPr dirty="0" smtClean="0" sz="2000" spc="295">
                <a:latin typeface="Arial Narrow"/>
                <a:cs typeface="Arial Narrow"/>
              </a:rPr>
              <a:t>h</a:t>
            </a:r>
            <a:endParaRPr sz="2000">
              <a:latin typeface="Arial Narrow"/>
              <a:cs typeface="Arial Narrow"/>
            </a:endParaRPr>
          </a:p>
          <a:p>
            <a:pPr marL="1034391" marR="1309787" algn="ctr">
              <a:lnSpc>
                <a:spcPct val="95621"/>
              </a:lnSpc>
              <a:spcBef>
                <a:spcPts val="105"/>
              </a:spcBef>
            </a:pPr>
            <a:r>
              <a:rPr dirty="0" smtClean="0" sz="2000" spc="252">
                <a:latin typeface="Arial Narrow"/>
                <a:cs typeface="Arial Narrow"/>
              </a:rPr>
              <a:t>k</a:t>
            </a:r>
            <a:r>
              <a:rPr dirty="0" smtClean="0" sz="2000" spc="252">
                <a:latin typeface="Arial Narrow"/>
                <a:cs typeface="Arial Narrow"/>
              </a:rPr>
              <a:t>a</a:t>
            </a:r>
            <a:r>
              <a:rPr dirty="0" smtClean="0" sz="2000" spc="252">
                <a:latin typeface="Arial Narrow"/>
                <a:cs typeface="Arial Narrow"/>
              </a:rPr>
              <a:t>p</a:t>
            </a:r>
            <a:r>
              <a:rPr dirty="0" smtClean="0" sz="2000" spc="252">
                <a:latin typeface="Arial Narrow"/>
                <a:cs typeface="Arial Narrow"/>
              </a:rPr>
              <a:t>a</a:t>
            </a:r>
            <a:r>
              <a:rPr dirty="0" smtClean="0" sz="2000" spc="252">
                <a:latin typeface="Arial Narrow"/>
                <a:cs typeface="Arial Narrow"/>
              </a:rPr>
              <a:t>s</a:t>
            </a:r>
            <a:r>
              <a:rPr dirty="0" smtClean="0" sz="2000" spc="252">
                <a:latin typeface="Arial Narrow"/>
                <a:cs typeface="Arial Narrow"/>
              </a:rPr>
              <a:t>i</a:t>
            </a:r>
            <a:r>
              <a:rPr dirty="0" smtClean="0" sz="2000" spc="252">
                <a:latin typeface="Arial Narrow"/>
                <a:cs typeface="Arial Narrow"/>
              </a:rPr>
              <a:t>t</a:t>
            </a:r>
            <a:r>
              <a:rPr dirty="0" smtClean="0" sz="2000" spc="252">
                <a:latin typeface="Arial Narrow"/>
                <a:cs typeface="Arial Narrow"/>
              </a:rPr>
              <a:t>a</a:t>
            </a:r>
            <a:r>
              <a:rPr dirty="0" smtClean="0" sz="2000" spc="252">
                <a:latin typeface="Arial Narrow"/>
                <a:cs typeface="Arial Narrow"/>
              </a:rPr>
              <a:t>s</a:t>
            </a:r>
            <a:endParaRPr sz="2000">
              <a:latin typeface="Arial Narrow"/>
              <a:cs typeface="Arial Narrow"/>
            </a:endParaRPr>
          </a:p>
          <a:p>
            <a:pPr marL="1066165" marR="1003778" indent="-343281">
              <a:lnSpc>
                <a:spcPct val="100020"/>
              </a:lnSpc>
              <a:spcBef>
                <a:spcPts val="105"/>
              </a:spcBef>
            </a:pPr>
            <a:r>
              <a:rPr dirty="0" smtClean="0" sz="2000" spc="267">
                <a:latin typeface="Arial Narrow"/>
                <a:cs typeface="Arial Narrow"/>
              </a:rPr>
              <a:t>b</a:t>
            </a:r>
            <a:r>
              <a:rPr dirty="0" smtClean="0" sz="2000" spc="267">
                <a:latin typeface="Arial Narrow"/>
                <a:cs typeface="Arial Narrow"/>
              </a:rPr>
              <a:t>.</a:t>
            </a:r>
            <a:r>
              <a:rPr dirty="0" smtClean="0" sz="2000" spc="267">
                <a:latin typeface="Arial Narrow"/>
                <a:cs typeface="Arial Narrow"/>
              </a:rPr>
              <a:t> </a:t>
            </a:r>
            <a:r>
              <a:rPr dirty="0" smtClean="0" sz="2000" spc="267">
                <a:latin typeface="Arial Narrow"/>
                <a:cs typeface="Arial Narrow"/>
              </a:rPr>
              <a:t>M</a:t>
            </a:r>
            <a:r>
              <a:rPr dirty="0" smtClean="0" sz="2000" spc="267">
                <a:latin typeface="Arial Narrow"/>
                <a:cs typeface="Arial Narrow"/>
              </a:rPr>
              <a:t>e</a:t>
            </a:r>
            <a:r>
              <a:rPr dirty="0" smtClean="0" sz="2000" spc="267">
                <a:latin typeface="Arial Narrow"/>
                <a:cs typeface="Arial Narrow"/>
              </a:rPr>
              <a:t>n</a:t>
            </a:r>
            <a:r>
              <a:rPr dirty="0" smtClean="0" sz="2000" spc="267">
                <a:latin typeface="Arial Narrow"/>
                <a:cs typeface="Arial Narrow"/>
              </a:rPr>
              <a:t>g</a:t>
            </a:r>
            <a:r>
              <a:rPr dirty="0" smtClean="0" sz="2000" spc="267">
                <a:latin typeface="Arial Narrow"/>
                <a:cs typeface="Arial Narrow"/>
              </a:rPr>
              <a:t>u</a:t>
            </a:r>
            <a:r>
              <a:rPr dirty="0" smtClean="0" sz="2000" spc="267">
                <a:latin typeface="Arial Narrow"/>
                <a:cs typeface="Arial Narrow"/>
              </a:rPr>
              <a:t>r</a:t>
            </a:r>
            <a:r>
              <a:rPr dirty="0" smtClean="0" sz="2000" spc="267">
                <a:latin typeface="Arial Narrow"/>
                <a:cs typeface="Arial Narrow"/>
              </a:rPr>
              <a:t>a</a:t>
            </a:r>
            <a:r>
              <a:rPr dirty="0" smtClean="0" sz="2000" spc="267">
                <a:latin typeface="Arial Narrow"/>
                <a:cs typeface="Arial Narrow"/>
              </a:rPr>
              <a:t>n</a:t>
            </a:r>
            <a:r>
              <a:rPr dirty="0" smtClean="0" sz="2000" spc="267">
                <a:latin typeface="Arial Narrow"/>
                <a:cs typeface="Arial Narrow"/>
              </a:rPr>
              <a:t>g</a:t>
            </a:r>
            <a:r>
              <a:rPr dirty="0" smtClean="0" sz="2000" spc="267">
                <a:latin typeface="Arial Narrow"/>
                <a:cs typeface="Arial Narrow"/>
              </a:rPr>
              <a:t>i</a:t>
            </a:r>
            <a:r>
              <a:rPr dirty="0" smtClean="0" sz="2000" spc="267">
                <a:latin typeface="Arial Narrow"/>
                <a:cs typeface="Arial Narrow"/>
              </a:rPr>
              <a:t> </a:t>
            </a:r>
            <a:r>
              <a:rPr dirty="0" smtClean="0" sz="2000" spc="267">
                <a:latin typeface="Arial Narrow"/>
                <a:cs typeface="Arial Narrow"/>
              </a:rPr>
              <a:t>i</a:t>
            </a:r>
            <a:r>
              <a:rPr dirty="0" smtClean="0" sz="2000" spc="267">
                <a:latin typeface="Arial Narrow"/>
                <a:cs typeface="Arial Narrow"/>
              </a:rPr>
              <a:t>n</a:t>
            </a:r>
            <a:r>
              <a:rPr dirty="0" smtClean="0" sz="2000" spc="267">
                <a:latin typeface="Arial Narrow"/>
                <a:cs typeface="Arial Narrow"/>
              </a:rPr>
              <a:t>t</a:t>
            </a:r>
            <a:r>
              <a:rPr dirty="0" smtClean="0" sz="2000" spc="267">
                <a:latin typeface="Arial Narrow"/>
                <a:cs typeface="Arial Narrow"/>
              </a:rPr>
              <a:t>e</a:t>
            </a:r>
            <a:r>
              <a:rPr dirty="0" smtClean="0" sz="2000" spc="267">
                <a:latin typeface="Arial Narrow"/>
                <a:cs typeface="Arial Narrow"/>
              </a:rPr>
              <a:t>r</a:t>
            </a:r>
            <a:r>
              <a:rPr dirty="0" smtClean="0" sz="2000" spc="267">
                <a:latin typeface="Arial Narrow"/>
                <a:cs typeface="Arial Narrow"/>
              </a:rPr>
              <a:t>f</a:t>
            </a:r>
            <a:r>
              <a:rPr dirty="0" smtClean="0" sz="2000" spc="267">
                <a:latin typeface="Arial Narrow"/>
                <a:cs typeface="Arial Narrow"/>
              </a:rPr>
              <a:t>e</a:t>
            </a:r>
            <a:r>
              <a:rPr dirty="0" smtClean="0" sz="2000" spc="267">
                <a:latin typeface="Arial Narrow"/>
                <a:cs typeface="Arial Narrow"/>
              </a:rPr>
              <a:t>r</a:t>
            </a:r>
            <a:r>
              <a:rPr dirty="0" smtClean="0" sz="2000" spc="267">
                <a:latin typeface="Arial Narrow"/>
                <a:cs typeface="Arial Narrow"/>
              </a:rPr>
              <a:t>e</a:t>
            </a:r>
            <a:r>
              <a:rPr dirty="0" smtClean="0" sz="2000" spc="267">
                <a:latin typeface="Arial Narrow"/>
                <a:cs typeface="Arial Narrow"/>
              </a:rPr>
              <a:t>n</a:t>
            </a:r>
            <a:r>
              <a:rPr dirty="0" smtClean="0" sz="2000" spc="267">
                <a:latin typeface="Arial Narrow"/>
                <a:cs typeface="Arial Narrow"/>
              </a:rPr>
              <a:t>si</a:t>
            </a:r>
            <a:endParaRPr sz="20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41606" y="858774"/>
            <a:ext cx="94318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" name="object 3"/>
          <p:cNvSpPr txBox="1"/>
          <p:nvPr/>
        </p:nvSpPr>
        <p:spPr>
          <a:xfrm>
            <a:off x="4757154" y="858774"/>
            <a:ext cx="88979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" name="object 2"/>
          <p:cNvSpPr txBox="1"/>
          <p:nvPr/>
        </p:nvSpPr>
        <p:spPr>
          <a:xfrm>
            <a:off x="5300996" y="858774"/>
            <a:ext cx="88979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object 24"/>
          <p:cNvSpPr/>
          <p:nvPr/>
        </p:nvSpPr>
        <p:spPr>
          <a:xfrm>
            <a:off x="0" y="6400800"/>
            <a:ext cx="9903460" cy="457196"/>
          </a:xfrm>
          <a:custGeom>
            <a:avLst/>
            <a:gdLst/>
            <a:ahLst/>
            <a:cxnLst/>
            <a:rect l="l" t="t" r="r" b="b"/>
            <a:pathLst>
              <a:path w="9903460" h="457196">
                <a:moveTo>
                  <a:pt x="9903460" y="457196"/>
                </a:moveTo>
                <a:lnTo>
                  <a:pt x="9903460" y="0"/>
                </a:lnTo>
                <a:lnTo>
                  <a:pt x="0" y="0"/>
                </a:lnTo>
                <a:lnTo>
                  <a:pt x="0" y="457196"/>
                </a:lnTo>
                <a:lnTo>
                  <a:pt x="9903460" y="457196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5" name="object 25"/>
          <p:cNvSpPr/>
          <p:nvPr/>
        </p:nvSpPr>
        <p:spPr>
          <a:xfrm>
            <a:off x="153670" y="640207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58419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2" name="object 22"/>
          <p:cNvSpPr/>
          <p:nvPr/>
        </p:nvSpPr>
        <p:spPr>
          <a:xfrm>
            <a:off x="0" y="0"/>
            <a:ext cx="9903460" cy="609600"/>
          </a:xfrm>
          <a:custGeom>
            <a:avLst/>
            <a:gdLst/>
            <a:ahLst/>
            <a:cxnLst/>
            <a:rect l="l" t="t" r="r" b="b"/>
            <a:pathLst>
              <a:path w="9903460" h="609600">
                <a:moveTo>
                  <a:pt x="0" y="609600"/>
                </a:moveTo>
                <a:lnTo>
                  <a:pt x="9903460" y="609600"/>
                </a:lnTo>
                <a:lnTo>
                  <a:pt x="9903460" y="0"/>
                </a:lnTo>
                <a:lnTo>
                  <a:pt x="0" y="0"/>
                </a:lnTo>
                <a:lnTo>
                  <a:pt x="0" y="60960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3" name="object 23"/>
          <p:cNvSpPr/>
          <p:nvPr/>
        </p:nvSpPr>
        <p:spPr>
          <a:xfrm>
            <a:off x="111760" y="60960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76200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" name="object 20"/>
          <p:cNvSpPr/>
          <p:nvPr/>
        </p:nvSpPr>
        <p:spPr>
          <a:xfrm>
            <a:off x="990600" y="1143000"/>
            <a:ext cx="2595879" cy="28194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" name="object 21"/>
          <p:cNvSpPr/>
          <p:nvPr/>
        </p:nvSpPr>
        <p:spPr>
          <a:xfrm>
            <a:off x="472440" y="1143380"/>
            <a:ext cx="4859020" cy="0"/>
          </a:xfrm>
          <a:custGeom>
            <a:avLst/>
            <a:gdLst/>
            <a:ahLst/>
            <a:cxnLst/>
            <a:rect l="l" t="t" r="r" b="b"/>
            <a:pathLst>
              <a:path w="4859020" h="0">
                <a:moveTo>
                  <a:pt x="0" y="0"/>
                </a:moveTo>
                <a:lnTo>
                  <a:pt x="4859020" y="0"/>
                </a:lnTo>
              </a:path>
            </a:pathLst>
          </a:custGeom>
          <a:ln w="34289">
            <a:solidFill>
              <a:srgbClr val="3333CC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" name="object 19"/>
          <p:cNvSpPr/>
          <p:nvPr/>
        </p:nvSpPr>
        <p:spPr>
          <a:xfrm>
            <a:off x="4267200" y="1524000"/>
            <a:ext cx="2448559" cy="2171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" name="object 14"/>
          <p:cNvSpPr/>
          <p:nvPr/>
        </p:nvSpPr>
        <p:spPr>
          <a:xfrm>
            <a:off x="1220470" y="4192270"/>
            <a:ext cx="1676400" cy="1600200"/>
          </a:xfrm>
          <a:custGeom>
            <a:avLst/>
            <a:gdLst/>
            <a:ahLst/>
            <a:cxnLst/>
            <a:rect l="l" t="t" r="r" b="b"/>
            <a:pathLst>
              <a:path w="1676400" h="1600200">
                <a:moveTo>
                  <a:pt x="0" y="1600199"/>
                </a:moveTo>
                <a:lnTo>
                  <a:pt x="1676400" y="1600199"/>
                </a:lnTo>
                <a:lnTo>
                  <a:pt x="1676400" y="0"/>
                </a:lnTo>
                <a:lnTo>
                  <a:pt x="0" y="0"/>
                </a:lnTo>
                <a:lnTo>
                  <a:pt x="0" y="1600199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" name="object 15"/>
          <p:cNvSpPr/>
          <p:nvPr/>
        </p:nvSpPr>
        <p:spPr>
          <a:xfrm>
            <a:off x="2058670" y="4192270"/>
            <a:ext cx="0" cy="1600200"/>
          </a:xfrm>
          <a:custGeom>
            <a:avLst/>
            <a:gdLst/>
            <a:ahLst/>
            <a:cxnLst/>
            <a:rect l="l" t="t" r="r" b="b"/>
            <a:pathLst>
              <a:path w="0" h="1600200">
                <a:moveTo>
                  <a:pt x="0" y="0"/>
                </a:moveTo>
                <a:lnTo>
                  <a:pt x="0" y="1600199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" name="object 16"/>
          <p:cNvSpPr/>
          <p:nvPr/>
        </p:nvSpPr>
        <p:spPr>
          <a:xfrm>
            <a:off x="1220470" y="4954270"/>
            <a:ext cx="1676400" cy="0"/>
          </a:xfrm>
          <a:custGeom>
            <a:avLst/>
            <a:gdLst/>
            <a:ahLst/>
            <a:cxnLst/>
            <a:rect l="l" t="t" r="r" b="b"/>
            <a:pathLst>
              <a:path w="1676400" h="0">
                <a:moveTo>
                  <a:pt x="0" y="0"/>
                </a:moveTo>
                <a:lnTo>
                  <a:pt x="167640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" name="object 17"/>
          <p:cNvSpPr/>
          <p:nvPr/>
        </p:nvSpPr>
        <p:spPr>
          <a:xfrm>
            <a:off x="1677670" y="457327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>
                <a:moveTo>
                  <a:pt x="0" y="0"/>
                </a:moveTo>
                <a:lnTo>
                  <a:pt x="53848" y="80771"/>
                </a:lnTo>
                <a:lnTo>
                  <a:pt x="591502" y="618426"/>
                </a:lnTo>
                <a:lnTo>
                  <a:pt x="685800" y="685799"/>
                </a:lnTo>
                <a:lnTo>
                  <a:pt x="645413" y="564514"/>
                </a:lnTo>
                <a:lnTo>
                  <a:pt x="631952" y="605027"/>
                </a:lnTo>
                <a:lnTo>
                  <a:pt x="618426" y="591502"/>
                </a:lnTo>
                <a:lnTo>
                  <a:pt x="94297" y="67373"/>
                </a:lnTo>
                <a:lnTo>
                  <a:pt x="80772" y="53847"/>
                </a:lnTo>
                <a:lnTo>
                  <a:pt x="0" y="0"/>
                </a:lnTo>
                <a:close/>
              </a:path>
              <a:path w="685800" h="685800">
                <a:moveTo>
                  <a:pt x="121285" y="40385"/>
                </a:moveTo>
                <a:lnTo>
                  <a:pt x="0" y="0"/>
                </a:lnTo>
                <a:lnTo>
                  <a:pt x="80772" y="53847"/>
                </a:lnTo>
                <a:lnTo>
                  <a:pt x="94297" y="67373"/>
                </a:lnTo>
                <a:lnTo>
                  <a:pt x="121285" y="40385"/>
                </a:lnTo>
                <a:close/>
              </a:path>
              <a:path w="685800" h="685800">
                <a:moveTo>
                  <a:pt x="53848" y="80771"/>
                </a:moveTo>
                <a:lnTo>
                  <a:pt x="0" y="0"/>
                </a:lnTo>
                <a:lnTo>
                  <a:pt x="40386" y="121284"/>
                </a:lnTo>
                <a:lnTo>
                  <a:pt x="67373" y="94297"/>
                </a:lnTo>
                <a:lnTo>
                  <a:pt x="53848" y="80771"/>
                </a:lnTo>
                <a:close/>
              </a:path>
              <a:path w="685800" h="685800">
                <a:moveTo>
                  <a:pt x="605028" y="631951"/>
                </a:moveTo>
                <a:lnTo>
                  <a:pt x="591502" y="618426"/>
                </a:lnTo>
                <a:lnTo>
                  <a:pt x="564515" y="645413"/>
                </a:lnTo>
                <a:lnTo>
                  <a:pt x="685800" y="685799"/>
                </a:lnTo>
                <a:lnTo>
                  <a:pt x="605028" y="631951"/>
                </a:lnTo>
                <a:close/>
              </a:path>
              <a:path w="685800" h="685800">
                <a:moveTo>
                  <a:pt x="645413" y="564514"/>
                </a:moveTo>
                <a:lnTo>
                  <a:pt x="618426" y="591502"/>
                </a:lnTo>
                <a:lnTo>
                  <a:pt x="631952" y="605027"/>
                </a:lnTo>
                <a:lnTo>
                  <a:pt x="645413" y="5645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" name="object 18"/>
          <p:cNvSpPr/>
          <p:nvPr/>
        </p:nvSpPr>
        <p:spPr>
          <a:xfrm>
            <a:off x="1677670" y="457327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>
                <a:moveTo>
                  <a:pt x="67373" y="591502"/>
                </a:moveTo>
                <a:lnTo>
                  <a:pt x="40386" y="564514"/>
                </a:lnTo>
                <a:lnTo>
                  <a:pt x="0" y="685799"/>
                </a:lnTo>
                <a:lnTo>
                  <a:pt x="121285" y="645413"/>
                </a:lnTo>
                <a:lnTo>
                  <a:pt x="94297" y="618426"/>
                </a:lnTo>
                <a:lnTo>
                  <a:pt x="80772" y="631951"/>
                </a:lnTo>
                <a:lnTo>
                  <a:pt x="53848" y="605027"/>
                </a:lnTo>
                <a:lnTo>
                  <a:pt x="67373" y="591502"/>
                </a:lnTo>
                <a:close/>
              </a:path>
              <a:path w="685800" h="685800">
                <a:moveTo>
                  <a:pt x="53848" y="605027"/>
                </a:moveTo>
                <a:lnTo>
                  <a:pt x="80772" y="631951"/>
                </a:lnTo>
                <a:lnTo>
                  <a:pt x="94297" y="618426"/>
                </a:lnTo>
                <a:lnTo>
                  <a:pt x="618426" y="94297"/>
                </a:lnTo>
                <a:lnTo>
                  <a:pt x="631952" y="80771"/>
                </a:lnTo>
                <a:lnTo>
                  <a:pt x="645413" y="121284"/>
                </a:lnTo>
                <a:lnTo>
                  <a:pt x="685800" y="0"/>
                </a:lnTo>
                <a:lnTo>
                  <a:pt x="605028" y="53847"/>
                </a:lnTo>
                <a:lnTo>
                  <a:pt x="591502" y="67373"/>
                </a:lnTo>
                <a:lnTo>
                  <a:pt x="67373" y="591502"/>
                </a:lnTo>
                <a:lnTo>
                  <a:pt x="53848" y="605027"/>
                </a:lnTo>
                <a:close/>
              </a:path>
              <a:path w="685800" h="685800">
                <a:moveTo>
                  <a:pt x="605028" y="53847"/>
                </a:moveTo>
                <a:lnTo>
                  <a:pt x="685800" y="0"/>
                </a:lnTo>
                <a:lnTo>
                  <a:pt x="564515" y="40385"/>
                </a:lnTo>
                <a:lnTo>
                  <a:pt x="591502" y="67373"/>
                </a:lnTo>
                <a:lnTo>
                  <a:pt x="605028" y="53847"/>
                </a:lnTo>
                <a:close/>
              </a:path>
              <a:path w="685800" h="685800">
                <a:moveTo>
                  <a:pt x="645413" y="121284"/>
                </a:moveTo>
                <a:lnTo>
                  <a:pt x="631952" y="80771"/>
                </a:lnTo>
                <a:lnTo>
                  <a:pt x="618426" y="94297"/>
                </a:lnTo>
                <a:lnTo>
                  <a:pt x="645413" y="12128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78740" y="159670"/>
            <a:ext cx="364032" cy="330200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dirty="0" smtClean="0" sz="2400" spc="-47" b="1">
                <a:latin typeface="Arial"/>
                <a:cs typeface="Arial"/>
              </a:rPr>
              <a:t>A</a:t>
            </a:r>
            <a:r>
              <a:rPr dirty="0" smtClean="0" sz="2400" spc="-47" b="1"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67055" y="159670"/>
            <a:ext cx="1981301" cy="330200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dirty="0" smtClean="0" sz="2400" spc="-2" b="1">
                <a:latin typeface="Arial"/>
                <a:cs typeface="Arial"/>
              </a:rPr>
              <a:t>Pen</a:t>
            </a:r>
            <a:r>
              <a:rPr dirty="0" smtClean="0" sz="2400" spc="-2" b="1">
                <a:latin typeface="Arial"/>
                <a:cs typeface="Arial"/>
              </a:rPr>
              <a:t>d</a:t>
            </a:r>
            <a:r>
              <a:rPr dirty="0" smtClean="0" sz="2400" spc="-2" b="1">
                <a:latin typeface="Arial"/>
                <a:cs typeface="Arial"/>
              </a:rPr>
              <a:t>ah</a:t>
            </a:r>
            <a:r>
              <a:rPr dirty="0" smtClean="0" sz="2400" spc="-2" b="1">
                <a:latin typeface="Arial"/>
                <a:cs typeface="Arial"/>
              </a:rPr>
              <a:t>u</a:t>
            </a:r>
            <a:r>
              <a:rPr dirty="0" smtClean="0" sz="2400" spc="-2" b="1">
                <a:latin typeface="Arial"/>
                <a:cs typeface="Arial"/>
              </a:rPr>
              <a:t>l</a:t>
            </a:r>
            <a:r>
              <a:rPr dirty="0" smtClean="0" sz="2400" spc="-2" b="1">
                <a:latin typeface="Arial"/>
                <a:cs typeface="Arial"/>
              </a:rPr>
              <a:t>u</a:t>
            </a:r>
            <a:r>
              <a:rPr dirty="0" smtClean="0" sz="2400" spc="-2" b="1">
                <a:latin typeface="Arial"/>
                <a:cs typeface="Arial"/>
              </a:rPr>
              <a:t>an</a:t>
            </a:r>
            <a:endParaRPr sz="24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59740" y="789927"/>
            <a:ext cx="2482878" cy="381317"/>
          </a:xfrm>
          <a:prstGeom prst="rect">
            <a:avLst/>
          </a:prstGeom>
        </p:spPr>
        <p:txBody>
          <a:bodyPr wrap="square" lIns="0" tIns="18796" rIns="0" bIns="0" rtlCol="0">
            <a:noAutofit/>
          </a:bodyPr>
          <a:lstStyle/>
          <a:p>
            <a:pPr marL="12700">
              <a:lnSpc>
                <a:spcPts val="2960"/>
              </a:lnSpc>
            </a:pPr>
            <a:r>
              <a:rPr dirty="0" smtClean="0" sz="2800" spc="-4" b="1">
                <a:solidFill>
                  <a:srgbClr val="3333CC"/>
                </a:solidFill>
                <a:latin typeface="Times New Roman"/>
                <a:cs typeface="Times New Roman"/>
              </a:rPr>
              <a:t>Maca</a:t>
            </a:r>
            <a:r>
              <a:rPr dirty="0" smtClean="0" sz="2800" spc="-4" b="1">
                <a:solidFill>
                  <a:srgbClr val="3333CC"/>
                </a:solidFill>
                <a:latin typeface="Times New Roman"/>
                <a:cs typeface="Times New Roman"/>
              </a:rPr>
              <a:t>m</a:t>
            </a:r>
            <a:r>
              <a:rPr dirty="0" smtClean="0" sz="2800" spc="-4" b="1">
                <a:solidFill>
                  <a:srgbClr val="3333CC"/>
                </a:solidFill>
                <a:latin typeface="Times New Roman"/>
                <a:cs typeface="Times New Roman"/>
              </a:rPr>
              <a:t>-</a:t>
            </a:r>
            <a:r>
              <a:rPr dirty="0" smtClean="0" sz="2800" spc="-4" b="1">
                <a:solidFill>
                  <a:srgbClr val="3333CC"/>
                </a:solidFill>
                <a:latin typeface="Times New Roman"/>
                <a:cs typeface="Times New Roman"/>
              </a:rPr>
              <a:t>Macam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958505" y="789927"/>
            <a:ext cx="1900729" cy="381317"/>
          </a:xfrm>
          <a:prstGeom prst="rect">
            <a:avLst/>
          </a:prstGeom>
        </p:spPr>
        <p:txBody>
          <a:bodyPr wrap="square" lIns="0" tIns="18796" rIns="0" bIns="0" rtlCol="0">
            <a:noAutofit/>
          </a:bodyPr>
          <a:lstStyle/>
          <a:p>
            <a:pPr marL="12700">
              <a:lnSpc>
                <a:spcPts val="2960"/>
              </a:lnSpc>
            </a:pPr>
            <a:r>
              <a:rPr dirty="0" smtClean="0" sz="2800" spc="1" b="1">
                <a:solidFill>
                  <a:srgbClr val="3333CC"/>
                </a:solidFill>
                <a:latin typeface="Times New Roman"/>
                <a:cs typeface="Times New Roman"/>
              </a:rPr>
              <a:t>Kon</a:t>
            </a:r>
            <a:r>
              <a:rPr dirty="0" smtClean="0" sz="2800" spc="1" b="1">
                <a:solidFill>
                  <a:srgbClr val="3333CC"/>
                </a:solidFill>
                <a:latin typeface="Times New Roman"/>
                <a:cs typeface="Times New Roman"/>
              </a:rPr>
              <a:t>f</a:t>
            </a:r>
            <a:r>
              <a:rPr dirty="0" smtClean="0" sz="2800" spc="1" b="1">
                <a:solidFill>
                  <a:srgbClr val="3333CC"/>
                </a:solidFill>
                <a:latin typeface="Times New Roman"/>
                <a:cs typeface="Times New Roman"/>
              </a:rPr>
              <a:t>ig</a:t>
            </a:r>
            <a:r>
              <a:rPr dirty="0" smtClean="0" sz="2800" spc="1" b="1">
                <a:solidFill>
                  <a:srgbClr val="3333CC"/>
                </a:solidFill>
                <a:latin typeface="Times New Roman"/>
                <a:cs typeface="Times New Roman"/>
              </a:rPr>
              <a:t>u</a:t>
            </a:r>
            <a:r>
              <a:rPr dirty="0" smtClean="0" sz="2800" spc="1" b="1">
                <a:solidFill>
                  <a:srgbClr val="3333CC"/>
                </a:solidFill>
                <a:latin typeface="Times New Roman"/>
                <a:cs typeface="Times New Roman"/>
              </a:rPr>
              <a:t>rasi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69426" y="789927"/>
            <a:ext cx="533650" cy="381317"/>
          </a:xfrm>
          <a:prstGeom prst="rect">
            <a:avLst/>
          </a:prstGeom>
        </p:spPr>
        <p:txBody>
          <a:bodyPr wrap="square" lIns="0" tIns="18796" rIns="0" bIns="0" rtlCol="0">
            <a:noAutofit/>
          </a:bodyPr>
          <a:lstStyle/>
          <a:p>
            <a:pPr marL="12700">
              <a:lnSpc>
                <a:spcPts val="2960"/>
              </a:lnSpc>
            </a:pPr>
            <a:r>
              <a:rPr dirty="0" smtClean="0" sz="2800" b="1">
                <a:solidFill>
                  <a:srgbClr val="3333CC"/>
                </a:solidFill>
                <a:latin typeface="Times New Roman"/>
                <a:cs typeface="Times New Roman"/>
              </a:rPr>
              <a:t>Sel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051429" y="5411235"/>
            <a:ext cx="2511806" cy="279400"/>
          </a:xfrm>
          <a:prstGeom prst="rect">
            <a:avLst/>
          </a:prstGeom>
        </p:spPr>
        <p:txBody>
          <a:bodyPr wrap="square" lIns="0" tIns="13589" rIns="0" bIns="0" rtlCol="0">
            <a:noAutofit/>
          </a:bodyPr>
          <a:lstStyle/>
          <a:p>
            <a:pPr marL="12700">
              <a:lnSpc>
                <a:spcPts val="2140"/>
              </a:lnSpc>
            </a:pPr>
            <a:r>
              <a:rPr dirty="0" smtClean="0" sz="2000" spc="-4" b="1">
                <a:latin typeface="Times New Roman"/>
                <a:cs typeface="Times New Roman"/>
              </a:rPr>
              <a:t>4</a:t>
            </a:r>
            <a:r>
              <a:rPr dirty="0" smtClean="0" sz="2000" spc="-4" b="1">
                <a:latin typeface="Times New Roman"/>
                <a:cs typeface="Times New Roman"/>
              </a:rPr>
              <a:t> </a:t>
            </a:r>
            <a:r>
              <a:rPr dirty="0" smtClean="0" sz="2000" spc="-4" b="1">
                <a:latin typeface="Times New Roman"/>
                <a:cs typeface="Times New Roman"/>
              </a:rPr>
              <a:t>s</a:t>
            </a:r>
            <a:r>
              <a:rPr dirty="0" smtClean="0" sz="2000" spc="-4" b="1">
                <a:latin typeface="Times New Roman"/>
                <a:cs typeface="Times New Roman"/>
              </a:rPr>
              <a:t>e</a:t>
            </a:r>
            <a:r>
              <a:rPr dirty="0" smtClean="0" sz="2000" spc="-4" b="1">
                <a:latin typeface="Times New Roman"/>
                <a:cs typeface="Times New Roman"/>
              </a:rPr>
              <a:t>c</a:t>
            </a:r>
            <a:r>
              <a:rPr dirty="0" smtClean="0" sz="2000" spc="-4" b="1">
                <a:latin typeface="Times New Roman"/>
                <a:cs typeface="Times New Roman"/>
              </a:rPr>
              <a:t>tor</a:t>
            </a:r>
            <a:r>
              <a:rPr dirty="0" smtClean="0" sz="2000" spc="-4" b="1">
                <a:latin typeface="Times New Roman"/>
                <a:cs typeface="Times New Roman"/>
              </a:rPr>
              <a:t> </a:t>
            </a:r>
            <a:r>
              <a:rPr dirty="0" smtClean="0" sz="2000" spc="-4" b="1">
                <a:latin typeface="Times New Roman"/>
                <a:cs typeface="Times New Roman"/>
              </a:rPr>
              <a:t>(</a:t>
            </a:r>
            <a:r>
              <a:rPr dirty="0" smtClean="0" sz="2000" spc="-4" b="1">
                <a:latin typeface="Times New Roman"/>
                <a:cs typeface="Times New Roman"/>
              </a:rPr>
              <a:t> </a:t>
            </a:r>
            <a:r>
              <a:rPr dirty="0" smtClean="0" sz="2000" spc="-4" b="1">
                <a:latin typeface="Times New Roman"/>
                <a:cs typeface="Times New Roman"/>
              </a:rPr>
              <a:t>q</a:t>
            </a:r>
            <a:r>
              <a:rPr dirty="0" smtClean="0" sz="2000" spc="-4" b="1">
                <a:latin typeface="Times New Roman"/>
                <a:cs typeface="Times New Roman"/>
              </a:rPr>
              <a:t>u</a:t>
            </a:r>
            <a:r>
              <a:rPr dirty="0" smtClean="0" sz="2000" spc="-4" b="1">
                <a:latin typeface="Times New Roman"/>
                <a:cs typeface="Times New Roman"/>
              </a:rPr>
              <a:t>ad</a:t>
            </a:r>
            <a:r>
              <a:rPr dirty="0" smtClean="0" sz="2000" spc="-4" b="1">
                <a:latin typeface="Times New Roman"/>
                <a:cs typeface="Times New Roman"/>
              </a:rPr>
              <a:t> </a:t>
            </a:r>
            <a:r>
              <a:rPr dirty="0" smtClean="0" sz="2000" spc="-4" b="1">
                <a:latin typeface="Times New Roman"/>
                <a:cs typeface="Times New Roman"/>
              </a:rPr>
              <a:t>se</a:t>
            </a:r>
            <a:r>
              <a:rPr dirty="0" smtClean="0" sz="2000" spc="-4" b="1">
                <a:latin typeface="Times New Roman"/>
                <a:cs typeface="Times New Roman"/>
              </a:rPr>
              <a:t>c</a:t>
            </a:r>
            <a:r>
              <a:rPr dirty="0" smtClean="0" sz="2000" spc="-4" b="1">
                <a:latin typeface="Times New Roman"/>
                <a:cs typeface="Times New Roman"/>
              </a:rPr>
              <a:t>tor</a:t>
            </a:r>
            <a:r>
              <a:rPr dirty="0" smtClean="0" sz="2000" spc="-4" b="1">
                <a:latin typeface="Times New Roman"/>
                <a:cs typeface="Times New Roman"/>
              </a:rPr>
              <a:t> </a:t>
            </a:r>
            <a:r>
              <a:rPr dirty="0" smtClean="0" sz="2000" spc="-4" b="1">
                <a:latin typeface="Times New Roman"/>
                <a:cs typeface="Times New Roman"/>
              </a:rPr>
              <a:t>)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31140" y="6472848"/>
            <a:ext cx="5475228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o</a:t>
            </a:r>
            <a:r>
              <a:rPr dirty="0" smtClean="0" sz="1800" spc="0" b="1">
                <a:latin typeface="Georgia"/>
                <a:cs typeface="Georgia"/>
              </a:rPr>
              <a:t>d</a:t>
            </a:r>
            <a:r>
              <a:rPr dirty="0" smtClean="0" sz="1800" spc="0" b="1">
                <a:latin typeface="Georgia"/>
                <a:cs typeface="Georgia"/>
              </a:rPr>
              <a:t>ul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3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S</a:t>
            </a:r>
            <a:r>
              <a:rPr dirty="0" smtClean="0" sz="1800" spc="0" b="1">
                <a:latin typeface="Georgia"/>
                <a:cs typeface="Georgia"/>
              </a:rPr>
              <a:t>istem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K</a:t>
            </a:r>
            <a:r>
              <a:rPr dirty="0" smtClean="0" sz="1800" spc="0" b="1">
                <a:latin typeface="Georgia"/>
                <a:cs typeface="Georgia"/>
              </a:rPr>
              <a:t>o</a:t>
            </a: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unik</a:t>
            </a:r>
            <a:r>
              <a:rPr dirty="0" smtClean="0" sz="1800" spc="0" b="1">
                <a:latin typeface="Georgia"/>
                <a:cs typeface="Georgia"/>
              </a:rPr>
              <a:t>a</a:t>
            </a:r>
            <a:r>
              <a:rPr dirty="0" smtClean="0" sz="1800" spc="0" b="1">
                <a:latin typeface="Georgia"/>
                <a:cs typeface="Georgia"/>
              </a:rPr>
              <a:t>si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B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r>
              <a:rPr dirty="0" smtClean="0" sz="1800" spc="0" b="1">
                <a:latin typeface="Georgia"/>
                <a:cs typeface="Georgia"/>
              </a:rPr>
              <a:t>g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r>
              <a:rPr dirty="0" smtClean="0" sz="1800" spc="0" b="1">
                <a:latin typeface="Georgia"/>
                <a:cs typeface="Georgia"/>
              </a:rPr>
              <a:t>a</a:t>
            </a:r>
            <a:r>
              <a:rPr dirty="0" smtClean="0" sz="1800" spc="0" b="1">
                <a:latin typeface="Georgia"/>
                <a:cs typeface="Georgia"/>
              </a:rPr>
              <a:t>k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S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lul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606280" y="6472848"/>
            <a:ext cx="186379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b="1">
                <a:latin typeface="Georgia"/>
                <a:cs typeface="Georgia"/>
              </a:rPr>
              <a:t>7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20470" y="4192270"/>
            <a:ext cx="838200" cy="762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" name="object 4"/>
          <p:cNvSpPr txBox="1"/>
          <p:nvPr/>
        </p:nvSpPr>
        <p:spPr>
          <a:xfrm>
            <a:off x="2058670" y="4192270"/>
            <a:ext cx="838200" cy="762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" name="object 3"/>
          <p:cNvSpPr txBox="1"/>
          <p:nvPr/>
        </p:nvSpPr>
        <p:spPr>
          <a:xfrm>
            <a:off x="1220470" y="4954270"/>
            <a:ext cx="838200" cy="838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" name="object 2"/>
          <p:cNvSpPr txBox="1"/>
          <p:nvPr/>
        </p:nvSpPr>
        <p:spPr>
          <a:xfrm>
            <a:off x="2058670" y="4954270"/>
            <a:ext cx="838200" cy="838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/>
          <p:nvPr/>
        </p:nvSpPr>
        <p:spPr>
          <a:xfrm>
            <a:off x="0" y="6400800"/>
            <a:ext cx="9903460" cy="457196"/>
          </a:xfrm>
          <a:custGeom>
            <a:avLst/>
            <a:gdLst/>
            <a:ahLst/>
            <a:cxnLst/>
            <a:rect l="l" t="t" r="r" b="b"/>
            <a:pathLst>
              <a:path w="9903460" h="457196">
                <a:moveTo>
                  <a:pt x="9903460" y="457196"/>
                </a:moveTo>
                <a:lnTo>
                  <a:pt x="9903460" y="0"/>
                </a:lnTo>
                <a:lnTo>
                  <a:pt x="0" y="0"/>
                </a:lnTo>
                <a:lnTo>
                  <a:pt x="0" y="457196"/>
                </a:lnTo>
                <a:lnTo>
                  <a:pt x="9903460" y="457196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" name="object 11"/>
          <p:cNvSpPr/>
          <p:nvPr/>
        </p:nvSpPr>
        <p:spPr>
          <a:xfrm>
            <a:off x="153670" y="640207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58419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" name="object 8"/>
          <p:cNvSpPr/>
          <p:nvPr/>
        </p:nvSpPr>
        <p:spPr>
          <a:xfrm>
            <a:off x="0" y="0"/>
            <a:ext cx="9903460" cy="609600"/>
          </a:xfrm>
          <a:custGeom>
            <a:avLst/>
            <a:gdLst/>
            <a:ahLst/>
            <a:cxnLst/>
            <a:rect l="l" t="t" r="r" b="b"/>
            <a:pathLst>
              <a:path w="9903460" h="609600">
                <a:moveTo>
                  <a:pt x="0" y="609600"/>
                </a:moveTo>
                <a:lnTo>
                  <a:pt x="9903460" y="609600"/>
                </a:lnTo>
                <a:lnTo>
                  <a:pt x="9903460" y="0"/>
                </a:lnTo>
                <a:lnTo>
                  <a:pt x="0" y="0"/>
                </a:lnTo>
                <a:lnTo>
                  <a:pt x="0" y="60960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" name="object 9"/>
          <p:cNvSpPr/>
          <p:nvPr/>
        </p:nvSpPr>
        <p:spPr>
          <a:xfrm>
            <a:off x="111760" y="60960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76200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" name="object 7"/>
          <p:cNvSpPr/>
          <p:nvPr/>
        </p:nvSpPr>
        <p:spPr>
          <a:xfrm>
            <a:off x="457200" y="762000"/>
            <a:ext cx="2875279" cy="54864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" name="object 6"/>
          <p:cNvSpPr/>
          <p:nvPr/>
        </p:nvSpPr>
        <p:spPr>
          <a:xfrm>
            <a:off x="3505200" y="1905000"/>
            <a:ext cx="5257800" cy="297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846070" y="68999"/>
            <a:ext cx="2018284" cy="533399"/>
          </a:xfrm>
          <a:prstGeom prst="rect">
            <a:avLst/>
          </a:prstGeom>
        </p:spPr>
        <p:txBody>
          <a:bodyPr wrap="square" lIns="0" tIns="26574" rIns="0" bIns="0" rtlCol="0">
            <a:noAutofit/>
          </a:bodyPr>
          <a:lstStyle/>
          <a:p>
            <a:pPr marL="12700">
              <a:lnSpc>
                <a:spcPts val="4185"/>
              </a:lnSpc>
            </a:pPr>
            <a:r>
              <a:rPr dirty="0" smtClean="0" sz="4000" spc="-2">
                <a:latin typeface="Times New Roman"/>
                <a:cs typeface="Times New Roman"/>
              </a:rPr>
              <a:t>Geo</a:t>
            </a:r>
            <a:r>
              <a:rPr dirty="0" smtClean="0" sz="4000" spc="-2">
                <a:latin typeface="Times New Roman"/>
                <a:cs typeface="Times New Roman"/>
              </a:rPr>
              <a:t>m</a:t>
            </a:r>
            <a:r>
              <a:rPr dirty="0" smtClean="0" sz="4000" spc="-2">
                <a:latin typeface="Times New Roman"/>
                <a:cs typeface="Times New Roman"/>
              </a:rPr>
              <a:t>e</a:t>
            </a:r>
            <a:r>
              <a:rPr dirty="0" smtClean="0" sz="4000" spc="-2">
                <a:latin typeface="Times New Roman"/>
                <a:cs typeface="Times New Roman"/>
              </a:rPr>
              <a:t>t</a:t>
            </a:r>
            <a:r>
              <a:rPr dirty="0" smtClean="0" sz="4000" spc="-2">
                <a:latin typeface="Times New Roman"/>
                <a:cs typeface="Times New Roman"/>
              </a:rPr>
              <a:t>ri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894326" y="68999"/>
            <a:ext cx="750824" cy="533399"/>
          </a:xfrm>
          <a:prstGeom prst="rect">
            <a:avLst/>
          </a:prstGeom>
        </p:spPr>
        <p:txBody>
          <a:bodyPr wrap="square" lIns="0" tIns="26574" rIns="0" bIns="0" rtlCol="0">
            <a:noAutofit/>
          </a:bodyPr>
          <a:lstStyle/>
          <a:p>
            <a:pPr marL="12700">
              <a:lnSpc>
                <a:spcPts val="4185"/>
              </a:lnSpc>
            </a:pPr>
            <a:r>
              <a:rPr dirty="0" smtClean="0" sz="4000">
                <a:latin typeface="Times New Roman"/>
                <a:cs typeface="Times New Roman"/>
              </a:rPr>
              <a:t>Sel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1140" y="6472848"/>
            <a:ext cx="5475228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o</a:t>
            </a:r>
            <a:r>
              <a:rPr dirty="0" smtClean="0" sz="1800" spc="0" b="1">
                <a:latin typeface="Georgia"/>
                <a:cs typeface="Georgia"/>
              </a:rPr>
              <a:t>d</a:t>
            </a:r>
            <a:r>
              <a:rPr dirty="0" smtClean="0" sz="1800" spc="0" b="1">
                <a:latin typeface="Georgia"/>
                <a:cs typeface="Georgia"/>
              </a:rPr>
              <a:t>ul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3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S</a:t>
            </a:r>
            <a:r>
              <a:rPr dirty="0" smtClean="0" sz="1800" spc="0" b="1">
                <a:latin typeface="Georgia"/>
                <a:cs typeface="Georgia"/>
              </a:rPr>
              <a:t>istem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K</a:t>
            </a:r>
            <a:r>
              <a:rPr dirty="0" smtClean="0" sz="1800" spc="0" b="1">
                <a:latin typeface="Georgia"/>
                <a:cs typeface="Georgia"/>
              </a:rPr>
              <a:t>o</a:t>
            </a: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unik</a:t>
            </a:r>
            <a:r>
              <a:rPr dirty="0" smtClean="0" sz="1800" spc="0" b="1">
                <a:latin typeface="Georgia"/>
                <a:cs typeface="Georgia"/>
              </a:rPr>
              <a:t>a</a:t>
            </a:r>
            <a:r>
              <a:rPr dirty="0" smtClean="0" sz="1800" spc="0" b="1">
                <a:latin typeface="Georgia"/>
                <a:cs typeface="Georgia"/>
              </a:rPr>
              <a:t>si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B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r>
              <a:rPr dirty="0" smtClean="0" sz="1800" spc="0" b="1">
                <a:latin typeface="Georgia"/>
                <a:cs typeface="Georgia"/>
              </a:rPr>
              <a:t>g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r>
              <a:rPr dirty="0" smtClean="0" sz="1800" spc="0" b="1">
                <a:latin typeface="Georgia"/>
                <a:cs typeface="Georgia"/>
              </a:rPr>
              <a:t>a</a:t>
            </a:r>
            <a:r>
              <a:rPr dirty="0" smtClean="0" sz="1800" spc="0" b="1">
                <a:latin typeface="Georgia"/>
                <a:cs typeface="Georgia"/>
              </a:rPr>
              <a:t>k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S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lul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9578340" y="6472848"/>
            <a:ext cx="214285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b="1">
                <a:latin typeface="Georgia"/>
                <a:cs typeface="Georgia"/>
              </a:rPr>
              <a:t>8</a:t>
            </a:r>
            <a:endParaRPr sz="1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bject 25"/>
          <p:cNvSpPr/>
          <p:nvPr/>
        </p:nvSpPr>
        <p:spPr>
          <a:xfrm>
            <a:off x="0" y="6400800"/>
            <a:ext cx="9903460" cy="457196"/>
          </a:xfrm>
          <a:custGeom>
            <a:avLst/>
            <a:gdLst/>
            <a:ahLst/>
            <a:cxnLst/>
            <a:rect l="l" t="t" r="r" b="b"/>
            <a:pathLst>
              <a:path w="9903460" h="457196">
                <a:moveTo>
                  <a:pt x="9903460" y="457196"/>
                </a:moveTo>
                <a:lnTo>
                  <a:pt x="9903460" y="0"/>
                </a:lnTo>
                <a:lnTo>
                  <a:pt x="0" y="0"/>
                </a:lnTo>
                <a:lnTo>
                  <a:pt x="0" y="457196"/>
                </a:lnTo>
                <a:lnTo>
                  <a:pt x="9903460" y="457196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6" name="object 26"/>
          <p:cNvSpPr/>
          <p:nvPr/>
        </p:nvSpPr>
        <p:spPr>
          <a:xfrm>
            <a:off x="153670" y="640207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58419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3" name="object 23"/>
          <p:cNvSpPr/>
          <p:nvPr/>
        </p:nvSpPr>
        <p:spPr>
          <a:xfrm>
            <a:off x="0" y="0"/>
            <a:ext cx="9903460" cy="609600"/>
          </a:xfrm>
          <a:custGeom>
            <a:avLst/>
            <a:gdLst/>
            <a:ahLst/>
            <a:cxnLst/>
            <a:rect l="l" t="t" r="r" b="b"/>
            <a:pathLst>
              <a:path w="9903460" h="609600">
                <a:moveTo>
                  <a:pt x="0" y="609600"/>
                </a:moveTo>
                <a:lnTo>
                  <a:pt x="9903460" y="609600"/>
                </a:lnTo>
                <a:lnTo>
                  <a:pt x="9903460" y="0"/>
                </a:lnTo>
                <a:lnTo>
                  <a:pt x="0" y="0"/>
                </a:lnTo>
                <a:lnTo>
                  <a:pt x="0" y="60960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4" name="object 24"/>
          <p:cNvSpPr/>
          <p:nvPr/>
        </p:nvSpPr>
        <p:spPr>
          <a:xfrm>
            <a:off x="111760" y="60960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76200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2" name="object 22"/>
          <p:cNvSpPr/>
          <p:nvPr/>
        </p:nvSpPr>
        <p:spPr>
          <a:xfrm>
            <a:off x="1143000" y="1600200"/>
            <a:ext cx="4114800" cy="1371600"/>
          </a:xfrm>
          <a:custGeom>
            <a:avLst/>
            <a:gdLst/>
            <a:ahLst/>
            <a:cxnLst/>
            <a:rect l="l" t="t" r="r" b="b"/>
            <a:pathLst>
              <a:path w="4114800" h="1371600">
                <a:moveTo>
                  <a:pt x="0" y="685800"/>
                </a:moveTo>
                <a:lnTo>
                  <a:pt x="6820" y="742040"/>
                </a:lnTo>
                <a:lnTo>
                  <a:pt x="26927" y="797029"/>
                </a:lnTo>
                <a:lnTo>
                  <a:pt x="59793" y="850591"/>
                </a:lnTo>
                <a:lnTo>
                  <a:pt x="104887" y="902549"/>
                </a:lnTo>
                <a:lnTo>
                  <a:pt x="161680" y="952726"/>
                </a:lnTo>
                <a:lnTo>
                  <a:pt x="229643" y="1000945"/>
                </a:lnTo>
                <a:lnTo>
                  <a:pt x="308246" y="1047031"/>
                </a:lnTo>
                <a:lnTo>
                  <a:pt x="396959" y="1090806"/>
                </a:lnTo>
                <a:lnTo>
                  <a:pt x="495253" y="1132093"/>
                </a:lnTo>
                <a:lnTo>
                  <a:pt x="602599" y="1170717"/>
                </a:lnTo>
                <a:lnTo>
                  <a:pt x="718466" y="1206501"/>
                </a:lnTo>
                <a:lnTo>
                  <a:pt x="842326" y="1239268"/>
                </a:lnTo>
                <a:lnTo>
                  <a:pt x="973650" y="1268841"/>
                </a:lnTo>
                <a:lnTo>
                  <a:pt x="1111906" y="1295044"/>
                </a:lnTo>
                <a:lnTo>
                  <a:pt x="1256567" y="1317700"/>
                </a:lnTo>
                <a:lnTo>
                  <a:pt x="1407103" y="1336633"/>
                </a:lnTo>
                <a:lnTo>
                  <a:pt x="1562983" y="1351666"/>
                </a:lnTo>
                <a:lnTo>
                  <a:pt x="1723679" y="1362622"/>
                </a:lnTo>
                <a:lnTo>
                  <a:pt x="1888661" y="1369326"/>
                </a:lnTo>
                <a:lnTo>
                  <a:pt x="2057400" y="1371600"/>
                </a:lnTo>
                <a:lnTo>
                  <a:pt x="2226138" y="1369326"/>
                </a:lnTo>
                <a:lnTo>
                  <a:pt x="2391120" y="1362622"/>
                </a:lnTo>
                <a:lnTo>
                  <a:pt x="2551816" y="1351666"/>
                </a:lnTo>
                <a:lnTo>
                  <a:pt x="2707696" y="1336633"/>
                </a:lnTo>
                <a:lnTo>
                  <a:pt x="2858232" y="1317700"/>
                </a:lnTo>
                <a:lnTo>
                  <a:pt x="3002893" y="1295044"/>
                </a:lnTo>
                <a:lnTo>
                  <a:pt x="3141149" y="1268841"/>
                </a:lnTo>
                <a:lnTo>
                  <a:pt x="3272473" y="1239268"/>
                </a:lnTo>
                <a:lnTo>
                  <a:pt x="3396333" y="1206501"/>
                </a:lnTo>
                <a:lnTo>
                  <a:pt x="3512200" y="1170717"/>
                </a:lnTo>
                <a:lnTo>
                  <a:pt x="3619546" y="1132093"/>
                </a:lnTo>
                <a:lnTo>
                  <a:pt x="3717840" y="1090806"/>
                </a:lnTo>
                <a:lnTo>
                  <a:pt x="3806553" y="1047031"/>
                </a:lnTo>
                <a:lnTo>
                  <a:pt x="3885156" y="1000945"/>
                </a:lnTo>
                <a:lnTo>
                  <a:pt x="3953119" y="952726"/>
                </a:lnTo>
                <a:lnTo>
                  <a:pt x="4009912" y="902549"/>
                </a:lnTo>
                <a:lnTo>
                  <a:pt x="4055006" y="850591"/>
                </a:lnTo>
                <a:lnTo>
                  <a:pt x="4087872" y="797029"/>
                </a:lnTo>
                <a:lnTo>
                  <a:pt x="4107979" y="742040"/>
                </a:lnTo>
                <a:lnTo>
                  <a:pt x="4114800" y="685800"/>
                </a:lnTo>
                <a:lnTo>
                  <a:pt x="4107979" y="629559"/>
                </a:lnTo>
                <a:lnTo>
                  <a:pt x="4087872" y="574570"/>
                </a:lnTo>
                <a:lnTo>
                  <a:pt x="4055006" y="521008"/>
                </a:lnTo>
                <a:lnTo>
                  <a:pt x="4009912" y="469050"/>
                </a:lnTo>
                <a:lnTo>
                  <a:pt x="3953119" y="418873"/>
                </a:lnTo>
                <a:lnTo>
                  <a:pt x="3885156" y="370654"/>
                </a:lnTo>
                <a:lnTo>
                  <a:pt x="3806553" y="324568"/>
                </a:lnTo>
                <a:lnTo>
                  <a:pt x="3717840" y="280793"/>
                </a:lnTo>
                <a:lnTo>
                  <a:pt x="3619546" y="239506"/>
                </a:lnTo>
                <a:lnTo>
                  <a:pt x="3512200" y="200882"/>
                </a:lnTo>
                <a:lnTo>
                  <a:pt x="3396333" y="165098"/>
                </a:lnTo>
                <a:lnTo>
                  <a:pt x="3272473" y="132331"/>
                </a:lnTo>
                <a:lnTo>
                  <a:pt x="3141149" y="102758"/>
                </a:lnTo>
                <a:lnTo>
                  <a:pt x="3002893" y="76555"/>
                </a:lnTo>
                <a:lnTo>
                  <a:pt x="2858232" y="53899"/>
                </a:lnTo>
                <a:lnTo>
                  <a:pt x="2707696" y="34966"/>
                </a:lnTo>
                <a:lnTo>
                  <a:pt x="2551816" y="19933"/>
                </a:lnTo>
                <a:lnTo>
                  <a:pt x="2391120" y="8977"/>
                </a:lnTo>
                <a:lnTo>
                  <a:pt x="2226138" y="2273"/>
                </a:lnTo>
                <a:lnTo>
                  <a:pt x="2057400" y="0"/>
                </a:lnTo>
                <a:lnTo>
                  <a:pt x="1888661" y="2273"/>
                </a:lnTo>
                <a:lnTo>
                  <a:pt x="1723679" y="8977"/>
                </a:lnTo>
                <a:lnTo>
                  <a:pt x="1562983" y="19933"/>
                </a:lnTo>
                <a:lnTo>
                  <a:pt x="1407103" y="34966"/>
                </a:lnTo>
                <a:lnTo>
                  <a:pt x="1256567" y="53899"/>
                </a:lnTo>
                <a:lnTo>
                  <a:pt x="1111906" y="76555"/>
                </a:lnTo>
                <a:lnTo>
                  <a:pt x="973650" y="102758"/>
                </a:lnTo>
                <a:lnTo>
                  <a:pt x="842326" y="132331"/>
                </a:lnTo>
                <a:lnTo>
                  <a:pt x="718466" y="165098"/>
                </a:lnTo>
                <a:lnTo>
                  <a:pt x="602599" y="200882"/>
                </a:lnTo>
                <a:lnTo>
                  <a:pt x="495253" y="239506"/>
                </a:lnTo>
                <a:lnTo>
                  <a:pt x="396959" y="280793"/>
                </a:lnTo>
                <a:lnTo>
                  <a:pt x="308246" y="324568"/>
                </a:lnTo>
                <a:lnTo>
                  <a:pt x="229643" y="370654"/>
                </a:lnTo>
                <a:lnTo>
                  <a:pt x="161680" y="418873"/>
                </a:lnTo>
                <a:lnTo>
                  <a:pt x="104887" y="469050"/>
                </a:lnTo>
                <a:lnTo>
                  <a:pt x="59793" y="521008"/>
                </a:lnTo>
                <a:lnTo>
                  <a:pt x="26927" y="574570"/>
                </a:lnTo>
                <a:lnTo>
                  <a:pt x="6820" y="629559"/>
                </a:lnTo>
                <a:lnTo>
                  <a:pt x="0" y="68580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78740" y="159670"/>
            <a:ext cx="2369616" cy="330200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dirty="0" smtClean="0" sz="2400" spc="-2" b="1">
                <a:latin typeface="Arial"/>
                <a:cs typeface="Arial"/>
              </a:rPr>
              <a:t>A</a:t>
            </a:r>
            <a:r>
              <a:rPr dirty="0" smtClean="0" sz="2400" spc="-2" b="1">
                <a:latin typeface="Arial"/>
                <a:cs typeface="Arial"/>
              </a:rPr>
              <a:t>.</a:t>
            </a:r>
            <a:r>
              <a:rPr dirty="0" smtClean="0" sz="2400" spc="-2" b="1">
                <a:latin typeface="Arial"/>
                <a:cs typeface="Arial"/>
              </a:rPr>
              <a:t> </a:t>
            </a:r>
            <a:r>
              <a:rPr dirty="0" smtClean="0" sz="2400" spc="-2" b="1">
                <a:latin typeface="Arial"/>
                <a:cs typeface="Arial"/>
              </a:rPr>
              <a:t>Pen</a:t>
            </a:r>
            <a:r>
              <a:rPr dirty="0" smtClean="0" sz="2400" spc="-2" b="1">
                <a:latin typeface="Arial"/>
                <a:cs typeface="Arial"/>
              </a:rPr>
              <a:t>d</a:t>
            </a:r>
            <a:r>
              <a:rPr dirty="0" smtClean="0" sz="2400" spc="-2" b="1">
                <a:latin typeface="Arial"/>
                <a:cs typeface="Arial"/>
              </a:rPr>
              <a:t>ah</a:t>
            </a:r>
            <a:r>
              <a:rPr dirty="0" smtClean="0" sz="2400" spc="-2" b="1">
                <a:latin typeface="Arial"/>
                <a:cs typeface="Arial"/>
              </a:rPr>
              <a:t>u</a:t>
            </a:r>
            <a:r>
              <a:rPr dirty="0" smtClean="0" sz="2400" spc="-2" b="1">
                <a:latin typeface="Arial"/>
                <a:cs typeface="Arial"/>
              </a:rPr>
              <a:t>l</a:t>
            </a:r>
            <a:r>
              <a:rPr dirty="0" smtClean="0" sz="2400" spc="-2" b="1">
                <a:latin typeface="Arial"/>
                <a:cs typeface="Arial"/>
              </a:rPr>
              <a:t>u</a:t>
            </a:r>
            <a:r>
              <a:rPr dirty="0" smtClean="0" sz="2400" spc="-2" b="1">
                <a:latin typeface="Arial"/>
                <a:cs typeface="Arial"/>
              </a:rPr>
              <a:t>an</a:t>
            </a:r>
            <a:endParaRPr sz="24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83540" y="789927"/>
            <a:ext cx="6422661" cy="381317"/>
          </a:xfrm>
          <a:prstGeom prst="rect">
            <a:avLst/>
          </a:prstGeom>
        </p:spPr>
        <p:txBody>
          <a:bodyPr wrap="square" lIns="0" tIns="18796" rIns="0" bIns="0" rtlCol="0">
            <a:noAutofit/>
          </a:bodyPr>
          <a:lstStyle/>
          <a:p>
            <a:pPr marL="12700">
              <a:lnSpc>
                <a:spcPts val="2960"/>
              </a:lnSpc>
            </a:pPr>
            <a:r>
              <a:rPr dirty="0" smtClean="0" sz="2800" spc="-4" b="1" u="heavy">
                <a:solidFill>
                  <a:srgbClr val="3333CC"/>
                </a:solidFill>
                <a:latin typeface="Times New Roman"/>
                <a:cs typeface="Times New Roman"/>
              </a:rPr>
              <a:t>P</a:t>
            </a:r>
            <a:r>
              <a:rPr dirty="0" smtClean="0" sz="2800" spc="-4" b="1" u="heavy">
                <a:solidFill>
                  <a:srgbClr val="3333CC"/>
                </a:solidFill>
                <a:latin typeface="Times New Roman"/>
                <a:cs typeface="Times New Roman"/>
              </a:rPr>
              <a:t>ara</a:t>
            </a:r>
            <a:r>
              <a:rPr dirty="0" smtClean="0" sz="2800" spc="-4" b="1" u="heavy">
                <a:solidFill>
                  <a:srgbClr val="3333CC"/>
                </a:solidFill>
                <a:latin typeface="Times New Roman"/>
                <a:cs typeface="Times New Roman"/>
              </a:rPr>
              <a:t>m</a:t>
            </a:r>
            <a:r>
              <a:rPr dirty="0" smtClean="0" sz="2800" spc="-4" b="1" u="heavy">
                <a:solidFill>
                  <a:srgbClr val="3333CC"/>
                </a:solidFill>
                <a:latin typeface="Times New Roman"/>
                <a:cs typeface="Times New Roman"/>
              </a:rPr>
              <a:t>eter</a:t>
            </a:r>
            <a:r>
              <a:rPr dirty="0" smtClean="0" sz="2800" spc="-4" b="1" u="heavy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2800" spc="-4" b="1" u="heavy">
                <a:solidFill>
                  <a:srgbClr val="3333CC"/>
                </a:solidFill>
                <a:latin typeface="Times New Roman"/>
                <a:cs typeface="Times New Roman"/>
              </a:rPr>
              <a:t>Da</a:t>
            </a:r>
            <a:r>
              <a:rPr dirty="0" smtClean="0" sz="2800" spc="-4" b="1" u="heavy">
                <a:solidFill>
                  <a:srgbClr val="3333CC"/>
                </a:solidFill>
                <a:latin typeface="Times New Roman"/>
                <a:cs typeface="Times New Roman"/>
              </a:rPr>
              <a:t>s</a:t>
            </a:r>
            <a:r>
              <a:rPr dirty="0" smtClean="0" sz="2800" spc="-4" b="1" u="heavy">
                <a:solidFill>
                  <a:srgbClr val="3333CC"/>
                </a:solidFill>
                <a:latin typeface="Times New Roman"/>
                <a:cs typeface="Times New Roman"/>
              </a:rPr>
              <a:t>ar</a:t>
            </a:r>
            <a:r>
              <a:rPr dirty="0" smtClean="0" sz="2800" spc="-4" b="1" u="heavy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2800" spc="-4" b="1" u="heavy">
                <a:solidFill>
                  <a:srgbClr val="3333CC"/>
                </a:solidFill>
                <a:latin typeface="Times New Roman"/>
                <a:cs typeface="Times New Roman"/>
              </a:rPr>
              <a:t>P</a:t>
            </a:r>
            <a:r>
              <a:rPr dirty="0" smtClean="0" sz="2800" spc="-4" b="1" u="heavy">
                <a:solidFill>
                  <a:srgbClr val="3333CC"/>
                </a:solidFill>
                <a:latin typeface="Times New Roman"/>
                <a:cs typeface="Times New Roman"/>
              </a:rPr>
              <a:t>ada</a:t>
            </a:r>
            <a:r>
              <a:rPr dirty="0" smtClean="0" sz="2800" spc="-4" b="1" u="heavy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2800" spc="-4" b="1" u="heavy">
                <a:solidFill>
                  <a:srgbClr val="3333CC"/>
                </a:solidFill>
                <a:latin typeface="Times New Roman"/>
                <a:cs typeface="Times New Roman"/>
              </a:rPr>
              <a:t>Sis</a:t>
            </a:r>
            <a:r>
              <a:rPr dirty="0" smtClean="0" sz="2800" spc="-4" b="1" u="heavy">
                <a:solidFill>
                  <a:srgbClr val="3333CC"/>
                </a:solidFill>
                <a:latin typeface="Times New Roman"/>
                <a:cs typeface="Times New Roman"/>
              </a:rPr>
              <a:t>k</a:t>
            </a:r>
            <a:r>
              <a:rPr dirty="0" smtClean="0" sz="2800" spc="-4" b="1" u="heavy">
                <a:solidFill>
                  <a:srgbClr val="3333CC"/>
                </a:solidFill>
                <a:latin typeface="Times New Roman"/>
                <a:cs typeface="Times New Roman"/>
              </a:rPr>
              <a:t>o</a:t>
            </a:r>
            <a:r>
              <a:rPr dirty="0" smtClean="0" sz="2800" spc="-4" b="1" u="heavy">
                <a:solidFill>
                  <a:srgbClr val="3333CC"/>
                </a:solidFill>
                <a:latin typeface="Times New Roman"/>
                <a:cs typeface="Times New Roman"/>
              </a:rPr>
              <a:t>m</a:t>
            </a:r>
            <a:r>
              <a:rPr dirty="0" smtClean="0" sz="2800" spc="-4" b="1" u="heavy">
                <a:solidFill>
                  <a:srgbClr val="3333CC"/>
                </a:solidFill>
                <a:latin typeface="Times New Roman"/>
                <a:cs typeface="Times New Roman"/>
              </a:rPr>
              <a:t>b</a:t>
            </a:r>
            <a:r>
              <a:rPr dirty="0" smtClean="0" sz="2800" spc="-4" b="1" u="heavy">
                <a:solidFill>
                  <a:srgbClr val="3333CC"/>
                </a:solidFill>
                <a:latin typeface="Times New Roman"/>
                <a:cs typeface="Times New Roman"/>
              </a:rPr>
              <a:t>e</a:t>
            </a:r>
            <a:r>
              <a:rPr dirty="0" smtClean="0" sz="2800" spc="-4" b="1" u="heavy">
                <a:solidFill>
                  <a:srgbClr val="3333CC"/>
                </a:solidFill>
                <a:latin typeface="Times New Roman"/>
                <a:cs typeface="Times New Roman"/>
              </a:rPr>
              <a:t>r</a:t>
            </a:r>
            <a:r>
              <a:rPr dirty="0" smtClean="0" sz="2800" spc="-4" b="1" u="heavy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2800" spc="-4" b="1" u="heavy">
                <a:solidFill>
                  <a:srgbClr val="3333CC"/>
                </a:solidFill>
                <a:latin typeface="Times New Roman"/>
                <a:cs typeface="Times New Roman"/>
              </a:rPr>
              <a:t>Selular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59740" y="1447247"/>
            <a:ext cx="6513068" cy="279400"/>
          </a:xfrm>
          <a:prstGeom prst="rect">
            <a:avLst/>
          </a:prstGeom>
        </p:spPr>
        <p:txBody>
          <a:bodyPr wrap="square" lIns="0" tIns="13589" rIns="0" bIns="0" rtlCol="0">
            <a:noAutofit/>
          </a:bodyPr>
          <a:lstStyle/>
          <a:p>
            <a:pPr marL="12700">
              <a:lnSpc>
                <a:spcPts val="2140"/>
              </a:lnSpc>
            </a:pPr>
            <a:r>
              <a:rPr dirty="0" smtClean="0" sz="2000" spc="0" b="1">
                <a:latin typeface="Times New Roman"/>
                <a:cs typeface="Times New Roman"/>
              </a:rPr>
              <a:t>K</a:t>
            </a:r>
            <a:r>
              <a:rPr dirty="0" smtClean="0" sz="2000" spc="0" b="1">
                <a:latin typeface="Times New Roman"/>
                <a:cs typeface="Times New Roman"/>
              </a:rPr>
              <a:t>o</a:t>
            </a:r>
            <a:r>
              <a:rPr dirty="0" smtClean="0" sz="2000" spc="0" b="1">
                <a:latin typeface="Times New Roman"/>
                <a:cs typeface="Times New Roman"/>
              </a:rPr>
              <a:t>n</a:t>
            </a:r>
            <a:r>
              <a:rPr dirty="0" smtClean="0" sz="2000" spc="0" b="1">
                <a:latin typeface="Times New Roman"/>
                <a:cs typeface="Times New Roman"/>
              </a:rPr>
              <a:t>sep</a:t>
            </a:r>
            <a:r>
              <a:rPr dirty="0" smtClean="0" sz="2000" spc="0" b="1">
                <a:latin typeface="Times New Roman"/>
                <a:cs typeface="Times New Roman"/>
              </a:rPr>
              <a:t> </a:t>
            </a:r>
            <a:r>
              <a:rPr dirty="0" smtClean="0" sz="2000" spc="0" b="1">
                <a:latin typeface="Times New Roman"/>
                <a:cs typeface="Times New Roman"/>
              </a:rPr>
              <a:t>f</a:t>
            </a:r>
            <a:r>
              <a:rPr dirty="0" smtClean="0" sz="2000" spc="0" b="1">
                <a:latin typeface="Times New Roman"/>
                <a:cs typeface="Times New Roman"/>
              </a:rPr>
              <a:t>u</a:t>
            </a:r>
            <a:r>
              <a:rPr dirty="0" smtClean="0" sz="2000" spc="0" b="1">
                <a:latin typeface="Times New Roman"/>
                <a:cs typeface="Times New Roman"/>
              </a:rPr>
              <a:t>n</a:t>
            </a:r>
            <a:r>
              <a:rPr dirty="0" smtClean="0" sz="2000" spc="0" b="1">
                <a:latin typeface="Times New Roman"/>
                <a:cs typeface="Times New Roman"/>
              </a:rPr>
              <a:t>d</a:t>
            </a:r>
            <a:r>
              <a:rPr dirty="0" smtClean="0" sz="2000" spc="0" b="1">
                <a:latin typeface="Times New Roman"/>
                <a:cs typeface="Times New Roman"/>
              </a:rPr>
              <a:t>a</a:t>
            </a:r>
            <a:r>
              <a:rPr dirty="0" smtClean="0" sz="2000" spc="0" b="1">
                <a:latin typeface="Times New Roman"/>
                <a:cs typeface="Times New Roman"/>
              </a:rPr>
              <a:t>m</a:t>
            </a:r>
            <a:r>
              <a:rPr dirty="0" smtClean="0" sz="2000" spc="0" b="1">
                <a:latin typeface="Times New Roman"/>
                <a:cs typeface="Times New Roman"/>
              </a:rPr>
              <a:t>e</a:t>
            </a:r>
            <a:r>
              <a:rPr dirty="0" smtClean="0" sz="2000" spc="0" b="1">
                <a:latin typeface="Times New Roman"/>
                <a:cs typeface="Times New Roman"/>
              </a:rPr>
              <a:t>n</a:t>
            </a:r>
            <a:r>
              <a:rPr dirty="0" smtClean="0" sz="2000" spc="0" b="1">
                <a:latin typeface="Times New Roman"/>
                <a:cs typeface="Times New Roman"/>
              </a:rPr>
              <a:t>tal</a:t>
            </a:r>
            <a:r>
              <a:rPr dirty="0" smtClean="0" sz="2000" spc="0" b="1">
                <a:latin typeface="Times New Roman"/>
                <a:cs typeface="Times New Roman"/>
              </a:rPr>
              <a:t> </a:t>
            </a:r>
            <a:r>
              <a:rPr dirty="0" smtClean="0" sz="2000" spc="0" b="1">
                <a:latin typeface="Times New Roman"/>
                <a:cs typeface="Times New Roman"/>
              </a:rPr>
              <a:t>d</a:t>
            </a:r>
            <a:r>
              <a:rPr dirty="0" smtClean="0" sz="2000" spc="0" b="1">
                <a:latin typeface="Times New Roman"/>
                <a:cs typeface="Times New Roman"/>
              </a:rPr>
              <a:t>a</a:t>
            </a:r>
            <a:r>
              <a:rPr dirty="0" smtClean="0" sz="2000" spc="0" b="1">
                <a:latin typeface="Times New Roman"/>
                <a:cs typeface="Times New Roman"/>
              </a:rPr>
              <a:t>l</a:t>
            </a:r>
            <a:r>
              <a:rPr dirty="0" smtClean="0" sz="2000" spc="0" b="1">
                <a:latin typeface="Times New Roman"/>
                <a:cs typeface="Times New Roman"/>
              </a:rPr>
              <a:t>am</a:t>
            </a:r>
            <a:r>
              <a:rPr dirty="0" smtClean="0" sz="2000" spc="0" b="1">
                <a:latin typeface="Times New Roman"/>
                <a:cs typeface="Times New Roman"/>
              </a:rPr>
              <a:t> </a:t>
            </a:r>
            <a:r>
              <a:rPr dirty="0" smtClean="0" sz="2000" spc="0" b="1">
                <a:latin typeface="Times New Roman"/>
                <a:cs typeface="Times New Roman"/>
              </a:rPr>
              <a:t>t</a:t>
            </a:r>
            <a:r>
              <a:rPr dirty="0" smtClean="0" sz="2000" spc="0" b="1">
                <a:latin typeface="Times New Roman"/>
                <a:cs typeface="Times New Roman"/>
              </a:rPr>
              <a:t>e</a:t>
            </a:r>
            <a:r>
              <a:rPr dirty="0" smtClean="0" sz="2000" spc="0" b="1">
                <a:latin typeface="Times New Roman"/>
                <a:cs typeface="Times New Roman"/>
              </a:rPr>
              <a:t>k</a:t>
            </a:r>
            <a:r>
              <a:rPr dirty="0" smtClean="0" sz="2000" spc="0" b="1">
                <a:latin typeface="Times New Roman"/>
                <a:cs typeface="Times New Roman"/>
              </a:rPr>
              <a:t>n</a:t>
            </a:r>
            <a:r>
              <a:rPr dirty="0" smtClean="0" sz="2000" spc="0" b="1">
                <a:latin typeface="Times New Roman"/>
                <a:cs typeface="Times New Roman"/>
              </a:rPr>
              <a:t>o</a:t>
            </a:r>
            <a:r>
              <a:rPr dirty="0" smtClean="0" sz="2000" spc="0" b="1">
                <a:latin typeface="Times New Roman"/>
                <a:cs typeface="Times New Roman"/>
              </a:rPr>
              <a:t>l</a:t>
            </a:r>
            <a:r>
              <a:rPr dirty="0" smtClean="0" sz="2000" spc="0" b="1">
                <a:latin typeface="Times New Roman"/>
                <a:cs typeface="Times New Roman"/>
              </a:rPr>
              <a:t>ogi</a:t>
            </a:r>
            <a:r>
              <a:rPr dirty="0" smtClean="0" sz="2000" spc="0" b="1">
                <a:latin typeface="Times New Roman"/>
                <a:cs typeface="Times New Roman"/>
              </a:rPr>
              <a:t> </a:t>
            </a:r>
            <a:r>
              <a:rPr dirty="0" smtClean="0" sz="2000" spc="0" b="1">
                <a:latin typeface="Times New Roman"/>
                <a:cs typeface="Times New Roman"/>
              </a:rPr>
              <a:t>k</a:t>
            </a:r>
            <a:r>
              <a:rPr dirty="0" smtClean="0" sz="2000" spc="0" b="1">
                <a:latin typeface="Times New Roman"/>
                <a:cs typeface="Times New Roman"/>
              </a:rPr>
              <a:t>o</a:t>
            </a:r>
            <a:r>
              <a:rPr dirty="0" smtClean="0" sz="2000" spc="0" b="1">
                <a:latin typeface="Times New Roman"/>
                <a:cs typeface="Times New Roman"/>
              </a:rPr>
              <a:t>m</a:t>
            </a:r>
            <a:r>
              <a:rPr dirty="0" smtClean="0" sz="2000" spc="0" b="1">
                <a:latin typeface="Times New Roman"/>
                <a:cs typeface="Times New Roman"/>
              </a:rPr>
              <a:t>u</a:t>
            </a:r>
            <a:r>
              <a:rPr dirty="0" smtClean="0" sz="2000" spc="0" b="1">
                <a:latin typeface="Times New Roman"/>
                <a:cs typeface="Times New Roman"/>
              </a:rPr>
              <a:t>n</a:t>
            </a:r>
            <a:r>
              <a:rPr dirty="0" smtClean="0" sz="2000" spc="0" b="1">
                <a:latin typeface="Times New Roman"/>
                <a:cs typeface="Times New Roman"/>
              </a:rPr>
              <a:t>i</a:t>
            </a:r>
            <a:r>
              <a:rPr dirty="0" smtClean="0" sz="2000" spc="0" b="1">
                <a:latin typeface="Times New Roman"/>
                <a:cs typeface="Times New Roman"/>
              </a:rPr>
              <a:t>k</a:t>
            </a:r>
            <a:r>
              <a:rPr dirty="0" smtClean="0" sz="2000" spc="0" b="1">
                <a:latin typeface="Times New Roman"/>
                <a:cs typeface="Times New Roman"/>
              </a:rPr>
              <a:t>asi</a:t>
            </a:r>
            <a:r>
              <a:rPr dirty="0" smtClean="0" sz="2000" spc="0" b="1">
                <a:latin typeface="Times New Roman"/>
                <a:cs typeface="Times New Roman"/>
              </a:rPr>
              <a:t> </a:t>
            </a:r>
            <a:r>
              <a:rPr dirty="0" smtClean="0" sz="2000" spc="0" b="1">
                <a:latin typeface="Times New Roman"/>
                <a:cs typeface="Times New Roman"/>
              </a:rPr>
              <a:t>b</a:t>
            </a:r>
            <a:r>
              <a:rPr dirty="0" smtClean="0" sz="2000" spc="0" b="1">
                <a:latin typeface="Times New Roman"/>
                <a:cs typeface="Times New Roman"/>
              </a:rPr>
              <a:t>e</a:t>
            </a:r>
            <a:r>
              <a:rPr dirty="0" smtClean="0" sz="2000" spc="0" b="1">
                <a:latin typeface="Times New Roman"/>
                <a:cs typeface="Times New Roman"/>
              </a:rPr>
              <a:t>r</a:t>
            </a:r>
            <a:r>
              <a:rPr dirty="0" smtClean="0" sz="2000" spc="0" b="1">
                <a:latin typeface="Times New Roman"/>
                <a:cs typeface="Times New Roman"/>
              </a:rPr>
              <a:t>ge</a:t>
            </a:r>
            <a:r>
              <a:rPr dirty="0" smtClean="0" sz="2000" spc="0" b="1">
                <a:latin typeface="Times New Roman"/>
                <a:cs typeface="Times New Roman"/>
              </a:rPr>
              <a:t>r</a:t>
            </a:r>
            <a:r>
              <a:rPr dirty="0" smtClean="0" sz="2000" spc="0" b="1">
                <a:latin typeface="Times New Roman"/>
                <a:cs typeface="Times New Roman"/>
              </a:rPr>
              <a:t>ak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976618" y="1447247"/>
            <a:ext cx="866901" cy="279400"/>
          </a:xfrm>
          <a:prstGeom prst="rect">
            <a:avLst/>
          </a:prstGeom>
        </p:spPr>
        <p:txBody>
          <a:bodyPr wrap="square" lIns="0" tIns="13589" rIns="0" bIns="0" rtlCol="0">
            <a:noAutofit/>
          </a:bodyPr>
          <a:lstStyle/>
          <a:p>
            <a:pPr marL="12700">
              <a:lnSpc>
                <a:spcPts val="2140"/>
              </a:lnSpc>
            </a:pPr>
            <a:r>
              <a:rPr dirty="0" smtClean="0" sz="2000" spc="0" b="1">
                <a:latin typeface="Times New Roman"/>
                <a:cs typeface="Times New Roman"/>
              </a:rPr>
              <a:t>sel</a:t>
            </a:r>
            <a:r>
              <a:rPr dirty="0" smtClean="0" sz="2000" spc="0" b="1">
                <a:latin typeface="Times New Roman"/>
                <a:cs typeface="Times New Roman"/>
              </a:rPr>
              <a:t>u</a:t>
            </a:r>
            <a:r>
              <a:rPr dirty="0" smtClean="0" sz="2000" spc="0" b="1">
                <a:latin typeface="Times New Roman"/>
                <a:cs typeface="Times New Roman"/>
              </a:rPr>
              <a:t>le</a:t>
            </a:r>
            <a:r>
              <a:rPr dirty="0" smtClean="0" sz="2000" spc="0" b="1">
                <a:latin typeface="Times New Roman"/>
                <a:cs typeface="Times New Roman"/>
              </a:rPr>
              <a:t>r</a:t>
            </a:r>
            <a:r>
              <a:rPr dirty="0" smtClean="0" sz="2000" spc="0" b="1">
                <a:latin typeface="Times New Roman"/>
                <a:cs typeface="Times New Roman"/>
              </a:rPr>
              <a:t>: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450721" y="1855967"/>
            <a:ext cx="345440" cy="767206"/>
          </a:xfrm>
          <a:prstGeom prst="rect">
            <a:avLst/>
          </a:prstGeom>
        </p:spPr>
        <p:txBody>
          <a:bodyPr wrap="square" lIns="0" tIns="18796" rIns="0" bIns="0" rtlCol="0">
            <a:noAutofit/>
          </a:bodyPr>
          <a:lstStyle/>
          <a:p>
            <a:pPr marL="12700">
              <a:lnSpc>
                <a:spcPts val="2960"/>
              </a:lnSpc>
            </a:pPr>
            <a:r>
              <a:rPr dirty="0" smtClean="0" sz="2800" b="1">
                <a:solidFill>
                  <a:srgbClr val="008000"/>
                </a:solidFill>
                <a:latin typeface="Times New Roman"/>
                <a:cs typeface="Times New Roman"/>
              </a:rPr>
              <a:t>1.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ts val="3040"/>
              </a:lnSpc>
              <a:spcBef>
                <a:spcPts val="3"/>
              </a:spcBef>
            </a:pPr>
            <a:r>
              <a:rPr dirty="0" smtClean="0" sz="2800" b="1">
                <a:solidFill>
                  <a:srgbClr val="008000"/>
                </a:solidFill>
                <a:latin typeface="Times New Roman"/>
                <a:cs typeface="Times New Roman"/>
              </a:rPr>
              <a:t>2.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905635" y="1855967"/>
            <a:ext cx="2767431" cy="767206"/>
          </a:xfrm>
          <a:prstGeom prst="rect">
            <a:avLst/>
          </a:prstGeom>
        </p:spPr>
        <p:txBody>
          <a:bodyPr wrap="square" lIns="0" tIns="18796" rIns="0" bIns="0" rtlCol="0">
            <a:noAutofit/>
          </a:bodyPr>
          <a:lstStyle/>
          <a:p>
            <a:pPr marL="12700" marR="53339">
              <a:lnSpc>
                <a:spcPts val="2960"/>
              </a:lnSpc>
            </a:pPr>
            <a:r>
              <a:rPr dirty="0" smtClean="0" sz="2800" spc="-4" b="1">
                <a:latin typeface="Times New Roman"/>
                <a:cs typeface="Times New Roman"/>
              </a:rPr>
              <a:t>F</a:t>
            </a:r>
            <a:r>
              <a:rPr dirty="0" smtClean="0" sz="2800" spc="-4" b="1">
                <a:latin typeface="Times New Roman"/>
                <a:cs typeface="Times New Roman"/>
              </a:rPr>
              <a:t>r</a:t>
            </a:r>
            <a:r>
              <a:rPr dirty="0" smtClean="0" sz="2800" spc="-4" b="1">
                <a:latin typeface="Times New Roman"/>
                <a:cs typeface="Times New Roman"/>
              </a:rPr>
              <a:t>equency</a:t>
            </a:r>
            <a:r>
              <a:rPr dirty="0" smtClean="0" sz="2800" spc="-4" b="1">
                <a:latin typeface="Times New Roman"/>
                <a:cs typeface="Times New Roman"/>
              </a:rPr>
              <a:t> </a:t>
            </a:r>
            <a:r>
              <a:rPr dirty="0" smtClean="0" sz="2800" spc="-4" b="1">
                <a:latin typeface="Times New Roman"/>
                <a:cs typeface="Times New Roman"/>
              </a:rPr>
              <a:t>Reu</a:t>
            </a:r>
            <a:r>
              <a:rPr dirty="0" smtClean="0" sz="2800" spc="-4" b="1">
                <a:latin typeface="Times New Roman"/>
                <a:cs typeface="Times New Roman"/>
              </a:rPr>
              <a:t>s</a:t>
            </a:r>
            <a:r>
              <a:rPr dirty="0" smtClean="0" sz="2800" spc="-4" b="1">
                <a:latin typeface="Times New Roman"/>
                <a:cs typeface="Times New Roman"/>
              </a:rPr>
              <a:t>e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ts val="3040"/>
              </a:lnSpc>
              <a:spcBef>
                <a:spcPts val="3"/>
              </a:spcBef>
            </a:pPr>
            <a:r>
              <a:rPr dirty="0" smtClean="0" sz="2800" spc="0" b="1">
                <a:latin typeface="Times New Roman"/>
                <a:cs typeface="Times New Roman"/>
              </a:rPr>
              <a:t>Konsep</a:t>
            </a:r>
            <a:r>
              <a:rPr dirty="0" smtClean="0" sz="2800" spc="0" b="1">
                <a:latin typeface="Times New Roman"/>
                <a:cs typeface="Times New Roman"/>
              </a:rPr>
              <a:t> </a:t>
            </a:r>
            <a:r>
              <a:rPr dirty="0" smtClean="0" sz="2800" spc="0" b="1">
                <a:latin typeface="Times New Roman"/>
                <a:cs typeface="Times New Roman"/>
              </a:rPr>
              <a:t>Hand</a:t>
            </a:r>
            <a:r>
              <a:rPr dirty="0" smtClean="0" sz="2800" spc="0" b="1">
                <a:latin typeface="Times New Roman"/>
                <a:cs typeface="Times New Roman"/>
              </a:rPr>
              <a:t> </a:t>
            </a:r>
            <a:r>
              <a:rPr dirty="0" smtClean="0" sz="2800" spc="0" b="1">
                <a:latin typeface="Times New Roman"/>
                <a:cs typeface="Times New Roman"/>
              </a:rPr>
              <a:t>O</a:t>
            </a:r>
            <a:r>
              <a:rPr dirty="0" smtClean="0" sz="2800" spc="0" b="1">
                <a:latin typeface="Times New Roman"/>
                <a:cs typeface="Times New Roman"/>
              </a:rPr>
              <a:t>f</a:t>
            </a:r>
            <a:r>
              <a:rPr dirty="0" smtClean="0" sz="2800" spc="0" b="1">
                <a:latin typeface="Times New Roman"/>
                <a:cs typeface="Times New Roman"/>
              </a:rPr>
              <a:t>f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59740" y="2979265"/>
            <a:ext cx="177800" cy="330200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>
                <a:latin typeface="Times New Roman"/>
                <a:cs typeface="Times New Roman"/>
              </a:rPr>
              <a:t>•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52157" y="2979265"/>
            <a:ext cx="1053795" cy="330200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 spc="0" b="1">
                <a:latin typeface="Times New Roman"/>
                <a:cs typeface="Times New Roman"/>
              </a:rPr>
              <a:t>K</a:t>
            </a:r>
            <a:r>
              <a:rPr dirty="0" smtClean="0" sz="2400" spc="0" b="1">
                <a:latin typeface="Times New Roman"/>
                <a:cs typeface="Times New Roman"/>
              </a:rPr>
              <a:t>on</a:t>
            </a:r>
            <a:r>
              <a:rPr dirty="0" smtClean="0" sz="2400" spc="0" b="1">
                <a:latin typeface="Times New Roman"/>
                <a:cs typeface="Times New Roman"/>
              </a:rPr>
              <a:t>s</a:t>
            </a:r>
            <a:r>
              <a:rPr dirty="0" smtClean="0" sz="2400" spc="0" b="1">
                <a:latin typeface="Times New Roman"/>
                <a:cs typeface="Times New Roman"/>
              </a:rPr>
              <a:t>ep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811655" y="2979265"/>
            <a:ext cx="7465618" cy="330200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 spc="-1" b="1" i="1">
                <a:latin typeface="Times New Roman"/>
                <a:cs typeface="Times New Roman"/>
              </a:rPr>
              <a:t>f</a:t>
            </a:r>
            <a:r>
              <a:rPr dirty="0" smtClean="0" sz="2400" spc="-1" b="1" i="1">
                <a:latin typeface="Times New Roman"/>
                <a:cs typeface="Times New Roman"/>
              </a:rPr>
              <a:t>r</a:t>
            </a:r>
            <a:r>
              <a:rPr dirty="0" smtClean="0" sz="2400" spc="-1" b="1" i="1">
                <a:latin typeface="Times New Roman"/>
                <a:cs typeface="Times New Roman"/>
              </a:rPr>
              <a:t>equency</a:t>
            </a:r>
            <a:r>
              <a:rPr dirty="0" smtClean="0" sz="2400" spc="-1" b="1" i="1">
                <a:latin typeface="Times New Roman"/>
                <a:cs typeface="Times New Roman"/>
              </a:rPr>
              <a:t> </a:t>
            </a:r>
            <a:r>
              <a:rPr dirty="0" smtClean="0" sz="2400" spc="-1" b="1" i="1">
                <a:latin typeface="Times New Roman"/>
                <a:cs typeface="Times New Roman"/>
              </a:rPr>
              <a:t>reu</a:t>
            </a:r>
            <a:r>
              <a:rPr dirty="0" smtClean="0" sz="2400" spc="-1" b="1" i="1">
                <a:latin typeface="Times New Roman"/>
                <a:cs typeface="Times New Roman"/>
              </a:rPr>
              <a:t>s</a:t>
            </a:r>
            <a:r>
              <a:rPr dirty="0" smtClean="0" sz="2400" spc="-1" b="1" i="1">
                <a:latin typeface="Times New Roman"/>
                <a:cs typeface="Times New Roman"/>
              </a:rPr>
              <a:t>e</a:t>
            </a:r>
            <a:r>
              <a:rPr dirty="0" smtClean="0" sz="2400" spc="-1" b="1" i="1">
                <a:latin typeface="Times New Roman"/>
                <a:cs typeface="Times New Roman"/>
              </a:rPr>
              <a:t> </a:t>
            </a:r>
            <a:r>
              <a:rPr dirty="0" smtClean="0" sz="2400" spc="-1">
                <a:latin typeface="Times New Roman"/>
                <a:cs typeface="Times New Roman"/>
              </a:rPr>
              <a:t>m</a:t>
            </a:r>
            <a:r>
              <a:rPr dirty="0" smtClean="0" sz="2400" spc="-1">
                <a:latin typeface="Times New Roman"/>
                <a:cs typeface="Times New Roman"/>
              </a:rPr>
              <a:t>e</a:t>
            </a:r>
            <a:r>
              <a:rPr dirty="0" smtClean="0" sz="2400" spc="-1">
                <a:latin typeface="Times New Roman"/>
                <a:cs typeface="Times New Roman"/>
              </a:rPr>
              <a:t>m</a:t>
            </a:r>
            <a:r>
              <a:rPr dirty="0" smtClean="0" sz="2400" spc="-1">
                <a:latin typeface="Times New Roman"/>
                <a:cs typeface="Times New Roman"/>
              </a:rPr>
              <a:t>ungkink</a:t>
            </a:r>
            <a:r>
              <a:rPr dirty="0" smtClean="0" sz="2400" spc="-1">
                <a:latin typeface="Times New Roman"/>
                <a:cs typeface="Times New Roman"/>
              </a:rPr>
              <a:t>a</a:t>
            </a:r>
            <a:r>
              <a:rPr dirty="0" smtClean="0" sz="2400" spc="-1">
                <a:latin typeface="Times New Roman"/>
                <a:cs typeface="Times New Roman"/>
              </a:rPr>
              <a:t>n</a:t>
            </a:r>
            <a:r>
              <a:rPr dirty="0" smtClean="0" sz="2400" spc="-1">
                <a:latin typeface="Times New Roman"/>
                <a:cs typeface="Times New Roman"/>
              </a:rPr>
              <a:t> </a:t>
            </a:r>
            <a:r>
              <a:rPr dirty="0" smtClean="0" sz="2400" spc="-1">
                <a:latin typeface="Times New Roman"/>
                <a:cs typeface="Times New Roman"/>
              </a:rPr>
              <a:t>penggun</a:t>
            </a:r>
            <a:r>
              <a:rPr dirty="0" smtClean="0" sz="2400" spc="-1">
                <a:latin typeface="Times New Roman"/>
                <a:cs typeface="Times New Roman"/>
              </a:rPr>
              <a:t>a</a:t>
            </a:r>
            <a:r>
              <a:rPr dirty="0" smtClean="0" sz="2400" spc="-1">
                <a:latin typeface="Times New Roman"/>
                <a:cs typeface="Times New Roman"/>
              </a:rPr>
              <a:t>an</a:t>
            </a:r>
            <a:r>
              <a:rPr dirty="0" smtClean="0" sz="2400" spc="-1">
                <a:latin typeface="Times New Roman"/>
                <a:cs typeface="Times New Roman"/>
              </a:rPr>
              <a:t> </a:t>
            </a:r>
            <a:r>
              <a:rPr dirty="0" smtClean="0" sz="2400" spc="-1">
                <a:latin typeface="Times New Roman"/>
                <a:cs typeface="Times New Roman"/>
              </a:rPr>
              <a:t>fr</a:t>
            </a:r>
            <a:r>
              <a:rPr dirty="0" smtClean="0" sz="2400" spc="-1">
                <a:latin typeface="Times New Roman"/>
                <a:cs typeface="Times New Roman"/>
              </a:rPr>
              <a:t>e</a:t>
            </a:r>
            <a:r>
              <a:rPr dirty="0" smtClean="0" sz="2400" spc="-1">
                <a:latin typeface="Times New Roman"/>
                <a:cs typeface="Times New Roman"/>
              </a:rPr>
              <a:t>kuensi</a:t>
            </a:r>
            <a:r>
              <a:rPr dirty="0" smtClean="0" sz="2400" spc="-1">
                <a:latin typeface="Times New Roman"/>
                <a:cs typeface="Times New Roman"/>
              </a:rPr>
              <a:t> </a:t>
            </a:r>
            <a:r>
              <a:rPr dirty="0" smtClean="0" sz="2400" spc="-1">
                <a:latin typeface="Times New Roman"/>
                <a:cs typeface="Times New Roman"/>
              </a:rPr>
              <a:t>y</a:t>
            </a:r>
            <a:r>
              <a:rPr dirty="0" smtClean="0" sz="2400" spc="-1">
                <a:latin typeface="Times New Roman"/>
                <a:cs typeface="Times New Roman"/>
              </a:rPr>
              <a:t>ang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52157" y="3344769"/>
            <a:ext cx="8168436" cy="696469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 marR="45720">
              <a:lnSpc>
                <a:spcPts val="2550"/>
              </a:lnSpc>
            </a:pPr>
            <a:r>
              <a:rPr dirty="0" smtClean="0" sz="2400" spc="-2">
                <a:latin typeface="Times New Roman"/>
                <a:cs typeface="Times New Roman"/>
              </a:rPr>
              <a:t>sa</a:t>
            </a:r>
            <a:r>
              <a:rPr dirty="0" smtClean="0" sz="2400" spc="-2">
                <a:latin typeface="Times New Roman"/>
                <a:cs typeface="Times New Roman"/>
              </a:rPr>
              <a:t>m</a:t>
            </a:r>
            <a:r>
              <a:rPr dirty="0" smtClean="0" sz="2400" spc="-2">
                <a:latin typeface="Times New Roman"/>
                <a:cs typeface="Times New Roman"/>
              </a:rPr>
              <a:t>a</a:t>
            </a:r>
            <a:r>
              <a:rPr dirty="0" smtClean="0" sz="2400" spc="-2">
                <a:latin typeface="Times New Roman"/>
                <a:cs typeface="Times New Roman"/>
              </a:rPr>
              <a:t> </a:t>
            </a:r>
            <a:r>
              <a:rPr dirty="0" smtClean="0" sz="2400" spc="-2">
                <a:latin typeface="Times New Roman"/>
                <a:cs typeface="Times New Roman"/>
              </a:rPr>
              <a:t>p</a:t>
            </a:r>
            <a:r>
              <a:rPr dirty="0" smtClean="0" sz="2400" spc="-2">
                <a:latin typeface="Times New Roman"/>
                <a:cs typeface="Times New Roman"/>
              </a:rPr>
              <a:t>a</a:t>
            </a:r>
            <a:r>
              <a:rPr dirty="0" smtClean="0" sz="2400" spc="-2">
                <a:latin typeface="Times New Roman"/>
                <a:cs typeface="Times New Roman"/>
              </a:rPr>
              <a:t>da</a:t>
            </a:r>
            <a:r>
              <a:rPr dirty="0" smtClean="0" sz="2400" spc="-2">
                <a:latin typeface="Times New Roman"/>
                <a:cs typeface="Times New Roman"/>
              </a:rPr>
              <a:t> </a:t>
            </a:r>
            <a:r>
              <a:rPr dirty="0" smtClean="0" sz="2400" spc="-2">
                <a:latin typeface="Times New Roman"/>
                <a:cs typeface="Times New Roman"/>
              </a:rPr>
              <a:t>sel</a:t>
            </a:r>
            <a:r>
              <a:rPr dirty="0" smtClean="0" sz="2400" spc="-2">
                <a:latin typeface="Times New Roman"/>
                <a:cs typeface="Times New Roman"/>
              </a:rPr>
              <a:t> </a:t>
            </a:r>
            <a:r>
              <a:rPr dirty="0" smtClean="0" sz="2400" spc="-2">
                <a:latin typeface="Times New Roman"/>
                <a:cs typeface="Times New Roman"/>
              </a:rPr>
              <a:t>y</a:t>
            </a:r>
            <a:r>
              <a:rPr dirty="0" smtClean="0" sz="2400" spc="-2">
                <a:latin typeface="Times New Roman"/>
                <a:cs typeface="Times New Roman"/>
              </a:rPr>
              <a:t>a</a:t>
            </a:r>
            <a:r>
              <a:rPr dirty="0" smtClean="0" sz="2400" spc="-2">
                <a:latin typeface="Times New Roman"/>
                <a:cs typeface="Times New Roman"/>
              </a:rPr>
              <a:t>n</a:t>
            </a:r>
            <a:r>
              <a:rPr dirty="0" smtClean="0" sz="2400" spc="-2">
                <a:latin typeface="Times New Roman"/>
                <a:cs typeface="Times New Roman"/>
              </a:rPr>
              <a:t>g</a:t>
            </a:r>
            <a:r>
              <a:rPr dirty="0" smtClean="0" sz="2400" spc="-2">
                <a:latin typeface="Times New Roman"/>
                <a:cs typeface="Times New Roman"/>
              </a:rPr>
              <a:t> </a:t>
            </a:r>
            <a:r>
              <a:rPr dirty="0" smtClean="0" sz="2400" spc="-2">
                <a:latin typeface="Times New Roman"/>
                <a:cs typeface="Times New Roman"/>
              </a:rPr>
              <a:t>b</a:t>
            </a:r>
            <a:r>
              <a:rPr dirty="0" smtClean="0" sz="2400" spc="-2">
                <a:latin typeface="Times New Roman"/>
                <a:cs typeface="Times New Roman"/>
              </a:rPr>
              <a:t>e</a:t>
            </a:r>
            <a:r>
              <a:rPr dirty="0" smtClean="0" sz="2400" spc="-2">
                <a:latin typeface="Times New Roman"/>
                <a:cs typeface="Times New Roman"/>
              </a:rPr>
              <a:t>rb</a:t>
            </a:r>
            <a:r>
              <a:rPr dirty="0" smtClean="0" sz="2400" spc="-2">
                <a:latin typeface="Times New Roman"/>
                <a:cs typeface="Times New Roman"/>
              </a:rPr>
              <a:t>e</a:t>
            </a:r>
            <a:r>
              <a:rPr dirty="0" smtClean="0" sz="2400" spc="-2">
                <a:latin typeface="Times New Roman"/>
                <a:cs typeface="Times New Roman"/>
              </a:rPr>
              <a:t>da</a:t>
            </a:r>
            <a:r>
              <a:rPr dirty="0" smtClean="0" sz="2400" spc="-2">
                <a:latin typeface="Times New Roman"/>
                <a:cs typeface="Times New Roman"/>
              </a:rPr>
              <a:t> </a:t>
            </a:r>
            <a:r>
              <a:rPr dirty="0" smtClean="0" sz="2400" spc="-2">
                <a:latin typeface="Times New Roman"/>
                <a:cs typeface="Times New Roman"/>
              </a:rPr>
              <a:t>,</a:t>
            </a:r>
            <a:r>
              <a:rPr dirty="0" smtClean="0" sz="2400" spc="-2">
                <a:latin typeface="Times New Roman"/>
                <a:cs typeface="Times New Roman"/>
              </a:rPr>
              <a:t> </a:t>
            </a:r>
            <a:r>
              <a:rPr dirty="0" smtClean="0" sz="2400" spc="-2">
                <a:latin typeface="Times New Roman"/>
                <a:cs typeface="Times New Roman"/>
              </a:rPr>
              <a:t>d</a:t>
            </a:r>
            <a:r>
              <a:rPr dirty="0" smtClean="0" sz="2400" spc="-2">
                <a:latin typeface="Times New Roman"/>
                <a:cs typeface="Times New Roman"/>
              </a:rPr>
              <a:t>i</a:t>
            </a:r>
            <a:r>
              <a:rPr dirty="0" smtClean="0" sz="2400" spc="-2">
                <a:latin typeface="Times New Roman"/>
                <a:cs typeface="Times New Roman"/>
              </a:rPr>
              <a:t>l</a:t>
            </a:r>
            <a:r>
              <a:rPr dirty="0" smtClean="0" sz="2400" spc="-2">
                <a:latin typeface="Times New Roman"/>
                <a:cs typeface="Times New Roman"/>
              </a:rPr>
              <a:t>u</a:t>
            </a:r>
            <a:r>
              <a:rPr dirty="0" smtClean="0" sz="2400" spc="-2">
                <a:latin typeface="Times New Roman"/>
                <a:cs typeface="Times New Roman"/>
              </a:rPr>
              <a:t>a</a:t>
            </a:r>
            <a:r>
              <a:rPr dirty="0" smtClean="0" sz="2400" spc="-2">
                <a:latin typeface="Times New Roman"/>
                <a:cs typeface="Times New Roman"/>
              </a:rPr>
              <a:t>r</a:t>
            </a:r>
            <a:r>
              <a:rPr dirty="0" smtClean="0" sz="2400" spc="-2">
                <a:latin typeface="Times New Roman"/>
                <a:cs typeface="Times New Roman"/>
              </a:rPr>
              <a:t> </a:t>
            </a:r>
            <a:r>
              <a:rPr dirty="0" smtClean="0" sz="2400" spc="-2">
                <a:latin typeface="Times New Roman"/>
                <a:cs typeface="Times New Roman"/>
              </a:rPr>
              <a:t>j</a:t>
            </a:r>
            <a:r>
              <a:rPr dirty="0" smtClean="0" sz="2400" spc="-2">
                <a:latin typeface="Times New Roman"/>
                <a:cs typeface="Times New Roman"/>
              </a:rPr>
              <a:t>a</a:t>
            </a:r>
            <a:r>
              <a:rPr dirty="0" smtClean="0" sz="2400" spc="-2">
                <a:latin typeface="Times New Roman"/>
                <a:cs typeface="Times New Roman"/>
              </a:rPr>
              <a:t>n</a:t>
            </a:r>
            <a:r>
              <a:rPr dirty="0" smtClean="0" sz="2400" spc="-2">
                <a:latin typeface="Times New Roman"/>
                <a:cs typeface="Times New Roman"/>
              </a:rPr>
              <a:t>gk</a:t>
            </a:r>
            <a:r>
              <a:rPr dirty="0" smtClean="0" sz="2400" spc="-2">
                <a:latin typeface="Times New Roman"/>
                <a:cs typeface="Times New Roman"/>
              </a:rPr>
              <a:t>a</a:t>
            </a:r>
            <a:r>
              <a:rPr dirty="0" smtClean="0" sz="2400" spc="-2">
                <a:latin typeface="Times New Roman"/>
                <a:cs typeface="Times New Roman"/>
              </a:rPr>
              <a:t>u</a:t>
            </a:r>
            <a:r>
              <a:rPr dirty="0" smtClean="0" sz="2400" spc="-2">
                <a:latin typeface="Times New Roman"/>
                <a:cs typeface="Times New Roman"/>
              </a:rPr>
              <a:t>a</a:t>
            </a:r>
            <a:r>
              <a:rPr dirty="0" smtClean="0" sz="2400" spc="-2">
                <a:latin typeface="Times New Roman"/>
                <a:cs typeface="Times New Roman"/>
              </a:rPr>
              <a:t>n</a:t>
            </a:r>
            <a:r>
              <a:rPr dirty="0" smtClean="0" sz="2400" spc="-2">
                <a:latin typeface="Times New Roman"/>
                <a:cs typeface="Times New Roman"/>
              </a:rPr>
              <a:t> </a:t>
            </a:r>
            <a:r>
              <a:rPr dirty="0" smtClean="0" sz="2400" spc="-2">
                <a:latin typeface="Times New Roman"/>
                <a:cs typeface="Times New Roman"/>
              </a:rPr>
              <a:t>i</a:t>
            </a:r>
            <a:r>
              <a:rPr dirty="0" smtClean="0" sz="2400" spc="-2">
                <a:latin typeface="Times New Roman"/>
                <a:cs typeface="Times New Roman"/>
              </a:rPr>
              <a:t>n</a:t>
            </a:r>
            <a:r>
              <a:rPr dirty="0" smtClean="0" sz="2400" spc="-2">
                <a:latin typeface="Times New Roman"/>
                <a:cs typeface="Times New Roman"/>
              </a:rPr>
              <a:t>t</a:t>
            </a:r>
            <a:r>
              <a:rPr dirty="0" smtClean="0" sz="2400" spc="-2">
                <a:latin typeface="Times New Roman"/>
                <a:cs typeface="Times New Roman"/>
              </a:rPr>
              <a:t>erf</a:t>
            </a:r>
            <a:r>
              <a:rPr dirty="0" smtClean="0" sz="2400" spc="-2">
                <a:latin typeface="Times New Roman"/>
                <a:cs typeface="Times New Roman"/>
              </a:rPr>
              <a:t>e</a:t>
            </a:r>
            <a:r>
              <a:rPr dirty="0" smtClean="0" sz="2400" spc="-2">
                <a:latin typeface="Times New Roman"/>
                <a:cs typeface="Times New Roman"/>
              </a:rPr>
              <a:t>re</a:t>
            </a:r>
            <a:r>
              <a:rPr dirty="0" smtClean="0" sz="2400" spc="-2">
                <a:latin typeface="Times New Roman"/>
                <a:cs typeface="Times New Roman"/>
              </a:rPr>
              <a:t>n</a:t>
            </a:r>
            <a:r>
              <a:rPr dirty="0" smtClean="0" sz="2400" spc="-2">
                <a:latin typeface="Times New Roman"/>
                <a:cs typeface="Times New Roman"/>
              </a:rPr>
              <a:t>sin</a:t>
            </a:r>
            <a:r>
              <a:rPr dirty="0" smtClean="0" sz="2400" spc="-2">
                <a:latin typeface="Times New Roman"/>
                <a:cs typeface="Times New Roman"/>
              </a:rPr>
              <a:t>y</a:t>
            </a:r>
            <a:r>
              <a:rPr dirty="0" smtClean="0" sz="2400" spc="-2">
                <a:latin typeface="Times New Roman"/>
                <a:cs typeface="Times New Roman"/>
              </a:rPr>
              <a:t>a.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95825"/>
              </a:lnSpc>
            </a:pPr>
            <a:r>
              <a:rPr dirty="0" smtClean="0" sz="2400" spc="-1">
                <a:latin typeface="Times New Roman"/>
                <a:cs typeface="Times New Roman"/>
              </a:rPr>
              <a:t>Para</a:t>
            </a:r>
            <a:r>
              <a:rPr dirty="0" smtClean="0" sz="2400" spc="-1">
                <a:latin typeface="Times New Roman"/>
                <a:cs typeface="Times New Roman"/>
              </a:rPr>
              <a:t>m</a:t>
            </a:r>
            <a:r>
              <a:rPr dirty="0" smtClean="0" sz="2400" spc="-1">
                <a:latin typeface="Times New Roman"/>
                <a:cs typeface="Times New Roman"/>
              </a:rPr>
              <a:t>e</a:t>
            </a:r>
            <a:r>
              <a:rPr dirty="0" smtClean="0" sz="2400" spc="-1">
                <a:latin typeface="Times New Roman"/>
                <a:cs typeface="Times New Roman"/>
              </a:rPr>
              <a:t>t</a:t>
            </a:r>
            <a:r>
              <a:rPr dirty="0" smtClean="0" sz="2400" spc="-1">
                <a:latin typeface="Times New Roman"/>
                <a:cs typeface="Times New Roman"/>
              </a:rPr>
              <a:t>er</a:t>
            </a:r>
            <a:r>
              <a:rPr dirty="0" smtClean="0" sz="2400" spc="-1">
                <a:latin typeface="Times New Roman"/>
                <a:cs typeface="Times New Roman"/>
              </a:rPr>
              <a:t> </a:t>
            </a:r>
            <a:r>
              <a:rPr dirty="0" smtClean="0" sz="2400" spc="-1">
                <a:latin typeface="Times New Roman"/>
                <a:cs typeface="Times New Roman"/>
              </a:rPr>
              <a:t>y</a:t>
            </a:r>
            <a:r>
              <a:rPr dirty="0" smtClean="0" sz="2400" spc="-1">
                <a:latin typeface="Times New Roman"/>
                <a:cs typeface="Times New Roman"/>
              </a:rPr>
              <a:t>ang</a:t>
            </a:r>
            <a:r>
              <a:rPr dirty="0" smtClean="0" sz="2400" spc="-1">
                <a:latin typeface="Times New Roman"/>
                <a:cs typeface="Times New Roman"/>
              </a:rPr>
              <a:t> </a:t>
            </a:r>
            <a:r>
              <a:rPr dirty="0" smtClean="0" sz="2400" spc="-1">
                <a:latin typeface="Times New Roman"/>
                <a:cs typeface="Times New Roman"/>
              </a:rPr>
              <a:t>m</a:t>
            </a:r>
            <a:r>
              <a:rPr dirty="0" smtClean="0" sz="2400" spc="-1">
                <a:latin typeface="Times New Roman"/>
                <a:cs typeface="Times New Roman"/>
              </a:rPr>
              <a:t>en</a:t>
            </a:r>
            <a:r>
              <a:rPr dirty="0" smtClean="0" sz="2400" spc="-1">
                <a:latin typeface="Times New Roman"/>
                <a:cs typeface="Times New Roman"/>
              </a:rPr>
              <a:t>j</a:t>
            </a:r>
            <a:r>
              <a:rPr dirty="0" smtClean="0" sz="2400" spc="-1">
                <a:latin typeface="Times New Roman"/>
                <a:cs typeface="Times New Roman"/>
              </a:rPr>
              <a:t>adi</a:t>
            </a:r>
            <a:r>
              <a:rPr dirty="0" smtClean="0" sz="2400" spc="-1">
                <a:latin typeface="Times New Roman"/>
                <a:cs typeface="Times New Roman"/>
              </a:rPr>
              <a:t> </a:t>
            </a:r>
            <a:r>
              <a:rPr dirty="0" smtClean="0" sz="2400" spc="-1">
                <a:latin typeface="Times New Roman"/>
                <a:cs typeface="Times New Roman"/>
              </a:rPr>
              <a:t>ukuran</a:t>
            </a:r>
            <a:r>
              <a:rPr dirty="0" smtClean="0" sz="2400" spc="-1">
                <a:latin typeface="Times New Roman"/>
                <a:cs typeface="Times New Roman"/>
              </a:rPr>
              <a:t> </a:t>
            </a:r>
            <a:r>
              <a:rPr dirty="0" smtClean="0" sz="2400" spc="-1">
                <a:latin typeface="Times New Roman"/>
                <a:cs typeface="Times New Roman"/>
              </a:rPr>
              <a:t>ad</a:t>
            </a:r>
            <a:r>
              <a:rPr dirty="0" smtClean="0" sz="2400" spc="-1">
                <a:latin typeface="Times New Roman"/>
                <a:cs typeface="Times New Roman"/>
              </a:rPr>
              <a:t>a</a:t>
            </a:r>
            <a:r>
              <a:rPr dirty="0" smtClean="0" sz="2400" spc="-1">
                <a:latin typeface="Times New Roman"/>
                <a:cs typeface="Times New Roman"/>
              </a:rPr>
              <a:t>l</a:t>
            </a:r>
            <a:r>
              <a:rPr dirty="0" smtClean="0" sz="2400" spc="-1">
                <a:latin typeface="Times New Roman"/>
                <a:cs typeface="Times New Roman"/>
              </a:rPr>
              <a:t>a</a:t>
            </a:r>
            <a:r>
              <a:rPr dirty="0" smtClean="0" sz="2400" spc="-1">
                <a:latin typeface="Times New Roman"/>
                <a:cs typeface="Times New Roman"/>
              </a:rPr>
              <a:t>h</a:t>
            </a:r>
            <a:r>
              <a:rPr dirty="0" smtClean="0" sz="2400" spc="-1">
                <a:latin typeface="Times New Roman"/>
                <a:cs typeface="Times New Roman"/>
              </a:rPr>
              <a:t> </a:t>
            </a:r>
            <a:r>
              <a:rPr dirty="0" smtClean="0" sz="2400" spc="-1">
                <a:latin typeface="Times New Roman"/>
                <a:cs typeface="Times New Roman"/>
              </a:rPr>
              <a:t>perb</a:t>
            </a:r>
            <a:r>
              <a:rPr dirty="0" smtClean="0" sz="2400" spc="-1">
                <a:latin typeface="Times New Roman"/>
                <a:cs typeface="Times New Roman"/>
              </a:rPr>
              <a:t>a</a:t>
            </a:r>
            <a:r>
              <a:rPr dirty="0" smtClean="0" sz="2400" spc="-1">
                <a:latin typeface="Times New Roman"/>
                <a:cs typeface="Times New Roman"/>
              </a:rPr>
              <a:t>nd</a:t>
            </a:r>
            <a:r>
              <a:rPr dirty="0" smtClean="0" sz="2400" spc="-1">
                <a:latin typeface="Times New Roman"/>
                <a:cs typeface="Times New Roman"/>
              </a:rPr>
              <a:t>i</a:t>
            </a:r>
            <a:r>
              <a:rPr dirty="0" smtClean="0" sz="2400" spc="-1">
                <a:latin typeface="Times New Roman"/>
                <a:cs typeface="Times New Roman"/>
              </a:rPr>
              <a:t>ngan</a:t>
            </a:r>
            <a:r>
              <a:rPr dirty="0" smtClean="0" sz="2400" spc="-1">
                <a:latin typeface="Times New Roman"/>
                <a:cs typeface="Times New Roman"/>
              </a:rPr>
              <a:t> </a:t>
            </a:r>
            <a:r>
              <a:rPr dirty="0" smtClean="0" sz="2400" spc="-1">
                <a:latin typeface="Times New Roman"/>
                <a:cs typeface="Times New Roman"/>
              </a:rPr>
              <a:t>da</a:t>
            </a:r>
            <a:r>
              <a:rPr dirty="0" smtClean="0" sz="2400" spc="-1">
                <a:latin typeface="Times New Roman"/>
                <a:cs typeface="Times New Roman"/>
              </a:rPr>
              <a:t>y</a:t>
            </a:r>
            <a:r>
              <a:rPr dirty="0" smtClean="0" sz="2400" spc="-1">
                <a:latin typeface="Times New Roman"/>
                <a:cs typeface="Times New Roman"/>
              </a:rPr>
              <a:t>a</a:t>
            </a:r>
            <a:r>
              <a:rPr dirty="0" smtClean="0" sz="2400" spc="-1">
                <a:latin typeface="Times New Roman"/>
                <a:cs typeface="Times New Roman"/>
              </a:rPr>
              <a:t> </a:t>
            </a:r>
            <a:r>
              <a:rPr dirty="0" smtClean="0" sz="2400" spc="-1">
                <a:latin typeface="Times New Roman"/>
                <a:cs typeface="Times New Roman"/>
              </a:rPr>
              <a:t>sin</a:t>
            </a:r>
            <a:r>
              <a:rPr dirty="0" smtClean="0" sz="2400" spc="-1">
                <a:latin typeface="Times New Roman"/>
                <a:cs typeface="Times New Roman"/>
              </a:rPr>
              <a:t>y</a:t>
            </a:r>
            <a:r>
              <a:rPr dirty="0" smtClean="0" sz="2400" spc="-1">
                <a:latin typeface="Times New Roman"/>
                <a:cs typeface="Times New Roman"/>
              </a:rPr>
              <a:t>al</a:t>
            </a:r>
            <a:r>
              <a:rPr dirty="0" smtClean="0" sz="2400" spc="-1">
                <a:latin typeface="Times New Roman"/>
                <a:cs typeface="Times New Roman"/>
              </a:rPr>
              <a:t> </a:t>
            </a:r>
            <a:r>
              <a:rPr dirty="0" smtClean="0" sz="2400" spc="-1">
                <a:latin typeface="Times New Roman"/>
                <a:cs typeface="Times New Roman"/>
              </a:rPr>
              <a:t>/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52157" y="4076799"/>
            <a:ext cx="3248964" cy="330200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 spc="-3">
                <a:latin typeface="Times New Roman"/>
                <a:cs typeface="Times New Roman"/>
              </a:rPr>
              <a:t>c</a:t>
            </a:r>
            <a:r>
              <a:rPr dirty="0" smtClean="0" sz="2400" spc="-3">
                <a:latin typeface="Times New Roman"/>
                <a:cs typeface="Times New Roman"/>
              </a:rPr>
              <a:t>a</a:t>
            </a:r>
            <a:r>
              <a:rPr dirty="0" smtClean="0" sz="2400" spc="-3">
                <a:latin typeface="Times New Roman"/>
                <a:cs typeface="Times New Roman"/>
              </a:rPr>
              <a:t>rri</a:t>
            </a:r>
            <a:r>
              <a:rPr dirty="0" smtClean="0" sz="2400" spc="-3">
                <a:latin typeface="Times New Roman"/>
                <a:cs typeface="Times New Roman"/>
              </a:rPr>
              <a:t>e</a:t>
            </a:r>
            <a:r>
              <a:rPr dirty="0" smtClean="0" sz="2400" spc="-3">
                <a:latin typeface="Times New Roman"/>
                <a:cs typeface="Times New Roman"/>
              </a:rPr>
              <a:t>r</a:t>
            </a:r>
            <a:r>
              <a:rPr dirty="0" smtClean="0" sz="2400" spc="-3">
                <a:latin typeface="Times New Roman"/>
                <a:cs typeface="Times New Roman"/>
              </a:rPr>
              <a:t> </a:t>
            </a:r>
            <a:r>
              <a:rPr dirty="0" smtClean="0" sz="2400" spc="-3">
                <a:latin typeface="Times New Roman"/>
                <a:cs typeface="Times New Roman"/>
              </a:rPr>
              <a:t>t</a:t>
            </a:r>
            <a:r>
              <a:rPr dirty="0" smtClean="0" sz="2400" spc="-3">
                <a:latin typeface="Times New Roman"/>
                <a:cs typeface="Times New Roman"/>
              </a:rPr>
              <a:t>e</a:t>
            </a:r>
            <a:r>
              <a:rPr dirty="0" smtClean="0" sz="2400" spc="-3">
                <a:latin typeface="Times New Roman"/>
                <a:cs typeface="Times New Roman"/>
              </a:rPr>
              <a:t>rhad</a:t>
            </a:r>
            <a:r>
              <a:rPr dirty="0" smtClean="0" sz="2400" spc="-3">
                <a:latin typeface="Times New Roman"/>
                <a:cs typeface="Times New Roman"/>
              </a:rPr>
              <a:t>a</a:t>
            </a:r>
            <a:r>
              <a:rPr dirty="0" smtClean="0" sz="2400" spc="-3">
                <a:latin typeface="Times New Roman"/>
                <a:cs typeface="Times New Roman"/>
              </a:rPr>
              <a:t>p</a:t>
            </a:r>
            <a:r>
              <a:rPr dirty="0" smtClean="0" sz="2400" spc="-3">
                <a:latin typeface="Times New Roman"/>
                <a:cs typeface="Times New Roman"/>
              </a:rPr>
              <a:t> </a:t>
            </a:r>
            <a:r>
              <a:rPr dirty="0" smtClean="0" sz="2400" spc="-3">
                <a:latin typeface="Times New Roman"/>
                <a:cs typeface="Times New Roman"/>
              </a:rPr>
              <a:t>t</a:t>
            </a:r>
            <a:r>
              <a:rPr dirty="0" smtClean="0" sz="2400" spc="-3">
                <a:latin typeface="Times New Roman"/>
                <a:cs typeface="Times New Roman"/>
              </a:rPr>
              <a:t>o</a:t>
            </a:r>
            <a:r>
              <a:rPr dirty="0" smtClean="0" sz="2400" spc="-3">
                <a:latin typeface="Times New Roman"/>
                <a:cs typeface="Times New Roman"/>
              </a:rPr>
              <a:t>t</a:t>
            </a:r>
            <a:r>
              <a:rPr dirty="0" smtClean="0" sz="2400" spc="-3">
                <a:latin typeface="Times New Roman"/>
                <a:cs typeface="Times New Roman"/>
              </a:rPr>
              <a:t>al</a:t>
            </a:r>
            <a:r>
              <a:rPr dirty="0" smtClean="0" sz="2400" spc="-3">
                <a:latin typeface="Times New Roman"/>
                <a:cs typeface="Times New Roman"/>
              </a:rPr>
              <a:t> </a:t>
            </a:r>
            <a:r>
              <a:rPr dirty="0" smtClean="0" sz="2400" spc="-3">
                <a:latin typeface="Times New Roman"/>
                <a:cs typeface="Times New Roman"/>
              </a:rPr>
              <a:t>da</a:t>
            </a:r>
            <a:r>
              <a:rPr dirty="0" smtClean="0" sz="2400" spc="-3">
                <a:latin typeface="Times New Roman"/>
                <a:cs typeface="Times New Roman"/>
              </a:rPr>
              <a:t>y</a:t>
            </a:r>
            <a:r>
              <a:rPr dirty="0" smtClean="0" sz="2400" spc="-3"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089107" y="4076799"/>
            <a:ext cx="1888032" cy="330200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 spc="-5">
                <a:latin typeface="Times New Roman"/>
                <a:cs typeface="Times New Roman"/>
              </a:rPr>
              <a:t>i</a:t>
            </a:r>
            <a:r>
              <a:rPr dirty="0" smtClean="0" sz="2400" spc="-5">
                <a:latin typeface="Times New Roman"/>
                <a:cs typeface="Times New Roman"/>
              </a:rPr>
              <a:t>n</a:t>
            </a:r>
            <a:r>
              <a:rPr dirty="0" smtClean="0" sz="2400" spc="-5">
                <a:latin typeface="Times New Roman"/>
                <a:cs typeface="Times New Roman"/>
              </a:rPr>
              <a:t>t</a:t>
            </a:r>
            <a:r>
              <a:rPr dirty="0" smtClean="0" sz="2400" spc="-5">
                <a:latin typeface="Times New Roman"/>
                <a:cs typeface="Times New Roman"/>
              </a:rPr>
              <a:t>erf</a:t>
            </a:r>
            <a:r>
              <a:rPr dirty="0" smtClean="0" sz="2400" spc="-5">
                <a:latin typeface="Times New Roman"/>
                <a:cs typeface="Times New Roman"/>
              </a:rPr>
              <a:t>e</a:t>
            </a:r>
            <a:r>
              <a:rPr dirty="0" smtClean="0" sz="2400" spc="-5">
                <a:latin typeface="Times New Roman"/>
                <a:cs typeface="Times New Roman"/>
              </a:rPr>
              <a:t>rensin</a:t>
            </a:r>
            <a:r>
              <a:rPr dirty="0" smtClean="0" sz="2400" spc="-5">
                <a:latin typeface="Times New Roman"/>
                <a:cs typeface="Times New Roman"/>
              </a:rPr>
              <a:t>y</a:t>
            </a:r>
            <a:r>
              <a:rPr dirty="0" smtClean="0" sz="2400" spc="-5"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59740" y="4656300"/>
            <a:ext cx="177800" cy="330200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>
                <a:latin typeface="Times New Roman"/>
                <a:cs typeface="Times New Roman"/>
              </a:rPr>
              <a:t>•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52157" y="4656300"/>
            <a:ext cx="8452953" cy="1427797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 marR="39873">
              <a:lnSpc>
                <a:spcPts val="2550"/>
              </a:lnSpc>
            </a:pPr>
            <a:r>
              <a:rPr dirty="0" smtClean="0" sz="2400" spc="0" b="1">
                <a:latin typeface="Times New Roman"/>
                <a:cs typeface="Times New Roman"/>
              </a:rPr>
              <a:t>Seda</a:t>
            </a:r>
            <a:r>
              <a:rPr dirty="0" smtClean="0" sz="2400" spc="0" b="1">
                <a:latin typeface="Times New Roman"/>
                <a:cs typeface="Times New Roman"/>
              </a:rPr>
              <a:t>n</a:t>
            </a:r>
            <a:r>
              <a:rPr dirty="0" smtClean="0" sz="2400" spc="0" b="1">
                <a:latin typeface="Times New Roman"/>
                <a:cs typeface="Times New Roman"/>
              </a:rPr>
              <a:t>gkan</a:t>
            </a:r>
            <a:r>
              <a:rPr dirty="0" smtClean="0" sz="2400" spc="0" b="1">
                <a:latin typeface="Times New Roman"/>
                <a:cs typeface="Times New Roman"/>
              </a:rPr>
              <a:t> </a:t>
            </a:r>
            <a:r>
              <a:rPr dirty="0" smtClean="0" sz="2400" spc="0" b="1">
                <a:latin typeface="Times New Roman"/>
                <a:cs typeface="Times New Roman"/>
              </a:rPr>
              <a:t>ha</a:t>
            </a:r>
            <a:r>
              <a:rPr dirty="0" smtClean="0" sz="2400" spc="0" b="1">
                <a:latin typeface="Times New Roman"/>
                <a:cs typeface="Times New Roman"/>
              </a:rPr>
              <a:t>n</a:t>
            </a:r>
            <a:r>
              <a:rPr dirty="0" smtClean="0" sz="2400" spc="0" b="1">
                <a:latin typeface="Times New Roman"/>
                <a:cs typeface="Times New Roman"/>
              </a:rPr>
              <a:t>do</a:t>
            </a:r>
            <a:r>
              <a:rPr dirty="0" smtClean="0" sz="2400" spc="0" b="1">
                <a:latin typeface="Times New Roman"/>
                <a:cs typeface="Times New Roman"/>
              </a:rPr>
              <a:t>f</a:t>
            </a:r>
            <a:r>
              <a:rPr dirty="0" smtClean="0" sz="2400" spc="0" b="1">
                <a:latin typeface="Times New Roman"/>
                <a:cs typeface="Times New Roman"/>
              </a:rPr>
              <a:t>f</a:t>
            </a:r>
            <a:r>
              <a:rPr dirty="0" smtClean="0" sz="2400" spc="0" b="1">
                <a:latin typeface="Times New Roman"/>
                <a:cs typeface="Times New Roman"/>
              </a:rPr>
              <a:t> </a:t>
            </a:r>
            <a:r>
              <a:rPr dirty="0" smtClean="0" sz="2400" spc="0">
                <a:latin typeface="Times New Roman"/>
                <a:cs typeface="Times New Roman"/>
              </a:rPr>
              <a:t>m</a:t>
            </a:r>
            <a:r>
              <a:rPr dirty="0" smtClean="0" sz="2400" spc="0">
                <a:latin typeface="Times New Roman"/>
                <a:cs typeface="Times New Roman"/>
              </a:rPr>
              <a:t>e</a:t>
            </a:r>
            <a:r>
              <a:rPr dirty="0" smtClean="0" sz="2400" spc="0">
                <a:latin typeface="Times New Roman"/>
                <a:cs typeface="Times New Roman"/>
              </a:rPr>
              <a:t>m</a:t>
            </a:r>
            <a:r>
              <a:rPr dirty="0" smtClean="0" sz="2400" spc="0">
                <a:latin typeface="Times New Roman"/>
                <a:cs typeface="Times New Roman"/>
              </a:rPr>
              <a:t>ungkink</a:t>
            </a:r>
            <a:r>
              <a:rPr dirty="0" smtClean="0" sz="2400" spc="0">
                <a:latin typeface="Times New Roman"/>
                <a:cs typeface="Times New Roman"/>
              </a:rPr>
              <a:t>a</a:t>
            </a:r>
            <a:r>
              <a:rPr dirty="0" smtClean="0" sz="2400" spc="0">
                <a:latin typeface="Times New Roman"/>
                <a:cs typeface="Times New Roman"/>
              </a:rPr>
              <a:t>n</a:t>
            </a:r>
            <a:r>
              <a:rPr dirty="0" smtClean="0" sz="2400" spc="0">
                <a:latin typeface="Times New Roman"/>
                <a:cs typeface="Times New Roman"/>
              </a:rPr>
              <a:t> </a:t>
            </a:r>
            <a:r>
              <a:rPr dirty="0" smtClean="0" sz="2400" spc="0">
                <a:latin typeface="Times New Roman"/>
                <a:cs typeface="Times New Roman"/>
              </a:rPr>
              <a:t>seorang</a:t>
            </a:r>
            <a:r>
              <a:rPr dirty="0" smtClean="0" sz="2400" spc="0">
                <a:latin typeface="Times New Roman"/>
                <a:cs typeface="Times New Roman"/>
              </a:rPr>
              <a:t> </a:t>
            </a:r>
            <a:r>
              <a:rPr dirty="0" smtClean="0" sz="2400" spc="0">
                <a:latin typeface="Times New Roman"/>
                <a:cs typeface="Times New Roman"/>
              </a:rPr>
              <a:t>p</a:t>
            </a:r>
            <a:r>
              <a:rPr dirty="0" smtClean="0" sz="2400" spc="0">
                <a:latin typeface="Times New Roman"/>
                <a:cs typeface="Times New Roman"/>
              </a:rPr>
              <a:t>e</a:t>
            </a:r>
            <a:r>
              <a:rPr dirty="0" smtClean="0" sz="2400" spc="0">
                <a:latin typeface="Times New Roman"/>
                <a:cs typeface="Times New Roman"/>
              </a:rPr>
              <a:t>ngguna</a:t>
            </a:r>
            <a:r>
              <a:rPr dirty="0" smtClean="0" sz="2400" spc="0">
                <a:latin typeface="Times New Roman"/>
                <a:cs typeface="Times New Roman"/>
              </a:rPr>
              <a:t> </a:t>
            </a:r>
            <a:r>
              <a:rPr dirty="0" smtClean="0" sz="2400" spc="0">
                <a:latin typeface="Times New Roman"/>
                <a:cs typeface="Times New Roman"/>
              </a:rPr>
              <a:t>p</a:t>
            </a:r>
            <a:r>
              <a:rPr dirty="0" smtClean="0" sz="2400" spc="0">
                <a:latin typeface="Times New Roman"/>
                <a:cs typeface="Times New Roman"/>
              </a:rPr>
              <a:t>i</a:t>
            </a:r>
            <a:r>
              <a:rPr dirty="0" smtClean="0" sz="2400" spc="0">
                <a:latin typeface="Times New Roman"/>
                <a:cs typeface="Times New Roman"/>
              </a:rPr>
              <a:t>ndah</a:t>
            </a:r>
            <a:r>
              <a:rPr dirty="0" smtClean="0" sz="2400" spc="0">
                <a:latin typeface="Times New Roman"/>
                <a:cs typeface="Times New Roman"/>
              </a:rPr>
              <a:t> </a:t>
            </a:r>
            <a:r>
              <a:rPr dirty="0" smtClean="0" sz="2400" spc="0">
                <a:latin typeface="Times New Roman"/>
                <a:cs typeface="Times New Roman"/>
              </a:rPr>
              <a:t>d</a:t>
            </a:r>
            <a:r>
              <a:rPr dirty="0" smtClean="0" sz="2400" spc="0">
                <a:latin typeface="Times New Roman"/>
                <a:cs typeface="Times New Roman"/>
              </a:rPr>
              <a:t>a</a:t>
            </a:r>
            <a:r>
              <a:rPr dirty="0" smtClean="0" sz="2400" spc="0">
                <a:latin typeface="Times New Roman"/>
                <a:cs typeface="Times New Roman"/>
              </a:rPr>
              <a:t>ri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41"/>
              </a:lnSpc>
            </a:pPr>
            <a:r>
              <a:rPr dirty="0" smtClean="0" sz="2400">
                <a:latin typeface="Times New Roman"/>
                <a:cs typeface="Times New Roman"/>
              </a:rPr>
              <a:t>sua</a:t>
            </a:r>
            <a:r>
              <a:rPr dirty="0" smtClean="0" sz="2400" spc="-9">
                <a:latin typeface="Times New Roman"/>
                <a:cs typeface="Times New Roman"/>
              </a:rPr>
              <a:t>t</a:t>
            </a:r>
            <a:r>
              <a:rPr dirty="0" smtClean="0" sz="2400" spc="0">
                <a:latin typeface="Times New Roman"/>
                <a:cs typeface="Times New Roman"/>
              </a:rPr>
              <a:t>u</a:t>
            </a:r>
            <a:r>
              <a:rPr dirty="0" smtClean="0" sz="2400" spc="0">
                <a:latin typeface="Times New Roman"/>
                <a:cs typeface="Times New Roman"/>
              </a:rPr>
              <a:t> </a:t>
            </a:r>
            <a:r>
              <a:rPr dirty="0" smtClean="0" sz="2400" spc="0">
                <a:latin typeface="Times New Roman"/>
                <a:cs typeface="Times New Roman"/>
              </a:rPr>
              <a:t>sel</a:t>
            </a:r>
            <a:r>
              <a:rPr dirty="0" smtClean="0" sz="2400" spc="-9">
                <a:latin typeface="Times New Roman"/>
                <a:cs typeface="Times New Roman"/>
              </a:rPr>
              <a:t> </a:t>
            </a:r>
            <a:r>
              <a:rPr dirty="0" smtClean="0" sz="2400" spc="0">
                <a:latin typeface="Times New Roman"/>
                <a:cs typeface="Times New Roman"/>
              </a:rPr>
              <a:t>ke</a:t>
            </a:r>
            <a:r>
              <a:rPr dirty="0" smtClean="0" sz="2400" spc="-9">
                <a:latin typeface="Times New Roman"/>
                <a:cs typeface="Times New Roman"/>
              </a:rPr>
              <a:t> </a:t>
            </a:r>
            <a:r>
              <a:rPr dirty="0" smtClean="0" sz="2400" spc="0">
                <a:latin typeface="Times New Roman"/>
                <a:cs typeface="Times New Roman"/>
              </a:rPr>
              <a:t>sel</a:t>
            </a:r>
            <a:r>
              <a:rPr dirty="0" smtClean="0" sz="2400" spc="9">
                <a:latin typeface="Times New Roman"/>
                <a:cs typeface="Times New Roman"/>
              </a:rPr>
              <a:t> </a:t>
            </a:r>
            <a:r>
              <a:rPr dirty="0" smtClean="0" sz="2400" spc="-59">
                <a:latin typeface="Times New Roman"/>
                <a:cs typeface="Times New Roman"/>
              </a:rPr>
              <a:t>y</a:t>
            </a:r>
            <a:r>
              <a:rPr dirty="0" smtClean="0" sz="2400" spc="0">
                <a:latin typeface="Times New Roman"/>
                <a:cs typeface="Times New Roman"/>
              </a:rPr>
              <a:t>a</a:t>
            </a:r>
            <a:r>
              <a:rPr dirty="0" smtClean="0" sz="2400" spc="-4">
                <a:latin typeface="Times New Roman"/>
                <a:cs typeface="Times New Roman"/>
              </a:rPr>
              <a:t>n</a:t>
            </a:r>
            <a:r>
              <a:rPr dirty="0" smtClean="0" sz="2400" spc="0">
                <a:latin typeface="Times New Roman"/>
                <a:cs typeface="Times New Roman"/>
              </a:rPr>
              <a:t>g</a:t>
            </a:r>
            <a:r>
              <a:rPr dirty="0" smtClean="0" sz="2400" spc="54">
                <a:latin typeface="Times New Roman"/>
                <a:cs typeface="Times New Roman"/>
              </a:rPr>
              <a:t> </a:t>
            </a:r>
            <a:r>
              <a:rPr dirty="0" smtClean="0" sz="2400" spc="-4">
                <a:latin typeface="Times New Roman"/>
                <a:cs typeface="Times New Roman"/>
              </a:rPr>
              <a:t>l</a:t>
            </a:r>
            <a:r>
              <a:rPr dirty="0" smtClean="0" sz="2400" spc="0">
                <a:latin typeface="Times New Roman"/>
                <a:cs typeface="Times New Roman"/>
              </a:rPr>
              <a:t>a</a:t>
            </a:r>
            <a:r>
              <a:rPr dirty="0" smtClean="0" sz="2400" spc="-14">
                <a:latin typeface="Times New Roman"/>
                <a:cs typeface="Times New Roman"/>
              </a:rPr>
              <a:t>i</a:t>
            </a:r>
            <a:r>
              <a:rPr dirty="0" smtClean="0" sz="2400" spc="0">
                <a:latin typeface="Times New Roman"/>
                <a:cs typeface="Times New Roman"/>
              </a:rPr>
              <a:t>n</a:t>
            </a:r>
            <a:r>
              <a:rPr dirty="0" smtClean="0" sz="2400" spc="0">
                <a:latin typeface="Times New Roman"/>
                <a:cs typeface="Times New Roman"/>
              </a:rPr>
              <a:t> </a:t>
            </a:r>
            <a:r>
              <a:rPr dirty="0" smtClean="0" sz="2400" spc="-9">
                <a:latin typeface="Times New Roman"/>
                <a:cs typeface="Times New Roman"/>
              </a:rPr>
              <a:t>t</a:t>
            </a:r>
            <a:r>
              <a:rPr dirty="0" smtClean="0" sz="2400" spc="0">
                <a:latin typeface="Times New Roman"/>
                <a:cs typeface="Times New Roman"/>
              </a:rPr>
              <a:t>a</a:t>
            </a:r>
            <a:r>
              <a:rPr dirty="0" smtClean="0" sz="2400" spc="-4">
                <a:latin typeface="Times New Roman"/>
                <a:cs typeface="Times New Roman"/>
              </a:rPr>
              <a:t>n</a:t>
            </a:r>
            <a:r>
              <a:rPr dirty="0" smtClean="0" sz="2400" spc="0">
                <a:latin typeface="Times New Roman"/>
                <a:cs typeface="Times New Roman"/>
              </a:rPr>
              <a:t>pa</a:t>
            </a:r>
            <a:r>
              <a:rPr dirty="0" smtClean="0" sz="2400" spc="-4">
                <a:latin typeface="Times New Roman"/>
                <a:cs typeface="Times New Roman"/>
              </a:rPr>
              <a:t> </a:t>
            </a:r>
            <a:r>
              <a:rPr dirty="0" smtClean="0" sz="2400" spc="-4">
                <a:latin typeface="Times New Roman"/>
                <a:cs typeface="Times New Roman"/>
              </a:rPr>
              <a:t>a</a:t>
            </a:r>
            <a:r>
              <a:rPr dirty="0" smtClean="0" sz="2400" spc="0">
                <a:latin typeface="Times New Roman"/>
                <a:cs typeface="Times New Roman"/>
              </a:rPr>
              <a:t>d</a:t>
            </a:r>
            <a:r>
              <a:rPr dirty="0" smtClean="0" sz="2400" spc="-4">
                <a:latin typeface="Times New Roman"/>
                <a:cs typeface="Times New Roman"/>
              </a:rPr>
              <a:t>a</a:t>
            </a:r>
            <a:r>
              <a:rPr dirty="0" smtClean="0" sz="2400" spc="0">
                <a:latin typeface="Times New Roman"/>
                <a:cs typeface="Times New Roman"/>
              </a:rPr>
              <a:t>n</a:t>
            </a:r>
            <a:r>
              <a:rPr dirty="0" smtClean="0" sz="2400" spc="-59">
                <a:latin typeface="Times New Roman"/>
                <a:cs typeface="Times New Roman"/>
              </a:rPr>
              <a:t>y</a:t>
            </a:r>
            <a:r>
              <a:rPr dirty="0" smtClean="0" sz="2400" spc="0">
                <a:latin typeface="Times New Roman"/>
                <a:cs typeface="Times New Roman"/>
              </a:rPr>
              <a:t>a</a:t>
            </a:r>
            <a:r>
              <a:rPr dirty="0" smtClean="0" sz="2400" spc="69">
                <a:latin typeface="Times New Roman"/>
                <a:cs typeface="Times New Roman"/>
              </a:rPr>
              <a:t> </a:t>
            </a:r>
            <a:r>
              <a:rPr dirty="0" smtClean="0" sz="2400" spc="0">
                <a:latin typeface="Times New Roman"/>
                <a:cs typeface="Times New Roman"/>
              </a:rPr>
              <a:t>p</a:t>
            </a:r>
            <a:r>
              <a:rPr dirty="0" smtClean="0" sz="2400" spc="-4">
                <a:latin typeface="Times New Roman"/>
                <a:cs typeface="Times New Roman"/>
              </a:rPr>
              <a:t>e</a:t>
            </a:r>
            <a:r>
              <a:rPr dirty="0" smtClean="0" sz="2400" spc="-29">
                <a:latin typeface="Times New Roman"/>
                <a:cs typeface="Times New Roman"/>
              </a:rPr>
              <a:t>m</a:t>
            </a:r>
            <a:r>
              <a:rPr dirty="0" smtClean="0" sz="2400" spc="0">
                <a:latin typeface="Times New Roman"/>
                <a:cs typeface="Times New Roman"/>
              </a:rPr>
              <a:t>u</a:t>
            </a:r>
            <a:r>
              <a:rPr dirty="0" smtClean="0" sz="2400" spc="-9">
                <a:latin typeface="Times New Roman"/>
                <a:cs typeface="Times New Roman"/>
              </a:rPr>
              <a:t>t</a:t>
            </a:r>
            <a:r>
              <a:rPr dirty="0" smtClean="0" sz="2400" spc="0">
                <a:latin typeface="Times New Roman"/>
                <a:cs typeface="Times New Roman"/>
              </a:rPr>
              <a:t>usan</a:t>
            </a:r>
            <a:r>
              <a:rPr dirty="0" smtClean="0" sz="2400" spc="14">
                <a:latin typeface="Times New Roman"/>
                <a:cs typeface="Times New Roman"/>
              </a:rPr>
              <a:t> </a:t>
            </a:r>
            <a:r>
              <a:rPr dirty="0" smtClean="0" sz="2400" spc="0">
                <a:latin typeface="Times New Roman"/>
                <a:cs typeface="Times New Roman"/>
              </a:rPr>
              <a:t>hubun</a:t>
            </a:r>
            <a:r>
              <a:rPr dirty="0" smtClean="0" sz="2400" spc="-4">
                <a:latin typeface="Times New Roman"/>
                <a:cs typeface="Times New Roman"/>
              </a:rPr>
              <a:t>g</a:t>
            </a:r>
            <a:r>
              <a:rPr dirty="0" smtClean="0" sz="2400" spc="0">
                <a:latin typeface="Times New Roman"/>
                <a:cs typeface="Times New Roman"/>
              </a:rPr>
              <a:t>a</a:t>
            </a:r>
            <a:r>
              <a:rPr dirty="0" smtClean="0" sz="2400" spc="-4">
                <a:latin typeface="Times New Roman"/>
                <a:cs typeface="Times New Roman"/>
              </a:rPr>
              <a:t>n</a:t>
            </a:r>
            <a:r>
              <a:rPr dirty="0" smtClean="0" sz="2400" spc="0">
                <a:latin typeface="Times New Roman"/>
                <a:cs typeface="Times New Roman"/>
              </a:rPr>
              <a:t>.</a:t>
            </a:r>
            <a:r>
              <a:rPr dirty="0" smtClean="0" sz="2400" spc="-39">
                <a:latin typeface="Times New Roman"/>
                <a:cs typeface="Times New Roman"/>
              </a:rPr>
              <a:t> </a:t>
            </a:r>
            <a:r>
              <a:rPr dirty="0" smtClean="0" sz="2400" spc="-169">
                <a:latin typeface="Times New Roman"/>
                <a:cs typeface="Times New Roman"/>
              </a:rPr>
              <a:t>T</a:t>
            </a:r>
            <a:r>
              <a:rPr dirty="0" smtClean="0" sz="2400" spc="0">
                <a:latin typeface="Times New Roman"/>
                <a:cs typeface="Times New Roman"/>
              </a:rPr>
              <a:t>erjadi</a:t>
            </a:r>
            <a:r>
              <a:rPr dirty="0" smtClean="0" sz="2400" spc="0">
                <a:latin typeface="Times New Roman"/>
                <a:cs typeface="Times New Roman"/>
              </a:rPr>
              <a:t> </a:t>
            </a:r>
            <a:r>
              <a:rPr dirty="0" smtClean="0" sz="2400" spc="0">
                <a:latin typeface="Times New Roman"/>
                <a:cs typeface="Times New Roman"/>
              </a:rPr>
              <a:t>pe</a:t>
            </a:r>
            <a:r>
              <a:rPr dirty="0" smtClean="0" sz="2400" spc="-34">
                <a:latin typeface="Times New Roman"/>
                <a:cs typeface="Times New Roman"/>
              </a:rPr>
              <a:t>m</a:t>
            </a:r>
            <a:r>
              <a:rPr dirty="0" smtClean="0" sz="2400" spc="0">
                <a:latin typeface="Times New Roman"/>
                <a:cs typeface="Times New Roman"/>
              </a:rPr>
              <a:t>i</a:t>
            </a:r>
            <a:r>
              <a:rPr dirty="0" smtClean="0" sz="2400" spc="-4">
                <a:latin typeface="Times New Roman"/>
                <a:cs typeface="Times New Roman"/>
              </a:rPr>
              <a:t>n</a:t>
            </a:r>
            <a:r>
              <a:rPr dirty="0" smtClean="0" sz="2400" spc="0">
                <a:latin typeface="Times New Roman"/>
                <a:cs typeface="Times New Roman"/>
              </a:rPr>
              <a:t>dah</a:t>
            </a:r>
            <a:r>
              <a:rPr dirty="0" smtClean="0" sz="2400" spc="-9">
                <a:latin typeface="Times New Roman"/>
                <a:cs typeface="Times New Roman"/>
              </a:rPr>
              <a:t>a</a:t>
            </a:r>
            <a:r>
              <a:rPr dirty="0" smtClean="0" sz="2400" spc="0">
                <a:latin typeface="Times New Roman"/>
                <a:cs typeface="Times New Roman"/>
              </a:rPr>
              <a:t>n</a:t>
            </a:r>
            <a:r>
              <a:rPr dirty="0" smtClean="0" sz="2400" spc="39">
                <a:latin typeface="Times New Roman"/>
                <a:cs typeface="Times New Roman"/>
              </a:rPr>
              <a:t> </a:t>
            </a:r>
            <a:r>
              <a:rPr dirty="0" smtClean="0" sz="2400" spc="0">
                <a:latin typeface="Times New Roman"/>
                <a:cs typeface="Times New Roman"/>
              </a:rPr>
              <a:t>freku</a:t>
            </a:r>
            <a:r>
              <a:rPr dirty="0" smtClean="0" sz="2400" spc="-9">
                <a:latin typeface="Times New Roman"/>
                <a:cs typeface="Times New Roman"/>
              </a:rPr>
              <a:t>e</a:t>
            </a:r>
            <a:r>
              <a:rPr dirty="0" smtClean="0" sz="2400" spc="0">
                <a:latin typeface="Times New Roman"/>
                <a:cs typeface="Times New Roman"/>
              </a:rPr>
              <a:t>nsi</a:t>
            </a:r>
            <a:r>
              <a:rPr dirty="0" smtClean="0" sz="2400" spc="0">
                <a:latin typeface="Times New Roman"/>
                <a:cs typeface="Times New Roman"/>
              </a:rPr>
              <a:t> </a:t>
            </a:r>
            <a:r>
              <a:rPr dirty="0" smtClean="0" sz="2400" spc="0">
                <a:latin typeface="Times New Roman"/>
                <a:cs typeface="Times New Roman"/>
              </a:rPr>
              <a:t>/</a:t>
            </a:r>
            <a:r>
              <a:rPr dirty="0" smtClean="0" sz="2400" spc="-4">
                <a:latin typeface="Times New Roman"/>
                <a:cs typeface="Times New Roman"/>
              </a:rPr>
              <a:t> </a:t>
            </a:r>
            <a:r>
              <a:rPr dirty="0" smtClean="0" sz="2400" spc="0">
                <a:latin typeface="Times New Roman"/>
                <a:cs typeface="Times New Roman"/>
              </a:rPr>
              <a:t>kan</a:t>
            </a:r>
            <a:r>
              <a:rPr dirty="0" smtClean="0" sz="2400" spc="-9">
                <a:latin typeface="Times New Roman"/>
                <a:cs typeface="Times New Roman"/>
              </a:rPr>
              <a:t>a</a:t>
            </a:r>
            <a:r>
              <a:rPr dirty="0" smtClean="0" sz="2400" spc="0">
                <a:latin typeface="Times New Roman"/>
                <a:cs typeface="Times New Roman"/>
              </a:rPr>
              <a:t>l</a:t>
            </a:r>
            <a:r>
              <a:rPr dirty="0" smtClean="0" sz="2400" spc="-4">
                <a:latin typeface="Times New Roman"/>
                <a:cs typeface="Times New Roman"/>
              </a:rPr>
              <a:t> </a:t>
            </a:r>
            <a:r>
              <a:rPr dirty="0" smtClean="0" sz="2400" spc="0">
                <a:latin typeface="Times New Roman"/>
                <a:cs typeface="Times New Roman"/>
              </a:rPr>
              <a:t>sec</a:t>
            </a:r>
            <a:r>
              <a:rPr dirty="0" smtClean="0" sz="2400" spc="-9">
                <a:latin typeface="Times New Roman"/>
                <a:cs typeface="Times New Roman"/>
              </a:rPr>
              <a:t>a</a:t>
            </a:r>
            <a:r>
              <a:rPr dirty="0" smtClean="0" sz="2400" spc="0">
                <a:latin typeface="Times New Roman"/>
                <a:cs typeface="Times New Roman"/>
              </a:rPr>
              <a:t>ra</a:t>
            </a:r>
            <a:r>
              <a:rPr dirty="0" smtClean="0" sz="2400" spc="9">
                <a:latin typeface="Times New Roman"/>
                <a:cs typeface="Times New Roman"/>
              </a:rPr>
              <a:t> </a:t>
            </a:r>
            <a:r>
              <a:rPr dirty="0" smtClean="0" sz="2400" spc="0">
                <a:latin typeface="Times New Roman"/>
                <a:cs typeface="Times New Roman"/>
              </a:rPr>
              <a:t>o</a:t>
            </a:r>
            <a:r>
              <a:rPr dirty="0" smtClean="0" sz="2400" spc="-4">
                <a:latin typeface="Times New Roman"/>
                <a:cs typeface="Times New Roman"/>
              </a:rPr>
              <a:t>t</a:t>
            </a:r>
            <a:r>
              <a:rPr dirty="0" smtClean="0" sz="2400" spc="0">
                <a:latin typeface="Times New Roman"/>
                <a:cs typeface="Times New Roman"/>
              </a:rPr>
              <a:t>o</a:t>
            </a:r>
            <a:r>
              <a:rPr dirty="0" smtClean="0" sz="2400" spc="-25">
                <a:latin typeface="Times New Roman"/>
                <a:cs typeface="Times New Roman"/>
              </a:rPr>
              <a:t>m</a:t>
            </a:r>
            <a:r>
              <a:rPr dirty="0" smtClean="0" sz="2400" spc="0">
                <a:latin typeface="Times New Roman"/>
                <a:cs typeface="Times New Roman"/>
              </a:rPr>
              <a:t>a</a:t>
            </a:r>
            <a:r>
              <a:rPr dirty="0" smtClean="0" sz="2400" spc="-9">
                <a:latin typeface="Times New Roman"/>
                <a:cs typeface="Times New Roman"/>
              </a:rPr>
              <a:t>t</a:t>
            </a:r>
            <a:r>
              <a:rPr dirty="0" smtClean="0" sz="2400" spc="0">
                <a:latin typeface="Times New Roman"/>
                <a:cs typeface="Times New Roman"/>
              </a:rPr>
              <a:t>is</a:t>
            </a:r>
            <a:r>
              <a:rPr dirty="0" smtClean="0" sz="2400" spc="14">
                <a:latin typeface="Times New Roman"/>
                <a:cs typeface="Times New Roman"/>
              </a:rPr>
              <a:t> </a:t>
            </a:r>
            <a:r>
              <a:rPr dirty="0" smtClean="0" sz="2400" spc="-59">
                <a:latin typeface="Times New Roman"/>
                <a:cs typeface="Times New Roman"/>
              </a:rPr>
              <a:t>y</a:t>
            </a:r>
            <a:r>
              <a:rPr dirty="0" smtClean="0" sz="2400" spc="0">
                <a:latin typeface="Times New Roman"/>
                <a:cs typeface="Times New Roman"/>
              </a:rPr>
              <a:t>ang</a:t>
            </a:r>
            <a:r>
              <a:rPr dirty="0" smtClean="0" sz="2400" spc="54">
                <a:latin typeface="Times New Roman"/>
                <a:cs typeface="Times New Roman"/>
              </a:rPr>
              <a:t> </a:t>
            </a:r>
            <a:r>
              <a:rPr dirty="0" smtClean="0" sz="2400" spc="0">
                <a:latin typeface="Times New Roman"/>
                <a:cs typeface="Times New Roman"/>
              </a:rPr>
              <a:t>d</a:t>
            </a:r>
            <a:r>
              <a:rPr dirty="0" smtClean="0" sz="2400" spc="-4">
                <a:latin typeface="Times New Roman"/>
                <a:cs typeface="Times New Roman"/>
              </a:rPr>
              <a:t>i</a:t>
            </a:r>
            <a:r>
              <a:rPr dirty="0" smtClean="0" sz="2400" spc="0">
                <a:latin typeface="Times New Roman"/>
                <a:cs typeface="Times New Roman"/>
              </a:rPr>
              <a:t>l</a:t>
            </a:r>
            <a:r>
              <a:rPr dirty="0" smtClean="0" sz="2400" spc="-9">
                <a:latin typeface="Times New Roman"/>
                <a:cs typeface="Times New Roman"/>
              </a:rPr>
              <a:t>a</a:t>
            </a:r>
            <a:r>
              <a:rPr dirty="0" smtClean="0" sz="2400" spc="0">
                <a:latin typeface="Times New Roman"/>
                <a:cs typeface="Times New Roman"/>
              </a:rPr>
              <a:t>kukan</a:t>
            </a:r>
            <a:r>
              <a:rPr dirty="0" smtClean="0" sz="2400" spc="9">
                <a:latin typeface="Times New Roman"/>
                <a:cs typeface="Times New Roman"/>
              </a:rPr>
              <a:t> </a:t>
            </a:r>
            <a:r>
              <a:rPr dirty="0" smtClean="0" sz="2400" spc="0">
                <a:latin typeface="Times New Roman"/>
                <a:cs typeface="Times New Roman"/>
              </a:rPr>
              <a:t>o</a:t>
            </a:r>
            <a:r>
              <a:rPr dirty="0" smtClean="0" sz="2400" spc="-4">
                <a:latin typeface="Times New Roman"/>
                <a:cs typeface="Times New Roman"/>
              </a:rPr>
              <a:t>l</a:t>
            </a:r>
            <a:r>
              <a:rPr dirty="0" smtClean="0" sz="2400" spc="0">
                <a:latin typeface="Times New Roman"/>
                <a:cs typeface="Times New Roman"/>
              </a:rPr>
              <a:t>eh</a:t>
            </a:r>
            <a:r>
              <a:rPr dirty="0" smtClean="0" sz="2400" spc="0">
                <a:latin typeface="Times New Roman"/>
                <a:cs typeface="Times New Roman"/>
              </a:rPr>
              <a:t> </a:t>
            </a:r>
            <a:r>
              <a:rPr dirty="0" smtClean="0" sz="2400" spc="0">
                <a:latin typeface="Times New Roman"/>
                <a:cs typeface="Times New Roman"/>
              </a:rPr>
              <a:t>sist</a:t>
            </a:r>
            <a:r>
              <a:rPr dirty="0" smtClean="0" sz="2400" spc="-4">
                <a:latin typeface="Times New Roman"/>
                <a:cs typeface="Times New Roman"/>
              </a:rPr>
              <a:t>e</a:t>
            </a:r>
            <a:r>
              <a:rPr dirty="0" smtClean="0" sz="2400" spc="0">
                <a:latin typeface="Times New Roman"/>
                <a:cs typeface="Times New Roman"/>
              </a:rPr>
              <a:t>m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31140" y="6472848"/>
            <a:ext cx="5475228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o</a:t>
            </a:r>
            <a:r>
              <a:rPr dirty="0" smtClean="0" sz="1800" spc="0" b="1">
                <a:latin typeface="Georgia"/>
                <a:cs typeface="Georgia"/>
              </a:rPr>
              <a:t>d</a:t>
            </a:r>
            <a:r>
              <a:rPr dirty="0" smtClean="0" sz="1800" spc="0" b="1">
                <a:latin typeface="Georgia"/>
                <a:cs typeface="Georgia"/>
              </a:rPr>
              <a:t>ul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3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S</a:t>
            </a:r>
            <a:r>
              <a:rPr dirty="0" smtClean="0" sz="1800" spc="0" b="1">
                <a:latin typeface="Georgia"/>
                <a:cs typeface="Georgia"/>
              </a:rPr>
              <a:t>istem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K</a:t>
            </a:r>
            <a:r>
              <a:rPr dirty="0" smtClean="0" sz="1800" spc="0" b="1">
                <a:latin typeface="Georgia"/>
                <a:cs typeface="Georgia"/>
              </a:rPr>
              <a:t>o</a:t>
            </a: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unik</a:t>
            </a:r>
            <a:r>
              <a:rPr dirty="0" smtClean="0" sz="1800" spc="0" b="1">
                <a:latin typeface="Georgia"/>
                <a:cs typeface="Georgia"/>
              </a:rPr>
              <a:t>a</a:t>
            </a:r>
            <a:r>
              <a:rPr dirty="0" smtClean="0" sz="1800" spc="0" b="1">
                <a:latin typeface="Georgia"/>
                <a:cs typeface="Georgia"/>
              </a:rPr>
              <a:t>si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B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r>
              <a:rPr dirty="0" smtClean="0" sz="1800" spc="0" b="1">
                <a:latin typeface="Georgia"/>
                <a:cs typeface="Georgia"/>
              </a:rPr>
              <a:t>g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r>
              <a:rPr dirty="0" smtClean="0" sz="1800" spc="0" b="1">
                <a:latin typeface="Georgia"/>
                <a:cs typeface="Georgia"/>
              </a:rPr>
              <a:t>a</a:t>
            </a:r>
            <a:r>
              <a:rPr dirty="0" smtClean="0" sz="1800" spc="0" b="1">
                <a:latin typeface="Georgia"/>
                <a:cs typeface="Georgia"/>
              </a:rPr>
              <a:t>k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S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lul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585960" y="6472848"/>
            <a:ext cx="207811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b="1">
                <a:latin typeface="Georgia"/>
                <a:cs typeface="Georgia"/>
              </a:rPr>
              <a:t>9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10325" y="949325"/>
            <a:ext cx="85064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" name="object 4"/>
          <p:cNvSpPr txBox="1"/>
          <p:nvPr/>
        </p:nvSpPr>
        <p:spPr>
          <a:xfrm>
            <a:off x="3003335" y="949325"/>
            <a:ext cx="82928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" name="object 3"/>
          <p:cNvSpPr txBox="1"/>
          <p:nvPr/>
        </p:nvSpPr>
        <p:spPr>
          <a:xfrm>
            <a:off x="3858605" y="949325"/>
            <a:ext cx="88979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" name="object 2"/>
          <p:cNvSpPr txBox="1"/>
          <p:nvPr/>
        </p:nvSpPr>
        <p:spPr>
          <a:xfrm>
            <a:off x="5559535" y="949325"/>
            <a:ext cx="92894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object 440"/>
          <p:cNvSpPr/>
          <p:nvPr/>
        </p:nvSpPr>
        <p:spPr>
          <a:xfrm>
            <a:off x="0" y="6400800"/>
            <a:ext cx="9903460" cy="457196"/>
          </a:xfrm>
          <a:custGeom>
            <a:avLst/>
            <a:gdLst/>
            <a:ahLst/>
            <a:cxnLst/>
            <a:rect l="l" t="t" r="r" b="b"/>
            <a:pathLst>
              <a:path w="9903460" h="457196">
                <a:moveTo>
                  <a:pt x="9903460" y="457196"/>
                </a:moveTo>
                <a:lnTo>
                  <a:pt x="9903460" y="0"/>
                </a:lnTo>
                <a:lnTo>
                  <a:pt x="0" y="0"/>
                </a:lnTo>
                <a:lnTo>
                  <a:pt x="0" y="457196"/>
                </a:lnTo>
                <a:lnTo>
                  <a:pt x="9903460" y="457196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41" name="object 441"/>
          <p:cNvSpPr/>
          <p:nvPr/>
        </p:nvSpPr>
        <p:spPr>
          <a:xfrm>
            <a:off x="153670" y="640207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58419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38" name="object 438"/>
          <p:cNvSpPr/>
          <p:nvPr/>
        </p:nvSpPr>
        <p:spPr>
          <a:xfrm>
            <a:off x="0" y="0"/>
            <a:ext cx="9903460" cy="609600"/>
          </a:xfrm>
          <a:custGeom>
            <a:avLst/>
            <a:gdLst/>
            <a:ahLst/>
            <a:cxnLst/>
            <a:rect l="l" t="t" r="r" b="b"/>
            <a:pathLst>
              <a:path w="9903460" h="609600">
                <a:moveTo>
                  <a:pt x="0" y="609600"/>
                </a:moveTo>
                <a:lnTo>
                  <a:pt x="9903460" y="609600"/>
                </a:lnTo>
                <a:lnTo>
                  <a:pt x="9903460" y="0"/>
                </a:lnTo>
                <a:lnTo>
                  <a:pt x="0" y="0"/>
                </a:lnTo>
                <a:lnTo>
                  <a:pt x="0" y="60960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39" name="object 439"/>
          <p:cNvSpPr/>
          <p:nvPr/>
        </p:nvSpPr>
        <p:spPr>
          <a:xfrm>
            <a:off x="111760" y="60960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76200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6" name="object 156"/>
          <p:cNvSpPr/>
          <p:nvPr/>
        </p:nvSpPr>
        <p:spPr>
          <a:xfrm>
            <a:off x="548640" y="1129029"/>
            <a:ext cx="2839720" cy="0"/>
          </a:xfrm>
          <a:custGeom>
            <a:avLst/>
            <a:gdLst/>
            <a:ahLst/>
            <a:cxnLst/>
            <a:rect l="l" t="t" r="r" b="b"/>
            <a:pathLst>
              <a:path w="2839720" h="0">
                <a:moveTo>
                  <a:pt x="0" y="0"/>
                </a:moveTo>
                <a:lnTo>
                  <a:pt x="2839720" y="0"/>
                </a:lnTo>
              </a:path>
            </a:pathLst>
          </a:custGeom>
          <a:ln w="34289">
            <a:solidFill>
              <a:srgbClr val="3333CC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7" name="object 157"/>
          <p:cNvSpPr/>
          <p:nvPr/>
        </p:nvSpPr>
        <p:spPr>
          <a:xfrm>
            <a:off x="4283313" y="1679366"/>
            <a:ext cx="253936" cy="67882"/>
          </a:xfrm>
          <a:custGeom>
            <a:avLst/>
            <a:gdLst/>
            <a:ahLst/>
            <a:cxnLst/>
            <a:rect l="l" t="t" r="r" b="b"/>
            <a:pathLst>
              <a:path w="253936" h="67882">
                <a:moveTo>
                  <a:pt x="0" y="67882"/>
                </a:moveTo>
                <a:lnTo>
                  <a:pt x="128036" y="0"/>
                </a:lnTo>
                <a:lnTo>
                  <a:pt x="253936" y="67882"/>
                </a:lnTo>
              </a:path>
            </a:pathLst>
          </a:custGeom>
          <a:ln w="961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8" name="object 158"/>
          <p:cNvSpPr/>
          <p:nvPr/>
        </p:nvSpPr>
        <p:spPr>
          <a:xfrm>
            <a:off x="4283313" y="1001020"/>
            <a:ext cx="253936" cy="813749"/>
          </a:xfrm>
          <a:custGeom>
            <a:avLst/>
            <a:gdLst/>
            <a:ahLst/>
            <a:cxnLst/>
            <a:rect l="l" t="t" r="r" b="b"/>
            <a:pathLst>
              <a:path w="253936" h="813749">
                <a:moveTo>
                  <a:pt x="128036" y="0"/>
                </a:moveTo>
                <a:lnTo>
                  <a:pt x="128036" y="813749"/>
                </a:lnTo>
                <a:lnTo>
                  <a:pt x="0" y="746228"/>
                </a:lnTo>
                <a:lnTo>
                  <a:pt x="128036" y="0"/>
                </a:lnTo>
                <a:lnTo>
                  <a:pt x="253936" y="746228"/>
                </a:lnTo>
                <a:lnTo>
                  <a:pt x="128036" y="813749"/>
                </a:lnTo>
              </a:path>
            </a:pathLst>
          </a:custGeom>
          <a:ln w="904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9" name="object 159"/>
          <p:cNvSpPr/>
          <p:nvPr/>
        </p:nvSpPr>
        <p:spPr>
          <a:xfrm>
            <a:off x="4379986" y="1187033"/>
            <a:ext cx="62837" cy="16910"/>
          </a:xfrm>
          <a:custGeom>
            <a:avLst/>
            <a:gdLst/>
            <a:ahLst/>
            <a:cxnLst/>
            <a:rect l="l" t="t" r="r" b="b"/>
            <a:pathLst>
              <a:path w="62837" h="16910">
                <a:moveTo>
                  <a:pt x="0" y="0"/>
                </a:moveTo>
                <a:lnTo>
                  <a:pt x="31362" y="16910"/>
                </a:lnTo>
                <a:lnTo>
                  <a:pt x="62837" y="0"/>
                </a:lnTo>
              </a:path>
            </a:pathLst>
          </a:custGeom>
          <a:ln w="961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0" name="object 160"/>
          <p:cNvSpPr/>
          <p:nvPr/>
        </p:nvSpPr>
        <p:spPr>
          <a:xfrm>
            <a:off x="4368745" y="1249843"/>
            <a:ext cx="85320" cy="21741"/>
          </a:xfrm>
          <a:custGeom>
            <a:avLst/>
            <a:gdLst/>
            <a:ahLst/>
            <a:cxnLst/>
            <a:rect l="l" t="t" r="r" b="b"/>
            <a:pathLst>
              <a:path w="85320" h="21741">
                <a:moveTo>
                  <a:pt x="0" y="0"/>
                </a:moveTo>
                <a:lnTo>
                  <a:pt x="42603" y="21741"/>
                </a:lnTo>
                <a:lnTo>
                  <a:pt x="85320" y="0"/>
                </a:lnTo>
              </a:path>
            </a:pathLst>
          </a:custGeom>
          <a:ln w="961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1" name="object 161"/>
          <p:cNvSpPr/>
          <p:nvPr/>
        </p:nvSpPr>
        <p:spPr>
          <a:xfrm>
            <a:off x="4357504" y="1310116"/>
            <a:ext cx="103305" cy="28989"/>
          </a:xfrm>
          <a:custGeom>
            <a:avLst/>
            <a:gdLst/>
            <a:ahLst/>
            <a:cxnLst/>
            <a:rect l="l" t="t" r="r" b="b"/>
            <a:pathLst>
              <a:path w="103305" h="28989">
                <a:moveTo>
                  <a:pt x="0" y="2415"/>
                </a:moveTo>
                <a:lnTo>
                  <a:pt x="53844" y="28989"/>
                </a:lnTo>
                <a:lnTo>
                  <a:pt x="103305" y="0"/>
                </a:lnTo>
              </a:path>
            </a:pathLst>
          </a:custGeom>
          <a:ln w="960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2" name="object 162"/>
          <p:cNvSpPr/>
          <p:nvPr/>
        </p:nvSpPr>
        <p:spPr>
          <a:xfrm>
            <a:off x="4346263" y="1372926"/>
            <a:ext cx="128036" cy="36115"/>
          </a:xfrm>
          <a:custGeom>
            <a:avLst/>
            <a:gdLst/>
            <a:ahLst/>
            <a:cxnLst/>
            <a:rect l="l" t="t" r="r" b="b"/>
            <a:pathLst>
              <a:path w="128036" h="36115">
                <a:moveTo>
                  <a:pt x="0" y="0"/>
                </a:moveTo>
                <a:lnTo>
                  <a:pt x="65086" y="36115"/>
                </a:lnTo>
                <a:lnTo>
                  <a:pt x="128036" y="0"/>
                </a:lnTo>
              </a:path>
            </a:pathLst>
          </a:custGeom>
          <a:ln w="960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3" name="object 163"/>
          <p:cNvSpPr/>
          <p:nvPr/>
        </p:nvSpPr>
        <p:spPr>
          <a:xfrm>
            <a:off x="4337270" y="1435615"/>
            <a:ext cx="146022" cy="41067"/>
          </a:xfrm>
          <a:custGeom>
            <a:avLst/>
            <a:gdLst/>
            <a:ahLst/>
            <a:cxnLst/>
            <a:rect l="l" t="t" r="r" b="b"/>
            <a:pathLst>
              <a:path w="146022" h="41067">
                <a:moveTo>
                  <a:pt x="0" y="0"/>
                </a:moveTo>
                <a:lnTo>
                  <a:pt x="74078" y="41067"/>
                </a:lnTo>
                <a:lnTo>
                  <a:pt x="146022" y="0"/>
                </a:lnTo>
              </a:path>
            </a:pathLst>
          </a:custGeom>
          <a:ln w="960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4" name="object 164"/>
          <p:cNvSpPr/>
          <p:nvPr/>
        </p:nvSpPr>
        <p:spPr>
          <a:xfrm>
            <a:off x="4326029" y="1495889"/>
            <a:ext cx="168504" cy="48315"/>
          </a:xfrm>
          <a:custGeom>
            <a:avLst/>
            <a:gdLst/>
            <a:ahLst/>
            <a:cxnLst/>
            <a:rect l="l" t="t" r="r" b="b"/>
            <a:pathLst>
              <a:path w="168504" h="48315">
                <a:moveTo>
                  <a:pt x="0" y="2415"/>
                </a:moveTo>
                <a:lnTo>
                  <a:pt x="85320" y="48315"/>
                </a:lnTo>
                <a:lnTo>
                  <a:pt x="168504" y="0"/>
                </a:lnTo>
              </a:path>
            </a:pathLst>
          </a:custGeom>
          <a:ln w="960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5" name="object 165"/>
          <p:cNvSpPr/>
          <p:nvPr/>
        </p:nvSpPr>
        <p:spPr>
          <a:xfrm>
            <a:off x="4314788" y="1561114"/>
            <a:ext cx="190986" cy="50610"/>
          </a:xfrm>
          <a:custGeom>
            <a:avLst/>
            <a:gdLst/>
            <a:ahLst/>
            <a:cxnLst/>
            <a:rect l="l" t="t" r="r" b="b"/>
            <a:pathLst>
              <a:path w="190986" h="50610">
                <a:moveTo>
                  <a:pt x="0" y="0"/>
                </a:moveTo>
                <a:lnTo>
                  <a:pt x="96561" y="50610"/>
                </a:lnTo>
                <a:lnTo>
                  <a:pt x="190986" y="0"/>
                </a:lnTo>
              </a:path>
            </a:pathLst>
          </a:custGeom>
          <a:ln w="961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6" name="object 166"/>
          <p:cNvSpPr/>
          <p:nvPr/>
        </p:nvSpPr>
        <p:spPr>
          <a:xfrm>
            <a:off x="4305795" y="1623803"/>
            <a:ext cx="211220" cy="55562"/>
          </a:xfrm>
          <a:custGeom>
            <a:avLst/>
            <a:gdLst/>
            <a:ahLst/>
            <a:cxnLst/>
            <a:rect l="l" t="t" r="r" b="b"/>
            <a:pathLst>
              <a:path w="211220" h="55562">
                <a:moveTo>
                  <a:pt x="0" y="0"/>
                </a:moveTo>
                <a:lnTo>
                  <a:pt x="105554" y="55562"/>
                </a:lnTo>
                <a:lnTo>
                  <a:pt x="211220" y="0"/>
                </a:lnTo>
              </a:path>
            </a:pathLst>
          </a:custGeom>
          <a:ln w="96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7" name="object 167"/>
          <p:cNvSpPr/>
          <p:nvPr/>
        </p:nvSpPr>
        <p:spPr>
          <a:xfrm>
            <a:off x="4294554" y="1684197"/>
            <a:ext cx="231454" cy="63051"/>
          </a:xfrm>
          <a:custGeom>
            <a:avLst/>
            <a:gdLst/>
            <a:ahLst/>
            <a:cxnLst/>
            <a:rect l="l" t="t" r="r" b="b"/>
            <a:pathLst>
              <a:path w="231454" h="63051">
                <a:moveTo>
                  <a:pt x="0" y="0"/>
                </a:moveTo>
                <a:lnTo>
                  <a:pt x="116795" y="63051"/>
                </a:lnTo>
                <a:lnTo>
                  <a:pt x="231454" y="0"/>
                </a:lnTo>
              </a:path>
            </a:pathLst>
          </a:custGeom>
          <a:ln w="961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8" name="object 168"/>
          <p:cNvSpPr/>
          <p:nvPr/>
        </p:nvSpPr>
        <p:spPr>
          <a:xfrm>
            <a:off x="4386731" y="1034720"/>
            <a:ext cx="47100" cy="84793"/>
          </a:xfrm>
          <a:custGeom>
            <a:avLst/>
            <a:gdLst/>
            <a:ahLst/>
            <a:cxnLst/>
            <a:rect l="l" t="t" r="r" b="b"/>
            <a:pathLst>
              <a:path w="47100" h="84793">
                <a:moveTo>
                  <a:pt x="8992" y="16910"/>
                </a:moveTo>
                <a:lnTo>
                  <a:pt x="24618" y="0"/>
                </a:lnTo>
                <a:lnTo>
                  <a:pt x="40355" y="16910"/>
                </a:lnTo>
                <a:lnTo>
                  <a:pt x="47100" y="67882"/>
                </a:lnTo>
                <a:lnTo>
                  <a:pt x="24618" y="84793"/>
                </a:lnTo>
                <a:lnTo>
                  <a:pt x="0" y="67882"/>
                </a:lnTo>
                <a:lnTo>
                  <a:pt x="8992" y="16910"/>
                </a:lnTo>
              </a:path>
            </a:pathLst>
          </a:custGeom>
          <a:ln w="914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9" name="object 169"/>
          <p:cNvSpPr/>
          <p:nvPr/>
        </p:nvSpPr>
        <p:spPr>
          <a:xfrm>
            <a:off x="4284437" y="968407"/>
            <a:ext cx="96673" cy="33820"/>
          </a:xfrm>
          <a:custGeom>
            <a:avLst/>
            <a:gdLst/>
            <a:ahLst/>
            <a:cxnLst/>
            <a:rect l="l" t="t" r="r" b="b"/>
            <a:pathLst>
              <a:path w="96673" h="33820">
                <a:moveTo>
                  <a:pt x="96673" y="33820"/>
                </a:moveTo>
                <a:lnTo>
                  <a:pt x="31475" y="28989"/>
                </a:lnTo>
                <a:lnTo>
                  <a:pt x="65198" y="4831"/>
                </a:lnTo>
                <a:lnTo>
                  <a:pt x="0" y="0"/>
                </a:lnTo>
              </a:path>
            </a:pathLst>
          </a:custGeom>
          <a:ln w="239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0" name="object 170"/>
          <p:cNvSpPr/>
          <p:nvPr/>
        </p:nvSpPr>
        <p:spPr>
          <a:xfrm>
            <a:off x="4428211" y="963575"/>
            <a:ext cx="110162" cy="41067"/>
          </a:xfrm>
          <a:custGeom>
            <a:avLst/>
            <a:gdLst/>
            <a:ahLst/>
            <a:cxnLst/>
            <a:rect l="l" t="t" r="r" b="b"/>
            <a:pathLst>
              <a:path w="110162" h="41067">
                <a:moveTo>
                  <a:pt x="110162" y="4831"/>
                </a:moveTo>
                <a:lnTo>
                  <a:pt x="44964" y="41067"/>
                </a:lnTo>
                <a:lnTo>
                  <a:pt x="62950" y="0"/>
                </a:lnTo>
                <a:lnTo>
                  <a:pt x="0" y="38652"/>
                </a:lnTo>
              </a:path>
            </a:pathLst>
          </a:custGeom>
          <a:ln w="239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1" name="object 171"/>
          <p:cNvSpPr/>
          <p:nvPr/>
        </p:nvSpPr>
        <p:spPr>
          <a:xfrm>
            <a:off x="4396848" y="847740"/>
            <a:ext cx="31362" cy="137577"/>
          </a:xfrm>
          <a:custGeom>
            <a:avLst/>
            <a:gdLst/>
            <a:ahLst/>
            <a:cxnLst/>
            <a:rect l="l" t="t" r="r" b="b"/>
            <a:pathLst>
              <a:path w="31362" h="137577">
                <a:moveTo>
                  <a:pt x="15625" y="137577"/>
                </a:moveTo>
                <a:lnTo>
                  <a:pt x="0" y="53146"/>
                </a:lnTo>
                <a:lnTo>
                  <a:pt x="31362" y="86846"/>
                </a:lnTo>
                <a:lnTo>
                  <a:pt x="15625" y="0"/>
                </a:lnTo>
              </a:path>
            </a:pathLst>
          </a:custGeom>
          <a:ln w="225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2" name="object 172"/>
          <p:cNvSpPr/>
          <p:nvPr/>
        </p:nvSpPr>
        <p:spPr>
          <a:xfrm>
            <a:off x="2588691" y="1300453"/>
            <a:ext cx="2530735" cy="1031047"/>
          </a:xfrm>
          <a:custGeom>
            <a:avLst/>
            <a:gdLst/>
            <a:ahLst/>
            <a:cxnLst/>
            <a:rect l="l" t="t" r="r" b="b"/>
            <a:pathLst>
              <a:path w="2530735" h="1031047">
                <a:moveTo>
                  <a:pt x="0" y="514315"/>
                </a:moveTo>
                <a:lnTo>
                  <a:pt x="4485" y="473247"/>
                </a:lnTo>
                <a:lnTo>
                  <a:pt x="17974" y="429884"/>
                </a:lnTo>
                <a:lnTo>
                  <a:pt x="40434" y="388816"/>
                </a:lnTo>
                <a:lnTo>
                  <a:pt x="69649" y="347507"/>
                </a:lnTo>
                <a:lnTo>
                  <a:pt x="107836" y="306439"/>
                </a:lnTo>
                <a:lnTo>
                  <a:pt x="152778" y="270323"/>
                </a:lnTo>
                <a:lnTo>
                  <a:pt x="206701" y="231671"/>
                </a:lnTo>
                <a:lnTo>
                  <a:pt x="267358" y="197850"/>
                </a:lnTo>
                <a:lnTo>
                  <a:pt x="334783" y="166566"/>
                </a:lnTo>
                <a:lnTo>
                  <a:pt x="408861" y="135161"/>
                </a:lnTo>
                <a:lnTo>
                  <a:pt x="487774" y="108588"/>
                </a:lnTo>
                <a:lnTo>
                  <a:pt x="573207" y="82135"/>
                </a:lnTo>
                <a:lnTo>
                  <a:pt x="663023" y="60394"/>
                </a:lnTo>
                <a:lnTo>
                  <a:pt x="757449" y="43483"/>
                </a:lnTo>
                <a:lnTo>
                  <a:pt x="854010" y="26573"/>
                </a:lnTo>
                <a:lnTo>
                  <a:pt x="955180" y="14494"/>
                </a:lnTo>
                <a:lnTo>
                  <a:pt x="1056238" y="4831"/>
                </a:lnTo>
                <a:lnTo>
                  <a:pt x="1161904" y="0"/>
                </a:lnTo>
                <a:lnTo>
                  <a:pt x="1265210" y="0"/>
                </a:lnTo>
                <a:lnTo>
                  <a:pt x="1371101" y="0"/>
                </a:lnTo>
                <a:lnTo>
                  <a:pt x="1474407" y="4831"/>
                </a:lnTo>
                <a:lnTo>
                  <a:pt x="1575577" y="14494"/>
                </a:lnTo>
                <a:lnTo>
                  <a:pt x="1676635" y="26573"/>
                </a:lnTo>
                <a:lnTo>
                  <a:pt x="1773309" y="43483"/>
                </a:lnTo>
                <a:lnTo>
                  <a:pt x="1867622" y="60394"/>
                </a:lnTo>
                <a:lnTo>
                  <a:pt x="1957550" y="82135"/>
                </a:lnTo>
                <a:lnTo>
                  <a:pt x="2042871" y="108588"/>
                </a:lnTo>
                <a:lnTo>
                  <a:pt x="2121558" y="135161"/>
                </a:lnTo>
                <a:lnTo>
                  <a:pt x="2195975" y="166566"/>
                </a:lnTo>
                <a:lnTo>
                  <a:pt x="2263309" y="197850"/>
                </a:lnTo>
                <a:lnTo>
                  <a:pt x="2324011" y="231671"/>
                </a:lnTo>
                <a:lnTo>
                  <a:pt x="2377968" y="270323"/>
                </a:lnTo>
                <a:lnTo>
                  <a:pt x="2422933" y="306439"/>
                </a:lnTo>
                <a:lnTo>
                  <a:pt x="2461040" y="347507"/>
                </a:lnTo>
                <a:lnTo>
                  <a:pt x="2490267" y="388816"/>
                </a:lnTo>
                <a:lnTo>
                  <a:pt x="2512749" y="429884"/>
                </a:lnTo>
                <a:lnTo>
                  <a:pt x="2526239" y="473247"/>
                </a:lnTo>
                <a:lnTo>
                  <a:pt x="2530735" y="514315"/>
                </a:lnTo>
                <a:lnTo>
                  <a:pt x="2526239" y="557799"/>
                </a:lnTo>
                <a:lnTo>
                  <a:pt x="2512749" y="601162"/>
                </a:lnTo>
                <a:lnTo>
                  <a:pt x="2490267" y="642230"/>
                </a:lnTo>
                <a:lnTo>
                  <a:pt x="2461040" y="683177"/>
                </a:lnTo>
                <a:lnTo>
                  <a:pt x="2422933" y="721829"/>
                </a:lnTo>
                <a:lnTo>
                  <a:pt x="2377968" y="760481"/>
                </a:lnTo>
                <a:lnTo>
                  <a:pt x="2324011" y="796597"/>
                </a:lnTo>
                <a:lnTo>
                  <a:pt x="2263309" y="832833"/>
                </a:lnTo>
                <a:lnTo>
                  <a:pt x="2195975" y="864238"/>
                </a:lnTo>
                <a:lnTo>
                  <a:pt x="2121558" y="895522"/>
                </a:lnTo>
                <a:lnTo>
                  <a:pt x="2042871" y="922096"/>
                </a:lnTo>
                <a:lnTo>
                  <a:pt x="1957550" y="946253"/>
                </a:lnTo>
                <a:lnTo>
                  <a:pt x="1867622" y="967995"/>
                </a:lnTo>
                <a:lnTo>
                  <a:pt x="1773309" y="987201"/>
                </a:lnTo>
                <a:lnTo>
                  <a:pt x="1676635" y="1004111"/>
                </a:lnTo>
                <a:lnTo>
                  <a:pt x="1575577" y="1016552"/>
                </a:lnTo>
                <a:lnTo>
                  <a:pt x="1474407" y="1023799"/>
                </a:lnTo>
                <a:lnTo>
                  <a:pt x="1371101" y="1028631"/>
                </a:lnTo>
                <a:lnTo>
                  <a:pt x="1265210" y="1031047"/>
                </a:lnTo>
                <a:lnTo>
                  <a:pt x="1161904" y="1028631"/>
                </a:lnTo>
                <a:lnTo>
                  <a:pt x="1056238" y="1023799"/>
                </a:lnTo>
                <a:lnTo>
                  <a:pt x="955180" y="1016552"/>
                </a:lnTo>
                <a:lnTo>
                  <a:pt x="854010" y="1004111"/>
                </a:lnTo>
                <a:lnTo>
                  <a:pt x="757449" y="987201"/>
                </a:lnTo>
                <a:lnTo>
                  <a:pt x="663023" y="967995"/>
                </a:lnTo>
                <a:lnTo>
                  <a:pt x="573207" y="946253"/>
                </a:lnTo>
                <a:lnTo>
                  <a:pt x="487774" y="922096"/>
                </a:lnTo>
                <a:lnTo>
                  <a:pt x="408861" y="895522"/>
                </a:lnTo>
                <a:lnTo>
                  <a:pt x="334783" y="864238"/>
                </a:lnTo>
                <a:lnTo>
                  <a:pt x="267358" y="832833"/>
                </a:lnTo>
                <a:lnTo>
                  <a:pt x="206701" y="796597"/>
                </a:lnTo>
                <a:lnTo>
                  <a:pt x="152778" y="760481"/>
                </a:lnTo>
                <a:lnTo>
                  <a:pt x="107836" y="721829"/>
                </a:lnTo>
                <a:lnTo>
                  <a:pt x="69649" y="683177"/>
                </a:lnTo>
                <a:lnTo>
                  <a:pt x="40434" y="642230"/>
                </a:lnTo>
                <a:lnTo>
                  <a:pt x="17974" y="601162"/>
                </a:lnTo>
                <a:lnTo>
                  <a:pt x="4485" y="557799"/>
                </a:lnTo>
                <a:lnTo>
                  <a:pt x="0" y="514315"/>
                </a:lnTo>
              </a:path>
            </a:pathLst>
          </a:custGeom>
          <a:ln w="956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3" name="object 173"/>
          <p:cNvSpPr/>
          <p:nvPr/>
        </p:nvSpPr>
        <p:spPr>
          <a:xfrm>
            <a:off x="2917854" y="1696880"/>
            <a:ext cx="65198" cy="45778"/>
          </a:xfrm>
          <a:custGeom>
            <a:avLst/>
            <a:gdLst/>
            <a:ahLst/>
            <a:cxnLst/>
            <a:rect l="l" t="t" r="r" b="b"/>
            <a:pathLst>
              <a:path w="65198" h="45778">
                <a:moveTo>
                  <a:pt x="21020" y="24036"/>
                </a:moveTo>
                <a:lnTo>
                  <a:pt x="18547" y="25607"/>
                </a:lnTo>
                <a:lnTo>
                  <a:pt x="19109" y="28022"/>
                </a:lnTo>
                <a:lnTo>
                  <a:pt x="22482" y="29472"/>
                </a:lnTo>
                <a:lnTo>
                  <a:pt x="24955" y="28868"/>
                </a:lnTo>
                <a:lnTo>
                  <a:pt x="23831" y="31646"/>
                </a:lnTo>
                <a:lnTo>
                  <a:pt x="21020" y="31888"/>
                </a:lnTo>
                <a:lnTo>
                  <a:pt x="18772" y="37081"/>
                </a:lnTo>
                <a:lnTo>
                  <a:pt x="17423" y="34303"/>
                </a:lnTo>
                <a:lnTo>
                  <a:pt x="14276" y="29834"/>
                </a:lnTo>
                <a:lnTo>
                  <a:pt x="11241" y="27056"/>
                </a:lnTo>
                <a:lnTo>
                  <a:pt x="8992" y="26452"/>
                </a:lnTo>
                <a:lnTo>
                  <a:pt x="6407" y="26814"/>
                </a:lnTo>
                <a:lnTo>
                  <a:pt x="3035" y="27660"/>
                </a:lnTo>
                <a:lnTo>
                  <a:pt x="224" y="31646"/>
                </a:lnTo>
                <a:lnTo>
                  <a:pt x="0" y="37685"/>
                </a:lnTo>
                <a:lnTo>
                  <a:pt x="786" y="43362"/>
                </a:lnTo>
                <a:lnTo>
                  <a:pt x="1686" y="45778"/>
                </a:lnTo>
                <a:lnTo>
                  <a:pt x="65198" y="45778"/>
                </a:lnTo>
                <a:lnTo>
                  <a:pt x="53058" y="41913"/>
                </a:lnTo>
                <a:lnTo>
                  <a:pt x="50022" y="38531"/>
                </a:lnTo>
                <a:lnTo>
                  <a:pt x="49123" y="38289"/>
                </a:lnTo>
                <a:lnTo>
                  <a:pt x="46313" y="37927"/>
                </a:lnTo>
                <a:lnTo>
                  <a:pt x="43840" y="37323"/>
                </a:lnTo>
                <a:lnTo>
                  <a:pt x="41254" y="36478"/>
                </a:lnTo>
                <a:lnTo>
                  <a:pt x="39905" y="33458"/>
                </a:lnTo>
                <a:lnTo>
                  <a:pt x="40130" y="30680"/>
                </a:lnTo>
                <a:lnTo>
                  <a:pt x="41816" y="30438"/>
                </a:lnTo>
                <a:lnTo>
                  <a:pt x="44065" y="30680"/>
                </a:lnTo>
                <a:lnTo>
                  <a:pt x="46313" y="30680"/>
                </a:lnTo>
                <a:lnTo>
                  <a:pt x="47212" y="27056"/>
                </a:lnTo>
                <a:lnTo>
                  <a:pt x="47999" y="24036"/>
                </a:lnTo>
                <a:lnTo>
                  <a:pt x="50585" y="22828"/>
                </a:lnTo>
                <a:lnTo>
                  <a:pt x="50585" y="20413"/>
                </a:lnTo>
                <a:lnTo>
                  <a:pt x="48336" y="17755"/>
                </a:lnTo>
                <a:lnTo>
                  <a:pt x="49460" y="14373"/>
                </a:lnTo>
                <a:lnTo>
                  <a:pt x="48336" y="11112"/>
                </a:lnTo>
                <a:lnTo>
                  <a:pt x="47437" y="9904"/>
                </a:lnTo>
                <a:lnTo>
                  <a:pt x="48336" y="6039"/>
                </a:lnTo>
                <a:lnTo>
                  <a:pt x="46875" y="3019"/>
                </a:lnTo>
                <a:lnTo>
                  <a:pt x="44065" y="845"/>
                </a:lnTo>
                <a:lnTo>
                  <a:pt x="40130" y="0"/>
                </a:lnTo>
                <a:lnTo>
                  <a:pt x="35971" y="0"/>
                </a:lnTo>
                <a:lnTo>
                  <a:pt x="32262" y="603"/>
                </a:lnTo>
                <a:lnTo>
                  <a:pt x="29788" y="1449"/>
                </a:lnTo>
                <a:lnTo>
                  <a:pt x="28664" y="3261"/>
                </a:lnTo>
                <a:lnTo>
                  <a:pt x="25517" y="6039"/>
                </a:lnTo>
                <a:lnTo>
                  <a:pt x="23606" y="11112"/>
                </a:lnTo>
                <a:lnTo>
                  <a:pt x="22707" y="16547"/>
                </a:lnTo>
                <a:lnTo>
                  <a:pt x="22482" y="20413"/>
                </a:lnTo>
                <a:lnTo>
                  <a:pt x="21020" y="2403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4" name="object 174"/>
          <p:cNvSpPr/>
          <p:nvPr/>
        </p:nvSpPr>
        <p:spPr>
          <a:xfrm>
            <a:off x="3071745" y="1785176"/>
            <a:ext cx="84870" cy="45537"/>
          </a:xfrm>
          <a:custGeom>
            <a:avLst/>
            <a:gdLst/>
            <a:ahLst/>
            <a:cxnLst/>
            <a:rect l="l" t="t" r="r" b="b"/>
            <a:pathLst>
              <a:path w="84870" h="45537">
                <a:moveTo>
                  <a:pt x="84870" y="45537"/>
                </a:moveTo>
                <a:lnTo>
                  <a:pt x="84533" y="41067"/>
                </a:lnTo>
                <a:lnTo>
                  <a:pt x="83746" y="36478"/>
                </a:lnTo>
                <a:lnTo>
                  <a:pt x="82847" y="32008"/>
                </a:lnTo>
                <a:lnTo>
                  <a:pt x="81160" y="28022"/>
                </a:lnTo>
                <a:lnTo>
                  <a:pt x="79811" y="24157"/>
                </a:lnTo>
                <a:lnTo>
                  <a:pt x="77563" y="20292"/>
                </a:lnTo>
                <a:lnTo>
                  <a:pt x="74978" y="16668"/>
                </a:lnTo>
                <a:lnTo>
                  <a:pt x="72505" y="13649"/>
                </a:lnTo>
                <a:lnTo>
                  <a:pt x="69132" y="10629"/>
                </a:lnTo>
                <a:lnTo>
                  <a:pt x="65985" y="7851"/>
                </a:lnTo>
                <a:lnTo>
                  <a:pt x="62613" y="5797"/>
                </a:lnTo>
                <a:lnTo>
                  <a:pt x="59015" y="3623"/>
                </a:lnTo>
                <a:lnTo>
                  <a:pt x="54744" y="2174"/>
                </a:lnTo>
                <a:lnTo>
                  <a:pt x="50809" y="966"/>
                </a:lnTo>
                <a:lnTo>
                  <a:pt x="46650" y="362"/>
                </a:lnTo>
                <a:lnTo>
                  <a:pt x="42154" y="0"/>
                </a:lnTo>
                <a:lnTo>
                  <a:pt x="37882" y="362"/>
                </a:lnTo>
                <a:lnTo>
                  <a:pt x="33723" y="966"/>
                </a:lnTo>
                <a:lnTo>
                  <a:pt x="29788" y="2174"/>
                </a:lnTo>
                <a:lnTo>
                  <a:pt x="25854" y="3623"/>
                </a:lnTo>
                <a:lnTo>
                  <a:pt x="22145" y="5797"/>
                </a:lnTo>
                <a:lnTo>
                  <a:pt x="18772" y="7851"/>
                </a:lnTo>
                <a:lnTo>
                  <a:pt x="15175" y="10629"/>
                </a:lnTo>
                <a:lnTo>
                  <a:pt x="12365" y="13649"/>
                </a:lnTo>
                <a:lnTo>
                  <a:pt x="9554" y="16668"/>
                </a:lnTo>
                <a:lnTo>
                  <a:pt x="7306" y="20292"/>
                </a:lnTo>
                <a:lnTo>
                  <a:pt x="5058" y="24157"/>
                </a:lnTo>
                <a:lnTo>
                  <a:pt x="3372" y="28022"/>
                </a:lnTo>
                <a:lnTo>
                  <a:pt x="1686" y="32008"/>
                </a:lnTo>
                <a:lnTo>
                  <a:pt x="899" y="36478"/>
                </a:lnTo>
                <a:lnTo>
                  <a:pt x="337" y="41067"/>
                </a:lnTo>
                <a:lnTo>
                  <a:pt x="0" y="45537"/>
                </a:lnTo>
                <a:lnTo>
                  <a:pt x="84870" y="4553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5" name="object 175"/>
          <p:cNvSpPr/>
          <p:nvPr/>
        </p:nvSpPr>
        <p:spPr>
          <a:xfrm>
            <a:off x="2777981" y="1785176"/>
            <a:ext cx="84814" cy="45537"/>
          </a:xfrm>
          <a:custGeom>
            <a:avLst/>
            <a:gdLst/>
            <a:ahLst/>
            <a:cxnLst/>
            <a:rect l="l" t="t" r="r" b="b"/>
            <a:pathLst>
              <a:path w="84814" h="45537">
                <a:moveTo>
                  <a:pt x="84814" y="45537"/>
                </a:moveTo>
                <a:lnTo>
                  <a:pt x="84533" y="41067"/>
                </a:lnTo>
                <a:lnTo>
                  <a:pt x="83971" y="36478"/>
                </a:lnTo>
                <a:lnTo>
                  <a:pt x="82847" y="32008"/>
                </a:lnTo>
                <a:lnTo>
                  <a:pt x="81441" y="28022"/>
                </a:lnTo>
                <a:lnTo>
                  <a:pt x="79755" y="24157"/>
                </a:lnTo>
                <a:lnTo>
                  <a:pt x="77507" y="20292"/>
                </a:lnTo>
                <a:lnTo>
                  <a:pt x="75270" y="16668"/>
                </a:lnTo>
                <a:lnTo>
                  <a:pt x="72460" y="13649"/>
                </a:lnTo>
                <a:lnTo>
                  <a:pt x="69368" y="10629"/>
                </a:lnTo>
                <a:lnTo>
                  <a:pt x="65996" y="7851"/>
                </a:lnTo>
                <a:lnTo>
                  <a:pt x="62624" y="5797"/>
                </a:lnTo>
                <a:lnTo>
                  <a:pt x="58982" y="3623"/>
                </a:lnTo>
                <a:lnTo>
                  <a:pt x="54766" y="2174"/>
                </a:lnTo>
                <a:lnTo>
                  <a:pt x="51113" y="966"/>
                </a:lnTo>
                <a:lnTo>
                  <a:pt x="46616" y="362"/>
                </a:lnTo>
                <a:lnTo>
                  <a:pt x="42401" y="0"/>
                </a:lnTo>
                <a:lnTo>
                  <a:pt x="37916" y="362"/>
                </a:lnTo>
                <a:lnTo>
                  <a:pt x="33981" y="966"/>
                </a:lnTo>
                <a:lnTo>
                  <a:pt x="29766" y="2174"/>
                </a:lnTo>
                <a:lnTo>
                  <a:pt x="25832" y="3623"/>
                </a:lnTo>
                <a:lnTo>
                  <a:pt x="22189" y="5797"/>
                </a:lnTo>
                <a:lnTo>
                  <a:pt x="18817" y="7851"/>
                </a:lnTo>
                <a:lnTo>
                  <a:pt x="15445" y="10629"/>
                </a:lnTo>
                <a:lnTo>
                  <a:pt x="12353" y="13649"/>
                </a:lnTo>
                <a:lnTo>
                  <a:pt x="9543" y="16668"/>
                </a:lnTo>
                <a:lnTo>
                  <a:pt x="7295" y="20292"/>
                </a:lnTo>
                <a:lnTo>
                  <a:pt x="5058" y="24157"/>
                </a:lnTo>
                <a:lnTo>
                  <a:pt x="3372" y="28022"/>
                </a:lnTo>
                <a:lnTo>
                  <a:pt x="1967" y="32008"/>
                </a:lnTo>
                <a:lnTo>
                  <a:pt x="1124" y="36478"/>
                </a:lnTo>
                <a:lnTo>
                  <a:pt x="281" y="41067"/>
                </a:lnTo>
                <a:lnTo>
                  <a:pt x="0" y="45537"/>
                </a:lnTo>
                <a:lnTo>
                  <a:pt x="84814" y="4553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6" name="object 176"/>
          <p:cNvSpPr/>
          <p:nvPr/>
        </p:nvSpPr>
        <p:spPr>
          <a:xfrm>
            <a:off x="2783882" y="1791578"/>
            <a:ext cx="73292" cy="78391"/>
          </a:xfrm>
          <a:custGeom>
            <a:avLst/>
            <a:gdLst/>
            <a:ahLst/>
            <a:cxnLst/>
            <a:rect l="l" t="t" r="r" b="b"/>
            <a:pathLst>
              <a:path w="73292" h="78391">
                <a:moveTo>
                  <a:pt x="73292" y="39135"/>
                </a:moveTo>
                <a:lnTo>
                  <a:pt x="73011" y="35270"/>
                </a:lnTo>
                <a:lnTo>
                  <a:pt x="72449" y="31284"/>
                </a:lnTo>
                <a:lnTo>
                  <a:pt x="71605" y="27418"/>
                </a:lnTo>
                <a:lnTo>
                  <a:pt x="70212" y="23795"/>
                </a:lnTo>
                <a:lnTo>
                  <a:pt x="68806" y="20413"/>
                </a:lnTo>
                <a:lnTo>
                  <a:pt x="67120" y="17151"/>
                </a:lnTo>
                <a:lnTo>
                  <a:pt x="64872" y="14132"/>
                </a:lnTo>
                <a:lnTo>
                  <a:pt x="62343" y="11474"/>
                </a:lnTo>
                <a:lnTo>
                  <a:pt x="59813" y="8696"/>
                </a:lnTo>
                <a:lnTo>
                  <a:pt x="57003" y="6643"/>
                </a:lnTo>
                <a:lnTo>
                  <a:pt x="53912" y="4831"/>
                </a:lnTo>
                <a:lnTo>
                  <a:pt x="50832" y="3019"/>
                </a:lnTo>
                <a:lnTo>
                  <a:pt x="47460" y="1811"/>
                </a:lnTo>
                <a:lnTo>
                  <a:pt x="43806" y="845"/>
                </a:lnTo>
                <a:lnTo>
                  <a:pt x="40153" y="241"/>
                </a:lnTo>
                <a:lnTo>
                  <a:pt x="36499" y="0"/>
                </a:lnTo>
                <a:lnTo>
                  <a:pt x="32857" y="241"/>
                </a:lnTo>
                <a:lnTo>
                  <a:pt x="29204" y="845"/>
                </a:lnTo>
                <a:lnTo>
                  <a:pt x="25551" y="1811"/>
                </a:lnTo>
                <a:lnTo>
                  <a:pt x="22178" y="3019"/>
                </a:lnTo>
                <a:lnTo>
                  <a:pt x="19087" y="4831"/>
                </a:lnTo>
                <a:lnTo>
                  <a:pt x="16007" y="6643"/>
                </a:lnTo>
                <a:lnTo>
                  <a:pt x="13197" y="8696"/>
                </a:lnTo>
                <a:lnTo>
                  <a:pt x="10667" y="11474"/>
                </a:lnTo>
                <a:lnTo>
                  <a:pt x="8419" y="14132"/>
                </a:lnTo>
                <a:lnTo>
                  <a:pt x="6171" y="17151"/>
                </a:lnTo>
                <a:lnTo>
                  <a:pt x="4204" y="20413"/>
                </a:lnTo>
                <a:lnTo>
                  <a:pt x="2799" y="23795"/>
                </a:lnTo>
                <a:lnTo>
                  <a:pt x="1393" y="27418"/>
                </a:lnTo>
                <a:lnTo>
                  <a:pt x="550" y="31284"/>
                </a:lnTo>
                <a:lnTo>
                  <a:pt x="0" y="35270"/>
                </a:lnTo>
                <a:lnTo>
                  <a:pt x="0" y="43121"/>
                </a:lnTo>
                <a:lnTo>
                  <a:pt x="550" y="46986"/>
                </a:lnTo>
                <a:lnTo>
                  <a:pt x="1393" y="50972"/>
                </a:lnTo>
                <a:lnTo>
                  <a:pt x="2799" y="54596"/>
                </a:lnTo>
                <a:lnTo>
                  <a:pt x="4204" y="58219"/>
                </a:lnTo>
                <a:lnTo>
                  <a:pt x="6171" y="61239"/>
                </a:lnTo>
                <a:lnTo>
                  <a:pt x="8419" y="64259"/>
                </a:lnTo>
                <a:lnTo>
                  <a:pt x="10667" y="66916"/>
                </a:lnTo>
                <a:lnTo>
                  <a:pt x="13197" y="69694"/>
                </a:lnTo>
                <a:lnTo>
                  <a:pt x="16007" y="71748"/>
                </a:lnTo>
                <a:lnTo>
                  <a:pt x="19087" y="73801"/>
                </a:lnTo>
                <a:lnTo>
                  <a:pt x="22178" y="75371"/>
                </a:lnTo>
                <a:lnTo>
                  <a:pt x="25551" y="76579"/>
                </a:lnTo>
                <a:lnTo>
                  <a:pt x="29204" y="77787"/>
                </a:lnTo>
                <a:lnTo>
                  <a:pt x="32857" y="78029"/>
                </a:lnTo>
                <a:lnTo>
                  <a:pt x="36499" y="78391"/>
                </a:lnTo>
                <a:lnTo>
                  <a:pt x="40153" y="78029"/>
                </a:lnTo>
                <a:lnTo>
                  <a:pt x="43806" y="77787"/>
                </a:lnTo>
                <a:lnTo>
                  <a:pt x="47460" y="76579"/>
                </a:lnTo>
                <a:lnTo>
                  <a:pt x="50832" y="75371"/>
                </a:lnTo>
                <a:lnTo>
                  <a:pt x="53912" y="73801"/>
                </a:lnTo>
                <a:lnTo>
                  <a:pt x="57003" y="71748"/>
                </a:lnTo>
                <a:lnTo>
                  <a:pt x="59813" y="69694"/>
                </a:lnTo>
                <a:lnTo>
                  <a:pt x="62343" y="66916"/>
                </a:lnTo>
                <a:lnTo>
                  <a:pt x="64872" y="64259"/>
                </a:lnTo>
                <a:lnTo>
                  <a:pt x="67120" y="61239"/>
                </a:lnTo>
                <a:lnTo>
                  <a:pt x="68806" y="58219"/>
                </a:lnTo>
                <a:lnTo>
                  <a:pt x="70212" y="54596"/>
                </a:lnTo>
                <a:lnTo>
                  <a:pt x="71605" y="50972"/>
                </a:lnTo>
                <a:lnTo>
                  <a:pt x="72449" y="46986"/>
                </a:lnTo>
                <a:lnTo>
                  <a:pt x="73011" y="43121"/>
                </a:lnTo>
                <a:lnTo>
                  <a:pt x="73292" y="391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7" name="object 177"/>
          <p:cNvSpPr/>
          <p:nvPr/>
        </p:nvSpPr>
        <p:spPr>
          <a:xfrm>
            <a:off x="3077365" y="1791578"/>
            <a:ext cx="73292" cy="78391"/>
          </a:xfrm>
          <a:custGeom>
            <a:avLst/>
            <a:gdLst/>
            <a:ahLst/>
            <a:cxnLst/>
            <a:rect l="l" t="t" r="r" b="b"/>
            <a:pathLst>
              <a:path w="73292" h="78391">
                <a:moveTo>
                  <a:pt x="0" y="39135"/>
                </a:moveTo>
                <a:lnTo>
                  <a:pt x="224" y="43121"/>
                </a:lnTo>
                <a:lnTo>
                  <a:pt x="786" y="46986"/>
                </a:lnTo>
                <a:lnTo>
                  <a:pt x="1686" y="50972"/>
                </a:lnTo>
                <a:lnTo>
                  <a:pt x="3035" y="54596"/>
                </a:lnTo>
                <a:lnTo>
                  <a:pt x="4496" y="58219"/>
                </a:lnTo>
                <a:lnTo>
                  <a:pt x="6182" y="61239"/>
                </a:lnTo>
                <a:lnTo>
                  <a:pt x="8430" y="64259"/>
                </a:lnTo>
                <a:lnTo>
                  <a:pt x="10679" y="66916"/>
                </a:lnTo>
                <a:lnTo>
                  <a:pt x="13152" y="69694"/>
                </a:lnTo>
                <a:lnTo>
                  <a:pt x="16299" y="71748"/>
                </a:lnTo>
                <a:lnTo>
                  <a:pt x="19334" y="73801"/>
                </a:lnTo>
                <a:lnTo>
                  <a:pt x="22482" y="75371"/>
                </a:lnTo>
                <a:lnTo>
                  <a:pt x="25854" y="76579"/>
                </a:lnTo>
                <a:lnTo>
                  <a:pt x="29226" y="77787"/>
                </a:lnTo>
                <a:lnTo>
                  <a:pt x="32824" y="78029"/>
                </a:lnTo>
                <a:lnTo>
                  <a:pt x="36533" y="78391"/>
                </a:lnTo>
                <a:lnTo>
                  <a:pt x="40130" y="78029"/>
                </a:lnTo>
                <a:lnTo>
                  <a:pt x="43840" y="77787"/>
                </a:lnTo>
                <a:lnTo>
                  <a:pt x="47437" y="76579"/>
                </a:lnTo>
                <a:lnTo>
                  <a:pt x="51147" y="75371"/>
                </a:lnTo>
                <a:lnTo>
                  <a:pt x="54182" y="73801"/>
                </a:lnTo>
                <a:lnTo>
                  <a:pt x="56992" y="71748"/>
                </a:lnTo>
                <a:lnTo>
                  <a:pt x="59802" y="69694"/>
                </a:lnTo>
                <a:lnTo>
                  <a:pt x="62613" y="66916"/>
                </a:lnTo>
                <a:lnTo>
                  <a:pt x="64861" y="64259"/>
                </a:lnTo>
                <a:lnTo>
                  <a:pt x="67109" y="61239"/>
                </a:lnTo>
                <a:lnTo>
                  <a:pt x="69132" y="58219"/>
                </a:lnTo>
                <a:lnTo>
                  <a:pt x="70481" y="54596"/>
                </a:lnTo>
                <a:lnTo>
                  <a:pt x="71943" y="50972"/>
                </a:lnTo>
                <a:lnTo>
                  <a:pt x="72730" y="46986"/>
                </a:lnTo>
                <a:lnTo>
                  <a:pt x="73067" y="43121"/>
                </a:lnTo>
                <a:lnTo>
                  <a:pt x="73292" y="39135"/>
                </a:lnTo>
                <a:lnTo>
                  <a:pt x="73067" y="35270"/>
                </a:lnTo>
                <a:lnTo>
                  <a:pt x="72730" y="31284"/>
                </a:lnTo>
                <a:lnTo>
                  <a:pt x="71943" y="27418"/>
                </a:lnTo>
                <a:lnTo>
                  <a:pt x="70481" y="23795"/>
                </a:lnTo>
                <a:lnTo>
                  <a:pt x="69132" y="20413"/>
                </a:lnTo>
                <a:lnTo>
                  <a:pt x="67109" y="17151"/>
                </a:lnTo>
                <a:lnTo>
                  <a:pt x="64861" y="14132"/>
                </a:lnTo>
                <a:lnTo>
                  <a:pt x="62613" y="11474"/>
                </a:lnTo>
                <a:lnTo>
                  <a:pt x="59802" y="8696"/>
                </a:lnTo>
                <a:lnTo>
                  <a:pt x="56992" y="6643"/>
                </a:lnTo>
                <a:lnTo>
                  <a:pt x="54182" y="4831"/>
                </a:lnTo>
                <a:lnTo>
                  <a:pt x="51147" y="3019"/>
                </a:lnTo>
                <a:lnTo>
                  <a:pt x="47437" y="1811"/>
                </a:lnTo>
                <a:lnTo>
                  <a:pt x="43840" y="845"/>
                </a:lnTo>
                <a:lnTo>
                  <a:pt x="40130" y="241"/>
                </a:lnTo>
                <a:lnTo>
                  <a:pt x="36533" y="0"/>
                </a:lnTo>
                <a:lnTo>
                  <a:pt x="32824" y="241"/>
                </a:lnTo>
                <a:lnTo>
                  <a:pt x="29226" y="845"/>
                </a:lnTo>
                <a:lnTo>
                  <a:pt x="25854" y="1811"/>
                </a:lnTo>
                <a:lnTo>
                  <a:pt x="22482" y="3019"/>
                </a:lnTo>
                <a:lnTo>
                  <a:pt x="19334" y="4831"/>
                </a:lnTo>
                <a:lnTo>
                  <a:pt x="16299" y="6643"/>
                </a:lnTo>
                <a:lnTo>
                  <a:pt x="13152" y="8696"/>
                </a:lnTo>
                <a:lnTo>
                  <a:pt x="10679" y="11474"/>
                </a:lnTo>
                <a:lnTo>
                  <a:pt x="8430" y="14132"/>
                </a:lnTo>
                <a:lnTo>
                  <a:pt x="6182" y="17151"/>
                </a:lnTo>
                <a:lnTo>
                  <a:pt x="4496" y="20413"/>
                </a:lnTo>
                <a:lnTo>
                  <a:pt x="3035" y="23795"/>
                </a:lnTo>
                <a:lnTo>
                  <a:pt x="1686" y="27418"/>
                </a:lnTo>
                <a:lnTo>
                  <a:pt x="786" y="31284"/>
                </a:lnTo>
                <a:lnTo>
                  <a:pt x="224" y="35270"/>
                </a:lnTo>
                <a:lnTo>
                  <a:pt x="0" y="391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8" name="object 178"/>
          <p:cNvSpPr/>
          <p:nvPr/>
        </p:nvSpPr>
        <p:spPr>
          <a:xfrm>
            <a:off x="2795955" y="1804261"/>
            <a:ext cx="49146" cy="53025"/>
          </a:xfrm>
          <a:custGeom>
            <a:avLst/>
            <a:gdLst/>
            <a:ahLst/>
            <a:cxnLst/>
            <a:rect l="l" t="t" r="r" b="b"/>
            <a:pathLst>
              <a:path w="49146" h="53025">
                <a:moveTo>
                  <a:pt x="24426" y="53025"/>
                </a:moveTo>
                <a:lnTo>
                  <a:pt x="29485" y="52422"/>
                </a:lnTo>
                <a:lnTo>
                  <a:pt x="33981" y="50610"/>
                </a:lnTo>
                <a:lnTo>
                  <a:pt x="38197" y="48194"/>
                </a:lnTo>
                <a:lnTo>
                  <a:pt x="41839" y="45174"/>
                </a:lnTo>
                <a:lnTo>
                  <a:pt x="44930" y="41309"/>
                </a:lnTo>
                <a:lnTo>
                  <a:pt x="47178" y="36719"/>
                </a:lnTo>
                <a:lnTo>
                  <a:pt x="48584" y="31888"/>
                </a:lnTo>
                <a:lnTo>
                  <a:pt x="49146" y="26452"/>
                </a:lnTo>
                <a:lnTo>
                  <a:pt x="48584" y="21017"/>
                </a:lnTo>
                <a:lnTo>
                  <a:pt x="47178" y="16185"/>
                </a:lnTo>
                <a:lnTo>
                  <a:pt x="44930" y="11716"/>
                </a:lnTo>
                <a:lnTo>
                  <a:pt x="41839" y="7730"/>
                </a:lnTo>
                <a:lnTo>
                  <a:pt x="38197" y="4831"/>
                </a:lnTo>
                <a:lnTo>
                  <a:pt x="33981" y="2415"/>
                </a:lnTo>
                <a:lnTo>
                  <a:pt x="29485" y="603"/>
                </a:lnTo>
                <a:lnTo>
                  <a:pt x="24426" y="0"/>
                </a:lnTo>
                <a:lnTo>
                  <a:pt x="19379" y="603"/>
                </a:lnTo>
                <a:lnTo>
                  <a:pt x="14883" y="2415"/>
                </a:lnTo>
                <a:lnTo>
                  <a:pt x="10667" y="4831"/>
                </a:lnTo>
                <a:lnTo>
                  <a:pt x="7014" y="7730"/>
                </a:lnTo>
                <a:lnTo>
                  <a:pt x="3934" y="11716"/>
                </a:lnTo>
                <a:lnTo>
                  <a:pt x="1686" y="16185"/>
                </a:lnTo>
                <a:lnTo>
                  <a:pt x="281" y="21017"/>
                </a:lnTo>
                <a:lnTo>
                  <a:pt x="0" y="26452"/>
                </a:lnTo>
                <a:lnTo>
                  <a:pt x="281" y="31888"/>
                </a:lnTo>
                <a:lnTo>
                  <a:pt x="1686" y="36719"/>
                </a:lnTo>
                <a:lnTo>
                  <a:pt x="3934" y="41309"/>
                </a:lnTo>
                <a:lnTo>
                  <a:pt x="7014" y="45174"/>
                </a:lnTo>
                <a:lnTo>
                  <a:pt x="10667" y="48194"/>
                </a:lnTo>
                <a:lnTo>
                  <a:pt x="14883" y="50610"/>
                </a:lnTo>
                <a:lnTo>
                  <a:pt x="19379" y="52422"/>
                </a:lnTo>
                <a:lnTo>
                  <a:pt x="24426" y="5302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9" name="object 179"/>
          <p:cNvSpPr/>
          <p:nvPr/>
        </p:nvSpPr>
        <p:spPr>
          <a:xfrm>
            <a:off x="3089393" y="1804261"/>
            <a:ext cx="49236" cy="53025"/>
          </a:xfrm>
          <a:custGeom>
            <a:avLst/>
            <a:gdLst/>
            <a:ahLst/>
            <a:cxnLst/>
            <a:rect l="l" t="t" r="r" b="b"/>
            <a:pathLst>
              <a:path w="49236" h="53025">
                <a:moveTo>
                  <a:pt x="24505" y="53025"/>
                </a:moveTo>
                <a:lnTo>
                  <a:pt x="29564" y="52422"/>
                </a:lnTo>
                <a:lnTo>
                  <a:pt x="34060" y="50610"/>
                </a:lnTo>
                <a:lnTo>
                  <a:pt x="38557" y="48194"/>
                </a:lnTo>
                <a:lnTo>
                  <a:pt x="42154" y="45174"/>
                </a:lnTo>
                <a:lnTo>
                  <a:pt x="44964" y="41309"/>
                </a:lnTo>
                <a:lnTo>
                  <a:pt x="47549" y="36719"/>
                </a:lnTo>
                <a:lnTo>
                  <a:pt x="48674" y="31888"/>
                </a:lnTo>
                <a:lnTo>
                  <a:pt x="49236" y="26452"/>
                </a:lnTo>
                <a:lnTo>
                  <a:pt x="48674" y="21017"/>
                </a:lnTo>
                <a:lnTo>
                  <a:pt x="47549" y="16185"/>
                </a:lnTo>
                <a:lnTo>
                  <a:pt x="44964" y="11716"/>
                </a:lnTo>
                <a:lnTo>
                  <a:pt x="42154" y="7730"/>
                </a:lnTo>
                <a:lnTo>
                  <a:pt x="38557" y="4831"/>
                </a:lnTo>
                <a:lnTo>
                  <a:pt x="34060" y="2415"/>
                </a:lnTo>
                <a:lnTo>
                  <a:pt x="29564" y="603"/>
                </a:lnTo>
                <a:lnTo>
                  <a:pt x="24505" y="0"/>
                </a:lnTo>
                <a:lnTo>
                  <a:pt x="19447" y="603"/>
                </a:lnTo>
                <a:lnTo>
                  <a:pt x="14950" y="2415"/>
                </a:lnTo>
                <a:lnTo>
                  <a:pt x="11016" y="4831"/>
                </a:lnTo>
                <a:lnTo>
                  <a:pt x="7306" y="7730"/>
                </a:lnTo>
                <a:lnTo>
                  <a:pt x="4271" y="11716"/>
                </a:lnTo>
                <a:lnTo>
                  <a:pt x="2023" y="16185"/>
                </a:lnTo>
                <a:lnTo>
                  <a:pt x="562" y="21017"/>
                </a:lnTo>
                <a:lnTo>
                  <a:pt x="0" y="26452"/>
                </a:lnTo>
                <a:lnTo>
                  <a:pt x="562" y="31888"/>
                </a:lnTo>
                <a:lnTo>
                  <a:pt x="2023" y="36719"/>
                </a:lnTo>
                <a:lnTo>
                  <a:pt x="4271" y="41309"/>
                </a:lnTo>
                <a:lnTo>
                  <a:pt x="7306" y="45174"/>
                </a:lnTo>
                <a:lnTo>
                  <a:pt x="11016" y="48194"/>
                </a:lnTo>
                <a:lnTo>
                  <a:pt x="14950" y="50610"/>
                </a:lnTo>
                <a:lnTo>
                  <a:pt x="19447" y="52422"/>
                </a:lnTo>
                <a:lnTo>
                  <a:pt x="24505" y="5302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0" name="object 180"/>
          <p:cNvSpPr/>
          <p:nvPr/>
        </p:nvSpPr>
        <p:spPr>
          <a:xfrm>
            <a:off x="2802127" y="1811145"/>
            <a:ext cx="36792" cy="39256"/>
          </a:xfrm>
          <a:custGeom>
            <a:avLst/>
            <a:gdLst/>
            <a:ahLst/>
            <a:cxnLst/>
            <a:rect l="l" t="t" r="r" b="b"/>
            <a:pathLst>
              <a:path w="36792" h="39256">
                <a:moveTo>
                  <a:pt x="18255" y="39256"/>
                </a:moveTo>
                <a:lnTo>
                  <a:pt x="21908" y="38652"/>
                </a:lnTo>
                <a:lnTo>
                  <a:pt x="25562" y="37685"/>
                </a:lnTo>
                <a:lnTo>
                  <a:pt x="28372" y="35874"/>
                </a:lnTo>
                <a:lnTo>
                  <a:pt x="31182" y="33458"/>
                </a:lnTo>
                <a:lnTo>
                  <a:pt x="33431" y="30800"/>
                </a:lnTo>
                <a:lnTo>
                  <a:pt x="35387" y="27177"/>
                </a:lnTo>
                <a:lnTo>
                  <a:pt x="36230" y="23553"/>
                </a:lnTo>
                <a:lnTo>
                  <a:pt x="36792" y="19567"/>
                </a:lnTo>
                <a:lnTo>
                  <a:pt x="36230" y="15702"/>
                </a:lnTo>
                <a:lnTo>
                  <a:pt x="35387" y="12078"/>
                </a:lnTo>
                <a:lnTo>
                  <a:pt x="33431" y="8696"/>
                </a:lnTo>
                <a:lnTo>
                  <a:pt x="31182" y="5677"/>
                </a:lnTo>
                <a:lnTo>
                  <a:pt x="28372" y="3623"/>
                </a:lnTo>
                <a:lnTo>
                  <a:pt x="25562" y="1449"/>
                </a:lnTo>
                <a:lnTo>
                  <a:pt x="21908" y="603"/>
                </a:lnTo>
                <a:lnTo>
                  <a:pt x="18255" y="0"/>
                </a:lnTo>
                <a:lnTo>
                  <a:pt x="14613" y="603"/>
                </a:lnTo>
                <a:lnTo>
                  <a:pt x="10960" y="1449"/>
                </a:lnTo>
                <a:lnTo>
                  <a:pt x="7868" y="3623"/>
                </a:lnTo>
                <a:lnTo>
                  <a:pt x="5339" y="5677"/>
                </a:lnTo>
                <a:lnTo>
                  <a:pt x="3091" y="8696"/>
                </a:lnTo>
                <a:lnTo>
                  <a:pt x="1405" y="12078"/>
                </a:lnTo>
                <a:lnTo>
                  <a:pt x="281" y="15702"/>
                </a:lnTo>
                <a:lnTo>
                  <a:pt x="0" y="19567"/>
                </a:lnTo>
                <a:lnTo>
                  <a:pt x="281" y="23553"/>
                </a:lnTo>
                <a:lnTo>
                  <a:pt x="1405" y="27177"/>
                </a:lnTo>
                <a:lnTo>
                  <a:pt x="3091" y="30800"/>
                </a:lnTo>
                <a:lnTo>
                  <a:pt x="5339" y="33458"/>
                </a:lnTo>
                <a:lnTo>
                  <a:pt x="7868" y="35874"/>
                </a:lnTo>
                <a:lnTo>
                  <a:pt x="10960" y="37685"/>
                </a:lnTo>
                <a:lnTo>
                  <a:pt x="14613" y="38652"/>
                </a:lnTo>
                <a:lnTo>
                  <a:pt x="18255" y="392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1" name="object 181"/>
          <p:cNvSpPr/>
          <p:nvPr/>
        </p:nvSpPr>
        <p:spPr>
          <a:xfrm>
            <a:off x="3095576" y="1811145"/>
            <a:ext cx="36533" cy="39256"/>
          </a:xfrm>
          <a:custGeom>
            <a:avLst/>
            <a:gdLst/>
            <a:ahLst/>
            <a:cxnLst/>
            <a:rect l="l" t="t" r="r" b="b"/>
            <a:pathLst>
              <a:path w="36533" h="39256">
                <a:moveTo>
                  <a:pt x="18323" y="39256"/>
                </a:moveTo>
                <a:lnTo>
                  <a:pt x="21920" y="38652"/>
                </a:lnTo>
                <a:lnTo>
                  <a:pt x="25629" y="37685"/>
                </a:lnTo>
                <a:lnTo>
                  <a:pt x="28664" y="35874"/>
                </a:lnTo>
                <a:lnTo>
                  <a:pt x="31475" y="33458"/>
                </a:lnTo>
                <a:lnTo>
                  <a:pt x="33723" y="30800"/>
                </a:lnTo>
                <a:lnTo>
                  <a:pt x="35184" y="27177"/>
                </a:lnTo>
                <a:lnTo>
                  <a:pt x="36308" y="23553"/>
                </a:lnTo>
                <a:lnTo>
                  <a:pt x="36533" y="19567"/>
                </a:lnTo>
                <a:lnTo>
                  <a:pt x="36308" y="15702"/>
                </a:lnTo>
                <a:lnTo>
                  <a:pt x="35184" y="12078"/>
                </a:lnTo>
                <a:lnTo>
                  <a:pt x="33723" y="8696"/>
                </a:lnTo>
                <a:lnTo>
                  <a:pt x="31475" y="5677"/>
                </a:lnTo>
                <a:lnTo>
                  <a:pt x="28664" y="3623"/>
                </a:lnTo>
                <a:lnTo>
                  <a:pt x="25629" y="1449"/>
                </a:lnTo>
                <a:lnTo>
                  <a:pt x="21920" y="603"/>
                </a:lnTo>
                <a:lnTo>
                  <a:pt x="18323" y="0"/>
                </a:lnTo>
                <a:lnTo>
                  <a:pt x="14613" y="603"/>
                </a:lnTo>
                <a:lnTo>
                  <a:pt x="11241" y="1449"/>
                </a:lnTo>
                <a:lnTo>
                  <a:pt x="8206" y="3623"/>
                </a:lnTo>
                <a:lnTo>
                  <a:pt x="5620" y="5677"/>
                </a:lnTo>
                <a:lnTo>
                  <a:pt x="3372" y="8696"/>
                </a:lnTo>
                <a:lnTo>
                  <a:pt x="1461" y="12078"/>
                </a:lnTo>
                <a:lnTo>
                  <a:pt x="562" y="15702"/>
                </a:lnTo>
                <a:lnTo>
                  <a:pt x="0" y="19567"/>
                </a:lnTo>
                <a:lnTo>
                  <a:pt x="562" y="23553"/>
                </a:lnTo>
                <a:lnTo>
                  <a:pt x="1461" y="27177"/>
                </a:lnTo>
                <a:lnTo>
                  <a:pt x="3372" y="30800"/>
                </a:lnTo>
                <a:lnTo>
                  <a:pt x="5620" y="33458"/>
                </a:lnTo>
                <a:lnTo>
                  <a:pt x="8206" y="35874"/>
                </a:lnTo>
                <a:lnTo>
                  <a:pt x="11241" y="37685"/>
                </a:lnTo>
                <a:lnTo>
                  <a:pt x="14613" y="38652"/>
                </a:lnTo>
                <a:lnTo>
                  <a:pt x="18323" y="392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2" name="object 182"/>
          <p:cNvSpPr/>
          <p:nvPr/>
        </p:nvSpPr>
        <p:spPr>
          <a:xfrm>
            <a:off x="2862795" y="1839953"/>
            <a:ext cx="208163" cy="0"/>
          </a:xfrm>
          <a:custGeom>
            <a:avLst/>
            <a:gdLst/>
            <a:ahLst/>
            <a:cxnLst/>
            <a:rect l="l" t="t" r="r" b="b"/>
            <a:pathLst>
              <a:path w="208163" h="0">
                <a:moveTo>
                  <a:pt x="0" y="0"/>
                </a:moveTo>
                <a:lnTo>
                  <a:pt x="208163" y="0"/>
                </a:lnTo>
              </a:path>
            </a:pathLst>
          </a:custGeom>
          <a:ln w="936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3" name="object 183"/>
          <p:cNvSpPr/>
          <p:nvPr/>
        </p:nvSpPr>
        <p:spPr>
          <a:xfrm>
            <a:off x="2741470" y="1679607"/>
            <a:ext cx="301947" cy="63051"/>
          </a:xfrm>
          <a:custGeom>
            <a:avLst/>
            <a:gdLst/>
            <a:ahLst/>
            <a:cxnLst/>
            <a:rect l="l" t="t" r="r" b="b"/>
            <a:pathLst>
              <a:path w="301947" h="63051">
                <a:moveTo>
                  <a:pt x="301947" y="60394"/>
                </a:moveTo>
                <a:lnTo>
                  <a:pt x="251362" y="12682"/>
                </a:lnTo>
                <a:lnTo>
                  <a:pt x="254172" y="63051"/>
                </a:lnTo>
                <a:lnTo>
                  <a:pt x="259231" y="63051"/>
                </a:lnTo>
                <a:lnTo>
                  <a:pt x="252149" y="23312"/>
                </a:lnTo>
                <a:lnTo>
                  <a:pt x="292617" y="63051"/>
                </a:lnTo>
                <a:lnTo>
                  <a:pt x="301947" y="60394"/>
                </a:lnTo>
                <a:close/>
              </a:path>
              <a:path w="301947" h="63051">
                <a:moveTo>
                  <a:pt x="114580" y="0"/>
                </a:moveTo>
                <a:lnTo>
                  <a:pt x="105037" y="0"/>
                </a:lnTo>
                <a:lnTo>
                  <a:pt x="105880" y="12682"/>
                </a:lnTo>
                <a:lnTo>
                  <a:pt x="163681" y="12682"/>
                </a:lnTo>
                <a:lnTo>
                  <a:pt x="167054" y="63051"/>
                </a:lnTo>
                <a:lnTo>
                  <a:pt x="169864" y="63051"/>
                </a:lnTo>
                <a:lnTo>
                  <a:pt x="178295" y="151105"/>
                </a:lnTo>
                <a:lnTo>
                  <a:pt x="330275" y="151105"/>
                </a:lnTo>
                <a:lnTo>
                  <a:pt x="330612" y="146636"/>
                </a:lnTo>
                <a:lnTo>
                  <a:pt x="331174" y="142046"/>
                </a:lnTo>
                <a:lnTo>
                  <a:pt x="331961" y="137577"/>
                </a:lnTo>
                <a:lnTo>
                  <a:pt x="333647" y="133591"/>
                </a:lnTo>
                <a:lnTo>
                  <a:pt x="335333" y="129726"/>
                </a:lnTo>
                <a:lnTo>
                  <a:pt x="337582" y="125861"/>
                </a:lnTo>
                <a:lnTo>
                  <a:pt x="339830" y="122237"/>
                </a:lnTo>
                <a:lnTo>
                  <a:pt x="342640" y="119217"/>
                </a:lnTo>
                <a:lnTo>
                  <a:pt x="345450" y="116198"/>
                </a:lnTo>
                <a:lnTo>
                  <a:pt x="349047" y="113420"/>
                </a:lnTo>
                <a:lnTo>
                  <a:pt x="352420" y="111366"/>
                </a:lnTo>
                <a:lnTo>
                  <a:pt x="356129" y="109192"/>
                </a:lnTo>
                <a:lnTo>
                  <a:pt x="360064" y="107742"/>
                </a:lnTo>
                <a:lnTo>
                  <a:pt x="363998" y="106535"/>
                </a:lnTo>
                <a:lnTo>
                  <a:pt x="368157" y="105931"/>
                </a:lnTo>
                <a:lnTo>
                  <a:pt x="372429" y="105568"/>
                </a:lnTo>
                <a:lnTo>
                  <a:pt x="376925" y="105931"/>
                </a:lnTo>
                <a:lnTo>
                  <a:pt x="381085" y="106535"/>
                </a:lnTo>
                <a:lnTo>
                  <a:pt x="385019" y="107742"/>
                </a:lnTo>
                <a:lnTo>
                  <a:pt x="389291" y="109192"/>
                </a:lnTo>
                <a:lnTo>
                  <a:pt x="392888" y="111366"/>
                </a:lnTo>
                <a:lnTo>
                  <a:pt x="396260" y="113420"/>
                </a:lnTo>
                <a:lnTo>
                  <a:pt x="399408" y="116198"/>
                </a:lnTo>
                <a:lnTo>
                  <a:pt x="402780" y="119217"/>
                </a:lnTo>
                <a:lnTo>
                  <a:pt x="405253" y="122237"/>
                </a:lnTo>
                <a:lnTo>
                  <a:pt x="407839" y="125861"/>
                </a:lnTo>
                <a:lnTo>
                  <a:pt x="410087" y="129726"/>
                </a:lnTo>
                <a:lnTo>
                  <a:pt x="411436" y="133591"/>
                </a:lnTo>
                <a:lnTo>
                  <a:pt x="413122" y="137577"/>
                </a:lnTo>
                <a:lnTo>
                  <a:pt x="414021" y="142046"/>
                </a:lnTo>
                <a:lnTo>
                  <a:pt x="414808" y="146636"/>
                </a:lnTo>
                <a:lnTo>
                  <a:pt x="415145" y="151105"/>
                </a:lnTo>
                <a:lnTo>
                  <a:pt x="446283" y="143013"/>
                </a:lnTo>
                <a:lnTo>
                  <a:pt x="446845" y="137577"/>
                </a:lnTo>
                <a:lnTo>
                  <a:pt x="448756" y="137215"/>
                </a:lnTo>
                <a:lnTo>
                  <a:pt x="451567" y="135765"/>
                </a:lnTo>
                <a:lnTo>
                  <a:pt x="453590" y="132142"/>
                </a:lnTo>
                <a:lnTo>
                  <a:pt x="454152" y="129726"/>
                </a:lnTo>
                <a:lnTo>
                  <a:pt x="454152" y="117406"/>
                </a:lnTo>
                <a:lnTo>
                  <a:pt x="453815" y="114386"/>
                </a:lnTo>
                <a:lnTo>
                  <a:pt x="453028" y="111608"/>
                </a:lnTo>
                <a:lnTo>
                  <a:pt x="451004" y="108950"/>
                </a:lnTo>
                <a:lnTo>
                  <a:pt x="447969" y="107742"/>
                </a:lnTo>
                <a:lnTo>
                  <a:pt x="444822" y="105931"/>
                </a:lnTo>
                <a:lnTo>
                  <a:pt x="444822" y="93248"/>
                </a:lnTo>
                <a:lnTo>
                  <a:pt x="442574" y="90832"/>
                </a:lnTo>
                <a:lnTo>
                  <a:pt x="438414" y="88658"/>
                </a:lnTo>
                <a:lnTo>
                  <a:pt x="432457" y="86001"/>
                </a:lnTo>
                <a:lnTo>
                  <a:pt x="425150" y="83223"/>
                </a:lnTo>
                <a:lnTo>
                  <a:pt x="416831" y="80565"/>
                </a:lnTo>
                <a:lnTo>
                  <a:pt x="407501" y="77545"/>
                </a:lnTo>
                <a:lnTo>
                  <a:pt x="397722" y="74284"/>
                </a:lnTo>
                <a:lnTo>
                  <a:pt x="387267" y="71506"/>
                </a:lnTo>
                <a:lnTo>
                  <a:pt x="376925" y="68849"/>
                </a:lnTo>
                <a:lnTo>
                  <a:pt x="366808" y="65829"/>
                </a:lnTo>
                <a:lnTo>
                  <a:pt x="356916" y="63413"/>
                </a:lnTo>
                <a:lnTo>
                  <a:pt x="347699" y="60997"/>
                </a:lnTo>
                <a:lnTo>
                  <a:pt x="339830" y="58823"/>
                </a:lnTo>
                <a:lnTo>
                  <a:pt x="333085" y="57011"/>
                </a:lnTo>
                <a:lnTo>
                  <a:pt x="327802" y="55804"/>
                </a:lnTo>
                <a:lnTo>
                  <a:pt x="324429" y="54596"/>
                </a:lnTo>
                <a:lnTo>
                  <a:pt x="292617" y="63051"/>
                </a:lnTo>
                <a:lnTo>
                  <a:pt x="254172" y="63051"/>
                </a:lnTo>
                <a:lnTo>
                  <a:pt x="251362" y="12682"/>
                </a:lnTo>
                <a:lnTo>
                  <a:pt x="269573" y="12682"/>
                </a:lnTo>
                <a:lnTo>
                  <a:pt x="265976" y="8455"/>
                </a:lnTo>
                <a:lnTo>
                  <a:pt x="263390" y="6401"/>
                </a:lnTo>
                <a:lnTo>
                  <a:pt x="261142" y="4227"/>
                </a:lnTo>
                <a:lnTo>
                  <a:pt x="258669" y="2415"/>
                </a:lnTo>
                <a:lnTo>
                  <a:pt x="256083" y="1207"/>
                </a:lnTo>
                <a:lnTo>
                  <a:pt x="253610" y="0"/>
                </a:lnTo>
                <a:lnTo>
                  <a:pt x="251362" y="0"/>
                </a:lnTo>
                <a:lnTo>
                  <a:pt x="251362" y="63051"/>
                </a:lnTo>
                <a:lnTo>
                  <a:pt x="248777" y="0"/>
                </a:lnTo>
                <a:lnTo>
                  <a:pt x="194032" y="0"/>
                </a:lnTo>
                <a:lnTo>
                  <a:pt x="188187" y="12682"/>
                </a:lnTo>
                <a:lnTo>
                  <a:pt x="241020" y="12682"/>
                </a:lnTo>
                <a:lnTo>
                  <a:pt x="248552" y="63051"/>
                </a:lnTo>
                <a:lnTo>
                  <a:pt x="178070" y="63051"/>
                </a:lnTo>
                <a:lnTo>
                  <a:pt x="174361" y="12682"/>
                </a:lnTo>
                <a:lnTo>
                  <a:pt x="175260" y="63051"/>
                </a:lnTo>
                <a:lnTo>
                  <a:pt x="172674" y="63051"/>
                </a:lnTo>
                <a:lnTo>
                  <a:pt x="173012" y="0"/>
                </a:lnTo>
                <a:lnTo>
                  <a:pt x="114580" y="0"/>
                </a:lnTo>
                <a:close/>
              </a:path>
              <a:path w="301947" h="63051">
                <a:moveTo>
                  <a:pt x="248777" y="0"/>
                </a:moveTo>
                <a:lnTo>
                  <a:pt x="251362" y="63051"/>
                </a:lnTo>
                <a:lnTo>
                  <a:pt x="251362" y="0"/>
                </a:lnTo>
                <a:lnTo>
                  <a:pt x="248777" y="0"/>
                </a:lnTo>
                <a:close/>
              </a:path>
              <a:path w="301947" h="63051">
                <a:moveTo>
                  <a:pt x="91839" y="9663"/>
                </a:moveTo>
                <a:lnTo>
                  <a:pt x="88748" y="12441"/>
                </a:lnTo>
                <a:lnTo>
                  <a:pt x="85657" y="15460"/>
                </a:lnTo>
                <a:lnTo>
                  <a:pt x="82284" y="19084"/>
                </a:lnTo>
                <a:lnTo>
                  <a:pt x="78631" y="22708"/>
                </a:lnTo>
                <a:lnTo>
                  <a:pt x="74427" y="26573"/>
                </a:lnTo>
                <a:lnTo>
                  <a:pt x="70493" y="30438"/>
                </a:lnTo>
                <a:lnTo>
                  <a:pt x="66558" y="34424"/>
                </a:lnTo>
                <a:lnTo>
                  <a:pt x="62624" y="38652"/>
                </a:lnTo>
                <a:lnTo>
                  <a:pt x="58701" y="42275"/>
                </a:lnTo>
                <a:lnTo>
                  <a:pt x="55047" y="45899"/>
                </a:lnTo>
                <a:lnTo>
                  <a:pt x="51956" y="49160"/>
                </a:lnTo>
                <a:lnTo>
                  <a:pt x="48584" y="52542"/>
                </a:lnTo>
                <a:lnTo>
                  <a:pt x="46054" y="55200"/>
                </a:lnTo>
                <a:lnTo>
                  <a:pt x="43806" y="57374"/>
                </a:lnTo>
                <a:lnTo>
                  <a:pt x="41288" y="60031"/>
                </a:lnTo>
                <a:lnTo>
                  <a:pt x="39040" y="62447"/>
                </a:lnTo>
                <a:lnTo>
                  <a:pt x="37635" y="64863"/>
                </a:lnTo>
                <a:lnTo>
                  <a:pt x="35949" y="67641"/>
                </a:lnTo>
                <a:lnTo>
                  <a:pt x="34824" y="70298"/>
                </a:lnTo>
                <a:lnTo>
                  <a:pt x="33700" y="72714"/>
                </a:lnTo>
                <a:lnTo>
                  <a:pt x="32857" y="75492"/>
                </a:lnTo>
                <a:lnTo>
                  <a:pt x="32576" y="78149"/>
                </a:lnTo>
                <a:lnTo>
                  <a:pt x="32014" y="80565"/>
                </a:lnTo>
                <a:lnTo>
                  <a:pt x="9543" y="81773"/>
                </a:lnTo>
                <a:lnTo>
                  <a:pt x="9543" y="109796"/>
                </a:lnTo>
                <a:lnTo>
                  <a:pt x="5620" y="110400"/>
                </a:lnTo>
                <a:lnTo>
                  <a:pt x="2529" y="112816"/>
                </a:lnTo>
                <a:lnTo>
                  <a:pt x="843" y="116198"/>
                </a:lnTo>
                <a:lnTo>
                  <a:pt x="0" y="120425"/>
                </a:lnTo>
                <a:lnTo>
                  <a:pt x="0" y="141442"/>
                </a:lnTo>
                <a:lnTo>
                  <a:pt x="281" y="144220"/>
                </a:lnTo>
                <a:lnTo>
                  <a:pt x="1967" y="148086"/>
                </a:lnTo>
                <a:lnTo>
                  <a:pt x="4496" y="150501"/>
                </a:lnTo>
                <a:lnTo>
                  <a:pt x="7576" y="151105"/>
                </a:lnTo>
                <a:lnTo>
                  <a:pt x="13759" y="151105"/>
                </a:lnTo>
                <a:lnTo>
                  <a:pt x="17412" y="151468"/>
                </a:lnTo>
                <a:lnTo>
                  <a:pt x="33700" y="151468"/>
                </a:lnTo>
                <a:lnTo>
                  <a:pt x="36511" y="151105"/>
                </a:lnTo>
                <a:lnTo>
                  <a:pt x="36792" y="146636"/>
                </a:lnTo>
                <a:lnTo>
                  <a:pt x="37635" y="142046"/>
                </a:lnTo>
                <a:lnTo>
                  <a:pt x="38478" y="137577"/>
                </a:lnTo>
                <a:lnTo>
                  <a:pt x="39883" y="133591"/>
                </a:lnTo>
                <a:lnTo>
                  <a:pt x="41569" y="129726"/>
                </a:lnTo>
                <a:lnTo>
                  <a:pt x="43806" y="125861"/>
                </a:lnTo>
                <a:lnTo>
                  <a:pt x="46054" y="122237"/>
                </a:lnTo>
                <a:lnTo>
                  <a:pt x="48865" y="119217"/>
                </a:lnTo>
                <a:lnTo>
                  <a:pt x="51956" y="116198"/>
                </a:lnTo>
                <a:lnTo>
                  <a:pt x="55328" y="113420"/>
                </a:lnTo>
                <a:lnTo>
                  <a:pt x="58701" y="111366"/>
                </a:lnTo>
                <a:lnTo>
                  <a:pt x="62343" y="109192"/>
                </a:lnTo>
                <a:lnTo>
                  <a:pt x="66277" y="107742"/>
                </a:lnTo>
                <a:lnTo>
                  <a:pt x="70493" y="106535"/>
                </a:lnTo>
                <a:lnTo>
                  <a:pt x="74427" y="105931"/>
                </a:lnTo>
                <a:lnTo>
                  <a:pt x="78912" y="105568"/>
                </a:lnTo>
                <a:lnTo>
                  <a:pt x="83128" y="105931"/>
                </a:lnTo>
                <a:lnTo>
                  <a:pt x="87624" y="106535"/>
                </a:lnTo>
                <a:lnTo>
                  <a:pt x="91277" y="107742"/>
                </a:lnTo>
                <a:lnTo>
                  <a:pt x="95493" y="109192"/>
                </a:lnTo>
                <a:lnTo>
                  <a:pt x="99135" y="111366"/>
                </a:lnTo>
                <a:lnTo>
                  <a:pt x="102507" y="113420"/>
                </a:lnTo>
                <a:lnTo>
                  <a:pt x="105880" y="116198"/>
                </a:lnTo>
                <a:lnTo>
                  <a:pt x="108971" y="119217"/>
                </a:lnTo>
                <a:lnTo>
                  <a:pt x="111781" y="122237"/>
                </a:lnTo>
                <a:lnTo>
                  <a:pt x="114018" y="125861"/>
                </a:lnTo>
                <a:lnTo>
                  <a:pt x="116266" y="129726"/>
                </a:lnTo>
                <a:lnTo>
                  <a:pt x="117953" y="133591"/>
                </a:lnTo>
                <a:lnTo>
                  <a:pt x="119358" y="137577"/>
                </a:lnTo>
                <a:lnTo>
                  <a:pt x="120482" y="142046"/>
                </a:lnTo>
                <a:lnTo>
                  <a:pt x="121044" y="146636"/>
                </a:lnTo>
                <a:lnTo>
                  <a:pt x="121325" y="151105"/>
                </a:lnTo>
                <a:lnTo>
                  <a:pt x="178295" y="151105"/>
                </a:lnTo>
                <a:lnTo>
                  <a:pt x="169864" y="63051"/>
                </a:lnTo>
                <a:lnTo>
                  <a:pt x="65996" y="63051"/>
                </a:lnTo>
                <a:lnTo>
                  <a:pt x="105880" y="12682"/>
                </a:lnTo>
                <a:lnTo>
                  <a:pt x="105037" y="0"/>
                </a:lnTo>
                <a:lnTo>
                  <a:pt x="89872" y="0"/>
                </a:lnTo>
                <a:lnTo>
                  <a:pt x="87343" y="362"/>
                </a:lnTo>
                <a:lnTo>
                  <a:pt x="85095" y="966"/>
                </a:lnTo>
                <a:lnTo>
                  <a:pt x="83128" y="1811"/>
                </a:lnTo>
                <a:lnTo>
                  <a:pt x="79755" y="3986"/>
                </a:lnTo>
                <a:lnTo>
                  <a:pt x="76675" y="7609"/>
                </a:lnTo>
                <a:lnTo>
                  <a:pt x="74427" y="9663"/>
                </a:lnTo>
                <a:lnTo>
                  <a:pt x="91839" y="9663"/>
                </a:lnTo>
                <a:close/>
              </a:path>
              <a:path w="301947" h="63051">
                <a:moveTo>
                  <a:pt x="174361" y="12682"/>
                </a:moveTo>
                <a:lnTo>
                  <a:pt x="188187" y="12682"/>
                </a:lnTo>
                <a:lnTo>
                  <a:pt x="194032" y="0"/>
                </a:lnTo>
                <a:lnTo>
                  <a:pt x="173012" y="0"/>
                </a:lnTo>
                <a:lnTo>
                  <a:pt x="172674" y="63051"/>
                </a:lnTo>
                <a:lnTo>
                  <a:pt x="175260" y="63051"/>
                </a:lnTo>
                <a:lnTo>
                  <a:pt x="174361" y="1268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4" name="object 184"/>
          <p:cNvSpPr/>
          <p:nvPr/>
        </p:nvSpPr>
        <p:spPr>
          <a:xfrm>
            <a:off x="3004860" y="1692290"/>
            <a:ext cx="61039" cy="43483"/>
          </a:xfrm>
          <a:custGeom>
            <a:avLst/>
            <a:gdLst/>
            <a:ahLst/>
            <a:cxnLst/>
            <a:rect l="l" t="t" r="r" b="b"/>
            <a:pathLst>
              <a:path w="61039" h="43483">
                <a:moveTo>
                  <a:pt x="6182" y="0"/>
                </a:moveTo>
                <a:lnTo>
                  <a:pt x="0" y="362"/>
                </a:lnTo>
                <a:lnTo>
                  <a:pt x="55980" y="43483"/>
                </a:lnTo>
                <a:lnTo>
                  <a:pt x="61039" y="41913"/>
                </a:lnTo>
                <a:lnTo>
                  <a:pt x="618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5" name="object 185"/>
          <p:cNvSpPr/>
          <p:nvPr/>
        </p:nvSpPr>
        <p:spPr>
          <a:xfrm>
            <a:off x="2752418" y="1693860"/>
            <a:ext cx="70774" cy="61481"/>
          </a:xfrm>
          <a:custGeom>
            <a:avLst/>
            <a:gdLst/>
            <a:ahLst/>
            <a:cxnLst/>
            <a:rect l="l" t="t" r="r" b="b"/>
            <a:pathLst>
              <a:path w="70774" h="61481">
                <a:moveTo>
                  <a:pt x="16007" y="61481"/>
                </a:moveTo>
                <a:lnTo>
                  <a:pt x="16850" y="58823"/>
                </a:lnTo>
                <a:lnTo>
                  <a:pt x="18817" y="54233"/>
                </a:lnTo>
                <a:lnTo>
                  <a:pt x="21346" y="50006"/>
                </a:lnTo>
                <a:lnTo>
                  <a:pt x="23595" y="46744"/>
                </a:lnTo>
                <a:lnTo>
                  <a:pt x="27248" y="43121"/>
                </a:lnTo>
                <a:lnTo>
                  <a:pt x="28934" y="41309"/>
                </a:lnTo>
                <a:lnTo>
                  <a:pt x="31463" y="38893"/>
                </a:lnTo>
                <a:lnTo>
                  <a:pt x="33981" y="36115"/>
                </a:lnTo>
                <a:lnTo>
                  <a:pt x="37354" y="32854"/>
                </a:lnTo>
                <a:lnTo>
                  <a:pt x="40445" y="29834"/>
                </a:lnTo>
                <a:lnTo>
                  <a:pt x="43817" y="26211"/>
                </a:lnTo>
                <a:lnTo>
                  <a:pt x="47471" y="22828"/>
                </a:lnTo>
                <a:lnTo>
                  <a:pt x="51113" y="19205"/>
                </a:lnTo>
                <a:lnTo>
                  <a:pt x="54766" y="15581"/>
                </a:lnTo>
                <a:lnTo>
                  <a:pt x="58420" y="11958"/>
                </a:lnTo>
                <a:lnTo>
                  <a:pt x="61792" y="8696"/>
                </a:lnTo>
                <a:lnTo>
                  <a:pt x="64883" y="5435"/>
                </a:lnTo>
                <a:lnTo>
                  <a:pt x="68244" y="2657"/>
                </a:lnTo>
                <a:lnTo>
                  <a:pt x="70774" y="0"/>
                </a:lnTo>
                <a:lnTo>
                  <a:pt x="60949" y="0"/>
                </a:lnTo>
                <a:lnTo>
                  <a:pt x="58139" y="2657"/>
                </a:lnTo>
                <a:lnTo>
                  <a:pt x="54766" y="5435"/>
                </a:lnTo>
                <a:lnTo>
                  <a:pt x="51113" y="8696"/>
                </a:lnTo>
                <a:lnTo>
                  <a:pt x="47471" y="11958"/>
                </a:lnTo>
                <a:lnTo>
                  <a:pt x="43255" y="15581"/>
                </a:lnTo>
                <a:lnTo>
                  <a:pt x="39040" y="19205"/>
                </a:lnTo>
                <a:lnTo>
                  <a:pt x="35106" y="22828"/>
                </a:lnTo>
                <a:lnTo>
                  <a:pt x="30901" y="26211"/>
                </a:lnTo>
                <a:lnTo>
                  <a:pt x="26686" y="29834"/>
                </a:lnTo>
                <a:lnTo>
                  <a:pt x="23033" y="32854"/>
                </a:lnTo>
                <a:lnTo>
                  <a:pt x="19379" y="36115"/>
                </a:lnTo>
                <a:lnTo>
                  <a:pt x="16288" y="38893"/>
                </a:lnTo>
                <a:lnTo>
                  <a:pt x="13489" y="41309"/>
                </a:lnTo>
                <a:lnTo>
                  <a:pt x="11241" y="43121"/>
                </a:lnTo>
                <a:lnTo>
                  <a:pt x="8430" y="45537"/>
                </a:lnTo>
                <a:lnTo>
                  <a:pt x="6182" y="48556"/>
                </a:lnTo>
                <a:lnTo>
                  <a:pt x="3653" y="51818"/>
                </a:lnTo>
                <a:lnTo>
                  <a:pt x="1405" y="56408"/>
                </a:lnTo>
                <a:lnTo>
                  <a:pt x="562" y="58823"/>
                </a:lnTo>
                <a:lnTo>
                  <a:pt x="0" y="61481"/>
                </a:lnTo>
                <a:lnTo>
                  <a:pt x="16007" y="6148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6" name="object 186"/>
          <p:cNvSpPr/>
          <p:nvPr/>
        </p:nvSpPr>
        <p:spPr>
          <a:xfrm>
            <a:off x="2862795" y="1833310"/>
            <a:ext cx="208163" cy="0"/>
          </a:xfrm>
          <a:custGeom>
            <a:avLst/>
            <a:gdLst/>
            <a:ahLst/>
            <a:cxnLst/>
            <a:rect l="l" t="t" r="r" b="b"/>
            <a:pathLst>
              <a:path w="208163" h="0">
                <a:moveTo>
                  <a:pt x="0" y="0"/>
                </a:moveTo>
                <a:lnTo>
                  <a:pt x="208163" y="0"/>
                </a:lnTo>
              </a:path>
            </a:pathLst>
          </a:custGeom>
          <a:ln w="6463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7" name="object 187"/>
          <p:cNvSpPr/>
          <p:nvPr/>
        </p:nvSpPr>
        <p:spPr>
          <a:xfrm>
            <a:off x="2784995" y="1772856"/>
            <a:ext cx="363189" cy="30197"/>
          </a:xfrm>
          <a:custGeom>
            <a:avLst/>
            <a:gdLst/>
            <a:ahLst/>
            <a:cxnLst/>
            <a:rect l="l" t="t" r="r" b="b"/>
            <a:pathLst>
              <a:path w="363189" h="30197">
                <a:moveTo>
                  <a:pt x="287311" y="21137"/>
                </a:moveTo>
                <a:lnTo>
                  <a:pt x="284838" y="23795"/>
                </a:lnTo>
                <a:lnTo>
                  <a:pt x="78361" y="23795"/>
                </a:lnTo>
                <a:lnTo>
                  <a:pt x="78923" y="23553"/>
                </a:lnTo>
                <a:lnTo>
                  <a:pt x="76956" y="20775"/>
                </a:lnTo>
                <a:lnTo>
                  <a:pt x="74989" y="18359"/>
                </a:lnTo>
                <a:lnTo>
                  <a:pt x="72741" y="15944"/>
                </a:lnTo>
                <a:lnTo>
                  <a:pt x="70493" y="13890"/>
                </a:lnTo>
                <a:lnTo>
                  <a:pt x="68256" y="11716"/>
                </a:lnTo>
                <a:lnTo>
                  <a:pt x="65726" y="9663"/>
                </a:lnTo>
                <a:lnTo>
                  <a:pt x="62916" y="8092"/>
                </a:lnTo>
                <a:lnTo>
                  <a:pt x="60106" y="6280"/>
                </a:lnTo>
                <a:lnTo>
                  <a:pt x="57577" y="4831"/>
                </a:lnTo>
                <a:lnTo>
                  <a:pt x="54485" y="3623"/>
                </a:lnTo>
                <a:lnTo>
                  <a:pt x="51405" y="2657"/>
                </a:lnTo>
                <a:lnTo>
                  <a:pt x="48314" y="1449"/>
                </a:lnTo>
                <a:lnTo>
                  <a:pt x="45223" y="845"/>
                </a:lnTo>
                <a:lnTo>
                  <a:pt x="41850" y="241"/>
                </a:lnTo>
                <a:lnTo>
                  <a:pt x="38759" y="0"/>
                </a:lnTo>
                <a:lnTo>
                  <a:pt x="35387" y="0"/>
                </a:lnTo>
                <a:lnTo>
                  <a:pt x="30339" y="241"/>
                </a:lnTo>
                <a:lnTo>
                  <a:pt x="25562" y="845"/>
                </a:lnTo>
                <a:lnTo>
                  <a:pt x="20784" y="2053"/>
                </a:lnTo>
                <a:lnTo>
                  <a:pt x="16018" y="3623"/>
                </a:lnTo>
                <a:lnTo>
                  <a:pt x="11803" y="5677"/>
                </a:lnTo>
                <a:lnTo>
                  <a:pt x="7306" y="8092"/>
                </a:lnTo>
                <a:lnTo>
                  <a:pt x="3653" y="10870"/>
                </a:lnTo>
                <a:lnTo>
                  <a:pt x="0" y="14132"/>
                </a:lnTo>
                <a:lnTo>
                  <a:pt x="7868" y="14494"/>
                </a:lnTo>
                <a:lnTo>
                  <a:pt x="10960" y="12682"/>
                </a:lnTo>
                <a:lnTo>
                  <a:pt x="14051" y="10508"/>
                </a:lnTo>
                <a:lnTo>
                  <a:pt x="17131" y="9300"/>
                </a:lnTo>
                <a:lnTo>
                  <a:pt x="20784" y="7851"/>
                </a:lnTo>
                <a:lnTo>
                  <a:pt x="24438" y="6643"/>
                </a:lnTo>
                <a:lnTo>
                  <a:pt x="27810" y="6039"/>
                </a:lnTo>
                <a:lnTo>
                  <a:pt x="31744" y="5677"/>
                </a:lnTo>
                <a:lnTo>
                  <a:pt x="35387" y="5435"/>
                </a:lnTo>
                <a:lnTo>
                  <a:pt x="38478" y="5435"/>
                </a:lnTo>
                <a:lnTo>
                  <a:pt x="41569" y="6039"/>
                </a:lnTo>
                <a:lnTo>
                  <a:pt x="44941" y="6643"/>
                </a:lnTo>
                <a:lnTo>
                  <a:pt x="47752" y="7247"/>
                </a:lnTo>
                <a:lnTo>
                  <a:pt x="50843" y="8092"/>
                </a:lnTo>
                <a:lnTo>
                  <a:pt x="53923" y="9300"/>
                </a:lnTo>
                <a:lnTo>
                  <a:pt x="56452" y="10508"/>
                </a:lnTo>
                <a:lnTo>
                  <a:pt x="59263" y="12078"/>
                </a:lnTo>
                <a:lnTo>
                  <a:pt x="61792" y="13890"/>
                </a:lnTo>
                <a:lnTo>
                  <a:pt x="64321" y="15702"/>
                </a:lnTo>
                <a:lnTo>
                  <a:pt x="66569" y="17514"/>
                </a:lnTo>
                <a:lnTo>
                  <a:pt x="68818" y="19567"/>
                </a:lnTo>
                <a:lnTo>
                  <a:pt x="71055" y="22345"/>
                </a:lnTo>
                <a:lnTo>
                  <a:pt x="74989" y="27177"/>
                </a:lnTo>
                <a:lnTo>
                  <a:pt x="76675" y="29834"/>
                </a:lnTo>
                <a:lnTo>
                  <a:pt x="77237" y="29593"/>
                </a:lnTo>
                <a:lnTo>
                  <a:pt x="287311" y="29593"/>
                </a:lnTo>
                <a:lnTo>
                  <a:pt x="287649" y="30197"/>
                </a:lnTo>
                <a:lnTo>
                  <a:pt x="289335" y="27418"/>
                </a:lnTo>
                <a:lnTo>
                  <a:pt x="291246" y="24761"/>
                </a:lnTo>
                <a:lnTo>
                  <a:pt x="293157" y="22345"/>
                </a:lnTo>
                <a:lnTo>
                  <a:pt x="295405" y="19930"/>
                </a:lnTo>
                <a:lnTo>
                  <a:pt x="297653" y="17755"/>
                </a:lnTo>
                <a:lnTo>
                  <a:pt x="299901" y="15702"/>
                </a:lnTo>
                <a:lnTo>
                  <a:pt x="302487" y="13890"/>
                </a:lnTo>
                <a:lnTo>
                  <a:pt x="304960" y="12078"/>
                </a:lnTo>
                <a:lnTo>
                  <a:pt x="307770" y="10508"/>
                </a:lnTo>
                <a:lnTo>
                  <a:pt x="310356" y="9300"/>
                </a:lnTo>
                <a:lnTo>
                  <a:pt x="313391" y="8092"/>
                </a:lnTo>
                <a:lnTo>
                  <a:pt x="316538" y="7247"/>
                </a:lnTo>
                <a:lnTo>
                  <a:pt x="319348" y="6643"/>
                </a:lnTo>
                <a:lnTo>
                  <a:pt x="322721" y="6039"/>
                </a:lnTo>
                <a:lnTo>
                  <a:pt x="325756" y="5435"/>
                </a:lnTo>
                <a:lnTo>
                  <a:pt x="332276" y="5435"/>
                </a:lnTo>
                <a:lnTo>
                  <a:pt x="335873" y="5677"/>
                </a:lnTo>
                <a:lnTo>
                  <a:pt x="339020" y="6280"/>
                </a:lnTo>
                <a:lnTo>
                  <a:pt x="342056" y="6884"/>
                </a:lnTo>
                <a:lnTo>
                  <a:pt x="344866" y="7851"/>
                </a:lnTo>
                <a:lnTo>
                  <a:pt x="347676" y="9059"/>
                </a:lnTo>
                <a:lnTo>
                  <a:pt x="350824" y="10508"/>
                </a:lnTo>
                <a:lnTo>
                  <a:pt x="353297" y="12078"/>
                </a:lnTo>
                <a:lnTo>
                  <a:pt x="363189" y="12924"/>
                </a:lnTo>
                <a:lnTo>
                  <a:pt x="359479" y="9904"/>
                </a:lnTo>
                <a:lnTo>
                  <a:pt x="355545" y="7488"/>
                </a:lnTo>
                <a:lnTo>
                  <a:pt x="351948" y="5435"/>
                </a:lnTo>
                <a:lnTo>
                  <a:pt x="347451" y="3261"/>
                </a:lnTo>
                <a:lnTo>
                  <a:pt x="343180" y="1811"/>
                </a:lnTo>
                <a:lnTo>
                  <a:pt x="338458" y="845"/>
                </a:lnTo>
                <a:lnTo>
                  <a:pt x="333625" y="241"/>
                </a:lnTo>
                <a:lnTo>
                  <a:pt x="328903" y="0"/>
                </a:lnTo>
                <a:lnTo>
                  <a:pt x="325531" y="0"/>
                </a:lnTo>
                <a:lnTo>
                  <a:pt x="322384" y="241"/>
                </a:lnTo>
                <a:lnTo>
                  <a:pt x="319011" y="845"/>
                </a:lnTo>
                <a:lnTo>
                  <a:pt x="315976" y="1449"/>
                </a:lnTo>
                <a:lnTo>
                  <a:pt x="312829" y="2657"/>
                </a:lnTo>
                <a:lnTo>
                  <a:pt x="310018" y="3623"/>
                </a:lnTo>
                <a:lnTo>
                  <a:pt x="306983" y="4831"/>
                </a:lnTo>
                <a:lnTo>
                  <a:pt x="304173" y="6280"/>
                </a:lnTo>
                <a:lnTo>
                  <a:pt x="301363" y="8092"/>
                </a:lnTo>
                <a:lnTo>
                  <a:pt x="298777" y="9663"/>
                </a:lnTo>
                <a:lnTo>
                  <a:pt x="296304" y="11716"/>
                </a:lnTo>
                <a:lnTo>
                  <a:pt x="293719" y="13890"/>
                </a:lnTo>
                <a:lnTo>
                  <a:pt x="291470" y="15944"/>
                </a:lnTo>
                <a:lnTo>
                  <a:pt x="289335" y="18359"/>
                </a:lnTo>
                <a:lnTo>
                  <a:pt x="287311" y="2113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8" name="object 188"/>
          <p:cNvSpPr/>
          <p:nvPr/>
        </p:nvSpPr>
        <p:spPr>
          <a:xfrm>
            <a:off x="2919765" y="1759363"/>
            <a:ext cx="21906" cy="0"/>
          </a:xfrm>
          <a:custGeom>
            <a:avLst/>
            <a:gdLst/>
            <a:ahLst/>
            <a:cxnLst/>
            <a:rect l="l" t="t" r="r" b="b"/>
            <a:pathLst>
              <a:path w="21906" h="0">
                <a:moveTo>
                  <a:pt x="0" y="0"/>
                </a:moveTo>
                <a:lnTo>
                  <a:pt x="21906" y="0"/>
                </a:lnTo>
              </a:path>
            </a:pathLst>
          </a:custGeom>
          <a:ln w="10620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9" name="object 189"/>
          <p:cNvSpPr/>
          <p:nvPr/>
        </p:nvSpPr>
        <p:spPr>
          <a:xfrm>
            <a:off x="2751013" y="1689270"/>
            <a:ext cx="82296" cy="72110"/>
          </a:xfrm>
          <a:custGeom>
            <a:avLst/>
            <a:gdLst/>
            <a:ahLst/>
            <a:cxnLst/>
            <a:rect l="l" t="t" r="r" b="b"/>
            <a:pathLst>
              <a:path w="82296" h="72110">
                <a:moveTo>
                  <a:pt x="22752" y="54596"/>
                </a:moveTo>
                <a:lnTo>
                  <a:pt x="20222" y="58823"/>
                </a:lnTo>
                <a:lnTo>
                  <a:pt x="18255" y="63413"/>
                </a:lnTo>
                <a:lnTo>
                  <a:pt x="17412" y="66071"/>
                </a:lnTo>
                <a:lnTo>
                  <a:pt x="1405" y="66071"/>
                </a:lnTo>
                <a:lnTo>
                  <a:pt x="0" y="72110"/>
                </a:lnTo>
                <a:lnTo>
                  <a:pt x="22470" y="70902"/>
                </a:lnTo>
                <a:lnTo>
                  <a:pt x="23033" y="68486"/>
                </a:lnTo>
                <a:lnTo>
                  <a:pt x="23314" y="65829"/>
                </a:lnTo>
                <a:lnTo>
                  <a:pt x="24157" y="63051"/>
                </a:lnTo>
                <a:lnTo>
                  <a:pt x="25281" y="60635"/>
                </a:lnTo>
                <a:lnTo>
                  <a:pt x="26405" y="57978"/>
                </a:lnTo>
                <a:lnTo>
                  <a:pt x="28091" y="55200"/>
                </a:lnTo>
                <a:lnTo>
                  <a:pt x="29496" y="52784"/>
                </a:lnTo>
                <a:lnTo>
                  <a:pt x="31744" y="50368"/>
                </a:lnTo>
                <a:lnTo>
                  <a:pt x="34262" y="47711"/>
                </a:lnTo>
                <a:lnTo>
                  <a:pt x="36511" y="45537"/>
                </a:lnTo>
                <a:lnTo>
                  <a:pt x="39040" y="42879"/>
                </a:lnTo>
                <a:lnTo>
                  <a:pt x="42412" y="39497"/>
                </a:lnTo>
                <a:lnTo>
                  <a:pt x="45504" y="36236"/>
                </a:lnTo>
                <a:lnTo>
                  <a:pt x="49157" y="32612"/>
                </a:lnTo>
                <a:lnTo>
                  <a:pt x="53080" y="28989"/>
                </a:lnTo>
                <a:lnTo>
                  <a:pt x="57014" y="24761"/>
                </a:lnTo>
                <a:lnTo>
                  <a:pt x="60949" y="20775"/>
                </a:lnTo>
                <a:lnTo>
                  <a:pt x="64883" y="16910"/>
                </a:lnTo>
                <a:lnTo>
                  <a:pt x="69087" y="13045"/>
                </a:lnTo>
                <a:lnTo>
                  <a:pt x="72741" y="9421"/>
                </a:lnTo>
                <a:lnTo>
                  <a:pt x="76113" y="5797"/>
                </a:lnTo>
                <a:lnTo>
                  <a:pt x="79204" y="2778"/>
                </a:lnTo>
                <a:lnTo>
                  <a:pt x="82296" y="0"/>
                </a:lnTo>
                <a:lnTo>
                  <a:pt x="64883" y="0"/>
                </a:lnTo>
                <a:lnTo>
                  <a:pt x="62354" y="4589"/>
                </a:lnTo>
                <a:lnTo>
                  <a:pt x="72179" y="4589"/>
                </a:lnTo>
                <a:lnTo>
                  <a:pt x="69649" y="7247"/>
                </a:lnTo>
                <a:lnTo>
                  <a:pt x="66288" y="10025"/>
                </a:lnTo>
                <a:lnTo>
                  <a:pt x="63197" y="13286"/>
                </a:lnTo>
                <a:lnTo>
                  <a:pt x="59825" y="16547"/>
                </a:lnTo>
                <a:lnTo>
                  <a:pt x="56171" y="20171"/>
                </a:lnTo>
                <a:lnTo>
                  <a:pt x="52518" y="23795"/>
                </a:lnTo>
                <a:lnTo>
                  <a:pt x="48876" y="27418"/>
                </a:lnTo>
                <a:lnTo>
                  <a:pt x="45223" y="30800"/>
                </a:lnTo>
                <a:lnTo>
                  <a:pt x="41850" y="34424"/>
                </a:lnTo>
                <a:lnTo>
                  <a:pt x="38759" y="37444"/>
                </a:lnTo>
                <a:lnTo>
                  <a:pt x="35387" y="40705"/>
                </a:lnTo>
                <a:lnTo>
                  <a:pt x="32869" y="43483"/>
                </a:lnTo>
                <a:lnTo>
                  <a:pt x="30339" y="45899"/>
                </a:lnTo>
                <a:lnTo>
                  <a:pt x="28653" y="47711"/>
                </a:lnTo>
                <a:lnTo>
                  <a:pt x="25000" y="51334"/>
                </a:lnTo>
                <a:lnTo>
                  <a:pt x="22752" y="5459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0" name="object 190"/>
          <p:cNvSpPr/>
          <p:nvPr/>
        </p:nvSpPr>
        <p:spPr>
          <a:xfrm>
            <a:off x="2746247" y="1795443"/>
            <a:ext cx="21897" cy="31042"/>
          </a:xfrm>
          <a:custGeom>
            <a:avLst/>
            <a:gdLst/>
            <a:ahLst/>
            <a:cxnLst/>
            <a:rect l="l" t="t" r="r" b="b"/>
            <a:pathLst>
              <a:path w="21897" h="31042">
                <a:moveTo>
                  <a:pt x="21897" y="0"/>
                </a:moveTo>
                <a:lnTo>
                  <a:pt x="4204" y="0"/>
                </a:lnTo>
                <a:lnTo>
                  <a:pt x="843" y="2778"/>
                </a:lnTo>
                <a:lnTo>
                  <a:pt x="0" y="6401"/>
                </a:lnTo>
                <a:lnTo>
                  <a:pt x="0" y="24399"/>
                </a:lnTo>
                <a:lnTo>
                  <a:pt x="281" y="26814"/>
                </a:lnTo>
                <a:lnTo>
                  <a:pt x="1124" y="29230"/>
                </a:lnTo>
                <a:lnTo>
                  <a:pt x="3361" y="30800"/>
                </a:lnTo>
                <a:lnTo>
                  <a:pt x="6171" y="31042"/>
                </a:lnTo>
                <a:lnTo>
                  <a:pt x="15726" y="31042"/>
                </a:lnTo>
                <a:lnTo>
                  <a:pt x="2189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1" name="object 191"/>
          <p:cNvSpPr/>
          <p:nvPr/>
        </p:nvSpPr>
        <p:spPr>
          <a:xfrm>
            <a:off x="2756915" y="1777851"/>
            <a:ext cx="7021" cy="0"/>
          </a:xfrm>
          <a:custGeom>
            <a:avLst/>
            <a:gdLst/>
            <a:ahLst/>
            <a:cxnLst/>
            <a:rect l="l" t="t" r="r" b="b"/>
            <a:pathLst>
              <a:path w="7021" h="0">
                <a:moveTo>
                  <a:pt x="0" y="0"/>
                </a:moveTo>
                <a:lnTo>
                  <a:pt x="7021" y="0"/>
                </a:lnTo>
              </a:path>
            </a:pathLst>
          </a:custGeom>
          <a:ln w="23891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2" name="object 192"/>
          <p:cNvSpPr/>
          <p:nvPr/>
        </p:nvSpPr>
        <p:spPr>
          <a:xfrm>
            <a:off x="3166957" y="1780714"/>
            <a:ext cx="14885" cy="0"/>
          </a:xfrm>
          <a:custGeom>
            <a:avLst/>
            <a:gdLst/>
            <a:ahLst/>
            <a:cxnLst/>
            <a:rect l="l" t="t" r="r" b="b"/>
            <a:pathLst>
              <a:path w="14885" h="0">
                <a:moveTo>
                  <a:pt x="0" y="0"/>
                </a:moveTo>
                <a:lnTo>
                  <a:pt x="14885" y="0"/>
                </a:lnTo>
              </a:path>
            </a:pathLst>
          </a:custGeom>
          <a:ln w="13334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3" name="object 193"/>
          <p:cNvSpPr/>
          <p:nvPr/>
        </p:nvSpPr>
        <p:spPr>
          <a:xfrm>
            <a:off x="3147622" y="1791215"/>
            <a:ext cx="44290" cy="23795"/>
          </a:xfrm>
          <a:custGeom>
            <a:avLst/>
            <a:gdLst/>
            <a:ahLst/>
            <a:cxnLst/>
            <a:rect l="l" t="t" r="r" b="b"/>
            <a:pathLst>
              <a:path w="44290" h="23795">
                <a:moveTo>
                  <a:pt x="9554" y="362"/>
                </a:moveTo>
                <a:lnTo>
                  <a:pt x="0" y="362"/>
                </a:lnTo>
                <a:lnTo>
                  <a:pt x="3035" y="3986"/>
                </a:lnTo>
                <a:lnTo>
                  <a:pt x="5620" y="7005"/>
                </a:lnTo>
                <a:lnTo>
                  <a:pt x="7531" y="10025"/>
                </a:lnTo>
                <a:lnTo>
                  <a:pt x="8992" y="12441"/>
                </a:lnTo>
                <a:lnTo>
                  <a:pt x="10117" y="15098"/>
                </a:lnTo>
                <a:lnTo>
                  <a:pt x="11241" y="17876"/>
                </a:lnTo>
                <a:lnTo>
                  <a:pt x="11465" y="20775"/>
                </a:lnTo>
                <a:lnTo>
                  <a:pt x="12365" y="23795"/>
                </a:lnTo>
                <a:lnTo>
                  <a:pt x="18772" y="23795"/>
                </a:lnTo>
                <a:lnTo>
                  <a:pt x="22369" y="23553"/>
                </a:lnTo>
                <a:lnTo>
                  <a:pt x="29676" y="23553"/>
                </a:lnTo>
                <a:lnTo>
                  <a:pt x="33048" y="23191"/>
                </a:lnTo>
                <a:lnTo>
                  <a:pt x="35634" y="23191"/>
                </a:lnTo>
                <a:lnTo>
                  <a:pt x="39231" y="22949"/>
                </a:lnTo>
                <a:lnTo>
                  <a:pt x="41816" y="21379"/>
                </a:lnTo>
                <a:lnTo>
                  <a:pt x="43503" y="18722"/>
                </a:lnTo>
                <a:lnTo>
                  <a:pt x="44290" y="15098"/>
                </a:lnTo>
                <a:lnTo>
                  <a:pt x="44290" y="10870"/>
                </a:lnTo>
                <a:lnTo>
                  <a:pt x="43165" y="6643"/>
                </a:lnTo>
                <a:lnTo>
                  <a:pt x="41254" y="2778"/>
                </a:lnTo>
                <a:lnTo>
                  <a:pt x="37545" y="362"/>
                </a:lnTo>
                <a:lnTo>
                  <a:pt x="35634" y="0"/>
                </a:lnTo>
                <a:lnTo>
                  <a:pt x="15400" y="0"/>
                </a:lnTo>
                <a:lnTo>
                  <a:pt x="9554" y="36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4" name="object 194"/>
          <p:cNvSpPr/>
          <p:nvPr/>
        </p:nvSpPr>
        <p:spPr>
          <a:xfrm>
            <a:off x="4108064" y="1735085"/>
            <a:ext cx="606638" cy="243714"/>
          </a:xfrm>
          <a:custGeom>
            <a:avLst/>
            <a:gdLst/>
            <a:ahLst/>
            <a:cxnLst/>
            <a:rect l="l" t="t" r="r" b="b"/>
            <a:pathLst>
              <a:path w="606638" h="243714">
                <a:moveTo>
                  <a:pt x="0" y="243714"/>
                </a:moveTo>
                <a:lnTo>
                  <a:pt x="606638" y="243714"/>
                </a:lnTo>
                <a:lnTo>
                  <a:pt x="606638" y="0"/>
                </a:lnTo>
                <a:lnTo>
                  <a:pt x="0" y="0"/>
                </a:lnTo>
                <a:lnTo>
                  <a:pt x="0" y="24371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5" name="object 195"/>
          <p:cNvSpPr/>
          <p:nvPr/>
        </p:nvSpPr>
        <p:spPr>
          <a:xfrm>
            <a:off x="4108064" y="1735085"/>
            <a:ext cx="606638" cy="243714"/>
          </a:xfrm>
          <a:custGeom>
            <a:avLst/>
            <a:gdLst/>
            <a:ahLst/>
            <a:cxnLst/>
            <a:rect l="l" t="t" r="r" b="b"/>
            <a:pathLst>
              <a:path w="606638" h="243714">
                <a:moveTo>
                  <a:pt x="0" y="243714"/>
                </a:moveTo>
                <a:lnTo>
                  <a:pt x="606638" y="243714"/>
                </a:lnTo>
                <a:lnTo>
                  <a:pt x="606638" y="0"/>
                </a:lnTo>
                <a:lnTo>
                  <a:pt x="0" y="0"/>
                </a:lnTo>
                <a:lnTo>
                  <a:pt x="0" y="243714"/>
                </a:lnTo>
                <a:close/>
              </a:path>
            </a:pathLst>
          </a:custGeom>
          <a:ln w="1434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6" name="object 196"/>
          <p:cNvSpPr/>
          <p:nvPr/>
        </p:nvSpPr>
        <p:spPr>
          <a:xfrm>
            <a:off x="3779823" y="2203224"/>
            <a:ext cx="47100" cy="84430"/>
          </a:xfrm>
          <a:custGeom>
            <a:avLst/>
            <a:gdLst/>
            <a:ahLst/>
            <a:cxnLst/>
            <a:rect l="l" t="t" r="r" b="b"/>
            <a:pathLst>
              <a:path w="47100" h="84430">
                <a:moveTo>
                  <a:pt x="8880" y="16910"/>
                </a:moveTo>
                <a:lnTo>
                  <a:pt x="0" y="67641"/>
                </a:lnTo>
                <a:lnTo>
                  <a:pt x="24618" y="84430"/>
                </a:lnTo>
                <a:lnTo>
                  <a:pt x="47100" y="67641"/>
                </a:lnTo>
                <a:lnTo>
                  <a:pt x="40355" y="16910"/>
                </a:lnTo>
                <a:lnTo>
                  <a:pt x="24618" y="0"/>
                </a:lnTo>
                <a:lnTo>
                  <a:pt x="8880" y="1691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7" name="object 197"/>
          <p:cNvSpPr/>
          <p:nvPr/>
        </p:nvSpPr>
        <p:spPr>
          <a:xfrm>
            <a:off x="3676405" y="2847870"/>
            <a:ext cx="254161" cy="67520"/>
          </a:xfrm>
          <a:custGeom>
            <a:avLst/>
            <a:gdLst/>
            <a:ahLst/>
            <a:cxnLst/>
            <a:rect l="l" t="t" r="r" b="b"/>
            <a:pathLst>
              <a:path w="254161" h="67520">
                <a:moveTo>
                  <a:pt x="0" y="67520"/>
                </a:moveTo>
                <a:lnTo>
                  <a:pt x="128036" y="0"/>
                </a:lnTo>
                <a:lnTo>
                  <a:pt x="254161" y="67520"/>
                </a:lnTo>
              </a:path>
            </a:pathLst>
          </a:custGeom>
          <a:ln w="961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8" name="object 198"/>
          <p:cNvSpPr/>
          <p:nvPr/>
        </p:nvSpPr>
        <p:spPr>
          <a:xfrm>
            <a:off x="3676405" y="2169524"/>
            <a:ext cx="254161" cy="813749"/>
          </a:xfrm>
          <a:custGeom>
            <a:avLst/>
            <a:gdLst/>
            <a:ahLst/>
            <a:cxnLst/>
            <a:rect l="l" t="t" r="r" b="b"/>
            <a:pathLst>
              <a:path w="254161" h="813749">
                <a:moveTo>
                  <a:pt x="128036" y="0"/>
                </a:moveTo>
                <a:lnTo>
                  <a:pt x="128036" y="813749"/>
                </a:lnTo>
                <a:lnTo>
                  <a:pt x="0" y="745866"/>
                </a:lnTo>
                <a:lnTo>
                  <a:pt x="128036" y="0"/>
                </a:lnTo>
                <a:lnTo>
                  <a:pt x="254161" y="745866"/>
                </a:lnTo>
                <a:lnTo>
                  <a:pt x="128036" y="813749"/>
                </a:lnTo>
              </a:path>
            </a:pathLst>
          </a:custGeom>
          <a:ln w="904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9" name="object 199"/>
          <p:cNvSpPr/>
          <p:nvPr/>
        </p:nvSpPr>
        <p:spPr>
          <a:xfrm>
            <a:off x="3770830" y="2355537"/>
            <a:ext cx="65086" cy="16910"/>
          </a:xfrm>
          <a:custGeom>
            <a:avLst/>
            <a:gdLst/>
            <a:ahLst/>
            <a:cxnLst/>
            <a:rect l="l" t="t" r="r" b="b"/>
            <a:pathLst>
              <a:path w="65086" h="16910">
                <a:moveTo>
                  <a:pt x="0" y="0"/>
                </a:moveTo>
                <a:lnTo>
                  <a:pt x="33610" y="16910"/>
                </a:lnTo>
                <a:lnTo>
                  <a:pt x="65086" y="0"/>
                </a:lnTo>
              </a:path>
            </a:pathLst>
          </a:custGeom>
          <a:ln w="96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0" name="object 200"/>
          <p:cNvSpPr/>
          <p:nvPr/>
        </p:nvSpPr>
        <p:spPr>
          <a:xfrm>
            <a:off x="3761837" y="2418347"/>
            <a:ext cx="83071" cy="21621"/>
          </a:xfrm>
          <a:custGeom>
            <a:avLst/>
            <a:gdLst/>
            <a:ahLst/>
            <a:cxnLst/>
            <a:rect l="l" t="t" r="r" b="b"/>
            <a:pathLst>
              <a:path w="83071" h="21621">
                <a:moveTo>
                  <a:pt x="0" y="0"/>
                </a:moveTo>
                <a:lnTo>
                  <a:pt x="42603" y="21621"/>
                </a:lnTo>
                <a:lnTo>
                  <a:pt x="83071" y="0"/>
                </a:lnTo>
              </a:path>
            </a:pathLst>
          </a:custGeom>
          <a:ln w="96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1" name="object 201"/>
          <p:cNvSpPr/>
          <p:nvPr/>
        </p:nvSpPr>
        <p:spPr>
          <a:xfrm>
            <a:off x="3750596" y="2478621"/>
            <a:ext cx="103305" cy="28989"/>
          </a:xfrm>
          <a:custGeom>
            <a:avLst/>
            <a:gdLst/>
            <a:ahLst/>
            <a:cxnLst/>
            <a:rect l="l" t="t" r="r" b="b"/>
            <a:pathLst>
              <a:path w="103305" h="28989">
                <a:moveTo>
                  <a:pt x="0" y="2415"/>
                </a:moveTo>
                <a:lnTo>
                  <a:pt x="53844" y="28989"/>
                </a:lnTo>
                <a:lnTo>
                  <a:pt x="103305" y="0"/>
                </a:lnTo>
              </a:path>
            </a:pathLst>
          </a:custGeom>
          <a:ln w="960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2" name="object 202"/>
          <p:cNvSpPr/>
          <p:nvPr/>
        </p:nvSpPr>
        <p:spPr>
          <a:xfrm>
            <a:off x="3739355" y="2541430"/>
            <a:ext cx="128036" cy="33699"/>
          </a:xfrm>
          <a:custGeom>
            <a:avLst/>
            <a:gdLst/>
            <a:ahLst/>
            <a:cxnLst/>
            <a:rect l="l" t="t" r="r" b="b"/>
            <a:pathLst>
              <a:path w="128036" h="33699">
                <a:moveTo>
                  <a:pt x="0" y="0"/>
                </a:moveTo>
                <a:lnTo>
                  <a:pt x="65086" y="33699"/>
                </a:lnTo>
                <a:lnTo>
                  <a:pt x="128036" y="0"/>
                </a:lnTo>
              </a:path>
            </a:pathLst>
          </a:custGeom>
          <a:ln w="96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3" name="object 203"/>
          <p:cNvSpPr/>
          <p:nvPr/>
        </p:nvSpPr>
        <p:spPr>
          <a:xfrm>
            <a:off x="3730362" y="2604119"/>
            <a:ext cx="146022" cy="41067"/>
          </a:xfrm>
          <a:custGeom>
            <a:avLst/>
            <a:gdLst/>
            <a:ahLst/>
            <a:cxnLst/>
            <a:rect l="l" t="t" r="r" b="b"/>
            <a:pathLst>
              <a:path w="146022" h="41067">
                <a:moveTo>
                  <a:pt x="0" y="0"/>
                </a:moveTo>
                <a:lnTo>
                  <a:pt x="74078" y="41067"/>
                </a:lnTo>
                <a:lnTo>
                  <a:pt x="146022" y="0"/>
                </a:lnTo>
              </a:path>
            </a:pathLst>
          </a:custGeom>
          <a:ln w="960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4" name="object 204"/>
          <p:cNvSpPr/>
          <p:nvPr/>
        </p:nvSpPr>
        <p:spPr>
          <a:xfrm>
            <a:off x="3719121" y="2664393"/>
            <a:ext cx="166256" cy="48315"/>
          </a:xfrm>
          <a:custGeom>
            <a:avLst/>
            <a:gdLst/>
            <a:ahLst/>
            <a:cxnLst/>
            <a:rect l="l" t="t" r="r" b="b"/>
            <a:pathLst>
              <a:path w="166256" h="48315">
                <a:moveTo>
                  <a:pt x="0" y="2415"/>
                </a:moveTo>
                <a:lnTo>
                  <a:pt x="85320" y="48315"/>
                </a:lnTo>
                <a:lnTo>
                  <a:pt x="166256" y="0"/>
                </a:lnTo>
              </a:path>
            </a:pathLst>
          </a:custGeom>
          <a:ln w="960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5" name="object 205"/>
          <p:cNvSpPr/>
          <p:nvPr/>
        </p:nvSpPr>
        <p:spPr>
          <a:xfrm>
            <a:off x="3707880" y="2729618"/>
            <a:ext cx="191211" cy="50610"/>
          </a:xfrm>
          <a:custGeom>
            <a:avLst/>
            <a:gdLst/>
            <a:ahLst/>
            <a:cxnLst/>
            <a:rect l="l" t="t" r="r" b="b"/>
            <a:pathLst>
              <a:path w="191211" h="50610">
                <a:moveTo>
                  <a:pt x="0" y="0"/>
                </a:moveTo>
                <a:lnTo>
                  <a:pt x="96561" y="50610"/>
                </a:lnTo>
                <a:lnTo>
                  <a:pt x="191211" y="0"/>
                </a:lnTo>
              </a:path>
            </a:pathLst>
          </a:custGeom>
          <a:ln w="96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6" name="object 206"/>
          <p:cNvSpPr/>
          <p:nvPr/>
        </p:nvSpPr>
        <p:spPr>
          <a:xfrm>
            <a:off x="3698887" y="2792307"/>
            <a:ext cx="211445" cy="55562"/>
          </a:xfrm>
          <a:custGeom>
            <a:avLst/>
            <a:gdLst/>
            <a:ahLst/>
            <a:cxnLst/>
            <a:rect l="l" t="t" r="r" b="b"/>
            <a:pathLst>
              <a:path w="211445" h="55562">
                <a:moveTo>
                  <a:pt x="0" y="0"/>
                </a:moveTo>
                <a:lnTo>
                  <a:pt x="105554" y="55562"/>
                </a:lnTo>
                <a:lnTo>
                  <a:pt x="211445" y="0"/>
                </a:lnTo>
              </a:path>
            </a:pathLst>
          </a:custGeom>
          <a:ln w="96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7" name="object 207"/>
          <p:cNvSpPr/>
          <p:nvPr/>
        </p:nvSpPr>
        <p:spPr>
          <a:xfrm>
            <a:off x="3687646" y="2852701"/>
            <a:ext cx="231679" cy="62689"/>
          </a:xfrm>
          <a:custGeom>
            <a:avLst/>
            <a:gdLst/>
            <a:ahLst/>
            <a:cxnLst/>
            <a:rect l="l" t="t" r="r" b="b"/>
            <a:pathLst>
              <a:path w="231679" h="62689">
                <a:moveTo>
                  <a:pt x="0" y="0"/>
                </a:moveTo>
                <a:lnTo>
                  <a:pt x="116795" y="62689"/>
                </a:lnTo>
                <a:lnTo>
                  <a:pt x="231679" y="0"/>
                </a:lnTo>
              </a:path>
            </a:pathLst>
          </a:custGeom>
          <a:ln w="961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8" name="object 208"/>
          <p:cNvSpPr/>
          <p:nvPr/>
        </p:nvSpPr>
        <p:spPr>
          <a:xfrm>
            <a:off x="3779823" y="2203224"/>
            <a:ext cx="47100" cy="84430"/>
          </a:xfrm>
          <a:custGeom>
            <a:avLst/>
            <a:gdLst/>
            <a:ahLst/>
            <a:cxnLst/>
            <a:rect l="l" t="t" r="r" b="b"/>
            <a:pathLst>
              <a:path w="47100" h="84430">
                <a:moveTo>
                  <a:pt x="8880" y="16910"/>
                </a:moveTo>
                <a:lnTo>
                  <a:pt x="24618" y="0"/>
                </a:lnTo>
                <a:lnTo>
                  <a:pt x="40355" y="16910"/>
                </a:lnTo>
                <a:lnTo>
                  <a:pt x="47100" y="67641"/>
                </a:lnTo>
                <a:lnTo>
                  <a:pt x="24618" y="84430"/>
                </a:lnTo>
                <a:lnTo>
                  <a:pt x="0" y="67641"/>
                </a:lnTo>
                <a:lnTo>
                  <a:pt x="8880" y="16910"/>
                </a:lnTo>
              </a:path>
            </a:pathLst>
          </a:custGeom>
          <a:ln w="914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9" name="object 209"/>
          <p:cNvSpPr/>
          <p:nvPr/>
        </p:nvSpPr>
        <p:spPr>
          <a:xfrm>
            <a:off x="3677529" y="2136911"/>
            <a:ext cx="94425" cy="33820"/>
          </a:xfrm>
          <a:custGeom>
            <a:avLst/>
            <a:gdLst/>
            <a:ahLst/>
            <a:cxnLst/>
            <a:rect l="l" t="t" r="r" b="b"/>
            <a:pathLst>
              <a:path w="94425" h="33820">
                <a:moveTo>
                  <a:pt x="94425" y="33820"/>
                </a:moveTo>
                <a:lnTo>
                  <a:pt x="31475" y="28989"/>
                </a:lnTo>
                <a:lnTo>
                  <a:pt x="65198" y="4831"/>
                </a:lnTo>
                <a:lnTo>
                  <a:pt x="0" y="0"/>
                </a:lnTo>
              </a:path>
            </a:pathLst>
          </a:custGeom>
          <a:ln w="239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0" name="object 210"/>
          <p:cNvSpPr/>
          <p:nvPr/>
        </p:nvSpPr>
        <p:spPr>
          <a:xfrm>
            <a:off x="3821303" y="2132079"/>
            <a:ext cx="110387" cy="41067"/>
          </a:xfrm>
          <a:custGeom>
            <a:avLst/>
            <a:gdLst/>
            <a:ahLst/>
            <a:cxnLst/>
            <a:rect l="l" t="t" r="r" b="b"/>
            <a:pathLst>
              <a:path w="110387" h="41067">
                <a:moveTo>
                  <a:pt x="110387" y="4831"/>
                </a:moveTo>
                <a:lnTo>
                  <a:pt x="44964" y="41067"/>
                </a:lnTo>
                <a:lnTo>
                  <a:pt x="62950" y="0"/>
                </a:lnTo>
                <a:lnTo>
                  <a:pt x="0" y="38652"/>
                </a:lnTo>
              </a:path>
            </a:pathLst>
          </a:custGeom>
          <a:ln w="239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1" name="object 211"/>
          <p:cNvSpPr/>
          <p:nvPr/>
        </p:nvSpPr>
        <p:spPr>
          <a:xfrm>
            <a:off x="3789828" y="2016244"/>
            <a:ext cx="31475" cy="137577"/>
          </a:xfrm>
          <a:custGeom>
            <a:avLst/>
            <a:gdLst/>
            <a:ahLst/>
            <a:cxnLst/>
            <a:rect l="l" t="t" r="r" b="b"/>
            <a:pathLst>
              <a:path w="31475" h="137577">
                <a:moveTo>
                  <a:pt x="15737" y="137577"/>
                </a:moveTo>
                <a:lnTo>
                  <a:pt x="0" y="50731"/>
                </a:lnTo>
                <a:lnTo>
                  <a:pt x="31475" y="84430"/>
                </a:lnTo>
                <a:lnTo>
                  <a:pt x="15737" y="0"/>
                </a:lnTo>
              </a:path>
            </a:pathLst>
          </a:custGeom>
          <a:ln w="225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2" name="object 212"/>
          <p:cNvSpPr/>
          <p:nvPr/>
        </p:nvSpPr>
        <p:spPr>
          <a:xfrm>
            <a:off x="1779561" y="2169524"/>
            <a:ext cx="2816029" cy="1139514"/>
          </a:xfrm>
          <a:custGeom>
            <a:avLst/>
            <a:gdLst/>
            <a:ahLst/>
            <a:cxnLst/>
            <a:rect l="l" t="t" r="r" b="b"/>
            <a:pathLst>
              <a:path w="2816029" h="1139514">
                <a:moveTo>
                  <a:pt x="0" y="569757"/>
                </a:moveTo>
                <a:lnTo>
                  <a:pt x="4493" y="523857"/>
                </a:lnTo>
                <a:lnTo>
                  <a:pt x="17974" y="480374"/>
                </a:lnTo>
                <a:lnTo>
                  <a:pt x="40442" y="437011"/>
                </a:lnTo>
                <a:lnTo>
                  <a:pt x="69649" y="393527"/>
                </a:lnTo>
                <a:lnTo>
                  <a:pt x="107841" y="352580"/>
                </a:lnTo>
                <a:lnTo>
                  <a:pt x="155031" y="311512"/>
                </a:lnTo>
                <a:lnTo>
                  <a:pt x="208955" y="270444"/>
                </a:lnTo>
                <a:lnTo>
                  <a:pt x="269612" y="234328"/>
                </a:lnTo>
                <a:lnTo>
                  <a:pt x="337014" y="198092"/>
                </a:lnTo>
                <a:lnTo>
                  <a:pt x="413690" y="166687"/>
                </a:lnTo>
                <a:lnTo>
                  <a:pt x="494569" y="135041"/>
                </a:lnTo>
                <a:lnTo>
                  <a:pt x="582194" y="108588"/>
                </a:lnTo>
                <a:lnTo>
                  <a:pt x="674315" y="82015"/>
                </a:lnTo>
                <a:lnTo>
                  <a:pt x="768684" y="60273"/>
                </a:lnTo>
                <a:lnTo>
                  <a:pt x="869787" y="43362"/>
                </a:lnTo>
                <a:lnTo>
                  <a:pt x="973138" y="26452"/>
                </a:lnTo>
                <a:lnTo>
                  <a:pt x="1080985" y="14373"/>
                </a:lnTo>
                <a:lnTo>
                  <a:pt x="1188877" y="7126"/>
                </a:lnTo>
                <a:lnTo>
                  <a:pt x="1299153" y="0"/>
                </a:lnTo>
                <a:lnTo>
                  <a:pt x="1409315" y="0"/>
                </a:lnTo>
                <a:lnTo>
                  <a:pt x="1519366" y="0"/>
                </a:lnTo>
                <a:lnTo>
                  <a:pt x="1629529" y="7126"/>
                </a:lnTo>
                <a:lnTo>
                  <a:pt x="1737331" y="14373"/>
                </a:lnTo>
                <a:lnTo>
                  <a:pt x="1845134" y="26452"/>
                </a:lnTo>
                <a:lnTo>
                  <a:pt x="1948552" y="43362"/>
                </a:lnTo>
                <a:lnTo>
                  <a:pt x="2047361" y="60273"/>
                </a:lnTo>
                <a:lnTo>
                  <a:pt x="2144260" y="82015"/>
                </a:lnTo>
                <a:lnTo>
                  <a:pt x="2236437" y="108588"/>
                </a:lnTo>
                <a:lnTo>
                  <a:pt x="2324005" y="135041"/>
                </a:lnTo>
                <a:lnTo>
                  <a:pt x="2404941" y="166687"/>
                </a:lnTo>
                <a:lnTo>
                  <a:pt x="2479020" y="198092"/>
                </a:lnTo>
                <a:lnTo>
                  <a:pt x="2548715" y="234328"/>
                </a:lnTo>
                <a:lnTo>
                  <a:pt x="2609417" y="270444"/>
                </a:lnTo>
                <a:lnTo>
                  <a:pt x="2663262" y="311512"/>
                </a:lnTo>
                <a:lnTo>
                  <a:pt x="2710475" y="352580"/>
                </a:lnTo>
                <a:lnTo>
                  <a:pt x="2748695" y="393527"/>
                </a:lnTo>
                <a:lnTo>
                  <a:pt x="2777922" y="437011"/>
                </a:lnTo>
                <a:lnTo>
                  <a:pt x="2800292" y="480374"/>
                </a:lnTo>
                <a:lnTo>
                  <a:pt x="2813781" y="523858"/>
                </a:lnTo>
                <a:lnTo>
                  <a:pt x="2816029" y="569757"/>
                </a:lnTo>
                <a:lnTo>
                  <a:pt x="2813781" y="613120"/>
                </a:lnTo>
                <a:lnTo>
                  <a:pt x="2800292" y="659019"/>
                </a:lnTo>
                <a:lnTo>
                  <a:pt x="2777922" y="702382"/>
                </a:lnTo>
                <a:lnTo>
                  <a:pt x="2748695" y="745866"/>
                </a:lnTo>
                <a:lnTo>
                  <a:pt x="2710475" y="787176"/>
                </a:lnTo>
                <a:lnTo>
                  <a:pt x="2663262" y="828244"/>
                </a:lnTo>
                <a:lnTo>
                  <a:pt x="2609417" y="866775"/>
                </a:lnTo>
                <a:lnTo>
                  <a:pt x="2548715" y="905427"/>
                </a:lnTo>
                <a:lnTo>
                  <a:pt x="2479020" y="939248"/>
                </a:lnTo>
                <a:lnTo>
                  <a:pt x="2404941" y="972948"/>
                </a:lnTo>
                <a:lnTo>
                  <a:pt x="2324005" y="1004353"/>
                </a:lnTo>
                <a:lnTo>
                  <a:pt x="2236437" y="1030926"/>
                </a:lnTo>
                <a:lnTo>
                  <a:pt x="2144260" y="1054963"/>
                </a:lnTo>
                <a:lnTo>
                  <a:pt x="2047361" y="1076705"/>
                </a:lnTo>
                <a:lnTo>
                  <a:pt x="1948552" y="1096031"/>
                </a:lnTo>
                <a:lnTo>
                  <a:pt x="1845134" y="1112941"/>
                </a:lnTo>
                <a:lnTo>
                  <a:pt x="1737331" y="1125020"/>
                </a:lnTo>
                <a:lnTo>
                  <a:pt x="1629529" y="1132267"/>
                </a:lnTo>
                <a:lnTo>
                  <a:pt x="1519366" y="1139514"/>
                </a:lnTo>
                <a:lnTo>
                  <a:pt x="1409315" y="1139514"/>
                </a:lnTo>
                <a:lnTo>
                  <a:pt x="1299153" y="1139514"/>
                </a:lnTo>
                <a:lnTo>
                  <a:pt x="1188877" y="1132267"/>
                </a:lnTo>
                <a:lnTo>
                  <a:pt x="1080985" y="1125020"/>
                </a:lnTo>
                <a:lnTo>
                  <a:pt x="973138" y="1112941"/>
                </a:lnTo>
                <a:lnTo>
                  <a:pt x="869787" y="1096031"/>
                </a:lnTo>
                <a:lnTo>
                  <a:pt x="768684" y="1076705"/>
                </a:lnTo>
                <a:lnTo>
                  <a:pt x="674315" y="1054963"/>
                </a:lnTo>
                <a:lnTo>
                  <a:pt x="582194" y="1030926"/>
                </a:lnTo>
                <a:lnTo>
                  <a:pt x="494569" y="1004353"/>
                </a:lnTo>
                <a:lnTo>
                  <a:pt x="413690" y="972948"/>
                </a:lnTo>
                <a:lnTo>
                  <a:pt x="337014" y="939248"/>
                </a:lnTo>
                <a:lnTo>
                  <a:pt x="269612" y="905427"/>
                </a:lnTo>
                <a:lnTo>
                  <a:pt x="208955" y="866775"/>
                </a:lnTo>
                <a:lnTo>
                  <a:pt x="155031" y="828243"/>
                </a:lnTo>
                <a:lnTo>
                  <a:pt x="107841" y="787176"/>
                </a:lnTo>
                <a:lnTo>
                  <a:pt x="69649" y="745866"/>
                </a:lnTo>
                <a:lnTo>
                  <a:pt x="40442" y="702382"/>
                </a:lnTo>
                <a:lnTo>
                  <a:pt x="17974" y="659019"/>
                </a:lnTo>
                <a:lnTo>
                  <a:pt x="4493" y="613120"/>
                </a:lnTo>
                <a:lnTo>
                  <a:pt x="0" y="569757"/>
                </a:lnTo>
              </a:path>
            </a:pathLst>
          </a:custGeom>
          <a:ln w="956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3" name="object 213"/>
          <p:cNvSpPr/>
          <p:nvPr/>
        </p:nvSpPr>
        <p:spPr>
          <a:xfrm>
            <a:off x="2336486" y="2783248"/>
            <a:ext cx="65434" cy="45899"/>
          </a:xfrm>
          <a:custGeom>
            <a:avLst/>
            <a:gdLst/>
            <a:ahLst/>
            <a:cxnLst/>
            <a:rect l="l" t="t" r="r" b="b"/>
            <a:pathLst>
              <a:path w="65434" h="45899">
                <a:moveTo>
                  <a:pt x="40445" y="0"/>
                </a:moveTo>
                <a:lnTo>
                  <a:pt x="36230" y="0"/>
                </a:lnTo>
                <a:lnTo>
                  <a:pt x="32576" y="362"/>
                </a:lnTo>
                <a:lnTo>
                  <a:pt x="30047" y="1570"/>
                </a:lnTo>
                <a:lnTo>
                  <a:pt x="28923" y="3019"/>
                </a:lnTo>
                <a:lnTo>
                  <a:pt x="25832" y="5797"/>
                </a:lnTo>
                <a:lnTo>
                  <a:pt x="23876" y="10870"/>
                </a:lnTo>
                <a:lnTo>
                  <a:pt x="23033" y="16668"/>
                </a:lnTo>
                <a:lnTo>
                  <a:pt x="22752" y="20533"/>
                </a:lnTo>
                <a:lnTo>
                  <a:pt x="21065" y="23795"/>
                </a:lnTo>
                <a:lnTo>
                  <a:pt x="18817" y="25607"/>
                </a:lnTo>
                <a:lnTo>
                  <a:pt x="20222" y="28989"/>
                </a:lnTo>
                <a:lnTo>
                  <a:pt x="22470" y="29593"/>
                </a:lnTo>
                <a:lnTo>
                  <a:pt x="25270" y="28989"/>
                </a:lnTo>
                <a:lnTo>
                  <a:pt x="24157" y="31646"/>
                </a:lnTo>
                <a:lnTo>
                  <a:pt x="21346" y="31646"/>
                </a:lnTo>
                <a:lnTo>
                  <a:pt x="19098" y="36840"/>
                </a:lnTo>
                <a:lnTo>
                  <a:pt x="17412" y="34062"/>
                </a:lnTo>
                <a:lnTo>
                  <a:pt x="14602" y="29834"/>
                </a:lnTo>
                <a:lnTo>
                  <a:pt x="11229" y="27177"/>
                </a:lnTo>
                <a:lnTo>
                  <a:pt x="9262" y="26211"/>
                </a:lnTo>
                <a:lnTo>
                  <a:pt x="6463" y="26573"/>
                </a:lnTo>
                <a:lnTo>
                  <a:pt x="3372" y="27781"/>
                </a:lnTo>
                <a:lnTo>
                  <a:pt x="281" y="31646"/>
                </a:lnTo>
                <a:lnTo>
                  <a:pt x="0" y="37685"/>
                </a:lnTo>
                <a:lnTo>
                  <a:pt x="1124" y="43121"/>
                </a:lnTo>
                <a:lnTo>
                  <a:pt x="1686" y="45899"/>
                </a:lnTo>
                <a:lnTo>
                  <a:pt x="65434" y="45899"/>
                </a:lnTo>
                <a:lnTo>
                  <a:pt x="53361" y="41913"/>
                </a:lnTo>
                <a:lnTo>
                  <a:pt x="50270" y="38652"/>
                </a:lnTo>
                <a:lnTo>
                  <a:pt x="49427" y="38048"/>
                </a:lnTo>
                <a:lnTo>
                  <a:pt x="46616" y="38048"/>
                </a:lnTo>
                <a:lnTo>
                  <a:pt x="44087" y="37081"/>
                </a:lnTo>
                <a:lnTo>
                  <a:pt x="41569" y="36478"/>
                </a:lnTo>
                <a:lnTo>
                  <a:pt x="40164" y="33458"/>
                </a:lnTo>
                <a:lnTo>
                  <a:pt x="39321" y="31042"/>
                </a:lnTo>
                <a:lnTo>
                  <a:pt x="42120" y="30197"/>
                </a:lnTo>
                <a:lnTo>
                  <a:pt x="44368" y="30438"/>
                </a:lnTo>
                <a:lnTo>
                  <a:pt x="47460" y="29593"/>
                </a:lnTo>
                <a:lnTo>
                  <a:pt x="47741" y="26814"/>
                </a:lnTo>
                <a:lnTo>
                  <a:pt x="48584" y="23795"/>
                </a:lnTo>
                <a:lnTo>
                  <a:pt x="51394" y="22345"/>
                </a:lnTo>
                <a:lnTo>
                  <a:pt x="49989" y="19688"/>
                </a:lnTo>
                <a:lnTo>
                  <a:pt x="48584" y="16668"/>
                </a:lnTo>
                <a:lnTo>
                  <a:pt x="49427" y="13045"/>
                </a:lnTo>
                <a:lnTo>
                  <a:pt x="47741" y="9663"/>
                </a:lnTo>
                <a:lnTo>
                  <a:pt x="48865" y="5797"/>
                </a:lnTo>
                <a:lnTo>
                  <a:pt x="47460" y="3019"/>
                </a:lnTo>
                <a:lnTo>
                  <a:pt x="44368" y="966"/>
                </a:lnTo>
                <a:lnTo>
                  <a:pt x="4044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4" name="object 214"/>
          <p:cNvSpPr/>
          <p:nvPr/>
        </p:nvSpPr>
        <p:spPr>
          <a:xfrm>
            <a:off x="2491231" y="2871665"/>
            <a:ext cx="85095" cy="45537"/>
          </a:xfrm>
          <a:custGeom>
            <a:avLst/>
            <a:gdLst/>
            <a:ahLst/>
            <a:cxnLst/>
            <a:rect l="l" t="t" r="r" b="b"/>
            <a:pathLst>
              <a:path w="85095" h="45537">
                <a:moveTo>
                  <a:pt x="85095" y="45537"/>
                </a:moveTo>
                <a:lnTo>
                  <a:pt x="84814" y="40705"/>
                </a:lnTo>
                <a:lnTo>
                  <a:pt x="84252" y="36478"/>
                </a:lnTo>
                <a:lnTo>
                  <a:pt x="83409" y="32008"/>
                </a:lnTo>
                <a:lnTo>
                  <a:pt x="81722" y="27781"/>
                </a:lnTo>
                <a:lnTo>
                  <a:pt x="80048" y="23795"/>
                </a:lnTo>
                <a:lnTo>
                  <a:pt x="77799" y="19930"/>
                </a:lnTo>
                <a:lnTo>
                  <a:pt x="75551" y="16547"/>
                </a:lnTo>
                <a:lnTo>
                  <a:pt x="72741" y="13286"/>
                </a:lnTo>
                <a:lnTo>
                  <a:pt x="69649" y="10508"/>
                </a:lnTo>
                <a:lnTo>
                  <a:pt x="66277" y="7851"/>
                </a:lnTo>
                <a:lnTo>
                  <a:pt x="62916" y="5435"/>
                </a:lnTo>
                <a:lnTo>
                  <a:pt x="59263" y="3623"/>
                </a:lnTo>
                <a:lnTo>
                  <a:pt x="55047" y="1811"/>
                </a:lnTo>
                <a:lnTo>
                  <a:pt x="51113" y="845"/>
                </a:lnTo>
                <a:lnTo>
                  <a:pt x="46897" y="241"/>
                </a:lnTo>
                <a:lnTo>
                  <a:pt x="42412" y="0"/>
                </a:lnTo>
                <a:lnTo>
                  <a:pt x="38197" y="241"/>
                </a:lnTo>
                <a:lnTo>
                  <a:pt x="33981" y="845"/>
                </a:lnTo>
                <a:lnTo>
                  <a:pt x="29766" y="1811"/>
                </a:lnTo>
                <a:lnTo>
                  <a:pt x="25843" y="3623"/>
                </a:lnTo>
                <a:lnTo>
                  <a:pt x="22189" y="5435"/>
                </a:lnTo>
                <a:lnTo>
                  <a:pt x="18817" y="7851"/>
                </a:lnTo>
                <a:lnTo>
                  <a:pt x="15445" y="10508"/>
                </a:lnTo>
                <a:lnTo>
                  <a:pt x="12353" y="13286"/>
                </a:lnTo>
                <a:lnTo>
                  <a:pt x="9554" y="16547"/>
                </a:lnTo>
                <a:lnTo>
                  <a:pt x="7306" y="19930"/>
                </a:lnTo>
                <a:lnTo>
                  <a:pt x="5058" y="23795"/>
                </a:lnTo>
                <a:lnTo>
                  <a:pt x="3372" y="27781"/>
                </a:lnTo>
                <a:lnTo>
                  <a:pt x="1967" y="32008"/>
                </a:lnTo>
                <a:lnTo>
                  <a:pt x="843" y="36478"/>
                </a:lnTo>
                <a:lnTo>
                  <a:pt x="281" y="40705"/>
                </a:lnTo>
                <a:lnTo>
                  <a:pt x="0" y="45537"/>
                </a:lnTo>
                <a:lnTo>
                  <a:pt x="85095" y="4553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5" name="object 215"/>
          <p:cNvSpPr/>
          <p:nvPr/>
        </p:nvSpPr>
        <p:spPr>
          <a:xfrm>
            <a:off x="2196062" y="2871665"/>
            <a:ext cx="85095" cy="45537"/>
          </a:xfrm>
          <a:custGeom>
            <a:avLst/>
            <a:gdLst/>
            <a:ahLst/>
            <a:cxnLst/>
            <a:rect l="l" t="t" r="r" b="b"/>
            <a:pathLst>
              <a:path w="85095" h="45537">
                <a:moveTo>
                  <a:pt x="85095" y="45537"/>
                </a:moveTo>
                <a:lnTo>
                  <a:pt x="85095" y="40705"/>
                </a:lnTo>
                <a:lnTo>
                  <a:pt x="84252" y="36478"/>
                </a:lnTo>
                <a:lnTo>
                  <a:pt x="83409" y="32008"/>
                </a:lnTo>
                <a:lnTo>
                  <a:pt x="81722" y="27781"/>
                </a:lnTo>
                <a:lnTo>
                  <a:pt x="80036" y="23795"/>
                </a:lnTo>
                <a:lnTo>
                  <a:pt x="77788" y="19930"/>
                </a:lnTo>
                <a:lnTo>
                  <a:pt x="75551" y="16547"/>
                </a:lnTo>
                <a:lnTo>
                  <a:pt x="72741" y="13286"/>
                </a:lnTo>
                <a:lnTo>
                  <a:pt x="69649" y="10508"/>
                </a:lnTo>
                <a:lnTo>
                  <a:pt x="66277" y="7851"/>
                </a:lnTo>
                <a:lnTo>
                  <a:pt x="62905" y="5435"/>
                </a:lnTo>
                <a:lnTo>
                  <a:pt x="59251" y="3623"/>
                </a:lnTo>
                <a:lnTo>
                  <a:pt x="55047" y="1811"/>
                </a:lnTo>
                <a:lnTo>
                  <a:pt x="51113" y="845"/>
                </a:lnTo>
                <a:lnTo>
                  <a:pt x="46897" y="241"/>
                </a:lnTo>
                <a:lnTo>
                  <a:pt x="42401" y="0"/>
                </a:lnTo>
                <a:lnTo>
                  <a:pt x="38197" y="241"/>
                </a:lnTo>
                <a:lnTo>
                  <a:pt x="33981" y="845"/>
                </a:lnTo>
                <a:lnTo>
                  <a:pt x="29766" y="1811"/>
                </a:lnTo>
                <a:lnTo>
                  <a:pt x="26113" y="3623"/>
                </a:lnTo>
                <a:lnTo>
                  <a:pt x="22470" y="5435"/>
                </a:lnTo>
                <a:lnTo>
                  <a:pt x="18817" y="7851"/>
                </a:lnTo>
                <a:lnTo>
                  <a:pt x="15445" y="10508"/>
                </a:lnTo>
                <a:lnTo>
                  <a:pt x="12353" y="13286"/>
                </a:lnTo>
                <a:lnTo>
                  <a:pt x="9824" y="16547"/>
                </a:lnTo>
                <a:lnTo>
                  <a:pt x="7295" y="19930"/>
                </a:lnTo>
                <a:lnTo>
                  <a:pt x="5058" y="23795"/>
                </a:lnTo>
                <a:lnTo>
                  <a:pt x="3653" y="27781"/>
                </a:lnTo>
                <a:lnTo>
                  <a:pt x="1967" y="32008"/>
                </a:lnTo>
                <a:lnTo>
                  <a:pt x="1124" y="36478"/>
                </a:lnTo>
                <a:lnTo>
                  <a:pt x="281" y="40705"/>
                </a:lnTo>
                <a:lnTo>
                  <a:pt x="0" y="45537"/>
                </a:lnTo>
                <a:lnTo>
                  <a:pt x="85095" y="4553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6" name="object 216"/>
          <p:cNvSpPr/>
          <p:nvPr/>
        </p:nvSpPr>
        <p:spPr>
          <a:xfrm>
            <a:off x="2201963" y="2877946"/>
            <a:ext cx="73573" cy="78512"/>
          </a:xfrm>
          <a:custGeom>
            <a:avLst/>
            <a:gdLst/>
            <a:ahLst/>
            <a:cxnLst/>
            <a:rect l="l" t="t" r="r" b="b"/>
            <a:pathLst>
              <a:path w="73573" h="78512">
                <a:moveTo>
                  <a:pt x="36499" y="78512"/>
                </a:moveTo>
                <a:lnTo>
                  <a:pt x="40153" y="78149"/>
                </a:lnTo>
                <a:lnTo>
                  <a:pt x="44087" y="77545"/>
                </a:lnTo>
                <a:lnTo>
                  <a:pt x="47741" y="76700"/>
                </a:lnTo>
                <a:lnTo>
                  <a:pt x="51113" y="75492"/>
                </a:lnTo>
                <a:lnTo>
                  <a:pt x="54193" y="73680"/>
                </a:lnTo>
                <a:lnTo>
                  <a:pt x="57284" y="71868"/>
                </a:lnTo>
                <a:lnTo>
                  <a:pt x="60095" y="69453"/>
                </a:lnTo>
                <a:lnTo>
                  <a:pt x="62905" y="66675"/>
                </a:lnTo>
                <a:lnTo>
                  <a:pt x="65153" y="64259"/>
                </a:lnTo>
                <a:lnTo>
                  <a:pt x="67401" y="61239"/>
                </a:lnTo>
                <a:lnTo>
                  <a:pt x="69087" y="57978"/>
                </a:lnTo>
                <a:lnTo>
                  <a:pt x="70493" y="54596"/>
                </a:lnTo>
                <a:lnTo>
                  <a:pt x="71886" y="50972"/>
                </a:lnTo>
                <a:lnTo>
                  <a:pt x="73011" y="47107"/>
                </a:lnTo>
                <a:lnTo>
                  <a:pt x="73292" y="43121"/>
                </a:lnTo>
                <a:lnTo>
                  <a:pt x="73573" y="39256"/>
                </a:lnTo>
                <a:lnTo>
                  <a:pt x="73292" y="35270"/>
                </a:lnTo>
                <a:lnTo>
                  <a:pt x="73011" y="31404"/>
                </a:lnTo>
                <a:lnTo>
                  <a:pt x="71886" y="27539"/>
                </a:lnTo>
                <a:lnTo>
                  <a:pt x="70493" y="23916"/>
                </a:lnTo>
                <a:lnTo>
                  <a:pt x="69087" y="20292"/>
                </a:lnTo>
                <a:lnTo>
                  <a:pt x="67401" y="17272"/>
                </a:lnTo>
                <a:lnTo>
                  <a:pt x="65153" y="14252"/>
                </a:lnTo>
                <a:lnTo>
                  <a:pt x="62905" y="11474"/>
                </a:lnTo>
                <a:lnTo>
                  <a:pt x="60095" y="8817"/>
                </a:lnTo>
                <a:lnTo>
                  <a:pt x="57284" y="6643"/>
                </a:lnTo>
                <a:lnTo>
                  <a:pt x="54193" y="4589"/>
                </a:lnTo>
                <a:lnTo>
                  <a:pt x="51113" y="3019"/>
                </a:lnTo>
                <a:lnTo>
                  <a:pt x="47741" y="1811"/>
                </a:lnTo>
                <a:lnTo>
                  <a:pt x="44087" y="603"/>
                </a:lnTo>
                <a:lnTo>
                  <a:pt x="40153" y="362"/>
                </a:lnTo>
                <a:lnTo>
                  <a:pt x="36499" y="0"/>
                </a:lnTo>
                <a:lnTo>
                  <a:pt x="32857" y="362"/>
                </a:lnTo>
                <a:lnTo>
                  <a:pt x="29204" y="603"/>
                </a:lnTo>
                <a:lnTo>
                  <a:pt x="25832" y="1811"/>
                </a:lnTo>
                <a:lnTo>
                  <a:pt x="22459" y="3019"/>
                </a:lnTo>
                <a:lnTo>
                  <a:pt x="19087" y="4589"/>
                </a:lnTo>
                <a:lnTo>
                  <a:pt x="16288" y="6643"/>
                </a:lnTo>
                <a:lnTo>
                  <a:pt x="13197" y="8817"/>
                </a:lnTo>
                <a:lnTo>
                  <a:pt x="10667" y="11474"/>
                </a:lnTo>
                <a:lnTo>
                  <a:pt x="8419" y="14252"/>
                </a:lnTo>
                <a:lnTo>
                  <a:pt x="6171" y="17272"/>
                </a:lnTo>
                <a:lnTo>
                  <a:pt x="4204" y="20292"/>
                </a:lnTo>
                <a:lnTo>
                  <a:pt x="2799" y="23916"/>
                </a:lnTo>
                <a:lnTo>
                  <a:pt x="1393" y="27539"/>
                </a:lnTo>
                <a:lnTo>
                  <a:pt x="550" y="31404"/>
                </a:lnTo>
                <a:lnTo>
                  <a:pt x="269" y="35270"/>
                </a:lnTo>
                <a:lnTo>
                  <a:pt x="0" y="39256"/>
                </a:lnTo>
                <a:lnTo>
                  <a:pt x="269" y="43121"/>
                </a:lnTo>
                <a:lnTo>
                  <a:pt x="550" y="47107"/>
                </a:lnTo>
                <a:lnTo>
                  <a:pt x="1393" y="50972"/>
                </a:lnTo>
                <a:lnTo>
                  <a:pt x="2799" y="54596"/>
                </a:lnTo>
                <a:lnTo>
                  <a:pt x="4204" y="57978"/>
                </a:lnTo>
                <a:lnTo>
                  <a:pt x="6171" y="61239"/>
                </a:lnTo>
                <a:lnTo>
                  <a:pt x="8419" y="64259"/>
                </a:lnTo>
                <a:lnTo>
                  <a:pt x="10667" y="66675"/>
                </a:lnTo>
                <a:lnTo>
                  <a:pt x="13197" y="69453"/>
                </a:lnTo>
                <a:lnTo>
                  <a:pt x="16288" y="71868"/>
                </a:lnTo>
                <a:lnTo>
                  <a:pt x="19087" y="73680"/>
                </a:lnTo>
                <a:lnTo>
                  <a:pt x="22459" y="75492"/>
                </a:lnTo>
                <a:lnTo>
                  <a:pt x="25832" y="76700"/>
                </a:lnTo>
                <a:lnTo>
                  <a:pt x="29204" y="77545"/>
                </a:lnTo>
                <a:lnTo>
                  <a:pt x="32857" y="78149"/>
                </a:lnTo>
                <a:lnTo>
                  <a:pt x="36499" y="785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7" name="object 217"/>
          <p:cNvSpPr/>
          <p:nvPr/>
        </p:nvSpPr>
        <p:spPr>
          <a:xfrm>
            <a:off x="2496852" y="2877946"/>
            <a:ext cx="73865" cy="78512"/>
          </a:xfrm>
          <a:custGeom>
            <a:avLst/>
            <a:gdLst/>
            <a:ahLst/>
            <a:cxnLst/>
            <a:rect l="l" t="t" r="r" b="b"/>
            <a:pathLst>
              <a:path w="73865" h="78512">
                <a:moveTo>
                  <a:pt x="36792" y="78512"/>
                </a:moveTo>
                <a:lnTo>
                  <a:pt x="40434" y="78149"/>
                </a:lnTo>
                <a:lnTo>
                  <a:pt x="44087" y="77545"/>
                </a:lnTo>
                <a:lnTo>
                  <a:pt x="47741" y="76700"/>
                </a:lnTo>
                <a:lnTo>
                  <a:pt x="51394" y="75492"/>
                </a:lnTo>
                <a:lnTo>
                  <a:pt x="54485" y="73680"/>
                </a:lnTo>
                <a:lnTo>
                  <a:pt x="57577" y="71868"/>
                </a:lnTo>
                <a:lnTo>
                  <a:pt x="60376" y="69453"/>
                </a:lnTo>
                <a:lnTo>
                  <a:pt x="62905" y="66675"/>
                </a:lnTo>
                <a:lnTo>
                  <a:pt x="65434" y="64259"/>
                </a:lnTo>
                <a:lnTo>
                  <a:pt x="67682" y="61239"/>
                </a:lnTo>
                <a:lnTo>
                  <a:pt x="69368" y="57978"/>
                </a:lnTo>
                <a:lnTo>
                  <a:pt x="70774" y="54596"/>
                </a:lnTo>
                <a:lnTo>
                  <a:pt x="72179" y="50972"/>
                </a:lnTo>
                <a:lnTo>
                  <a:pt x="73022" y="47107"/>
                </a:lnTo>
                <a:lnTo>
                  <a:pt x="73584" y="43121"/>
                </a:lnTo>
                <a:lnTo>
                  <a:pt x="73865" y="39256"/>
                </a:lnTo>
                <a:lnTo>
                  <a:pt x="73584" y="35270"/>
                </a:lnTo>
                <a:lnTo>
                  <a:pt x="73022" y="31404"/>
                </a:lnTo>
                <a:lnTo>
                  <a:pt x="72179" y="27539"/>
                </a:lnTo>
                <a:lnTo>
                  <a:pt x="70774" y="23916"/>
                </a:lnTo>
                <a:lnTo>
                  <a:pt x="69368" y="20292"/>
                </a:lnTo>
                <a:lnTo>
                  <a:pt x="67682" y="17272"/>
                </a:lnTo>
                <a:lnTo>
                  <a:pt x="65434" y="14252"/>
                </a:lnTo>
                <a:lnTo>
                  <a:pt x="62905" y="11474"/>
                </a:lnTo>
                <a:lnTo>
                  <a:pt x="60376" y="8817"/>
                </a:lnTo>
                <a:lnTo>
                  <a:pt x="57577" y="6643"/>
                </a:lnTo>
                <a:lnTo>
                  <a:pt x="54485" y="4589"/>
                </a:lnTo>
                <a:lnTo>
                  <a:pt x="51394" y="3019"/>
                </a:lnTo>
                <a:lnTo>
                  <a:pt x="47741" y="1811"/>
                </a:lnTo>
                <a:lnTo>
                  <a:pt x="44087" y="603"/>
                </a:lnTo>
                <a:lnTo>
                  <a:pt x="40434" y="362"/>
                </a:lnTo>
                <a:lnTo>
                  <a:pt x="36792" y="0"/>
                </a:lnTo>
                <a:lnTo>
                  <a:pt x="33138" y="362"/>
                </a:lnTo>
                <a:lnTo>
                  <a:pt x="29485" y="603"/>
                </a:lnTo>
                <a:lnTo>
                  <a:pt x="26113" y="1811"/>
                </a:lnTo>
                <a:lnTo>
                  <a:pt x="22752" y="3019"/>
                </a:lnTo>
                <a:lnTo>
                  <a:pt x="19379" y="4589"/>
                </a:lnTo>
                <a:lnTo>
                  <a:pt x="16288" y="6643"/>
                </a:lnTo>
                <a:lnTo>
                  <a:pt x="13478" y="8817"/>
                </a:lnTo>
                <a:lnTo>
                  <a:pt x="10948" y="11474"/>
                </a:lnTo>
                <a:lnTo>
                  <a:pt x="8700" y="14252"/>
                </a:lnTo>
                <a:lnTo>
                  <a:pt x="6452" y="17272"/>
                </a:lnTo>
                <a:lnTo>
                  <a:pt x="4496" y="20292"/>
                </a:lnTo>
                <a:lnTo>
                  <a:pt x="3091" y="23916"/>
                </a:lnTo>
                <a:lnTo>
                  <a:pt x="1686" y="27539"/>
                </a:lnTo>
                <a:lnTo>
                  <a:pt x="843" y="31404"/>
                </a:lnTo>
                <a:lnTo>
                  <a:pt x="281" y="35270"/>
                </a:lnTo>
                <a:lnTo>
                  <a:pt x="0" y="39256"/>
                </a:lnTo>
                <a:lnTo>
                  <a:pt x="281" y="43121"/>
                </a:lnTo>
                <a:lnTo>
                  <a:pt x="843" y="47107"/>
                </a:lnTo>
                <a:lnTo>
                  <a:pt x="1686" y="50972"/>
                </a:lnTo>
                <a:lnTo>
                  <a:pt x="3091" y="54596"/>
                </a:lnTo>
                <a:lnTo>
                  <a:pt x="4496" y="57978"/>
                </a:lnTo>
                <a:lnTo>
                  <a:pt x="6452" y="61239"/>
                </a:lnTo>
                <a:lnTo>
                  <a:pt x="8700" y="64259"/>
                </a:lnTo>
                <a:lnTo>
                  <a:pt x="10948" y="66675"/>
                </a:lnTo>
                <a:lnTo>
                  <a:pt x="13478" y="69453"/>
                </a:lnTo>
                <a:lnTo>
                  <a:pt x="16288" y="71868"/>
                </a:lnTo>
                <a:lnTo>
                  <a:pt x="19379" y="73680"/>
                </a:lnTo>
                <a:lnTo>
                  <a:pt x="22752" y="75492"/>
                </a:lnTo>
                <a:lnTo>
                  <a:pt x="26113" y="76700"/>
                </a:lnTo>
                <a:lnTo>
                  <a:pt x="29485" y="77545"/>
                </a:lnTo>
                <a:lnTo>
                  <a:pt x="33138" y="78149"/>
                </a:lnTo>
                <a:lnTo>
                  <a:pt x="36792" y="785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8" name="object 218"/>
          <p:cNvSpPr/>
          <p:nvPr/>
        </p:nvSpPr>
        <p:spPr>
          <a:xfrm>
            <a:off x="2214036" y="2890629"/>
            <a:ext cx="49427" cy="52784"/>
          </a:xfrm>
          <a:custGeom>
            <a:avLst/>
            <a:gdLst/>
            <a:ahLst/>
            <a:cxnLst/>
            <a:rect l="l" t="t" r="r" b="b"/>
            <a:pathLst>
              <a:path w="49427" h="52784">
                <a:moveTo>
                  <a:pt x="24426" y="52784"/>
                </a:moveTo>
                <a:lnTo>
                  <a:pt x="29485" y="52542"/>
                </a:lnTo>
                <a:lnTo>
                  <a:pt x="34262" y="50731"/>
                </a:lnTo>
                <a:lnTo>
                  <a:pt x="38478" y="48315"/>
                </a:lnTo>
                <a:lnTo>
                  <a:pt x="42120" y="44933"/>
                </a:lnTo>
                <a:lnTo>
                  <a:pt x="45211" y="41067"/>
                </a:lnTo>
                <a:lnTo>
                  <a:pt x="47460" y="36840"/>
                </a:lnTo>
                <a:lnTo>
                  <a:pt x="48865" y="32008"/>
                </a:lnTo>
                <a:lnTo>
                  <a:pt x="49427" y="26573"/>
                </a:lnTo>
                <a:lnTo>
                  <a:pt x="48865" y="21137"/>
                </a:lnTo>
                <a:lnTo>
                  <a:pt x="47460" y="16306"/>
                </a:lnTo>
                <a:lnTo>
                  <a:pt x="45211" y="11837"/>
                </a:lnTo>
                <a:lnTo>
                  <a:pt x="42120" y="7851"/>
                </a:lnTo>
                <a:lnTo>
                  <a:pt x="38478" y="4831"/>
                </a:lnTo>
                <a:lnTo>
                  <a:pt x="34262" y="2174"/>
                </a:lnTo>
                <a:lnTo>
                  <a:pt x="29485" y="603"/>
                </a:lnTo>
                <a:lnTo>
                  <a:pt x="24426" y="0"/>
                </a:lnTo>
                <a:lnTo>
                  <a:pt x="19379" y="603"/>
                </a:lnTo>
                <a:lnTo>
                  <a:pt x="14883" y="2174"/>
                </a:lnTo>
                <a:lnTo>
                  <a:pt x="10667" y="4831"/>
                </a:lnTo>
                <a:lnTo>
                  <a:pt x="7014" y="7851"/>
                </a:lnTo>
                <a:lnTo>
                  <a:pt x="4215" y="11837"/>
                </a:lnTo>
                <a:lnTo>
                  <a:pt x="1967" y="16306"/>
                </a:lnTo>
                <a:lnTo>
                  <a:pt x="562" y="21137"/>
                </a:lnTo>
                <a:lnTo>
                  <a:pt x="0" y="26573"/>
                </a:lnTo>
                <a:lnTo>
                  <a:pt x="562" y="32008"/>
                </a:lnTo>
                <a:lnTo>
                  <a:pt x="1967" y="36840"/>
                </a:lnTo>
                <a:lnTo>
                  <a:pt x="4215" y="41067"/>
                </a:lnTo>
                <a:lnTo>
                  <a:pt x="7014" y="44933"/>
                </a:lnTo>
                <a:lnTo>
                  <a:pt x="10667" y="48315"/>
                </a:lnTo>
                <a:lnTo>
                  <a:pt x="14883" y="50731"/>
                </a:lnTo>
                <a:lnTo>
                  <a:pt x="19379" y="52542"/>
                </a:lnTo>
                <a:lnTo>
                  <a:pt x="24426" y="5278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9" name="object 219"/>
          <p:cNvSpPr/>
          <p:nvPr/>
        </p:nvSpPr>
        <p:spPr>
          <a:xfrm>
            <a:off x="2509206" y="2890629"/>
            <a:ext cx="49146" cy="52784"/>
          </a:xfrm>
          <a:custGeom>
            <a:avLst/>
            <a:gdLst/>
            <a:ahLst/>
            <a:cxnLst/>
            <a:rect l="l" t="t" r="r" b="b"/>
            <a:pathLst>
              <a:path w="49146" h="52784">
                <a:moveTo>
                  <a:pt x="24438" y="52784"/>
                </a:moveTo>
                <a:lnTo>
                  <a:pt x="29485" y="52542"/>
                </a:lnTo>
                <a:lnTo>
                  <a:pt x="34262" y="50731"/>
                </a:lnTo>
                <a:lnTo>
                  <a:pt x="38478" y="48315"/>
                </a:lnTo>
                <a:lnTo>
                  <a:pt x="42131" y="44933"/>
                </a:lnTo>
                <a:lnTo>
                  <a:pt x="45223" y="41067"/>
                </a:lnTo>
                <a:lnTo>
                  <a:pt x="47460" y="36840"/>
                </a:lnTo>
                <a:lnTo>
                  <a:pt x="48865" y="32008"/>
                </a:lnTo>
                <a:lnTo>
                  <a:pt x="49146" y="26573"/>
                </a:lnTo>
                <a:lnTo>
                  <a:pt x="48865" y="21137"/>
                </a:lnTo>
                <a:lnTo>
                  <a:pt x="47460" y="16306"/>
                </a:lnTo>
                <a:lnTo>
                  <a:pt x="45223" y="11837"/>
                </a:lnTo>
                <a:lnTo>
                  <a:pt x="42131" y="7851"/>
                </a:lnTo>
                <a:lnTo>
                  <a:pt x="38478" y="4831"/>
                </a:lnTo>
                <a:lnTo>
                  <a:pt x="34262" y="2174"/>
                </a:lnTo>
                <a:lnTo>
                  <a:pt x="29485" y="603"/>
                </a:lnTo>
                <a:lnTo>
                  <a:pt x="24438" y="0"/>
                </a:lnTo>
                <a:lnTo>
                  <a:pt x="19379" y="603"/>
                </a:lnTo>
                <a:lnTo>
                  <a:pt x="14883" y="2174"/>
                </a:lnTo>
                <a:lnTo>
                  <a:pt x="10667" y="4831"/>
                </a:lnTo>
                <a:lnTo>
                  <a:pt x="7025" y="7851"/>
                </a:lnTo>
                <a:lnTo>
                  <a:pt x="3934" y="11837"/>
                </a:lnTo>
                <a:lnTo>
                  <a:pt x="1686" y="16306"/>
                </a:lnTo>
                <a:lnTo>
                  <a:pt x="281" y="21137"/>
                </a:lnTo>
                <a:lnTo>
                  <a:pt x="0" y="26573"/>
                </a:lnTo>
                <a:lnTo>
                  <a:pt x="281" y="32008"/>
                </a:lnTo>
                <a:lnTo>
                  <a:pt x="1686" y="36840"/>
                </a:lnTo>
                <a:lnTo>
                  <a:pt x="3934" y="41067"/>
                </a:lnTo>
                <a:lnTo>
                  <a:pt x="7025" y="44933"/>
                </a:lnTo>
                <a:lnTo>
                  <a:pt x="10667" y="48315"/>
                </a:lnTo>
                <a:lnTo>
                  <a:pt x="14883" y="50731"/>
                </a:lnTo>
                <a:lnTo>
                  <a:pt x="19379" y="52542"/>
                </a:lnTo>
                <a:lnTo>
                  <a:pt x="24438" y="5278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20" name="object 220"/>
          <p:cNvSpPr/>
          <p:nvPr/>
        </p:nvSpPr>
        <p:spPr>
          <a:xfrm>
            <a:off x="2220208" y="2897634"/>
            <a:ext cx="37073" cy="39135"/>
          </a:xfrm>
          <a:custGeom>
            <a:avLst/>
            <a:gdLst/>
            <a:ahLst/>
            <a:cxnLst/>
            <a:rect l="l" t="t" r="r" b="b"/>
            <a:pathLst>
              <a:path w="37073" h="39135">
                <a:moveTo>
                  <a:pt x="18255" y="39135"/>
                </a:moveTo>
                <a:lnTo>
                  <a:pt x="21908" y="38531"/>
                </a:lnTo>
                <a:lnTo>
                  <a:pt x="25843" y="37685"/>
                </a:lnTo>
                <a:lnTo>
                  <a:pt x="28653" y="35511"/>
                </a:lnTo>
                <a:lnTo>
                  <a:pt x="31463" y="33095"/>
                </a:lnTo>
                <a:lnTo>
                  <a:pt x="33712" y="30438"/>
                </a:lnTo>
                <a:lnTo>
                  <a:pt x="35668" y="27056"/>
                </a:lnTo>
                <a:lnTo>
                  <a:pt x="36511" y="23432"/>
                </a:lnTo>
                <a:lnTo>
                  <a:pt x="37073" y="19567"/>
                </a:lnTo>
                <a:lnTo>
                  <a:pt x="36511" y="15581"/>
                </a:lnTo>
                <a:lnTo>
                  <a:pt x="35668" y="11958"/>
                </a:lnTo>
                <a:lnTo>
                  <a:pt x="33712" y="8455"/>
                </a:lnTo>
                <a:lnTo>
                  <a:pt x="31463" y="5677"/>
                </a:lnTo>
                <a:lnTo>
                  <a:pt x="28653" y="3261"/>
                </a:lnTo>
                <a:lnTo>
                  <a:pt x="25843" y="1449"/>
                </a:lnTo>
                <a:lnTo>
                  <a:pt x="21908" y="241"/>
                </a:lnTo>
                <a:lnTo>
                  <a:pt x="18255" y="0"/>
                </a:lnTo>
                <a:lnTo>
                  <a:pt x="14613" y="241"/>
                </a:lnTo>
                <a:lnTo>
                  <a:pt x="11241" y="1449"/>
                </a:lnTo>
                <a:lnTo>
                  <a:pt x="8149" y="3261"/>
                </a:lnTo>
                <a:lnTo>
                  <a:pt x="5620" y="5677"/>
                </a:lnTo>
                <a:lnTo>
                  <a:pt x="3091" y="8455"/>
                </a:lnTo>
                <a:lnTo>
                  <a:pt x="1405" y="11958"/>
                </a:lnTo>
                <a:lnTo>
                  <a:pt x="562" y="15581"/>
                </a:lnTo>
                <a:lnTo>
                  <a:pt x="0" y="19567"/>
                </a:lnTo>
                <a:lnTo>
                  <a:pt x="562" y="23432"/>
                </a:lnTo>
                <a:lnTo>
                  <a:pt x="1405" y="27056"/>
                </a:lnTo>
                <a:lnTo>
                  <a:pt x="3091" y="30438"/>
                </a:lnTo>
                <a:lnTo>
                  <a:pt x="5620" y="33095"/>
                </a:lnTo>
                <a:lnTo>
                  <a:pt x="8149" y="35511"/>
                </a:lnTo>
                <a:lnTo>
                  <a:pt x="11241" y="37685"/>
                </a:lnTo>
                <a:lnTo>
                  <a:pt x="14613" y="38531"/>
                </a:lnTo>
                <a:lnTo>
                  <a:pt x="18255" y="391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21" name="object 221"/>
          <p:cNvSpPr/>
          <p:nvPr/>
        </p:nvSpPr>
        <p:spPr>
          <a:xfrm>
            <a:off x="2515388" y="2897634"/>
            <a:ext cx="36792" cy="39135"/>
          </a:xfrm>
          <a:custGeom>
            <a:avLst/>
            <a:gdLst/>
            <a:ahLst/>
            <a:cxnLst/>
            <a:rect l="l" t="t" r="r" b="b"/>
            <a:pathLst>
              <a:path w="36792" h="39135">
                <a:moveTo>
                  <a:pt x="18255" y="39135"/>
                </a:moveTo>
                <a:lnTo>
                  <a:pt x="21897" y="38531"/>
                </a:lnTo>
                <a:lnTo>
                  <a:pt x="25551" y="37685"/>
                </a:lnTo>
                <a:lnTo>
                  <a:pt x="28642" y="35511"/>
                </a:lnTo>
                <a:lnTo>
                  <a:pt x="31452" y="33095"/>
                </a:lnTo>
                <a:lnTo>
                  <a:pt x="33700" y="30438"/>
                </a:lnTo>
                <a:lnTo>
                  <a:pt x="35387" y="27056"/>
                </a:lnTo>
                <a:lnTo>
                  <a:pt x="36230" y="23432"/>
                </a:lnTo>
                <a:lnTo>
                  <a:pt x="36792" y="19567"/>
                </a:lnTo>
                <a:lnTo>
                  <a:pt x="36230" y="15581"/>
                </a:lnTo>
                <a:lnTo>
                  <a:pt x="35387" y="11958"/>
                </a:lnTo>
                <a:lnTo>
                  <a:pt x="33700" y="8455"/>
                </a:lnTo>
                <a:lnTo>
                  <a:pt x="31452" y="5677"/>
                </a:lnTo>
                <a:lnTo>
                  <a:pt x="28642" y="3261"/>
                </a:lnTo>
                <a:lnTo>
                  <a:pt x="25551" y="1449"/>
                </a:lnTo>
                <a:lnTo>
                  <a:pt x="21897" y="241"/>
                </a:lnTo>
                <a:lnTo>
                  <a:pt x="18255" y="0"/>
                </a:lnTo>
                <a:lnTo>
                  <a:pt x="14602" y="241"/>
                </a:lnTo>
                <a:lnTo>
                  <a:pt x="11229" y="1449"/>
                </a:lnTo>
                <a:lnTo>
                  <a:pt x="7857" y="3261"/>
                </a:lnTo>
                <a:lnTo>
                  <a:pt x="5328" y="5677"/>
                </a:lnTo>
                <a:lnTo>
                  <a:pt x="3091" y="8455"/>
                </a:lnTo>
                <a:lnTo>
                  <a:pt x="1405" y="11958"/>
                </a:lnTo>
                <a:lnTo>
                  <a:pt x="281" y="15581"/>
                </a:lnTo>
                <a:lnTo>
                  <a:pt x="0" y="19567"/>
                </a:lnTo>
                <a:lnTo>
                  <a:pt x="281" y="23432"/>
                </a:lnTo>
                <a:lnTo>
                  <a:pt x="1405" y="27056"/>
                </a:lnTo>
                <a:lnTo>
                  <a:pt x="3091" y="30438"/>
                </a:lnTo>
                <a:lnTo>
                  <a:pt x="5328" y="33095"/>
                </a:lnTo>
                <a:lnTo>
                  <a:pt x="7857" y="35511"/>
                </a:lnTo>
                <a:lnTo>
                  <a:pt x="11229" y="37685"/>
                </a:lnTo>
                <a:lnTo>
                  <a:pt x="14602" y="38531"/>
                </a:lnTo>
                <a:lnTo>
                  <a:pt x="18255" y="391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22" name="object 222"/>
          <p:cNvSpPr/>
          <p:nvPr/>
        </p:nvSpPr>
        <p:spPr>
          <a:xfrm>
            <a:off x="2281157" y="2926382"/>
            <a:ext cx="209511" cy="0"/>
          </a:xfrm>
          <a:custGeom>
            <a:avLst/>
            <a:gdLst/>
            <a:ahLst/>
            <a:cxnLst/>
            <a:rect l="l" t="t" r="r" b="b"/>
            <a:pathLst>
              <a:path w="209511" h="0">
                <a:moveTo>
                  <a:pt x="0" y="0"/>
                </a:moveTo>
                <a:lnTo>
                  <a:pt x="209511" y="0"/>
                </a:lnTo>
              </a:path>
            </a:pathLst>
          </a:custGeom>
          <a:ln w="948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23" name="object 223"/>
          <p:cNvSpPr/>
          <p:nvPr/>
        </p:nvSpPr>
        <p:spPr>
          <a:xfrm>
            <a:off x="2159550" y="2765734"/>
            <a:ext cx="456097" cy="151709"/>
          </a:xfrm>
          <a:custGeom>
            <a:avLst/>
            <a:gdLst/>
            <a:ahLst/>
            <a:cxnLst/>
            <a:rect l="l" t="t" r="r" b="b"/>
            <a:pathLst>
              <a:path w="456097" h="151709">
                <a:moveTo>
                  <a:pt x="1686" y="148448"/>
                </a:moveTo>
                <a:lnTo>
                  <a:pt x="4496" y="150501"/>
                </a:lnTo>
                <a:lnTo>
                  <a:pt x="7306" y="151468"/>
                </a:lnTo>
                <a:lnTo>
                  <a:pt x="13759" y="151468"/>
                </a:lnTo>
                <a:lnTo>
                  <a:pt x="17412" y="151709"/>
                </a:lnTo>
                <a:lnTo>
                  <a:pt x="33700" y="151709"/>
                </a:lnTo>
                <a:lnTo>
                  <a:pt x="36511" y="151468"/>
                </a:lnTo>
                <a:lnTo>
                  <a:pt x="36792" y="146636"/>
                </a:lnTo>
                <a:lnTo>
                  <a:pt x="37635" y="142409"/>
                </a:lnTo>
                <a:lnTo>
                  <a:pt x="38478" y="137940"/>
                </a:lnTo>
                <a:lnTo>
                  <a:pt x="40164" y="133712"/>
                </a:lnTo>
                <a:lnTo>
                  <a:pt x="41569" y="129726"/>
                </a:lnTo>
                <a:lnTo>
                  <a:pt x="43806" y="125861"/>
                </a:lnTo>
                <a:lnTo>
                  <a:pt x="46335" y="122479"/>
                </a:lnTo>
                <a:lnTo>
                  <a:pt x="48865" y="119217"/>
                </a:lnTo>
                <a:lnTo>
                  <a:pt x="51956" y="116439"/>
                </a:lnTo>
                <a:lnTo>
                  <a:pt x="55328" y="113782"/>
                </a:lnTo>
                <a:lnTo>
                  <a:pt x="58982" y="111366"/>
                </a:lnTo>
                <a:lnTo>
                  <a:pt x="62624" y="109554"/>
                </a:lnTo>
                <a:lnTo>
                  <a:pt x="66277" y="107742"/>
                </a:lnTo>
                <a:lnTo>
                  <a:pt x="70493" y="106776"/>
                </a:lnTo>
                <a:lnTo>
                  <a:pt x="66277" y="63413"/>
                </a:lnTo>
                <a:lnTo>
                  <a:pt x="106442" y="12682"/>
                </a:lnTo>
                <a:lnTo>
                  <a:pt x="164300" y="12682"/>
                </a:lnTo>
                <a:lnTo>
                  <a:pt x="167942" y="63413"/>
                </a:lnTo>
                <a:lnTo>
                  <a:pt x="173281" y="63413"/>
                </a:lnTo>
                <a:lnTo>
                  <a:pt x="173562" y="0"/>
                </a:lnTo>
                <a:lnTo>
                  <a:pt x="90153" y="0"/>
                </a:lnTo>
                <a:lnTo>
                  <a:pt x="87624" y="603"/>
                </a:lnTo>
                <a:lnTo>
                  <a:pt x="85376" y="966"/>
                </a:lnTo>
                <a:lnTo>
                  <a:pt x="81441" y="3019"/>
                </a:lnTo>
                <a:lnTo>
                  <a:pt x="78350" y="6039"/>
                </a:lnTo>
                <a:lnTo>
                  <a:pt x="74708" y="10025"/>
                </a:lnTo>
                <a:lnTo>
                  <a:pt x="92120" y="10025"/>
                </a:lnTo>
                <a:lnTo>
                  <a:pt x="89029" y="12682"/>
                </a:lnTo>
                <a:lnTo>
                  <a:pt x="85938" y="15702"/>
                </a:lnTo>
                <a:lnTo>
                  <a:pt x="82566" y="19326"/>
                </a:lnTo>
                <a:lnTo>
                  <a:pt x="78912" y="22949"/>
                </a:lnTo>
                <a:lnTo>
                  <a:pt x="74708" y="26935"/>
                </a:lnTo>
                <a:lnTo>
                  <a:pt x="70774" y="30800"/>
                </a:lnTo>
                <a:lnTo>
                  <a:pt x="66558" y="34786"/>
                </a:lnTo>
                <a:lnTo>
                  <a:pt x="62624" y="38652"/>
                </a:lnTo>
                <a:lnTo>
                  <a:pt x="58982" y="42517"/>
                </a:lnTo>
                <a:lnTo>
                  <a:pt x="55047" y="46141"/>
                </a:lnTo>
                <a:lnTo>
                  <a:pt x="51956" y="49523"/>
                </a:lnTo>
                <a:lnTo>
                  <a:pt x="48865" y="52784"/>
                </a:lnTo>
                <a:lnTo>
                  <a:pt x="46054" y="55562"/>
                </a:lnTo>
                <a:lnTo>
                  <a:pt x="43806" y="57615"/>
                </a:lnTo>
                <a:lnTo>
                  <a:pt x="41288" y="60394"/>
                </a:lnTo>
                <a:lnTo>
                  <a:pt x="39040" y="62809"/>
                </a:lnTo>
                <a:lnTo>
                  <a:pt x="37635" y="65225"/>
                </a:lnTo>
                <a:lnTo>
                  <a:pt x="35949" y="67882"/>
                </a:lnTo>
                <a:lnTo>
                  <a:pt x="34824" y="70661"/>
                </a:lnTo>
                <a:lnTo>
                  <a:pt x="33700" y="73076"/>
                </a:lnTo>
                <a:lnTo>
                  <a:pt x="32857" y="75734"/>
                </a:lnTo>
                <a:lnTo>
                  <a:pt x="32576" y="78512"/>
                </a:lnTo>
                <a:lnTo>
                  <a:pt x="32014" y="80928"/>
                </a:lnTo>
                <a:lnTo>
                  <a:pt x="9543" y="81773"/>
                </a:lnTo>
                <a:lnTo>
                  <a:pt x="9543" y="110158"/>
                </a:lnTo>
                <a:lnTo>
                  <a:pt x="5339" y="110762"/>
                </a:lnTo>
                <a:lnTo>
                  <a:pt x="2529" y="112816"/>
                </a:lnTo>
                <a:lnTo>
                  <a:pt x="562" y="116439"/>
                </a:lnTo>
                <a:lnTo>
                  <a:pt x="0" y="120667"/>
                </a:lnTo>
                <a:lnTo>
                  <a:pt x="0" y="144462"/>
                </a:lnTo>
                <a:lnTo>
                  <a:pt x="1686" y="148448"/>
                </a:lnTo>
                <a:close/>
              </a:path>
              <a:path w="456097" h="151709">
                <a:moveTo>
                  <a:pt x="124135" y="151468"/>
                </a:moveTo>
                <a:lnTo>
                  <a:pt x="179183" y="151468"/>
                </a:lnTo>
                <a:lnTo>
                  <a:pt x="175811" y="63413"/>
                </a:lnTo>
                <a:lnTo>
                  <a:pt x="174968" y="12682"/>
                </a:lnTo>
                <a:lnTo>
                  <a:pt x="242088" y="12682"/>
                </a:lnTo>
                <a:lnTo>
                  <a:pt x="249676" y="63413"/>
                </a:lnTo>
                <a:lnTo>
                  <a:pt x="197439" y="151468"/>
                </a:lnTo>
                <a:lnTo>
                  <a:pt x="255847" y="151468"/>
                </a:lnTo>
                <a:lnTo>
                  <a:pt x="252486" y="63413"/>
                </a:lnTo>
                <a:lnTo>
                  <a:pt x="252486" y="0"/>
                </a:lnTo>
                <a:lnTo>
                  <a:pt x="173562" y="0"/>
                </a:lnTo>
                <a:lnTo>
                  <a:pt x="173281" y="63413"/>
                </a:lnTo>
                <a:lnTo>
                  <a:pt x="66277" y="63413"/>
                </a:lnTo>
                <a:lnTo>
                  <a:pt x="70493" y="106776"/>
                </a:lnTo>
                <a:lnTo>
                  <a:pt x="74708" y="106172"/>
                </a:lnTo>
                <a:lnTo>
                  <a:pt x="78912" y="105931"/>
                </a:lnTo>
                <a:lnTo>
                  <a:pt x="83409" y="106172"/>
                </a:lnTo>
                <a:lnTo>
                  <a:pt x="87624" y="106776"/>
                </a:lnTo>
                <a:lnTo>
                  <a:pt x="91558" y="107742"/>
                </a:lnTo>
                <a:lnTo>
                  <a:pt x="95763" y="109554"/>
                </a:lnTo>
                <a:lnTo>
                  <a:pt x="99416" y="111366"/>
                </a:lnTo>
                <a:lnTo>
                  <a:pt x="102788" y="113782"/>
                </a:lnTo>
                <a:lnTo>
                  <a:pt x="106161" y="116439"/>
                </a:lnTo>
                <a:lnTo>
                  <a:pt x="109252" y="119217"/>
                </a:lnTo>
                <a:lnTo>
                  <a:pt x="112062" y="122479"/>
                </a:lnTo>
                <a:lnTo>
                  <a:pt x="114299" y="125861"/>
                </a:lnTo>
                <a:lnTo>
                  <a:pt x="116547" y="129726"/>
                </a:lnTo>
                <a:lnTo>
                  <a:pt x="118234" y="133712"/>
                </a:lnTo>
                <a:lnTo>
                  <a:pt x="119920" y="137940"/>
                </a:lnTo>
                <a:lnTo>
                  <a:pt x="120763" y="142409"/>
                </a:lnTo>
                <a:lnTo>
                  <a:pt x="121606" y="146636"/>
                </a:lnTo>
                <a:lnTo>
                  <a:pt x="121606" y="151468"/>
                </a:lnTo>
                <a:lnTo>
                  <a:pt x="124135" y="151468"/>
                </a:lnTo>
                <a:close/>
              </a:path>
              <a:path w="456097" h="151709">
                <a:moveTo>
                  <a:pt x="293764" y="63413"/>
                </a:moveTo>
                <a:lnTo>
                  <a:pt x="255285" y="63413"/>
                </a:lnTo>
                <a:lnTo>
                  <a:pt x="252486" y="12682"/>
                </a:lnTo>
                <a:lnTo>
                  <a:pt x="270742" y="12682"/>
                </a:lnTo>
                <a:lnTo>
                  <a:pt x="267088" y="8817"/>
                </a:lnTo>
                <a:lnTo>
                  <a:pt x="262311" y="4589"/>
                </a:lnTo>
                <a:lnTo>
                  <a:pt x="256971" y="1207"/>
                </a:lnTo>
                <a:lnTo>
                  <a:pt x="252486" y="0"/>
                </a:lnTo>
                <a:lnTo>
                  <a:pt x="252486" y="63413"/>
                </a:lnTo>
                <a:lnTo>
                  <a:pt x="255847" y="151468"/>
                </a:lnTo>
                <a:lnTo>
                  <a:pt x="331680" y="151468"/>
                </a:lnTo>
                <a:lnTo>
                  <a:pt x="331961" y="146636"/>
                </a:lnTo>
                <a:lnTo>
                  <a:pt x="332523" y="142409"/>
                </a:lnTo>
                <a:lnTo>
                  <a:pt x="333647" y="137940"/>
                </a:lnTo>
                <a:lnTo>
                  <a:pt x="335052" y="133712"/>
                </a:lnTo>
                <a:lnTo>
                  <a:pt x="336738" y="129726"/>
                </a:lnTo>
                <a:lnTo>
                  <a:pt x="338987" y="125861"/>
                </a:lnTo>
                <a:lnTo>
                  <a:pt x="341235" y="122479"/>
                </a:lnTo>
                <a:lnTo>
                  <a:pt x="344034" y="119217"/>
                </a:lnTo>
                <a:lnTo>
                  <a:pt x="347125" y="116439"/>
                </a:lnTo>
                <a:lnTo>
                  <a:pt x="350498" y="113782"/>
                </a:lnTo>
                <a:lnTo>
                  <a:pt x="353870" y="111366"/>
                </a:lnTo>
                <a:lnTo>
                  <a:pt x="357523" y="109554"/>
                </a:lnTo>
                <a:lnTo>
                  <a:pt x="361446" y="107742"/>
                </a:lnTo>
                <a:lnTo>
                  <a:pt x="365662" y="106776"/>
                </a:lnTo>
                <a:lnTo>
                  <a:pt x="369877" y="106172"/>
                </a:lnTo>
                <a:lnTo>
                  <a:pt x="374093" y="105931"/>
                </a:lnTo>
                <a:lnTo>
                  <a:pt x="378578" y="106172"/>
                </a:lnTo>
                <a:lnTo>
                  <a:pt x="382793" y="106776"/>
                </a:lnTo>
                <a:lnTo>
                  <a:pt x="386728" y="107742"/>
                </a:lnTo>
                <a:lnTo>
                  <a:pt x="390943" y="109554"/>
                </a:lnTo>
                <a:lnTo>
                  <a:pt x="394597" y="111366"/>
                </a:lnTo>
                <a:lnTo>
                  <a:pt x="397958" y="113782"/>
                </a:lnTo>
                <a:lnTo>
                  <a:pt x="401330" y="116439"/>
                </a:lnTo>
                <a:lnTo>
                  <a:pt x="404421" y="119217"/>
                </a:lnTo>
                <a:lnTo>
                  <a:pt x="407232" y="122479"/>
                </a:lnTo>
                <a:lnTo>
                  <a:pt x="409480" y="125861"/>
                </a:lnTo>
                <a:lnTo>
                  <a:pt x="411728" y="129726"/>
                </a:lnTo>
                <a:lnTo>
                  <a:pt x="413403" y="133712"/>
                </a:lnTo>
                <a:lnTo>
                  <a:pt x="415089" y="137940"/>
                </a:lnTo>
                <a:lnTo>
                  <a:pt x="415932" y="142409"/>
                </a:lnTo>
                <a:lnTo>
                  <a:pt x="416494" y="146636"/>
                </a:lnTo>
                <a:lnTo>
                  <a:pt x="416775" y="151468"/>
                </a:lnTo>
                <a:lnTo>
                  <a:pt x="448239" y="143254"/>
                </a:lnTo>
                <a:lnTo>
                  <a:pt x="449071" y="137577"/>
                </a:lnTo>
                <a:lnTo>
                  <a:pt x="450757" y="137577"/>
                </a:lnTo>
                <a:lnTo>
                  <a:pt x="454411" y="134920"/>
                </a:lnTo>
                <a:lnTo>
                  <a:pt x="455535" y="132142"/>
                </a:lnTo>
                <a:lnTo>
                  <a:pt x="456097" y="129726"/>
                </a:lnTo>
                <a:lnTo>
                  <a:pt x="456097" y="117647"/>
                </a:lnTo>
                <a:lnTo>
                  <a:pt x="455816" y="114386"/>
                </a:lnTo>
                <a:lnTo>
                  <a:pt x="455254" y="111970"/>
                </a:lnTo>
                <a:lnTo>
                  <a:pt x="453005" y="108950"/>
                </a:lnTo>
                <a:lnTo>
                  <a:pt x="450195" y="107984"/>
                </a:lnTo>
                <a:lnTo>
                  <a:pt x="446834" y="106172"/>
                </a:lnTo>
                <a:lnTo>
                  <a:pt x="446834" y="93248"/>
                </a:lnTo>
                <a:lnTo>
                  <a:pt x="444586" y="91074"/>
                </a:lnTo>
                <a:lnTo>
                  <a:pt x="440370" y="89020"/>
                </a:lnTo>
                <a:lnTo>
                  <a:pt x="434469" y="86363"/>
                </a:lnTo>
                <a:lnTo>
                  <a:pt x="427173" y="83585"/>
                </a:lnTo>
                <a:lnTo>
                  <a:pt x="418742" y="80565"/>
                </a:lnTo>
                <a:lnTo>
                  <a:pt x="409199" y="77545"/>
                </a:lnTo>
                <a:lnTo>
                  <a:pt x="399363" y="74526"/>
                </a:lnTo>
                <a:lnTo>
                  <a:pt x="388976" y="71506"/>
                </a:lnTo>
                <a:lnTo>
                  <a:pt x="378578" y="68849"/>
                </a:lnTo>
                <a:lnTo>
                  <a:pt x="368472" y="66071"/>
                </a:lnTo>
                <a:lnTo>
                  <a:pt x="358647" y="63413"/>
                </a:lnTo>
                <a:lnTo>
                  <a:pt x="349373" y="60997"/>
                </a:lnTo>
                <a:lnTo>
                  <a:pt x="341235" y="59186"/>
                </a:lnTo>
                <a:lnTo>
                  <a:pt x="334490" y="57374"/>
                </a:lnTo>
                <a:lnTo>
                  <a:pt x="329151" y="55804"/>
                </a:lnTo>
                <a:lnTo>
                  <a:pt x="325778" y="54958"/>
                </a:lnTo>
                <a:lnTo>
                  <a:pt x="293764" y="63413"/>
                </a:lnTo>
                <a:close/>
              </a:path>
              <a:path w="456097" h="151709">
                <a:moveTo>
                  <a:pt x="303319" y="60635"/>
                </a:moveTo>
                <a:lnTo>
                  <a:pt x="252486" y="12682"/>
                </a:lnTo>
                <a:lnTo>
                  <a:pt x="255285" y="63413"/>
                </a:lnTo>
                <a:lnTo>
                  <a:pt x="260344" y="63413"/>
                </a:lnTo>
                <a:lnTo>
                  <a:pt x="253329" y="23312"/>
                </a:lnTo>
                <a:lnTo>
                  <a:pt x="293764" y="63413"/>
                </a:lnTo>
                <a:lnTo>
                  <a:pt x="303319" y="60635"/>
                </a:lnTo>
                <a:close/>
              </a:path>
              <a:path w="456097" h="151709">
                <a:moveTo>
                  <a:pt x="174968" y="12682"/>
                </a:moveTo>
                <a:lnTo>
                  <a:pt x="175811" y="63413"/>
                </a:lnTo>
                <a:lnTo>
                  <a:pt x="179183" y="151468"/>
                </a:lnTo>
                <a:lnTo>
                  <a:pt x="197439" y="151468"/>
                </a:lnTo>
                <a:lnTo>
                  <a:pt x="249676" y="63413"/>
                </a:lnTo>
                <a:lnTo>
                  <a:pt x="178621" y="63413"/>
                </a:lnTo>
                <a:lnTo>
                  <a:pt x="174968" y="1268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24" name="object 224"/>
          <p:cNvSpPr/>
          <p:nvPr/>
        </p:nvSpPr>
        <p:spPr>
          <a:xfrm>
            <a:off x="2424110" y="2778417"/>
            <a:ext cx="61219" cy="43725"/>
          </a:xfrm>
          <a:custGeom>
            <a:avLst/>
            <a:gdLst/>
            <a:ahLst/>
            <a:cxnLst/>
            <a:rect l="l" t="t" r="r" b="b"/>
            <a:pathLst>
              <a:path w="61219" h="43725">
                <a:moveTo>
                  <a:pt x="6182" y="0"/>
                </a:moveTo>
                <a:lnTo>
                  <a:pt x="0" y="362"/>
                </a:lnTo>
                <a:lnTo>
                  <a:pt x="56171" y="43725"/>
                </a:lnTo>
                <a:lnTo>
                  <a:pt x="61219" y="42275"/>
                </a:lnTo>
                <a:lnTo>
                  <a:pt x="618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25" name="object 225"/>
          <p:cNvSpPr/>
          <p:nvPr/>
        </p:nvSpPr>
        <p:spPr>
          <a:xfrm>
            <a:off x="2170499" y="2779987"/>
            <a:ext cx="71055" cy="61843"/>
          </a:xfrm>
          <a:custGeom>
            <a:avLst/>
            <a:gdLst/>
            <a:ahLst/>
            <a:cxnLst/>
            <a:rect l="l" t="t" r="r" b="b"/>
            <a:pathLst>
              <a:path w="71055" h="61843">
                <a:moveTo>
                  <a:pt x="16007" y="61843"/>
                </a:moveTo>
                <a:lnTo>
                  <a:pt x="16569" y="59065"/>
                </a:lnTo>
                <a:lnTo>
                  <a:pt x="17693" y="56649"/>
                </a:lnTo>
                <a:lnTo>
                  <a:pt x="20222" y="52180"/>
                </a:lnTo>
                <a:lnTo>
                  <a:pt x="22470" y="48556"/>
                </a:lnTo>
                <a:lnTo>
                  <a:pt x="24719" y="45778"/>
                </a:lnTo>
                <a:lnTo>
                  <a:pt x="27248" y="43362"/>
                </a:lnTo>
                <a:lnTo>
                  <a:pt x="29215" y="41309"/>
                </a:lnTo>
                <a:lnTo>
                  <a:pt x="31733" y="38893"/>
                </a:lnTo>
                <a:lnTo>
                  <a:pt x="33981" y="36115"/>
                </a:lnTo>
                <a:lnTo>
                  <a:pt x="37354" y="33095"/>
                </a:lnTo>
                <a:lnTo>
                  <a:pt x="40445" y="29834"/>
                </a:lnTo>
                <a:lnTo>
                  <a:pt x="44098" y="26452"/>
                </a:lnTo>
                <a:lnTo>
                  <a:pt x="47471" y="23191"/>
                </a:lnTo>
                <a:lnTo>
                  <a:pt x="51113" y="19326"/>
                </a:lnTo>
                <a:lnTo>
                  <a:pt x="54766" y="15944"/>
                </a:lnTo>
                <a:lnTo>
                  <a:pt x="58420" y="12320"/>
                </a:lnTo>
                <a:lnTo>
                  <a:pt x="61792" y="8696"/>
                </a:lnTo>
                <a:lnTo>
                  <a:pt x="65164" y="5677"/>
                </a:lnTo>
                <a:lnTo>
                  <a:pt x="68244" y="2657"/>
                </a:lnTo>
                <a:lnTo>
                  <a:pt x="71055" y="0"/>
                </a:lnTo>
                <a:lnTo>
                  <a:pt x="61230" y="0"/>
                </a:lnTo>
                <a:lnTo>
                  <a:pt x="58139" y="2657"/>
                </a:lnTo>
                <a:lnTo>
                  <a:pt x="55047" y="5677"/>
                </a:lnTo>
                <a:lnTo>
                  <a:pt x="51394" y="8696"/>
                </a:lnTo>
                <a:lnTo>
                  <a:pt x="47471" y="12320"/>
                </a:lnTo>
                <a:lnTo>
                  <a:pt x="43255" y="15944"/>
                </a:lnTo>
                <a:lnTo>
                  <a:pt x="39040" y="19326"/>
                </a:lnTo>
                <a:lnTo>
                  <a:pt x="35106" y="23191"/>
                </a:lnTo>
                <a:lnTo>
                  <a:pt x="30901" y="26452"/>
                </a:lnTo>
                <a:lnTo>
                  <a:pt x="26686" y="29834"/>
                </a:lnTo>
                <a:lnTo>
                  <a:pt x="23033" y="33095"/>
                </a:lnTo>
                <a:lnTo>
                  <a:pt x="19379" y="36115"/>
                </a:lnTo>
                <a:lnTo>
                  <a:pt x="16288" y="38893"/>
                </a:lnTo>
                <a:lnTo>
                  <a:pt x="13489" y="41309"/>
                </a:lnTo>
                <a:lnTo>
                  <a:pt x="9554" y="44933"/>
                </a:lnTo>
                <a:lnTo>
                  <a:pt x="7306" y="46986"/>
                </a:lnTo>
                <a:lnTo>
                  <a:pt x="4777" y="50368"/>
                </a:lnTo>
                <a:lnTo>
                  <a:pt x="2248" y="54233"/>
                </a:lnTo>
                <a:lnTo>
                  <a:pt x="1405" y="56649"/>
                </a:lnTo>
                <a:lnTo>
                  <a:pt x="281" y="59065"/>
                </a:lnTo>
                <a:lnTo>
                  <a:pt x="0" y="61843"/>
                </a:lnTo>
                <a:lnTo>
                  <a:pt x="16007" y="6184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26" name="object 226"/>
          <p:cNvSpPr/>
          <p:nvPr/>
        </p:nvSpPr>
        <p:spPr>
          <a:xfrm>
            <a:off x="2281157" y="2919739"/>
            <a:ext cx="209511" cy="0"/>
          </a:xfrm>
          <a:custGeom>
            <a:avLst/>
            <a:gdLst/>
            <a:ahLst/>
            <a:cxnLst/>
            <a:rect l="l" t="t" r="r" b="b"/>
            <a:pathLst>
              <a:path w="209511" h="0">
                <a:moveTo>
                  <a:pt x="0" y="0"/>
                </a:moveTo>
                <a:lnTo>
                  <a:pt x="209511" y="0"/>
                </a:lnTo>
              </a:path>
            </a:pathLst>
          </a:custGeom>
          <a:ln w="6343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27" name="object 227"/>
          <p:cNvSpPr/>
          <p:nvPr/>
        </p:nvSpPr>
        <p:spPr>
          <a:xfrm>
            <a:off x="2203076" y="2858982"/>
            <a:ext cx="365111" cy="30197"/>
          </a:xfrm>
          <a:custGeom>
            <a:avLst/>
            <a:gdLst/>
            <a:ahLst/>
            <a:cxnLst/>
            <a:rect l="l" t="t" r="r" b="b"/>
            <a:pathLst>
              <a:path w="365111" h="30197">
                <a:moveTo>
                  <a:pt x="7868" y="14736"/>
                </a:moveTo>
                <a:lnTo>
                  <a:pt x="10960" y="12924"/>
                </a:lnTo>
                <a:lnTo>
                  <a:pt x="14051" y="10870"/>
                </a:lnTo>
                <a:lnTo>
                  <a:pt x="17412" y="9300"/>
                </a:lnTo>
                <a:lnTo>
                  <a:pt x="20784" y="7851"/>
                </a:lnTo>
                <a:lnTo>
                  <a:pt x="24438" y="6884"/>
                </a:lnTo>
                <a:lnTo>
                  <a:pt x="27810" y="6280"/>
                </a:lnTo>
                <a:lnTo>
                  <a:pt x="31744" y="6039"/>
                </a:lnTo>
                <a:lnTo>
                  <a:pt x="35387" y="5677"/>
                </a:lnTo>
                <a:lnTo>
                  <a:pt x="38759" y="5677"/>
                </a:lnTo>
                <a:lnTo>
                  <a:pt x="41850" y="6280"/>
                </a:lnTo>
                <a:lnTo>
                  <a:pt x="45223" y="6643"/>
                </a:lnTo>
                <a:lnTo>
                  <a:pt x="48033" y="7488"/>
                </a:lnTo>
                <a:lnTo>
                  <a:pt x="51124" y="8455"/>
                </a:lnTo>
                <a:lnTo>
                  <a:pt x="54204" y="9663"/>
                </a:lnTo>
                <a:lnTo>
                  <a:pt x="56733" y="10870"/>
                </a:lnTo>
                <a:lnTo>
                  <a:pt x="59544" y="12320"/>
                </a:lnTo>
                <a:lnTo>
                  <a:pt x="62073" y="14132"/>
                </a:lnTo>
                <a:lnTo>
                  <a:pt x="64602" y="15702"/>
                </a:lnTo>
                <a:lnTo>
                  <a:pt x="66850" y="17755"/>
                </a:lnTo>
                <a:lnTo>
                  <a:pt x="69380" y="19930"/>
                </a:lnTo>
                <a:lnTo>
                  <a:pt x="71617" y="22345"/>
                </a:lnTo>
                <a:lnTo>
                  <a:pt x="73303" y="24761"/>
                </a:lnTo>
                <a:lnTo>
                  <a:pt x="75551" y="27418"/>
                </a:lnTo>
                <a:lnTo>
                  <a:pt x="76956" y="29834"/>
                </a:lnTo>
                <a:lnTo>
                  <a:pt x="288716" y="29834"/>
                </a:lnTo>
                <a:lnTo>
                  <a:pt x="288997" y="30197"/>
                </a:lnTo>
                <a:lnTo>
                  <a:pt x="290684" y="27418"/>
                </a:lnTo>
                <a:lnTo>
                  <a:pt x="292651" y="24761"/>
                </a:lnTo>
                <a:lnTo>
                  <a:pt x="294618" y="22345"/>
                </a:lnTo>
                <a:lnTo>
                  <a:pt x="296866" y="20171"/>
                </a:lnTo>
                <a:lnTo>
                  <a:pt x="299103" y="18118"/>
                </a:lnTo>
                <a:lnTo>
                  <a:pt x="301351" y="15944"/>
                </a:lnTo>
                <a:lnTo>
                  <a:pt x="303881" y="14132"/>
                </a:lnTo>
                <a:lnTo>
                  <a:pt x="306410" y="12320"/>
                </a:lnTo>
                <a:lnTo>
                  <a:pt x="309220" y="10870"/>
                </a:lnTo>
                <a:lnTo>
                  <a:pt x="312030" y="9663"/>
                </a:lnTo>
                <a:lnTo>
                  <a:pt x="315122" y="8455"/>
                </a:lnTo>
                <a:lnTo>
                  <a:pt x="317921" y="7488"/>
                </a:lnTo>
                <a:lnTo>
                  <a:pt x="321012" y="6643"/>
                </a:lnTo>
                <a:lnTo>
                  <a:pt x="324103" y="6280"/>
                </a:lnTo>
                <a:lnTo>
                  <a:pt x="327476" y="5677"/>
                </a:lnTo>
                <a:lnTo>
                  <a:pt x="333939" y="5677"/>
                </a:lnTo>
                <a:lnTo>
                  <a:pt x="337582" y="6039"/>
                </a:lnTo>
                <a:lnTo>
                  <a:pt x="340673" y="6643"/>
                </a:lnTo>
                <a:lnTo>
                  <a:pt x="343764" y="7247"/>
                </a:lnTo>
                <a:lnTo>
                  <a:pt x="346574" y="7851"/>
                </a:lnTo>
                <a:lnTo>
                  <a:pt x="349385" y="9059"/>
                </a:lnTo>
                <a:lnTo>
                  <a:pt x="352465" y="10508"/>
                </a:lnTo>
                <a:lnTo>
                  <a:pt x="355275" y="12320"/>
                </a:lnTo>
                <a:lnTo>
                  <a:pt x="365111" y="12924"/>
                </a:lnTo>
                <a:lnTo>
                  <a:pt x="361458" y="10266"/>
                </a:lnTo>
                <a:lnTo>
                  <a:pt x="357523" y="7851"/>
                </a:lnTo>
                <a:lnTo>
                  <a:pt x="353589" y="5435"/>
                </a:lnTo>
                <a:lnTo>
                  <a:pt x="349104" y="3623"/>
                </a:lnTo>
                <a:lnTo>
                  <a:pt x="344888" y="2053"/>
                </a:lnTo>
                <a:lnTo>
                  <a:pt x="340392" y="1207"/>
                </a:lnTo>
                <a:lnTo>
                  <a:pt x="335333" y="241"/>
                </a:lnTo>
                <a:lnTo>
                  <a:pt x="330567" y="0"/>
                </a:lnTo>
                <a:lnTo>
                  <a:pt x="327195" y="0"/>
                </a:lnTo>
                <a:lnTo>
                  <a:pt x="324103" y="603"/>
                </a:lnTo>
                <a:lnTo>
                  <a:pt x="320731" y="1207"/>
                </a:lnTo>
                <a:lnTo>
                  <a:pt x="317640" y="1811"/>
                </a:lnTo>
                <a:lnTo>
                  <a:pt x="314560" y="2657"/>
                </a:lnTo>
                <a:lnTo>
                  <a:pt x="311468" y="3865"/>
                </a:lnTo>
                <a:lnTo>
                  <a:pt x="308658" y="5073"/>
                </a:lnTo>
                <a:lnTo>
                  <a:pt x="305567" y="6643"/>
                </a:lnTo>
                <a:lnTo>
                  <a:pt x="302757" y="8092"/>
                </a:lnTo>
                <a:lnTo>
                  <a:pt x="300227" y="9904"/>
                </a:lnTo>
                <a:lnTo>
                  <a:pt x="297709" y="11716"/>
                </a:lnTo>
                <a:lnTo>
                  <a:pt x="295180" y="14132"/>
                </a:lnTo>
                <a:lnTo>
                  <a:pt x="292932" y="16306"/>
                </a:lnTo>
                <a:lnTo>
                  <a:pt x="290684" y="18722"/>
                </a:lnTo>
                <a:lnTo>
                  <a:pt x="288716" y="21137"/>
                </a:lnTo>
                <a:lnTo>
                  <a:pt x="286749" y="23795"/>
                </a:lnTo>
                <a:lnTo>
                  <a:pt x="286468" y="24157"/>
                </a:lnTo>
                <a:lnTo>
                  <a:pt x="78923" y="24157"/>
                </a:lnTo>
                <a:lnTo>
                  <a:pt x="79204" y="23553"/>
                </a:lnTo>
                <a:lnTo>
                  <a:pt x="77518" y="20775"/>
                </a:lnTo>
                <a:lnTo>
                  <a:pt x="75551" y="18359"/>
                </a:lnTo>
                <a:lnTo>
                  <a:pt x="73022" y="16306"/>
                </a:lnTo>
                <a:lnTo>
                  <a:pt x="70774" y="14132"/>
                </a:lnTo>
                <a:lnTo>
                  <a:pt x="68537" y="11716"/>
                </a:lnTo>
                <a:lnTo>
                  <a:pt x="66007" y="9904"/>
                </a:lnTo>
                <a:lnTo>
                  <a:pt x="63197" y="8092"/>
                </a:lnTo>
                <a:lnTo>
                  <a:pt x="60387" y="6643"/>
                </a:lnTo>
                <a:lnTo>
                  <a:pt x="57858" y="5073"/>
                </a:lnTo>
                <a:lnTo>
                  <a:pt x="54766" y="3865"/>
                </a:lnTo>
                <a:lnTo>
                  <a:pt x="51686" y="2657"/>
                </a:lnTo>
                <a:lnTo>
                  <a:pt x="48595" y="1811"/>
                </a:lnTo>
                <a:lnTo>
                  <a:pt x="45504" y="1207"/>
                </a:lnTo>
                <a:lnTo>
                  <a:pt x="42131" y="603"/>
                </a:lnTo>
                <a:lnTo>
                  <a:pt x="39040" y="0"/>
                </a:lnTo>
                <a:lnTo>
                  <a:pt x="35387" y="0"/>
                </a:lnTo>
                <a:lnTo>
                  <a:pt x="30339" y="241"/>
                </a:lnTo>
                <a:lnTo>
                  <a:pt x="25562" y="1207"/>
                </a:lnTo>
                <a:lnTo>
                  <a:pt x="20784" y="2415"/>
                </a:lnTo>
                <a:lnTo>
                  <a:pt x="16299" y="3865"/>
                </a:lnTo>
                <a:lnTo>
                  <a:pt x="11803" y="6039"/>
                </a:lnTo>
                <a:lnTo>
                  <a:pt x="7587" y="8455"/>
                </a:lnTo>
                <a:lnTo>
                  <a:pt x="3653" y="11112"/>
                </a:lnTo>
                <a:lnTo>
                  <a:pt x="0" y="14494"/>
                </a:lnTo>
                <a:lnTo>
                  <a:pt x="7868" y="147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28" name="object 228"/>
          <p:cNvSpPr/>
          <p:nvPr/>
        </p:nvSpPr>
        <p:spPr>
          <a:xfrm>
            <a:off x="2338734" y="2845610"/>
            <a:ext cx="21906" cy="0"/>
          </a:xfrm>
          <a:custGeom>
            <a:avLst/>
            <a:gdLst/>
            <a:ahLst/>
            <a:cxnLst/>
            <a:rect l="l" t="t" r="r" b="b"/>
            <a:pathLst>
              <a:path w="21906" h="0">
                <a:moveTo>
                  <a:pt x="0" y="0"/>
                </a:moveTo>
                <a:lnTo>
                  <a:pt x="21906" y="0"/>
                </a:lnTo>
              </a:path>
            </a:pathLst>
          </a:custGeom>
          <a:ln w="10620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29" name="object 229"/>
          <p:cNvSpPr/>
          <p:nvPr/>
        </p:nvSpPr>
        <p:spPr>
          <a:xfrm>
            <a:off x="2169094" y="2775759"/>
            <a:ext cx="82577" cy="71748"/>
          </a:xfrm>
          <a:custGeom>
            <a:avLst/>
            <a:gdLst/>
            <a:ahLst/>
            <a:cxnLst/>
            <a:rect l="l" t="t" r="r" b="b"/>
            <a:pathLst>
              <a:path w="82577" h="71748">
                <a:moveTo>
                  <a:pt x="22470" y="70902"/>
                </a:moveTo>
                <a:lnTo>
                  <a:pt x="23033" y="68486"/>
                </a:lnTo>
                <a:lnTo>
                  <a:pt x="23314" y="65708"/>
                </a:lnTo>
                <a:lnTo>
                  <a:pt x="24157" y="63051"/>
                </a:lnTo>
                <a:lnTo>
                  <a:pt x="25281" y="60635"/>
                </a:lnTo>
                <a:lnTo>
                  <a:pt x="26405" y="57857"/>
                </a:lnTo>
                <a:lnTo>
                  <a:pt x="28091" y="55200"/>
                </a:lnTo>
                <a:lnTo>
                  <a:pt x="29496" y="52784"/>
                </a:lnTo>
                <a:lnTo>
                  <a:pt x="31744" y="50368"/>
                </a:lnTo>
                <a:lnTo>
                  <a:pt x="34262" y="47590"/>
                </a:lnTo>
                <a:lnTo>
                  <a:pt x="36511" y="45537"/>
                </a:lnTo>
                <a:lnTo>
                  <a:pt x="39321" y="42758"/>
                </a:lnTo>
                <a:lnTo>
                  <a:pt x="42412" y="39497"/>
                </a:lnTo>
                <a:lnTo>
                  <a:pt x="45504" y="36115"/>
                </a:lnTo>
                <a:lnTo>
                  <a:pt x="49438" y="32491"/>
                </a:lnTo>
                <a:lnTo>
                  <a:pt x="53080" y="28626"/>
                </a:lnTo>
                <a:lnTo>
                  <a:pt x="57014" y="24761"/>
                </a:lnTo>
                <a:lnTo>
                  <a:pt x="61230" y="20775"/>
                </a:lnTo>
                <a:lnTo>
                  <a:pt x="65164" y="16910"/>
                </a:lnTo>
                <a:lnTo>
                  <a:pt x="69368" y="12924"/>
                </a:lnTo>
                <a:lnTo>
                  <a:pt x="73022" y="9300"/>
                </a:lnTo>
                <a:lnTo>
                  <a:pt x="76394" y="5677"/>
                </a:lnTo>
                <a:lnTo>
                  <a:pt x="79485" y="2657"/>
                </a:lnTo>
                <a:lnTo>
                  <a:pt x="82577" y="0"/>
                </a:lnTo>
                <a:lnTo>
                  <a:pt x="65164" y="0"/>
                </a:lnTo>
                <a:lnTo>
                  <a:pt x="62635" y="4227"/>
                </a:lnTo>
                <a:lnTo>
                  <a:pt x="72460" y="4227"/>
                </a:lnTo>
                <a:lnTo>
                  <a:pt x="69649" y="6884"/>
                </a:lnTo>
                <a:lnTo>
                  <a:pt x="66569" y="9904"/>
                </a:lnTo>
                <a:lnTo>
                  <a:pt x="63197" y="12924"/>
                </a:lnTo>
                <a:lnTo>
                  <a:pt x="59825" y="16547"/>
                </a:lnTo>
                <a:lnTo>
                  <a:pt x="56171" y="20171"/>
                </a:lnTo>
                <a:lnTo>
                  <a:pt x="52518" y="23553"/>
                </a:lnTo>
                <a:lnTo>
                  <a:pt x="48876" y="27418"/>
                </a:lnTo>
                <a:lnTo>
                  <a:pt x="45504" y="30680"/>
                </a:lnTo>
                <a:lnTo>
                  <a:pt x="41850" y="34062"/>
                </a:lnTo>
                <a:lnTo>
                  <a:pt x="38759" y="37323"/>
                </a:lnTo>
                <a:lnTo>
                  <a:pt x="35387" y="40343"/>
                </a:lnTo>
                <a:lnTo>
                  <a:pt x="33138" y="43121"/>
                </a:lnTo>
                <a:lnTo>
                  <a:pt x="30620" y="45537"/>
                </a:lnTo>
                <a:lnTo>
                  <a:pt x="28653" y="47590"/>
                </a:lnTo>
                <a:lnTo>
                  <a:pt x="26124" y="50006"/>
                </a:lnTo>
                <a:lnTo>
                  <a:pt x="23876" y="52784"/>
                </a:lnTo>
                <a:lnTo>
                  <a:pt x="21627" y="56408"/>
                </a:lnTo>
                <a:lnTo>
                  <a:pt x="19098" y="60877"/>
                </a:lnTo>
                <a:lnTo>
                  <a:pt x="17974" y="63292"/>
                </a:lnTo>
                <a:lnTo>
                  <a:pt x="17412" y="66071"/>
                </a:lnTo>
                <a:lnTo>
                  <a:pt x="1405" y="66071"/>
                </a:lnTo>
                <a:lnTo>
                  <a:pt x="0" y="71748"/>
                </a:lnTo>
                <a:lnTo>
                  <a:pt x="22470" y="7090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30" name="object 230"/>
          <p:cNvSpPr/>
          <p:nvPr/>
        </p:nvSpPr>
        <p:spPr>
          <a:xfrm>
            <a:off x="2164328" y="2881932"/>
            <a:ext cx="21616" cy="31042"/>
          </a:xfrm>
          <a:custGeom>
            <a:avLst/>
            <a:gdLst/>
            <a:ahLst/>
            <a:cxnLst/>
            <a:rect l="l" t="t" r="r" b="b"/>
            <a:pathLst>
              <a:path w="21616" h="31042">
                <a:moveTo>
                  <a:pt x="21616" y="0"/>
                </a:moveTo>
                <a:lnTo>
                  <a:pt x="3923" y="0"/>
                </a:lnTo>
                <a:lnTo>
                  <a:pt x="562" y="2657"/>
                </a:lnTo>
                <a:lnTo>
                  <a:pt x="0" y="6039"/>
                </a:lnTo>
                <a:lnTo>
                  <a:pt x="0" y="24399"/>
                </a:lnTo>
                <a:lnTo>
                  <a:pt x="1124" y="28868"/>
                </a:lnTo>
                <a:lnTo>
                  <a:pt x="3080" y="30438"/>
                </a:lnTo>
                <a:lnTo>
                  <a:pt x="6171" y="31042"/>
                </a:lnTo>
                <a:lnTo>
                  <a:pt x="15726" y="31042"/>
                </a:lnTo>
                <a:lnTo>
                  <a:pt x="2161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31" name="object 231"/>
          <p:cNvSpPr/>
          <p:nvPr/>
        </p:nvSpPr>
        <p:spPr>
          <a:xfrm>
            <a:off x="2174715" y="2864069"/>
            <a:ext cx="7302" cy="0"/>
          </a:xfrm>
          <a:custGeom>
            <a:avLst/>
            <a:gdLst/>
            <a:ahLst/>
            <a:cxnLst/>
            <a:rect l="l" t="t" r="r" b="b"/>
            <a:pathLst>
              <a:path w="7302" h="0">
                <a:moveTo>
                  <a:pt x="0" y="0"/>
                </a:moveTo>
                <a:lnTo>
                  <a:pt x="7302" y="0"/>
                </a:lnTo>
              </a:path>
            </a:pathLst>
          </a:custGeom>
          <a:ln w="24193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32" name="object 232"/>
          <p:cNvSpPr/>
          <p:nvPr/>
        </p:nvSpPr>
        <p:spPr>
          <a:xfrm>
            <a:off x="2587005" y="2867082"/>
            <a:ext cx="14885" cy="0"/>
          </a:xfrm>
          <a:custGeom>
            <a:avLst/>
            <a:gdLst/>
            <a:ahLst/>
            <a:cxnLst/>
            <a:rect l="l" t="t" r="r" b="b"/>
            <a:pathLst>
              <a:path w="14885" h="0">
                <a:moveTo>
                  <a:pt x="0" y="0"/>
                </a:moveTo>
                <a:lnTo>
                  <a:pt x="14885" y="0"/>
                </a:lnTo>
              </a:path>
            </a:pathLst>
          </a:custGeom>
          <a:ln w="13335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33" name="object 233"/>
          <p:cNvSpPr/>
          <p:nvPr/>
        </p:nvSpPr>
        <p:spPr>
          <a:xfrm>
            <a:off x="2567345" y="2877704"/>
            <a:ext cx="44930" cy="23795"/>
          </a:xfrm>
          <a:custGeom>
            <a:avLst/>
            <a:gdLst/>
            <a:ahLst/>
            <a:cxnLst/>
            <a:rect l="l" t="t" r="r" b="b"/>
            <a:pathLst>
              <a:path w="44930" h="23795">
                <a:moveTo>
                  <a:pt x="3372" y="3623"/>
                </a:moveTo>
                <a:lnTo>
                  <a:pt x="5890" y="6884"/>
                </a:lnTo>
                <a:lnTo>
                  <a:pt x="7857" y="9904"/>
                </a:lnTo>
                <a:lnTo>
                  <a:pt x="9262" y="12320"/>
                </a:lnTo>
                <a:lnTo>
                  <a:pt x="10386" y="15098"/>
                </a:lnTo>
                <a:lnTo>
                  <a:pt x="11229" y="17755"/>
                </a:lnTo>
                <a:lnTo>
                  <a:pt x="11791" y="20533"/>
                </a:lnTo>
                <a:lnTo>
                  <a:pt x="12353" y="23795"/>
                </a:lnTo>
                <a:lnTo>
                  <a:pt x="19098" y="23795"/>
                </a:lnTo>
                <a:lnTo>
                  <a:pt x="22752" y="23553"/>
                </a:lnTo>
                <a:lnTo>
                  <a:pt x="26675" y="23191"/>
                </a:lnTo>
                <a:lnTo>
                  <a:pt x="30047" y="23191"/>
                </a:lnTo>
                <a:lnTo>
                  <a:pt x="33419" y="22949"/>
                </a:lnTo>
                <a:lnTo>
                  <a:pt x="39602" y="22949"/>
                </a:lnTo>
                <a:lnTo>
                  <a:pt x="42120" y="21379"/>
                </a:lnTo>
                <a:lnTo>
                  <a:pt x="43806" y="18722"/>
                </a:lnTo>
                <a:lnTo>
                  <a:pt x="44930" y="15098"/>
                </a:lnTo>
                <a:lnTo>
                  <a:pt x="44930" y="10870"/>
                </a:lnTo>
                <a:lnTo>
                  <a:pt x="43806" y="6280"/>
                </a:lnTo>
                <a:lnTo>
                  <a:pt x="41558" y="2657"/>
                </a:lnTo>
                <a:lnTo>
                  <a:pt x="37916" y="241"/>
                </a:lnTo>
                <a:lnTo>
                  <a:pt x="35949" y="0"/>
                </a:lnTo>
                <a:lnTo>
                  <a:pt x="15726" y="0"/>
                </a:lnTo>
                <a:lnTo>
                  <a:pt x="9824" y="241"/>
                </a:lnTo>
                <a:lnTo>
                  <a:pt x="0" y="241"/>
                </a:lnTo>
                <a:lnTo>
                  <a:pt x="3372" y="362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34" name="object 234"/>
          <p:cNvSpPr/>
          <p:nvPr/>
        </p:nvSpPr>
        <p:spPr>
          <a:xfrm>
            <a:off x="3501156" y="2900884"/>
            <a:ext cx="606919" cy="246419"/>
          </a:xfrm>
          <a:custGeom>
            <a:avLst/>
            <a:gdLst/>
            <a:ahLst/>
            <a:cxnLst/>
            <a:rect l="l" t="t" r="r" b="b"/>
            <a:pathLst>
              <a:path w="606919" h="246419">
                <a:moveTo>
                  <a:pt x="0" y="246419"/>
                </a:moveTo>
                <a:lnTo>
                  <a:pt x="606919" y="246419"/>
                </a:lnTo>
                <a:lnTo>
                  <a:pt x="606919" y="0"/>
                </a:lnTo>
                <a:lnTo>
                  <a:pt x="0" y="0"/>
                </a:lnTo>
                <a:lnTo>
                  <a:pt x="0" y="24641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35" name="object 235"/>
          <p:cNvSpPr/>
          <p:nvPr/>
        </p:nvSpPr>
        <p:spPr>
          <a:xfrm>
            <a:off x="3501156" y="2900884"/>
            <a:ext cx="606919" cy="246419"/>
          </a:xfrm>
          <a:custGeom>
            <a:avLst/>
            <a:gdLst/>
            <a:ahLst/>
            <a:cxnLst/>
            <a:rect l="l" t="t" r="r" b="b"/>
            <a:pathLst>
              <a:path w="606919" h="246419">
                <a:moveTo>
                  <a:pt x="0" y="246419"/>
                </a:moveTo>
                <a:lnTo>
                  <a:pt x="606919" y="246419"/>
                </a:lnTo>
                <a:lnTo>
                  <a:pt x="606919" y="0"/>
                </a:lnTo>
                <a:lnTo>
                  <a:pt x="0" y="0"/>
                </a:lnTo>
                <a:lnTo>
                  <a:pt x="0" y="246419"/>
                </a:lnTo>
                <a:close/>
              </a:path>
            </a:pathLst>
          </a:custGeom>
          <a:ln w="1434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36" name="object 236"/>
          <p:cNvSpPr/>
          <p:nvPr/>
        </p:nvSpPr>
        <p:spPr>
          <a:xfrm>
            <a:off x="5422713" y="3473021"/>
            <a:ext cx="606919" cy="326055"/>
          </a:xfrm>
          <a:custGeom>
            <a:avLst/>
            <a:gdLst/>
            <a:ahLst/>
            <a:cxnLst/>
            <a:rect l="l" t="t" r="r" b="b"/>
            <a:pathLst>
              <a:path w="606919" h="326055">
                <a:moveTo>
                  <a:pt x="0" y="326055"/>
                </a:moveTo>
                <a:lnTo>
                  <a:pt x="606919" y="326055"/>
                </a:lnTo>
                <a:lnTo>
                  <a:pt x="606919" y="0"/>
                </a:lnTo>
                <a:lnTo>
                  <a:pt x="0" y="0"/>
                </a:lnTo>
                <a:lnTo>
                  <a:pt x="0" y="326055"/>
                </a:lnTo>
                <a:close/>
              </a:path>
            </a:pathLst>
          </a:custGeom>
          <a:ln w="1425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37" name="object 237"/>
          <p:cNvSpPr/>
          <p:nvPr/>
        </p:nvSpPr>
        <p:spPr>
          <a:xfrm>
            <a:off x="4714747" y="1788196"/>
            <a:ext cx="1061049" cy="1684873"/>
          </a:xfrm>
          <a:custGeom>
            <a:avLst/>
            <a:gdLst/>
            <a:ahLst/>
            <a:cxnLst/>
            <a:rect l="l" t="t" r="r" b="b"/>
            <a:pathLst>
              <a:path w="1061049" h="1684873">
                <a:moveTo>
                  <a:pt x="0" y="0"/>
                </a:moveTo>
                <a:lnTo>
                  <a:pt x="1061049" y="0"/>
                </a:lnTo>
                <a:lnTo>
                  <a:pt x="1061049" y="1684873"/>
                </a:lnTo>
              </a:path>
            </a:pathLst>
          </a:custGeom>
          <a:ln w="1376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38" name="object 238"/>
          <p:cNvSpPr/>
          <p:nvPr/>
        </p:nvSpPr>
        <p:spPr>
          <a:xfrm>
            <a:off x="4714747" y="1896784"/>
            <a:ext cx="26978" cy="0"/>
          </a:xfrm>
          <a:custGeom>
            <a:avLst/>
            <a:gdLst/>
            <a:ahLst/>
            <a:cxnLst/>
            <a:rect l="l" t="t" r="r" b="b"/>
            <a:pathLst>
              <a:path w="26978" h="0">
                <a:moveTo>
                  <a:pt x="0" y="0"/>
                </a:moveTo>
                <a:lnTo>
                  <a:pt x="26978" y="0"/>
                </a:lnTo>
              </a:path>
            </a:pathLst>
          </a:custGeom>
          <a:ln w="1448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39" name="object 239"/>
          <p:cNvSpPr/>
          <p:nvPr/>
        </p:nvSpPr>
        <p:spPr>
          <a:xfrm>
            <a:off x="4768929" y="1896784"/>
            <a:ext cx="26978" cy="0"/>
          </a:xfrm>
          <a:custGeom>
            <a:avLst/>
            <a:gdLst/>
            <a:ahLst/>
            <a:cxnLst/>
            <a:rect l="l" t="t" r="r" b="b"/>
            <a:pathLst>
              <a:path w="26978" h="0">
                <a:moveTo>
                  <a:pt x="0" y="0"/>
                </a:moveTo>
                <a:lnTo>
                  <a:pt x="26978" y="0"/>
                </a:lnTo>
              </a:path>
            </a:pathLst>
          </a:custGeom>
          <a:ln w="1448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40" name="object 240"/>
          <p:cNvSpPr/>
          <p:nvPr/>
        </p:nvSpPr>
        <p:spPr>
          <a:xfrm>
            <a:off x="4822886" y="1896784"/>
            <a:ext cx="26866" cy="0"/>
          </a:xfrm>
          <a:custGeom>
            <a:avLst/>
            <a:gdLst/>
            <a:ahLst/>
            <a:cxnLst/>
            <a:rect l="l" t="t" r="r" b="b"/>
            <a:pathLst>
              <a:path w="26866" h="0">
                <a:moveTo>
                  <a:pt x="0" y="0"/>
                </a:moveTo>
                <a:lnTo>
                  <a:pt x="26866" y="0"/>
                </a:lnTo>
              </a:path>
            </a:pathLst>
          </a:custGeom>
          <a:ln w="1448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41" name="object 241"/>
          <p:cNvSpPr/>
          <p:nvPr/>
        </p:nvSpPr>
        <p:spPr>
          <a:xfrm>
            <a:off x="4876731" y="1896784"/>
            <a:ext cx="26978" cy="0"/>
          </a:xfrm>
          <a:custGeom>
            <a:avLst/>
            <a:gdLst/>
            <a:ahLst/>
            <a:cxnLst/>
            <a:rect l="l" t="t" r="r" b="b"/>
            <a:pathLst>
              <a:path w="26978" h="0">
                <a:moveTo>
                  <a:pt x="0" y="0"/>
                </a:moveTo>
                <a:lnTo>
                  <a:pt x="26978" y="0"/>
                </a:lnTo>
              </a:path>
            </a:pathLst>
          </a:custGeom>
          <a:ln w="1448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42" name="object 242"/>
          <p:cNvSpPr/>
          <p:nvPr/>
        </p:nvSpPr>
        <p:spPr>
          <a:xfrm>
            <a:off x="4930689" y="1896784"/>
            <a:ext cx="26978" cy="0"/>
          </a:xfrm>
          <a:custGeom>
            <a:avLst/>
            <a:gdLst/>
            <a:ahLst/>
            <a:cxnLst/>
            <a:rect l="l" t="t" r="r" b="b"/>
            <a:pathLst>
              <a:path w="26978" h="0">
                <a:moveTo>
                  <a:pt x="0" y="0"/>
                </a:moveTo>
                <a:lnTo>
                  <a:pt x="26978" y="0"/>
                </a:lnTo>
              </a:path>
            </a:pathLst>
          </a:custGeom>
          <a:ln w="1448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43" name="object 243"/>
          <p:cNvSpPr/>
          <p:nvPr/>
        </p:nvSpPr>
        <p:spPr>
          <a:xfrm>
            <a:off x="4984646" y="1896784"/>
            <a:ext cx="26978" cy="0"/>
          </a:xfrm>
          <a:custGeom>
            <a:avLst/>
            <a:gdLst/>
            <a:ahLst/>
            <a:cxnLst/>
            <a:rect l="l" t="t" r="r" b="b"/>
            <a:pathLst>
              <a:path w="26978" h="0">
                <a:moveTo>
                  <a:pt x="0" y="0"/>
                </a:moveTo>
                <a:lnTo>
                  <a:pt x="26978" y="0"/>
                </a:lnTo>
              </a:path>
            </a:pathLst>
          </a:custGeom>
          <a:ln w="1448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44" name="object 244"/>
          <p:cNvSpPr/>
          <p:nvPr/>
        </p:nvSpPr>
        <p:spPr>
          <a:xfrm>
            <a:off x="5038491" y="1896784"/>
            <a:ext cx="26978" cy="0"/>
          </a:xfrm>
          <a:custGeom>
            <a:avLst/>
            <a:gdLst/>
            <a:ahLst/>
            <a:cxnLst/>
            <a:rect l="l" t="t" r="r" b="b"/>
            <a:pathLst>
              <a:path w="26978" h="0">
                <a:moveTo>
                  <a:pt x="0" y="0"/>
                </a:moveTo>
                <a:lnTo>
                  <a:pt x="26978" y="0"/>
                </a:lnTo>
              </a:path>
            </a:pathLst>
          </a:custGeom>
          <a:ln w="1448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45" name="object 245"/>
          <p:cNvSpPr/>
          <p:nvPr/>
        </p:nvSpPr>
        <p:spPr>
          <a:xfrm>
            <a:off x="5092448" y="1896784"/>
            <a:ext cx="26978" cy="0"/>
          </a:xfrm>
          <a:custGeom>
            <a:avLst/>
            <a:gdLst/>
            <a:ahLst/>
            <a:cxnLst/>
            <a:rect l="l" t="t" r="r" b="b"/>
            <a:pathLst>
              <a:path w="26978" h="0">
                <a:moveTo>
                  <a:pt x="0" y="0"/>
                </a:moveTo>
                <a:lnTo>
                  <a:pt x="26978" y="0"/>
                </a:lnTo>
              </a:path>
            </a:pathLst>
          </a:custGeom>
          <a:ln w="1448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46" name="object 246"/>
          <p:cNvSpPr/>
          <p:nvPr/>
        </p:nvSpPr>
        <p:spPr>
          <a:xfrm>
            <a:off x="5146406" y="1896784"/>
            <a:ext cx="26978" cy="0"/>
          </a:xfrm>
          <a:custGeom>
            <a:avLst/>
            <a:gdLst/>
            <a:ahLst/>
            <a:cxnLst/>
            <a:rect l="l" t="t" r="r" b="b"/>
            <a:pathLst>
              <a:path w="26978" h="0">
                <a:moveTo>
                  <a:pt x="0" y="0"/>
                </a:moveTo>
                <a:lnTo>
                  <a:pt x="26978" y="0"/>
                </a:lnTo>
              </a:path>
            </a:pathLst>
          </a:custGeom>
          <a:ln w="1448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47" name="object 247"/>
          <p:cNvSpPr/>
          <p:nvPr/>
        </p:nvSpPr>
        <p:spPr>
          <a:xfrm>
            <a:off x="5200251" y="1896784"/>
            <a:ext cx="26978" cy="0"/>
          </a:xfrm>
          <a:custGeom>
            <a:avLst/>
            <a:gdLst/>
            <a:ahLst/>
            <a:cxnLst/>
            <a:rect l="l" t="t" r="r" b="b"/>
            <a:pathLst>
              <a:path w="26978" h="0">
                <a:moveTo>
                  <a:pt x="0" y="0"/>
                </a:moveTo>
                <a:lnTo>
                  <a:pt x="26978" y="0"/>
                </a:lnTo>
              </a:path>
            </a:pathLst>
          </a:custGeom>
          <a:ln w="1448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48" name="object 248"/>
          <p:cNvSpPr/>
          <p:nvPr/>
        </p:nvSpPr>
        <p:spPr>
          <a:xfrm>
            <a:off x="5254208" y="1896784"/>
            <a:ext cx="26978" cy="0"/>
          </a:xfrm>
          <a:custGeom>
            <a:avLst/>
            <a:gdLst/>
            <a:ahLst/>
            <a:cxnLst/>
            <a:rect l="l" t="t" r="r" b="b"/>
            <a:pathLst>
              <a:path w="26978" h="0">
                <a:moveTo>
                  <a:pt x="0" y="0"/>
                </a:moveTo>
                <a:lnTo>
                  <a:pt x="26978" y="0"/>
                </a:lnTo>
              </a:path>
            </a:pathLst>
          </a:custGeom>
          <a:ln w="1448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49" name="object 249"/>
          <p:cNvSpPr/>
          <p:nvPr/>
        </p:nvSpPr>
        <p:spPr>
          <a:xfrm>
            <a:off x="5308166" y="1896784"/>
            <a:ext cx="26978" cy="0"/>
          </a:xfrm>
          <a:custGeom>
            <a:avLst/>
            <a:gdLst/>
            <a:ahLst/>
            <a:cxnLst/>
            <a:rect l="l" t="t" r="r" b="b"/>
            <a:pathLst>
              <a:path w="26978" h="0">
                <a:moveTo>
                  <a:pt x="0" y="0"/>
                </a:moveTo>
                <a:lnTo>
                  <a:pt x="26978" y="0"/>
                </a:lnTo>
              </a:path>
            </a:pathLst>
          </a:custGeom>
          <a:ln w="1448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50" name="object 250"/>
          <p:cNvSpPr/>
          <p:nvPr/>
        </p:nvSpPr>
        <p:spPr>
          <a:xfrm>
            <a:off x="5362123" y="1896784"/>
            <a:ext cx="26866" cy="0"/>
          </a:xfrm>
          <a:custGeom>
            <a:avLst/>
            <a:gdLst/>
            <a:ahLst/>
            <a:cxnLst/>
            <a:rect l="l" t="t" r="r" b="b"/>
            <a:pathLst>
              <a:path w="26866" h="0">
                <a:moveTo>
                  <a:pt x="0" y="0"/>
                </a:moveTo>
                <a:lnTo>
                  <a:pt x="26866" y="0"/>
                </a:lnTo>
              </a:path>
            </a:pathLst>
          </a:custGeom>
          <a:ln w="1448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51" name="object 251"/>
          <p:cNvSpPr/>
          <p:nvPr/>
        </p:nvSpPr>
        <p:spPr>
          <a:xfrm>
            <a:off x="5415968" y="1896784"/>
            <a:ext cx="26978" cy="0"/>
          </a:xfrm>
          <a:custGeom>
            <a:avLst/>
            <a:gdLst/>
            <a:ahLst/>
            <a:cxnLst/>
            <a:rect l="l" t="t" r="r" b="b"/>
            <a:pathLst>
              <a:path w="26978" h="0">
                <a:moveTo>
                  <a:pt x="0" y="0"/>
                </a:moveTo>
                <a:lnTo>
                  <a:pt x="26978" y="0"/>
                </a:lnTo>
              </a:path>
            </a:pathLst>
          </a:custGeom>
          <a:ln w="1448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52" name="object 252"/>
          <p:cNvSpPr/>
          <p:nvPr/>
        </p:nvSpPr>
        <p:spPr>
          <a:xfrm>
            <a:off x="5469925" y="1896784"/>
            <a:ext cx="26978" cy="0"/>
          </a:xfrm>
          <a:custGeom>
            <a:avLst/>
            <a:gdLst/>
            <a:ahLst/>
            <a:cxnLst/>
            <a:rect l="l" t="t" r="r" b="b"/>
            <a:pathLst>
              <a:path w="26978" h="0">
                <a:moveTo>
                  <a:pt x="0" y="0"/>
                </a:moveTo>
                <a:lnTo>
                  <a:pt x="26978" y="0"/>
                </a:lnTo>
              </a:path>
            </a:pathLst>
          </a:custGeom>
          <a:ln w="1448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53" name="object 253"/>
          <p:cNvSpPr/>
          <p:nvPr/>
        </p:nvSpPr>
        <p:spPr>
          <a:xfrm>
            <a:off x="5523883" y="1896784"/>
            <a:ext cx="26866" cy="0"/>
          </a:xfrm>
          <a:custGeom>
            <a:avLst/>
            <a:gdLst/>
            <a:ahLst/>
            <a:cxnLst/>
            <a:rect l="l" t="t" r="r" b="b"/>
            <a:pathLst>
              <a:path w="26866" h="0">
                <a:moveTo>
                  <a:pt x="0" y="0"/>
                </a:moveTo>
                <a:lnTo>
                  <a:pt x="26866" y="0"/>
                </a:lnTo>
              </a:path>
            </a:pathLst>
          </a:custGeom>
          <a:ln w="1448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54" name="object 254"/>
          <p:cNvSpPr/>
          <p:nvPr/>
        </p:nvSpPr>
        <p:spPr>
          <a:xfrm>
            <a:off x="5577728" y="1896784"/>
            <a:ext cx="26978" cy="0"/>
          </a:xfrm>
          <a:custGeom>
            <a:avLst/>
            <a:gdLst/>
            <a:ahLst/>
            <a:cxnLst/>
            <a:rect l="l" t="t" r="r" b="b"/>
            <a:pathLst>
              <a:path w="26978" h="0">
                <a:moveTo>
                  <a:pt x="0" y="0"/>
                </a:moveTo>
                <a:lnTo>
                  <a:pt x="26978" y="0"/>
                </a:lnTo>
              </a:path>
            </a:pathLst>
          </a:custGeom>
          <a:ln w="1448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55" name="object 255"/>
          <p:cNvSpPr/>
          <p:nvPr/>
        </p:nvSpPr>
        <p:spPr>
          <a:xfrm>
            <a:off x="5631685" y="1896784"/>
            <a:ext cx="27203" cy="0"/>
          </a:xfrm>
          <a:custGeom>
            <a:avLst/>
            <a:gdLst/>
            <a:ahLst/>
            <a:cxnLst/>
            <a:rect l="l" t="t" r="r" b="b"/>
            <a:pathLst>
              <a:path w="27203" h="0">
                <a:moveTo>
                  <a:pt x="0" y="0"/>
                </a:moveTo>
                <a:lnTo>
                  <a:pt x="27203" y="0"/>
                </a:lnTo>
              </a:path>
            </a:pathLst>
          </a:custGeom>
          <a:ln w="1448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56" name="object 256"/>
          <p:cNvSpPr/>
          <p:nvPr/>
        </p:nvSpPr>
        <p:spPr>
          <a:xfrm>
            <a:off x="5674626" y="1908863"/>
            <a:ext cx="0" cy="28989"/>
          </a:xfrm>
          <a:custGeom>
            <a:avLst/>
            <a:gdLst/>
            <a:ahLst/>
            <a:cxnLst/>
            <a:rect l="l" t="t" r="r" b="b"/>
            <a:pathLst>
              <a:path w="0" h="28989">
                <a:moveTo>
                  <a:pt x="0" y="0"/>
                </a:moveTo>
                <a:lnTo>
                  <a:pt x="0" y="28989"/>
                </a:lnTo>
              </a:path>
            </a:pathLst>
          </a:custGeom>
          <a:ln w="1348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57" name="object 257"/>
          <p:cNvSpPr/>
          <p:nvPr/>
        </p:nvSpPr>
        <p:spPr>
          <a:xfrm>
            <a:off x="5674626" y="1966721"/>
            <a:ext cx="0" cy="28989"/>
          </a:xfrm>
          <a:custGeom>
            <a:avLst/>
            <a:gdLst/>
            <a:ahLst/>
            <a:cxnLst/>
            <a:rect l="l" t="t" r="r" b="b"/>
            <a:pathLst>
              <a:path w="0" h="28989">
                <a:moveTo>
                  <a:pt x="0" y="0"/>
                </a:moveTo>
                <a:lnTo>
                  <a:pt x="0" y="28989"/>
                </a:lnTo>
              </a:path>
            </a:pathLst>
          </a:custGeom>
          <a:ln w="1348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58" name="object 258"/>
          <p:cNvSpPr/>
          <p:nvPr/>
        </p:nvSpPr>
        <p:spPr>
          <a:xfrm>
            <a:off x="5674626" y="2024699"/>
            <a:ext cx="0" cy="28989"/>
          </a:xfrm>
          <a:custGeom>
            <a:avLst/>
            <a:gdLst/>
            <a:ahLst/>
            <a:cxnLst/>
            <a:rect l="l" t="t" r="r" b="b"/>
            <a:pathLst>
              <a:path w="0" h="28989">
                <a:moveTo>
                  <a:pt x="0" y="0"/>
                </a:moveTo>
                <a:lnTo>
                  <a:pt x="0" y="28989"/>
                </a:lnTo>
              </a:path>
            </a:pathLst>
          </a:custGeom>
          <a:ln w="1348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59" name="object 259"/>
          <p:cNvSpPr/>
          <p:nvPr/>
        </p:nvSpPr>
        <p:spPr>
          <a:xfrm>
            <a:off x="5674626" y="2082556"/>
            <a:ext cx="0" cy="28989"/>
          </a:xfrm>
          <a:custGeom>
            <a:avLst/>
            <a:gdLst/>
            <a:ahLst/>
            <a:cxnLst/>
            <a:rect l="l" t="t" r="r" b="b"/>
            <a:pathLst>
              <a:path w="0" h="28989">
                <a:moveTo>
                  <a:pt x="0" y="0"/>
                </a:moveTo>
                <a:lnTo>
                  <a:pt x="0" y="28989"/>
                </a:lnTo>
              </a:path>
            </a:pathLst>
          </a:custGeom>
          <a:ln w="1348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60" name="object 260"/>
          <p:cNvSpPr/>
          <p:nvPr/>
        </p:nvSpPr>
        <p:spPr>
          <a:xfrm>
            <a:off x="5674626" y="2140535"/>
            <a:ext cx="0" cy="28989"/>
          </a:xfrm>
          <a:custGeom>
            <a:avLst/>
            <a:gdLst/>
            <a:ahLst/>
            <a:cxnLst/>
            <a:rect l="l" t="t" r="r" b="b"/>
            <a:pathLst>
              <a:path w="0" h="28989">
                <a:moveTo>
                  <a:pt x="0" y="0"/>
                </a:moveTo>
                <a:lnTo>
                  <a:pt x="0" y="28989"/>
                </a:lnTo>
              </a:path>
            </a:pathLst>
          </a:custGeom>
          <a:ln w="1348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61" name="object 261"/>
          <p:cNvSpPr/>
          <p:nvPr/>
        </p:nvSpPr>
        <p:spPr>
          <a:xfrm>
            <a:off x="5674626" y="2198392"/>
            <a:ext cx="0" cy="28989"/>
          </a:xfrm>
          <a:custGeom>
            <a:avLst/>
            <a:gdLst/>
            <a:ahLst/>
            <a:cxnLst/>
            <a:rect l="l" t="t" r="r" b="b"/>
            <a:pathLst>
              <a:path w="0" h="28989">
                <a:moveTo>
                  <a:pt x="0" y="0"/>
                </a:moveTo>
                <a:lnTo>
                  <a:pt x="0" y="28989"/>
                </a:lnTo>
              </a:path>
            </a:pathLst>
          </a:custGeom>
          <a:ln w="1348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62" name="object 262"/>
          <p:cNvSpPr/>
          <p:nvPr/>
        </p:nvSpPr>
        <p:spPr>
          <a:xfrm>
            <a:off x="5674626" y="2256370"/>
            <a:ext cx="0" cy="28868"/>
          </a:xfrm>
          <a:custGeom>
            <a:avLst/>
            <a:gdLst/>
            <a:ahLst/>
            <a:cxnLst/>
            <a:rect l="l" t="t" r="r" b="b"/>
            <a:pathLst>
              <a:path w="0" h="28868">
                <a:moveTo>
                  <a:pt x="0" y="0"/>
                </a:moveTo>
                <a:lnTo>
                  <a:pt x="0" y="28868"/>
                </a:lnTo>
              </a:path>
            </a:pathLst>
          </a:custGeom>
          <a:ln w="1348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63" name="object 263"/>
          <p:cNvSpPr/>
          <p:nvPr/>
        </p:nvSpPr>
        <p:spPr>
          <a:xfrm>
            <a:off x="5674626" y="2314590"/>
            <a:ext cx="0" cy="28868"/>
          </a:xfrm>
          <a:custGeom>
            <a:avLst/>
            <a:gdLst/>
            <a:ahLst/>
            <a:cxnLst/>
            <a:rect l="l" t="t" r="r" b="b"/>
            <a:pathLst>
              <a:path w="0" h="28868">
                <a:moveTo>
                  <a:pt x="0" y="0"/>
                </a:moveTo>
                <a:lnTo>
                  <a:pt x="0" y="28868"/>
                </a:lnTo>
              </a:path>
            </a:pathLst>
          </a:custGeom>
          <a:ln w="1348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64" name="object 264"/>
          <p:cNvSpPr/>
          <p:nvPr/>
        </p:nvSpPr>
        <p:spPr>
          <a:xfrm>
            <a:off x="5674626" y="2372448"/>
            <a:ext cx="0" cy="28989"/>
          </a:xfrm>
          <a:custGeom>
            <a:avLst/>
            <a:gdLst/>
            <a:ahLst/>
            <a:cxnLst/>
            <a:rect l="l" t="t" r="r" b="b"/>
            <a:pathLst>
              <a:path w="0" h="28989">
                <a:moveTo>
                  <a:pt x="0" y="0"/>
                </a:moveTo>
                <a:lnTo>
                  <a:pt x="0" y="28989"/>
                </a:lnTo>
              </a:path>
            </a:pathLst>
          </a:custGeom>
          <a:ln w="1348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65" name="object 265"/>
          <p:cNvSpPr/>
          <p:nvPr/>
        </p:nvSpPr>
        <p:spPr>
          <a:xfrm>
            <a:off x="5674626" y="2430426"/>
            <a:ext cx="0" cy="28868"/>
          </a:xfrm>
          <a:custGeom>
            <a:avLst/>
            <a:gdLst/>
            <a:ahLst/>
            <a:cxnLst/>
            <a:rect l="l" t="t" r="r" b="b"/>
            <a:pathLst>
              <a:path w="0" h="28868">
                <a:moveTo>
                  <a:pt x="0" y="0"/>
                </a:moveTo>
                <a:lnTo>
                  <a:pt x="0" y="28868"/>
                </a:lnTo>
              </a:path>
            </a:pathLst>
          </a:custGeom>
          <a:ln w="1348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66" name="object 266"/>
          <p:cNvSpPr/>
          <p:nvPr/>
        </p:nvSpPr>
        <p:spPr>
          <a:xfrm>
            <a:off x="5674626" y="2488284"/>
            <a:ext cx="0" cy="28989"/>
          </a:xfrm>
          <a:custGeom>
            <a:avLst/>
            <a:gdLst/>
            <a:ahLst/>
            <a:cxnLst/>
            <a:rect l="l" t="t" r="r" b="b"/>
            <a:pathLst>
              <a:path w="0" h="28989">
                <a:moveTo>
                  <a:pt x="0" y="0"/>
                </a:moveTo>
                <a:lnTo>
                  <a:pt x="0" y="28989"/>
                </a:lnTo>
              </a:path>
            </a:pathLst>
          </a:custGeom>
          <a:ln w="1348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67" name="object 267"/>
          <p:cNvSpPr/>
          <p:nvPr/>
        </p:nvSpPr>
        <p:spPr>
          <a:xfrm>
            <a:off x="5674626" y="2546141"/>
            <a:ext cx="0" cy="28989"/>
          </a:xfrm>
          <a:custGeom>
            <a:avLst/>
            <a:gdLst/>
            <a:ahLst/>
            <a:cxnLst/>
            <a:rect l="l" t="t" r="r" b="b"/>
            <a:pathLst>
              <a:path w="0" h="28989">
                <a:moveTo>
                  <a:pt x="0" y="0"/>
                </a:moveTo>
                <a:lnTo>
                  <a:pt x="0" y="28989"/>
                </a:lnTo>
              </a:path>
            </a:pathLst>
          </a:custGeom>
          <a:ln w="1348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68" name="object 268"/>
          <p:cNvSpPr/>
          <p:nvPr/>
        </p:nvSpPr>
        <p:spPr>
          <a:xfrm>
            <a:off x="5674626" y="2604119"/>
            <a:ext cx="0" cy="28989"/>
          </a:xfrm>
          <a:custGeom>
            <a:avLst/>
            <a:gdLst/>
            <a:ahLst/>
            <a:cxnLst/>
            <a:rect l="l" t="t" r="r" b="b"/>
            <a:pathLst>
              <a:path w="0" h="28989">
                <a:moveTo>
                  <a:pt x="0" y="0"/>
                </a:moveTo>
                <a:lnTo>
                  <a:pt x="0" y="28989"/>
                </a:lnTo>
              </a:path>
            </a:pathLst>
          </a:custGeom>
          <a:ln w="1348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69" name="object 269"/>
          <p:cNvSpPr/>
          <p:nvPr/>
        </p:nvSpPr>
        <p:spPr>
          <a:xfrm>
            <a:off x="5674626" y="2661977"/>
            <a:ext cx="0" cy="28989"/>
          </a:xfrm>
          <a:custGeom>
            <a:avLst/>
            <a:gdLst/>
            <a:ahLst/>
            <a:cxnLst/>
            <a:rect l="l" t="t" r="r" b="b"/>
            <a:pathLst>
              <a:path w="0" h="28989">
                <a:moveTo>
                  <a:pt x="0" y="0"/>
                </a:moveTo>
                <a:lnTo>
                  <a:pt x="0" y="28989"/>
                </a:lnTo>
              </a:path>
            </a:pathLst>
          </a:custGeom>
          <a:ln w="1348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70" name="object 270"/>
          <p:cNvSpPr/>
          <p:nvPr/>
        </p:nvSpPr>
        <p:spPr>
          <a:xfrm>
            <a:off x="5674626" y="2719955"/>
            <a:ext cx="0" cy="28989"/>
          </a:xfrm>
          <a:custGeom>
            <a:avLst/>
            <a:gdLst/>
            <a:ahLst/>
            <a:cxnLst/>
            <a:rect l="l" t="t" r="r" b="b"/>
            <a:pathLst>
              <a:path w="0" h="28989">
                <a:moveTo>
                  <a:pt x="0" y="0"/>
                </a:moveTo>
                <a:lnTo>
                  <a:pt x="0" y="28989"/>
                </a:lnTo>
              </a:path>
            </a:pathLst>
          </a:custGeom>
          <a:ln w="1348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71" name="object 271"/>
          <p:cNvSpPr/>
          <p:nvPr/>
        </p:nvSpPr>
        <p:spPr>
          <a:xfrm>
            <a:off x="5674626" y="2777813"/>
            <a:ext cx="0" cy="28989"/>
          </a:xfrm>
          <a:custGeom>
            <a:avLst/>
            <a:gdLst/>
            <a:ahLst/>
            <a:cxnLst/>
            <a:rect l="l" t="t" r="r" b="b"/>
            <a:pathLst>
              <a:path w="0" h="28989">
                <a:moveTo>
                  <a:pt x="0" y="0"/>
                </a:moveTo>
                <a:lnTo>
                  <a:pt x="0" y="28989"/>
                </a:lnTo>
              </a:path>
            </a:pathLst>
          </a:custGeom>
          <a:ln w="1348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72" name="object 272"/>
          <p:cNvSpPr/>
          <p:nvPr/>
        </p:nvSpPr>
        <p:spPr>
          <a:xfrm>
            <a:off x="5674626" y="2835791"/>
            <a:ext cx="0" cy="28868"/>
          </a:xfrm>
          <a:custGeom>
            <a:avLst/>
            <a:gdLst/>
            <a:ahLst/>
            <a:cxnLst/>
            <a:rect l="l" t="t" r="r" b="b"/>
            <a:pathLst>
              <a:path w="0" h="28868">
                <a:moveTo>
                  <a:pt x="0" y="0"/>
                </a:moveTo>
                <a:lnTo>
                  <a:pt x="0" y="28868"/>
                </a:lnTo>
              </a:path>
            </a:pathLst>
          </a:custGeom>
          <a:ln w="1348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73" name="object 273"/>
          <p:cNvSpPr/>
          <p:nvPr/>
        </p:nvSpPr>
        <p:spPr>
          <a:xfrm>
            <a:off x="5674626" y="2893648"/>
            <a:ext cx="0" cy="28989"/>
          </a:xfrm>
          <a:custGeom>
            <a:avLst/>
            <a:gdLst/>
            <a:ahLst/>
            <a:cxnLst/>
            <a:rect l="l" t="t" r="r" b="b"/>
            <a:pathLst>
              <a:path w="0" h="28989">
                <a:moveTo>
                  <a:pt x="0" y="0"/>
                </a:moveTo>
                <a:lnTo>
                  <a:pt x="0" y="28989"/>
                </a:lnTo>
              </a:path>
            </a:pathLst>
          </a:custGeom>
          <a:ln w="1348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74" name="object 274"/>
          <p:cNvSpPr/>
          <p:nvPr/>
        </p:nvSpPr>
        <p:spPr>
          <a:xfrm>
            <a:off x="5674626" y="2951868"/>
            <a:ext cx="0" cy="28989"/>
          </a:xfrm>
          <a:custGeom>
            <a:avLst/>
            <a:gdLst/>
            <a:ahLst/>
            <a:cxnLst/>
            <a:rect l="l" t="t" r="r" b="b"/>
            <a:pathLst>
              <a:path w="0" h="28989">
                <a:moveTo>
                  <a:pt x="0" y="0"/>
                </a:moveTo>
                <a:lnTo>
                  <a:pt x="0" y="28989"/>
                </a:lnTo>
              </a:path>
            </a:pathLst>
          </a:custGeom>
          <a:ln w="1348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75" name="object 275"/>
          <p:cNvSpPr/>
          <p:nvPr/>
        </p:nvSpPr>
        <p:spPr>
          <a:xfrm>
            <a:off x="5674626" y="3009847"/>
            <a:ext cx="0" cy="28868"/>
          </a:xfrm>
          <a:custGeom>
            <a:avLst/>
            <a:gdLst/>
            <a:ahLst/>
            <a:cxnLst/>
            <a:rect l="l" t="t" r="r" b="b"/>
            <a:pathLst>
              <a:path w="0" h="28868">
                <a:moveTo>
                  <a:pt x="0" y="0"/>
                </a:moveTo>
                <a:lnTo>
                  <a:pt x="0" y="28868"/>
                </a:lnTo>
              </a:path>
            </a:pathLst>
          </a:custGeom>
          <a:ln w="1348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76" name="object 276"/>
          <p:cNvSpPr/>
          <p:nvPr/>
        </p:nvSpPr>
        <p:spPr>
          <a:xfrm>
            <a:off x="5674626" y="3067704"/>
            <a:ext cx="0" cy="28989"/>
          </a:xfrm>
          <a:custGeom>
            <a:avLst/>
            <a:gdLst/>
            <a:ahLst/>
            <a:cxnLst/>
            <a:rect l="l" t="t" r="r" b="b"/>
            <a:pathLst>
              <a:path w="0" h="28989">
                <a:moveTo>
                  <a:pt x="0" y="0"/>
                </a:moveTo>
                <a:lnTo>
                  <a:pt x="0" y="28989"/>
                </a:lnTo>
              </a:path>
            </a:pathLst>
          </a:custGeom>
          <a:ln w="1348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77" name="object 277"/>
          <p:cNvSpPr/>
          <p:nvPr/>
        </p:nvSpPr>
        <p:spPr>
          <a:xfrm>
            <a:off x="5674626" y="3125562"/>
            <a:ext cx="0" cy="28989"/>
          </a:xfrm>
          <a:custGeom>
            <a:avLst/>
            <a:gdLst/>
            <a:ahLst/>
            <a:cxnLst/>
            <a:rect l="l" t="t" r="r" b="b"/>
            <a:pathLst>
              <a:path w="0" h="28989">
                <a:moveTo>
                  <a:pt x="0" y="0"/>
                </a:moveTo>
                <a:lnTo>
                  <a:pt x="0" y="28989"/>
                </a:lnTo>
              </a:path>
            </a:pathLst>
          </a:custGeom>
          <a:ln w="1348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78" name="object 278"/>
          <p:cNvSpPr/>
          <p:nvPr/>
        </p:nvSpPr>
        <p:spPr>
          <a:xfrm>
            <a:off x="5674626" y="3183540"/>
            <a:ext cx="0" cy="28989"/>
          </a:xfrm>
          <a:custGeom>
            <a:avLst/>
            <a:gdLst/>
            <a:ahLst/>
            <a:cxnLst/>
            <a:rect l="l" t="t" r="r" b="b"/>
            <a:pathLst>
              <a:path w="0" h="28989">
                <a:moveTo>
                  <a:pt x="0" y="0"/>
                </a:moveTo>
                <a:lnTo>
                  <a:pt x="0" y="28989"/>
                </a:lnTo>
              </a:path>
            </a:pathLst>
          </a:custGeom>
          <a:ln w="1348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79" name="object 279"/>
          <p:cNvSpPr/>
          <p:nvPr/>
        </p:nvSpPr>
        <p:spPr>
          <a:xfrm>
            <a:off x="5674626" y="3241397"/>
            <a:ext cx="0" cy="28989"/>
          </a:xfrm>
          <a:custGeom>
            <a:avLst/>
            <a:gdLst/>
            <a:ahLst/>
            <a:cxnLst/>
            <a:rect l="l" t="t" r="r" b="b"/>
            <a:pathLst>
              <a:path w="0" h="28989">
                <a:moveTo>
                  <a:pt x="0" y="0"/>
                </a:moveTo>
                <a:lnTo>
                  <a:pt x="0" y="28989"/>
                </a:lnTo>
              </a:path>
            </a:pathLst>
          </a:custGeom>
          <a:ln w="1348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80" name="object 280"/>
          <p:cNvSpPr/>
          <p:nvPr/>
        </p:nvSpPr>
        <p:spPr>
          <a:xfrm>
            <a:off x="5674626" y="3299376"/>
            <a:ext cx="0" cy="28868"/>
          </a:xfrm>
          <a:custGeom>
            <a:avLst/>
            <a:gdLst/>
            <a:ahLst/>
            <a:cxnLst/>
            <a:rect l="l" t="t" r="r" b="b"/>
            <a:pathLst>
              <a:path w="0" h="28868">
                <a:moveTo>
                  <a:pt x="0" y="0"/>
                </a:moveTo>
                <a:lnTo>
                  <a:pt x="0" y="28868"/>
                </a:lnTo>
              </a:path>
            </a:pathLst>
          </a:custGeom>
          <a:ln w="1348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81" name="object 281"/>
          <p:cNvSpPr/>
          <p:nvPr/>
        </p:nvSpPr>
        <p:spPr>
          <a:xfrm>
            <a:off x="5674626" y="3357233"/>
            <a:ext cx="0" cy="28989"/>
          </a:xfrm>
          <a:custGeom>
            <a:avLst/>
            <a:gdLst/>
            <a:ahLst/>
            <a:cxnLst/>
            <a:rect l="l" t="t" r="r" b="b"/>
            <a:pathLst>
              <a:path w="0" h="28989">
                <a:moveTo>
                  <a:pt x="0" y="0"/>
                </a:moveTo>
                <a:lnTo>
                  <a:pt x="0" y="28989"/>
                </a:lnTo>
              </a:path>
            </a:pathLst>
          </a:custGeom>
          <a:ln w="1348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82" name="object 282"/>
          <p:cNvSpPr/>
          <p:nvPr/>
        </p:nvSpPr>
        <p:spPr>
          <a:xfrm>
            <a:off x="5674626" y="3415211"/>
            <a:ext cx="0" cy="28868"/>
          </a:xfrm>
          <a:custGeom>
            <a:avLst/>
            <a:gdLst/>
            <a:ahLst/>
            <a:cxnLst/>
            <a:rect l="l" t="t" r="r" b="b"/>
            <a:pathLst>
              <a:path w="0" h="28868">
                <a:moveTo>
                  <a:pt x="0" y="0"/>
                </a:moveTo>
                <a:lnTo>
                  <a:pt x="0" y="28868"/>
                </a:lnTo>
              </a:path>
            </a:pathLst>
          </a:custGeom>
          <a:ln w="1348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83" name="object 283"/>
          <p:cNvSpPr/>
          <p:nvPr/>
        </p:nvSpPr>
        <p:spPr>
          <a:xfrm>
            <a:off x="4108064" y="2983273"/>
            <a:ext cx="1314648" cy="598746"/>
          </a:xfrm>
          <a:custGeom>
            <a:avLst/>
            <a:gdLst/>
            <a:ahLst/>
            <a:cxnLst/>
            <a:rect l="l" t="t" r="r" b="b"/>
            <a:pathLst>
              <a:path w="1314648" h="598746">
                <a:moveTo>
                  <a:pt x="0" y="0"/>
                </a:moveTo>
                <a:lnTo>
                  <a:pt x="910193" y="0"/>
                </a:lnTo>
                <a:lnTo>
                  <a:pt x="910193" y="598746"/>
                </a:lnTo>
                <a:lnTo>
                  <a:pt x="1314648" y="598746"/>
                </a:lnTo>
              </a:path>
            </a:pathLst>
          </a:custGeom>
          <a:ln w="1431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84" name="object 284"/>
          <p:cNvSpPr/>
          <p:nvPr/>
        </p:nvSpPr>
        <p:spPr>
          <a:xfrm>
            <a:off x="4108064" y="3091862"/>
            <a:ext cx="26978" cy="0"/>
          </a:xfrm>
          <a:custGeom>
            <a:avLst/>
            <a:gdLst/>
            <a:ahLst/>
            <a:cxnLst/>
            <a:rect l="l" t="t" r="r" b="b"/>
            <a:pathLst>
              <a:path w="26978" h="0">
                <a:moveTo>
                  <a:pt x="0" y="0"/>
                </a:moveTo>
                <a:lnTo>
                  <a:pt x="26978" y="0"/>
                </a:lnTo>
              </a:path>
            </a:pathLst>
          </a:custGeom>
          <a:ln w="1448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85" name="object 285"/>
          <p:cNvSpPr/>
          <p:nvPr/>
        </p:nvSpPr>
        <p:spPr>
          <a:xfrm>
            <a:off x="4162021" y="3091862"/>
            <a:ext cx="26978" cy="0"/>
          </a:xfrm>
          <a:custGeom>
            <a:avLst/>
            <a:gdLst/>
            <a:ahLst/>
            <a:cxnLst/>
            <a:rect l="l" t="t" r="r" b="b"/>
            <a:pathLst>
              <a:path w="26978" h="0">
                <a:moveTo>
                  <a:pt x="0" y="0"/>
                </a:moveTo>
                <a:lnTo>
                  <a:pt x="26978" y="0"/>
                </a:lnTo>
              </a:path>
            </a:pathLst>
          </a:custGeom>
          <a:ln w="1448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86" name="object 286"/>
          <p:cNvSpPr/>
          <p:nvPr/>
        </p:nvSpPr>
        <p:spPr>
          <a:xfrm>
            <a:off x="4215978" y="3091862"/>
            <a:ext cx="26866" cy="0"/>
          </a:xfrm>
          <a:custGeom>
            <a:avLst/>
            <a:gdLst/>
            <a:ahLst/>
            <a:cxnLst/>
            <a:rect l="l" t="t" r="r" b="b"/>
            <a:pathLst>
              <a:path w="26866" h="0">
                <a:moveTo>
                  <a:pt x="0" y="0"/>
                </a:moveTo>
                <a:lnTo>
                  <a:pt x="26866" y="0"/>
                </a:lnTo>
              </a:path>
            </a:pathLst>
          </a:custGeom>
          <a:ln w="1448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87" name="object 287"/>
          <p:cNvSpPr/>
          <p:nvPr/>
        </p:nvSpPr>
        <p:spPr>
          <a:xfrm>
            <a:off x="4269823" y="3091862"/>
            <a:ext cx="26978" cy="0"/>
          </a:xfrm>
          <a:custGeom>
            <a:avLst/>
            <a:gdLst/>
            <a:ahLst/>
            <a:cxnLst/>
            <a:rect l="l" t="t" r="r" b="b"/>
            <a:pathLst>
              <a:path w="26978" h="0">
                <a:moveTo>
                  <a:pt x="0" y="0"/>
                </a:moveTo>
                <a:lnTo>
                  <a:pt x="26978" y="0"/>
                </a:lnTo>
              </a:path>
            </a:pathLst>
          </a:custGeom>
          <a:ln w="1448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88" name="object 288"/>
          <p:cNvSpPr/>
          <p:nvPr/>
        </p:nvSpPr>
        <p:spPr>
          <a:xfrm>
            <a:off x="4323781" y="3091862"/>
            <a:ext cx="26978" cy="0"/>
          </a:xfrm>
          <a:custGeom>
            <a:avLst/>
            <a:gdLst/>
            <a:ahLst/>
            <a:cxnLst/>
            <a:rect l="l" t="t" r="r" b="b"/>
            <a:pathLst>
              <a:path w="26978" h="0">
                <a:moveTo>
                  <a:pt x="0" y="0"/>
                </a:moveTo>
                <a:lnTo>
                  <a:pt x="26978" y="0"/>
                </a:lnTo>
              </a:path>
            </a:pathLst>
          </a:custGeom>
          <a:ln w="1448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89" name="object 289"/>
          <p:cNvSpPr/>
          <p:nvPr/>
        </p:nvSpPr>
        <p:spPr>
          <a:xfrm>
            <a:off x="4377738" y="3091862"/>
            <a:ext cx="26866" cy="0"/>
          </a:xfrm>
          <a:custGeom>
            <a:avLst/>
            <a:gdLst/>
            <a:ahLst/>
            <a:cxnLst/>
            <a:rect l="l" t="t" r="r" b="b"/>
            <a:pathLst>
              <a:path w="26866" h="0">
                <a:moveTo>
                  <a:pt x="0" y="0"/>
                </a:moveTo>
                <a:lnTo>
                  <a:pt x="26866" y="0"/>
                </a:lnTo>
              </a:path>
            </a:pathLst>
          </a:custGeom>
          <a:ln w="1448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90" name="object 290"/>
          <p:cNvSpPr/>
          <p:nvPr/>
        </p:nvSpPr>
        <p:spPr>
          <a:xfrm>
            <a:off x="4431583" y="3091862"/>
            <a:ext cx="26978" cy="0"/>
          </a:xfrm>
          <a:custGeom>
            <a:avLst/>
            <a:gdLst/>
            <a:ahLst/>
            <a:cxnLst/>
            <a:rect l="l" t="t" r="r" b="b"/>
            <a:pathLst>
              <a:path w="26978" h="0">
                <a:moveTo>
                  <a:pt x="0" y="0"/>
                </a:moveTo>
                <a:lnTo>
                  <a:pt x="26978" y="0"/>
                </a:lnTo>
              </a:path>
            </a:pathLst>
          </a:custGeom>
          <a:ln w="1448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91" name="object 291"/>
          <p:cNvSpPr/>
          <p:nvPr/>
        </p:nvSpPr>
        <p:spPr>
          <a:xfrm>
            <a:off x="4485540" y="3091862"/>
            <a:ext cx="26978" cy="0"/>
          </a:xfrm>
          <a:custGeom>
            <a:avLst/>
            <a:gdLst/>
            <a:ahLst/>
            <a:cxnLst/>
            <a:rect l="l" t="t" r="r" b="b"/>
            <a:pathLst>
              <a:path w="26978" h="0">
                <a:moveTo>
                  <a:pt x="0" y="0"/>
                </a:moveTo>
                <a:lnTo>
                  <a:pt x="26978" y="0"/>
                </a:lnTo>
              </a:path>
            </a:pathLst>
          </a:custGeom>
          <a:ln w="1448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92" name="object 292"/>
          <p:cNvSpPr/>
          <p:nvPr/>
        </p:nvSpPr>
        <p:spPr>
          <a:xfrm>
            <a:off x="4539498" y="3091862"/>
            <a:ext cx="26978" cy="0"/>
          </a:xfrm>
          <a:custGeom>
            <a:avLst/>
            <a:gdLst/>
            <a:ahLst/>
            <a:cxnLst/>
            <a:rect l="l" t="t" r="r" b="b"/>
            <a:pathLst>
              <a:path w="26978" h="0">
                <a:moveTo>
                  <a:pt x="0" y="0"/>
                </a:moveTo>
                <a:lnTo>
                  <a:pt x="26978" y="0"/>
                </a:lnTo>
              </a:path>
            </a:pathLst>
          </a:custGeom>
          <a:ln w="1448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93" name="object 293"/>
          <p:cNvSpPr/>
          <p:nvPr/>
        </p:nvSpPr>
        <p:spPr>
          <a:xfrm>
            <a:off x="4593343" y="3091862"/>
            <a:ext cx="26978" cy="0"/>
          </a:xfrm>
          <a:custGeom>
            <a:avLst/>
            <a:gdLst/>
            <a:ahLst/>
            <a:cxnLst/>
            <a:rect l="l" t="t" r="r" b="b"/>
            <a:pathLst>
              <a:path w="26978" h="0">
                <a:moveTo>
                  <a:pt x="0" y="0"/>
                </a:moveTo>
                <a:lnTo>
                  <a:pt x="26978" y="0"/>
                </a:lnTo>
              </a:path>
            </a:pathLst>
          </a:custGeom>
          <a:ln w="1448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94" name="object 294"/>
          <p:cNvSpPr/>
          <p:nvPr/>
        </p:nvSpPr>
        <p:spPr>
          <a:xfrm>
            <a:off x="4647300" y="3091862"/>
            <a:ext cx="26978" cy="0"/>
          </a:xfrm>
          <a:custGeom>
            <a:avLst/>
            <a:gdLst/>
            <a:ahLst/>
            <a:cxnLst/>
            <a:rect l="l" t="t" r="r" b="b"/>
            <a:pathLst>
              <a:path w="26978" h="0">
                <a:moveTo>
                  <a:pt x="0" y="0"/>
                </a:moveTo>
                <a:lnTo>
                  <a:pt x="26978" y="0"/>
                </a:lnTo>
              </a:path>
            </a:pathLst>
          </a:custGeom>
          <a:ln w="1448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95" name="object 295"/>
          <p:cNvSpPr/>
          <p:nvPr/>
        </p:nvSpPr>
        <p:spPr>
          <a:xfrm>
            <a:off x="4701257" y="3091862"/>
            <a:ext cx="26978" cy="0"/>
          </a:xfrm>
          <a:custGeom>
            <a:avLst/>
            <a:gdLst/>
            <a:ahLst/>
            <a:cxnLst/>
            <a:rect l="l" t="t" r="r" b="b"/>
            <a:pathLst>
              <a:path w="26978" h="0">
                <a:moveTo>
                  <a:pt x="0" y="0"/>
                </a:moveTo>
                <a:lnTo>
                  <a:pt x="26978" y="0"/>
                </a:lnTo>
              </a:path>
            </a:pathLst>
          </a:custGeom>
          <a:ln w="1448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96" name="object 296"/>
          <p:cNvSpPr/>
          <p:nvPr/>
        </p:nvSpPr>
        <p:spPr>
          <a:xfrm>
            <a:off x="4755102" y="3091862"/>
            <a:ext cx="27315" cy="0"/>
          </a:xfrm>
          <a:custGeom>
            <a:avLst/>
            <a:gdLst/>
            <a:ahLst/>
            <a:cxnLst/>
            <a:rect l="l" t="t" r="r" b="b"/>
            <a:pathLst>
              <a:path w="27315" h="0">
                <a:moveTo>
                  <a:pt x="0" y="0"/>
                </a:moveTo>
                <a:lnTo>
                  <a:pt x="27315" y="0"/>
                </a:lnTo>
              </a:path>
            </a:pathLst>
          </a:custGeom>
          <a:ln w="1448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97" name="object 297"/>
          <p:cNvSpPr/>
          <p:nvPr/>
        </p:nvSpPr>
        <p:spPr>
          <a:xfrm>
            <a:off x="4809397" y="3091862"/>
            <a:ext cx="26978" cy="0"/>
          </a:xfrm>
          <a:custGeom>
            <a:avLst/>
            <a:gdLst/>
            <a:ahLst/>
            <a:cxnLst/>
            <a:rect l="l" t="t" r="r" b="b"/>
            <a:pathLst>
              <a:path w="26978" h="0">
                <a:moveTo>
                  <a:pt x="0" y="0"/>
                </a:moveTo>
                <a:lnTo>
                  <a:pt x="26978" y="0"/>
                </a:lnTo>
              </a:path>
            </a:pathLst>
          </a:custGeom>
          <a:ln w="1448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98" name="object 298"/>
          <p:cNvSpPr/>
          <p:nvPr/>
        </p:nvSpPr>
        <p:spPr>
          <a:xfrm>
            <a:off x="4863242" y="3091862"/>
            <a:ext cx="2248" cy="26452"/>
          </a:xfrm>
          <a:custGeom>
            <a:avLst/>
            <a:gdLst/>
            <a:ahLst/>
            <a:cxnLst/>
            <a:rect l="l" t="t" r="r" b="b"/>
            <a:pathLst>
              <a:path w="2248" h="26452">
                <a:moveTo>
                  <a:pt x="0" y="0"/>
                </a:moveTo>
                <a:lnTo>
                  <a:pt x="2248" y="0"/>
                </a:lnTo>
                <a:lnTo>
                  <a:pt x="2248" y="26452"/>
                </a:lnTo>
              </a:path>
            </a:pathLst>
          </a:custGeom>
          <a:ln w="1348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99" name="object 299"/>
          <p:cNvSpPr/>
          <p:nvPr/>
        </p:nvSpPr>
        <p:spPr>
          <a:xfrm>
            <a:off x="4865490" y="3147303"/>
            <a:ext cx="0" cy="28989"/>
          </a:xfrm>
          <a:custGeom>
            <a:avLst/>
            <a:gdLst/>
            <a:ahLst/>
            <a:cxnLst/>
            <a:rect l="l" t="t" r="r" b="b"/>
            <a:pathLst>
              <a:path w="0" h="28989">
                <a:moveTo>
                  <a:pt x="0" y="0"/>
                </a:moveTo>
                <a:lnTo>
                  <a:pt x="0" y="28989"/>
                </a:lnTo>
              </a:path>
            </a:pathLst>
          </a:custGeom>
          <a:ln w="1348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00" name="object 300"/>
          <p:cNvSpPr/>
          <p:nvPr/>
        </p:nvSpPr>
        <p:spPr>
          <a:xfrm>
            <a:off x="4865490" y="3205282"/>
            <a:ext cx="0" cy="28868"/>
          </a:xfrm>
          <a:custGeom>
            <a:avLst/>
            <a:gdLst/>
            <a:ahLst/>
            <a:cxnLst/>
            <a:rect l="l" t="t" r="r" b="b"/>
            <a:pathLst>
              <a:path w="0" h="28868">
                <a:moveTo>
                  <a:pt x="0" y="0"/>
                </a:moveTo>
                <a:lnTo>
                  <a:pt x="0" y="28868"/>
                </a:lnTo>
              </a:path>
            </a:pathLst>
          </a:custGeom>
          <a:ln w="1348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01" name="object 301"/>
          <p:cNvSpPr/>
          <p:nvPr/>
        </p:nvSpPr>
        <p:spPr>
          <a:xfrm>
            <a:off x="4865490" y="3263139"/>
            <a:ext cx="0" cy="28989"/>
          </a:xfrm>
          <a:custGeom>
            <a:avLst/>
            <a:gdLst/>
            <a:ahLst/>
            <a:cxnLst/>
            <a:rect l="l" t="t" r="r" b="b"/>
            <a:pathLst>
              <a:path w="0" h="28989">
                <a:moveTo>
                  <a:pt x="0" y="0"/>
                </a:moveTo>
                <a:lnTo>
                  <a:pt x="0" y="28989"/>
                </a:lnTo>
              </a:path>
            </a:pathLst>
          </a:custGeom>
          <a:ln w="1348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02" name="object 302"/>
          <p:cNvSpPr/>
          <p:nvPr/>
        </p:nvSpPr>
        <p:spPr>
          <a:xfrm>
            <a:off x="4865490" y="3321118"/>
            <a:ext cx="0" cy="28868"/>
          </a:xfrm>
          <a:custGeom>
            <a:avLst/>
            <a:gdLst/>
            <a:ahLst/>
            <a:cxnLst/>
            <a:rect l="l" t="t" r="r" b="b"/>
            <a:pathLst>
              <a:path w="0" h="28868">
                <a:moveTo>
                  <a:pt x="0" y="0"/>
                </a:moveTo>
                <a:lnTo>
                  <a:pt x="0" y="28868"/>
                </a:lnTo>
              </a:path>
            </a:pathLst>
          </a:custGeom>
          <a:ln w="1348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03" name="object 303"/>
          <p:cNvSpPr/>
          <p:nvPr/>
        </p:nvSpPr>
        <p:spPr>
          <a:xfrm>
            <a:off x="4865490" y="3378975"/>
            <a:ext cx="0" cy="28989"/>
          </a:xfrm>
          <a:custGeom>
            <a:avLst/>
            <a:gdLst/>
            <a:ahLst/>
            <a:cxnLst/>
            <a:rect l="l" t="t" r="r" b="b"/>
            <a:pathLst>
              <a:path w="0" h="28989">
                <a:moveTo>
                  <a:pt x="0" y="0"/>
                </a:moveTo>
                <a:lnTo>
                  <a:pt x="0" y="28989"/>
                </a:lnTo>
              </a:path>
            </a:pathLst>
          </a:custGeom>
          <a:ln w="1348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04" name="object 304"/>
          <p:cNvSpPr/>
          <p:nvPr/>
        </p:nvSpPr>
        <p:spPr>
          <a:xfrm>
            <a:off x="4865490" y="3436833"/>
            <a:ext cx="0" cy="28989"/>
          </a:xfrm>
          <a:custGeom>
            <a:avLst/>
            <a:gdLst/>
            <a:ahLst/>
            <a:cxnLst/>
            <a:rect l="l" t="t" r="r" b="b"/>
            <a:pathLst>
              <a:path w="0" h="28989">
                <a:moveTo>
                  <a:pt x="0" y="0"/>
                </a:moveTo>
                <a:lnTo>
                  <a:pt x="0" y="28989"/>
                </a:lnTo>
              </a:path>
            </a:pathLst>
          </a:custGeom>
          <a:ln w="1348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05" name="object 305"/>
          <p:cNvSpPr/>
          <p:nvPr/>
        </p:nvSpPr>
        <p:spPr>
          <a:xfrm>
            <a:off x="4865490" y="3494811"/>
            <a:ext cx="0" cy="28989"/>
          </a:xfrm>
          <a:custGeom>
            <a:avLst/>
            <a:gdLst/>
            <a:ahLst/>
            <a:cxnLst/>
            <a:rect l="l" t="t" r="r" b="b"/>
            <a:pathLst>
              <a:path w="0" h="28989">
                <a:moveTo>
                  <a:pt x="0" y="0"/>
                </a:moveTo>
                <a:lnTo>
                  <a:pt x="0" y="28989"/>
                </a:lnTo>
              </a:path>
            </a:pathLst>
          </a:custGeom>
          <a:ln w="1348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06" name="object 306"/>
          <p:cNvSpPr/>
          <p:nvPr/>
        </p:nvSpPr>
        <p:spPr>
          <a:xfrm>
            <a:off x="4865490" y="3552668"/>
            <a:ext cx="0" cy="29351"/>
          </a:xfrm>
          <a:custGeom>
            <a:avLst/>
            <a:gdLst/>
            <a:ahLst/>
            <a:cxnLst/>
            <a:rect l="l" t="t" r="r" b="b"/>
            <a:pathLst>
              <a:path w="0" h="29351">
                <a:moveTo>
                  <a:pt x="0" y="0"/>
                </a:moveTo>
                <a:lnTo>
                  <a:pt x="0" y="29351"/>
                </a:lnTo>
              </a:path>
            </a:pathLst>
          </a:custGeom>
          <a:ln w="1348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07" name="object 307"/>
          <p:cNvSpPr/>
          <p:nvPr/>
        </p:nvSpPr>
        <p:spPr>
          <a:xfrm>
            <a:off x="4865490" y="3610888"/>
            <a:ext cx="0" cy="28989"/>
          </a:xfrm>
          <a:custGeom>
            <a:avLst/>
            <a:gdLst/>
            <a:ahLst/>
            <a:cxnLst/>
            <a:rect l="l" t="t" r="r" b="b"/>
            <a:pathLst>
              <a:path w="0" h="28989">
                <a:moveTo>
                  <a:pt x="0" y="0"/>
                </a:moveTo>
                <a:lnTo>
                  <a:pt x="0" y="28989"/>
                </a:lnTo>
              </a:path>
            </a:pathLst>
          </a:custGeom>
          <a:ln w="1348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08" name="object 308"/>
          <p:cNvSpPr/>
          <p:nvPr/>
        </p:nvSpPr>
        <p:spPr>
          <a:xfrm>
            <a:off x="4865490" y="3668866"/>
            <a:ext cx="6744" cy="21741"/>
          </a:xfrm>
          <a:custGeom>
            <a:avLst/>
            <a:gdLst/>
            <a:ahLst/>
            <a:cxnLst/>
            <a:rect l="l" t="t" r="r" b="b"/>
            <a:pathLst>
              <a:path w="6744" h="21741">
                <a:moveTo>
                  <a:pt x="0" y="0"/>
                </a:moveTo>
                <a:lnTo>
                  <a:pt x="0" y="21741"/>
                </a:lnTo>
                <a:lnTo>
                  <a:pt x="6744" y="21741"/>
                </a:lnTo>
              </a:path>
            </a:pathLst>
          </a:custGeom>
          <a:ln w="1356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09" name="object 309"/>
          <p:cNvSpPr/>
          <p:nvPr/>
        </p:nvSpPr>
        <p:spPr>
          <a:xfrm>
            <a:off x="5330648" y="3690608"/>
            <a:ext cx="26978" cy="0"/>
          </a:xfrm>
          <a:custGeom>
            <a:avLst/>
            <a:gdLst/>
            <a:ahLst/>
            <a:cxnLst/>
            <a:rect l="l" t="t" r="r" b="b"/>
            <a:pathLst>
              <a:path w="26978" h="0">
                <a:moveTo>
                  <a:pt x="0" y="0"/>
                </a:moveTo>
                <a:lnTo>
                  <a:pt x="26978" y="0"/>
                </a:lnTo>
              </a:path>
            </a:pathLst>
          </a:custGeom>
          <a:ln w="1448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10" name="object 310"/>
          <p:cNvSpPr/>
          <p:nvPr/>
        </p:nvSpPr>
        <p:spPr>
          <a:xfrm>
            <a:off x="5384493" y="3690608"/>
            <a:ext cx="26978" cy="0"/>
          </a:xfrm>
          <a:custGeom>
            <a:avLst/>
            <a:gdLst/>
            <a:ahLst/>
            <a:cxnLst/>
            <a:rect l="l" t="t" r="r" b="b"/>
            <a:pathLst>
              <a:path w="26978" h="0">
                <a:moveTo>
                  <a:pt x="0" y="0"/>
                </a:moveTo>
                <a:lnTo>
                  <a:pt x="26978" y="0"/>
                </a:lnTo>
              </a:path>
            </a:pathLst>
          </a:custGeom>
          <a:ln w="1448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11" name="object 311"/>
          <p:cNvSpPr/>
          <p:nvPr/>
        </p:nvSpPr>
        <p:spPr>
          <a:xfrm>
            <a:off x="5775796" y="3799076"/>
            <a:ext cx="0" cy="325765"/>
          </a:xfrm>
          <a:custGeom>
            <a:avLst/>
            <a:gdLst/>
            <a:ahLst/>
            <a:cxnLst/>
            <a:rect l="l" t="t" r="r" b="b"/>
            <a:pathLst>
              <a:path w="0" h="325765">
                <a:moveTo>
                  <a:pt x="0" y="0"/>
                </a:moveTo>
                <a:lnTo>
                  <a:pt x="0" y="325765"/>
                </a:lnTo>
              </a:path>
            </a:pathLst>
          </a:custGeom>
          <a:ln w="1348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12" name="object 312"/>
          <p:cNvSpPr/>
          <p:nvPr/>
        </p:nvSpPr>
        <p:spPr>
          <a:xfrm>
            <a:off x="5674626" y="3799076"/>
            <a:ext cx="0" cy="28989"/>
          </a:xfrm>
          <a:custGeom>
            <a:avLst/>
            <a:gdLst/>
            <a:ahLst/>
            <a:cxnLst/>
            <a:rect l="l" t="t" r="r" b="b"/>
            <a:pathLst>
              <a:path w="0" h="28989">
                <a:moveTo>
                  <a:pt x="0" y="0"/>
                </a:moveTo>
                <a:lnTo>
                  <a:pt x="0" y="28989"/>
                </a:lnTo>
              </a:path>
            </a:pathLst>
          </a:custGeom>
          <a:ln w="1348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13" name="object 313"/>
          <p:cNvSpPr/>
          <p:nvPr/>
        </p:nvSpPr>
        <p:spPr>
          <a:xfrm>
            <a:off x="5674626" y="3857054"/>
            <a:ext cx="0" cy="28989"/>
          </a:xfrm>
          <a:custGeom>
            <a:avLst/>
            <a:gdLst/>
            <a:ahLst/>
            <a:cxnLst/>
            <a:rect l="l" t="t" r="r" b="b"/>
            <a:pathLst>
              <a:path w="0" h="28989">
                <a:moveTo>
                  <a:pt x="0" y="0"/>
                </a:moveTo>
                <a:lnTo>
                  <a:pt x="0" y="28989"/>
                </a:lnTo>
              </a:path>
            </a:pathLst>
          </a:custGeom>
          <a:ln w="1348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14" name="object 314"/>
          <p:cNvSpPr/>
          <p:nvPr/>
        </p:nvSpPr>
        <p:spPr>
          <a:xfrm>
            <a:off x="5674626" y="3914912"/>
            <a:ext cx="0" cy="28989"/>
          </a:xfrm>
          <a:custGeom>
            <a:avLst/>
            <a:gdLst/>
            <a:ahLst/>
            <a:cxnLst/>
            <a:rect l="l" t="t" r="r" b="b"/>
            <a:pathLst>
              <a:path w="0" h="28989">
                <a:moveTo>
                  <a:pt x="0" y="0"/>
                </a:moveTo>
                <a:lnTo>
                  <a:pt x="0" y="28989"/>
                </a:lnTo>
              </a:path>
            </a:pathLst>
          </a:custGeom>
          <a:ln w="1348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15" name="object 315"/>
          <p:cNvSpPr/>
          <p:nvPr/>
        </p:nvSpPr>
        <p:spPr>
          <a:xfrm>
            <a:off x="5674626" y="3972890"/>
            <a:ext cx="0" cy="28989"/>
          </a:xfrm>
          <a:custGeom>
            <a:avLst/>
            <a:gdLst/>
            <a:ahLst/>
            <a:cxnLst/>
            <a:rect l="l" t="t" r="r" b="b"/>
            <a:pathLst>
              <a:path w="0" h="28989">
                <a:moveTo>
                  <a:pt x="0" y="0"/>
                </a:moveTo>
                <a:lnTo>
                  <a:pt x="0" y="28989"/>
                </a:lnTo>
              </a:path>
            </a:pathLst>
          </a:custGeom>
          <a:ln w="1348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16" name="object 316"/>
          <p:cNvSpPr/>
          <p:nvPr/>
        </p:nvSpPr>
        <p:spPr>
          <a:xfrm>
            <a:off x="5674626" y="4030748"/>
            <a:ext cx="0" cy="28989"/>
          </a:xfrm>
          <a:custGeom>
            <a:avLst/>
            <a:gdLst/>
            <a:ahLst/>
            <a:cxnLst/>
            <a:rect l="l" t="t" r="r" b="b"/>
            <a:pathLst>
              <a:path w="0" h="28989">
                <a:moveTo>
                  <a:pt x="0" y="0"/>
                </a:moveTo>
                <a:lnTo>
                  <a:pt x="0" y="28989"/>
                </a:lnTo>
              </a:path>
            </a:pathLst>
          </a:custGeom>
          <a:ln w="1348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17" name="object 317"/>
          <p:cNvSpPr/>
          <p:nvPr/>
        </p:nvSpPr>
        <p:spPr>
          <a:xfrm>
            <a:off x="5674626" y="4088726"/>
            <a:ext cx="0" cy="28868"/>
          </a:xfrm>
          <a:custGeom>
            <a:avLst/>
            <a:gdLst/>
            <a:ahLst/>
            <a:cxnLst/>
            <a:rect l="l" t="t" r="r" b="b"/>
            <a:pathLst>
              <a:path w="0" h="28868">
                <a:moveTo>
                  <a:pt x="0" y="0"/>
                </a:moveTo>
                <a:lnTo>
                  <a:pt x="0" y="28868"/>
                </a:lnTo>
              </a:path>
            </a:pathLst>
          </a:custGeom>
          <a:ln w="1348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18" name="object 318"/>
          <p:cNvSpPr/>
          <p:nvPr/>
        </p:nvSpPr>
        <p:spPr>
          <a:xfrm>
            <a:off x="5395734" y="4342381"/>
            <a:ext cx="26978" cy="0"/>
          </a:xfrm>
          <a:custGeom>
            <a:avLst/>
            <a:gdLst/>
            <a:ahLst/>
            <a:cxnLst/>
            <a:rect l="l" t="t" r="r" b="b"/>
            <a:pathLst>
              <a:path w="26978" h="0">
                <a:moveTo>
                  <a:pt x="26978" y="0"/>
                </a:moveTo>
                <a:lnTo>
                  <a:pt x="0" y="0"/>
                </a:lnTo>
              </a:path>
            </a:pathLst>
          </a:custGeom>
          <a:ln w="1448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19" name="object 319"/>
          <p:cNvSpPr/>
          <p:nvPr/>
        </p:nvSpPr>
        <p:spPr>
          <a:xfrm>
            <a:off x="5341889" y="4342381"/>
            <a:ext cx="26866" cy="0"/>
          </a:xfrm>
          <a:custGeom>
            <a:avLst/>
            <a:gdLst/>
            <a:ahLst/>
            <a:cxnLst/>
            <a:rect l="l" t="t" r="r" b="b"/>
            <a:pathLst>
              <a:path w="26866" h="0">
                <a:moveTo>
                  <a:pt x="26866" y="0"/>
                </a:moveTo>
                <a:lnTo>
                  <a:pt x="0" y="0"/>
                </a:lnTo>
              </a:path>
            </a:pathLst>
          </a:custGeom>
          <a:ln w="1448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20" name="object 320"/>
          <p:cNvSpPr/>
          <p:nvPr/>
        </p:nvSpPr>
        <p:spPr>
          <a:xfrm>
            <a:off x="5395734" y="4436463"/>
            <a:ext cx="26978" cy="0"/>
          </a:xfrm>
          <a:custGeom>
            <a:avLst/>
            <a:gdLst/>
            <a:ahLst/>
            <a:cxnLst/>
            <a:rect l="l" t="t" r="r" b="b"/>
            <a:pathLst>
              <a:path w="26978" h="0">
                <a:moveTo>
                  <a:pt x="26978" y="0"/>
                </a:moveTo>
                <a:lnTo>
                  <a:pt x="0" y="0"/>
                </a:lnTo>
              </a:path>
            </a:pathLst>
          </a:custGeom>
          <a:ln w="1448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21" name="object 321"/>
          <p:cNvSpPr/>
          <p:nvPr/>
        </p:nvSpPr>
        <p:spPr>
          <a:xfrm>
            <a:off x="5341889" y="4436463"/>
            <a:ext cx="26866" cy="0"/>
          </a:xfrm>
          <a:custGeom>
            <a:avLst/>
            <a:gdLst/>
            <a:ahLst/>
            <a:cxnLst/>
            <a:rect l="l" t="t" r="r" b="b"/>
            <a:pathLst>
              <a:path w="26866" h="0">
                <a:moveTo>
                  <a:pt x="26866" y="0"/>
                </a:moveTo>
                <a:lnTo>
                  <a:pt x="0" y="0"/>
                </a:lnTo>
              </a:path>
            </a:pathLst>
          </a:custGeom>
          <a:ln w="1448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22" name="object 322"/>
          <p:cNvSpPr/>
          <p:nvPr/>
        </p:nvSpPr>
        <p:spPr>
          <a:xfrm>
            <a:off x="5422713" y="4124842"/>
            <a:ext cx="606908" cy="434680"/>
          </a:xfrm>
          <a:custGeom>
            <a:avLst/>
            <a:gdLst/>
            <a:ahLst/>
            <a:cxnLst/>
            <a:rect l="l" t="t" r="r" b="b"/>
            <a:pathLst>
              <a:path w="606908" h="434680">
                <a:moveTo>
                  <a:pt x="0" y="0"/>
                </a:moveTo>
                <a:lnTo>
                  <a:pt x="0" y="434680"/>
                </a:lnTo>
                <a:lnTo>
                  <a:pt x="606908" y="434680"/>
                </a:lnTo>
                <a:lnTo>
                  <a:pt x="606908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23" name="object 323"/>
          <p:cNvSpPr/>
          <p:nvPr/>
        </p:nvSpPr>
        <p:spPr>
          <a:xfrm>
            <a:off x="5422713" y="4124842"/>
            <a:ext cx="606908" cy="434680"/>
          </a:xfrm>
          <a:custGeom>
            <a:avLst/>
            <a:gdLst/>
            <a:ahLst/>
            <a:cxnLst/>
            <a:rect l="l" t="t" r="r" b="b"/>
            <a:pathLst>
              <a:path w="606908" h="434680">
                <a:moveTo>
                  <a:pt x="0" y="434680"/>
                </a:moveTo>
                <a:lnTo>
                  <a:pt x="606908" y="434680"/>
                </a:lnTo>
                <a:lnTo>
                  <a:pt x="606908" y="0"/>
                </a:lnTo>
                <a:lnTo>
                  <a:pt x="0" y="0"/>
                </a:lnTo>
                <a:lnTo>
                  <a:pt x="0" y="434680"/>
                </a:lnTo>
                <a:close/>
              </a:path>
            </a:pathLst>
          </a:custGeom>
          <a:ln w="1414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24" name="object 324"/>
          <p:cNvSpPr/>
          <p:nvPr/>
        </p:nvSpPr>
        <p:spPr>
          <a:xfrm>
            <a:off x="5523883" y="4233792"/>
            <a:ext cx="404680" cy="217152"/>
          </a:xfrm>
          <a:custGeom>
            <a:avLst/>
            <a:gdLst/>
            <a:ahLst/>
            <a:cxnLst/>
            <a:rect l="l" t="t" r="r" b="b"/>
            <a:pathLst>
              <a:path w="404680" h="217152">
                <a:moveTo>
                  <a:pt x="0" y="0"/>
                </a:moveTo>
                <a:lnTo>
                  <a:pt x="101057" y="0"/>
                </a:lnTo>
                <a:lnTo>
                  <a:pt x="303510" y="217152"/>
                </a:lnTo>
                <a:lnTo>
                  <a:pt x="404680" y="217152"/>
                </a:lnTo>
              </a:path>
            </a:pathLst>
          </a:custGeom>
          <a:ln w="1426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25" name="object 325"/>
          <p:cNvSpPr/>
          <p:nvPr/>
        </p:nvSpPr>
        <p:spPr>
          <a:xfrm>
            <a:off x="5523883" y="4233792"/>
            <a:ext cx="404680" cy="217152"/>
          </a:xfrm>
          <a:custGeom>
            <a:avLst/>
            <a:gdLst/>
            <a:ahLst/>
            <a:cxnLst/>
            <a:rect l="l" t="t" r="r" b="b"/>
            <a:pathLst>
              <a:path w="404680" h="217152">
                <a:moveTo>
                  <a:pt x="404680" y="0"/>
                </a:moveTo>
                <a:lnTo>
                  <a:pt x="303510" y="0"/>
                </a:lnTo>
                <a:lnTo>
                  <a:pt x="101057" y="217152"/>
                </a:lnTo>
                <a:lnTo>
                  <a:pt x="0" y="217152"/>
                </a:lnTo>
              </a:path>
            </a:pathLst>
          </a:custGeom>
          <a:ln w="1426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26" name="object 326"/>
          <p:cNvSpPr/>
          <p:nvPr/>
        </p:nvSpPr>
        <p:spPr>
          <a:xfrm>
            <a:off x="6029621" y="4504020"/>
            <a:ext cx="26978" cy="0"/>
          </a:xfrm>
          <a:custGeom>
            <a:avLst/>
            <a:gdLst/>
            <a:ahLst/>
            <a:cxnLst/>
            <a:rect l="l" t="t" r="r" b="b"/>
            <a:pathLst>
              <a:path w="26978" h="0">
                <a:moveTo>
                  <a:pt x="0" y="0"/>
                </a:moveTo>
                <a:lnTo>
                  <a:pt x="26978" y="0"/>
                </a:lnTo>
              </a:path>
            </a:pathLst>
          </a:custGeom>
          <a:ln w="1448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27" name="object 327"/>
          <p:cNvSpPr/>
          <p:nvPr/>
        </p:nvSpPr>
        <p:spPr>
          <a:xfrm>
            <a:off x="6838756" y="4124890"/>
            <a:ext cx="453848" cy="326055"/>
          </a:xfrm>
          <a:custGeom>
            <a:avLst/>
            <a:gdLst/>
            <a:ahLst/>
            <a:cxnLst/>
            <a:rect l="l" t="t" r="r" b="b"/>
            <a:pathLst>
              <a:path w="453848" h="326055">
                <a:moveTo>
                  <a:pt x="0" y="326055"/>
                </a:moveTo>
                <a:lnTo>
                  <a:pt x="453848" y="326055"/>
                </a:lnTo>
                <a:lnTo>
                  <a:pt x="453848" y="0"/>
                </a:lnTo>
                <a:lnTo>
                  <a:pt x="0" y="0"/>
                </a:lnTo>
                <a:lnTo>
                  <a:pt x="0" y="326055"/>
                </a:lnTo>
                <a:close/>
              </a:path>
            </a:pathLst>
          </a:custGeom>
          <a:ln w="1414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28" name="object 328"/>
          <p:cNvSpPr/>
          <p:nvPr/>
        </p:nvSpPr>
        <p:spPr>
          <a:xfrm>
            <a:off x="6915196" y="4207219"/>
            <a:ext cx="303285" cy="161735"/>
          </a:xfrm>
          <a:custGeom>
            <a:avLst/>
            <a:gdLst/>
            <a:ahLst/>
            <a:cxnLst/>
            <a:rect l="l" t="t" r="r" b="b"/>
            <a:pathLst>
              <a:path w="303285" h="161735">
                <a:moveTo>
                  <a:pt x="0" y="0"/>
                </a:moveTo>
                <a:lnTo>
                  <a:pt x="74078" y="0"/>
                </a:lnTo>
                <a:lnTo>
                  <a:pt x="226845" y="161735"/>
                </a:lnTo>
                <a:lnTo>
                  <a:pt x="303285" y="161735"/>
                </a:lnTo>
              </a:path>
            </a:pathLst>
          </a:custGeom>
          <a:ln w="1426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29" name="object 329"/>
          <p:cNvSpPr/>
          <p:nvPr/>
        </p:nvSpPr>
        <p:spPr>
          <a:xfrm>
            <a:off x="6915196" y="4207219"/>
            <a:ext cx="303285" cy="161735"/>
          </a:xfrm>
          <a:custGeom>
            <a:avLst/>
            <a:gdLst/>
            <a:ahLst/>
            <a:cxnLst/>
            <a:rect l="l" t="t" r="r" b="b"/>
            <a:pathLst>
              <a:path w="303285" h="161735">
                <a:moveTo>
                  <a:pt x="303285" y="0"/>
                </a:moveTo>
                <a:lnTo>
                  <a:pt x="226845" y="0"/>
                </a:lnTo>
                <a:lnTo>
                  <a:pt x="74078" y="161735"/>
                </a:lnTo>
                <a:lnTo>
                  <a:pt x="0" y="161735"/>
                </a:lnTo>
              </a:path>
            </a:pathLst>
          </a:custGeom>
          <a:ln w="1426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30" name="object 330"/>
          <p:cNvSpPr/>
          <p:nvPr/>
        </p:nvSpPr>
        <p:spPr>
          <a:xfrm>
            <a:off x="6029621" y="4233792"/>
            <a:ext cx="809135" cy="0"/>
          </a:xfrm>
          <a:custGeom>
            <a:avLst/>
            <a:gdLst/>
            <a:ahLst/>
            <a:cxnLst/>
            <a:rect l="l" t="t" r="r" b="b"/>
            <a:pathLst>
              <a:path w="809135" h="0">
                <a:moveTo>
                  <a:pt x="0" y="0"/>
                </a:moveTo>
                <a:lnTo>
                  <a:pt x="809135" y="0"/>
                </a:lnTo>
              </a:path>
            </a:pathLst>
          </a:custGeom>
          <a:ln w="1448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31" name="object 331"/>
          <p:cNvSpPr/>
          <p:nvPr/>
        </p:nvSpPr>
        <p:spPr>
          <a:xfrm>
            <a:off x="6029621" y="4342381"/>
            <a:ext cx="26978" cy="0"/>
          </a:xfrm>
          <a:custGeom>
            <a:avLst/>
            <a:gdLst/>
            <a:ahLst/>
            <a:cxnLst/>
            <a:rect l="l" t="t" r="r" b="b"/>
            <a:pathLst>
              <a:path w="26978" h="0">
                <a:moveTo>
                  <a:pt x="0" y="0"/>
                </a:moveTo>
                <a:lnTo>
                  <a:pt x="26978" y="0"/>
                </a:lnTo>
              </a:path>
            </a:pathLst>
          </a:custGeom>
          <a:ln w="1448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32" name="object 332"/>
          <p:cNvSpPr/>
          <p:nvPr/>
        </p:nvSpPr>
        <p:spPr>
          <a:xfrm>
            <a:off x="6730954" y="4342381"/>
            <a:ext cx="26978" cy="0"/>
          </a:xfrm>
          <a:custGeom>
            <a:avLst/>
            <a:gdLst/>
            <a:ahLst/>
            <a:cxnLst/>
            <a:rect l="l" t="t" r="r" b="b"/>
            <a:pathLst>
              <a:path w="26978" h="0">
                <a:moveTo>
                  <a:pt x="0" y="0"/>
                </a:moveTo>
                <a:lnTo>
                  <a:pt x="26978" y="0"/>
                </a:lnTo>
              </a:path>
            </a:pathLst>
          </a:custGeom>
          <a:ln w="1448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33" name="object 333"/>
          <p:cNvSpPr/>
          <p:nvPr/>
        </p:nvSpPr>
        <p:spPr>
          <a:xfrm>
            <a:off x="6784799" y="4342381"/>
            <a:ext cx="26978" cy="0"/>
          </a:xfrm>
          <a:custGeom>
            <a:avLst/>
            <a:gdLst/>
            <a:ahLst/>
            <a:cxnLst/>
            <a:rect l="l" t="t" r="r" b="b"/>
            <a:pathLst>
              <a:path w="26978" h="0">
                <a:moveTo>
                  <a:pt x="0" y="0"/>
                </a:moveTo>
                <a:lnTo>
                  <a:pt x="26978" y="0"/>
                </a:lnTo>
              </a:path>
            </a:pathLst>
          </a:custGeom>
          <a:ln w="1448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34" name="object 334"/>
          <p:cNvSpPr/>
          <p:nvPr/>
        </p:nvSpPr>
        <p:spPr>
          <a:xfrm>
            <a:off x="6200373" y="1735170"/>
            <a:ext cx="1681221" cy="982369"/>
          </a:xfrm>
          <a:custGeom>
            <a:avLst/>
            <a:gdLst/>
            <a:ahLst/>
            <a:cxnLst/>
            <a:rect l="l" t="t" r="r" b="b"/>
            <a:pathLst>
              <a:path w="1681221" h="982369">
                <a:moveTo>
                  <a:pt x="355331" y="28868"/>
                </a:moveTo>
                <a:lnTo>
                  <a:pt x="380062" y="48194"/>
                </a:lnTo>
                <a:lnTo>
                  <a:pt x="402432" y="60273"/>
                </a:lnTo>
                <a:lnTo>
                  <a:pt x="420417" y="65104"/>
                </a:lnTo>
                <a:lnTo>
                  <a:pt x="438403" y="65104"/>
                </a:lnTo>
                <a:lnTo>
                  <a:pt x="456389" y="60273"/>
                </a:lnTo>
                <a:lnTo>
                  <a:pt x="469878" y="53025"/>
                </a:lnTo>
                <a:lnTo>
                  <a:pt x="485616" y="43362"/>
                </a:lnTo>
                <a:lnTo>
                  <a:pt x="499105" y="33699"/>
                </a:lnTo>
                <a:lnTo>
                  <a:pt x="514843" y="21741"/>
                </a:lnTo>
                <a:lnTo>
                  <a:pt x="530580" y="12078"/>
                </a:lnTo>
                <a:lnTo>
                  <a:pt x="548566" y="4831"/>
                </a:lnTo>
                <a:lnTo>
                  <a:pt x="568800" y="0"/>
                </a:lnTo>
                <a:lnTo>
                  <a:pt x="591170" y="0"/>
                </a:lnTo>
                <a:lnTo>
                  <a:pt x="629390" y="7247"/>
                </a:lnTo>
                <a:lnTo>
                  <a:pt x="642879" y="12078"/>
                </a:lnTo>
                <a:lnTo>
                  <a:pt x="656368" y="19326"/>
                </a:lnTo>
                <a:lnTo>
                  <a:pt x="669858" y="24036"/>
                </a:lnTo>
                <a:lnTo>
                  <a:pt x="685595" y="31284"/>
                </a:lnTo>
                <a:lnTo>
                  <a:pt x="699085" y="38531"/>
                </a:lnTo>
                <a:lnTo>
                  <a:pt x="712574" y="45778"/>
                </a:lnTo>
                <a:lnTo>
                  <a:pt x="728312" y="53025"/>
                </a:lnTo>
                <a:lnTo>
                  <a:pt x="741801" y="60273"/>
                </a:lnTo>
                <a:lnTo>
                  <a:pt x="757426" y="67520"/>
                </a:lnTo>
                <a:lnTo>
                  <a:pt x="770915" y="72352"/>
                </a:lnTo>
                <a:lnTo>
                  <a:pt x="784405" y="77183"/>
                </a:lnTo>
                <a:lnTo>
                  <a:pt x="797894" y="79599"/>
                </a:lnTo>
                <a:lnTo>
                  <a:pt x="827121" y="84430"/>
                </a:lnTo>
                <a:lnTo>
                  <a:pt x="842859" y="82015"/>
                </a:lnTo>
                <a:lnTo>
                  <a:pt x="858596" y="79599"/>
                </a:lnTo>
                <a:lnTo>
                  <a:pt x="872086" y="74767"/>
                </a:lnTo>
                <a:lnTo>
                  <a:pt x="885575" y="67520"/>
                </a:lnTo>
                <a:lnTo>
                  <a:pt x="899064" y="57857"/>
                </a:lnTo>
                <a:lnTo>
                  <a:pt x="910305" y="50610"/>
                </a:lnTo>
                <a:lnTo>
                  <a:pt x="921546" y="40947"/>
                </a:lnTo>
                <a:lnTo>
                  <a:pt x="934923" y="33699"/>
                </a:lnTo>
                <a:lnTo>
                  <a:pt x="946165" y="24036"/>
                </a:lnTo>
                <a:lnTo>
                  <a:pt x="957406" y="16910"/>
                </a:lnTo>
                <a:lnTo>
                  <a:pt x="970895" y="9663"/>
                </a:lnTo>
                <a:lnTo>
                  <a:pt x="984384" y="4831"/>
                </a:lnTo>
                <a:lnTo>
                  <a:pt x="1013611" y="2415"/>
                </a:lnTo>
                <a:lnTo>
                  <a:pt x="1033845" y="4831"/>
                </a:lnTo>
                <a:lnTo>
                  <a:pt x="1054079" y="9663"/>
                </a:lnTo>
                <a:lnTo>
                  <a:pt x="1074313" y="19326"/>
                </a:lnTo>
                <a:lnTo>
                  <a:pt x="1094547" y="26452"/>
                </a:lnTo>
                <a:lnTo>
                  <a:pt x="1116917" y="38531"/>
                </a:lnTo>
                <a:lnTo>
                  <a:pt x="1141648" y="48194"/>
                </a:lnTo>
                <a:lnTo>
                  <a:pt x="1164130" y="60273"/>
                </a:lnTo>
                <a:lnTo>
                  <a:pt x="1189198" y="72352"/>
                </a:lnTo>
                <a:lnTo>
                  <a:pt x="1216064" y="82015"/>
                </a:lnTo>
                <a:lnTo>
                  <a:pt x="1240794" y="91678"/>
                </a:lnTo>
                <a:lnTo>
                  <a:pt x="1265525" y="101341"/>
                </a:lnTo>
                <a:lnTo>
                  <a:pt x="1292503" y="108588"/>
                </a:lnTo>
                <a:lnTo>
                  <a:pt x="1341964" y="113420"/>
                </a:lnTo>
                <a:lnTo>
                  <a:pt x="1364447" y="111004"/>
                </a:lnTo>
                <a:lnTo>
                  <a:pt x="1386816" y="111004"/>
                </a:lnTo>
                <a:lnTo>
                  <a:pt x="1407050" y="106172"/>
                </a:lnTo>
                <a:lnTo>
                  <a:pt x="1429533" y="103756"/>
                </a:lnTo>
                <a:lnTo>
                  <a:pt x="1449767" y="98925"/>
                </a:lnTo>
                <a:lnTo>
                  <a:pt x="1470001" y="94093"/>
                </a:lnTo>
                <a:lnTo>
                  <a:pt x="1490235" y="89262"/>
                </a:lnTo>
                <a:lnTo>
                  <a:pt x="1508220" y="84430"/>
                </a:lnTo>
                <a:lnTo>
                  <a:pt x="1523958" y="79599"/>
                </a:lnTo>
                <a:lnTo>
                  <a:pt x="1539696" y="77183"/>
                </a:lnTo>
                <a:lnTo>
                  <a:pt x="1553073" y="74767"/>
                </a:lnTo>
                <a:lnTo>
                  <a:pt x="1566562" y="74767"/>
                </a:lnTo>
                <a:lnTo>
                  <a:pt x="1577803" y="74767"/>
                </a:lnTo>
                <a:lnTo>
                  <a:pt x="1586796" y="77183"/>
                </a:lnTo>
                <a:lnTo>
                  <a:pt x="1598037" y="91678"/>
                </a:lnTo>
                <a:lnTo>
                  <a:pt x="1600285" y="103756"/>
                </a:lnTo>
                <a:lnTo>
                  <a:pt x="1602533" y="115835"/>
                </a:lnTo>
                <a:lnTo>
                  <a:pt x="1602533" y="130209"/>
                </a:lnTo>
                <a:lnTo>
                  <a:pt x="1600285" y="147119"/>
                </a:lnTo>
                <a:lnTo>
                  <a:pt x="1600285" y="166446"/>
                </a:lnTo>
                <a:lnTo>
                  <a:pt x="1598037" y="185772"/>
                </a:lnTo>
                <a:lnTo>
                  <a:pt x="1595789" y="207513"/>
                </a:lnTo>
                <a:lnTo>
                  <a:pt x="1593541" y="231550"/>
                </a:lnTo>
                <a:lnTo>
                  <a:pt x="1591292" y="255708"/>
                </a:lnTo>
                <a:lnTo>
                  <a:pt x="1589044" y="279866"/>
                </a:lnTo>
                <a:lnTo>
                  <a:pt x="1589044" y="304023"/>
                </a:lnTo>
                <a:lnTo>
                  <a:pt x="1591292" y="330597"/>
                </a:lnTo>
                <a:lnTo>
                  <a:pt x="1593541" y="354633"/>
                </a:lnTo>
                <a:lnTo>
                  <a:pt x="1598037" y="381207"/>
                </a:lnTo>
                <a:lnTo>
                  <a:pt x="1609278" y="422275"/>
                </a:lnTo>
                <a:lnTo>
                  <a:pt x="1616023" y="436769"/>
                </a:lnTo>
                <a:lnTo>
                  <a:pt x="1622767" y="453559"/>
                </a:lnTo>
                <a:lnTo>
                  <a:pt x="1629512" y="468053"/>
                </a:lnTo>
                <a:lnTo>
                  <a:pt x="1636257" y="482548"/>
                </a:lnTo>
                <a:lnTo>
                  <a:pt x="1643001" y="497043"/>
                </a:lnTo>
                <a:lnTo>
                  <a:pt x="1649746" y="511537"/>
                </a:lnTo>
                <a:lnTo>
                  <a:pt x="1656491" y="523616"/>
                </a:lnTo>
                <a:lnTo>
                  <a:pt x="1663236" y="538110"/>
                </a:lnTo>
                <a:lnTo>
                  <a:pt x="1669980" y="550069"/>
                </a:lnTo>
                <a:lnTo>
                  <a:pt x="1674477" y="562147"/>
                </a:lnTo>
                <a:lnTo>
                  <a:pt x="1676725" y="574226"/>
                </a:lnTo>
                <a:lnTo>
                  <a:pt x="1678973" y="584252"/>
                </a:lnTo>
                <a:lnTo>
                  <a:pt x="1681221" y="596330"/>
                </a:lnTo>
                <a:lnTo>
                  <a:pt x="1681221" y="605873"/>
                </a:lnTo>
                <a:lnTo>
                  <a:pt x="1672228" y="625199"/>
                </a:lnTo>
                <a:lnTo>
                  <a:pt x="1663236" y="632446"/>
                </a:lnTo>
                <a:lnTo>
                  <a:pt x="1649746" y="642109"/>
                </a:lnTo>
                <a:lnTo>
                  <a:pt x="1636257" y="649356"/>
                </a:lnTo>
                <a:lnTo>
                  <a:pt x="1620519" y="656604"/>
                </a:lnTo>
                <a:lnTo>
                  <a:pt x="1602533" y="661435"/>
                </a:lnTo>
                <a:lnTo>
                  <a:pt x="1584548" y="668682"/>
                </a:lnTo>
                <a:lnTo>
                  <a:pt x="1566562" y="673514"/>
                </a:lnTo>
                <a:lnTo>
                  <a:pt x="1546440" y="680761"/>
                </a:lnTo>
                <a:lnTo>
                  <a:pt x="1526206" y="688009"/>
                </a:lnTo>
                <a:lnTo>
                  <a:pt x="1508220" y="692840"/>
                </a:lnTo>
                <a:lnTo>
                  <a:pt x="1490235" y="702382"/>
                </a:lnTo>
                <a:lnTo>
                  <a:pt x="1474497" y="709630"/>
                </a:lnTo>
                <a:lnTo>
                  <a:pt x="1458760" y="719293"/>
                </a:lnTo>
                <a:lnTo>
                  <a:pt x="1447518" y="728956"/>
                </a:lnTo>
                <a:lnTo>
                  <a:pt x="1429533" y="755529"/>
                </a:lnTo>
                <a:lnTo>
                  <a:pt x="1425036" y="770024"/>
                </a:lnTo>
                <a:lnTo>
                  <a:pt x="1422788" y="784518"/>
                </a:lnTo>
                <a:lnTo>
                  <a:pt x="1422788" y="799013"/>
                </a:lnTo>
                <a:lnTo>
                  <a:pt x="1422788" y="815802"/>
                </a:lnTo>
                <a:lnTo>
                  <a:pt x="1422788" y="832713"/>
                </a:lnTo>
                <a:lnTo>
                  <a:pt x="1425036" y="847207"/>
                </a:lnTo>
                <a:lnTo>
                  <a:pt x="1427284" y="864118"/>
                </a:lnTo>
                <a:lnTo>
                  <a:pt x="1427284" y="878612"/>
                </a:lnTo>
                <a:lnTo>
                  <a:pt x="1427284" y="893107"/>
                </a:lnTo>
                <a:lnTo>
                  <a:pt x="1427284" y="905186"/>
                </a:lnTo>
                <a:lnTo>
                  <a:pt x="1422788" y="914728"/>
                </a:lnTo>
                <a:lnTo>
                  <a:pt x="1418292" y="921975"/>
                </a:lnTo>
                <a:lnTo>
                  <a:pt x="1411547" y="929222"/>
                </a:lnTo>
                <a:lnTo>
                  <a:pt x="1393561" y="934054"/>
                </a:lnTo>
                <a:lnTo>
                  <a:pt x="1384568" y="934054"/>
                </a:lnTo>
                <a:lnTo>
                  <a:pt x="1373327" y="931638"/>
                </a:lnTo>
                <a:lnTo>
                  <a:pt x="1359950" y="929222"/>
                </a:lnTo>
                <a:lnTo>
                  <a:pt x="1346461" y="926807"/>
                </a:lnTo>
                <a:lnTo>
                  <a:pt x="1332971" y="924391"/>
                </a:lnTo>
                <a:lnTo>
                  <a:pt x="1317234" y="919559"/>
                </a:lnTo>
                <a:lnTo>
                  <a:pt x="1303745" y="917144"/>
                </a:lnTo>
                <a:lnTo>
                  <a:pt x="1288007" y="912312"/>
                </a:lnTo>
                <a:lnTo>
                  <a:pt x="1272269" y="910017"/>
                </a:lnTo>
                <a:lnTo>
                  <a:pt x="1256532" y="905186"/>
                </a:lnTo>
                <a:lnTo>
                  <a:pt x="1240794" y="902770"/>
                </a:lnTo>
                <a:lnTo>
                  <a:pt x="1225057" y="900354"/>
                </a:lnTo>
                <a:lnTo>
                  <a:pt x="1209319" y="897938"/>
                </a:lnTo>
                <a:lnTo>
                  <a:pt x="1177956" y="900354"/>
                </a:lnTo>
                <a:lnTo>
                  <a:pt x="1161882" y="902770"/>
                </a:lnTo>
                <a:lnTo>
                  <a:pt x="1146144" y="905186"/>
                </a:lnTo>
                <a:lnTo>
                  <a:pt x="1130406" y="910017"/>
                </a:lnTo>
                <a:lnTo>
                  <a:pt x="1116917" y="917144"/>
                </a:lnTo>
                <a:lnTo>
                  <a:pt x="1103540" y="924391"/>
                </a:lnTo>
                <a:lnTo>
                  <a:pt x="1090051" y="931638"/>
                </a:lnTo>
                <a:lnTo>
                  <a:pt x="1076561" y="938885"/>
                </a:lnTo>
                <a:lnTo>
                  <a:pt x="1065320" y="946133"/>
                </a:lnTo>
                <a:lnTo>
                  <a:pt x="1054079" y="953380"/>
                </a:lnTo>
                <a:lnTo>
                  <a:pt x="1042838" y="960627"/>
                </a:lnTo>
                <a:lnTo>
                  <a:pt x="1031597" y="965459"/>
                </a:lnTo>
                <a:lnTo>
                  <a:pt x="991129" y="979953"/>
                </a:lnTo>
                <a:lnTo>
                  <a:pt x="961902" y="982369"/>
                </a:lnTo>
                <a:lnTo>
                  <a:pt x="932675" y="979953"/>
                </a:lnTo>
                <a:lnTo>
                  <a:pt x="903561" y="972706"/>
                </a:lnTo>
                <a:lnTo>
                  <a:pt x="874334" y="965459"/>
                </a:lnTo>
                <a:lnTo>
                  <a:pt x="840610" y="953380"/>
                </a:lnTo>
                <a:lnTo>
                  <a:pt x="809135" y="941301"/>
                </a:lnTo>
                <a:lnTo>
                  <a:pt x="773164" y="926807"/>
                </a:lnTo>
                <a:lnTo>
                  <a:pt x="737305" y="917144"/>
                </a:lnTo>
                <a:lnTo>
                  <a:pt x="699085" y="905186"/>
                </a:lnTo>
                <a:lnTo>
                  <a:pt x="656368" y="897938"/>
                </a:lnTo>
                <a:lnTo>
                  <a:pt x="613652" y="895522"/>
                </a:lnTo>
                <a:lnTo>
                  <a:pt x="568800" y="895522"/>
                </a:lnTo>
                <a:lnTo>
                  <a:pt x="503602" y="905186"/>
                </a:lnTo>
                <a:lnTo>
                  <a:pt x="487864" y="910017"/>
                </a:lnTo>
                <a:lnTo>
                  <a:pt x="472127" y="912312"/>
                </a:lnTo>
                <a:lnTo>
                  <a:pt x="456389" y="917144"/>
                </a:lnTo>
                <a:lnTo>
                  <a:pt x="442900" y="921975"/>
                </a:lnTo>
                <a:lnTo>
                  <a:pt x="427162" y="926807"/>
                </a:lnTo>
                <a:lnTo>
                  <a:pt x="411424" y="931638"/>
                </a:lnTo>
                <a:lnTo>
                  <a:pt x="395799" y="936470"/>
                </a:lnTo>
                <a:lnTo>
                  <a:pt x="382310" y="941301"/>
                </a:lnTo>
                <a:lnTo>
                  <a:pt x="366572" y="946133"/>
                </a:lnTo>
                <a:lnTo>
                  <a:pt x="353083" y="948548"/>
                </a:lnTo>
                <a:lnTo>
                  <a:pt x="339594" y="953380"/>
                </a:lnTo>
                <a:lnTo>
                  <a:pt x="326104" y="958211"/>
                </a:lnTo>
                <a:lnTo>
                  <a:pt x="312615" y="960627"/>
                </a:lnTo>
                <a:lnTo>
                  <a:pt x="301149" y="963043"/>
                </a:lnTo>
                <a:lnTo>
                  <a:pt x="289908" y="965459"/>
                </a:lnTo>
                <a:lnTo>
                  <a:pt x="258433" y="965459"/>
                </a:lnTo>
                <a:lnTo>
                  <a:pt x="242695" y="960627"/>
                </a:lnTo>
                <a:lnTo>
                  <a:pt x="229206" y="953380"/>
                </a:lnTo>
                <a:lnTo>
                  <a:pt x="217965" y="943717"/>
                </a:lnTo>
                <a:lnTo>
                  <a:pt x="211220" y="931638"/>
                </a:lnTo>
                <a:lnTo>
                  <a:pt x="206724" y="914728"/>
                </a:lnTo>
                <a:lnTo>
                  <a:pt x="202227" y="897938"/>
                </a:lnTo>
                <a:lnTo>
                  <a:pt x="199979" y="876196"/>
                </a:lnTo>
                <a:lnTo>
                  <a:pt x="197731" y="856870"/>
                </a:lnTo>
                <a:lnTo>
                  <a:pt x="197731" y="832713"/>
                </a:lnTo>
                <a:lnTo>
                  <a:pt x="197731" y="810971"/>
                </a:lnTo>
                <a:lnTo>
                  <a:pt x="195483" y="786934"/>
                </a:lnTo>
                <a:lnTo>
                  <a:pt x="193234" y="762776"/>
                </a:lnTo>
                <a:lnTo>
                  <a:pt x="190986" y="738619"/>
                </a:lnTo>
                <a:lnTo>
                  <a:pt x="186490" y="714461"/>
                </a:lnTo>
                <a:lnTo>
                  <a:pt x="179745" y="690424"/>
                </a:lnTo>
                <a:lnTo>
                  <a:pt x="161759" y="649356"/>
                </a:lnTo>
                <a:lnTo>
                  <a:pt x="148270" y="632446"/>
                </a:lnTo>
                <a:lnTo>
                  <a:pt x="134893" y="615536"/>
                </a:lnTo>
                <a:lnTo>
                  <a:pt x="121404" y="598625"/>
                </a:lnTo>
                <a:lnTo>
                  <a:pt x="105666" y="584252"/>
                </a:lnTo>
                <a:lnTo>
                  <a:pt x="89928" y="569395"/>
                </a:lnTo>
                <a:lnTo>
                  <a:pt x="74191" y="554900"/>
                </a:lnTo>
                <a:lnTo>
                  <a:pt x="58453" y="542942"/>
                </a:lnTo>
                <a:lnTo>
                  <a:pt x="44964" y="530863"/>
                </a:lnTo>
                <a:lnTo>
                  <a:pt x="31475" y="518784"/>
                </a:lnTo>
                <a:lnTo>
                  <a:pt x="20234" y="506706"/>
                </a:lnTo>
                <a:lnTo>
                  <a:pt x="11241" y="497043"/>
                </a:lnTo>
                <a:lnTo>
                  <a:pt x="4496" y="484964"/>
                </a:lnTo>
                <a:lnTo>
                  <a:pt x="0" y="475301"/>
                </a:lnTo>
                <a:lnTo>
                  <a:pt x="0" y="465638"/>
                </a:lnTo>
                <a:lnTo>
                  <a:pt x="2248" y="453559"/>
                </a:lnTo>
                <a:lnTo>
                  <a:pt x="15737" y="439185"/>
                </a:lnTo>
                <a:lnTo>
                  <a:pt x="24730" y="431938"/>
                </a:lnTo>
                <a:lnTo>
                  <a:pt x="35971" y="424690"/>
                </a:lnTo>
                <a:lnTo>
                  <a:pt x="47212" y="417443"/>
                </a:lnTo>
                <a:lnTo>
                  <a:pt x="58453" y="412612"/>
                </a:lnTo>
                <a:lnTo>
                  <a:pt x="71943" y="405364"/>
                </a:lnTo>
                <a:lnTo>
                  <a:pt x="85432" y="395701"/>
                </a:lnTo>
                <a:lnTo>
                  <a:pt x="98921" y="388454"/>
                </a:lnTo>
                <a:lnTo>
                  <a:pt x="112411" y="381207"/>
                </a:lnTo>
                <a:lnTo>
                  <a:pt x="125900" y="371544"/>
                </a:lnTo>
                <a:lnTo>
                  <a:pt x="139277" y="361881"/>
                </a:lnTo>
                <a:lnTo>
                  <a:pt x="152766" y="352218"/>
                </a:lnTo>
                <a:lnTo>
                  <a:pt x="164007" y="340139"/>
                </a:lnTo>
                <a:lnTo>
                  <a:pt x="175249" y="330597"/>
                </a:lnTo>
                <a:lnTo>
                  <a:pt x="184241" y="318518"/>
                </a:lnTo>
                <a:lnTo>
                  <a:pt x="190986" y="304023"/>
                </a:lnTo>
                <a:lnTo>
                  <a:pt x="202227" y="270202"/>
                </a:lnTo>
                <a:lnTo>
                  <a:pt x="204475" y="248461"/>
                </a:lnTo>
                <a:lnTo>
                  <a:pt x="204475" y="226840"/>
                </a:lnTo>
                <a:lnTo>
                  <a:pt x="204475" y="202682"/>
                </a:lnTo>
                <a:lnTo>
                  <a:pt x="202227" y="178524"/>
                </a:lnTo>
                <a:lnTo>
                  <a:pt x="202227" y="156782"/>
                </a:lnTo>
                <a:lnTo>
                  <a:pt x="202227" y="135041"/>
                </a:lnTo>
                <a:lnTo>
                  <a:pt x="204475" y="113420"/>
                </a:lnTo>
                <a:lnTo>
                  <a:pt x="211220" y="94093"/>
                </a:lnTo>
                <a:lnTo>
                  <a:pt x="220213" y="74767"/>
                </a:lnTo>
                <a:lnTo>
                  <a:pt x="233702" y="60273"/>
                </a:lnTo>
                <a:lnTo>
                  <a:pt x="253936" y="48194"/>
                </a:lnTo>
                <a:lnTo>
                  <a:pt x="278667" y="38531"/>
                </a:lnTo>
                <a:lnTo>
                  <a:pt x="312615" y="31284"/>
                </a:lnTo>
                <a:lnTo>
                  <a:pt x="355331" y="28868"/>
                </a:lnTo>
                <a:close/>
              </a:path>
            </a:pathLst>
          </a:custGeom>
          <a:ln w="1422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35" name="object 335"/>
          <p:cNvSpPr/>
          <p:nvPr/>
        </p:nvSpPr>
        <p:spPr>
          <a:xfrm>
            <a:off x="7142042" y="2712708"/>
            <a:ext cx="0" cy="1412133"/>
          </a:xfrm>
          <a:custGeom>
            <a:avLst/>
            <a:gdLst/>
            <a:ahLst/>
            <a:cxnLst/>
            <a:rect l="l" t="t" r="r" b="b"/>
            <a:pathLst>
              <a:path w="0" h="1412133">
                <a:moveTo>
                  <a:pt x="0" y="0"/>
                </a:moveTo>
                <a:lnTo>
                  <a:pt x="0" y="1412133"/>
                </a:lnTo>
              </a:path>
            </a:pathLst>
          </a:custGeom>
          <a:ln w="1348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36" name="object 336"/>
          <p:cNvSpPr/>
          <p:nvPr/>
        </p:nvSpPr>
        <p:spPr>
          <a:xfrm>
            <a:off x="7040984" y="2712708"/>
            <a:ext cx="0" cy="28989"/>
          </a:xfrm>
          <a:custGeom>
            <a:avLst/>
            <a:gdLst/>
            <a:ahLst/>
            <a:cxnLst/>
            <a:rect l="l" t="t" r="r" b="b"/>
            <a:pathLst>
              <a:path w="0" h="28989">
                <a:moveTo>
                  <a:pt x="0" y="0"/>
                </a:moveTo>
                <a:lnTo>
                  <a:pt x="0" y="28989"/>
                </a:lnTo>
              </a:path>
            </a:pathLst>
          </a:custGeom>
          <a:ln w="1348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37" name="object 337"/>
          <p:cNvSpPr/>
          <p:nvPr/>
        </p:nvSpPr>
        <p:spPr>
          <a:xfrm>
            <a:off x="7040984" y="2770565"/>
            <a:ext cx="0" cy="28989"/>
          </a:xfrm>
          <a:custGeom>
            <a:avLst/>
            <a:gdLst/>
            <a:ahLst/>
            <a:cxnLst/>
            <a:rect l="l" t="t" r="r" b="b"/>
            <a:pathLst>
              <a:path w="0" h="28989">
                <a:moveTo>
                  <a:pt x="0" y="0"/>
                </a:moveTo>
                <a:lnTo>
                  <a:pt x="0" y="28989"/>
                </a:lnTo>
              </a:path>
            </a:pathLst>
          </a:custGeom>
          <a:ln w="1348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38" name="object 338"/>
          <p:cNvSpPr/>
          <p:nvPr/>
        </p:nvSpPr>
        <p:spPr>
          <a:xfrm>
            <a:off x="7040984" y="2828544"/>
            <a:ext cx="0" cy="28868"/>
          </a:xfrm>
          <a:custGeom>
            <a:avLst/>
            <a:gdLst/>
            <a:ahLst/>
            <a:cxnLst/>
            <a:rect l="l" t="t" r="r" b="b"/>
            <a:pathLst>
              <a:path w="0" h="28868">
                <a:moveTo>
                  <a:pt x="0" y="0"/>
                </a:moveTo>
                <a:lnTo>
                  <a:pt x="0" y="28868"/>
                </a:lnTo>
              </a:path>
            </a:pathLst>
          </a:custGeom>
          <a:ln w="1348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39" name="object 339"/>
          <p:cNvSpPr/>
          <p:nvPr/>
        </p:nvSpPr>
        <p:spPr>
          <a:xfrm>
            <a:off x="7040984" y="2886401"/>
            <a:ext cx="0" cy="28989"/>
          </a:xfrm>
          <a:custGeom>
            <a:avLst/>
            <a:gdLst/>
            <a:ahLst/>
            <a:cxnLst/>
            <a:rect l="l" t="t" r="r" b="b"/>
            <a:pathLst>
              <a:path w="0" h="28989">
                <a:moveTo>
                  <a:pt x="0" y="0"/>
                </a:moveTo>
                <a:lnTo>
                  <a:pt x="0" y="28989"/>
                </a:lnTo>
              </a:path>
            </a:pathLst>
          </a:custGeom>
          <a:ln w="1348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40" name="object 340"/>
          <p:cNvSpPr/>
          <p:nvPr/>
        </p:nvSpPr>
        <p:spPr>
          <a:xfrm>
            <a:off x="7040984" y="2944621"/>
            <a:ext cx="0" cy="28989"/>
          </a:xfrm>
          <a:custGeom>
            <a:avLst/>
            <a:gdLst/>
            <a:ahLst/>
            <a:cxnLst/>
            <a:rect l="l" t="t" r="r" b="b"/>
            <a:pathLst>
              <a:path w="0" h="28989">
                <a:moveTo>
                  <a:pt x="0" y="0"/>
                </a:moveTo>
                <a:lnTo>
                  <a:pt x="0" y="28989"/>
                </a:lnTo>
              </a:path>
            </a:pathLst>
          </a:custGeom>
          <a:ln w="1348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41" name="object 341"/>
          <p:cNvSpPr/>
          <p:nvPr/>
        </p:nvSpPr>
        <p:spPr>
          <a:xfrm>
            <a:off x="7040984" y="3002599"/>
            <a:ext cx="0" cy="28868"/>
          </a:xfrm>
          <a:custGeom>
            <a:avLst/>
            <a:gdLst/>
            <a:ahLst/>
            <a:cxnLst/>
            <a:rect l="l" t="t" r="r" b="b"/>
            <a:pathLst>
              <a:path w="0" h="28868">
                <a:moveTo>
                  <a:pt x="0" y="0"/>
                </a:moveTo>
                <a:lnTo>
                  <a:pt x="0" y="28868"/>
                </a:lnTo>
              </a:path>
            </a:pathLst>
          </a:custGeom>
          <a:ln w="1348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42" name="object 342"/>
          <p:cNvSpPr/>
          <p:nvPr/>
        </p:nvSpPr>
        <p:spPr>
          <a:xfrm>
            <a:off x="7040984" y="3060457"/>
            <a:ext cx="0" cy="28989"/>
          </a:xfrm>
          <a:custGeom>
            <a:avLst/>
            <a:gdLst/>
            <a:ahLst/>
            <a:cxnLst/>
            <a:rect l="l" t="t" r="r" b="b"/>
            <a:pathLst>
              <a:path w="0" h="28989">
                <a:moveTo>
                  <a:pt x="0" y="0"/>
                </a:moveTo>
                <a:lnTo>
                  <a:pt x="0" y="28989"/>
                </a:lnTo>
              </a:path>
            </a:pathLst>
          </a:custGeom>
          <a:ln w="1348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43" name="object 343"/>
          <p:cNvSpPr/>
          <p:nvPr/>
        </p:nvSpPr>
        <p:spPr>
          <a:xfrm>
            <a:off x="7040984" y="3118314"/>
            <a:ext cx="0" cy="28989"/>
          </a:xfrm>
          <a:custGeom>
            <a:avLst/>
            <a:gdLst/>
            <a:ahLst/>
            <a:cxnLst/>
            <a:rect l="l" t="t" r="r" b="b"/>
            <a:pathLst>
              <a:path w="0" h="28989">
                <a:moveTo>
                  <a:pt x="0" y="0"/>
                </a:moveTo>
                <a:lnTo>
                  <a:pt x="0" y="28989"/>
                </a:lnTo>
              </a:path>
            </a:pathLst>
          </a:custGeom>
          <a:ln w="1348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44" name="object 344"/>
          <p:cNvSpPr/>
          <p:nvPr/>
        </p:nvSpPr>
        <p:spPr>
          <a:xfrm>
            <a:off x="7040984" y="3176293"/>
            <a:ext cx="0" cy="28989"/>
          </a:xfrm>
          <a:custGeom>
            <a:avLst/>
            <a:gdLst/>
            <a:ahLst/>
            <a:cxnLst/>
            <a:rect l="l" t="t" r="r" b="b"/>
            <a:pathLst>
              <a:path w="0" h="28989">
                <a:moveTo>
                  <a:pt x="0" y="0"/>
                </a:moveTo>
                <a:lnTo>
                  <a:pt x="0" y="28989"/>
                </a:lnTo>
              </a:path>
            </a:pathLst>
          </a:custGeom>
          <a:ln w="1348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45" name="object 345"/>
          <p:cNvSpPr/>
          <p:nvPr/>
        </p:nvSpPr>
        <p:spPr>
          <a:xfrm>
            <a:off x="7040984" y="3234150"/>
            <a:ext cx="0" cy="28989"/>
          </a:xfrm>
          <a:custGeom>
            <a:avLst/>
            <a:gdLst/>
            <a:ahLst/>
            <a:cxnLst/>
            <a:rect l="l" t="t" r="r" b="b"/>
            <a:pathLst>
              <a:path w="0" h="28989">
                <a:moveTo>
                  <a:pt x="0" y="0"/>
                </a:moveTo>
                <a:lnTo>
                  <a:pt x="0" y="28989"/>
                </a:lnTo>
              </a:path>
            </a:pathLst>
          </a:custGeom>
          <a:ln w="1348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46" name="object 346"/>
          <p:cNvSpPr/>
          <p:nvPr/>
        </p:nvSpPr>
        <p:spPr>
          <a:xfrm>
            <a:off x="7040984" y="3292128"/>
            <a:ext cx="0" cy="28989"/>
          </a:xfrm>
          <a:custGeom>
            <a:avLst/>
            <a:gdLst/>
            <a:ahLst/>
            <a:cxnLst/>
            <a:rect l="l" t="t" r="r" b="b"/>
            <a:pathLst>
              <a:path w="0" h="28989">
                <a:moveTo>
                  <a:pt x="0" y="0"/>
                </a:moveTo>
                <a:lnTo>
                  <a:pt x="0" y="28989"/>
                </a:lnTo>
              </a:path>
            </a:pathLst>
          </a:custGeom>
          <a:ln w="1348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47" name="object 347"/>
          <p:cNvSpPr/>
          <p:nvPr/>
        </p:nvSpPr>
        <p:spPr>
          <a:xfrm>
            <a:off x="7040984" y="3349986"/>
            <a:ext cx="0" cy="28989"/>
          </a:xfrm>
          <a:custGeom>
            <a:avLst/>
            <a:gdLst/>
            <a:ahLst/>
            <a:cxnLst/>
            <a:rect l="l" t="t" r="r" b="b"/>
            <a:pathLst>
              <a:path w="0" h="28989">
                <a:moveTo>
                  <a:pt x="0" y="0"/>
                </a:moveTo>
                <a:lnTo>
                  <a:pt x="0" y="28989"/>
                </a:lnTo>
              </a:path>
            </a:pathLst>
          </a:custGeom>
          <a:ln w="1348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48" name="object 348"/>
          <p:cNvSpPr/>
          <p:nvPr/>
        </p:nvSpPr>
        <p:spPr>
          <a:xfrm>
            <a:off x="7040984" y="3407964"/>
            <a:ext cx="0" cy="28868"/>
          </a:xfrm>
          <a:custGeom>
            <a:avLst/>
            <a:gdLst/>
            <a:ahLst/>
            <a:cxnLst/>
            <a:rect l="l" t="t" r="r" b="b"/>
            <a:pathLst>
              <a:path w="0" h="28868">
                <a:moveTo>
                  <a:pt x="0" y="0"/>
                </a:moveTo>
                <a:lnTo>
                  <a:pt x="0" y="28868"/>
                </a:lnTo>
              </a:path>
            </a:pathLst>
          </a:custGeom>
          <a:ln w="1348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49" name="object 349"/>
          <p:cNvSpPr/>
          <p:nvPr/>
        </p:nvSpPr>
        <p:spPr>
          <a:xfrm>
            <a:off x="7040984" y="3465822"/>
            <a:ext cx="0" cy="28989"/>
          </a:xfrm>
          <a:custGeom>
            <a:avLst/>
            <a:gdLst/>
            <a:ahLst/>
            <a:cxnLst/>
            <a:rect l="l" t="t" r="r" b="b"/>
            <a:pathLst>
              <a:path w="0" h="28989">
                <a:moveTo>
                  <a:pt x="0" y="0"/>
                </a:moveTo>
                <a:lnTo>
                  <a:pt x="0" y="28989"/>
                </a:lnTo>
              </a:path>
            </a:pathLst>
          </a:custGeom>
          <a:ln w="1348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50" name="object 350"/>
          <p:cNvSpPr/>
          <p:nvPr/>
        </p:nvSpPr>
        <p:spPr>
          <a:xfrm>
            <a:off x="7040984" y="3523800"/>
            <a:ext cx="0" cy="28868"/>
          </a:xfrm>
          <a:custGeom>
            <a:avLst/>
            <a:gdLst/>
            <a:ahLst/>
            <a:cxnLst/>
            <a:rect l="l" t="t" r="r" b="b"/>
            <a:pathLst>
              <a:path w="0" h="28868">
                <a:moveTo>
                  <a:pt x="0" y="0"/>
                </a:moveTo>
                <a:lnTo>
                  <a:pt x="0" y="28868"/>
                </a:lnTo>
              </a:path>
            </a:pathLst>
          </a:custGeom>
          <a:ln w="1348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51" name="object 351"/>
          <p:cNvSpPr/>
          <p:nvPr/>
        </p:nvSpPr>
        <p:spPr>
          <a:xfrm>
            <a:off x="7040984" y="3582020"/>
            <a:ext cx="0" cy="28868"/>
          </a:xfrm>
          <a:custGeom>
            <a:avLst/>
            <a:gdLst/>
            <a:ahLst/>
            <a:cxnLst/>
            <a:rect l="l" t="t" r="r" b="b"/>
            <a:pathLst>
              <a:path w="0" h="28868">
                <a:moveTo>
                  <a:pt x="0" y="0"/>
                </a:moveTo>
                <a:lnTo>
                  <a:pt x="0" y="28868"/>
                </a:lnTo>
              </a:path>
            </a:pathLst>
          </a:custGeom>
          <a:ln w="1348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52" name="object 352"/>
          <p:cNvSpPr/>
          <p:nvPr/>
        </p:nvSpPr>
        <p:spPr>
          <a:xfrm>
            <a:off x="7040984" y="3639877"/>
            <a:ext cx="0" cy="28989"/>
          </a:xfrm>
          <a:custGeom>
            <a:avLst/>
            <a:gdLst/>
            <a:ahLst/>
            <a:cxnLst/>
            <a:rect l="l" t="t" r="r" b="b"/>
            <a:pathLst>
              <a:path w="0" h="28989">
                <a:moveTo>
                  <a:pt x="0" y="0"/>
                </a:moveTo>
                <a:lnTo>
                  <a:pt x="0" y="28989"/>
                </a:lnTo>
              </a:path>
            </a:pathLst>
          </a:custGeom>
          <a:ln w="1348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53" name="object 353"/>
          <p:cNvSpPr/>
          <p:nvPr/>
        </p:nvSpPr>
        <p:spPr>
          <a:xfrm>
            <a:off x="7040984" y="3697735"/>
            <a:ext cx="0" cy="28989"/>
          </a:xfrm>
          <a:custGeom>
            <a:avLst/>
            <a:gdLst/>
            <a:ahLst/>
            <a:cxnLst/>
            <a:rect l="l" t="t" r="r" b="b"/>
            <a:pathLst>
              <a:path w="0" h="28989">
                <a:moveTo>
                  <a:pt x="0" y="0"/>
                </a:moveTo>
                <a:lnTo>
                  <a:pt x="0" y="28989"/>
                </a:lnTo>
              </a:path>
            </a:pathLst>
          </a:custGeom>
          <a:ln w="1348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54" name="object 354"/>
          <p:cNvSpPr/>
          <p:nvPr/>
        </p:nvSpPr>
        <p:spPr>
          <a:xfrm>
            <a:off x="7040984" y="3755713"/>
            <a:ext cx="0" cy="28989"/>
          </a:xfrm>
          <a:custGeom>
            <a:avLst/>
            <a:gdLst/>
            <a:ahLst/>
            <a:cxnLst/>
            <a:rect l="l" t="t" r="r" b="b"/>
            <a:pathLst>
              <a:path w="0" h="28989">
                <a:moveTo>
                  <a:pt x="0" y="0"/>
                </a:moveTo>
                <a:lnTo>
                  <a:pt x="0" y="28989"/>
                </a:lnTo>
              </a:path>
            </a:pathLst>
          </a:custGeom>
          <a:ln w="1348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55" name="object 355"/>
          <p:cNvSpPr/>
          <p:nvPr/>
        </p:nvSpPr>
        <p:spPr>
          <a:xfrm>
            <a:off x="7040984" y="3813571"/>
            <a:ext cx="0" cy="28989"/>
          </a:xfrm>
          <a:custGeom>
            <a:avLst/>
            <a:gdLst/>
            <a:ahLst/>
            <a:cxnLst/>
            <a:rect l="l" t="t" r="r" b="b"/>
            <a:pathLst>
              <a:path w="0" h="28989">
                <a:moveTo>
                  <a:pt x="0" y="0"/>
                </a:moveTo>
                <a:lnTo>
                  <a:pt x="0" y="28989"/>
                </a:lnTo>
              </a:path>
            </a:pathLst>
          </a:custGeom>
          <a:ln w="1348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56" name="object 356"/>
          <p:cNvSpPr/>
          <p:nvPr/>
        </p:nvSpPr>
        <p:spPr>
          <a:xfrm>
            <a:off x="7040984" y="3871549"/>
            <a:ext cx="0" cy="28989"/>
          </a:xfrm>
          <a:custGeom>
            <a:avLst/>
            <a:gdLst/>
            <a:ahLst/>
            <a:cxnLst/>
            <a:rect l="l" t="t" r="r" b="b"/>
            <a:pathLst>
              <a:path w="0" h="28989">
                <a:moveTo>
                  <a:pt x="0" y="0"/>
                </a:moveTo>
                <a:lnTo>
                  <a:pt x="0" y="28989"/>
                </a:lnTo>
              </a:path>
            </a:pathLst>
          </a:custGeom>
          <a:ln w="1348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57" name="object 357"/>
          <p:cNvSpPr/>
          <p:nvPr/>
        </p:nvSpPr>
        <p:spPr>
          <a:xfrm>
            <a:off x="7040984" y="3929406"/>
            <a:ext cx="0" cy="28989"/>
          </a:xfrm>
          <a:custGeom>
            <a:avLst/>
            <a:gdLst/>
            <a:ahLst/>
            <a:cxnLst/>
            <a:rect l="l" t="t" r="r" b="b"/>
            <a:pathLst>
              <a:path w="0" h="28989">
                <a:moveTo>
                  <a:pt x="0" y="0"/>
                </a:moveTo>
                <a:lnTo>
                  <a:pt x="0" y="28989"/>
                </a:lnTo>
              </a:path>
            </a:pathLst>
          </a:custGeom>
          <a:ln w="1348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58" name="object 358"/>
          <p:cNvSpPr/>
          <p:nvPr/>
        </p:nvSpPr>
        <p:spPr>
          <a:xfrm>
            <a:off x="7040984" y="3987385"/>
            <a:ext cx="0" cy="28868"/>
          </a:xfrm>
          <a:custGeom>
            <a:avLst/>
            <a:gdLst/>
            <a:ahLst/>
            <a:cxnLst/>
            <a:rect l="l" t="t" r="r" b="b"/>
            <a:pathLst>
              <a:path w="0" h="28868">
                <a:moveTo>
                  <a:pt x="0" y="0"/>
                </a:moveTo>
                <a:lnTo>
                  <a:pt x="0" y="28868"/>
                </a:lnTo>
              </a:path>
            </a:pathLst>
          </a:custGeom>
          <a:ln w="1348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59" name="object 359"/>
          <p:cNvSpPr/>
          <p:nvPr/>
        </p:nvSpPr>
        <p:spPr>
          <a:xfrm>
            <a:off x="7040984" y="4045242"/>
            <a:ext cx="0" cy="28989"/>
          </a:xfrm>
          <a:custGeom>
            <a:avLst/>
            <a:gdLst/>
            <a:ahLst/>
            <a:cxnLst/>
            <a:rect l="l" t="t" r="r" b="b"/>
            <a:pathLst>
              <a:path w="0" h="28989">
                <a:moveTo>
                  <a:pt x="0" y="0"/>
                </a:moveTo>
                <a:lnTo>
                  <a:pt x="0" y="28989"/>
                </a:lnTo>
              </a:path>
            </a:pathLst>
          </a:custGeom>
          <a:ln w="1348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60" name="object 360"/>
          <p:cNvSpPr/>
          <p:nvPr/>
        </p:nvSpPr>
        <p:spPr>
          <a:xfrm>
            <a:off x="7040984" y="4103220"/>
            <a:ext cx="0" cy="21621"/>
          </a:xfrm>
          <a:custGeom>
            <a:avLst/>
            <a:gdLst/>
            <a:ahLst/>
            <a:cxnLst/>
            <a:rect l="l" t="t" r="r" b="b"/>
            <a:pathLst>
              <a:path w="0" h="21621">
                <a:moveTo>
                  <a:pt x="0" y="0"/>
                </a:moveTo>
                <a:lnTo>
                  <a:pt x="0" y="21621"/>
                </a:lnTo>
              </a:path>
            </a:pathLst>
          </a:custGeom>
          <a:ln w="1348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61" name="object 361"/>
          <p:cNvSpPr/>
          <p:nvPr/>
        </p:nvSpPr>
        <p:spPr>
          <a:xfrm>
            <a:off x="3283190" y="1051630"/>
            <a:ext cx="838362" cy="468416"/>
          </a:xfrm>
          <a:custGeom>
            <a:avLst/>
            <a:gdLst/>
            <a:ahLst/>
            <a:cxnLst/>
            <a:rect l="l" t="t" r="r" b="b"/>
            <a:pathLst>
              <a:path w="838362" h="468416">
                <a:moveTo>
                  <a:pt x="0" y="468416"/>
                </a:moveTo>
                <a:lnTo>
                  <a:pt x="514506" y="243991"/>
                </a:lnTo>
                <a:lnTo>
                  <a:pt x="323519" y="224786"/>
                </a:lnTo>
                <a:lnTo>
                  <a:pt x="838362" y="0"/>
                </a:lnTo>
              </a:path>
            </a:pathLst>
          </a:custGeom>
          <a:ln w="1424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62" name="object 362"/>
          <p:cNvSpPr/>
          <p:nvPr/>
        </p:nvSpPr>
        <p:spPr>
          <a:xfrm>
            <a:off x="3195622" y="1483931"/>
            <a:ext cx="107802" cy="72352"/>
          </a:xfrm>
          <a:custGeom>
            <a:avLst/>
            <a:gdLst/>
            <a:ahLst/>
            <a:cxnLst/>
            <a:rect l="l" t="t" r="r" b="b"/>
            <a:pathLst>
              <a:path w="107802" h="72352">
                <a:moveTo>
                  <a:pt x="107802" y="65104"/>
                </a:moveTo>
                <a:lnTo>
                  <a:pt x="83071" y="0"/>
                </a:lnTo>
                <a:lnTo>
                  <a:pt x="0" y="72352"/>
                </a:lnTo>
                <a:lnTo>
                  <a:pt x="107802" y="6510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63" name="object 363"/>
          <p:cNvSpPr/>
          <p:nvPr/>
        </p:nvSpPr>
        <p:spPr>
          <a:xfrm>
            <a:off x="4101319" y="1013099"/>
            <a:ext cx="107914" cy="75009"/>
          </a:xfrm>
          <a:custGeom>
            <a:avLst/>
            <a:gdLst/>
            <a:ahLst/>
            <a:cxnLst/>
            <a:rect l="l" t="t" r="r" b="b"/>
            <a:pathLst>
              <a:path w="107914" h="75009">
                <a:moveTo>
                  <a:pt x="0" y="7247"/>
                </a:moveTo>
                <a:lnTo>
                  <a:pt x="26978" y="75009"/>
                </a:lnTo>
                <a:lnTo>
                  <a:pt x="107914" y="0"/>
                </a:lnTo>
                <a:lnTo>
                  <a:pt x="0" y="724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64" name="object 364"/>
          <p:cNvSpPr/>
          <p:nvPr/>
        </p:nvSpPr>
        <p:spPr>
          <a:xfrm>
            <a:off x="3332651" y="1669703"/>
            <a:ext cx="24730" cy="12078"/>
          </a:xfrm>
          <a:custGeom>
            <a:avLst/>
            <a:gdLst/>
            <a:ahLst/>
            <a:cxnLst/>
            <a:rect l="l" t="t" r="r" b="b"/>
            <a:pathLst>
              <a:path w="24730" h="12078">
                <a:moveTo>
                  <a:pt x="0" y="12078"/>
                </a:moveTo>
                <a:lnTo>
                  <a:pt x="24730" y="0"/>
                </a:lnTo>
              </a:path>
            </a:pathLst>
          </a:custGeom>
          <a:ln w="1429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65" name="object 365"/>
          <p:cNvSpPr/>
          <p:nvPr/>
        </p:nvSpPr>
        <p:spPr>
          <a:xfrm>
            <a:off x="3382112" y="1650377"/>
            <a:ext cx="24730" cy="9663"/>
          </a:xfrm>
          <a:custGeom>
            <a:avLst/>
            <a:gdLst/>
            <a:ahLst/>
            <a:cxnLst/>
            <a:rect l="l" t="t" r="r" b="b"/>
            <a:pathLst>
              <a:path w="24730" h="9663">
                <a:moveTo>
                  <a:pt x="0" y="9663"/>
                </a:moveTo>
                <a:lnTo>
                  <a:pt x="24730" y="0"/>
                </a:lnTo>
              </a:path>
            </a:pathLst>
          </a:custGeom>
          <a:ln w="1435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66" name="object 366"/>
          <p:cNvSpPr/>
          <p:nvPr/>
        </p:nvSpPr>
        <p:spPr>
          <a:xfrm>
            <a:off x="3431461" y="1628635"/>
            <a:ext cx="24730" cy="9663"/>
          </a:xfrm>
          <a:custGeom>
            <a:avLst/>
            <a:gdLst/>
            <a:ahLst/>
            <a:cxnLst/>
            <a:rect l="l" t="t" r="r" b="b"/>
            <a:pathLst>
              <a:path w="24730" h="9663">
                <a:moveTo>
                  <a:pt x="0" y="9663"/>
                </a:moveTo>
                <a:lnTo>
                  <a:pt x="24730" y="0"/>
                </a:lnTo>
              </a:path>
            </a:pathLst>
          </a:custGeom>
          <a:ln w="1435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67" name="object 367"/>
          <p:cNvSpPr/>
          <p:nvPr/>
        </p:nvSpPr>
        <p:spPr>
          <a:xfrm>
            <a:off x="3480922" y="1606893"/>
            <a:ext cx="24730" cy="9663"/>
          </a:xfrm>
          <a:custGeom>
            <a:avLst/>
            <a:gdLst/>
            <a:ahLst/>
            <a:cxnLst/>
            <a:rect l="l" t="t" r="r" b="b"/>
            <a:pathLst>
              <a:path w="24730" h="9663">
                <a:moveTo>
                  <a:pt x="0" y="9663"/>
                </a:moveTo>
                <a:lnTo>
                  <a:pt x="24730" y="0"/>
                </a:lnTo>
              </a:path>
            </a:pathLst>
          </a:custGeom>
          <a:ln w="1435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68" name="object 368"/>
          <p:cNvSpPr/>
          <p:nvPr/>
        </p:nvSpPr>
        <p:spPr>
          <a:xfrm>
            <a:off x="3530383" y="1585272"/>
            <a:ext cx="24730" cy="9663"/>
          </a:xfrm>
          <a:custGeom>
            <a:avLst/>
            <a:gdLst/>
            <a:ahLst/>
            <a:cxnLst/>
            <a:rect l="l" t="t" r="r" b="b"/>
            <a:pathLst>
              <a:path w="24730" h="9663">
                <a:moveTo>
                  <a:pt x="0" y="9663"/>
                </a:moveTo>
                <a:lnTo>
                  <a:pt x="24730" y="0"/>
                </a:lnTo>
              </a:path>
            </a:pathLst>
          </a:custGeom>
          <a:ln w="1435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69" name="object 369"/>
          <p:cNvSpPr/>
          <p:nvPr/>
        </p:nvSpPr>
        <p:spPr>
          <a:xfrm>
            <a:off x="3579843" y="1563530"/>
            <a:ext cx="24618" cy="9663"/>
          </a:xfrm>
          <a:custGeom>
            <a:avLst/>
            <a:gdLst/>
            <a:ahLst/>
            <a:cxnLst/>
            <a:rect l="l" t="t" r="r" b="b"/>
            <a:pathLst>
              <a:path w="24618" h="9663">
                <a:moveTo>
                  <a:pt x="0" y="9663"/>
                </a:moveTo>
                <a:lnTo>
                  <a:pt x="24618" y="0"/>
                </a:lnTo>
              </a:path>
            </a:pathLst>
          </a:custGeom>
          <a:ln w="1435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70" name="object 370"/>
          <p:cNvSpPr/>
          <p:nvPr/>
        </p:nvSpPr>
        <p:spPr>
          <a:xfrm>
            <a:off x="3629192" y="1541788"/>
            <a:ext cx="24730" cy="9663"/>
          </a:xfrm>
          <a:custGeom>
            <a:avLst/>
            <a:gdLst/>
            <a:ahLst/>
            <a:cxnLst/>
            <a:rect l="l" t="t" r="r" b="b"/>
            <a:pathLst>
              <a:path w="24730" h="9663">
                <a:moveTo>
                  <a:pt x="0" y="9663"/>
                </a:moveTo>
                <a:lnTo>
                  <a:pt x="24730" y="0"/>
                </a:lnTo>
              </a:path>
            </a:pathLst>
          </a:custGeom>
          <a:ln w="1435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71" name="object 371"/>
          <p:cNvSpPr/>
          <p:nvPr/>
        </p:nvSpPr>
        <p:spPr>
          <a:xfrm>
            <a:off x="3678653" y="1520046"/>
            <a:ext cx="24730" cy="9663"/>
          </a:xfrm>
          <a:custGeom>
            <a:avLst/>
            <a:gdLst/>
            <a:ahLst/>
            <a:cxnLst/>
            <a:rect l="l" t="t" r="r" b="b"/>
            <a:pathLst>
              <a:path w="24730" h="9663">
                <a:moveTo>
                  <a:pt x="0" y="9663"/>
                </a:moveTo>
                <a:lnTo>
                  <a:pt x="24730" y="0"/>
                </a:lnTo>
              </a:path>
            </a:pathLst>
          </a:custGeom>
          <a:ln w="1435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72" name="object 372"/>
          <p:cNvSpPr/>
          <p:nvPr/>
        </p:nvSpPr>
        <p:spPr>
          <a:xfrm>
            <a:off x="3728114" y="1498304"/>
            <a:ext cx="24730" cy="9663"/>
          </a:xfrm>
          <a:custGeom>
            <a:avLst/>
            <a:gdLst/>
            <a:ahLst/>
            <a:cxnLst/>
            <a:rect l="l" t="t" r="r" b="b"/>
            <a:pathLst>
              <a:path w="24730" h="9663">
                <a:moveTo>
                  <a:pt x="0" y="9663"/>
                </a:moveTo>
                <a:lnTo>
                  <a:pt x="24730" y="0"/>
                </a:lnTo>
              </a:path>
            </a:pathLst>
          </a:custGeom>
          <a:ln w="1435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73" name="object 373"/>
          <p:cNvSpPr/>
          <p:nvPr/>
        </p:nvSpPr>
        <p:spPr>
          <a:xfrm>
            <a:off x="3777575" y="1476683"/>
            <a:ext cx="24618" cy="12078"/>
          </a:xfrm>
          <a:custGeom>
            <a:avLst/>
            <a:gdLst/>
            <a:ahLst/>
            <a:cxnLst/>
            <a:rect l="l" t="t" r="r" b="b"/>
            <a:pathLst>
              <a:path w="24618" h="12078">
                <a:moveTo>
                  <a:pt x="0" y="12078"/>
                </a:moveTo>
                <a:lnTo>
                  <a:pt x="24618" y="0"/>
                </a:lnTo>
              </a:path>
            </a:pathLst>
          </a:custGeom>
          <a:ln w="1428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74" name="object 374"/>
          <p:cNvSpPr/>
          <p:nvPr/>
        </p:nvSpPr>
        <p:spPr>
          <a:xfrm>
            <a:off x="3826923" y="1457357"/>
            <a:ext cx="20234" cy="9663"/>
          </a:xfrm>
          <a:custGeom>
            <a:avLst/>
            <a:gdLst/>
            <a:ahLst/>
            <a:cxnLst/>
            <a:rect l="l" t="t" r="r" b="b"/>
            <a:pathLst>
              <a:path w="20234" h="9663">
                <a:moveTo>
                  <a:pt x="0" y="9663"/>
                </a:moveTo>
                <a:lnTo>
                  <a:pt x="20234" y="0"/>
                </a:lnTo>
                <a:lnTo>
                  <a:pt x="15737" y="0"/>
                </a:lnTo>
              </a:path>
            </a:pathLst>
          </a:custGeom>
          <a:ln w="1429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75" name="object 375"/>
          <p:cNvSpPr/>
          <p:nvPr/>
        </p:nvSpPr>
        <p:spPr>
          <a:xfrm>
            <a:off x="3788703" y="1452526"/>
            <a:ext cx="26978" cy="2415"/>
          </a:xfrm>
          <a:custGeom>
            <a:avLst/>
            <a:gdLst/>
            <a:ahLst/>
            <a:cxnLst/>
            <a:rect l="l" t="t" r="r" b="b"/>
            <a:pathLst>
              <a:path w="26978" h="2415">
                <a:moveTo>
                  <a:pt x="26978" y="2415"/>
                </a:moveTo>
                <a:lnTo>
                  <a:pt x="0" y="0"/>
                </a:lnTo>
              </a:path>
            </a:pathLst>
          </a:custGeom>
          <a:ln w="1447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76" name="object 376"/>
          <p:cNvSpPr/>
          <p:nvPr/>
        </p:nvSpPr>
        <p:spPr>
          <a:xfrm>
            <a:off x="3734858" y="1445278"/>
            <a:ext cx="26978" cy="2415"/>
          </a:xfrm>
          <a:custGeom>
            <a:avLst/>
            <a:gdLst/>
            <a:ahLst/>
            <a:cxnLst/>
            <a:rect l="l" t="t" r="r" b="b"/>
            <a:pathLst>
              <a:path w="26978" h="2415">
                <a:moveTo>
                  <a:pt x="26978" y="2415"/>
                </a:moveTo>
                <a:lnTo>
                  <a:pt x="0" y="0"/>
                </a:lnTo>
              </a:path>
            </a:pathLst>
          </a:custGeom>
          <a:ln w="1447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77" name="object 377"/>
          <p:cNvSpPr/>
          <p:nvPr/>
        </p:nvSpPr>
        <p:spPr>
          <a:xfrm>
            <a:off x="3680901" y="1440447"/>
            <a:ext cx="26978" cy="2415"/>
          </a:xfrm>
          <a:custGeom>
            <a:avLst/>
            <a:gdLst/>
            <a:ahLst/>
            <a:cxnLst/>
            <a:rect l="l" t="t" r="r" b="b"/>
            <a:pathLst>
              <a:path w="26978" h="2415">
                <a:moveTo>
                  <a:pt x="26978" y="2415"/>
                </a:moveTo>
                <a:lnTo>
                  <a:pt x="0" y="0"/>
                </a:lnTo>
              </a:path>
            </a:pathLst>
          </a:custGeom>
          <a:ln w="1447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78" name="object 378"/>
          <p:cNvSpPr/>
          <p:nvPr/>
        </p:nvSpPr>
        <p:spPr>
          <a:xfrm>
            <a:off x="3662915" y="1425952"/>
            <a:ext cx="24730" cy="9663"/>
          </a:xfrm>
          <a:custGeom>
            <a:avLst/>
            <a:gdLst/>
            <a:ahLst/>
            <a:cxnLst/>
            <a:rect l="l" t="t" r="r" b="b"/>
            <a:pathLst>
              <a:path w="24730" h="9663">
                <a:moveTo>
                  <a:pt x="0" y="9663"/>
                </a:moveTo>
                <a:lnTo>
                  <a:pt x="24730" y="0"/>
                </a:lnTo>
              </a:path>
            </a:pathLst>
          </a:custGeom>
          <a:ln w="1435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79" name="object 379"/>
          <p:cNvSpPr/>
          <p:nvPr/>
        </p:nvSpPr>
        <p:spPr>
          <a:xfrm>
            <a:off x="3712376" y="1404210"/>
            <a:ext cx="24730" cy="9663"/>
          </a:xfrm>
          <a:custGeom>
            <a:avLst/>
            <a:gdLst/>
            <a:ahLst/>
            <a:cxnLst/>
            <a:rect l="l" t="t" r="r" b="b"/>
            <a:pathLst>
              <a:path w="24730" h="9663">
                <a:moveTo>
                  <a:pt x="0" y="9663"/>
                </a:moveTo>
                <a:lnTo>
                  <a:pt x="24730" y="0"/>
                </a:lnTo>
              </a:path>
            </a:pathLst>
          </a:custGeom>
          <a:ln w="1435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80" name="object 380"/>
          <p:cNvSpPr/>
          <p:nvPr/>
        </p:nvSpPr>
        <p:spPr>
          <a:xfrm>
            <a:off x="3761837" y="1382589"/>
            <a:ext cx="24618" cy="9542"/>
          </a:xfrm>
          <a:custGeom>
            <a:avLst/>
            <a:gdLst/>
            <a:ahLst/>
            <a:cxnLst/>
            <a:rect l="l" t="t" r="r" b="b"/>
            <a:pathLst>
              <a:path w="24618" h="9542">
                <a:moveTo>
                  <a:pt x="0" y="9542"/>
                </a:moveTo>
                <a:lnTo>
                  <a:pt x="24618" y="0"/>
                </a:lnTo>
              </a:path>
            </a:pathLst>
          </a:custGeom>
          <a:ln w="1435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81" name="object 381"/>
          <p:cNvSpPr/>
          <p:nvPr/>
        </p:nvSpPr>
        <p:spPr>
          <a:xfrm>
            <a:off x="3811186" y="1360847"/>
            <a:ext cx="24730" cy="9663"/>
          </a:xfrm>
          <a:custGeom>
            <a:avLst/>
            <a:gdLst/>
            <a:ahLst/>
            <a:cxnLst/>
            <a:rect l="l" t="t" r="r" b="b"/>
            <a:pathLst>
              <a:path w="24730" h="9663">
                <a:moveTo>
                  <a:pt x="0" y="9663"/>
                </a:moveTo>
                <a:lnTo>
                  <a:pt x="24730" y="0"/>
                </a:lnTo>
              </a:path>
            </a:pathLst>
          </a:custGeom>
          <a:ln w="1435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82" name="object 382"/>
          <p:cNvSpPr/>
          <p:nvPr/>
        </p:nvSpPr>
        <p:spPr>
          <a:xfrm>
            <a:off x="3860647" y="1339106"/>
            <a:ext cx="24730" cy="9663"/>
          </a:xfrm>
          <a:custGeom>
            <a:avLst/>
            <a:gdLst/>
            <a:ahLst/>
            <a:cxnLst/>
            <a:rect l="l" t="t" r="r" b="b"/>
            <a:pathLst>
              <a:path w="24730" h="9663">
                <a:moveTo>
                  <a:pt x="0" y="9663"/>
                </a:moveTo>
                <a:lnTo>
                  <a:pt x="24730" y="0"/>
                </a:lnTo>
              </a:path>
            </a:pathLst>
          </a:custGeom>
          <a:ln w="1435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83" name="object 383"/>
          <p:cNvSpPr/>
          <p:nvPr/>
        </p:nvSpPr>
        <p:spPr>
          <a:xfrm>
            <a:off x="3910332" y="1317364"/>
            <a:ext cx="24730" cy="9663"/>
          </a:xfrm>
          <a:custGeom>
            <a:avLst/>
            <a:gdLst/>
            <a:ahLst/>
            <a:cxnLst/>
            <a:rect l="l" t="t" r="r" b="b"/>
            <a:pathLst>
              <a:path w="24730" h="9663">
                <a:moveTo>
                  <a:pt x="0" y="9663"/>
                </a:moveTo>
                <a:lnTo>
                  <a:pt x="24730" y="0"/>
                </a:lnTo>
              </a:path>
            </a:pathLst>
          </a:custGeom>
          <a:ln w="1435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84" name="object 384"/>
          <p:cNvSpPr/>
          <p:nvPr/>
        </p:nvSpPr>
        <p:spPr>
          <a:xfrm>
            <a:off x="3959793" y="1295622"/>
            <a:ext cx="24730" cy="12078"/>
          </a:xfrm>
          <a:custGeom>
            <a:avLst/>
            <a:gdLst/>
            <a:ahLst/>
            <a:cxnLst/>
            <a:rect l="l" t="t" r="r" b="b"/>
            <a:pathLst>
              <a:path w="24730" h="12078">
                <a:moveTo>
                  <a:pt x="0" y="12078"/>
                </a:moveTo>
                <a:lnTo>
                  <a:pt x="24730" y="0"/>
                </a:lnTo>
              </a:path>
            </a:pathLst>
          </a:custGeom>
          <a:ln w="1429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85" name="object 385"/>
          <p:cNvSpPr/>
          <p:nvPr/>
        </p:nvSpPr>
        <p:spPr>
          <a:xfrm>
            <a:off x="4009254" y="1274001"/>
            <a:ext cx="24730" cy="12078"/>
          </a:xfrm>
          <a:custGeom>
            <a:avLst/>
            <a:gdLst/>
            <a:ahLst/>
            <a:cxnLst/>
            <a:rect l="l" t="t" r="r" b="b"/>
            <a:pathLst>
              <a:path w="24730" h="12078">
                <a:moveTo>
                  <a:pt x="0" y="12078"/>
                </a:moveTo>
                <a:lnTo>
                  <a:pt x="24730" y="0"/>
                </a:lnTo>
              </a:path>
            </a:pathLst>
          </a:custGeom>
          <a:ln w="1429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86" name="object 386"/>
          <p:cNvSpPr/>
          <p:nvPr/>
        </p:nvSpPr>
        <p:spPr>
          <a:xfrm>
            <a:off x="4058603" y="1252259"/>
            <a:ext cx="24730" cy="12078"/>
          </a:xfrm>
          <a:custGeom>
            <a:avLst/>
            <a:gdLst/>
            <a:ahLst/>
            <a:cxnLst/>
            <a:rect l="l" t="t" r="r" b="b"/>
            <a:pathLst>
              <a:path w="24730" h="12078">
                <a:moveTo>
                  <a:pt x="0" y="12078"/>
                </a:moveTo>
                <a:lnTo>
                  <a:pt x="24730" y="0"/>
                </a:lnTo>
              </a:path>
            </a:pathLst>
          </a:custGeom>
          <a:ln w="1429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87" name="object 387"/>
          <p:cNvSpPr/>
          <p:nvPr/>
        </p:nvSpPr>
        <p:spPr>
          <a:xfrm>
            <a:off x="4108064" y="1230517"/>
            <a:ext cx="24730" cy="12078"/>
          </a:xfrm>
          <a:custGeom>
            <a:avLst/>
            <a:gdLst/>
            <a:ahLst/>
            <a:cxnLst/>
            <a:rect l="l" t="t" r="r" b="b"/>
            <a:pathLst>
              <a:path w="24730" h="12078">
                <a:moveTo>
                  <a:pt x="0" y="12078"/>
                </a:moveTo>
                <a:lnTo>
                  <a:pt x="24730" y="0"/>
                </a:lnTo>
              </a:path>
            </a:pathLst>
          </a:custGeom>
          <a:ln w="1429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88" name="object 388"/>
          <p:cNvSpPr/>
          <p:nvPr/>
        </p:nvSpPr>
        <p:spPr>
          <a:xfrm>
            <a:off x="4157525" y="1213607"/>
            <a:ext cx="15737" cy="7247"/>
          </a:xfrm>
          <a:custGeom>
            <a:avLst/>
            <a:gdLst/>
            <a:ahLst/>
            <a:cxnLst/>
            <a:rect l="l" t="t" r="r" b="b"/>
            <a:pathLst>
              <a:path w="15737" h="7247">
                <a:moveTo>
                  <a:pt x="0" y="7247"/>
                </a:moveTo>
                <a:lnTo>
                  <a:pt x="15737" y="0"/>
                </a:lnTo>
              </a:path>
            </a:pathLst>
          </a:custGeom>
          <a:ln w="1430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89" name="object 389"/>
          <p:cNvSpPr/>
          <p:nvPr/>
        </p:nvSpPr>
        <p:spPr>
          <a:xfrm>
            <a:off x="3247331" y="1645545"/>
            <a:ext cx="105554" cy="75130"/>
          </a:xfrm>
          <a:custGeom>
            <a:avLst/>
            <a:gdLst/>
            <a:ahLst/>
            <a:cxnLst/>
            <a:rect l="l" t="t" r="r" b="b"/>
            <a:pathLst>
              <a:path w="105554" h="75130">
                <a:moveTo>
                  <a:pt x="105554" y="67882"/>
                </a:moveTo>
                <a:lnTo>
                  <a:pt x="80823" y="0"/>
                </a:lnTo>
                <a:lnTo>
                  <a:pt x="0" y="75130"/>
                </a:lnTo>
                <a:lnTo>
                  <a:pt x="105554" y="6788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90" name="object 390"/>
          <p:cNvSpPr/>
          <p:nvPr/>
        </p:nvSpPr>
        <p:spPr>
          <a:xfrm>
            <a:off x="4153028" y="1177491"/>
            <a:ext cx="105554" cy="74767"/>
          </a:xfrm>
          <a:custGeom>
            <a:avLst/>
            <a:gdLst/>
            <a:ahLst/>
            <a:cxnLst/>
            <a:rect l="l" t="t" r="r" b="b"/>
            <a:pathLst>
              <a:path w="105554" h="74767">
                <a:moveTo>
                  <a:pt x="0" y="7126"/>
                </a:moveTo>
                <a:lnTo>
                  <a:pt x="24730" y="74767"/>
                </a:lnTo>
                <a:lnTo>
                  <a:pt x="105554" y="0"/>
                </a:lnTo>
                <a:lnTo>
                  <a:pt x="0" y="712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91" name="object 391"/>
          <p:cNvSpPr/>
          <p:nvPr/>
        </p:nvSpPr>
        <p:spPr>
          <a:xfrm>
            <a:off x="2676316" y="2246707"/>
            <a:ext cx="838328" cy="468416"/>
          </a:xfrm>
          <a:custGeom>
            <a:avLst/>
            <a:gdLst/>
            <a:ahLst/>
            <a:cxnLst/>
            <a:rect l="l" t="t" r="r" b="b"/>
            <a:pathLst>
              <a:path w="838328" h="468416">
                <a:moveTo>
                  <a:pt x="0" y="468416"/>
                </a:moveTo>
                <a:lnTo>
                  <a:pt x="514809" y="243991"/>
                </a:lnTo>
                <a:lnTo>
                  <a:pt x="323485" y="224665"/>
                </a:lnTo>
                <a:lnTo>
                  <a:pt x="838328" y="0"/>
                </a:lnTo>
              </a:path>
            </a:pathLst>
          </a:custGeom>
          <a:ln w="1424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92" name="object 392"/>
          <p:cNvSpPr/>
          <p:nvPr/>
        </p:nvSpPr>
        <p:spPr>
          <a:xfrm>
            <a:off x="2588691" y="2678887"/>
            <a:ext cx="107836" cy="74767"/>
          </a:xfrm>
          <a:custGeom>
            <a:avLst/>
            <a:gdLst/>
            <a:ahLst/>
            <a:cxnLst/>
            <a:rect l="l" t="t" r="r" b="b"/>
            <a:pathLst>
              <a:path w="107836" h="74767">
                <a:moveTo>
                  <a:pt x="107836" y="67641"/>
                </a:moveTo>
                <a:lnTo>
                  <a:pt x="80879" y="0"/>
                </a:lnTo>
                <a:lnTo>
                  <a:pt x="0" y="74767"/>
                </a:lnTo>
                <a:lnTo>
                  <a:pt x="107836" y="6764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93" name="object 393"/>
          <p:cNvSpPr/>
          <p:nvPr/>
        </p:nvSpPr>
        <p:spPr>
          <a:xfrm>
            <a:off x="3494411" y="2210471"/>
            <a:ext cx="107914" cy="72352"/>
          </a:xfrm>
          <a:custGeom>
            <a:avLst/>
            <a:gdLst/>
            <a:ahLst/>
            <a:cxnLst/>
            <a:rect l="l" t="t" r="r" b="b"/>
            <a:pathLst>
              <a:path w="107914" h="72352">
                <a:moveTo>
                  <a:pt x="0" y="7247"/>
                </a:moveTo>
                <a:lnTo>
                  <a:pt x="24730" y="72352"/>
                </a:lnTo>
                <a:lnTo>
                  <a:pt x="107914" y="0"/>
                </a:lnTo>
                <a:lnTo>
                  <a:pt x="0" y="724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94" name="object 394"/>
          <p:cNvSpPr/>
          <p:nvPr/>
        </p:nvSpPr>
        <p:spPr>
          <a:xfrm>
            <a:off x="2725743" y="2867075"/>
            <a:ext cx="24707" cy="12078"/>
          </a:xfrm>
          <a:custGeom>
            <a:avLst/>
            <a:gdLst/>
            <a:ahLst/>
            <a:cxnLst/>
            <a:rect l="l" t="t" r="r" b="b"/>
            <a:pathLst>
              <a:path w="24707" h="12078">
                <a:moveTo>
                  <a:pt x="0" y="12078"/>
                </a:moveTo>
                <a:lnTo>
                  <a:pt x="24707" y="0"/>
                </a:lnTo>
              </a:path>
            </a:pathLst>
          </a:custGeom>
          <a:ln w="1429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95" name="object 395"/>
          <p:cNvSpPr/>
          <p:nvPr/>
        </p:nvSpPr>
        <p:spPr>
          <a:xfrm>
            <a:off x="2775170" y="2847870"/>
            <a:ext cx="24719" cy="9542"/>
          </a:xfrm>
          <a:custGeom>
            <a:avLst/>
            <a:gdLst/>
            <a:ahLst/>
            <a:cxnLst/>
            <a:rect l="l" t="t" r="r" b="b"/>
            <a:pathLst>
              <a:path w="24719" h="9542">
                <a:moveTo>
                  <a:pt x="0" y="9542"/>
                </a:moveTo>
                <a:lnTo>
                  <a:pt x="24719" y="0"/>
                </a:lnTo>
              </a:path>
            </a:pathLst>
          </a:custGeom>
          <a:ln w="1435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96" name="object 396"/>
          <p:cNvSpPr/>
          <p:nvPr/>
        </p:nvSpPr>
        <p:spPr>
          <a:xfrm>
            <a:off x="2824598" y="2826128"/>
            <a:ext cx="24719" cy="9663"/>
          </a:xfrm>
          <a:custGeom>
            <a:avLst/>
            <a:gdLst/>
            <a:ahLst/>
            <a:cxnLst/>
            <a:rect l="l" t="t" r="r" b="b"/>
            <a:pathLst>
              <a:path w="24719" h="9663">
                <a:moveTo>
                  <a:pt x="0" y="9663"/>
                </a:moveTo>
                <a:lnTo>
                  <a:pt x="24719" y="0"/>
                </a:lnTo>
              </a:path>
            </a:pathLst>
          </a:custGeom>
          <a:ln w="1435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97" name="object 397"/>
          <p:cNvSpPr/>
          <p:nvPr/>
        </p:nvSpPr>
        <p:spPr>
          <a:xfrm>
            <a:off x="2874025" y="2804386"/>
            <a:ext cx="24719" cy="9663"/>
          </a:xfrm>
          <a:custGeom>
            <a:avLst/>
            <a:gdLst/>
            <a:ahLst/>
            <a:cxnLst/>
            <a:rect l="l" t="t" r="r" b="b"/>
            <a:pathLst>
              <a:path w="24719" h="9663">
                <a:moveTo>
                  <a:pt x="0" y="9663"/>
                </a:moveTo>
                <a:lnTo>
                  <a:pt x="24719" y="0"/>
                </a:lnTo>
              </a:path>
            </a:pathLst>
          </a:custGeom>
          <a:ln w="1435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98" name="object 398"/>
          <p:cNvSpPr/>
          <p:nvPr/>
        </p:nvSpPr>
        <p:spPr>
          <a:xfrm>
            <a:off x="2923474" y="2782644"/>
            <a:ext cx="24730" cy="9663"/>
          </a:xfrm>
          <a:custGeom>
            <a:avLst/>
            <a:gdLst/>
            <a:ahLst/>
            <a:cxnLst/>
            <a:rect l="l" t="t" r="r" b="b"/>
            <a:pathLst>
              <a:path w="24730" h="9663">
                <a:moveTo>
                  <a:pt x="0" y="9663"/>
                </a:moveTo>
                <a:lnTo>
                  <a:pt x="24730" y="0"/>
                </a:lnTo>
              </a:path>
            </a:pathLst>
          </a:custGeom>
          <a:ln w="1435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99" name="object 399"/>
          <p:cNvSpPr/>
          <p:nvPr/>
        </p:nvSpPr>
        <p:spPr>
          <a:xfrm>
            <a:off x="2972935" y="2760902"/>
            <a:ext cx="24618" cy="9663"/>
          </a:xfrm>
          <a:custGeom>
            <a:avLst/>
            <a:gdLst/>
            <a:ahLst/>
            <a:cxnLst/>
            <a:rect l="l" t="t" r="r" b="b"/>
            <a:pathLst>
              <a:path w="24618" h="9663">
                <a:moveTo>
                  <a:pt x="0" y="9663"/>
                </a:moveTo>
                <a:lnTo>
                  <a:pt x="24618" y="0"/>
                </a:lnTo>
              </a:path>
            </a:pathLst>
          </a:custGeom>
          <a:ln w="1435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00" name="object 400"/>
          <p:cNvSpPr/>
          <p:nvPr/>
        </p:nvSpPr>
        <p:spPr>
          <a:xfrm>
            <a:off x="3022284" y="2739281"/>
            <a:ext cx="25067" cy="9663"/>
          </a:xfrm>
          <a:custGeom>
            <a:avLst/>
            <a:gdLst/>
            <a:ahLst/>
            <a:cxnLst/>
            <a:rect l="l" t="t" r="r" b="b"/>
            <a:pathLst>
              <a:path w="25067" h="9663">
                <a:moveTo>
                  <a:pt x="0" y="9663"/>
                </a:moveTo>
                <a:lnTo>
                  <a:pt x="25067" y="0"/>
                </a:lnTo>
              </a:path>
            </a:pathLst>
          </a:custGeom>
          <a:ln w="1435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01" name="object 401"/>
          <p:cNvSpPr/>
          <p:nvPr/>
        </p:nvSpPr>
        <p:spPr>
          <a:xfrm>
            <a:off x="3072082" y="2717539"/>
            <a:ext cx="24618" cy="9663"/>
          </a:xfrm>
          <a:custGeom>
            <a:avLst/>
            <a:gdLst/>
            <a:ahLst/>
            <a:cxnLst/>
            <a:rect l="l" t="t" r="r" b="b"/>
            <a:pathLst>
              <a:path w="24618" h="9663">
                <a:moveTo>
                  <a:pt x="0" y="9663"/>
                </a:moveTo>
                <a:lnTo>
                  <a:pt x="24618" y="0"/>
                </a:lnTo>
              </a:path>
            </a:pathLst>
          </a:custGeom>
          <a:ln w="1435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02" name="object 402"/>
          <p:cNvSpPr/>
          <p:nvPr/>
        </p:nvSpPr>
        <p:spPr>
          <a:xfrm>
            <a:off x="3121431" y="2695798"/>
            <a:ext cx="24730" cy="9663"/>
          </a:xfrm>
          <a:custGeom>
            <a:avLst/>
            <a:gdLst/>
            <a:ahLst/>
            <a:cxnLst/>
            <a:rect l="l" t="t" r="r" b="b"/>
            <a:pathLst>
              <a:path w="24730" h="9663">
                <a:moveTo>
                  <a:pt x="0" y="9663"/>
                </a:moveTo>
                <a:lnTo>
                  <a:pt x="24730" y="0"/>
                </a:lnTo>
              </a:path>
            </a:pathLst>
          </a:custGeom>
          <a:ln w="1435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03" name="object 403"/>
          <p:cNvSpPr/>
          <p:nvPr/>
        </p:nvSpPr>
        <p:spPr>
          <a:xfrm>
            <a:off x="3170892" y="2674056"/>
            <a:ext cx="24730" cy="12078"/>
          </a:xfrm>
          <a:custGeom>
            <a:avLst/>
            <a:gdLst/>
            <a:ahLst/>
            <a:cxnLst/>
            <a:rect l="l" t="t" r="r" b="b"/>
            <a:pathLst>
              <a:path w="24730" h="12078">
                <a:moveTo>
                  <a:pt x="0" y="12078"/>
                </a:moveTo>
                <a:lnTo>
                  <a:pt x="24730" y="0"/>
                </a:lnTo>
              </a:path>
            </a:pathLst>
          </a:custGeom>
          <a:ln w="1429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04" name="object 404"/>
          <p:cNvSpPr/>
          <p:nvPr/>
        </p:nvSpPr>
        <p:spPr>
          <a:xfrm>
            <a:off x="3220352" y="2654730"/>
            <a:ext cx="20234" cy="9663"/>
          </a:xfrm>
          <a:custGeom>
            <a:avLst/>
            <a:gdLst/>
            <a:ahLst/>
            <a:cxnLst/>
            <a:rect l="l" t="t" r="r" b="b"/>
            <a:pathLst>
              <a:path w="20234" h="9663">
                <a:moveTo>
                  <a:pt x="0" y="9663"/>
                </a:moveTo>
                <a:lnTo>
                  <a:pt x="20234" y="0"/>
                </a:lnTo>
                <a:lnTo>
                  <a:pt x="15737" y="0"/>
                </a:lnTo>
              </a:path>
            </a:pathLst>
          </a:custGeom>
          <a:ln w="1429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05" name="object 405"/>
          <p:cNvSpPr/>
          <p:nvPr/>
        </p:nvSpPr>
        <p:spPr>
          <a:xfrm>
            <a:off x="3182133" y="2647482"/>
            <a:ext cx="26978" cy="4831"/>
          </a:xfrm>
          <a:custGeom>
            <a:avLst/>
            <a:gdLst/>
            <a:ahLst/>
            <a:cxnLst/>
            <a:rect l="l" t="t" r="r" b="b"/>
            <a:pathLst>
              <a:path w="26978" h="4831">
                <a:moveTo>
                  <a:pt x="26978" y="4831"/>
                </a:moveTo>
                <a:lnTo>
                  <a:pt x="0" y="0"/>
                </a:lnTo>
              </a:path>
            </a:pathLst>
          </a:custGeom>
          <a:ln w="1445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06" name="object 406"/>
          <p:cNvSpPr/>
          <p:nvPr/>
        </p:nvSpPr>
        <p:spPr>
          <a:xfrm>
            <a:off x="3128175" y="2642772"/>
            <a:ext cx="26978" cy="2415"/>
          </a:xfrm>
          <a:custGeom>
            <a:avLst/>
            <a:gdLst/>
            <a:ahLst/>
            <a:cxnLst/>
            <a:rect l="l" t="t" r="r" b="b"/>
            <a:pathLst>
              <a:path w="26978" h="2415">
                <a:moveTo>
                  <a:pt x="26978" y="2415"/>
                </a:moveTo>
                <a:lnTo>
                  <a:pt x="0" y="0"/>
                </a:lnTo>
              </a:path>
            </a:pathLst>
          </a:custGeom>
          <a:ln w="1447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07" name="object 407"/>
          <p:cNvSpPr/>
          <p:nvPr/>
        </p:nvSpPr>
        <p:spPr>
          <a:xfrm>
            <a:off x="3074330" y="2635524"/>
            <a:ext cx="26866" cy="2415"/>
          </a:xfrm>
          <a:custGeom>
            <a:avLst/>
            <a:gdLst/>
            <a:ahLst/>
            <a:cxnLst/>
            <a:rect l="l" t="t" r="r" b="b"/>
            <a:pathLst>
              <a:path w="26866" h="2415">
                <a:moveTo>
                  <a:pt x="26866" y="2415"/>
                </a:moveTo>
                <a:lnTo>
                  <a:pt x="0" y="0"/>
                </a:lnTo>
              </a:path>
            </a:pathLst>
          </a:custGeom>
          <a:ln w="1447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08" name="object 408"/>
          <p:cNvSpPr/>
          <p:nvPr/>
        </p:nvSpPr>
        <p:spPr>
          <a:xfrm>
            <a:off x="3056345" y="2621030"/>
            <a:ext cx="24618" cy="9663"/>
          </a:xfrm>
          <a:custGeom>
            <a:avLst/>
            <a:gdLst/>
            <a:ahLst/>
            <a:cxnLst/>
            <a:rect l="l" t="t" r="r" b="b"/>
            <a:pathLst>
              <a:path w="24618" h="9663">
                <a:moveTo>
                  <a:pt x="0" y="9663"/>
                </a:moveTo>
                <a:lnTo>
                  <a:pt x="24618" y="0"/>
                </a:lnTo>
              </a:path>
            </a:pathLst>
          </a:custGeom>
          <a:ln w="1435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09" name="object 409"/>
          <p:cNvSpPr/>
          <p:nvPr/>
        </p:nvSpPr>
        <p:spPr>
          <a:xfrm>
            <a:off x="3105693" y="2599288"/>
            <a:ext cx="24730" cy="9663"/>
          </a:xfrm>
          <a:custGeom>
            <a:avLst/>
            <a:gdLst/>
            <a:ahLst/>
            <a:cxnLst/>
            <a:rect l="l" t="t" r="r" b="b"/>
            <a:pathLst>
              <a:path w="24730" h="9663">
                <a:moveTo>
                  <a:pt x="0" y="9663"/>
                </a:moveTo>
                <a:lnTo>
                  <a:pt x="24730" y="0"/>
                </a:lnTo>
              </a:path>
            </a:pathLst>
          </a:custGeom>
          <a:ln w="1435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10" name="object 410"/>
          <p:cNvSpPr/>
          <p:nvPr/>
        </p:nvSpPr>
        <p:spPr>
          <a:xfrm>
            <a:off x="3155154" y="2577546"/>
            <a:ext cx="24730" cy="9663"/>
          </a:xfrm>
          <a:custGeom>
            <a:avLst/>
            <a:gdLst/>
            <a:ahLst/>
            <a:cxnLst/>
            <a:rect l="l" t="t" r="r" b="b"/>
            <a:pathLst>
              <a:path w="24730" h="9663">
                <a:moveTo>
                  <a:pt x="0" y="9663"/>
                </a:moveTo>
                <a:lnTo>
                  <a:pt x="24730" y="0"/>
                </a:lnTo>
              </a:path>
            </a:pathLst>
          </a:custGeom>
          <a:ln w="1435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11" name="object 411"/>
          <p:cNvSpPr/>
          <p:nvPr/>
        </p:nvSpPr>
        <p:spPr>
          <a:xfrm>
            <a:off x="3204615" y="2555804"/>
            <a:ext cx="24730" cy="12078"/>
          </a:xfrm>
          <a:custGeom>
            <a:avLst/>
            <a:gdLst/>
            <a:ahLst/>
            <a:cxnLst/>
            <a:rect l="l" t="t" r="r" b="b"/>
            <a:pathLst>
              <a:path w="24730" h="12078">
                <a:moveTo>
                  <a:pt x="0" y="12078"/>
                </a:moveTo>
                <a:lnTo>
                  <a:pt x="24730" y="0"/>
                </a:lnTo>
              </a:path>
            </a:pathLst>
          </a:custGeom>
          <a:ln w="1429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12" name="object 412"/>
          <p:cNvSpPr/>
          <p:nvPr/>
        </p:nvSpPr>
        <p:spPr>
          <a:xfrm>
            <a:off x="3253963" y="2534183"/>
            <a:ext cx="24730" cy="11958"/>
          </a:xfrm>
          <a:custGeom>
            <a:avLst/>
            <a:gdLst/>
            <a:ahLst/>
            <a:cxnLst/>
            <a:rect l="l" t="t" r="r" b="b"/>
            <a:pathLst>
              <a:path w="24730" h="11958">
                <a:moveTo>
                  <a:pt x="0" y="11958"/>
                </a:moveTo>
                <a:lnTo>
                  <a:pt x="24730" y="0"/>
                </a:lnTo>
              </a:path>
            </a:pathLst>
          </a:custGeom>
          <a:ln w="1429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13" name="object 413"/>
          <p:cNvSpPr/>
          <p:nvPr/>
        </p:nvSpPr>
        <p:spPr>
          <a:xfrm>
            <a:off x="3303424" y="2514857"/>
            <a:ext cx="24730" cy="9663"/>
          </a:xfrm>
          <a:custGeom>
            <a:avLst/>
            <a:gdLst/>
            <a:ahLst/>
            <a:cxnLst/>
            <a:rect l="l" t="t" r="r" b="b"/>
            <a:pathLst>
              <a:path w="24730" h="9663">
                <a:moveTo>
                  <a:pt x="0" y="9663"/>
                </a:moveTo>
                <a:lnTo>
                  <a:pt x="24730" y="0"/>
                </a:lnTo>
              </a:path>
            </a:pathLst>
          </a:custGeom>
          <a:ln w="1435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14" name="object 414"/>
          <p:cNvSpPr/>
          <p:nvPr/>
        </p:nvSpPr>
        <p:spPr>
          <a:xfrm>
            <a:off x="3352885" y="2493115"/>
            <a:ext cx="24730" cy="9663"/>
          </a:xfrm>
          <a:custGeom>
            <a:avLst/>
            <a:gdLst/>
            <a:ahLst/>
            <a:cxnLst/>
            <a:rect l="l" t="t" r="r" b="b"/>
            <a:pathLst>
              <a:path w="24730" h="9663">
                <a:moveTo>
                  <a:pt x="0" y="9663"/>
                </a:moveTo>
                <a:lnTo>
                  <a:pt x="24730" y="0"/>
                </a:lnTo>
              </a:path>
            </a:pathLst>
          </a:custGeom>
          <a:ln w="1435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15" name="object 415"/>
          <p:cNvSpPr/>
          <p:nvPr/>
        </p:nvSpPr>
        <p:spPr>
          <a:xfrm>
            <a:off x="3402346" y="2471373"/>
            <a:ext cx="24730" cy="9663"/>
          </a:xfrm>
          <a:custGeom>
            <a:avLst/>
            <a:gdLst/>
            <a:ahLst/>
            <a:cxnLst/>
            <a:rect l="l" t="t" r="r" b="b"/>
            <a:pathLst>
              <a:path w="24730" h="9663">
                <a:moveTo>
                  <a:pt x="0" y="9663"/>
                </a:moveTo>
                <a:lnTo>
                  <a:pt x="24730" y="0"/>
                </a:lnTo>
              </a:path>
            </a:pathLst>
          </a:custGeom>
          <a:ln w="1435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16" name="object 416"/>
          <p:cNvSpPr/>
          <p:nvPr/>
        </p:nvSpPr>
        <p:spPr>
          <a:xfrm>
            <a:off x="3451695" y="2449631"/>
            <a:ext cx="24730" cy="9663"/>
          </a:xfrm>
          <a:custGeom>
            <a:avLst/>
            <a:gdLst/>
            <a:ahLst/>
            <a:cxnLst/>
            <a:rect l="l" t="t" r="r" b="b"/>
            <a:pathLst>
              <a:path w="24730" h="9663">
                <a:moveTo>
                  <a:pt x="0" y="9663"/>
                </a:moveTo>
                <a:lnTo>
                  <a:pt x="24730" y="0"/>
                </a:lnTo>
              </a:path>
            </a:pathLst>
          </a:custGeom>
          <a:ln w="1435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17" name="object 417"/>
          <p:cNvSpPr/>
          <p:nvPr/>
        </p:nvSpPr>
        <p:spPr>
          <a:xfrm>
            <a:off x="3501156" y="2428010"/>
            <a:ext cx="24730" cy="11958"/>
          </a:xfrm>
          <a:custGeom>
            <a:avLst/>
            <a:gdLst/>
            <a:ahLst/>
            <a:cxnLst/>
            <a:rect l="l" t="t" r="r" b="b"/>
            <a:pathLst>
              <a:path w="24730" h="11958">
                <a:moveTo>
                  <a:pt x="0" y="11958"/>
                </a:moveTo>
                <a:lnTo>
                  <a:pt x="24730" y="0"/>
                </a:lnTo>
              </a:path>
            </a:pathLst>
          </a:custGeom>
          <a:ln w="1429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18" name="object 418"/>
          <p:cNvSpPr/>
          <p:nvPr/>
        </p:nvSpPr>
        <p:spPr>
          <a:xfrm>
            <a:off x="3550617" y="2411100"/>
            <a:ext cx="15737" cy="7247"/>
          </a:xfrm>
          <a:custGeom>
            <a:avLst/>
            <a:gdLst/>
            <a:ahLst/>
            <a:cxnLst/>
            <a:rect l="l" t="t" r="r" b="b"/>
            <a:pathLst>
              <a:path w="15737" h="7247">
                <a:moveTo>
                  <a:pt x="0" y="7247"/>
                </a:moveTo>
                <a:lnTo>
                  <a:pt x="15737" y="0"/>
                </a:lnTo>
              </a:path>
            </a:pathLst>
          </a:custGeom>
          <a:ln w="1430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19" name="object 419"/>
          <p:cNvSpPr/>
          <p:nvPr/>
        </p:nvSpPr>
        <p:spPr>
          <a:xfrm>
            <a:off x="2640367" y="2840622"/>
            <a:ext cx="105599" cy="74767"/>
          </a:xfrm>
          <a:custGeom>
            <a:avLst/>
            <a:gdLst/>
            <a:ahLst/>
            <a:cxnLst/>
            <a:rect l="l" t="t" r="r" b="b"/>
            <a:pathLst>
              <a:path w="105599" h="74767">
                <a:moveTo>
                  <a:pt x="105599" y="67520"/>
                </a:moveTo>
                <a:lnTo>
                  <a:pt x="80879" y="0"/>
                </a:lnTo>
                <a:lnTo>
                  <a:pt x="0" y="74767"/>
                </a:lnTo>
                <a:lnTo>
                  <a:pt x="105599" y="675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20" name="object 420"/>
          <p:cNvSpPr/>
          <p:nvPr/>
        </p:nvSpPr>
        <p:spPr>
          <a:xfrm>
            <a:off x="3546120" y="2372448"/>
            <a:ext cx="105554" cy="74767"/>
          </a:xfrm>
          <a:custGeom>
            <a:avLst/>
            <a:gdLst/>
            <a:ahLst/>
            <a:cxnLst/>
            <a:rect l="l" t="t" r="r" b="b"/>
            <a:pathLst>
              <a:path w="105554" h="74767">
                <a:moveTo>
                  <a:pt x="0" y="7247"/>
                </a:moveTo>
                <a:lnTo>
                  <a:pt x="24730" y="74767"/>
                </a:lnTo>
                <a:lnTo>
                  <a:pt x="105554" y="0"/>
                </a:lnTo>
                <a:lnTo>
                  <a:pt x="0" y="724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21" name="object 421"/>
          <p:cNvSpPr/>
          <p:nvPr/>
        </p:nvSpPr>
        <p:spPr>
          <a:xfrm>
            <a:off x="5928563" y="1121953"/>
            <a:ext cx="1618271" cy="434329"/>
          </a:xfrm>
          <a:custGeom>
            <a:avLst/>
            <a:gdLst/>
            <a:ahLst/>
            <a:cxnLst/>
            <a:rect l="l" t="t" r="r" b="b"/>
            <a:pathLst>
              <a:path w="1618271" h="434329">
                <a:moveTo>
                  <a:pt x="0" y="434329"/>
                </a:moveTo>
                <a:lnTo>
                  <a:pt x="1618271" y="434329"/>
                </a:lnTo>
                <a:lnTo>
                  <a:pt x="1618271" y="0"/>
                </a:lnTo>
                <a:lnTo>
                  <a:pt x="0" y="0"/>
                </a:lnTo>
                <a:lnTo>
                  <a:pt x="0" y="434329"/>
                </a:lnTo>
                <a:close/>
              </a:path>
            </a:pathLst>
          </a:custGeom>
          <a:ln w="961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22" name="object 422"/>
          <p:cNvSpPr/>
          <p:nvPr/>
        </p:nvSpPr>
        <p:spPr>
          <a:xfrm>
            <a:off x="6079081" y="1271585"/>
            <a:ext cx="606908" cy="0"/>
          </a:xfrm>
          <a:custGeom>
            <a:avLst/>
            <a:gdLst/>
            <a:ahLst/>
            <a:cxnLst/>
            <a:rect l="l" t="t" r="r" b="b"/>
            <a:pathLst>
              <a:path w="606908" h="0">
                <a:moveTo>
                  <a:pt x="0" y="0"/>
                </a:moveTo>
                <a:lnTo>
                  <a:pt x="606908" y="0"/>
                </a:lnTo>
              </a:path>
            </a:pathLst>
          </a:custGeom>
          <a:ln w="1448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23" name="object 423"/>
          <p:cNvSpPr/>
          <p:nvPr/>
        </p:nvSpPr>
        <p:spPr>
          <a:xfrm>
            <a:off x="6079081" y="1435615"/>
            <a:ext cx="26978" cy="0"/>
          </a:xfrm>
          <a:custGeom>
            <a:avLst/>
            <a:gdLst/>
            <a:ahLst/>
            <a:cxnLst/>
            <a:rect l="l" t="t" r="r" b="b"/>
            <a:pathLst>
              <a:path w="26978" h="0">
                <a:moveTo>
                  <a:pt x="0" y="0"/>
                </a:moveTo>
                <a:lnTo>
                  <a:pt x="26978" y="0"/>
                </a:lnTo>
              </a:path>
            </a:pathLst>
          </a:custGeom>
          <a:ln w="1448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24" name="object 424"/>
          <p:cNvSpPr/>
          <p:nvPr/>
        </p:nvSpPr>
        <p:spPr>
          <a:xfrm>
            <a:off x="6133039" y="1435615"/>
            <a:ext cx="26978" cy="0"/>
          </a:xfrm>
          <a:custGeom>
            <a:avLst/>
            <a:gdLst/>
            <a:ahLst/>
            <a:cxnLst/>
            <a:rect l="l" t="t" r="r" b="b"/>
            <a:pathLst>
              <a:path w="26978" h="0">
                <a:moveTo>
                  <a:pt x="0" y="0"/>
                </a:moveTo>
                <a:lnTo>
                  <a:pt x="26978" y="0"/>
                </a:lnTo>
              </a:path>
            </a:pathLst>
          </a:custGeom>
          <a:ln w="1448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25" name="object 425"/>
          <p:cNvSpPr/>
          <p:nvPr/>
        </p:nvSpPr>
        <p:spPr>
          <a:xfrm>
            <a:off x="6186884" y="1435615"/>
            <a:ext cx="26978" cy="0"/>
          </a:xfrm>
          <a:custGeom>
            <a:avLst/>
            <a:gdLst/>
            <a:ahLst/>
            <a:cxnLst/>
            <a:rect l="l" t="t" r="r" b="b"/>
            <a:pathLst>
              <a:path w="26978" h="0">
                <a:moveTo>
                  <a:pt x="0" y="0"/>
                </a:moveTo>
                <a:lnTo>
                  <a:pt x="26978" y="0"/>
                </a:lnTo>
              </a:path>
            </a:pathLst>
          </a:custGeom>
          <a:ln w="1448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26" name="object 426"/>
          <p:cNvSpPr/>
          <p:nvPr/>
        </p:nvSpPr>
        <p:spPr>
          <a:xfrm>
            <a:off x="6240841" y="1435615"/>
            <a:ext cx="26978" cy="0"/>
          </a:xfrm>
          <a:custGeom>
            <a:avLst/>
            <a:gdLst/>
            <a:ahLst/>
            <a:cxnLst/>
            <a:rect l="l" t="t" r="r" b="b"/>
            <a:pathLst>
              <a:path w="26978" h="0">
                <a:moveTo>
                  <a:pt x="0" y="0"/>
                </a:moveTo>
                <a:lnTo>
                  <a:pt x="26978" y="0"/>
                </a:lnTo>
              </a:path>
            </a:pathLst>
          </a:custGeom>
          <a:ln w="1448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27" name="object 427"/>
          <p:cNvSpPr/>
          <p:nvPr/>
        </p:nvSpPr>
        <p:spPr>
          <a:xfrm>
            <a:off x="6294799" y="1435615"/>
            <a:ext cx="26978" cy="0"/>
          </a:xfrm>
          <a:custGeom>
            <a:avLst/>
            <a:gdLst/>
            <a:ahLst/>
            <a:cxnLst/>
            <a:rect l="l" t="t" r="r" b="b"/>
            <a:pathLst>
              <a:path w="26978" h="0">
                <a:moveTo>
                  <a:pt x="0" y="0"/>
                </a:moveTo>
                <a:lnTo>
                  <a:pt x="26978" y="0"/>
                </a:lnTo>
              </a:path>
            </a:pathLst>
          </a:custGeom>
          <a:ln w="1448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28" name="object 428"/>
          <p:cNvSpPr/>
          <p:nvPr/>
        </p:nvSpPr>
        <p:spPr>
          <a:xfrm>
            <a:off x="6348644" y="1435615"/>
            <a:ext cx="26978" cy="0"/>
          </a:xfrm>
          <a:custGeom>
            <a:avLst/>
            <a:gdLst/>
            <a:ahLst/>
            <a:cxnLst/>
            <a:rect l="l" t="t" r="r" b="b"/>
            <a:pathLst>
              <a:path w="26978" h="0">
                <a:moveTo>
                  <a:pt x="0" y="0"/>
                </a:moveTo>
                <a:lnTo>
                  <a:pt x="26978" y="0"/>
                </a:lnTo>
              </a:path>
            </a:pathLst>
          </a:custGeom>
          <a:ln w="1448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29" name="object 429"/>
          <p:cNvSpPr/>
          <p:nvPr/>
        </p:nvSpPr>
        <p:spPr>
          <a:xfrm>
            <a:off x="6402601" y="1435615"/>
            <a:ext cx="26978" cy="0"/>
          </a:xfrm>
          <a:custGeom>
            <a:avLst/>
            <a:gdLst/>
            <a:ahLst/>
            <a:cxnLst/>
            <a:rect l="l" t="t" r="r" b="b"/>
            <a:pathLst>
              <a:path w="26978" h="0">
                <a:moveTo>
                  <a:pt x="0" y="0"/>
                </a:moveTo>
                <a:lnTo>
                  <a:pt x="26978" y="0"/>
                </a:lnTo>
              </a:path>
            </a:pathLst>
          </a:custGeom>
          <a:ln w="1448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30" name="object 430"/>
          <p:cNvSpPr/>
          <p:nvPr/>
        </p:nvSpPr>
        <p:spPr>
          <a:xfrm>
            <a:off x="6456558" y="1435615"/>
            <a:ext cx="26978" cy="0"/>
          </a:xfrm>
          <a:custGeom>
            <a:avLst/>
            <a:gdLst/>
            <a:ahLst/>
            <a:cxnLst/>
            <a:rect l="l" t="t" r="r" b="b"/>
            <a:pathLst>
              <a:path w="26978" h="0">
                <a:moveTo>
                  <a:pt x="0" y="0"/>
                </a:moveTo>
                <a:lnTo>
                  <a:pt x="26978" y="0"/>
                </a:lnTo>
              </a:path>
            </a:pathLst>
          </a:custGeom>
          <a:ln w="1448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31" name="object 431"/>
          <p:cNvSpPr/>
          <p:nvPr/>
        </p:nvSpPr>
        <p:spPr>
          <a:xfrm>
            <a:off x="6510740" y="1435615"/>
            <a:ext cx="26978" cy="0"/>
          </a:xfrm>
          <a:custGeom>
            <a:avLst/>
            <a:gdLst/>
            <a:ahLst/>
            <a:cxnLst/>
            <a:rect l="l" t="t" r="r" b="b"/>
            <a:pathLst>
              <a:path w="26978" h="0">
                <a:moveTo>
                  <a:pt x="0" y="0"/>
                </a:moveTo>
                <a:lnTo>
                  <a:pt x="26978" y="0"/>
                </a:lnTo>
              </a:path>
            </a:pathLst>
          </a:custGeom>
          <a:ln w="1448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32" name="object 432"/>
          <p:cNvSpPr/>
          <p:nvPr/>
        </p:nvSpPr>
        <p:spPr>
          <a:xfrm>
            <a:off x="6564698" y="1435615"/>
            <a:ext cx="26978" cy="0"/>
          </a:xfrm>
          <a:custGeom>
            <a:avLst/>
            <a:gdLst/>
            <a:ahLst/>
            <a:cxnLst/>
            <a:rect l="l" t="t" r="r" b="b"/>
            <a:pathLst>
              <a:path w="26978" h="0">
                <a:moveTo>
                  <a:pt x="0" y="0"/>
                </a:moveTo>
                <a:lnTo>
                  <a:pt x="26978" y="0"/>
                </a:lnTo>
              </a:path>
            </a:pathLst>
          </a:custGeom>
          <a:ln w="1448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33" name="object 433"/>
          <p:cNvSpPr/>
          <p:nvPr/>
        </p:nvSpPr>
        <p:spPr>
          <a:xfrm>
            <a:off x="6618543" y="1435615"/>
            <a:ext cx="26978" cy="0"/>
          </a:xfrm>
          <a:custGeom>
            <a:avLst/>
            <a:gdLst/>
            <a:ahLst/>
            <a:cxnLst/>
            <a:rect l="l" t="t" r="r" b="b"/>
            <a:pathLst>
              <a:path w="26978" h="0">
                <a:moveTo>
                  <a:pt x="0" y="0"/>
                </a:moveTo>
                <a:lnTo>
                  <a:pt x="26978" y="0"/>
                </a:lnTo>
              </a:path>
            </a:pathLst>
          </a:custGeom>
          <a:ln w="1448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34" name="object 434"/>
          <p:cNvSpPr/>
          <p:nvPr/>
        </p:nvSpPr>
        <p:spPr>
          <a:xfrm>
            <a:off x="6672500" y="1435615"/>
            <a:ext cx="13489" cy="0"/>
          </a:xfrm>
          <a:custGeom>
            <a:avLst/>
            <a:gdLst/>
            <a:ahLst/>
            <a:cxnLst/>
            <a:rect l="l" t="t" r="r" b="b"/>
            <a:pathLst>
              <a:path w="13489" h="0">
                <a:moveTo>
                  <a:pt x="0" y="0"/>
                </a:moveTo>
                <a:lnTo>
                  <a:pt x="13489" y="0"/>
                </a:lnTo>
              </a:path>
            </a:pathLst>
          </a:custGeom>
          <a:ln w="1448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35" name="object 435"/>
          <p:cNvSpPr/>
          <p:nvPr/>
        </p:nvSpPr>
        <p:spPr>
          <a:xfrm>
            <a:off x="3037840" y="3201670"/>
            <a:ext cx="768985" cy="1386839"/>
          </a:xfrm>
          <a:custGeom>
            <a:avLst/>
            <a:gdLst/>
            <a:ahLst/>
            <a:cxnLst/>
            <a:rect l="l" t="t" r="r" b="b"/>
            <a:pathLst>
              <a:path w="768985" h="1386839">
                <a:moveTo>
                  <a:pt x="22987" y="1386839"/>
                </a:moveTo>
                <a:lnTo>
                  <a:pt x="31115" y="1380743"/>
                </a:lnTo>
                <a:lnTo>
                  <a:pt x="39878" y="1374266"/>
                </a:lnTo>
                <a:lnTo>
                  <a:pt x="49276" y="1367662"/>
                </a:lnTo>
                <a:lnTo>
                  <a:pt x="59562" y="1360804"/>
                </a:lnTo>
                <a:lnTo>
                  <a:pt x="81661" y="1346072"/>
                </a:lnTo>
                <a:lnTo>
                  <a:pt x="105791" y="1330324"/>
                </a:lnTo>
                <a:lnTo>
                  <a:pt x="131826" y="1313687"/>
                </a:lnTo>
                <a:lnTo>
                  <a:pt x="159004" y="1295907"/>
                </a:lnTo>
                <a:lnTo>
                  <a:pt x="216408" y="1257427"/>
                </a:lnTo>
                <a:lnTo>
                  <a:pt x="275463" y="1214627"/>
                </a:lnTo>
                <a:lnTo>
                  <a:pt x="333629" y="1167383"/>
                </a:lnTo>
                <a:lnTo>
                  <a:pt x="388112" y="1115567"/>
                </a:lnTo>
                <a:lnTo>
                  <a:pt x="436245" y="1059052"/>
                </a:lnTo>
                <a:lnTo>
                  <a:pt x="468884" y="1012570"/>
                </a:lnTo>
                <a:lnTo>
                  <a:pt x="501269" y="961262"/>
                </a:lnTo>
                <a:lnTo>
                  <a:pt x="522477" y="924940"/>
                </a:lnTo>
                <a:lnTo>
                  <a:pt x="543051" y="887221"/>
                </a:lnTo>
                <a:lnTo>
                  <a:pt x="563372" y="848486"/>
                </a:lnTo>
                <a:lnTo>
                  <a:pt x="582930" y="808862"/>
                </a:lnTo>
                <a:lnTo>
                  <a:pt x="601852" y="768603"/>
                </a:lnTo>
                <a:lnTo>
                  <a:pt x="620013" y="728217"/>
                </a:lnTo>
                <a:lnTo>
                  <a:pt x="637286" y="687704"/>
                </a:lnTo>
                <a:lnTo>
                  <a:pt x="653414" y="647699"/>
                </a:lnTo>
                <a:lnTo>
                  <a:pt x="668401" y="608202"/>
                </a:lnTo>
                <a:lnTo>
                  <a:pt x="682371" y="569594"/>
                </a:lnTo>
                <a:lnTo>
                  <a:pt x="694817" y="532129"/>
                </a:lnTo>
                <a:lnTo>
                  <a:pt x="715518" y="461771"/>
                </a:lnTo>
                <a:lnTo>
                  <a:pt x="729869" y="395985"/>
                </a:lnTo>
                <a:lnTo>
                  <a:pt x="738124" y="333120"/>
                </a:lnTo>
                <a:lnTo>
                  <a:pt x="741299" y="272668"/>
                </a:lnTo>
                <a:lnTo>
                  <a:pt x="741299" y="243331"/>
                </a:lnTo>
                <a:lnTo>
                  <a:pt x="740410" y="214375"/>
                </a:lnTo>
                <a:lnTo>
                  <a:pt x="738759" y="186054"/>
                </a:lnTo>
                <a:lnTo>
                  <a:pt x="736346" y="157733"/>
                </a:lnTo>
                <a:lnTo>
                  <a:pt x="730892" y="110831"/>
                </a:lnTo>
                <a:lnTo>
                  <a:pt x="768985" y="105663"/>
                </a:lnTo>
                <a:lnTo>
                  <a:pt x="728726" y="92201"/>
                </a:lnTo>
                <a:lnTo>
                  <a:pt x="690880" y="96646"/>
                </a:lnTo>
                <a:lnTo>
                  <a:pt x="696976" y="0"/>
                </a:lnTo>
                <a:lnTo>
                  <a:pt x="655701" y="121030"/>
                </a:lnTo>
                <a:lnTo>
                  <a:pt x="693161" y="115949"/>
                </a:lnTo>
                <a:lnTo>
                  <a:pt x="698626" y="162178"/>
                </a:lnTo>
                <a:lnTo>
                  <a:pt x="700786" y="189229"/>
                </a:lnTo>
                <a:lnTo>
                  <a:pt x="702437" y="216662"/>
                </a:lnTo>
                <a:lnTo>
                  <a:pt x="703199" y="244475"/>
                </a:lnTo>
                <a:lnTo>
                  <a:pt x="703199" y="272668"/>
                </a:lnTo>
                <a:lnTo>
                  <a:pt x="700151" y="330326"/>
                </a:lnTo>
                <a:lnTo>
                  <a:pt x="692150" y="390270"/>
                </a:lnTo>
                <a:lnTo>
                  <a:pt x="678434" y="452754"/>
                </a:lnTo>
                <a:lnTo>
                  <a:pt x="658368" y="520953"/>
                </a:lnTo>
                <a:lnTo>
                  <a:pt x="646176" y="557529"/>
                </a:lnTo>
                <a:lnTo>
                  <a:pt x="632587" y="595375"/>
                </a:lnTo>
                <a:lnTo>
                  <a:pt x="617727" y="634110"/>
                </a:lnTo>
                <a:lnTo>
                  <a:pt x="601852" y="673480"/>
                </a:lnTo>
                <a:lnTo>
                  <a:pt x="584962" y="713231"/>
                </a:lnTo>
                <a:lnTo>
                  <a:pt x="567182" y="752982"/>
                </a:lnTo>
                <a:lnTo>
                  <a:pt x="548513" y="792606"/>
                </a:lnTo>
                <a:lnTo>
                  <a:pt x="529209" y="831468"/>
                </a:lnTo>
                <a:lnTo>
                  <a:pt x="509397" y="869695"/>
                </a:lnTo>
                <a:lnTo>
                  <a:pt x="489076" y="906652"/>
                </a:lnTo>
                <a:lnTo>
                  <a:pt x="468375" y="942085"/>
                </a:lnTo>
                <a:lnTo>
                  <a:pt x="447421" y="975740"/>
                </a:lnTo>
                <a:lnTo>
                  <a:pt x="426465" y="1007363"/>
                </a:lnTo>
                <a:lnTo>
                  <a:pt x="383539" y="1063878"/>
                </a:lnTo>
                <a:lnTo>
                  <a:pt x="334645" y="1115059"/>
                </a:lnTo>
                <a:lnTo>
                  <a:pt x="280288" y="1162430"/>
                </a:lnTo>
                <a:lnTo>
                  <a:pt x="223265" y="1205991"/>
                </a:lnTo>
                <a:lnTo>
                  <a:pt x="165989" y="1245742"/>
                </a:lnTo>
                <a:lnTo>
                  <a:pt x="110998" y="1281810"/>
                </a:lnTo>
                <a:lnTo>
                  <a:pt x="85217" y="1298320"/>
                </a:lnTo>
                <a:lnTo>
                  <a:pt x="60960" y="1314068"/>
                </a:lnTo>
                <a:lnTo>
                  <a:pt x="38481" y="1329054"/>
                </a:lnTo>
                <a:lnTo>
                  <a:pt x="28067" y="1336039"/>
                </a:lnTo>
                <a:lnTo>
                  <a:pt x="17907" y="1343152"/>
                </a:lnTo>
                <a:lnTo>
                  <a:pt x="8636" y="1349882"/>
                </a:lnTo>
                <a:lnTo>
                  <a:pt x="0" y="1356486"/>
                </a:lnTo>
                <a:lnTo>
                  <a:pt x="22987" y="1386839"/>
                </a:lnTo>
                <a:close/>
              </a:path>
              <a:path w="768985" h="1386839">
                <a:moveTo>
                  <a:pt x="696976" y="0"/>
                </a:moveTo>
                <a:lnTo>
                  <a:pt x="690880" y="96646"/>
                </a:lnTo>
                <a:lnTo>
                  <a:pt x="728726" y="92201"/>
                </a:lnTo>
                <a:lnTo>
                  <a:pt x="768985" y="105663"/>
                </a:lnTo>
                <a:lnTo>
                  <a:pt x="69697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36" name="object 436"/>
          <p:cNvSpPr/>
          <p:nvPr/>
        </p:nvSpPr>
        <p:spPr>
          <a:xfrm>
            <a:off x="981303" y="2973070"/>
            <a:ext cx="1153566" cy="777874"/>
          </a:xfrm>
          <a:custGeom>
            <a:avLst/>
            <a:gdLst/>
            <a:ahLst/>
            <a:cxnLst/>
            <a:rect l="l" t="t" r="r" b="b"/>
            <a:pathLst>
              <a:path w="1153566" h="777875">
                <a:moveTo>
                  <a:pt x="0" y="746124"/>
                </a:moveTo>
                <a:lnTo>
                  <a:pt x="21132" y="777874"/>
                </a:lnTo>
                <a:lnTo>
                  <a:pt x="1069043" y="79251"/>
                </a:lnTo>
                <a:lnTo>
                  <a:pt x="1084859" y="68706"/>
                </a:lnTo>
                <a:lnTo>
                  <a:pt x="1090193" y="110997"/>
                </a:lnTo>
                <a:lnTo>
                  <a:pt x="1153566" y="0"/>
                </a:lnTo>
                <a:lnTo>
                  <a:pt x="1063777" y="36956"/>
                </a:lnTo>
                <a:lnTo>
                  <a:pt x="1047912" y="47533"/>
                </a:lnTo>
                <a:lnTo>
                  <a:pt x="0" y="746124"/>
                </a:lnTo>
                <a:close/>
              </a:path>
              <a:path w="1153566" h="777875">
                <a:moveTo>
                  <a:pt x="1063777" y="36956"/>
                </a:moveTo>
                <a:lnTo>
                  <a:pt x="1153566" y="0"/>
                </a:lnTo>
                <a:lnTo>
                  <a:pt x="1026820" y="15875"/>
                </a:lnTo>
                <a:lnTo>
                  <a:pt x="1047912" y="47533"/>
                </a:lnTo>
                <a:lnTo>
                  <a:pt x="1063777" y="36956"/>
                </a:lnTo>
                <a:close/>
              </a:path>
              <a:path w="1153566" h="777875">
                <a:moveTo>
                  <a:pt x="1090193" y="110997"/>
                </a:moveTo>
                <a:lnTo>
                  <a:pt x="1084859" y="68706"/>
                </a:lnTo>
                <a:lnTo>
                  <a:pt x="1069043" y="79251"/>
                </a:lnTo>
                <a:lnTo>
                  <a:pt x="1090193" y="11099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37" name="object 437"/>
          <p:cNvSpPr/>
          <p:nvPr/>
        </p:nvSpPr>
        <p:spPr>
          <a:xfrm>
            <a:off x="6097270" y="2955798"/>
            <a:ext cx="1303527" cy="629919"/>
          </a:xfrm>
          <a:custGeom>
            <a:avLst/>
            <a:gdLst/>
            <a:ahLst/>
            <a:cxnLst/>
            <a:rect l="l" t="t" r="r" b="b"/>
            <a:pathLst>
              <a:path w="1303527" h="629919">
                <a:moveTo>
                  <a:pt x="94233" y="603503"/>
                </a:moveTo>
                <a:lnTo>
                  <a:pt x="78104" y="569087"/>
                </a:lnTo>
                <a:lnTo>
                  <a:pt x="0" y="626872"/>
                </a:lnTo>
                <a:lnTo>
                  <a:pt x="127762" y="629919"/>
                </a:lnTo>
                <a:lnTo>
                  <a:pt x="94233" y="603503"/>
                </a:lnTo>
                <a:close/>
              </a:path>
              <a:path w="1303527" h="629919">
                <a:moveTo>
                  <a:pt x="127762" y="629919"/>
                </a:moveTo>
                <a:lnTo>
                  <a:pt x="111508" y="595376"/>
                </a:lnTo>
                <a:lnTo>
                  <a:pt x="1303527" y="34543"/>
                </a:lnTo>
                <a:lnTo>
                  <a:pt x="1287272" y="0"/>
                </a:lnTo>
                <a:lnTo>
                  <a:pt x="95325" y="560982"/>
                </a:lnTo>
                <a:lnTo>
                  <a:pt x="79120" y="526541"/>
                </a:lnTo>
                <a:lnTo>
                  <a:pt x="0" y="626872"/>
                </a:lnTo>
                <a:lnTo>
                  <a:pt x="78104" y="569087"/>
                </a:lnTo>
                <a:lnTo>
                  <a:pt x="94233" y="603503"/>
                </a:lnTo>
                <a:lnTo>
                  <a:pt x="127762" y="62991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4" name="object 154"/>
          <p:cNvSpPr/>
          <p:nvPr/>
        </p:nvSpPr>
        <p:spPr>
          <a:xfrm>
            <a:off x="4899214" y="3690608"/>
            <a:ext cx="26978" cy="0"/>
          </a:xfrm>
          <a:custGeom>
            <a:avLst/>
            <a:gdLst/>
            <a:ahLst/>
            <a:cxnLst/>
            <a:rect l="l" t="t" r="r" b="b"/>
            <a:pathLst>
              <a:path w="26978" h="0">
                <a:moveTo>
                  <a:pt x="0" y="0"/>
                </a:moveTo>
                <a:lnTo>
                  <a:pt x="26978" y="0"/>
                </a:lnTo>
              </a:path>
            </a:pathLst>
          </a:custGeom>
          <a:ln w="1448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5" name="object 155"/>
          <p:cNvSpPr/>
          <p:nvPr/>
        </p:nvSpPr>
        <p:spPr>
          <a:xfrm>
            <a:off x="4953171" y="3690608"/>
            <a:ext cx="26978" cy="0"/>
          </a:xfrm>
          <a:custGeom>
            <a:avLst/>
            <a:gdLst/>
            <a:ahLst/>
            <a:cxnLst/>
            <a:rect l="l" t="t" r="r" b="b"/>
            <a:pathLst>
              <a:path w="26978" h="0">
                <a:moveTo>
                  <a:pt x="0" y="0"/>
                </a:moveTo>
                <a:lnTo>
                  <a:pt x="26978" y="0"/>
                </a:lnTo>
              </a:path>
            </a:pathLst>
          </a:custGeom>
          <a:ln w="1448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2" name="object 152"/>
          <p:cNvSpPr/>
          <p:nvPr/>
        </p:nvSpPr>
        <p:spPr>
          <a:xfrm>
            <a:off x="5007128" y="3690608"/>
            <a:ext cx="26866" cy="0"/>
          </a:xfrm>
          <a:custGeom>
            <a:avLst/>
            <a:gdLst/>
            <a:ahLst/>
            <a:cxnLst/>
            <a:rect l="l" t="t" r="r" b="b"/>
            <a:pathLst>
              <a:path w="26866" h="0">
                <a:moveTo>
                  <a:pt x="0" y="0"/>
                </a:moveTo>
                <a:lnTo>
                  <a:pt x="26866" y="0"/>
                </a:lnTo>
              </a:path>
            </a:pathLst>
          </a:custGeom>
          <a:ln w="1448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3" name="object 153"/>
          <p:cNvSpPr/>
          <p:nvPr/>
        </p:nvSpPr>
        <p:spPr>
          <a:xfrm>
            <a:off x="5060973" y="3690608"/>
            <a:ext cx="26978" cy="0"/>
          </a:xfrm>
          <a:custGeom>
            <a:avLst/>
            <a:gdLst/>
            <a:ahLst/>
            <a:cxnLst/>
            <a:rect l="l" t="t" r="r" b="b"/>
            <a:pathLst>
              <a:path w="26978" h="0">
                <a:moveTo>
                  <a:pt x="0" y="0"/>
                </a:moveTo>
                <a:lnTo>
                  <a:pt x="26978" y="0"/>
                </a:lnTo>
              </a:path>
            </a:pathLst>
          </a:custGeom>
          <a:ln w="1448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0" name="object 150"/>
          <p:cNvSpPr/>
          <p:nvPr/>
        </p:nvSpPr>
        <p:spPr>
          <a:xfrm>
            <a:off x="5114931" y="3690608"/>
            <a:ext cx="26978" cy="0"/>
          </a:xfrm>
          <a:custGeom>
            <a:avLst/>
            <a:gdLst/>
            <a:ahLst/>
            <a:cxnLst/>
            <a:rect l="l" t="t" r="r" b="b"/>
            <a:pathLst>
              <a:path w="26978" h="0">
                <a:moveTo>
                  <a:pt x="0" y="0"/>
                </a:moveTo>
                <a:lnTo>
                  <a:pt x="26978" y="0"/>
                </a:lnTo>
              </a:path>
            </a:pathLst>
          </a:custGeom>
          <a:ln w="1448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1" name="object 151"/>
          <p:cNvSpPr/>
          <p:nvPr/>
        </p:nvSpPr>
        <p:spPr>
          <a:xfrm>
            <a:off x="5168888" y="3690608"/>
            <a:ext cx="26866" cy="0"/>
          </a:xfrm>
          <a:custGeom>
            <a:avLst/>
            <a:gdLst/>
            <a:ahLst/>
            <a:cxnLst/>
            <a:rect l="l" t="t" r="r" b="b"/>
            <a:pathLst>
              <a:path w="26866" h="0">
                <a:moveTo>
                  <a:pt x="0" y="0"/>
                </a:moveTo>
                <a:lnTo>
                  <a:pt x="26866" y="0"/>
                </a:lnTo>
              </a:path>
            </a:pathLst>
          </a:custGeom>
          <a:ln w="1448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8" name="object 148"/>
          <p:cNvSpPr/>
          <p:nvPr/>
        </p:nvSpPr>
        <p:spPr>
          <a:xfrm>
            <a:off x="5222733" y="3690608"/>
            <a:ext cx="26978" cy="0"/>
          </a:xfrm>
          <a:custGeom>
            <a:avLst/>
            <a:gdLst/>
            <a:ahLst/>
            <a:cxnLst/>
            <a:rect l="l" t="t" r="r" b="b"/>
            <a:pathLst>
              <a:path w="26978" h="0">
                <a:moveTo>
                  <a:pt x="0" y="0"/>
                </a:moveTo>
                <a:lnTo>
                  <a:pt x="26978" y="0"/>
                </a:lnTo>
              </a:path>
            </a:pathLst>
          </a:custGeom>
          <a:ln w="1448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9" name="object 149"/>
          <p:cNvSpPr/>
          <p:nvPr/>
        </p:nvSpPr>
        <p:spPr>
          <a:xfrm>
            <a:off x="5276690" y="3690608"/>
            <a:ext cx="26978" cy="0"/>
          </a:xfrm>
          <a:custGeom>
            <a:avLst/>
            <a:gdLst/>
            <a:ahLst/>
            <a:cxnLst/>
            <a:rect l="l" t="t" r="r" b="b"/>
            <a:pathLst>
              <a:path w="26978" h="0">
                <a:moveTo>
                  <a:pt x="0" y="0"/>
                </a:moveTo>
                <a:lnTo>
                  <a:pt x="26978" y="0"/>
                </a:lnTo>
              </a:path>
            </a:pathLst>
          </a:custGeom>
          <a:ln w="1448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3" name="object 133"/>
          <p:cNvSpPr/>
          <p:nvPr/>
        </p:nvSpPr>
        <p:spPr>
          <a:xfrm>
            <a:off x="6434076" y="4830075"/>
            <a:ext cx="606908" cy="325753"/>
          </a:xfrm>
          <a:custGeom>
            <a:avLst/>
            <a:gdLst/>
            <a:ahLst/>
            <a:cxnLst/>
            <a:rect l="l" t="t" r="r" b="b"/>
            <a:pathLst>
              <a:path w="606908" h="325753">
                <a:moveTo>
                  <a:pt x="0" y="325753"/>
                </a:moveTo>
                <a:lnTo>
                  <a:pt x="606908" y="325753"/>
                </a:lnTo>
                <a:lnTo>
                  <a:pt x="606908" y="0"/>
                </a:lnTo>
                <a:lnTo>
                  <a:pt x="0" y="0"/>
                </a:lnTo>
                <a:lnTo>
                  <a:pt x="0" y="325753"/>
                </a:lnTo>
                <a:close/>
              </a:path>
            </a:pathLst>
          </a:custGeom>
          <a:ln w="1426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4" name="object 134"/>
          <p:cNvSpPr/>
          <p:nvPr/>
        </p:nvSpPr>
        <p:spPr>
          <a:xfrm>
            <a:off x="6382367" y="4994166"/>
            <a:ext cx="26978" cy="0"/>
          </a:xfrm>
          <a:custGeom>
            <a:avLst/>
            <a:gdLst/>
            <a:ahLst/>
            <a:cxnLst/>
            <a:rect l="l" t="t" r="r" b="b"/>
            <a:pathLst>
              <a:path w="26978" h="0">
                <a:moveTo>
                  <a:pt x="0" y="0"/>
                </a:moveTo>
                <a:lnTo>
                  <a:pt x="26978" y="0"/>
                </a:lnTo>
              </a:path>
            </a:pathLst>
          </a:custGeom>
          <a:ln w="1448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5" name="object 135"/>
          <p:cNvSpPr/>
          <p:nvPr/>
        </p:nvSpPr>
        <p:spPr>
          <a:xfrm>
            <a:off x="6231848" y="4518502"/>
            <a:ext cx="0" cy="28952"/>
          </a:xfrm>
          <a:custGeom>
            <a:avLst/>
            <a:gdLst/>
            <a:ahLst/>
            <a:cxnLst/>
            <a:rect l="l" t="t" r="r" b="b"/>
            <a:pathLst>
              <a:path w="0" h="28952">
                <a:moveTo>
                  <a:pt x="0" y="0"/>
                </a:moveTo>
                <a:lnTo>
                  <a:pt x="0" y="28952"/>
                </a:lnTo>
              </a:path>
            </a:pathLst>
          </a:custGeom>
          <a:ln w="1348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6" name="object 136"/>
          <p:cNvSpPr/>
          <p:nvPr/>
        </p:nvSpPr>
        <p:spPr>
          <a:xfrm>
            <a:off x="6231848" y="4576420"/>
            <a:ext cx="0" cy="28952"/>
          </a:xfrm>
          <a:custGeom>
            <a:avLst/>
            <a:gdLst/>
            <a:ahLst/>
            <a:cxnLst/>
            <a:rect l="l" t="t" r="r" b="b"/>
            <a:pathLst>
              <a:path w="0" h="28952">
                <a:moveTo>
                  <a:pt x="0" y="0"/>
                </a:moveTo>
                <a:lnTo>
                  <a:pt x="0" y="28952"/>
                </a:lnTo>
              </a:path>
            </a:pathLst>
          </a:custGeom>
          <a:ln w="1348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7" name="object 137"/>
          <p:cNvSpPr/>
          <p:nvPr/>
        </p:nvSpPr>
        <p:spPr>
          <a:xfrm>
            <a:off x="6231848" y="4634326"/>
            <a:ext cx="0" cy="28952"/>
          </a:xfrm>
          <a:custGeom>
            <a:avLst/>
            <a:gdLst/>
            <a:ahLst/>
            <a:cxnLst/>
            <a:rect l="l" t="t" r="r" b="b"/>
            <a:pathLst>
              <a:path w="0" h="28952">
                <a:moveTo>
                  <a:pt x="0" y="0"/>
                </a:moveTo>
                <a:lnTo>
                  <a:pt x="0" y="28952"/>
                </a:lnTo>
              </a:path>
            </a:pathLst>
          </a:custGeom>
          <a:ln w="1348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8" name="object 138"/>
          <p:cNvSpPr/>
          <p:nvPr/>
        </p:nvSpPr>
        <p:spPr>
          <a:xfrm>
            <a:off x="6231848" y="4692232"/>
            <a:ext cx="0" cy="28964"/>
          </a:xfrm>
          <a:custGeom>
            <a:avLst/>
            <a:gdLst/>
            <a:ahLst/>
            <a:cxnLst/>
            <a:rect l="l" t="t" r="r" b="b"/>
            <a:pathLst>
              <a:path w="0" h="28964">
                <a:moveTo>
                  <a:pt x="0" y="0"/>
                </a:moveTo>
                <a:lnTo>
                  <a:pt x="0" y="28964"/>
                </a:lnTo>
              </a:path>
            </a:pathLst>
          </a:custGeom>
          <a:ln w="1348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9" name="object 139"/>
          <p:cNvSpPr/>
          <p:nvPr/>
        </p:nvSpPr>
        <p:spPr>
          <a:xfrm>
            <a:off x="6231848" y="4750149"/>
            <a:ext cx="0" cy="28952"/>
          </a:xfrm>
          <a:custGeom>
            <a:avLst/>
            <a:gdLst/>
            <a:ahLst/>
            <a:cxnLst/>
            <a:rect l="l" t="t" r="r" b="b"/>
            <a:pathLst>
              <a:path w="0" h="28952">
                <a:moveTo>
                  <a:pt x="0" y="0"/>
                </a:moveTo>
                <a:lnTo>
                  <a:pt x="0" y="28952"/>
                </a:lnTo>
              </a:path>
            </a:pathLst>
          </a:custGeom>
          <a:ln w="1348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0" name="object 140"/>
          <p:cNvSpPr/>
          <p:nvPr/>
        </p:nvSpPr>
        <p:spPr>
          <a:xfrm>
            <a:off x="6231848" y="4808055"/>
            <a:ext cx="0" cy="29266"/>
          </a:xfrm>
          <a:custGeom>
            <a:avLst/>
            <a:gdLst/>
            <a:ahLst/>
            <a:cxnLst/>
            <a:rect l="l" t="t" r="r" b="b"/>
            <a:pathLst>
              <a:path w="0" h="29266">
                <a:moveTo>
                  <a:pt x="0" y="0"/>
                </a:moveTo>
                <a:lnTo>
                  <a:pt x="0" y="29266"/>
                </a:lnTo>
              </a:path>
            </a:pathLst>
          </a:custGeom>
          <a:ln w="1348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1" name="object 141"/>
          <p:cNvSpPr/>
          <p:nvPr/>
        </p:nvSpPr>
        <p:spPr>
          <a:xfrm>
            <a:off x="6231848" y="4866275"/>
            <a:ext cx="0" cy="28952"/>
          </a:xfrm>
          <a:custGeom>
            <a:avLst/>
            <a:gdLst/>
            <a:ahLst/>
            <a:cxnLst/>
            <a:rect l="l" t="t" r="r" b="b"/>
            <a:pathLst>
              <a:path w="0" h="28952">
                <a:moveTo>
                  <a:pt x="0" y="0"/>
                </a:moveTo>
                <a:lnTo>
                  <a:pt x="0" y="28952"/>
                </a:lnTo>
              </a:path>
            </a:pathLst>
          </a:custGeom>
          <a:ln w="1348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2" name="object 142"/>
          <p:cNvSpPr/>
          <p:nvPr/>
        </p:nvSpPr>
        <p:spPr>
          <a:xfrm>
            <a:off x="6231848" y="4924181"/>
            <a:ext cx="0" cy="28964"/>
          </a:xfrm>
          <a:custGeom>
            <a:avLst/>
            <a:gdLst/>
            <a:ahLst/>
            <a:cxnLst/>
            <a:rect l="l" t="t" r="r" b="b"/>
            <a:pathLst>
              <a:path w="0" h="28964">
                <a:moveTo>
                  <a:pt x="0" y="0"/>
                </a:moveTo>
                <a:lnTo>
                  <a:pt x="0" y="28964"/>
                </a:lnTo>
              </a:path>
            </a:pathLst>
          </a:custGeom>
          <a:ln w="1348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3" name="object 143"/>
          <p:cNvSpPr/>
          <p:nvPr/>
        </p:nvSpPr>
        <p:spPr>
          <a:xfrm>
            <a:off x="6231848" y="4982099"/>
            <a:ext cx="15737" cy="12066"/>
          </a:xfrm>
          <a:custGeom>
            <a:avLst/>
            <a:gdLst/>
            <a:ahLst/>
            <a:cxnLst/>
            <a:rect l="l" t="t" r="r" b="b"/>
            <a:pathLst>
              <a:path w="15737" h="12066">
                <a:moveTo>
                  <a:pt x="0" y="0"/>
                </a:moveTo>
                <a:lnTo>
                  <a:pt x="0" y="12066"/>
                </a:lnTo>
                <a:lnTo>
                  <a:pt x="15737" y="12066"/>
                </a:lnTo>
              </a:path>
            </a:pathLst>
          </a:custGeom>
          <a:ln w="1411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4" name="object 144"/>
          <p:cNvSpPr/>
          <p:nvPr/>
        </p:nvSpPr>
        <p:spPr>
          <a:xfrm>
            <a:off x="6274565" y="4994166"/>
            <a:ext cx="26978" cy="0"/>
          </a:xfrm>
          <a:custGeom>
            <a:avLst/>
            <a:gdLst/>
            <a:ahLst/>
            <a:cxnLst/>
            <a:rect l="l" t="t" r="r" b="b"/>
            <a:pathLst>
              <a:path w="26978" h="0">
                <a:moveTo>
                  <a:pt x="0" y="0"/>
                </a:moveTo>
                <a:lnTo>
                  <a:pt x="26978" y="0"/>
                </a:lnTo>
              </a:path>
            </a:pathLst>
          </a:custGeom>
          <a:ln w="1448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5" name="object 145"/>
          <p:cNvSpPr/>
          <p:nvPr/>
        </p:nvSpPr>
        <p:spPr>
          <a:xfrm>
            <a:off x="6328522" y="4994166"/>
            <a:ext cx="26866" cy="0"/>
          </a:xfrm>
          <a:custGeom>
            <a:avLst/>
            <a:gdLst/>
            <a:ahLst/>
            <a:cxnLst/>
            <a:rect l="l" t="t" r="r" b="b"/>
            <a:pathLst>
              <a:path w="26866" h="0">
                <a:moveTo>
                  <a:pt x="0" y="0"/>
                </a:moveTo>
                <a:lnTo>
                  <a:pt x="26866" y="0"/>
                </a:lnTo>
              </a:path>
            </a:pathLst>
          </a:custGeom>
          <a:ln w="1448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6" name="object 146"/>
          <p:cNvSpPr/>
          <p:nvPr/>
        </p:nvSpPr>
        <p:spPr>
          <a:xfrm>
            <a:off x="5335270" y="5335270"/>
            <a:ext cx="850264" cy="700544"/>
          </a:xfrm>
          <a:custGeom>
            <a:avLst/>
            <a:gdLst/>
            <a:ahLst/>
            <a:cxnLst/>
            <a:rect l="l" t="t" r="r" b="b"/>
            <a:pathLst>
              <a:path w="850264" h="700544">
                <a:moveTo>
                  <a:pt x="61594" y="75056"/>
                </a:moveTo>
                <a:lnTo>
                  <a:pt x="0" y="0"/>
                </a:lnTo>
                <a:lnTo>
                  <a:pt x="52324" y="116585"/>
                </a:lnTo>
                <a:lnTo>
                  <a:pt x="76409" y="87176"/>
                </a:lnTo>
                <a:lnTo>
                  <a:pt x="61594" y="75056"/>
                </a:lnTo>
                <a:close/>
              </a:path>
              <a:path w="850264" h="700544">
                <a:moveTo>
                  <a:pt x="85725" y="45592"/>
                </a:moveTo>
                <a:lnTo>
                  <a:pt x="76409" y="87176"/>
                </a:lnTo>
                <a:lnTo>
                  <a:pt x="826134" y="700544"/>
                </a:lnTo>
                <a:lnTo>
                  <a:pt x="850264" y="671055"/>
                </a:lnTo>
                <a:lnTo>
                  <a:pt x="100539" y="57712"/>
                </a:lnTo>
                <a:lnTo>
                  <a:pt x="124713" y="28193"/>
                </a:lnTo>
                <a:lnTo>
                  <a:pt x="0" y="0"/>
                </a:lnTo>
                <a:lnTo>
                  <a:pt x="61594" y="75056"/>
                </a:lnTo>
                <a:lnTo>
                  <a:pt x="76409" y="87176"/>
                </a:lnTo>
                <a:lnTo>
                  <a:pt x="85725" y="4559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7" name="object 147"/>
          <p:cNvSpPr/>
          <p:nvPr/>
        </p:nvSpPr>
        <p:spPr>
          <a:xfrm>
            <a:off x="5606161" y="4801870"/>
            <a:ext cx="801877" cy="627761"/>
          </a:xfrm>
          <a:custGeom>
            <a:avLst/>
            <a:gdLst/>
            <a:ahLst/>
            <a:cxnLst/>
            <a:rect l="l" t="t" r="r" b="b"/>
            <a:pathLst>
              <a:path w="801877" h="627761">
                <a:moveTo>
                  <a:pt x="81914" y="0"/>
                </a:moveTo>
                <a:lnTo>
                  <a:pt x="0" y="98170"/>
                </a:lnTo>
                <a:lnTo>
                  <a:pt x="41148" y="89915"/>
                </a:lnTo>
                <a:lnTo>
                  <a:pt x="78866" y="95630"/>
                </a:lnTo>
                <a:lnTo>
                  <a:pt x="111251" y="124459"/>
                </a:lnTo>
                <a:lnTo>
                  <a:pt x="81914" y="0"/>
                </a:lnTo>
                <a:close/>
              </a:path>
              <a:path w="801877" h="627761">
                <a:moveTo>
                  <a:pt x="91059" y="180847"/>
                </a:moveTo>
                <a:lnTo>
                  <a:pt x="85216" y="168274"/>
                </a:lnTo>
                <a:lnTo>
                  <a:pt x="80772" y="156209"/>
                </a:lnTo>
                <a:lnTo>
                  <a:pt x="77724" y="144271"/>
                </a:lnTo>
                <a:lnTo>
                  <a:pt x="75691" y="132587"/>
                </a:lnTo>
                <a:lnTo>
                  <a:pt x="74753" y="121955"/>
                </a:lnTo>
                <a:lnTo>
                  <a:pt x="74422" y="124078"/>
                </a:lnTo>
                <a:lnTo>
                  <a:pt x="74549" y="119633"/>
                </a:lnTo>
                <a:lnTo>
                  <a:pt x="49402" y="181228"/>
                </a:lnTo>
                <a:lnTo>
                  <a:pt x="56514" y="196849"/>
                </a:lnTo>
                <a:lnTo>
                  <a:pt x="75818" y="228599"/>
                </a:lnTo>
                <a:lnTo>
                  <a:pt x="100964" y="262254"/>
                </a:lnTo>
                <a:lnTo>
                  <a:pt x="115697" y="279653"/>
                </a:lnTo>
                <a:lnTo>
                  <a:pt x="131699" y="297560"/>
                </a:lnTo>
                <a:lnTo>
                  <a:pt x="148716" y="315594"/>
                </a:lnTo>
                <a:lnTo>
                  <a:pt x="166750" y="333882"/>
                </a:lnTo>
                <a:lnTo>
                  <a:pt x="185927" y="352043"/>
                </a:lnTo>
                <a:lnTo>
                  <a:pt x="205739" y="370077"/>
                </a:lnTo>
                <a:lnTo>
                  <a:pt x="226440" y="387857"/>
                </a:lnTo>
                <a:lnTo>
                  <a:pt x="247650" y="405256"/>
                </a:lnTo>
                <a:lnTo>
                  <a:pt x="269493" y="422147"/>
                </a:lnTo>
                <a:lnTo>
                  <a:pt x="291591" y="438403"/>
                </a:lnTo>
                <a:lnTo>
                  <a:pt x="314198" y="453897"/>
                </a:lnTo>
                <a:lnTo>
                  <a:pt x="336930" y="468502"/>
                </a:lnTo>
                <a:lnTo>
                  <a:pt x="359790" y="482091"/>
                </a:lnTo>
                <a:lnTo>
                  <a:pt x="384175" y="495172"/>
                </a:lnTo>
                <a:lnTo>
                  <a:pt x="410337" y="507364"/>
                </a:lnTo>
                <a:lnTo>
                  <a:pt x="438023" y="519175"/>
                </a:lnTo>
                <a:lnTo>
                  <a:pt x="466978" y="530351"/>
                </a:lnTo>
                <a:lnTo>
                  <a:pt x="496697" y="541146"/>
                </a:lnTo>
                <a:lnTo>
                  <a:pt x="527050" y="551306"/>
                </a:lnTo>
                <a:lnTo>
                  <a:pt x="588263" y="570102"/>
                </a:lnTo>
                <a:lnTo>
                  <a:pt x="618489" y="578992"/>
                </a:lnTo>
                <a:lnTo>
                  <a:pt x="647953" y="587374"/>
                </a:lnTo>
                <a:lnTo>
                  <a:pt x="676401" y="595121"/>
                </a:lnTo>
                <a:lnTo>
                  <a:pt x="703326" y="602614"/>
                </a:lnTo>
                <a:lnTo>
                  <a:pt x="728599" y="609599"/>
                </a:lnTo>
                <a:lnTo>
                  <a:pt x="740410" y="612901"/>
                </a:lnTo>
                <a:lnTo>
                  <a:pt x="751713" y="616076"/>
                </a:lnTo>
                <a:lnTo>
                  <a:pt x="762380" y="619124"/>
                </a:lnTo>
                <a:lnTo>
                  <a:pt x="772287" y="622172"/>
                </a:lnTo>
                <a:lnTo>
                  <a:pt x="781685" y="625093"/>
                </a:lnTo>
                <a:lnTo>
                  <a:pt x="790066" y="627760"/>
                </a:lnTo>
                <a:lnTo>
                  <a:pt x="801877" y="591565"/>
                </a:lnTo>
                <a:lnTo>
                  <a:pt x="792734" y="588517"/>
                </a:lnTo>
                <a:lnTo>
                  <a:pt x="783336" y="585723"/>
                </a:lnTo>
                <a:lnTo>
                  <a:pt x="773049" y="582675"/>
                </a:lnTo>
                <a:lnTo>
                  <a:pt x="762126" y="579500"/>
                </a:lnTo>
                <a:lnTo>
                  <a:pt x="750697" y="576198"/>
                </a:lnTo>
                <a:lnTo>
                  <a:pt x="738759" y="572769"/>
                </a:lnTo>
                <a:lnTo>
                  <a:pt x="713486" y="565911"/>
                </a:lnTo>
                <a:lnTo>
                  <a:pt x="686562" y="558418"/>
                </a:lnTo>
                <a:lnTo>
                  <a:pt x="658367" y="550671"/>
                </a:lnTo>
                <a:lnTo>
                  <a:pt x="629158" y="542416"/>
                </a:lnTo>
                <a:lnTo>
                  <a:pt x="599439" y="533780"/>
                </a:lnTo>
                <a:lnTo>
                  <a:pt x="539241" y="515238"/>
                </a:lnTo>
                <a:lnTo>
                  <a:pt x="509650" y="505205"/>
                </a:lnTo>
                <a:lnTo>
                  <a:pt x="480694" y="494791"/>
                </a:lnTo>
                <a:lnTo>
                  <a:pt x="452881" y="484123"/>
                </a:lnTo>
                <a:lnTo>
                  <a:pt x="426465" y="472820"/>
                </a:lnTo>
                <a:lnTo>
                  <a:pt x="401700" y="461263"/>
                </a:lnTo>
                <a:lnTo>
                  <a:pt x="379222" y="449325"/>
                </a:lnTo>
                <a:lnTo>
                  <a:pt x="357504" y="436498"/>
                </a:lnTo>
                <a:lnTo>
                  <a:pt x="335788" y="422528"/>
                </a:lnTo>
                <a:lnTo>
                  <a:pt x="314071" y="407542"/>
                </a:lnTo>
                <a:lnTo>
                  <a:pt x="292862" y="392048"/>
                </a:lnTo>
                <a:lnTo>
                  <a:pt x="271779" y="375792"/>
                </a:lnTo>
                <a:lnTo>
                  <a:pt x="251333" y="358901"/>
                </a:lnTo>
                <a:lnTo>
                  <a:pt x="231393" y="341756"/>
                </a:lnTo>
                <a:lnTo>
                  <a:pt x="212216" y="324357"/>
                </a:lnTo>
                <a:lnTo>
                  <a:pt x="193801" y="306958"/>
                </a:lnTo>
                <a:lnTo>
                  <a:pt x="176402" y="289559"/>
                </a:lnTo>
                <a:lnTo>
                  <a:pt x="160019" y="272160"/>
                </a:lnTo>
                <a:lnTo>
                  <a:pt x="144779" y="255142"/>
                </a:lnTo>
                <a:lnTo>
                  <a:pt x="131063" y="238759"/>
                </a:lnTo>
                <a:lnTo>
                  <a:pt x="118617" y="222884"/>
                </a:lnTo>
                <a:lnTo>
                  <a:pt x="98425" y="193928"/>
                </a:lnTo>
                <a:lnTo>
                  <a:pt x="91059" y="180847"/>
                </a:lnTo>
                <a:close/>
              </a:path>
              <a:path w="801877" h="627761">
                <a:moveTo>
                  <a:pt x="75676" y="116053"/>
                </a:moveTo>
                <a:lnTo>
                  <a:pt x="111251" y="124459"/>
                </a:lnTo>
                <a:lnTo>
                  <a:pt x="78866" y="95630"/>
                </a:lnTo>
                <a:lnTo>
                  <a:pt x="41148" y="89915"/>
                </a:lnTo>
                <a:lnTo>
                  <a:pt x="0" y="98170"/>
                </a:lnTo>
                <a:lnTo>
                  <a:pt x="38513" y="107271"/>
                </a:lnTo>
                <a:lnTo>
                  <a:pt x="36829" y="118363"/>
                </a:lnTo>
                <a:lnTo>
                  <a:pt x="36449" y="121284"/>
                </a:lnTo>
                <a:lnTo>
                  <a:pt x="36575" y="122808"/>
                </a:lnTo>
                <a:lnTo>
                  <a:pt x="37591" y="135762"/>
                </a:lnTo>
                <a:lnTo>
                  <a:pt x="40131" y="150748"/>
                </a:lnTo>
                <a:lnTo>
                  <a:pt x="43941" y="165607"/>
                </a:lnTo>
                <a:lnTo>
                  <a:pt x="49402" y="181228"/>
                </a:lnTo>
                <a:lnTo>
                  <a:pt x="74549" y="119633"/>
                </a:lnTo>
                <a:lnTo>
                  <a:pt x="74422" y="124078"/>
                </a:lnTo>
                <a:lnTo>
                  <a:pt x="74753" y="121955"/>
                </a:lnTo>
                <a:lnTo>
                  <a:pt x="75676" y="11605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2" name="object 122"/>
          <p:cNvSpPr/>
          <p:nvPr/>
        </p:nvSpPr>
        <p:spPr>
          <a:xfrm>
            <a:off x="4310291" y="4559522"/>
            <a:ext cx="404421" cy="543220"/>
          </a:xfrm>
          <a:custGeom>
            <a:avLst/>
            <a:gdLst/>
            <a:ahLst/>
            <a:cxnLst/>
            <a:rect l="l" t="t" r="r" b="b"/>
            <a:pathLst>
              <a:path w="404421" h="543220">
                <a:moveTo>
                  <a:pt x="0" y="543220"/>
                </a:moveTo>
                <a:lnTo>
                  <a:pt x="404421" y="543220"/>
                </a:lnTo>
                <a:lnTo>
                  <a:pt x="404421" y="0"/>
                </a:lnTo>
                <a:lnTo>
                  <a:pt x="0" y="0"/>
                </a:lnTo>
                <a:lnTo>
                  <a:pt x="0" y="543220"/>
                </a:lnTo>
                <a:close/>
              </a:path>
            </a:pathLst>
          </a:custGeom>
          <a:ln w="1383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3" name="object 123"/>
          <p:cNvSpPr/>
          <p:nvPr/>
        </p:nvSpPr>
        <p:spPr>
          <a:xfrm>
            <a:off x="4310291" y="4506435"/>
            <a:ext cx="404455" cy="161674"/>
          </a:xfrm>
          <a:custGeom>
            <a:avLst/>
            <a:gdLst/>
            <a:ahLst/>
            <a:cxnLst/>
            <a:rect l="l" t="t" r="r" b="b"/>
            <a:pathLst>
              <a:path w="404455" h="161674">
                <a:moveTo>
                  <a:pt x="0" y="79635"/>
                </a:moveTo>
                <a:lnTo>
                  <a:pt x="4496" y="96521"/>
                </a:lnTo>
                <a:lnTo>
                  <a:pt x="15737" y="113407"/>
                </a:lnTo>
                <a:lnTo>
                  <a:pt x="38219" y="127890"/>
                </a:lnTo>
                <a:lnTo>
                  <a:pt x="65198" y="139957"/>
                </a:lnTo>
                <a:lnTo>
                  <a:pt x="101057" y="149608"/>
                </a:lnTo>
                <a:lnTo>
                  <a:pt x="139277" y="156843"/>
                </a:lnTo>
                <a:lnTo>
                  <a:pt x="179745" y="161674"/>
                </a:lnTo>
                <a:lnTo>
                  <a:pt x="222461" y="161674"/>
                </a:lnTo>
                <a:lnTo>
                  <a:pt x="262929" y="156843"/>
                </a:lnTo>
                <a:lnTo>
                  <a:pt x="303285" y="149608"/>
                </a:lnTo>
                <a:lnTo>
                  <a:pt x="337008" y="139957"/>
                </a:lnTo>
                <a:lnTo>
                  <a:pt x="363987" y="127890"/>
                </a:lnTo>
                <a:lnTo>
                  <a:pt x="386469" y="113407"/>
                </a:lnTo>
                <a:lnTo>
                  <a:pt x="399959" y="96521"/>
                </a:lnTo>
                <a:lnTo>
                  <a:pt x="404455" y="79635"/>
                </a:lnTo>
                <a:lnTo>
                  <a:pt x="399959" y="62737"/>
                </a:lnTo>
                <a:lnTo>
                  <a:pt x="386469" y="45851"/>
                </a:lnTo>
                <a:lnTo>
                  <a:pt x="363987" y="31368"/>
                </a:lnTo>
                <a:lnTo>
                  <a:pt x="337008" y="19301"/>
                </a:lnTo>
                <a:lnTo>
                  <a:pt x="303285" y="9650"/>
                </a:lnTo>
                <a:lnTo>
                  <a:pt x="262929" y="2415"/>
                </a:lnTo>
                <a:lnTo>
                  <a:pt x="222461" y="0"/>
                </a:lnTo>
                <a:lnTo>
                  <a:pt x="179745" y="0"/>
                </a:lnTo>
                <a:lnTo>
                  <a:pt x="139277" y="2415"/>
                </a:lnTo>
                <a:lnTo>
                  <a:pt x="101057" y="9650"/>
                </a:lnTo>
                <a:lnTo>
                  <a:pt x="65198" y="19301"/>
                </a:lnTo>
                <a:lnTo>
                  <a:pt x="38219" y="31368"/>
                </a:lnTo>
                <a:lnTo>
                  <a:pt x="15737" y="45851"/>
                </a:lnTo>
                <a:lnTo>
                  <a:pt x="4496" y="62737"/>
                </a:lnTo>
                <a:lnTo>
                  <a:pt x="0" y="7963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4" name="object 124"/>
          <p:cNvSpPr/>
          <p:nvPr/>
        </p:nvSpPr>
        <p:spPr>
          <a:xfrm>
            <a:off x="4310291" y="4506435"/>
            <a:ext cx="404455" cy="161674"/>
          </a:xfrm>
          <a:custGeom>
            <a:avLst/>
            <a:gdLst/>
            <a:ahLst/>
            <a:cxnLst/>
            <a:rect l="l" t="t" r="r" b="b"/>
            <a:pathLst>
              <a:path w="404455" h="161674">
                <a:moveTo>
                  <a:pt x="0" y="79635"/>
                </a:moveTo>
                <a:lnTo>
                  <a:pt x="4496" y="62737"/>
                </a:lnTo>
                <a:lnTo>
                  <a:pt x="15737" y="45851"/>
                </a:lnTo>
                <a:lnTo>
                  <a:pt x="38219" y="31368"/>
                </a:lnTo>
                <a:lnTo>
                  <a:pt x="65198" y="19301"/>
                </a:lnTo>
                <a:lnTo>
                  <a:pt x="101057" y="9650"/>
                </a:lnTo>
                <a:lnTo>
                  <a:pt x="139277" y="2415"/>
                </a:lnTo>
                <a:lnTo>
                  <a:pt x="179745" y="0"/>
                </a:lnTo>
                <a:lnTo>
                  <a:pt x="222461" y="0"/>
                </a:lnTo>
                <a:lnTo>
                  <a:pt x="262929" y="2415"/>
                </a:lnTo>
                <a:lnTo>
                  <a:pt x="303285" y="9650"/>
                </a:lnTo>
                <a:lnTo>
                  <a:pt x="337008" y="19301"/>
                </a:lnTo>
                <a:lnTo>
                  <a:pt x="363987" y="31368"/>
                </a:lnTo>
                <a:lnTo>
                  <a:pt x="386469" y="45851"/>
                </a:lnTo>
                <a:lnTo>
                  <a:pt x="399959" y="62737"/>
                </a:lnTo>
                <a:lnTo>
                  <a:pt x="404455" y="79635"/>
                </a:lnTo>
                <a:lnTo>
                  <a:pt x="399959" y="96521"/>
                </a:lnTo>
                <a:lnTo>
                  <a:pt x="386469" y="113407"/>
                </a:lnTo>
                <a:lnTo>
                  <a:pt x="363987" y="127890"/>
                </a:lnTo>
                <a:lnTo>
                  <a:pt x="337008" y="139957"/>
                </a:lnTo>
                <a:lnTo>
                  <a:pt x="303285" y="149608"/>
                </a:lnTo>
                <a:lnTo>
                  <a:pt x="262929" y="156843"/>
                </a:lnTo>
                <a:lnTo>
                  <a:pt x="222461" y="161674"/>
                </a:lnTo>
                <a:lnTo>
                  <a:pt x="179745" y="161674"/>
                </a:lnTo>
                <a:lnTo>
                  <a:pt x="139277" y="156843"/>
                </a:lnTo>
                <a:lnTo>
                  <a:pt x="101057" y="149608"/>
                </a:lnTo>
                <a:lnTo>
                  <a:pt x="65198" y="139957"/>
                </a:lnTo>
                <a:lnTo>
                  <a:pt x="38219" y="127890"/>
                </a:lnTo>
                <a:lnTo>
                  <a:pt x="15737" y="113407"/>
                </a:lnTo>
                <a:lnTo>
                  <a:pt x="4496" y="96521"/>
                </a:lnTo>
                <a:lnTo>
                  <a:pt x="0" y="79635"/>
                </a:lnTo>
                <a:close/>
              </a:path>
            </a:pathLst>
          </a:custGeom>
          <a:ln w="1434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5" name="object 125"/>
          <p:cNvSpPr/>
          <p:nvPr/>
        </p:nvSpPr>
        <p:spPr>
          <a:xfrm>
            <a:off x="4310291" y="4994166"/>
            <a:ext cx="404455" cy="161662"/>
          </a:xfrm>
          <a:custGeom>
            <a:avLst/>
            <a:gdLst/>
            <a:ahLst/>
            <a:cxnLst/>
            <a:rect l="l" t="t" r="r" b="b"/>
            <a:pathLst>
              <a:path w="404455" h="161662">
                <a:moveTo>
                  <a:pt x="0" y="82039"/>
                </a:moveTo>
                <a:lnTo>
                  <a:pt x="4496" y="98925"/>
                </a:lnTo>
                <a:lnTo>
                  <a:pt x="15737" y="113407"/>
                </a:lnTo>
                <a:lnTo>
                  <a:pt x="38219" y="130294"/>
                </a:lnTo>
                <a:lnTo>
                  <a:pt x="65198" y="142360"/>
                </a:lnTo>
                <a:lnTo>
                  <a:pt x="101057" y="152011"/>
                </a:lnTo>
                <a:lnTo>
                  <a:pt x="139277" y="159247"/>
                </a:lnTo>
                <a:lnTo>
                  <a:pt x="179745" y="161662"/>
                </a:lnTo>
                <a:lnTo>
                  <a:pt x="222461" y="161662"/>
                </a:lnTo>
                <a:lnTo>
                  <a:pt x="262929" y="159247"/>
                </a:lnTo>
                <a:lnTo>
                  <a:pt x="303285" y="152011"/>
                </a:lnTo>
                <a:lnTo>
                  <a:pt x="337008" y="142360"/>
                </a:lnTo>
                <a:lnTo>
                  <a:pt x="363987" y="130294"/>
                </a:lnTo>
                <a:lnTo>
                  <a:pt x="386469" y="113407"/>
                </a:lnTo>
                <a:lnTo>
                  <a:pt x="399959" y="98925"/>
                </a:lnTo>
                <a:lnTo>
                  <a:pt x="404455" y="82039"/>
                </a:lnTo>
                <a:lnTo>
                  <a:pt x="399959" y="65141"/>
                </a:lnTo>
                <a:lnTo>
                  <a:pt x="386469" y="48254"/>
                </a:lnTo>
                <a:lnTo>
                  <a:pt x="363987" y="33772"/>
                </a:lnTo>
                <a:lnTo>
                  <a:pt x="337008" y="21717"/>
                </a:lnTo>
                <a:lnTo>
                  <a:pt x="303285" y="9650"/>
                </a:lnTo>
                <a:lnTo>
                  <a:pt x="262929" y="4819"/>
                </a:lnTo>
                <a:lnTo>
                  <a:pt x="222461" y="0"/>
                </a:lnTo>
                <a:lnTo>
                  <a:pt x="179745" y="0"/>
                </a:lnTo>
                <a:lnTo>
                  <a:pt x="139277" y="4819"/>
                </a:lnTo>
                <a:lnTo>
                  <a:pt x="101057" y="9650"/>
                </a:lnTo>
                <a:lnTo>
                  <a:pt x="65198" y="21717"/>
                </a:lnTo>
                <a:lnTo>
                  <a:pt x="38219" y="33772"/>
                </a:lnTo>
                <a:lnTo>
                  <a:pt x="15737" y="48254"/>
                </a:lnTo>
                <a:lnTo>
                  <a:pt x="4496" y="65141"/>
                </a:lnTo>
                <a:lnTo>
                  <a:pt x="0" y="820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6" name="object 126"/>
          <p:cNvSpPr/>
          <p:nvPr/>
        </p:nvSpPr>
        <p:spPr>
          <a:xfrm>
            <a:off x="4310291" y="4994166"/>
            <a:ext cx="404455" cy="161662"/>
          </a:xfrm>
          <a:custGeom>
            <a:avLst/>
            <a:gdLst/>
            <a:ahLst/>
            <a:cxnLst/>
            <a:rect l="l" t="t" r="r" b="b"/>
            <a:pathLst>
              <a:path w="404455" h="161662">
                <a:moveTo>
                  <a:pt x="0" y="82039"/>
                </a:moveTo>
                <a:lnTo>
                  <a:pt x="4496" y="65141"/>
                </a:lnTo>
                <a:lnTo>
                  <a:pt x="15737" y="48254"/>
                </a:lnTo>
                <a:lnTo>
                  <a:pt x="38219" y="33772"/>
                </a:lnTo>
                <a:lnTo>
                  <a:pt x="65198" y="21717"/>
                </a:lnTo>
                <a:lnTo>
                  <a:pt x="101057" y="9650"/>
                </a:lnTo>
                <a:lnTo>
                  <a:pt x="139277" y="4819"/>
                </a:lnTo>
                <a:lnTo>
                  <a:pt x="179745" y="0"/>
                </a:lnTo>
                <a:lnTo>
                  <a:pt x="222461" y="0"/>
                </a:lnTo>
                <a:lnTo>
                  <a:pt x="262929" y="4819"/>
                </a:lnTo>
                <a:lnTo>
                  <a:pt x="303285" y="9650"/>
                </a:lnTo>
                <a:lnTo>
                  <a:pt x="337008" y="21717"/>
                </a:lnTo>
                <a:lnTo>
                  <a:pt x="363987" y="33772"/>
                </a:lnTo>
                <a:lnTo>
                  <a:pt x="386469" y="48254"/>
                </a:lnTo>
                <a:lnTo>
                  <a:pt x="399959" y="65141"/>
                </a:lnTo>
                <a:lnTo>
                  <a:pt x="404455" y="82039"/>
                </a:lnTo>
                <a:lnTo>
                  <a:pt x="399959" y="98925"/>
                </a:lnTo>
                <a:lnTo>
                  <a:pt x="386469" y="113407"/>
                </a:lnTo>
                <a:lnTo>
                  <a:pt x="363987" y="130294"/>
                </a:lnTo>
                <a:lnTo>
                  <a:pt x="337008" y="142360"/>
                </a:lnTo>
                <a:lnTo>
                  <a:pt x="303285" y="152011"/>
                </a:lnTo>
                <a:lnTo>
                  <a:pt x="262929" y="159247"/>
                </a:lnTo>
                <a:lnTo>
                  <a:pt x="222461" y="161662"/>
                </a:lnTo>
                <a:lnTo>
                  <a:pt x="179745" y="161662"/>
                </a:lnTo>
                <a:lnTo>
                  <a:pt x="139277" y="159247"/>
                </a:lnTo>
                <a:lnTo>
                  <a:pt x="101057" y="152011"/>
                </a:lnTo>
                <a:lnTo>
                  <a:pt x="65198" y="142360"/>
                </a:lnTo>
                <a:lnTo>
                  <a:pt x="38219" y="130294"/>
                </a:lnTo>
                <a:lnTo>
                  <a:pt x="15737" y="113407"/>
                </a:lnTo>
                <a:lnTo>
                  <a:pt x="4496" y="98925"/>
                </a:lnTo>
                <a:lnTo>
                  <a:pt x="0" y="82039"/>
                </a:lnTo>
                <a:close/>
              </a:path>
            </a:pathLst>
          </a:custGeom>
          <a:ln w="1434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7" name="object 127"/>
          <p:cNvSpPr/>
          <p:nvPr/>
        </p:nvSpPr>
        <p:spPr>
          <a:xfrm>
            <a:off x="4512519" y="4349628"/>
            <a:ext cx="0" cy="28868"/>
          </a:xfrm>
          <a:custGeom>
            <a:avLst/>
            <a:gdLst/>
            <a:ahLst/>
            <a:cxnLst/>
            <a:rect l="l" t="t" r="r" b="b"/>
            <a:pathLst>
              <a:path w="0" h="28868">
                <a:moveTo>
                  <a:pt x="0" y="0"/>
                </a:moveTo>
                <a:lnTo>
                  <a:pt x="0" y="28868"/>
                </a:lnTo>
              </a:path>
            </a:pathLst>
          </a:custGeom>
          <a:ln w="1348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8" name="object 128"/>
          <p:cNvSpPr/>
          <p:nvPr/>
        </p:nvSpPr>
        <p:spPr>
          <a:xfrm>
            <a:off x="4512519" y="4407486"/>
            <a:ext cx="0" cy="28977"/>
          </a:xfrm>
          <a:custGeom>
            <a:avLst/>
            <a:gdLst/>
            <a:ahLst/>
            <a:cxnLst/>
            <a:rect l="l" t="t" r="r" b="b"/>
            <a:pathLst>
              <a:path w="0" h="28977">
                <a:moveTo>
                  <a:pt x="0" y="0"/>
                </a:moveTo>
                <a:lnTo>
                  <a:pt x="0" y="28977"/>
                </a:lnTo>
              </a:path>
            </a:pathLst>
          </a:custGeom>
          <a:ln w="1348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9" name="object 129"/>
          <p:cNvSpPr/>
          <p:nvPr/>
        </p:nvSpPr>
        <p:spPr>
          <a:xfrm>
            <a:off x="4512519" y="4465416"/>
            <a:ext cx="0" cy="28952"/>
          </a:xfrm>
          <a:custGeom>
            <a:avLst/>
            <a:gdLst/>
            <a:ahLst/>
            <a:cxnLst/>
            <a:rect l="l" t="t" r="r" b="b"/>
            <a:pathLst>
              <a:path w="0" h="28952">
                <a:moveTo>
                  <a:pt x="0" y="0"/>
                </a:moveTo>
                <a:lnTo>
                  <a:pt x="0" y="28952"/>
                </a:lnTo>
              </a:path>
            </a:pathLst>
          </a:custGeom>
          <a:ln w="1348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0" name="object 130"/>
          <p:cNvSpPr/>
          <p:nvPr/>
        </p:nvSpPr>
        <p:spPr>
          <a:xfrm>
            <a:off x="4512519" y="4523334"/>
            <a:ext cx="0" cy="28952"/>
          </a:xfrm>
          <a:custGeom>
            <a:avLst/>
            <a:gdLst/>
            <a:ahLst/>
            <a:cxnLst/>
            <a:rect l="l" t="t" r="r" b="b"/>
            <a:pathLst>
              <a:path w="0" h="28952">
                <a:moveTo>
                  <a:pt x="0" y="0"/>
                </a:moveTo>
                <a:lnTo>
                  <a:pt x="0" y="28952"/>
                </a:lnTo>
              </a:path>
            </a:pathLst>
          </a:custGeom>
          <a:ln w="1348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1" name="object 131"/>
          <p:cNvSpPr/>
          <p:nvPr/>
        </p:nvSpPr>
        <p:spPr>
          <a:xfrm>
            <a:off x="4512519" y="4581239"/>
            <a:ext cx="0" cy="4831"/>
          </a:xfrm>
          <a:custGeom>
            <a:avLst/>
            <a:gdLst/>
            <a:ahLst/>
            <a:cxnLst/>
            <a:rect l="l" t="t" r="r" b="b"/>
            <a:pathLst>
              <a:path w="0" h="4831">
                <a:moveTo>
                  <a:pt x="0" y="0"/>
                </a:moveTo>
                <a:lnTo>
                  <a:pt x="0" y="4831"/>
                </a:lnTo>
              </a:path>
            </a:pathLst>
          </a:custGeom>
          <a:ln w="1348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2" name="object 132"/>
          <p:cNvSpPr/>
          <p:nvPr/>
        </p:nvSpPr>
        <p:spPr>
          <a:xfrm>
            <a:off x="3649091" y="5182870"/>
            <a:ext cx="771779" cy="473532"/>
          </a:xfrm>
          <a:custGeom>
            <a:avLst/>
            <a:gdLst/>
            <a:ahLst/>
            <a:cxnLst/>
            <a:rect l="l" t="t" r="r" b="b"/>
            <a:pathLst>
              <a:path w="771779" h="473532">
                <a:moveTo>
                  <a:pt x="0" y="440867"/>
                </a:moveTo>
                <a:lnTo>
                  <a:pt x="19558" y="473532"/>
                </a:lnTo>
                <a:lnTo>
                  <a:pt x="683561" y="75080"/>
                </a:lnTo>
                <a:lnTo>
                  <a:pt x="699897" y="65277"/>
                </a:lnTo>
                <a:lnTo>
                  <a:pt x="703199" y="107822"/>
                </a:lnTo>
                <a:lnTo>
                  <a:pt x="771779" y="0"/>
                </a:lnTo>
                <a:lnTo>
                  <a:pt x="680338" y="32638"/>
                </a:lnTo>
                <a:lnTo>
                  <a:pt x="663991" y="42448"/>
                </a:lnTo>
                <a:lnTo>
                  <a:pt x="0" y="440867"/>
                </a:lnTo>
                <a:close/>
              </a:path>
              <a:path w="771779" h="473532">
                <a:moveTo>
                  <a:pt x="680338" y="32638"/>
                </a:moveTo>
                <a:lnTo>
                  <a:pt x="771779" y="0"/>
                </a:lnTo>
                <a:lnTo>
                  <a:pt x="644398" y="9778"/>
                </a:lnTo>
                <a:lnTo>
                  <a:pt x="663991" y="42448"/>
                </a:lnTo>
                <a:lnTo>
                  <a:pt x="680338" y="32638"/>
                </a:lnTo>
                <a:close/>
              </a:path>
              <a:path w="771779" h="473532">
                <a:moveTo>
                  <a:pt x="703199" y="107822"/>
                </a:moveTo>
                <a:lnTo>
                  <a:pt x="699897" y="65277"/>
                </a:lnTo>
                <a:lnTo>
                  <a:pt x="683561" y="75080"/>
                </a:lnTo>
                <a:lnTo>
                  <a:pt x="703199" y="10782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5" name="object 105"/>
          <p:cNvSpPr/>
          <p:nvPr/>
        </p:nvSpPr>
        <p:spPr>
          <a:xfrm>
            <a:off x="4816142" y="4994162"/>
            <a:ext cx="404421" cy="543220"/>
          </a:xfrm>
          <a:custGeom>
            <a:avLst/>
            <a:gdLst/>
            <a:ahLst/>
            <a:cxnLst/>
            <a:rect l="l" t="t" r="r" b="b"/>
            <a:pathLst>
              <a:path w="404421" h="543220">
                <a:moveTo>
                  <a:pt x="0" y="543220"/>
                </a:moveTo>
                <a:lnTo>
                  <a:pt x="404421" y="543220"/>
                </a:lnTo>
                <a:lnTo>
                  <a:pt x="404421" y="0"/>
                </a:lnTo>
                <a:lnTo>
                  <a:pt x="0" y="0"/>
                </a:lnTo>
                <a:lnTo>
                  <a:pt x="0" y="543220"/>
                </a:lnTo>
                <a:close/>
              </a:path>
            </a:pathLst>
          </a:custGeom>
          <a:ln w="1383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6" name="object 106"/>
          <p:cNvSpPr/>
          <p:nvPr/>
        </p:nvSpPr>
        <p:spPr>
          <a:xfrm>
            <a:off x="4816142" y="4941079"/>
            <a:ext cx="404343" cy="161662"/>
          </a:xfrm>
          <a:custGeom>
            <a:avLst/>
            <a:gdLst/>
            <a:ahLst/>
            <a:cxnLst/>
            <a:rect l="l" t="t" r="r" b="b"/>
            <a:pathLst>
              <a:path w="404343" h="161662">
                <a:moveTo>
                  <a:pt x="0" y="79623"/>
                </a:moveTo>
                <a:lnTo>
                  <a:pt x="4496" y="96521"/>
                </a:lnTo>
                <a:lnTo>
                  <a:pt x="15737" y="113407"/>
                </a:lnTo>
                <a:lnTo>
                  <a:pt x="38107" y="127878"/>
                </a:lnTo>
                <a:lnTo>
                  <a:pt x="65086" y="139945"/>
                </a:lnTo>
                <a:lnTo>
                  <a:pt x="101057" y="149596"/>
                </a:lnTo>
                <a:lnTo>
                  <a:pt x="139277" y="156843"/>
                </a:lnTo>
                <a:lnTo>
                  <a:pt x="179745" y="161662"/>
                </a:lnTo>
                <a:lnTo>
                  <a:pt x="222349" y="161662"/>
                </a:lnTo>
                <a:lnTo>
                  <a:pt x="262817" y="156843"/>
                </a:lnTo>
                <a:lnTo>
                  <a:pt x="303285" y="149596"/>
                </a:lnTo>
                <a:lnTo>
                  <a:pt x="337008" y="139945"/>
                </a:lnTo>
                <a:lnTo>
                  <a:pt x="363987" y="127878"/>
                </a:lnTo>
                <a:lnTo>
                  <a:pt x="386357" y="113407"/>
                </a:lnTo>
                <a:lnTo>
                  <a:pt x="399846" y="96521"/>
                </a:lnTo>
                <a:lnTo>
                  <a:pt x="404343" y="79623"/>
                </a:lnTo>
                <a:lnTo>
                  <a:pt x="399846" y="62737"/>
                </a:lnTo>
                <a:lnTo>
                  <a:pt x="386357" y="45839"/>
                </a:lnTo>
                <a:lnTo>
                  <a:pt x="363987" y="31368"/>
                </a:lnTo>
                <a:lnTo>
                  <a:pt x="337008" y="19301"/>
                </a:lnTo>
                <a:lnTo>
                  <a:pt x="303285" y="9650"/>
                </a:lnTo>
                <a:lnTo>
                  <a:pt x="262817" y="2403"/>
                </a:lnTo>
                <a:lnTo>
                  <a:pt x="222349" y="0"/>
                </a:lnTo>
                <a:lnTo>
                  <a:pt x="179745" y="0"/>
                </a:lnTo>
                <a:lnTo>
                  <a:pt x="139277" y="2403"/>
                </a:lnTo>
                <a:lnTo>
                  <a:pt x="101057" y="9650"/>
                </a:lnTo>
                <a:lnTo>
                  <a:pt x="65086" y="19301"/>
                </a:lnTo>
                <a:lnTo>
                  <a:pt x="38107" y="31368"/>
                </a:lnTo>
                <a:lnTo>
                  <a:pt x="15737" y="45839"/>
                </a:lnTo>
                <a:lnTo>
                  <a:pt x="4496" y="62737"/>
                </a:lnTo>
                <a:lnTo>
                  <a:pt x="0" y="7962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7" name="object 107"/>
          <p:cNvSpPr/>
          <p:nvPr/>
        </p:nvSpPr>
        <p:spPr>
          <a:xfrm>
            <a:off x="4816142" y="4941079"/>
            <a:ext cx="404343" cy="161662"/>
          </a:xfrm>
          <a:custGeom>
            <a:avLst/>
            <a:gdLst/>
            <a:ahLst/>
            <a:cxnLst/>
            <a:rect l="l" t="t" r="r" b="b"/>
            <a:pathLst>
              <a:path w="404343" h="161662">
                <a:moveTo>
                  <a:pt x="0" y="79623"/>
                </a:moveTo>
                <a:lnTo>
                  <a:pt x="4496" y="62737"/>
                </a:lnTo>
                <a:lnTo>
                  <a:pt x="15737" y="45839"/>
                </a:lnTo>
                <a:lnTo>
                  <a:pt x="38107" y="31368"/>
                </a:lnTo>
                <a:lnTo>
                  <a:pt x="65086" y="19301"/>
                </a:lnTo>
                <a:lnTo>
                  <a:pt x="101057" y="9650"/>
                </a:lnTo>
                <a:lnTo>
                  <a:pt x="139277" y="2403"/>
                </a:lnTo>
                <a:lnTo>
                  <a:pt x="179745" y="0"/>
                </a:lnTo>
                <a:lnTo>
                  <a:pt x="222349" y="0"/>
                </a:lnTo>
                <a:lnTo>
                  <a:pt x="262817" y="2403"/>
                </a:lnTo>
                <a:lnTo>
                  <a:pt x="303285" y="9650"/>
                </a:lnTo>
                <a:lnTo>
                  <a:pt x="337008" y="19301"/>
                </a:lnTo>
                <a:lnTo>
                  <a:pt x="363987" y="31368"/>
                </a:lnTo>
                <a:lnTo>
                  <a:pt x="386357" y="45839"/>
                </a:lnTo>
                <a:lnTo>
                  <a:pt x="399846" y="62737"/>
                </a:lnTo>
                <a:lnTo>
                  <a:pt x="404343" y="79623"/>
                </a:lnTo>
                <a:lnTo>
                  <a:pt x="399846" y="96521"/>
                </a:lnTo>
                <a:lnTo>
                  <a:pt x="386357" y="113407"/>
                </a:lnTo>
                <a:lnTo>
                  <a:pt x="363987" y="127878"/>
                </a:lnTo>
                <a:lnTo>
                  <a:pt x="337008" y="139945"/>
                </a:lnTo>
                <a:lnTo>
                  <a:pt x="303285" y="149596"/>
                </a:lnTo>
                <a:lnTo>
                  <a:pt x="262817" y="156843"/>
                </a:lnTo>
                <a:lnTo>
                  <a:pt x="222349" y="161662"/>
                </a:lnTo>
                <a:lnTo>
                  <a:pt x="179745" y="161662"/>
                </a:lnTo>
                <a:lnTo>
                  <a:pt x="139277" y="156843"/>
                </a:lnTo>
                <a:lnTo>
                  <a:pt x="101057" y="149596"/>
                </a:lnTo>
                <a:lnTo>
                  <a:pt x="65086" y="139945"/>
                </a:lnTo>
                <a:lnTo>
                  <a:pt x="38107" y="127878"/>
                </a:lnTo>
                <a:lnTo>
                  <a:pt x="15737" y="113407"/>
                </a:lnTo>
                <a:lnTo>
                  <a:pt x="4496" y="96521"/>
                </a:lnTo>
                <a:lnTo>
                  <a:pt x="0" y="79623"/>
                </a:lnTo>
                <a:close/>
              </a:path>
            </a:pathLst>
          </a:custGeom>
          <a:ln w="1434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8" name="object 108"/>
          <p:cNvSpPr/>
          <p:nvPr/>
        </p:nvSpPr>
        <p:spPr>
          <a:xfrm>
            <a:off x="4816142" y="5428495"/>
            <a:ext cx="404343" cy="161973"/>
          </a:xfrm>
          <a:custGeom>
            <a:avLst/>
            <a:gdLst/>
            <a:ahLst/>
            <a:cxnLst/>
            <a:rect l="l" t="t" r="r" b="b"/>
            <a:pathLst>
              <a:path w="404343" h="161973">
                <a:moveTo>
                  <a:pt x="0" y="82341"/>
                </a:moveTo>
                <a:lnTo>
                  <a:pt x="4496" y="99235"/>
                </a:lnTo>
                <a:lnTo>
                  <a:pt x="15737" y="113713"/>
                </a:lnTo>
                <a:lnTo>
                  <a:pt x="38107" y="130603"/>
                </a:lnTo>
                <a:lnTo>
                  <a:pt x="65086" y="142668"/>
                </a:lnTo>
                <a:lnTo>
                  <a:pt x="101057" y="152321"/>
                </a:lnTo>
                <a:lnTo>
                  <a:pt x="139277" y="159559"/>
                </a:lnTo>
                <a:lnTo>
                  <a:pt x="179745" y="161973"/>
                </a:lnTo>
                <a:lnTo>
                  <a:pt x="222349" y="161973"/>
                </a:lnTo>
                <a:lnTo>
                  <a:pt x="262817" y="159559"/>
                </a:lnTo>
                <a:lnTo>
                  <a:pt x="303285" y="152321"/>
                </a:lnTo>
                <a:lnTo>
                  <a:pt x="337008" y="142668"/>
                </a:lnTo>
                <a:lnTo>
                  <a:pt x="363987" y="130603"/>
                </a:lnTo>
                <a:lnTo>
                  <a:pt x="386357" y="113713"/>
                </a:lnTo>
                <a:lnTo>
                  <a:pt x="399846" y="99235"/>
                </a:lnTo>
                <a:lnTo>
                  <a:pt x="404343" y="82341"/>
                </a:lnTo>
                <a:lnTo>
                  <a:pt x="399846" y="65455"/>
                </a:lnTo>
                <a:lnTo>
                  <a:pt x="386357" y="48556"/>
                </a:lnTo>
                <a:lnTo>
                  <a:pt x="363987" y="34086"/>
                </a:lnTo>
                <a:lnTo>
                  <a:pt x="337008" y="21717"/>
                </a:lnTo>
                <a:lnTo>
                  <a:pt x="303285" y="9650"/>
                </a:lnTo>
                <a:lnTo>
                  <a:pt x="262817" y="4831"/>
                </a:lnTo>
                <a:lnTo>
                  <a:pt x="222349" y="0"/>
                </a:lnTo>
                <a:lnTo>
                  <a:pt x="179745" y="0"/>
                </a:lnTo>
                <a:lnTo>
                  <a:pt x="139277" y="4831"/>
                </a:lnTo>
                <a:lnTo>
                  <a:pt x="101057" y="9650"/>
                </a:lnTo>
                <a:lnTo>
                  <a:pt x="65086" y="21717"/>
                </a:lnTo>
                <a:lnTo>
                  <a:pt x="38107" y="34086"/>
                </a:lnTo>
                <a:lnTo>
                  <a:pt x="15737" y="48556"/>
                </a:lnTo>
                <a:lnTo>
                  <a:pt x="4496" y="65455"/>
                </a:lnTo>
                <a:lnTo>
                  <a:pt x="0" y="8234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9" name="object 109"/>
          <p:cNvSpPr/>
          <p:nvPr/>
        </p:nvSpPr>
        <p:spPr>
          <a:xfrm>
            <a:off x="4816142" y="5428495"/>
            <a:ext cx="404343" cy="161973"/>
          </a:xfrm>
          <a:custGeom>
            <a:avLst/>
            <a:gdLst/>
            <a:ahLst/>
            <a:cxnLst/>
            <a:rect l="l" t="t" r="r" b="b"/>
            <a:pathLst>
              <a:path w="404343" h="161973">
                <a:moveTo>
                  <a:pt x="0" y="82341"/>
                </a:moveTo>
                <a:lnTo>
                  <a:pt x="4496" y="65455"/>
                </a:lnTo>
                <a:lnTo>
                  <a:pt x="15737" y="48556"/>
                </a:lnTo>
                <a:lnTo>
                  <a:pt x="38107" y="34086"/>
                </a:lnTo>
                <a:lnTo>
                  <a:pt x="65086" y="21717"/>
                </a:lnTo>
                <a:lnTo>
                  <a:pt x="101057" y="9650"/>
                </a:lnTo>
                <a:lnTo>
                  <a:pt x="139277" y="4831"/>
                </a:lnTo>
                <a:lnTo>
                  <a:pt x="179745" y="0"/>
                </a:lnTo>
                <a:lnTo>
                  <a:pt x="222349" y="0"/>
                </a:lnTo>
                <a:lnTo>
                  <a:pt x="262817" y="4831"/>
                </a:lnTo>
                <a:lnTo>
                  <a:pt x="303285" y="9650"/>
                </a:lnTo>
                <a:lnTo>
                  <a:pt x="337008" y="21717"/>
                </a:lnTo>
                <a:lnTo>
                  <a:pt x="363987" y="34086"/>
                </a:lnTo>
                <a:lnTo>
                  <a:pt x="386357" y="48556"/>
                </a:lnTo>
                <a:lnTo>
                  <a:pt x="399846" y="65455"/>
                </a:lnTo>
                <a:lnTo>
                  <a:pt x="404343" y="82341"/>
                </a:lnTo>
                <a:lnTo>
                  <a:pt x="399846" y="99235"/>
                </a:lnTo>
                <a:lnTo>
                  <a:pt x="386357" y="113713"/>
                </a:lnTo>
                <a:lnTo>
                  <a:pt x="363987" y="130603"/>
                </a:lnTo>
                <a:lnTo>
                  <a:pt x="337008" y="142668"/>
                </a:lnTo>
                <a:lnTo>
                  <a:pt x="303285" y="152321"/>
                </a:lnTo>
                <a:lnTo>
                  <a:pt x="262817" y="159559"/>
                </a:lnTo>
                <a:lnTo>
                  <a:pt x="222349" y="161973"/>
                </a:lnTo>
                <a:lnTo>
                  <a:pt x="179745" y="161973"/>
                </a:lnTo>
                <a:lnTo>
                  <a:pt x="139277" y="159559"/>
                </a:lnTo>
                <a:lnTo>
                  <a:pt x="101057" y="152321"/>
                </a:lnTo>
                <a:lnTo>
                  <a:pt x="65086" y="142668"/>
                </a:lnTo>
                <a:lnTo>
                  <a:pt x="38107" y="130603"/>
                </a:lnTo>
                <a:lnTo>
                  <a:pt x="15737" y="113713"/>
                </a:lnTo>
                <a:lnTo>
                  <a:pt x="4496" y="99235"/>
                </a:lnTo>
                <a:lnTo>
                  <a:pt x="0" y="82341"/>
                </a:lnTo>
                <a:close/>
              </a:path>
            </a:pathLst>
          </a:custGeom>
          <a:ln w="1434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0" name="object 110"/>
          <p:cNvSpPr/>
          <p:nvPr/>
        </p:nvSpPr>
        <p:spPr>
          <a:xfrm>
            <a:off x="5072214" y="4436463"/>
            <a:ext cx="26978" cy="0"/>
          </a:xfrm>
          <a:custGeom>
            <a:avLst/>
            <a:gdLst/>
            <a:ahLst/>
            <a:cxnLst/>
            <a:rect l="l" t="t" r="r" b="b"/>
            <a:pathLst>
              <a:path w="26978" h="0">
                <a:moveTo>
                  <a:pt x="26978" y="0"/>
                </a:moveTo>
                <a:lnTo>
                  <a:pt x="0" y="0"/>
                </a:lnTo>
              </a:path>
            </a:pathLst>
          </a:custGeom>
          <a:ln w="1448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1" name="object 111"/>
          <p:cNvSpPr/>
          <p:nvPr/>
        </p:nvSpPr>
        <p:spPr>
          <a:xfrm>
            <a:off x="5018257" y="4436463"/>
            <a:ext cx="26978" cy="0"/>
          </a:xfrm>
          <a:custGeom>
            <a:avLst/>
            <a:gdLst/>
            <a:ahLst/>
            <a:cxnLst/>
            <a:rect l="l" t="t" r="r" b="b"/>
            <a:pathLst>
              <a:path w="26978" h="0">
                <a:moveTo>
                  <a:pt x="26978" y="0"/>
                </a:moveTo>
                <a:lnTo>
                  <a:pt x="0" y="0"/>
                </a:lnTo>
              </a:path>
            </a:pathLst>
          </a:custGeom>
          <a:ln w="1448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2" name="object 112"/>
          <p:cNvSpPr/>
          <p:nvPr/>
        </p:nvSpPr>
        <p:spPr>
          <a:xfrm>
            <a:off x="5018257" y="4465416"/>
            <a:ext cx="0" cy="28952"/>
          </a:xfrm>
          <a:custGeom>
            <a:avLst/>
            <a:gdLst/>
            <a:ahLst/>
            <a:cxnLst/>
            <a:rect l="l" t="t" r="r" b="b"/>
            <a:pathLst>
              <a:path w="0" h="28952">
                <a:moveTo>
                  <a:pt x="0" y="0"/>
                </a:moveTo>
                <a:lnTo>
                  <a:pt x="0" y="28952"/>
                </a:lnTo>
              </a:path>
            </a:pathLst>
          </a:custGeom>
          <a:ln w="1348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3" name="object 113"/>
          <p:cNvSpPr/>
          <p:nvPr/>
        </p:nvSpPr>
        <p:spPr>
          <a:xfrm>
            <a:off x="5018257" y="4523334"/>
            <a:ext cx="0" cy="28952"/>
          </a:xfrm>
          <a:custGeom>
            <a:avLst/>
            <a:gdLst/>
            <a:ahLst/>
            <a:cxnLst/>
            <a:rect l="l" t="t" r="r" b="b"/>
            <a:pathLst>
              <a:path w="0" h="28952">
                <a:moveTo>
                  <a:pt x="0" y="0"/>
                </a:moveTo>
                <a:lnTo>
                  <a:pt x="0" y="28952"/>
                </a:lnTo>
              </a:path>
            </a:pathLst>
          </a:custGeom>
          <a:ln w="1348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4" name="object 114"/>
          <p:cNvSpPr/>
          <p:nvPr/>
        </p:nvSpPr>
        <p:spPr>
          <a:xfrm>
            <a:off x="5018257" y="4581239"/>
            <a:ext cx="0" cy="28952"/>
          </a:xfrm>
          <a:custGeom>
            <a:avLst/>
            <a:gdLst/>
            <a:ahLst/>
            <a:cxnLst/>
            <a:rect l="l" t="t" r="r" b="b"/>
            <a:pathLst>
              <a:path w="0" h="28952">
                <a:moveTo>
                  <a:pt x="0" y="0"/>
                </a:moveTo>
                <a:lnTo>
                  <a:pt x="0" y="28952"/>
                </a:lnTo>
              </a:path>
            </a:pathLst>
          </a:custGeom>
          <a:ln w="1348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5" name="object 115"/>
          <p:cNvSpPr/>
          <p:nvPr/>
        </p:nvSpPr>
        <p:spPr>
          <a:xfrm>
            <a:off x="5018257" y="4639157"/>
            <a:ext cx="0" cy="28952"/>
          </a:xfrm>
          <a:custGeom>
            <a:avLst/>
            <a:gdLst/>
            <a:ahLst/>
            <a:cxnLst/>
            <a:rect l="l" t="t" r="r" b="b"/>
            <a:pathLst>
              <a:path w="0" h="28952">
                <a:moveTo>
                  <a:pt x="0" y="0"/>
                </a:moveTo>
                <a:lnTo>
                  <a:pt x="0" y="28952"/>
                </a:lnTo>
              </a:path>
            </a:pathLst>
          </a:custGeom>
          <a:ln w="1348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6" name="object 116"/>
          <p:cNvSpPr/>
          <p:nvPr/>
        </p:nvSpPr>
        <p:spPr>
          <a:xfrm>
            <a:off x="5018257" y="4697063"/>
            <a:ext cx="0" cy="28952"/>
          </a:xfrm>
          <a:custGeom>
            <a:avLst/>
            <a:gdLst/>
            <a:ahLst/>
            <a:cxnLst/>
            <a:rect l="l" t="t" r="r" b="b"/>
            <a:pathLst>
              <a:path w="0" h="28952">
                <a:moveTo>
                  <a:pt x="0" y="0"/>
                </a:moveTo>
                <a:lnTo>
                  <a:pt x="0" y="28952"/>
                </a:lnTo>
              </a:path>
            </a:pathLst>
          </a:custGeom>
          <a:ln w="1348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7" name="object 117"/>
          <p:cNvSpPr/>
          <p:nvPr/>
        </p:nvSpPr>
        <p:spPr>
          <a:xfrm>
            <a:off x="5018257" y="4754981"/>
            <a:ext cx="0" cy="28952"/>
          </a:xfrm>
          <a:custGeom>
            <a:avLst/>
            <a:gdLst/>
            <a:ahLst/>
            <a:cxnLst/>
            <a:rect l="l" t="t" r="r" b="b"/>
            <a:pathLst>
              <a:path w="0" h="28952">
                <a:moveTo>
                  <a:pt x="0" y="0"/>
                </a:moveTo>
                <a:lnTo>
                  <a:pt x="0" y="28952"/>
                </a:lnTo>
              </a:path>
            </a:pathLst>
          </a:custGeom>
          <a:ln w="1348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8" name="object 118"/>
          <p:cNvSpPr/>
          <p:nvPr/>
        </p:nvSpPr>
        <p:spPr>
          <a:xfrm>
            <a:off x="5018257" y="4812887"/>
            <a:ext cx="0" cy="29254"/>
          </a:xfrm>
          <a:custGeom>
            <a:avLst/>
            <a:gdLst/>
            <a:ahLst/>
            <a:cxnLst/>
            <a:rect l="l" t="t" r="r" b="b"/>
            <a:pathLst>
              <a:path w="0" h="29254">
                <a:moveTo>
                  <a:pt x="0" y="0"/>
                </a:moveTo>
                <a:lnTo>
                  <a:pt x="0" y="29254"/>
                </a:lnTo>
              </a:path>
            </a:pathLst>
          </a:custGeom>
          <a:ln w="1348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9" name="object 119"/>
          <p:cNvSpPr/>
          <p:nvPr/>
        </p:nvSpPr>
        <p:spPr>
          <a:xfrm>
            <a:off x="5018257" y="4871095"/>
            <a:ext cx="0" cy="28964"/>
          </a:xfrm>
          <a:custGeom>
            <a:avLst/>
            <a:gdLst/>
            <a:ahLst/>
            <a:cxnLst/>
            <a:rect l="l" t="t" r="r" b="b"/>
            <a:pathLst>
              <a:path w="0" h="28964">
                <a:moveTo>
                  <a:pt x="0" y="0"/>
                </a:moveTo>
                <a:lnTo>
                  <a:pt x="0" y="28964"/>
                </a:lnTo>
              </a:path>
            </a:pathLst>
          </a:custGeom>
          <a:ln w="1348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0" name="object 120"/>
          <p:cNvSpPr/>
          <p:nvPr/>
        </p:nvSpPr>
        <p:spPr>
          <a:xfrm>
            <a:off x="5018257" y="4929012"/>
            <a:ext cx="0" cy="28952"/>
          </a:xfrm>
          <a:custGeom>
            <a:avLst/>
            <a:gdLst/>
            <a:ahLst/>
            <a:cxnLst/>
            <a:rect l="l" t="t" r="r" b="b"/>
            <a:pathLst>
              <a:path w="0" h="28952">
                <a:moveTo>
                  <a:pt x="0" y="0"/>
                </a:moveTo>
                <a:lnTo>
                  <a:pt x="0" y="28952"/>
                </a:lnTo>
              </a:path>
            </a:pathLst>
          </a:custGeom>
          <a:ln w="1348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1" name="object 121"/>
          <p:cNvSpPr/>
          <p:nvPr/>
        </p:nvSpPr>
        <p:spPr>
          <a:xfrm>
            <a:off x="5018257" y="4986918"/>
            <a:ext cx="0" cy="7247"/>
          </a:xfrm>
          <a:custGeom>
            <a:avLst/>
            <a:gdLst/>
            <a:ahLst/>
            <a:cxnLst/>
            <a:rect l="l" t="t" r="r" b="b"/>
            <a:pathLst>
              <a:path w="0" h="7247">
                <a:moveTo>
                  <a:pt x="0" y="0"/>
                </a:moveTo>
                <a:lnTo>
                  <a:pt x="0" y="7247"/>
                </a:lnTo>
              </a:path>
            </a:pathLst>
          </a:custGeom>
          <a:ln w="1348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3" name="object 103"/>
          <p:cNvSpPr/>
          <p:nvPr/>
        </p:nvSpPr>
        <p:spPr>
          <a:xfrm>
            <a:off x="5287932" y="4342381"/>
            <a:ext cx="26978" cy="0"/>
          </a:xfrm>
          <a:custGeom>
            <a:avLst/>
            <a:gdLst/>
            <a:ahLst/>
            <a:cxnLst/>
            <a:rect l="l" t="t" r="r" b="b"/>
            <a:pathLst>
              <a:path w="26978" h="0">
                <a:moveTo>
                  <a:pt x="26978" y="0"/>
                </a:moveTo>
                <a:lnTo>
                  <a:pt x="0" y="0"/>
                </a:lnTo>
              </a:path>
            </a:pathLst>
          </a:custGeom>
          <a:ln w="1448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4" name="object 104"/>
          <p:cNvSpPr/>
          <p:nvPr/>
        </p:nvSpPr>
        <p:spPr>
          <a:xfrm>
            <a:off x="5233974" y="4342381"/>
            <a:ext cx="26978" cy="0"/>
          </a:xfrm>
          <a:custGeom>
            <a:avLst/>
            <a:gdLst/>
            <a:ahLst/>
            <a:cxnLst/>
            <a:rect l="l" t="t" r="r" b="b"/>
            <a:pathLst>
              <a:path w="26978" h="0">
                <a:moveTo>
                  <a:pt x="26978" y="0"/>
                </a:moveTo>
                <a:lnTo>
                  <a:pt x="0" y="0"/>
                </a:lnTo>
              </a:path>
            </a:pathLst>
          </a:custGeom>
          <a:ln w="1448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1" name="object 101"/>
          <p:cNvSpPr/>
          <p:nvPr/>
        </p:nvSpPr>
        <p:spPr>
          <a:xfrm>
            <a:off x="5180129" y="4342381"/>
            <a:ext cx="26866" cy="0"/>
          </a:xfrm>
          <a:custGeom>
            <a:avLst/>
            <a:gdLst/>
            <a:ahLst/>
            <a:cxnLst/>
            <a:rect l="l" t="t" r="r" b="b"/>
            <a:pathLst>
              <a:path w="26866" h="0">
                <a:moveTo>
                  <a:pt x="26866" y="0"/>
                </a:moveTo>
                <a:lnTo>
                  <a:pt x="0" y="0"/>
                </a:lnTo>
              </a:path>
            </a:pathLst>
          </a:custGeom>
          <a:ln w="1448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2" name="object 102"/>
          <p:cNvSpPr/>
          <p:nvPr/>
        </p:nvSpPr>
        <p:spPr>
          <a:xfrm>
            <a:off x="5126172" y="4342381"/>
            <a:ext cx="26978" cy="0"/>
          </a:xfrm>
          <a:custGeom>
            <a:avLst/>
            <a:gdLst/>
            <a:ahLst/>
            <a:cxnLst/>
            <a:rect l="l" t="t" r="r" b="b"/>
            <a:pathLst>
              <a:path w="26978" h="0">
                <a:moveTo>
                  <a:pt x="26978" y="0"/>
                </a:moveTo>
                <a:lnTo>
                  <a:pt x="0" y="0"/>
                </a:lnTo>
              </a:path>
            </a:pathLst>
          </a:custGeom>
          <a:ln w="1448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9" name="object 99"/>
          <p:cNvSpPr/>
          <p:nvPr/>
        </p:nvSpPr>
        <p:spPr>
          <a:xfrm>
            <a:off x="5072214" y="4342381"/>
            <a:ext cx="26978" cy="0"/>
          </a:xfrm>
          <a:custGeom>
            <a:avLst/>
            <a:gdLst/>
            <a:ahLst/>
            <a:cxnLst/>
            <a:rect l="l" t="t" r="r" b="b"/>
            <a:pathLst>
              <a:path w="26978" h="0">
                <a:moveTo>
                  <a:pt x="26978" y="0"/>
                </a:moveTo>
                <a:lnTo>
                  <a:pt x="0" y="0"/>
                </a:lnTo>
              </a:path>
            </a:pathLst>
          </a:custGeom>
          <a:ln w="1448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0" name="object 100"/>
          <p:cNvSpPr/>
          <p:nvPr/>
        </p:nvSpPr>
        <p:spPr>
          <a:xfrm>
            <a:off x="5018257" y="4342381"/>
            <a:ext cx="26978" cy="0"/>
          </a:xfrm>
          <a:custGeom>
            <a:avLst/>
            <a:gdLst/>
            <a:ahLst/>
            <a:cxnLst/>
            <a:rect l="l" t="t" r="r" b="b"/>
            <a:pathLst>
              <a:path w="26978" h="0">
                <a:moveTo>
                  <a:pt x="26978" y="0"/>
                </a:moveTo>
                <a:lnTo>
                  <a:pt x="0" y="0"/>
                </a:lnTo>
              </a:path>
            </a:pathLst>
          </a:custGeom>
          <a:ln w="1448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7" name="object 97"/>
          <p:cNvSpPr/>
          <p:nvPr/>
        </p:nvSpPr>
        <p:spPr>
          <a:xfrm>
            <a:off x="4964412" y="4342381"/>
            <a:ext cx="26978" cy="0"/>
          </a:xfrm>
          <a:custGeom>
            <a:avLst/>
            <a:gdLst/>
            <a:ahLst/>
            <a:cxnLst/>
            <a:rect l="l" t="t" r="r" b="b"/>
            <a:pathLst>
              <a:path w="26978" h="0">
                <a:moveTo>
                  <a:pt x="26978" y="0"/>
                </a:moveTo>
                <a:lnTo>
                  <a:pt x="0" y="0"/>
                </a:lnTo>
              </a:path>
            </a:pathLst>
          </a:custGeom>
          <a:ln w="1448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8" name="object 98"/>
          <p:cNvSpPr/>
          <p:nvPr/>
        </p:nvSpPr>
        <p:spPr>
          <a:xfrm>
            <a:off x="4910455" y="4342381"/>
            <a:ext cx="26978" cy="0"/>
          </a:xfrm>
          <a:custGeom>
            <a:avLst/>
            <a:gdLst/>
            <a:ahLst/>
            <a:cxnLst/>
            <a:rect l="l" t="t" r="r" b="b"/>
            <a:pathLst>
              <a:path w="26978" h="0">
                <a:moveTo>
                  <a:pt x="26978" y="0"/>
                </a:moveTo>
                <a:lnTo>
                  <a:pt x="0" y="0"/>
                </a:lnTo>
              </a:path>
            </a:pathLst>
          </a:custGeom>
          <a:ln w="1448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5" name="object 95"/>
          <p:cNvSpPr/>
          <p:nvPr/>
        </p:nvSpPr>
        <p:spPr>
          <a:xfrm>
            <a:off x="4856497" y="4342381"/>
            <a:ext cx="26978" cy="0"/>
          </a:xfrm>
          <a:custGeom>
            <a:avLst/>
            <a:gdLst/>
            <a:ahLst/>
            <a:cxnLst/>
            <a:rect l="l" t="t" r="r" b="b"/>
            <a:pathLst>
              <a:path w="26978" h="0">
                <a:moveTo>
                  <a:pt x="26978" y="0"/>
                </a:moveTo>
                <a:lnTo>
                  <a:pt x="0" y="0"/>
                </a:lnTo>
              </a:path>
            </a:pathLst>
          </a:custGeom>
          <a:ln w="1448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6" name="object 96"/>
          <p:cNvSpPr/>
          <p:nvPr/>
        </p:nvSpPr>
        <p:spPr>
          <a:xfrm>
            <a:off x="4802652" y="4342381"/>
            <a:ext cx="26978" cy="0"/>
          </a:xfrm>
          <a:custGeom>
            <a:avLst/>
            <a:gdLst/>
            <a:ahLst/>
            <a:cxnLst/>
            <a:rect l="l" t="t" r="r" b="b"/>
            <a:pathLst>
              <a:path w="26978" h="0">
                <a:moveTo>
                  <a:pt x="26978" y="0"/>
                </a:moveTo>
                <a:lnTo>
                  <a:pt x="0" y="0"/>
                </a:lnTo>
              </a:path>
            </a:pathLst>
          </a:custGeom>
          <a:ln w="1448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3" name="object 93"/>
          <p:cNvSpPr/>
          <p:nvPr/>
        </p:nvSpPr>
        <p:spPr>
          <a:xfrm>
            <a:off x="4748470" y="4342381"/>
            <a:ext cx="27203" cy="0"/>
          </a:xfrm>
          <a:custGeom>
            <a:avLst/>
            <a:gdLst/>
            <a:ahLst/>
            <a:cxnLst/>
            <a:rect l="l" t="t" r="r" b="b"/>
            <a:pathLst>
              <a:path w="27203" h="0">
                <a:moveTo>
                  <a:pt x="27203" y="0"/>
                </a:moveTo>
                <a:lnTo>
                  <a:pt x="0" y="0"/>
                </a:lnTo>
              </a:path>
            </a:pathLst>
          </a:custGeom>
          <a:ln w="1448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4" name="object 94"/>
          <p:cNvSpPr/>
          <p:nvPr/>
        </p:nvSpPr>
        <p:spPr>
          <a:xfrm>
            <a:off x="4694513" y="4342381"/>
            <a:ext cx="26978" cy="0"/>
          </a:xfrm>
          <a:custGeom>
            <a:avLst/>
            <a:gdLst/>
            <a:ahLst/>
            <a:cxnLst/>
            <a:rect l="l" t="t" r="r" b="b"/>
            <a:pathLst>
              <a:path w="26978" h="0">
                <a:moveTo>
                  <a:pt x="26978" y="0"/>
                </a:moveTo>
                <a:lnTo>
                  <a:pt x="0" y="0"/>
                </a:lnTo>
              </a:path>
            </a:pathLst>
          </a:custGeom>
          <a:ln w="1448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1" name="object 91"/>
          <p:cNvSpPr/>
          <p:nvPr/>
        </p:nvSpPr>
        <p:spPr>
          <a:xfrm>
            <a:off x="4640555" y="4342381"/>
            <a:ext cx="26978" cy="0"/>
          </a:xfrm>
          <a:custGeom>
            <a:avLst/>
            <a:gdLst/>
            <a:ahLst/>
            <a:cxnLst/>
            <a:rect l="l" t="t" r="r" b="b"/>
            <a:pathLst>
              <a:path w="26978" h="0">
                <a:moveTo>
                  <a:pt x="26978" y="0"/>
                </a:moveTo>
                <a:lnTo>
                  <a:pt x="0" y="0"/>
                </a:lnTo>
              </a:path>
            </a:pathLst>
          </a:custGeom>
          <a:ln w="1448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2" name="object 92"/>
          <p:cNvSpPr/>
          <p:nvPr/>
        </p:nvSpPr>
        <p:spPr>
          <a:xfrm>
            <a:off x="4586598" y="4342381"/>
            <a:ext cx="26978" cy="0"/>
          </a:xfrm>
          <a:custGeom>
            <a:avLst/>
            <a:gdLst/>
            <a:ahLst/>
            <a:cxnLst/>
            <a:rect l="l" t="t" r="r" b="b"/>
            <a:pathLst>
              <a:path w="26978" h="0">
                <a:moveTo>
                  <a:pt x="26978" y="0"/>
                </a:moveTo>
                <a:lnTo>
                  <a:pt x="0" y="0"/>
                </a:lnTo>
              </a:path>
            </a:pathLst>
          </a:custGeom>
          <a:ln w="1448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0" name="object 90"/>
          <p:cNvSpPr/>
          <p:nvPr/>
        </p:nvSpPr>
        <p:spPr>
          <a:xfrm>
            <a:off x="4532753" y="4342381"/>
            <a:ext cx="26978" cy="0"/>
          </a:xfrm>
          <a:custGeom>
            <a:avLst/>
            <a:gdLst/>
            <a:ahLst/>
            <a:cxnLst/>
            <a:rect l="l" t="t" r="r" b="b"/>
            <a:pathLst>
              <a:path w="26978" h="0">
                <a:moveTo>
                  <a:pt x="26978" y="0"/>
                </a:moveTo>
                <a:lnTo>
                  <a:pt x="0" y="0"/>
                </a:lnTo>
              </a:path>
            </a:pathLst>
          </a:custGeom>
          <a:ln w="1448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8" name="object 88"/>
          <p:cNvSpPr/>
          <p:nvPr/>
        </p:nvSpPr>
        <p:spPr>
          <a:xfrm>
            <a:off x="5287932" y="4436463"/>
            <a:ext cx="26978" cy="0"/>
          </a:xfrm>
          <a:custGeom>
            <a:avLst/>
            <a:gdLst/>
            <a:ahLst/>
            <a:cxnLst/>
            <a:rect l="l" t="t" r="r" b="b"/>
            <a:pathLst>
              <a:path w="26978" h="0">
                <a:moveTo>
                  <a:pt x="26978" y="0"/>
                </a:moveTo>
                <a:lnTo>
                  <a:pt x="0" y="0"/>
                </a:lnTo>
              </a:path>
            </a:pathLst>
          </a:custGeom>
          <a:ln w="1448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9" name="object 89"/>
          <p:cNvSpPr/>
          <p:nvPr/>
        </p:nvSpPr>
        <p:spPr>
          <a:xfrm>
            <a:off x="5233974" y="4436463"/>
            <a:ext cx="26978" cy="0"/>
          </a:xfrm>
          <a:custGeom>
            <a:avLst/>
            <a:gdLst/>
            <a:ahLst/>
            <a:cxnLst/>
            <a:rect l="l" t="t" r="r" b="b"/>
            <a:pathLst>
              <a:path w="26978" h="0">
                <a:moveTo>
                  <a:pt x="26978" y="0"/>
                </a:moveTo>
                <a:lnTo>
                  <a:pt x="0" y="0"/>
                </a:lnTo>
              </a:path>
            </a:pathLst>
          </a:custGeom>
          <a:ln w="1448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6" name="object 86"/>
          <p:cNvSpPr/>
          <p:nvPr/>
        </p:nvSpPr>
        <p:spPr>
          <a:xfrm>
            <a:off x="5180129" y="4436463"/>
            <a:ext cx="26866" cy="0"/>
          </a:xfrm>
          <a:custGeom>
            <a:avLst/>
            <a:gdLst/>
            <a:ahLst/>
            <a:cxnLst/>
            <a:rect l="l" t="t" r="r" b="b"/>
            <a:pathLst>
              <a:path w="26866" h="0">
                <a:moveTo>
                  <a:pt x="26866" y="0"/>
                </a:moveTo>
                <a:lnTo>
                  <a:pt x="0" y="0"/>
                </a:lnTo>
              </a:path>
            </a:pathLst>
          </a:custGeom>
          <a:ln w="1448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7" name="object 87"/>
          <p:cNvSpPr/>
          <p:nvPr/>
        </p:nvSpPr>
        <p:spPr>
          <a:xfrm>
            <a:off x="5126172" y="4436463"/>
            <a:ext cx="26978" cy="0"/>
          </a:xfrm>
          <a:custGeom>
            <a:avLst/>
            <a:gdLst/>
            <a:ahLst/>
            <a:cxnLst/>
            <a:rect l="l" t="t" r="r" b="b"/>
            <a:pathLst>
              <a:path w="26978" h="0">
                <a:moveTo>
                  <a:pt x="26978" y="0"/>
                </a:moveTo>
                <a:lnTo>
                  <a:pt x="0" y="0"/>
                </a:lnTo>
              </a:path>
            </a:pathLst>
          </a:custGeom>
          <a:ln w="1448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4" name="object 84"/>
          <p:cNvSpPr/>
          <p:nvPr/>
        </p:nvSpPr>
        <p:spPr>
          <a:xfrm>
            <a:off x="6083578" y="4504020"/>
            <a:ext cx="26978" cy="0"/>
          </a:xfrm>
          <a:custGeom>
            <a:avLst/>
            <a:gdLst/>
            <a:ahLst/>
            <a:cxnLst/>
            <a:rect l="l" t="t" r="r" b="b"/>
            <a:pathLst>
              <a:path w="26978" h="0">
                <a:moveTo>
                  <a:pt x="0" y="0"/>
                </a:moveTo>
                <a:lnTo>
                  <a:pt x="26978" y="0"/>
                </a:lnTo>
              </a:path>
            </a:pathLst>
          </a:custGeom>
          <a:ln w="1448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5" name="object 85"/>
          <p:cNvSpPr/>
          <p:nvPr/>
        </p:nvSpPr>
        <p:spPr>
          <a:xfrm>
            <a:off x="6137535" y="4504020"/>
            <a:ext cx="26866" cy="0"/>
          </a:xfrm>
          <a:custGeom>
            <a:avLst/>
            <a:gdLst/>
            <a:ahLst/>
            <a:cxnLst/>
            <a:rect l="l" t="t" r="r" b="b"/>
            <a:pathLst>
              <a:path w="26866" h="0">
                <a:moveTo>
                  <a:pt x="0" y="0"/>
                </a:moveTo>
                <a:lnTo>
                  <a:pt x="26866" y="0"/>
                </a:lnTo>
              </a:path>
            </a:pathLst>
          </a:custGeom>
          <a:ln w="1448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3" name="object 83"/>
          <p:cNvSpPr/>
          <p:nvPr/>
        </p:nvSpPr>
        <p:spPr>
          <a:xfrm>
            <a:off x="6191380" y="4504020"/>
            <a:ext cx="26978" cy="0"/>
          </a:xfrm>
          <a:custGeom>
            <a:avLst/>
            <a:gdLst/>
            <a:ahLst/>
            <a:cxnLst/>
            <a:rect l="l" t="t" r="r" b="b"/>
            <a:pathLst>
              <a:path w="26978" h="0">
                <a:moveTo>
                  <a:pt x="0" y="0"/>
                </a:moveTo>
                <a:lnTo>
                  <a:pt x="26978" y="0"/>
                </a:lnTo>
              </a:path>
            </a:pathLst>
          </a:custGeom>
          <a:ln w="1448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1" name="object 81"/>
          <p:cNvSpPr/>
          <p:nvPr/>
        </p:nvSpPr>
        <p:spPr>
          <a:xfrm>
            <a:off x="6083578" y="4342381"/>
            <a:ext cx="26978" cy="0"/>
          </a:xfrm>
          <a:custGeom>
            <a:avLst/>
            <a:gdLst/>
            <a:ahLst/>
            <a:cxnLst/>
            <a:rect l="l" t="t" r="r" b="b"/>
            <a:pathLst>
              <a:path w="26978" h="0">
                <a:moveTo>
                  <a:pt x="0" y="0"/>
                </a:moveTo>
                <a:lnTo>
                  <a:pt x="26978" y="0"/>
                </a:lnTo>
              </a:path>
            </a:pathLst>
          </a:custGeom>
          <a:ln w="1448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2" name="object 82"/>
          <p:cNvSpPr/>
          <p:nvPr/>
        </p:nvSpPr>
        <p:spPr>
          <a:xfrm>
            <a:off x="6137535" y="4342381"/>
            <a:ext cx="26866" cy="0"/>
          </a:xfrm>
          <a:custGeom>
            <a:avLst/>
            <a:gdLst/>
            <a:ahLst/>
            <a:cxnLst/>
            <a:rect l="l" t="t" r="r" b="b"/>
            <a:pathLst>
              <a:path w="26866" h="0">
                <a:moveTo>
                  <a:pt x="0" y="0"/>
                </a:moveTo>
                <a:lnTo>
                  <a:pt x="26866" y="0"/>
                </a:lnTo>
              </a:path>
            </a:pathLst>
          </a:custGeom>
          <a:ln w="1448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9" name="object 79"/>
          <p:cNvSpPr/>
          <p:nvPr/>
        </p:nvSpPr>
        <p:spPr>
          <a:xfrm>
            <a:off x="6191380" y="4342381"/>
            <a:ext cx="26978" cy="0"/>
          </a:xfrm>
          <a:custGeom>
            <a:avLst/>
            <a:gdLst/>
            <a:ahLst/>
            <a:cxnLst/>
            <a:rect l="l" t="t" r="r" b="b"/>
            <a:pathLst>
              <a:path w="26978" h="0">
                <a:moveTo>
                  <a:pt x="0" y="0"/>
                </a:moveTo>
                <a:lnTo>
                  <a:pt x="26978" y="0"/>
                </a:lnTo>
              </a:path>
            </a:pathLst>
          </a:custGeom>
          <a:ln w="1448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0" name="object 80"/>
          <p:cNvSpPr/>
          <p:nvPr/>
        </p:nvSpPr>
        <p:spPr>
          <a:xfrm>
            <a:off x="6245338" y="4342381"/>
            <a:ext cx="26978" cy="0"/>
          </a:xfrm>
          <a:custGeom>
            <a:avLst/>
            <a:gdLst/>
            <a:ahLst/>
            <a:cxnLst/>
            <a:rect l="l" t="t" r="r" b="b"/>
            <a:pathLst>
              <a:path w="26978" h="0">
                <a:moveTo>
                  <a:pt x="0" y="0"/>
                </a:moveTo>
                <a:lnTo>
                  <a:pt x="26978" y="0"/>
                </a:lnTo>
              </a:path>
            </a:pathLst>
          </a:custGeom>
          <a:ln w="1448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7" name="object 77"/>
          <p:cNvSpPr/>
          <p:nvPr/>
        </p:nvSpPr>
        <p:spPr>
          <a:xfrm>
            <a:off x="6299295" y="4342381"/>
            <a:ext cx="26978" cy="0"/>
          </a:xfrm>
          <a:custGeom>
            <a:avLst/>
            <a:gdLst/>
            <a:ahLst/>
            <a:cxnLst/>
            <a:rect l="l" t="t" r="r" b="b"/>
            <a:pathLst>
              <a:path w="26978" h="0">
                <a:moveTo>
                  <a:pt x="0" y="0"/>
                </a:moveTo>
                <a:lnTo>
                  <a:pt x="26978" y="0"/>
                </a:lnTo>
              </a:path>
            </a:pathLst>
          </a:custGeom>
          <a:ln w="1448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8" name="object 78"/>
          <p:cNvSpPr/>
          <p:nvPr/>
        </p:nvSpPr>
        <p:spPr>
          <a:xfrm>
            <a:off x="6353140" y="4342381"/>
            <a:ext cx="26978" cy="0"/>
          </a:xfrm>
          <a:custGeom>
            <a:avLst/>
            <a:gdLst/>
            <a:ahLst/>
            <a:cxnLst/>
            <a:rect l="l" t="t" r="r" b="b"/>
            <a:pathLst>
              <a:path w="26978" h="0">
                <a:moveTo>
                  <a:pt x="0" y="0"/>
                </a:moveTo>
                <a:lnTo>
                  <a:pt x="26978" y="0"/>
                </a:lnTo>
              </a:path>
            </a:pathLst>
          </a:custGeom>
          <a:ln w="1448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5" name="object 75"/>
          <p:cNvSpPr/>
          <p:nvPr/>
        </p:nvSpPr>
        <p:spPr>
          <a:xfrm>
            <a:off x="6407097" y="4342381"/>
            <a:ext cx="26978" cy="0"/>
          </a:xfrm>
          <a:custGeom>
            <a:avLst/>
            <a:gdLst/>
            <a:ahLst/>
            <a:cxnLst/>
            <a:rect l="l" t="t" r="r" b="b"/>
            <a:pathLst>
              <a:path w="26978" h="0">
                <a:moveTo>
                  <a:pt x="0" y="0"/>
                </a:moveTo>
                <a:lnTo>
                  <a:pt x="26978" y="0"/>
                </a:lnTo>
              </a:path>
            </a:pathLst>
          </a:custGeom>
          <a:ln w="1448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6" name="object 76"/>
          <p:cNvSpPr/>
          <p:nvPr/>
        </p:nvSpPr>
        <p:spPr>
          <a:xfrm>
            <a:off x="6461055" y="4342381"/>
            <a:ext cx="26978" cy="0"/>
          </a:xfrm>
          <a:custGeom>
            <a:avLst/>
            <a:gdLst/>
            <a:ahLst/>
            <a:cxnLst/>
            <a:rect l="l" t="t" r="r" b="b"/>
            <a:pathLst>
              <a:path w="26978" h="0">
                <a:moveTo>
                  <a:pt x="0" y="0"/>
                </a:moveTo>
                <a:lnTo>
                  <a:pt x="26978" y="0"/>
                </a:lnTo>
              </a:path>
            </a:pathLst>
          </a:custGeom>
          <a:ln w="1448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3" name="object 73"/>
          <p:cNvSpPr/>
          <p:nvPr/>
        </p:nvSpPr>
        <p:spPr>
          <a:xfrm>
            <a:off x="6515237" y="4342381"/>
            <a:ext cx="26978" cy="0"/>
          </a:xfrm>
          <a:custGeom>
            <a:avLst/>
            <a:gdLst/>
            <a:ahLst/>
            <a:cxnLst/>
            <a:rect l="l" t="t" r="r" b="b"/>
            <a:pathLst>
              <a:path w="26978" h="0">
                <a:moveTo>
                  <a:pt x="0" y="0"/>
                </a:moveTo>
                <a:lnTo>
                  <a:pt x="26978" y="0"/>
                </a:lnTo>
              </a:path>
            </a:pathLst>
          </a:custGeom>
          <a:ln w="1448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4" name="object 74"/>
          <p:cNvSpPr/>
          <p:nvPr/>
        </p:nvSpPr>
        <p:spPr>
          <a:xfrm>
            <a:off x="6569194" y="4342381"/>
            <a:ext cx="26978" cy="0"/>
          </a:xfrm>
          <a:custGeom>
            <a:avLst/>
            <a:gdLst/>
            <a:ahLst/>
            <a:cxnLst/>
            <a:rect l="l" t="t" r="r" b="b"/>
            <a:pathLst>
              <a:path w="26978" h="0">
                <a:moveTo>
                  <a:pt x="0" y="0"/>
                </a:moveTo>
                <a:lnTo>
                  <a:pt x="26978" y="0"/>
                </a:lnTo>
              </a:path>
            </a:pathLst>
          </a:custGeom>
          <a:ln w="1448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1" name="object 71"/>
          <p:cNvSpPr/>
          <p:nvPr/>
        </p:nvSpPr>
        <p:spPr>
          <a:xfrm>
            <a:off x="6623039" y="4342381"/>
            <a:ext cx="26978" cy="0"/>
          </a:xfrm>
          <a:custGeom>
            <a:avLst/>
            <a:gdLst/>
            <a:ahLst/>
            <a:cxnLst/>
            <a:rect l="l" t="t" r="r" b="b"/>
            <a:pathLst>
              <a:path w="26978" h="0">
                <a:moveTo>
                  <a:pt x="0" y="0"/>
                </a:moveTo>
                <a:lnTo>
                  <a:pt x="26978" y="0"/>
                </a:lnTo>
              </a:path>
            </a:pathLst>
          </a:custGeom>
          <a:ln w="1448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2" name="object 72"/>
          <p:cNvSpPr/>
          <p:nvPr/>
        </p:nvSpPr>
        <p:spPr>
          <a:xfrm>
            <a:off x="6676997" y="4342381"/>
            <a:ext cx="26978" cy="0"/>
          </a:xfrm>
          <a:custGeom>
            <a:avLst/>
            <a:gdLst/>
            <a:ahLst/>
            <a:cxnLst/>
            <a:rect l="l" t="t" r="r" b="b"/>
            <a:pathLst>
              <a:path w="26978" h="0">
                <a:moveTo>
                  <a:pt x="0" y="0"/>
                </a:moveTo>
                <a:lnTo>
                  <a:pt x="26978" y="0"/>
                </a:lnTo>
              </a:path>
            </a:pathLst>
          </a:custGeom>
          <a:ln w="1448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0" name="object 70"/>
          <p:cNvSpPr/>
          <p:nvPr/>
        </p:nvSpPr>
        <p:spPr>
          <a:xfrm>
            <a:off x="7087870" y="4708652"/>
            <a:ext cx="465708" cy="245618"/>
          </a:xfrm>
          <a:custGeom>
            <a:avLst/>
            <a:gdLst/>
            <a:ahLst/>
            <a:cxnLst/>
            <a:rect l="l" t="t" r="r" b="b"/>
            <a:pathLst>
              <a:path w="465708" h="245618">
                <a:moveTo>
                  <a:pt x="93725" y="220091"/>
                </a:moveTo>
                <a:lnTo>
                  <a:pt x="76707" y="185928"/>
                </a:lnTo>
                <a:lnTo>
                  <a:pt x="0" y="245618"/>
                </a:lnTo>
                <a:lnTo>
                  <a:pt x="127761" y="245618"/>
                </a:lnTo>
                <a:lnTo>
                  <a:pt x="93725" y="220091"/>
                </a:lnTo>
                <a:close/>
              </a:path>
              <a:path w="465708" h="245618">
                <a:moveTo>
                  <a:pt x="127761" y="245618"/>
                </a:moveTo>
                <a:lnTo>
                  <a:pt x="110759" y="211571"/>
                </a:lnTo>
                <a:lnTo>
                  <a:pt x="465708" y="34036"/>
                </a:lnTo>
                <a:lnTo>
                  <a:pt x="448690" y="0"/>
                </a:lnTo>
                <a:lnTo>
                  <a:pt x="93710" y="177429"/>
                </a:lnTo>
                <a:lnTo>
                  <a:pt x="76707" y="143383"/>
                </a:lnTo>
                <a:lnTo>
                  <a:pt x="0" y="245618"/>
                </a:lnTo>
                <a:lnTo>
                  <a:pt x="76707" y="185928"/>
                </a:lnTo>
                <a:lnTo>
                  <a:pt x="93725" y="220091"/>
                </a:lnTo>
                <a:lnTo>
                  <a:pt x="127761" y="24561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9" name="object 69"/>
          <p:cNvSpPr txBox="1"/>
          <p:nvPr/>
        </p:nvSpPr>
        <p:spPr>
          <a:xfrm>
            <a:off x="78740" y="159670"/>
            <a:ext cx="364032" cy="330200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dirty="0" smtClean="0" sz="2400" spc="-47" b="1">
                <a:latin typeface="Arial"/>
                <a:cs typeface="Arial"/>
              </a:rPr>
              <a:t>A</a:t>
            </a:r>
            <a:r>
              <a:rPr dirty="0" smtClean="0" sz="2400" spc="-47" b="1"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467055" y="159670"/>
            <a:ext cx="1981301" cy="330200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dirty="0" smtClean="0" sz="2400" spc="-2" b="1">
                <a:latin typeface="Arial"/>
                <a:cs typeface="Arial"/>
              </a:rPr>
              <a:t>Pen</a:t>
            </a:r>
            <a:r>
              <a:rPr dirty="0" smtClean="0" sz="2400" spc="-2" b="1">
                <a:latin typeface="Arial"/>
                <a:cs typeface="Arial"/>
              </a:rPr>
              <a:t>d</a:t>
            </a:r>
            <a:r>
              <a:rPr dirty="0" smtClean="0" sz="2400" spc="-2" b="1">
                <a:latin typeface="Arial"/>
                <a:cs typeface="Arial"/>
              </a:rPr>
              <a:t>ah</a:t>
            </a:r>
            <a:r>
              <a:rPr dirty="0" smtClean="0" sz="2400" spc="-2" b="1">
                <a:latin typeface="Arial"/>
                <a:cs typeface="Arial"/>
              </a:rPr>
              <a:t>u</a:t>
            </a:r>
            <a:r>
              <a:rPr dirty="0" smtClean="0" sz="2400" spc="-2" b="1">
                <a:latin typeface="Arial"/>
                <a:cs typeface="Arial"/>
              </a:rPr>
              <a:t>l</a:t>
            </a:r>
            <a:r>
              <a:rPr dirty="0" smtClean="0" sz="2400" spc="-2" b="1">
                <a:latin typeface="Arial"/>
                <a:cs typeface="Arial"/>
              </a:rPr>
              <a:t>u</a:t>
            </a:r>
            <a:r>
              <a:rPr dirty="0" smtClean="0" sz="2400" spc="-2" b="1">
                <a:latin typeface="Arial"/>
                <a:cs typeface="Arial"/>
              </a:rPr>
              <a:t>an</a:t>
            </a:r>
            <a:endParaRPr sz="2400">
              <a:latin typeface="Arial"/>
              <a:cs typeface="Arial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535940" y="775576"/>
            <a:ext cx="1676145" cy="381317"/>
          </a:xfrm>
          <a:prstGeom prst="rect">
            <a:avLst/>
          </a:prstGeom>
        </p:spPr>
        <p:txBody>
          <a:bodyPr wrap="square" lIns="0" tIns="18796" rIns="0" bIns="0" rtlCol="0">
            <a:noAutofit/>
          </a:bodyPr>
          <a:lstStyle/>
          <a:p>
            <a:pPr marL="12700">
              <a:lnSpc>
                <a:spcPts val="2960"/>
              </a:lnSpc>
            </a:pPr>
            <a:r>
              <a:rPr dirty="0" smtClean="0" sz="2800" spc="-2" b="1">
                <a:solidFill>
                  <a:srgbClr val="3333CC"/>
                </a:solidFill>
                <a:latin typeface="Times New Roman"/>
                <a:cs typeface="Times New Roman"/>
              </a:rPr>
              <a:t>Ar</a:t>
            </a:r>
            <a:r>
              <a:rPr dirty="0" smtClean="0" sz="2800" spc="-2" b="1">
                <a:solidFill>
                  <a:srgbClr val="3333CC"/>
                </a:solidFill>
                <a:latin typeface="Times New Roman"/>
                <a:cs typeface="Times New Roman"/>
              </a:rPr>
              <a:t>s</a:t>
            </a:r>
            <a:r>
              <a:rPr dirty="0" smtClean="0" sz="2800" spc="-2" b="1">
                <a:solidFill>
                  <a:srgbClr val="3333CC"/>
                </a:solidFill>
                <a:latin typeface="Times New Roman"/>
                <a:cs typeface="Times New Roman"/>
              </a:rPr>
              <a:t>i</a:t>
            </a:r>
            <a:r>
              <a:rPr dirty="0" smtClean="0" sz="2800" spc="-2" b="1">
                <a:solidFill>
                  <a:srgbClr val="3333CC"/>
                </a:solidFill>
                <a:latin typeface="Times New Roman"/>
                <a:cs typeface="Times New Roman"/>
              </a:rPr>
              <a:t>t</a:t>
            </a:r>
            <a:r>
              <a:rPr dirty="0" smtClean="0" sz="2800" spc="-2" b="1">
                <a:solidFill>
                  <a:srgbClr val="3333CC"/>
                </a:solidFill>
                <a:latin typeface="Times New Roman"/>
                <a:cs typeface="Times New Roman"/>
              </a:rPr>
              <a:t>e</a:t>
            </a:r>
            <a:r>
              <a:rPr dirty="0" smtClean="0" sz="2800" spc="-2" b="1">
                <a:solidFill>
                  <a:srgbClr val="3333CC"/>
                </a:solidFill>
                <a:latin typeface="Times New Roman"/>
                <a:cs typeface="Times New Roman"/>
              </a:rPr>
              <a:t>k</a:t>
            </a:r>
            <a:r>
              <a:rPr dirty="0" smtClean="0" sz="2800" spc="-2" b="1">
                <a:solidFill>
                  <a:srgbClr val="3333CC"/>
                </a:solidFill>
                <a:latin typeface="Times New Roman"/>
                <a:cs typeface="Times New Roman"/>
              </a:rPr>
              <a:t>t</a:t>
            </a:r>
            <a:r>
              <a:rPr dirty="0" smtClean="0" sz="2800" spc="-2" b="1">
                <a:solidFill>
                  <a:srgbClr val="3333CC"/>
                </a:solidFill>
                <a:latin typeface="Times New Roman"/>
                <a:cs typeface="Times New Roman"/>
              </a:rPr>
              <a:t>ur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2219785" y="775576"/>
            <a:ext cx="1237299" cy="381317"/>
          </a:xfrm>
          <a:prstGeom prst="rect">
            <a:avLst/>
          </a:prstGeom>
        </p:spPr>
        <p:txBody>
          <a:bodyPr wrap="square" lIns="0" tIns="18796" rIns="0" bIns="0" rtlCol="0">
            <a:noAutofit/>
          </a:bodyPr>
          <a:lstStyle/>
          <a:p>
            <a:pPr marL="12700">
              <a:lnSpc>
                <a:spcPts val="2960"/>
              </a:lnSpc>
            </a:pPr>
            <a:r>
              <a:rPr dirty="0" smtClean="0" sz="2800" spc="-12" b="1">
                <a:solidFill>
                  <a:srgbClr val="3333CC"/>
                </a:solidFill>
                <a:latin typeface="Times New Roman"/>
                <a:cs typeface="Times New Roman"/>
              </a:rPr>
              <a:t>U</a:t>
            </a:r>
            <a:r>
              <a:rPr dirty="0" smtClean="0" sz="2800" spc="-12" b="1">
                <a:solidFill>
                  <a:srgbClr val="3333CC"/>
                </a:solidFill>
                <a:latin typeface="Times New Roman"/>
                <a:cs typeface="Times New Roman"/>
              </a:rPr>
              <a:t>m</a:t>
            </a:r>
            <a:r>
              <a:rPr dirty="0" smtClean="0" sz="2800" spc="-12" b="1">
                <a:solidFill>
                  <a:srgbClr val="3333CC"/>
                </a:solidFill>
                <a:latin typeface="Times New Roman"/>
                <a:cs typeface="Times New Roman"/>
              </a:rPr>
              <a:t>u</a:t>
            </a:r>
            <a:r>
              <a:rPr dirty="0" smtClean="0" sz="2800" spc="-12" b="1">
                <a:solidFill>
                  <a:srgbClr val="3333CC"/>
                </a:solidFill>
                <a:latin typeface="Times New Roman"/>
                <a:cs typeface="Times New Roman"/>
              </a:rPr>
              <a:t>m</a:t>
            </a:r>
            <a:r>
              <a:rPr dirty="0" smtClean="0" sz="2800" spc="-12" b="1">
                <a:solidFill>
                  <a:srgbClr val="3333CC"/>
                </a:solidFill>
                <a:latin typeface="Times New Roman"/>
                <a:cs typeface="Times New Roman"/>
              </a:rPr>
              <a:t>: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2854591" y="1923966"/>
            <a:ext cx="191176" cy="134040"/>
          </a:xfrm>
          <a:prstGeom prst="rect">
            <a:avLst/>
          </a:prstGeom>
        </p:spPr>
        <p:txBody>
          <a:bodyPr wrap="square" lIns="0" tIns="6191" rIns="0" bIns="0" rtlCol="0">
            <a:noAutofit/>
          </a:bodyPr>
          <a:lstStyle/>
          <a:p>
            <a:pPr marL="12700">
              <a:lnSpc>
                <a:spcPts val="975"/>
              </a:lnSpc>
            </a:pPr>
            <a:r>
              <a:rPr dirty="0" smtClean="0" sz="850" spc="-9" b="1">
                <a:latin typeface="Arial"/>
                <a:cs typeface="Arial"/>
              </a:rPr>
              <a:t>MS</a:t>
            </a:r>
            <a:endParaRPr sz="850">
              <a:latin typeface="Arial"/>
              <a:cs typeface="Aria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7472045" y="2717492"/>
            <a:ext cx="1279466" cy="417069"/>
          </a:xfrm>
          <a:prstGeom prst="rect">
            <a:avLst/>
          </a:prstGeom>
        </p:spPr>
        <p:txBody>
          <a:bodyPr wrap="square" lIns="0" tIns="10541" rIns="0" bIns="0" rtlCol="0">
            <a:noAutofit/>
          </a:bodyPr>
          <a:lstStyle/>
          <a:p>
            <a:pPr marL="12700">
              <a:lnSpc>
                <a:spcPts val="1660"/>
              </a:lnSpc>
            </a:pPr>
            <a:r>
              <a:rPr dirty="0" smtClean="0" sz="1800" b="1">
                <a:latin typeface="Times New Roman"/>
                <a:cs typeface="Times New Roman"/>
              </a:rPr>
              <a:t>Base</a:t>
            </a:r>
            <a:r>
              <a:rPr dirty="0" smtClean="0" sz="1800" b="1">
                <a:latin typeface="Times New Roman"/>
                <a:cs typeface="Times New Roman"/>
              </a:rPr>
              <a:t> </a:t>
            </a:r>
            <a:r>
              <a:rPr dirty="0" smtClean="0" sz="1800" b="1">
                <a:latin typeface="Times New Roman"/>
                <a:cs typeface="Times New Roman"/>
              </a:rPr>
              <a:t>Station</a:t>
            </a:r>
            <a:endParaRPr sz="1800">
              <a:latin typeface="Times New Roman"/>
              <a:cs typeface="Times New Roman"/>
            </a:endParaRPr>
          </a:p>
          <a:p>
            <a:pPr marL="12700" marR="39430">
              <a:lnSpc>
                <a:spcPts val="1560"/>
              </a:lnSpc>
            </a:pPr>
            <a:r>
              <a:rPr dirty="0" smtClean="0" sz="1800" spc="-3" b="1">
                <a:latin typeface="Times New Roman"/>
                <a:cs typeface="Times New Roman"/>
              </a:rPr>
              <a:t>Cont</a:t>
            </a:r>
            <a:r>
              <a:rPr dirty="0" smtClean="0" sz="1800" spc="-3" b="1">
                <a:latin typeface="Times New Roman"/>
                <a:cs typeface="Times New Roman"/>
              </a:rPr>
              <a:t>r</a:t>
            </a:r>
            <a:r>
              <a:rPr dirty="0" smtClean="0" sz="1800" spc="-3" b="1">
                <a:latin typeface="Times New Roman"/>
                <a:cs typeface="Times New Roman"/>
              </a:rPr>
              <a:t>oller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2299629" y="3010455"/>
            <a:ext cx="191176" cy="134040"/>
          </a:xfrm>
          <a:prstGeom prst="rect">
            <a:avLst/>
          </a:prstGeom>
        </p:spPr>
        <p:txBody>
          <a:bodyPr wrap="square" lIns="0" tIns="6191" rIns="0" bIns="0" rtlCol="0">
            <a:noAutofit/>
          </a:bodyPr>
          <a:lstStyle/>
          <a:p>
            <a:pPr marL="12700">
              <a:lnSpc>
                <a:spcPts val="975"/>
              </a:lnSpc>
            </a:pPr>
            <a:r>
              <a:rPr dirty="0" smtClean="0" sz="850" spc="-9" b="1">
                <a:latin typeface="Arial"/>
                <a:cs typeface="Arial"/>
              </a:rPr>
              <a:t>MS</a:t>
            </a:r>
            <a:endParaRPr sz="850">
              <a:latin typeface="Arial"/>
              <a:cs typeface="Arial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2888292" y="3386479"/>
            <a:ext cx="534981" cy="170249"/>
          </a:xfrm>
          <a:prstGeom prst="rect">
            <a:avLst/>
          </a:prstGeom>
        </p:spPr>
        <p:txBody>
          <a:bodyPr wrap="square" lIns="0" tIns="8064" rIns="0" bIns="0" rtlCol="0">
            <a:noAutofit/>
          </a:bodyPr>
          <a:lstStyle/>
          <a:p>
            <a:pPr marL="12700">
              <a:lnSpc>
                <a:spcPts val="1270"/>
              </a:lnSpc>
            </a:pPr>
            <a:r>
              <a:rPr dirty="0" smtClean="0" sz="1150" spc="-38" b="1">
                <a:latin typeface="Arial"/>
                <a:cs typeface="Arial"/>
              </a:rPr>
              <a:t>SEL</a:t>
            </a:r>
            <a:r>
              <a:rPr dirty="0" smtClean="0" sz="1150" spc="-38" b="1">
                <a:latin typeface="Arial"/>
                <a:cs typeface="Arial"/>
              </a:rPr>
              <a:t> </a:t>
            </a:r>
            <a:r>
              <a:rPr dirty="0" smtClean="0" sz="1150" spc="-38" b="1">
                <a:latin typeface="Arial"/>
                <a:cs typeface="Arial"/>
              </a:rPr>
              <a:t>#</a:t>
            </a:r>
            <a:r>
              <a:rPr dirty="0" smtClean="0" sz="1150" spc="-38" b="1">
                <a:latin typeface="Arial"/>
                <a:cs typeface="Arial"/>
              </a:rPr>
              <a:t> </a:t>
            </a:r>
            <a:r>
              <a:rPr dirty="0" smtClean="0" sz="1150" spc="-38" b="1">
                <a:latin typeface="Arial"/>
                <a:cs typeface="Arial"/>
              </a:rPr>
              <a:t>2</a:t>
            </a:r>
            <a:endParaRPr sz="1150">
              <a:latin typeface="Arial"/>
              <a:cs typeface="Arial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612457" y="3785182"/>
            <a:ext cx="1502384" cy="254000"/>
          </a:xfrm>
          <a:prstGeom prst="rect">
            <a:avLst/>
          </a:prstGeom>
        </p:spPr>
        <p:txBody>
          <a:bodyPr wrap="square" lIns="0" tIns="12319" rIns="0" bIns="0" rtlCol="0">
            <a:noAutofit/>
          </a:bodyPr>
          <a:lstStyle/>
          <a:p>
            <a:pPr marL="12700">
              <a:lnSpc>
                <a:spcPts val="1939"/>
              </a:lnSpc>
            </a:pPr>
            <a:r>
              <a:rPr dirty="0" smtClean="0" sz="1800" spc="0" b="1">
                <a:latin typeface="Times New Roman"/>
                <a:cs typeface="Times New Roman"/>
              </a:rPr>
              <a:t>Mobile</a:t>
            </a:r>
            <a:r>
              <a:rPr dirty="0" smtClean="0" sz="1800" spc="0" b="1">
                <a:latin typeface="Times New Roman"/>
                <a:cs typeface="Times New Roman"/>
              </a:rPr>
              <a:t> </a:t>
            </a:r>
            <a:r>
              <a:rPr dirty="0" smtClean="0" sz="1800" spc="0" b="1">
                <a:latin typeface="Times New Roman"/>
                <a:cs typeface="Times New Roman"/>
              </a:rPr>
              <a:t>Station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7624445" y="4338520"/>
            <a:ext cx="1482177" cy="638176"/>
          </a:xfrm>
          <a:prstGeom prst="rect">
            <a:avLst/>
          </a:prstGeom>
        </p:spPr>
        <p:txBody>
          <a:bodyPr wrap="square" lIns="0" tIns="40640" rIns="0" bIns="0" rtlCol="0">
            <a:noAutofit/>
          </a:bodyPr>
          <a:lstStyle/>
          <a:p>
            <a:pPr marL="12700">
              <a:lnSpc>
                <a:spcPts val="2069"/>
              </a:lnSpc>
            </a:pPr>
            <a:r>
              <a:rPr dirty="0" smtClean="0" sz="1800" b="1">
                <a:latin typeface="Times New Roman"/>
                <a:cs typeface="Times New Roman"/>
              </a:rPr>
              <a:t>Oper</a:t>
            </a:r>
            <a:r>
              <a:rPr dirty="0" smtClean="0" sz="1800" spc="-4" b="1">
                <a:latin typeface="Times New Roman"/>
                <a:cs typeface="Times New Roman"/>
              </a:rPr>
              <a:t>a</a:t>
            </a:r>
            <a:r>
              <a:rPr dirty="0" smtClean="0" sz="1800" spc="0" b="1">
                <a:latin typeface="Times New Roman"/>
                <a:cs typeface="Times New Roman"/>
              </a:rPr>
              <a:t>tion</a:t>
            </a:r>
            <a:r>
              <a:rPr dirty="0" smtClean="0" sz="1800" spc="0" b="1">
                <a:latin typeface="Times New Roman"/>
                <a:cs typeface="Times New Roman"/>
              </a:rPr>
              <a:t> </a:t>
            </a:r>
            <a:r>
              <a:rPr dirty="0" smtClean="0" sz="1800" spc="0" b="1">
                <a:latin typeface="Times New Roman"/>
                <a:cs typeface="Times New Roman"/>
              </a:rPr>
              <a:t>and</a:t>
            </a:r>
            <a:r>
              <a:rPr dirty="0" smtClean="0" sz="1800" spc="0" b="1">
                <a:latin typeface="Times New Roman"/>
                <a:cs typeface="Times New Roman"/>
              </a:rPr>
              <a:t> 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ts val="2069"/>
              </a:lnSpc>
            </a:pPr>
            <a:r>
              <a:rPr dirty="0" smtClean="0" sz="1800" b="1">
                <a:latin typeface="Times New Roman"/>
                <a:cs typeface="Times New Roman"/>
              </a:rPr>
              <a:t>Maintenance</a:t>
            </a:r>
            <a:r>
              <a:rPr dirty="0" smtClean="0" sz="1800" b="1">
                <a:latin typeface="Times New Roman"/>
                <a:cs typeface="Times New Roman"/>
              </a:rPr>
              <a:t> 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ts val="2069"/>
              </a:lnSpc>
            </a:pPr>
            <a:r>
              <a:rPr dirty="0" smtClean="0" sz="1800" spc="-6" b="1">
                <a:latin typeface="Times New Roman"/>
                <a:cs typeface="Times New Roman"/>
              </a:rPr>
              <a:t>Cent</a:t>
            </a:r>
            <a:r>
              <a:rPr dirty="0" smtClean="0" sz="1800" spc="-6" b="1">
                <a:latin typeface="Times New Roman"/>
                <a:cs typeface="Times New Roman"/>
              </a:rPr>
              <a:t>r</a:t>
            </a:r>
            <a:r>
              <a:rPr dirty="0" smtClean="0" sz="1800" spc="-6" b="1">
                <a:latin typeface="Times New Roman"/>
                <a:cs typeface="Times New Roman"/>
              </a:rPr>
              <a:t>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7284057" y="4472884"/>
            <a:ext cx="122078" cy="170249"/>
          </a:xfrm>
          <a:prstGeom prst="rect">
            <a:avLst/>
          </a:prstGeom>
        </p:spPr>
        <p:txBody>
          <a:bodyPr wrap="square" lIns="0" tIns="8064" rIns="0" bIns="0" rtlCol="0">
            <a:noAutofit/>
          </a:bodyPr>
          <a:lstStyle/>
          <a:p>
            <a:pPr marL="12700">
              <a:lnSpc>
                <a:spcPts val="1270"/>
              </a:lnSpc>
            </a:pPr>
            <a:r>
              <a:rPr dirty="0" smtClean="0" sz="1150" b="1">
                <a:latin typeface="Arial"/>
                <a:cs typeface="Arial"/>
              </a:rPr>
              <a:t>y</a:t>
            </a:r>
            <a:endParaRPr sz="1150">
              <a:latin typeface="Arial"/>
              <a:cs typeface="Arial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231140" y="4643956"/>
            <a:ext cx="3553841" cy="254000"/>
          </a:xfrm>
          <a:prstGeom prst="rect">
            <a:avLst/>
          </a:prstGeom>
        </p:spPr>
        <p:txBody>
          <a:bodyPr wrap="square" lIns="0" tIns="12319" rIns="0" bIns="0" rtlCol="0">
            <a:noAutofit/>
          </a:bodyPr>
          <a:lstStyle/>
          <a:p>
            <a:pPr marL="12700">
              <a:lnSpc>
                <a:spcPts val="1939"/>
              </a:lnSpc>
            </a:pPr>
            <a:r>
              <a:rPr dirty="0" smtClean="0" sz="1800" spc="-1" b="1">
                <a:latin typeface="Times New Roman"/>
                <a:cs typeface="Times New Roman"/>
              </a:rPr>
              <a:t>Radio</a:t>
            </a:r>
            <a:r>
              <a:rPr dirty="0" smtClean="0" sz="1800" spc="-1" b="1">
                <a:latin typeface="Times New Roman"/>
                <a:cs typeface="Times New Roman"/>
              </a:rPr>
              <a:t> </a:t>
            </a:r>
            <a:r>
              <a:rPr dirty="0" smtClean="0" sz="1800" spc="-1" b="1">
                <a:latin typeface="Times New Roman"/>
                <a:cs typeface="Times New Roman"/>
              </a:rPr>
              <a:t>Base</a:t>
            </a:r>
            <a:r>
              <a:rPr dirty="0" smtClean="0" sz="1800" spc="-1" b="1">
                <a:latin typeface="Times New Roman"/>
                <a:cs typeface="Times New Roman"/>
              </a:rPr>
              <a:t> </a:t>
            </a:r>
            <a:r>
              <a:rPr dirty="0" smtClean="0" sz="1800" spc="-1" b="1">
                <a:latin typeface="Times New Roman"/>
                <a:cs typeface="Times New Roman"/>
              </a:rPr>
              <a:t>Station</a:t>
            </a:r>
            <a:r>
              <a:rPr dirty="0" smtClean="0" sz="1800" spc="-1" b="1">
                <a:latin typeface="Times New Roman"/>
                <a:cs typeface="Times New Roman"/>
              </a:rPr>
              <a:t> </a:t>
            </a:r>
            <a:r>
              <a:rPr dirty="0" smtClean="0" sz="1800" spc="-1" b="1">
                <a:latin typeface="Times New Roman"/>
                <a:cs typeface="Times New Roman"/>
              </a:rPr>
              <a:t>(AMPS)</a:t>
            </a:r>
            <a:r>
              <a:rPr dirty="0" smtClean="0" sz="1800" spc="-1" b="1">
                <a:latin typeface="Times New Roman"/>
                <a:cs typeface="Times New Roman"/>
              </a:rPr>
              <a:t> </a:t>
            </a:r>
            <a:r>
              <a:rPr dirty="0" smtClean="0" sz="1800" spc="-1" b="1">
                <a:latin typeface="Times New Roman"/>
                <a:cs typeface="Times New Roman"/>
              </a:rPr>
              <a:t>or</a:t>
            </a:r>
            <a:r>
              <a:rPr dirty="0" smtClean="0" sz="1800" spc="-1" b="1">
                <a:latin typeface="Times New Roman"/>
                <a:cs typeface="Times New Roman"/>
              </a:rPr>
              <a:t> </a:t>
            </a:r>
            <a:r>
              <a:rPr dirty="0" smtClean="0" sz="1800" spc="-1" b="1">
                <a:latin typeface="Times New Roman"/>
                <a:cs typeface="Times New Roman"/>
              </a:rPr>
              <a:t>Base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231140" y="4834456"/>
            <a:ext cx="2693162" cy="254000"/>
          </a:xfrm>
          <a:prstGeom prst="rect">
            <a:avLst/>
          </a:prstGeom>
        </p:spPr>
        <p:txBody>
          <a:bodyPr wrap="square" lIns="0" tIns="12319" rIns="0" bIns="0" rtlCol="0">
            <a:noAutofit/>
          </a:bodyPr>
          <a:lstStyle/>
          <a:p>
            <a:pPr marL="12700">
              <a:lnSpc>
                <a:spcPts val="1939"/>
              </a:lnSpc>
            </a:pPr>
            <a:r>
              <a:rPr dirty="0" smtClean="0" sz="1800" spc="-6" b="1">
                <a:latin typeface="Times New Roman"/>
                <a:cs typeface="Times New Roman"/>
              </a:rPr>
              <a:t>T</a:t>
            </a:r>
            <a:r>
              <a:rPr dirty="0" smtClean="0" sz="1800" spc="-6" b="1">
                <a:latin typeface="Times New Roman"/>
                <a:cs typeface="Times New Roman"/>
              </a:rPr>
              <a:t>ransceiver</a:t>
            </a:r>
            <a:r>
              <a:rPr dirty="0" smtClean="0" sz="1800" spc="-6" b="1">
                <a:latin typeface="Times New Roman"/>
                <a:cs typeface="Times New Roman"/>
              </a:rPr>
              <a:t> </a:t>
            </a:r>
            <a:r>
              <a:rPr dirty="0" smtClean="0" sz="1800" spc="-6" b="1">
                <a:latin typeface="Times New Roman"/>
                <a:cs typeface="Times New Roman"/>
              </a:rPr>
              <a:t>System</a:t>
            </a:r>
            <a:r>
              <a:rPr dirty="0" smtClean="0" sz="1800" spc="-6" b="1">
                <a:latin typeface="Times New Roman"/>
                <a:cs typeface="Times New Roman"/>
              </a:rPr>
              <a:t> </a:t>
            </a:r>
            <a:r>
              <a:rPr dirty="0" smtClean="0" sz="1800" spc="-6" b="1">
                <a:latin typeface="Times New Roman"/>
                <a:cs typeface="Times New Roman"/>
              </a:rPr>
              <a:t>(GSM)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6176264" y="5300926"/>
            <a:ext cx="3522528" cy="948627"/>
          </a:xfrm>
          <a:prstGeom prst="rect">
            <a:avLst/>
          </a:prstGeom>
        </p:spPr>
        <p:txBody>
          <a:bodyPr wrap="square" lIns="0" tIns="40640" rIns="0" bIns="0" rtlCol="0">
            <a:noAutofit/>
          </a:bodyPr>
          <a:lstStyle/>
          <a:p>
            <a:pPr marL="317626">
              <a:lnSpc>
                <a:spcPts val="2069"/>
              </a:lnSpc>
            </a:pPr>
            <a:r>
              <a:rPr dirty="0" smtClean="0" sz="1800" spc="-1" b="1">
                <a:latin typeface="Times New Roman"/>
                <a:cs typeface="Times New Roman"/>
              </a:rPr>
              <a:t>Mobile</a:t>
            </a:r>
            <a:r>
              <a:rPr dirty="0" smtClean="0" sz="1800" spc="-1" b="1">
                <a:latin typeface="Times New Roman"/>
                <a:cs typeface="Times New Roman"/>
              </a:rPr>
              <a:t> </a:t>
            </a:r>
            <a:r>
              <a:rPr dirty="0" smtClean="0" sz="1800" spc="-1" b="1">
                <a:latin typeface="Times New Roman"/>
                <a:cs typeface="Times New Roman"/>
              </a:rPr>
              <a:t>S</a:t>
            </a:r>
            <a:r>
              <a:rPr dirty="0" smtClean="0" sz="1800" spc="-1" b="1">
                <a:latin typeface="Times New Roman"/>
                <a:cs typeface="Times New Roman"/>
              </a:rPr>
              <a:t>w</a:t>
            </a:r>
            <a:r>
              <a:rPr dirty="0" smtClean="0" sz="1800" spc="-1" b="1">
                <a:latin typeface="Times New Roman"/>
                <a:cs typeface="Times New Roman"/>
              </a:rPr>
              <a:t>itchi</a:t>
            </a:r>
            <a:r>
              <a:rPr dirty="0" smtClean="0" sz="1800" spc="-1" b="1">
                <a:latin typeface="Times New Roman"/>
                <a:cs typeface="Times New Roman"/>
              </a:rPr>
              <a:t>n</a:t>
            </a:r>
            <a:r>
              <a:rPr dirty="0" smtClean="0" sz="1800" spc="-1" b="1">
                <a:latin typeface="Times New Roman"/>
                <a:cs typeface="Times New Roman"/>
              </a:rPr>
              <a:t>g</a:t>
            </a:r>
            <a:r>
              <a:rPr dirty="0" smtClean="0" sz="1800" spc="-1" b="1">
                <a:latin typeface="Times New Roman"/>
                <a:cs typeface="Times New Roman"/>
              </a:rPr>
              <a:t> </a:t>
            </a:r>
            <a:r>
              <a:rPr dirty="0" smtClean="0" sz="1800" spc="-1" b="1">
                <a:latin typeface="Times New Roman"/>
                <a:cs typeface="Times New Roman"/>
              </a:rPr>
              <a:t>Cent</a:t>
            </a:r>
            <a:r>
              <a:rPr dirty="0" smtClean="0" sz="1800" spc="-1" b="1">
                <a:latin typeface="Times New Roman"/>
                <a:cs typeface="Times New Roman"/>
              </a:rPr>
              <a:t>r</a:t>
            </a:r>
            <a:r>
              <a:rPr dirty="0" smtClean="0" sz="1800" spc="-1" b="1">
                <a:latin typeface="Times New Roman"/>
                <a:cs typeface="Times New Roman"/>
              </a:rPr>
              <a:t>e</a:t>
            </a:r>
            <a:r>
              <a:rPr dirty="0" smtClean="0" sz="1800" spc="-1" b="1">
                <a:latin typeface="Times New Roman"/>
                <a:cs typeface="Times New Roman"/>
              </a:rPr>
              <a:t> </a:t>
            </a:r>
            <a:r>
              <a:rPr dirty="0" smtClean="0" sz="1800" spc="-1" b="1">
                <a:latin typeface="Times New Roman"/>
                <a:cs typeface="Times New Roman"/>
              </a:rPr>
              <a:t>(GSM)</a:t>
            </a:r>
            <a:r>
              <a:rPr dirty="0" smtClean="0" sz="1800" spc="-1" b="1">
                <a:latin typeface="Times New Roman"/>
                <a:cs typeface="Times New Roman"/>
              </a:rPr>
              <a:t> </a:t>
            </a:r>
            <a:endParaRPr sz="1800">
              <a:latin typeface="Times New Roman"/>
              <a:cs typeface="Times New Roman"/>
            </a:endParaRPr>
          </a:p>
          <a:p>
            <a:pPr marL="317626">
              <a:lnSpc>
                <a:spcPts val="2069"/>
              </a:lnSpc>
            </a:pPr>
            <a:r>
              <a:rPr dirty="0" smtClean="0" sz="1800" spc="-6" b="1">
                <a:latin typeface="Times New Roman"/>
                <a:cs typeface="Times New Roman"/>
              </a:rPr>
              <a:t>or</a:t>
            </a:r>
            <a:r>
              <a:rPr dirty="0" smtClean="0" sz="1800" spc="-6" b="1">
                <a:latin typeface="Times New Roman"/>
                <a:cs typeface="Times New Roman"/>
              </a:rPr>
              <a:t> </a:t>
            </a:r>
            <a:r>
              <a:rPr dirty="0" smtClean="0" sz="1800" spc="-6" b="1">
                <a:latin typeface="Times New Roman"/>
                <a:cs typeface="Times New Roman"/>
              </a:rPr>
              <a:t>Mobile</a:t>
            </a:r>
            <a:r>
              <a:rPr dirty="0" smtClean="0" sz="1800" spc="-6" b="1">
                <a:latin typeface="Times New Roman"/>
                <a:cs typeface="Times New Roman"/>
              </a:rPr>
              <a:t> </a:t>
            </a:r>
            <a:r>
              <a:rPr dirty="0" smtClean="0" sz="1800" spc="-6" b="1">
                <a:latin typeface="Times New Roman"/>
                <a:cs typeface="Times New Roman"/>
              </a:rPr>
              <a:t>T</a:t>
            </a:r>
            <a:r>
              <a:rPr dirty="0" smtClean="0" sz="1800" spc="-6" b="1">
                <a:latin typeface="Times New Roman"/>
                <a:cs typeface="Times New Roman"/>
              </a:rPr>
              <a:t>elephone</a:t>
            </a:r>
            <a:r>
              <a:rPr dirty="0" smtClean="0" sz="1800" spc="-6" b="1">
                <a:latin typeface="Times New Roman"/>
                <a:cs typeface="Times New Roman"/>
              </a:rPr>
              <a:t> </a:t>
            </a:r>
            <a:r>
              <a:rPr dirty="0" smtClean="0" sz="1800" spc="-6" b="1">
                <a:latin typeface="Times New Roman"/>
                <a:cs typeface="Times New Roman"/>
              </a:rPr>
              <a:t>S</a:t>
            </a:r>
            <a:r>
              <a:rPr dirty="0" smtClean="0" sz="1800" spc="-6" b="1">
                <a:latin typeface="Times New Roman"/>
                <a:cs typeface="Times New Roman"/>
              </a:rPr>
              <a:t>w</a:t>
            </a:r>
            <a:r>
              <a:rPr dirty="0" smtClean="0" sz="1800" spc="-6" b="1">
                <a:latin typeface="Times New Roman"/>
                <a:cs typeface="Times New Roman"/>
              </a:rPr>
              <a:t>itching</a:t>
            </a:r>
            <a:r>
              <a:rPr dirty="0" smtClean="0" sz="1800" spc="-6" b="1">
                <a:latin typeface="Times New Roman"/>
                <a:cs typeface="Times New Roman"/>
              </a:rPr>
              <a:t> </a:t>
            </a:r>
            <a:endParaRPr sz="1800">
              <a:latin typeface="Times New Roman"/>
              <a:cs typeface="Times New Roman"/>
            </a:endParaRPr>
          </a:p>
          <a:p>
            <a:pPr marL="317626">
              <a:lnSpc>
                <a:spcPts val="2069"/>
              </a:lnSpc>
            </a:pPr>
            <a:r>
              <a:rPr dirty="0" smtClean="0" sz="1800" spc="0" b="1">
                <a:latin typeface="Times New Roman"/>
                <a:cs typeface="Times New Roman"/>
              </a:rPr>
              <a:t>Office</a:t>
            </a:r>
            <a:r>
              <a:rPr dirty="0" smtClean="0" sz="1800" spc="0" b="1">
                <a:latin typeface="Times New Roman"/>
                <a:cs typeface="Times New Roman"/>
              </a:rPr>
              <a:t> </a:t>
            </a:r>
            <a:r>
              <a:rPr dirty="0" smtClean="0" sz="1800" spc="0" b="1">
                <a:latin typeface="Times New Roman"/>
                <a:cs typeface="Times New Roman"/>
              </a:rPr>
              <a:t>(AMPS)</a:t>
            </a:r>
            <a:endParaRPr sz="1800">
              <a:latin typeface="Times New Roman"/>
              <a:cs typeface="Times New Roman"/>
            </a:endParaRPr>
          </a:p>
          <a:p>
            <a:pPr marL="12700" marR="26730">
              <a:lnSpc>
                <a:spcPct val="95825"/>
              </a:lnSpc>
            </a:pPr>
            <a:r>
              <a:rPr dirty="0" smtClean="0" sz="1800" spc="-3" b="1">
                <a:latin typeface="Times New Roman"/>
                <a:cs typeface="Times New Roman"/>
              </a:rPr>
              <a:t>V</a:t>
            </a:r>
            <a:r>
              <a:rPr dirty="0" smtClean="0" sz="1800" spc="-3" b="1">
                <a:latin typeface="Times New Roman"/>
                <a:cs typeface="Times New Roman"/>
              </a:rPr>
              <a:t>isitor</a:t>
            </a:r>
            <a:r>
              <a:rPr dirty="0" smtClean="0" sz="1800" spc="-3" b="1">
                <a:latin typeface="Times New Roman"/>
                <a:cs typeface="Times New Roman"/>
              </a:rPr>
              <a:t> </a:t>
            </a:r>
            <a:r>
              <a:rPr dirty="0" smtClean="0" sz="1800" spc="-3" b="1">
                <a:latin typeface="Times New Roman"/>
                <a:cs typeface="Times New Roman"/>
              </a:rPr>
              <a:t>Location</a:t>
            </a:r>
            <a:r>
              <a:rPr dirty="0" smtClean="0" sz="1800" spc="-3" b="1">
                <a:latin typeface="Times New Roman"/>
                <a:cs typeface="Times New Roman"/>
              </a:rPr>
              <a:t> </a:t>
            </a:r>
            <a:r>
              <a:rPr dirty="0" smtClean="0" sz="1800" spc="-3" b="1">
                <a:latin typeface="Times New Roman"/>
                <a:cs typeface="Times New Roman"/>
              </a:rPr>
              <a:t>Register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1222057" y="5538354"/>
            <a:ext cx="2433929" cy="254000"/>
          </a:xfrm>
          <a:prstGeom prst="rect">
            <a:avLst/>
          </a:prstGeom>
        </p:spPr>
        <p:txBody>
          <a:bodyPr wrap="square" lIns="0" tIns="12319" rIns="0" bIns="0" rtlCol="0">
            <a:noAutofit/>
          </a:bodyPr>
          <a:lstStyle/>
          <a:p>
            <a:pPr marL="12700">
              <a:lnSpc>
                <a:spcPts val="1939"/>
              </a:lnSpc>
            </a:pPr>
            <a:r>
              <a:rPr dirty="0" smtClean="0" sz="1800" b="1">
                <a:latin typeface="Times New Roman"/>
                <a:cs typeface="Times New Roman"/>
              </a:rPr>
              <a:t>Ho</a:t>
            </a:r>
            <a:r>
              <a:rPr dirty="0" smtClean="0" sz="1800" b="1">
                <a:latin typeface="Times New Roman"/>
                <a:cs typeface="Times New Roman"/>
              </a:rPr>
              <a:t>m</a:t>
            </a:r>
            <a:r>
              <a:rPr dirty="0" smtClean="0" sz="1800" b="1">
                <a:latin typeface="Times New Roman"/>
                <a:cs typeface="Times New Roman"/>
              </a:rPr>
              <a:t>e</a:t>
            </a:r>
            <a:r>
              <a:rPr dirty="0" smtClean="0" sz="1800" b="1">
                <a:latin typeface="Times New Roman"/>
                <a:cs typeface="Times New Roman"/>
              </a:rPr>
              <a:t> </a:t>
            </a:r>
            <a:r>
              <a:rPr dirty="0" smtClean="0" sz="1800" b="1">
                <a:latin typeface="Times New Roman"/>
                <a:cs typeface="Times New Roman"/>
              </a:rPr>
              <a:t>Location</a:t>
            </a:r>
            <a:r>
              <a:rPr dirty="0" smtClean="0" sz="1800" b="1">
                <a:latin typeface="Times New Roman"/>
                <a:cs typeface="Times New Roman"/>
              </a:rPr>
              <a:t> </a:t>
            </a:r>
            <a:r>
              <a:rPr dirty="0" smtClean="0" sz="1800" b="1">
                <a:latin typeface="Times New Roman"/>
                <a:cs typeface="Times New Roman"/>
              </a:rPr>
              <a:t>Register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231140" y="6472848"/>
            <a:ext cx="5475228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o</a:t>
            </a:r>
            <a:r>
              <a:rPr dirty="0" smtClean="0" sz="1800" spc="0" b="1">
                <a:latin typeface="Georgia"/>
                <a:cs typeface="Georgia"/>
              </a:rPr>
              <a:t>d</a:t>
            </a:r>
            <a:r>
              <a:rPr dirty="0" smtClean="0" sz="1800" spc="0" b="1">
                <a:latin typeface="Georgia"/>
                <a:cs typeface="Georgia"/>
              </a:rPr>
              <a:t>ul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3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S</a:t>
            </a:r>
            <a:r>
              <a:rPr dirty="0" smtClean="0" sz="1800" spc="0" b="1">
                <a:latin typeface="Georgia"/>
                <a:cs typeface="Georgia"/>
              </a:rPr>
              <a:t>istem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K</a:t>
            </a:r>
            <a:r>
              <a:rPr dirty="0" smtClean="0" sz="1800" spc="0" b="1">
                <a:latin typeface="Georgia"/>
                <a:cs typeface="Georgia"/>
              </a:rPr>
              <a:t>o</a:t>
            </a: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unik</a:t>
            </a:r>
            <a:r>
              <a:rPr dirty="0" smtClean="0" sz="1800" spc="0" b="1">
                <a:latin typeface="Georgia"/>
                <a:cs typeface="Georgia"/>
              </a:rPr>
              <a:t>a</a:t>
            </a:r>
            <a:r>
              <a:rPr dirty="0" smtClean="0" sz="1800" spc="0" b="1">
                <a:latin typeface="Georgia"/>
                <a:cs typeface="Georgia"/>
              </a:rPr>
              <a:t>si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B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r>
              <a:rPr dirty="0" smtClean="0" sz="1800" spc="0" b="1">
                <a:latin typeface="Georgia"/>
                <a:cs typeface="Georgia"/>
              </a:rPr>
              <a:t>g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r>
              <a:rPr dirty="0" smtClean="0" sz="1800" spc="0" b="1">
                <a:latin typeface="Georgia"/>
                <a:cs typeface="Georgia"/>
              </a:rPr>
              <a:t>a</a:t>
            </a:r>
            <a:r>
              <a:rPr dirty="0" smtClean="0" sz="1800" spc="0" b="1">
                <a:latin typeface="Georgia"/>
                <a:cs typeface="Georgia"/>
              </a:rPr>
              <a:t>k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S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lul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9461500" y="6472848"/>
            <a:ext cx="331425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b="1">
                <a:latin typeface="Georgia"/>
                <a:cs typeface="Georgia"/>
              </a:rPr>
              <a:t>10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4816142" y="4994162"/>
            <a:ext cx="404421" cy="543220"/>
          </a:xfrm>
          <a:prstGeom prst="rect">
            <a:avLst/>
          </a:prstGeom>
        </p:spPr>
        <p:txBody>
          <a:bodyPr wrap="square" lIns="0" tIns="11597" rIns="0" bIns="0" rtlCol="0">
            <a:noAutofit/>
          </a:bodyPr>
          <a:lstStyle/>
          <a:p>
            <a:pPr>
              <a:lnSpc>
                <a:spcPts val="1300"/>
              </a:lnSpc>
            </a:pPr>
            <a:endParaRPr sz="1300"/>
          </a:p>
          <a:p>
            <a:pPr marL="67334">
              <a:lnSpc>
                <a:spcPct val="95825"/>
              </a:lnSpc>
            </a:pPr>
            <a:r>
              <a:rPr dirty="0" smtClean="0" sz="1150" spc="1" b="1">
                <a:latin typeface="Arial"/>
                <a:cs typeface="Arial"/>
              </a:rPr>
              <a:t>V</a:t>
            </a:r>
            <a:r>
              <a:rPr dirty="0" smtClean="0" sz="1150" spc="1" b="1">
                <a:latin typeface="Arial"/>
                <a:cs typeface="Arial"/>
              </a:rPr>
              <a:t>L</a:t>
            </a:r>
            <a:r>
              <a:rPr dirty="0" smtClean="0" sz="1150" spc="1" b="1">
                <a:latin typeface="Arial"/>
                <a:cs typeface="Arial"/>
              </a:rPr>
              <a:t>R</a:t>
            </a:r>
            <a:endParaRPr sz="1150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6274565" y="4830075"/>
            <a:ext cx="159511" cy="16409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0" name="object 50"/>
          <p:cNvSpPr txBox="1"/>
          <p:nvPr/>
        </p:nvSpPr>
        <p:spPr>
          <a:xfrm>
            <a:off x="6434076" y="4830075"/>
            <a:ext cx="606908" cy="32575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9" name="object 49"/>
          <p:cNvSpPr txBox="1"/>
          <p:nvPr/>
        </p:nvSpPr>
        <p:spPr>
          <a:xfrm>
            <a:off x="6274565" y="4994166"/>
            <a:ext cx="159511" cy="16166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8" name="object 48"/>
          <p:cNvSpPr txBox="1"/>
          <p:nvPr/>
        </p:nvSpPr>
        <p:spPr>
          <a:xfrm>
            <a:off x="3501156" y="1735085"/>
            <a:ext cx="606908" cy="24371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7" name="object 47"/>
          <p:cNvSpPr txBox="1"/>
          <p:nvPr/>
        </p:nvSpPr>
        <p:spPr>
          <a:xfrm>
            <a:off x="4108064" y="1735085"/>
            <a:ext cx="606638" cy="243714"/>
          </a:xfrm>
          <a:prstGeom prst="rect">
            <a:avLst/>
          </a:prstGeom>
        </p:spPr>
        <p:txBody>
          <a:bodyPr wrap="square" lIns="0" tIns="52705" rIns="0" bIns="0" rtlCol="0">
            <a:noAutofit/>
          </a:bodyPr>
          <a:lstStyle/>
          <a:p>
            <a:pPr marL="51709">
              <a:lnSpc>
                <a:spcPct val="95825"/>
              </a:lnSpc>
            </a:pPr>
            <a:r>
              <a:rPr dirty="0" smtClean="0" sz="850" spc="-17" b="1">
                <a:latin typeface="Arial"/>
                <a:cs typeface="Arial"/>
              </a:rPr>
              <a:t>R</a:t>
            </a:r>
            <a:r>
              <a:rPr dirty="0" smtClean="0" sz="850" spc="-17" b="1">
                <a:latin typeface="Arial"/>
                <a:cs typeface="Arial"/>
              </a:rPr>
              <a:t>B</a:t>
            </a:r>
            <a:r>
              <a:rPr dirty="0" smtClean="0" sz="850" spc="-17" b="1">
                <a:latin typeface="Arial"/>
                <a:cs typeface="Arial"/>
              </a:rPr>
              <a:t>S</a:t>
            </a:r>
            <a:r>
              <a:rPr dirty="0" smtClean="0" sz="850" spc="-17" b="1">
                <a:latin typeface="Arial"/>
                <a:cs typeface="Arial"/>
              </a:rPr>
              <a:t> </a:t>
            </a:r>
            <a:r>
              <a:rPr dirty="0" smtClean="0" sz="850" spc="-17" b="1">
                <a:latin typeface="Arial"/>
                <a:cs typeface="Arial"/>
              </a:rPr>
              <a:t>/</a:t>
            </a:r>
            <a:r>
              <a:rPr dirty="0" smtClean="0" sz="850" spc="-17" b="1">
                <a:latin typeface="Arial"/>
                <a:cs typeface="Arial"/>
              </a:rPr>
              <a:t> </a:t>
            </a:r>
            <a:r>
              <a:rPr dirty="0" smtClean="0" sz="850" spc="-17" b="1">
                <a:latin typeface="Arial"/>
                <a:cs typeface="Arial"/>
              </a:rPr>
              <a:t>B</a:t>
            </a:r>
            <a:r>
              <a:rPr dirty="0" smtClean="0" sz="850" spc="-17" b="1">
                <a:latin typeface="Arial"/>
                <a:cs typeface="Arial"/>
              </a:rPr>
              <a:t>T</a:t>
            </a:r>
            <a:r>
              <a:rPr dirty="0" smtClean="0" sz="850" spc="-17" b="1">
                <a:latin typeface="Arial"/>
                <a:cs typeface="Arial"/>
              </a:rPr>
              <a:t>S</a:t>
            </a:r>
            <a:endParaRPr sz="85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4714702" y="1735085"/>
            <a:ext cx="2577903" cy="5311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5" name="object 45"/>
          <p:cNvSpPr txBox="1"/>
          <p:nvPr/>
        </p:nvSpPr>
        <p:spPr>
          <a:xfrm>
            <a:off x="4714702" y="1788196"/>
            <a:ext cx="1061094" cy="108588"/>
          </a:xfrm>
          <a:prstGeom prst="rect">
            <a:avLst/>
          </a:prstGeom>
        </p:spPr>
        <p:txBody>
          <a:bodyPr wrap="square" lIns="0" tIns="638" rIns="0" bIns="0" rtlCol="0">
            <a:noAutofit/>
          </a:bodyPr>
          <a:lstStyle/>
          <a:p>
            <a:pPr marL="25400">
              <a:lnSpc>
                <a:spcPts val="850"/>
              </a:lnSpc>
            </a:pPr>
            <a:endParaRPr sz="850"/>
          </a:p>
        </p:txBody>
      </p:sp>
      <p:sp>
        <p:nvSpPr>
          <p:cNvPr id="44" name="object 44"/>
          <p:cNvSpPr txBox="1"/>
          <p:nvPr/>
        </p:nvSpPr>
        <p:spPr>
          <a:xfrm>
            <a:off x="5775796" y="1788196"/>
            <a:ext cx="1516809" cy="924512"/>
          </a:xfrm>
          <a:prstGeom prst="rect">
            <a:avLst/>
          </a:prstGeom>
        </p:spPr>
        <p:txBody>
          <a:bodyPr wrap="square" lIns="0" tIns="2438" rIns="0" bIns="0" rtlCol="0">
            <a:noAutofit/>
          </a:bodyPr>
          <a:lstStyle/>
          <a:p>
            <a:pPr>
              <a:lnSpc>
                <a:spcPts val="600"/>
              </a:lnSpc>
            </a:pPr>
            <a:endParaRPr sz="600"/>
          </a:p>
          <a:p>
            <a:pPr marR="42021" algn="r">
              <a:lnSpc>
                <a:spcPct val="95825"/>
              </a:lnSpc>
              <a:spcBef>
                <a:spcPts val="2000"/>
              </a:spcBef>
            </a:pPr>
            <a:r>
              <a:rPr dirty="0" smtClean="0" sz="1350" spc="-37" b="1">
                <a:latin typeface="Arial"/>
                <a:cs typeface="Arial"/>
              </a:rPr>
              <a:t>P</a:t>
            </a:r>
            <a:r>
              <a:rPr dirty="0" smtClean="0" sz="1350" spc="-37" b="1">
                <a:latin typeface="Arial"/>
                <a:cs typeface="Arial"/>
              </a:rPr>
              <a:t>S</a:t>
            </a:r>
            <a:r>
              <a:rPr dirty="0" smtClean="0" sz="1350" spc="-37" b="1">
                <a:latin typeface="Arial"/>
                <a:cs typeface="Arial"/>
              </a:rPr>
              <a:t>T</a:t>
            </a:r>
            <a:r>
              <a:rPr dirty="0" smtClean="0" sz="1350" spc="-37" b="1">
                <a:latin typeface="Arial"/>
                <a:cs typeface="Arial"/>
              </a:rPr>
              <a:t>N</a:t>
            </a:r>
            <a:endParaRPr sz="135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4714702" y="1896784"/>
            <a:ext cx="959924" cy="82015"/>
          </a:xfrm>
          <a:prstGeom prst="rect">
            <a:avLst/>
          </a:prstGeom>
        </p:spPr>
        <p:txBody>
          <a:bodyPr wrap="square" lIns="0" tIns="5815" rIns="0" bIns="0" rtlCol="0">
            <a:noAutofit/>
          </a:bodyPr>
          <a:lstStyle/>
          <a:p>
            <a:pPr marL="25400">
              <a:lnSpc>
                <a:spcPts val="600"/>
              </a:lnSpc>
            </a:pPr>
            <a:endParaRPr sz="600"/>
          </a:p>
        </p:txBody>
      </p:sp>
      <p:sp>
        <p:nvSpPr>
          <p:cNvPr id="42" name="object 42"/>
          <p:cNvSpPr txBox="1"/>
          <p:nvPr/>
        </p:nvSpPr>
        <p:spPr>
          <a:xfrm>
            <a:off x="5674626" y="1896784"/>
            <a:ext cx="101170" cy="157623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1" name="object 41"/>
          <p:cNvSpPr txBox="1"/>
          <p:nvPr/>
        </p:nvSpPr>
        <p:spPr>
          <a:xfrm>
            <a:off x="3501156" y="1978799"/>
            <a:ext cx="2173470" cy="922084"/>
          </a:xfrm>
          <a:prstGeom prst="rect">
            <a:avLst/>
          </a:prstGeom>
        </p:spPr>
        <p:txBody>
          <a:bodyPr wrap="square" lIns="0" tIns="3897" rIns="0" bIns="0" rtlCol="0">
            <a:noAutofit/>
          </a:bodyPr>
          <a:lstStyle/>
          <a:p>
            <a:pPr>
              <a:lnSpc>
                <a:spcPts val="800"/>
              </a:lnSpc>
            </a:pPr>
            <a:endParaRPr sz="800"/>
          </a:p>
          <a:p>
            <a:pPr marL="1323979">
              <a:lnSpc>
                <a:spcPct val="95825"/>
              </a:lnSpc>
              <a:spcBef>
                <a:spcPts val="1000"/>
              </a:spcBef>
            </a:pPr>
            <a:r>
              <a:rPr dirty="0" smtClean="0" sz="1150" spc="-38" b="1">
                <a:latin typeface="Arial"/>
                <a:cs typeface="Arial"/>
              </a:rPr>
              <a:t>SEL</a:t>
            </a:r>
            <a:r>
              <a:rPr dirty="0" smtClean="0" sz="1150" spc="-38" b="1">
                <a:latin typeface="Arial"/>
                <a:cs typeface="Arial"/>
              </a:rPr>
              <a:t> </a:t>
            </a:r>
            <a:r>
              <a:rPr dirty="0" smtClean="0" sz="1150" spc="-38" b="1">
                <a:latin typeface="Arial"/>
                <a:cs typeface="Arial"/>
              </a:rPr>
              <a:t>#</a:t>
            </a:r>
            <a:r>
              <a:rPr dirty="0" smtClean="0" sz="1150" spc="-38" b="1">
                <a:latin typeface="Arial"/>
                <a:cs typeface="Arial"/>
              </a:rPr>
              <a:t> </a:t>
            </a:r>
            <a:r>
              <a:rPr dirty="0" smtClean="0" sz="1150" spc="-38" b="1">
                <a:latin typeface="Arial"/>
                <a:cs typeface="Arial"/>
              </a:rPr>
              <a:t>1</a:t>
            </a:r>
            <a:endParaRPr sz="115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5775796" y="2712708"/>
            <a:ext cx="1265187" cy="76031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9" name="object 39"/>
          <p:cNvSpPr txBox="1"/>
          <p:nvPr/>
        </p:nvSpPr>
        <p:spPr>
          <a:xfrm>
            <a:off x="7040984" y="2712708"/>
            <a:ext cx="101057" cy="141213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8" name="object 38"/>
          <p:cNvSpPr txBox="1"/>
          <p:nvPr/>
        </p:nvSpPr>
        <p:spPr>
          <a:xfrm>
            <a:off x="7142042" y="2712708"/>
            <a:ext cx="150563" cy="141213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7" name="object 37"/>
          <p:cNvSpPr txBox="1"/>
          <p:nvPr/>
        </p:nvSpPr>
        <p:spPr>
          <a:xfrm>
            <a:off x="3501156" y="2900884"/>
            <a:ext cx="606919" cy="246419"/>
          </a:xfrm>
          <a:prstGeom prst="rect">
            <a:avLst/>
          </a:prstGeom>
        </p:spPr>
        <p:txBody>
          <a:bodyPr wrap="square" lIns="0" tIns="55880" rIns="0" bIns="0" rtlCol="0">
            <a:noAutofit/>
          </a:bodyPr>
          <a:lstStyle/>
          <a:p>
            <a:pPr marL="51709">
              <a:lnSpc>
                <a:spcPct val="95825"/>
              </a:lnSpc>
            </a:pPr>
            <a:r>
              <a:rPr dirty="0" smtClean="0" sz="850" spc="-17" b="1">
                <a:latin typeface="Arial"/>
                <a:cs typeface="Arial"/>
              </a:rPr>
              <a:t>R</a:t>
            </a:r>
            <a:r>
              <a:rPr dirty="0" smtClean="0" sz="850" spc="-17" b="1">
                <a:latin typeface="Arial"/>
                <a:cs typeface="Arial"/>
              </a:rPr>
              <a:t>B</a:t>
            </a:r>
            <a:r>
              <a:rPr dirty="0" smtClean="0" sz="850" spc="-17" b="1">
                <a:latin typeface="Arial"/>
                <a:cs typeface="Arial"/>
              </a:rPr>
              <a:t>S</a:t>
            </a:r>
            <a:r>
              <a:rPr dirty="0" smtClean="0" sz="850" spc="-17" b="1">
                <a:latin typeface="Arial"/>
                <a:cs typeface="Arial"/>
              </a:rPr>
              <a:t> </a:t>
            </a:r>
            <a:r>
              <a:rPr dirty="0" smtClean="0" sz="850" spc="-17" b="1">
                <a:latin typeface="Arial"/>
                <a:cs typeface="Arial"/>
              </a:rPr>
              <a:t>/</a:t>
            </a:r>
            <a:r>
              <a:rPr dirty="0" smtClean="0" sz="850" spc="-17" b="1">
                <a:latin typeface="Arial"/>
                <a:cs typeface="Arial"/>
              </a:rPr>
              <a:t> </a:t>
            </a:r>
            <a:r>
              <a:rPr dirty="0" smtClean="0" sz="850" spc="-17" b="1">
                <a:latin typeface="Arial"/>
                <a:cs typeface="Arial"/>
              </a:rPr>
              <a:t>B</a:t>
            </a:r>
            <a:r>
              <a:rPr dirty="0" smtClean="0" sz="850" spc="-17" b="1">
                <a:latin typeface="Arial"/>
                <a:cs typeface="Arial"/>
              </a:rPr>
              <a:t>T</a:t>
            </a:r>
            <a:r>
              <a:rPr dirty="0" smtClean="0" sz="850" spc="-17" b="1">
                <a:latin typeface="Arial"/>
                <a:cs typeface="Arial"/>
              </a:rPr>
              <a:t>S</a:t>
            </a:r>
            <a:endParaRPr sz="85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108075" y="2900884"/>
            <a:ext cx="1566551" cy="82389"/>
          </a:xfrm>
          <a:prstGeom prst="rect">
            <a:avLst/>
          </a:prstGeom>
        </p:spPr>
        <p:txBody>
          <a:bodyPr wrap="square" lIns="0" tIns="6189" rIns="0" bIns="0" rtlCol="0">
            <a:noAutofit/>
          </a:bodyPr>
          <a:lstStyle/>
          <a:p>
            <a:pPr marL="25400">
              <a:lnSpc>
                <a:spcPts val="600"/>
              </a:lnSpc>
            </a:pPr>
            <a:endParaRPr sz="600"/>
          </a:p>
        </p:txBody>
      </p:sp>
      <p:sp>
        <p:nvSpPr>
          <p:cNvPr id="35" name="object 35"/>
          <p:cNvSpPr txBox="1"/>
          <p:nvPr/>
        </p:nvSpPr>
        <p:spPr>
          <a:xfrm>
            <a:off x="4108075" y="2983273"/>
            <a:ext cx="910182" cy="108588"/>
          </a:xfrm>
          <a:prstGeom prst="rect">
            <a:avLst/>
          </a:prstGeom>
        </p:spPr>
        <p:txBody>
          <a:bodyPr wrap="square" lIns="0" tIns="638" rIns="0" bIns="0" rtlCol="0">
            <a:noAutofit/>
          </a:bodyPr>
          <a:lstStyle/>
          <a:p>
            <a:pPr marL="25400">
              <a:lnSpc>
                <a:spcPts val="850"/>
              </a:lnSpc>
            </a:pPr>
            <a:endParaRPr sz="850"/>
          </a:p>
        </p:txBody>
      </p:sp>
      <p:sp>
        <p:nvSpPr>
          <p:cNvPr id="34" name="object 34"/>
          <p:cNvSpPr txBox="1"/>
          <p:nvPr/>
        </p:nvSpPr>
        <p:spPr>
          <a:xfrm>
            <a:off x="5018257" y="2983273"/>
            <a:ext cx="656368" cy="48974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3" name="object 33"/>
          <p:cNvSpPr txBox="1"/>
          <p:nvPr/>
        </p:nvSpPr>
        <p:spPr>
          <a:xfrm>
            <a:off x="4108075" y="3091862"/>
            <a:ext cx="757415" cy="5544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4865490" y="3091862"/>
            <a:ext cx="152766" cy="49015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1" name="object 31"/>
          <p:cNvSpPr txBox="1"/>
          <p:nvPr/>
        </p:nvSpPr>
        <p:spPr>
          <a:xfrm>
            <a:off x="3501156" y="3147303"/>
            <a:ext cx="1364334" cy="5433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0" name="object 30"/>
          <p:cNvSpPr txBox="1"/>
          <p:nvPr/>
        </p:nvSpPr>
        <p:spPr>
          <a:xfrm>
            <a:off x="5018257" y="3473021"/>
            <a:ext cx="404455" cy="108999"/>
          </a:xfrm>
          <a:prstGeom prst="rect">
            <a:avLst/>
          </a:prstGeom>
        </p:spPr>
        <p:txBody>
          <a:bodyPr wrap="square" lIns="0" tIns="1049" rIns="0" bIns="0" rtlCol="0">
            <a:noAutofit/>
          </a:bodyPr>
          <a:lstStyle/>
          <a:p>
            <a:pPr marL="25400">
              <a:lnSpc>
                <a:spcPts val="850"/>
              </a:lnSpc>
            </a:pPr>
            <a:endParaRPr sz="850"/>
          </a:p>
        </p:txBody>
      </p:sp>
      <p:sp>
        <p:nvSpPr>
          <p:cNvPr id="29" name="object 29"/>
          <p:cNvSpPr txBox="1"/>
          <p:nvPr/>
        </p:nvSpPr>
        <p:spPr>
          <a:xfrm>
            <a:off x="5422713" y="3473021"/>
            <a:ext cx="606919" cy="326055"/>
          </a:xfrm>
          <a:prstGeom prst="rect">
            <a:avLst/>
          </a:prstGeom>
        </p:spPr>
        <p:txBody>
          <a:bodyPr wrap="square" lIns="0" tIns="5015" rIns="0" bIns="0" rtlCol="0">
            <a:noAutofit/>
          </a:bodyPr>
          <a:lstStyle/>
          <a:p>
            <a:pPr>
              <a:lnSpc>
                <a:spcPts val="500"/>
              </a:lnSpc>
            </a:pPr>
            <a:endParaRPr sz="500"/>
          </a:p>
          <a:p>
            <a:pPr marL="161759">
              <a:lnSpc>
                <a:spcPct val="95825"/>
              </a:lnSpc>
            </a:pPr>
            <a:r>
              <a:rPr dirty="0" smtClean="0" sz="1150" spc="-1" b="1">
                <a:latin typeface="Arial"/>
                <a:cs typeface="Arial"/>
              </a:rPr>
              <a:t>B</a:t>
            </a:r>
            <a:r>
              <a:rPr dirty="0" smtClean="0" sz="1150" spc="-1" b="1">
                <a:latin typeface="Arial"/>
                <a:cs typeface="Arial"/>
              </a:rPr>
              <a:t>SC</a:t>
            </a:r>
            <a:endParaRPr sz="115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029632" y="3473021"/>
            <a:ext cx="1011352" cy="32605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7" name="object 27"/>
          <p:cNvSpPr txBox="1"/>
          <p:nvPr/>
        </p:nvSpPr>
        <p:spPr>
          <a:xfrm>
            <a:off x="4865490" y="3582020"/>
            <a:ext cx="557222" cy="108588"/>
          </a:xfrm>
          <a:prstGeom prst="rect">
            <a:avLst/>
          </a:prstGeom>
        </p:spPr>
        <p:txBody>
          <a:bodyPr wrap="square" lIns="0" tIns="638" rIns="0" bIns="0" rtlCol="0">
            <a:noAutofit/>
          </a:bodyPr>
          <a:lstStyle/>
          <a:p>
            <a:pPr marL="25400">
              <a:lnSpc>
                <a:spcPts val="850"/>
              </a:lnSpc>
            </a:pPr>
            <a:endParaRPr sz="850"/>
          </a:p>
        </p:txBody>
      </p:sp>
      <p:sp>
        <p:nvSpPr>
          <p:cNvPr id="26" name="object 26"/>
          <p:cNvSpPr txBox="1"/>
          <p:nvPr/>
        </p:nvSpPr>
        <p:spPr>
          <a:xfrm>
            <a:off x="3501156" y="3690608"/>
            <a:ext cx="1921556" cy="108467"/>
          </a:xfrm>
          <a:prstGeom prst="rect">
            <a:avLst/>
          </a:prstGeom>
        </p:spPr>
        <p:txBody>
          <a:bodyPr wrap="square" lIns="0" tIns="517" rIns="0" bIns="0" rtlCol="0">
            <a:noAutofit/>
          </a:bodyPr>
          <a:lstStyle/>
          <a:p>
            <a:pPr marL="25400">
              <a:lnSpc>
                <a:spcPts val="850"/>
              </a:lnSpc>
            </a:pPr>
            <a:endParaRPr sz="850"/>
          </a:p>
        </p:txBody>
      </p:sp>
      <p:sp>
        <p:nvSpPr>
          <p:cNvPr id="25" name="object 25"/>
          <p:cNvSpPr txBox="1"/>
          <p:nvPr/>
        </p:nvSpPr>
        <p:spPr>
          <a:xfrm>
            <a:off x="3501156" y="3799076"/>
            <a:ext cx="2173470" cy="32576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4" name="object 24"/>
          <p:cNvSpPr txBox="1"/>
          <p:nvPr/>
        </p:nvSpPr>
        <p:spPr>
          <a:xfrm>
            <a:off x="5674626" y="3799076"/>
            <a:ext cx="101170" cy="32576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3" name="object 23"/>
          <p:cNvSpPr txBox="1"/>
          <p:nvPr/>
        </p:nvSpPr>
        <p:spPr>
          <a:xfrm>
            <a:off x="5775796" y="3799076"/>
            <a:ext cx="1265187" cy="32576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2" name="object 22"/>
          <p:cNvSpPr txBox="1"/>
          <p:nvPr/>
        </p:nvSpPr>
        <p:spPr>
          <a:xfrm>
            <a:off x="3501156" y="4124842"/>
            <a:ext cx="1921556" cy="21753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1" name="object 21"/>
          <p:cNvSpPr txBox="1"/>
          <p:nvPr/>
        </p:nvSpPr>
        <p:spPr>
          <a:xfrm>
            <a:off x="5422713" y="4124842"/>
            <a:ext cx="606908" cy="43468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0" name="object 20"/>
          <p:cNvSpPr txBox="1"/>
          <p:nvPr/>
        </p:nvSpPr>
        <p:spPr>
          <a:xfrm>
            <a:off x="6029621" y="4124842"/>
            <a:ext cx="809135" cy="108950"/>
          </a:xfrm>
          <a:prstGeom prst="rect">
            <a:avLst/>
          </a:prstGeom>
        </p:spPr>
        <p:txBody>
          <a:bodyPr wrap="square" lIns="0" tIns="1000" rIns="0" bIns="0" rtlCol="0">
            <a:noAutofit/>
          </a:bodyPr>
          <a:lstStyle/>
          <a:p>
            <a:pPr marL="25400">
              <a:lnSpc>
                <a:spcPts val="850"/>
              </a:lnSpc>
            </a:pPr>
            <a:endParaRPr sz="850"/>
          </a:p>
        </p:txBody>
      </p:sp>
      <p:sp>
        <p:nvSpPr>
          <p:cNvPr id="19" name="object 19"/>
          <p:cNvSpPr txBox="1"/>
          <p:nvPr/>
        </p:nvSpPr>
        <p:spPr>
          <a:xfrm>
            <a:off x="6838756" y="4124842"/>
            <a:ext cx="453848" cy="32610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8" name="object 18"/>
          <p:cNvSpPr txBox="1"/>
          <p:nvPr/>
        </p:nvSpPr>
        <p:spPr>
          <a:xfrm>
            <a:off x="6029621" y="4233792"/>
            <a:ext cx="809135" cy="108588"/>
          </a:xfrm>
          <a:prstGeom prst="rect">
            <a:avLst/>
          </a:prstGeom>
        </p:spPr>
        <p:txBody>
          <a:bodyPr wrap="square" lIns="0" tIns="638" rIns="0" bIns="0" rtlCol="0">
            <a:noAutofit/>
          </a:bodyPr>
          <a:lstStyle/>
          <a:p>
            <a:pPr marL="25400">
              <a:lnSpc>
                <a:spcPts val="850"/>
              </a:lnSpc>
            </a:pPr>
            <a:endParaRPr sz="850"/>
          </a:p>
        </p:txBody>
      </p:sp>
      <p:sp>
        <p:nvSpPr>
          <p:cNvPr id="17" name="object 17"/>
          <p:cNvSpPr txBox="1"/>
          <p:nvPr/>
        </p:nvSpPr>
        <p:spPr>
          <a:xfrm>
            <a:off x="3501156" y="4342381"/>
            <a:ext cx="1011363" cy="21714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6" name="object 16"/>
          <p:cNvSpPr txBox="1"/>
          <p:nvPr/>
        </p:nvSpPr>
        <p:spPr>
          <a:xfrm>
            <a:off x="4512519" y="4342381"/>
            <a:ext cx="910193" cy="94081"/>
          </a:xfrm>
          <a:prstGeom prst="rect">
            <a:avLst/>
          </a:prstGeom>
        </p:spPr>
        <p:txBody>
          <a:bodyPr wrap="square" lIns="0" tIns="5181" rIns="0" bIns="0" rtlCol="0">
            <a:noAutofit/>
          </a:bodyPr>
          <a:lstStyle/>
          <a:p>
            <a:pPr marL="25400">
              <a:lnSpc>
                <a:spcPts val="700"/>
              </a:lnSpc>
            </a:pPr>
            <a:endParaRPr sz="700"/>
          </a:p>
        </p:txBody>
      </p:sp>
      <p:sp>
        <p:nvSpPr>
          <p:cNvPr id="15" name="object 15"/>
          <p:cNvSpPr txBox="1"/>
          <p:nvPr/>
        </p:nvSpPr>
        <p:spPr>
          <a:xfrm>
            <a:off x="6029621" y="4342381"/>
            <a:ext cx="809135" cy="108564"/>
          </a:xfrm>
          <a:prstGeom prst="rect">
            <a:avLst/>
          </a:prstGeom>
        </p:spPr>
        <p:txBody>
          <a:bodyPr wrap="square" lIns="0" tIns="614" rIns="0" bIns="0" rtlCol="0">
            <a:noAutofit/>
          </a:bodyPr>
          <a:lstStyle/>
          <a:p>
            <a:pPr marL="25400">
              <a:lnSpc>
                <a:spcPts val="850"/>
              </a:lnSpc>
            </a:pPr>
            <a:endParaRPr sz="850"/>
          </a:p>
        </p:txBody>
      </p:sp>
      <p:sp>
        <p:nvSpPr>
          <p:cNvPr id="14" name="object 14"/>
          <p:cNvSpPr txBox="1"/>
          <p:nvPr/>
        </p:nvSpPr>
        <p:spPr>
          <a:xfrm>
            <a:off x="4512519" y="4436463"/>
            <a:ext cx="505737" cy="123058"/>
          </a:xfrm>
          <a:prstGeom prst="rect">
            <a:avLst/>
          </a:prstGeom>
        </p:spPr>
        <p:txBody>
          <a:bodyPr wrap="square" lIns="0" tIns="2408" rIns="0" bIns="0" rtlCol="0">
            <a:noAutofit/>
          </a:bodyPr>
          <a:lstStyle/>
          <a:p>
            <a:pPr marL="25400">
              <a:lnSpc>
                <a:spcPts val="950"/>
              </a:lnSpc>
            </a:pPr>
            <a:endParaRPr sz="950"/>
          </a:p>
        </p:txBody>
      </p:sp>
      <p:sp>
        <p:nvSpPr>
          <p:cNvPr id="13" name="object 13"/>
          <p:cNvSpPr txBox="1"/>
          <p:nvPr/>
        </p:nvSpPr>
        <p:spPr>
          <a:xfrm>
            <a:off x="5018257" y="4436463"/>
            <a:ext cx="404455" cy="123058"/>
          </a:xfrm>
          <a:prstGeom prst="rect">
            <a:avLst/>
          </a:prstGeom>
        </p:spPr>
        <p:txBody>
          <a:bodyPr wrap="square" lIns="0" tIns="2408" rIns="0" bIns="0" rtlCol="0">
            <a:noAutofit/>
          </a:bodyPr>
          <a:lstStyle/>
          <a:p>
            <a:pPr marL="25400">
              <a:lnSpc>
                <a:spcPts val="950"/>
              </a:lnSpc>
            </a:pPr>
            <a:endParaRPr sz="950"/>
          </a:p>
        </p:txBody>
      </p:sp>
      <p:sp>
        <p:nvSpPr>
          <p:cNvPr id="12" name="object 12"/>
          <p:cNvSpPr txBox="1"/>
          <p:nvPr/>
        </p:nvSpPr>
        <p:spPr>
          <a:xfrm>
            <a:off x="6029621" y="4450945"/>
            <a:ext cx="1262984" cy="5307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6029621" y="4504020"/>
            <a:ext cx="202227" cy="5550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6231848" y="4504020"/>
            <a:ext cx="1100145" cy="453945"/>
          </a:xfrm>
          <a:prstGeom prst="rect">
            <a:avLst/>
          </a:prstGeom>
        </p:spPr>
        <p:txBody>
          <a:bodyPr wrap="square" lIns="0" tIns="6508" rIns="0" bIns="0" rtlCol="0">
            <a:noAutofit/>
          </a:bodyPr>
          <a:lstStyle/>
          <a:p>
            <a:pPr marL="582177">
              <a:lnSpc>
                <a:spcPts val="1025"/>
              </a:lnSpc>
            </a:pPr>
            <a:r>
              <a:rPr dirty="0" smtClean="0" sz="1150" spc="-49" b="1">
                <a:latin typeface="Arial"/>
                <a:cs typeface="Arial"/>
              </a:rPr>
              <a:t>G</a:t>
            </a:r>
            <a:r>
              <a:rPr dirty="0" smtClean="0" sz="1150" spc="-49" b="1">
                <a:latin typeface="Arial"/>
                <a:cs typeface="Arial"/>
              </a:rPr>
              <a:t>a</a:t>
            </a:r>
            <a:r>
              <a:rPr dirty="0" smtClean="0" sz="1150" spc="-49" b="1">
                <a:latin typeface="Arial"/>
                <a:cs typeface="Arial"/>
              </a:rPr>
              <a:t>t</a:t>
            </a:r>
            <a:r>
              <a:rPr dirty="0" smtClean="0" sz="1150" spc="-49" b="1">
                <a:latin typeface="Arial"/>
                <a:cs typeface="Arial"/>
              </a:rPr>
              <a:t>e</a:t>
            </a:r>
            <a:r>
              <a:rPr dirty="0" smtClean="0" sz="1150" spc="-49" b="1">
                <a:latin typeface="Arial"/>
                <a:cs typeface="Arial"/>
              </a:rPr>
              <a:t>w</a:t>
            </a:r>
            <a:r>
              <a:rPr dirty="0" smtClean="0" sz="1150" spc="-49" b="1">
                <a:latin typeface="Arial"/>
                <a:cs typeface="Arial"/>
              </a:rPr>
              <a:t>a</a:t>
            </a:r>
            <a:endParaRPr sz="11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501156" y="4559522"/>
            <a:ext cx="809135" cy="54322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8" name="object 8"/>
          <p:cNvSpPr txBox="1"/>
          <p:nvPr/>
        </p:nvSpPr>
        <p:spPr>
          <a:xfrm>
            <a:off x="4310291" y="4559522"/>
            <a:ext cx="404421" cy="543220"/>
          </a:xfrm>
          <a:prstGeom prst="rect">
            <a:avLst/>
          </a:prstGeom>
        </p:spPr>
        <p:txBody>
          <a:bodyPr wrap="square" lIns="0" tIns="11895" rIns="0" bIns="0" rtlCol="0">
            <a:noAutofit/>
          </a:bodyPr>
          <a:lstStyle/>
          <a:p>
            <a:pPr>
              <a:lnSpc>
                <a:spcPts val="1300"/>
              </a:lnSpc>
            </a:pPr>
            <a:endParaRPr sz="1300"/>
          </a:p>
          <a:p>
            <a:pPr marL="62950">
              <a:lnSpc>
                <a:spcPct val="95825"/>
              </a:lnSpc>
            </a:pPr>
            <a:r>
              <a:rPr dirty="0" smtClean="0" sz="1150" b="1">
                <a:latin typeface="Arial"/>
                <a:cs typeface="Arial"/>
              </a:rPr>
              <a:t>H</a:t>
            </a:r>
            <a:r>
              <a:rPr dirty="0" smtClean="0" sz="1150" b="1">
                <a:latin typeface="Arial"/>
                <a:cs typeface="Arial"/>
              </a:rPr>
              <a:t>L</a:t>
            </a:r>
            <a:r>
              <a:rPr dirty="0" smtClean="0" sz="1150" b="1">
                <a:latin typeface="Arial"/>
                <a:cs typeface="Arial"/>
              </a:rPr>
              <a:t>R</a:t>
            </a:r>
            <a:endParaRPr sz="11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714713" y="4559522"/>
            <a:ext cx="303543" cy="39844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6" name="object 6"/>
          <p:cNvSpPr txBox="1"/>
          <p:nvPr/>
        </p:nvSpPr>
        <p:spPr>
          <a:xfrm>
            <a:off x="5018257" y="4559522"/>
            <a:ext cx="1213591" cy="398443"/>
          </a:xfrm>
          <a:prstGeom prst="rect">
            <a:avLst/>
          </a:prstGeom>
        </p:spPr>
        <p:txBody>
          <a:bodyPr wrap="square" lIns="0" tIns="41275" rIns="0" bIns="0" rtlCol="0">
            <a:noAutofit/>
          </a:bodyPr>
          <a:lstStyle/>
          <a:p>
            <a:pPr marL="220213">
              <a:lnSpc>
                <a:spcPct val="95825"/>
              </a:lnSpc>
            </a:pPr>
            <a:r>
              <a:rPr dirty="0" smtClean="0" sz="1150" spc="-24" b="1">
                <a:latin typeface="Arial"/>
                <a:cs typeface="Arial"/>
              </a:rPr>
              <a:t>M</a:t>
            </a:r>
            <a:r>
              <a:rPr dirty="0" smtClean="0" sz="1150" spc="-24" b="1">
                <a:latin typeface="Arial"/>
                <a:cs typeface="Arial"/>
              </a:rPr>
              <a:t>S</a:t>
            </a:r>
            <a:r>
              <a:rPr dirty="0" smtClean="0" sz="1150" spc="-24" b="1">
                <a:latin typeface="Arial"/>
                <a:cs typeface="Arial"/>
              </a:rPr>
              <a:t>C</a:t>
            </a:r>
            <a:r>
              <a:rPr dirty="0" smtClean="0" sz="1150" spc="-24" b="1">
                <a:latin typeface="Arial"/>
                <a:cs typeface="Arial"/>
              </a:rPr>
              <a:t>/</a:t>
            </a:r>
            <a:r>
              <a:rPr dirty="0" smtClean="0" sz="1150" spc="-24" b="1">
                <a:latin typeface="Arial"/>
                <a:cs typeface="Arial"/>
              </a:rPr>
              <a:t> </a:t>
            </a:r>
            <a:r>
              <a:rPr dirty="0" smtClean="0" sz="1150" spc="-24" b="1">
                <a:latin typeface="Arial"/>
                <a:cs typeface="Arial"/>
              </a:rPr>
              <a:t>M</a:t>
            </a:r>
            <a:r>
              <a:rPr dirty="0" smtClean="0" sz="1150" spc="-24" b="1">
                <a:latin typeface="Arial"/>
                <a:cs typeface="Arial"/>
              </a:rPr>
              <a:t>T</a:t>
            </a:r>
            <a:r>
              <a:rPr dirty="0" smtClean="0" sz="1150" spc="-24" b="1">
                <a:latin typeface="Arial"/>
                <a:cs typeface="Arial"/>
              </a:rPr>
              <a:t>SO</a:t>
            </a:r>
            <a:endParaRPr sz="11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714713" y="4957965"/>
            <a:ext cx="2577892" cy="144776"/>
          </a:xfrm>
          <a:prstGeom prst="rect">
            <a:avLst/>
          </a:prstGeom>
        </p:spPr>
        <p:txBody>
          <a:bodyPr wrap="square" lIns="0" tIns="5524" rIns="0" bIns="0" rtlCol="0">
            <a:noAutofit/>
          </a:bodyPr>
          <a:lstStyle/>
          <a:p>
            <a:pPr marR="397225" algn="r">
              <a:lnSpc>
                <a:spcPts val="869"/>
              </a:lnSpc>
            </a:pPr>
            <a:r>
              <a:rPr dirty="0" smtClean="0" sz="1150" spc="-65" b="1">
                <a:latin typeface="Arial"/>
                <a:cs typeface="Arial"/>
              </a:rPr>
              <a:t>O</a:t>
            </a:r>
            <a:r>
              <a:rPr dirty="0" smtClean="0" sz="1150" spc="-65" b="1">
                <a:latin typeface="Arial"/>
                <a:cs typeface="Arial"/>
              </a:rPr>
              <a:t>M</a:t>
            </a:r>
            <a:r>
              <a:rPr dirty="0" smtClean="0" sz="1150" spc="-65" b="1">
                <a:latin typeface="Arial"/>
                <a:cs typeface="Arial"/>
              </a:rPr>
              <a:t>C</a:t>
            </a:r>
            <a:endParaRPr sz="11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928563" y="1121953"/>
            <a:ext cx="1618271" cy="434329"/>
          </a:xfrm>
          <a:prstGeom prst="rect">
            <a:avLst/>
          </a:prstGeom>
        </p:spPr>
        <p:txBody>
          <a:bodyPr wrap="square" lIns="0" tIns="43815" rIns="0" bIns="0" rtlCol="0">
            <a:noAutofit/>
          </a:bodyPr>
          <a:lstStyle/>
          <a:p>
            <a:pPr marL="853987">
              <a:lnSpc>
                <a:spcPct val="95825"/>
              </a:lnSpc>
            </a:pPr>
            <a:r>
              <a:rPr dirty="0" smtClean="0" sz="1150" spc="-25" b="1">
                <a:latin typeface="Arial"/>
                <a:cs typeface="Arial"/>
              </a:rPr>
              <a:t>V</a:t>
            </a:r>
            <a:r>
              <a:rPr dirty="0" smtClean="0" sz="1150" spc="-25" b="1">
                <a:latin typeface="Arial"/>
                <a:cs typeface="Arial"/>
              </a:rPr>
              <a:t>o</a:t>
            </a:r>
            <a:r>
              <a:rPr dirty="0" smtClean="0" sz="1150" spc="-25" b="1">
                <a:latin typeface="Arial"/>
                <a:cs typeface="Arial"/>
              </a:rPr>
              <a:t>i</a:t>
            </a:r>
            <a:r>
              <a:rPr dirty="0" smtClean="0" sz="1150" spc="-25" b="1">
                <a:latin typeface="Arial"/>
                <a:cs typeface="Arial"/>
              </a:rPr>
              <a:t>c</a:t>
            </a:r>
            <a:r>
              <a:rPr dirty="0" smtClean="0" sz="1150" spc="-25" b="1">
                <a:latin typeface="Arial"/>
                <a:cs typeface="Arial"/>
              </a:rPr>
              <a:t>e</a:t>
            </a:r>
            <a:r>
              <a:rPr dirty="0" smtClean="0" sz="1150" spc="-25" b="1">
                <a:latin typeface="Arial"/>
                <a:cs typeface="Arial"/>
              </a:rPr>
              <a:t> </a:t>
            </a:r>
            <a:r>
              <a:rPr dirty="0" smtClean="0" sz="1150" spc="-25" b="1">
                <a:latin typeface="Arial"/>
                <a:cs typeface="Arial"/>
              </a:rPr>
              <a:t>l</a:t>
            </a:r>
            <a:r>
              <a:rPr dirty="0" smtClean="0" sz="1150" spc="-25" b="1">
                <a:latin typeface="Arial"/>
                <a:cs typeface="Arial"/>
              </a:rPr>
              <a:t>i</a:t>
            </a:r>
            <a:r>
              <a:rPr dirty="0" smtClean="0" sz="1150" spc="-25" b="1">
                <a:latin typeface="Arial"/>
                <a:cs typeface="Arial"/>
              </a:rPr>
              <a:t>n</a:t>
            </a:r>
            <a:r>
              <a:rPr dirty="0" smtClean="0" sz="1150" spc="-25" b="1">
                <a:latin typeface="Arial"/>
                <a:cs typeface="Arial"/>
              </a:rPr>
              <a:t>k</a:t>
            </a:r>
            <a:endParaRPr sz="1150">
              <a:latin typeface="Arial"/>
              <a:cs typeface="Arial"/>
            </a:endParaRPr>
          </a:p>
          <a:p>
            <a:pPr marL="853987">
              <a:lnSpc>
                <a:spcPts val="1275"/>
              </a:lnSpc>
              <a:spcBef>
                <a:spcPts val="63"/>
              </a:spcBef>
            </a:pPr>
            <a:r>
              <a:rPr dirty="0" smtClean="0" sz="1150" spc="-24" b="1">
                <a:latin typeface="Arial"/>
                <a:cs typeface="Arial"/>
              </a:rPr>
              <a:t>D</a:t>
            </a:r>
            <a:r>
              <a:rPr dirty="0" smtClean="0" sz="1150" spc="-24" b="1">
                <a:latin typeface="Arial"/>
                <a:cs typeface="Arial"/>
              </a:rPr>
              <a:t>a</a:t>
            </a:r>
            <a:r>
              <a:rPr dirty="0" smtClean="0" sz="1150" spc="-24" b="1">
                <a:latin typeface="Arial"/>
                <a:cs typeface="Arial"/>
              </a:rPr>
              <a:t>ta</a:t>
            </a:r>
            <a:r>
              <a:rPr dirty="0" smtClean="0" sz="1150" spc="-24" b="1">
                <a:latin typeface="Arial"/>
                <a:cs typeface="Arial"/>
              </a:rPr>
              <a:t> </a:t>
            </a:r>
            <a:r>
              <a:rPr dirty="0" smtClean="0" sz="1150" spc="-24" b="1">
                <a:latin typeface="Arial"/>
                <a:cs typeface="Arial"/>
              </a:rPr>
              <a:t>l</a:t>
            </a:r>
            <a:r>
              <a:rPr dirty="0" smtClean="0" sz="1150" spc="-24" b="1">
                <a:latin typeface="Arial"/>
                <a:cs typeface="Arial"/>
              </a:rPr>
              <a:t>i</a:t>
            </a:r>
            <a:r>
              <a:rPr dirty="0" smtClean="0" sz="1150" spc="-24" b="1">
                <a:latin typeface="Arial"/>
                <a:cs typeface="Arial"/>
              </a:rPr>
              <a:t>n</a:t>
            </a:r>
            <a:r>
              <a:rPr dirty="0" smtClean="0" sz="1150" spc="-24" b="1">
                <a:latin typeface="Arial"/>
                <a:cs typeface="Arial"/>
              </a:rPr>
              <a:t>k</a:t>
            </a:r>
            <a:endParaRPr sz="11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079081" y="1131885"/>
            <a:ext cx="606908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" name="object 2"/>
          <p:cNvSpPr txBox="1"/>
          <p:nvPr/>
        </p:nvSpPr>
        <p:spPr>
          <a:xfrm>
            <a:off x="6079081" y="1295915"/>
            <a:ext cx="566439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1"/>
          <p:cNvSpPr/>
          <p:nvPr/>
        </p:nvSpPr>
        <p:spPr>
          <a:xfrm>
            <a:off x="0" y="6400800"/>
            <a:ext cx="9903460" cy="457196"/>
          </a:xfrm>
          <a:custGeom>
            <a:avLst/>
            <a:gdLst/>
            <a:ahLst/>
            <a:cxnLst/>
            <a:rect l="l" t="t" r="r" b="b"/>
            <a:pathLst>
              <a:path w="9903460" h="457196">
                <a:moveTo>
                  <a:pt x="9903460" y="457196"/>
                </a:moveTo>
                <a:lnTo>
                  <a:pt x="9903460" y="0"/>
                </a:lnTo>
                <a:lnTo>
                  <a:pt x="0" y="0"/>
                </a:lnTo>
                <a:lnTo>
                  <a:pt x="0" y="457196"/>
                </a:lnTo>
                <a:lnTo>
                  <a:pt x="9903460" y="457196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" name="object 12"/>
          <p:cNvSpPr/>
          <p:nvPr/>
        </p:nvSpPr>
        <p:spPr>
          <a:xfrm>
            <a:off x="153670" y="640207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58419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" name="object 9"/>
          <p:cNvSpPr/>
          <p:nvPr/>
        </p:nvSpPr>
        <p:spPr>
          <a:xfrm>
            <a:off x="0" y="0"/>
            <a:ext cx="9903460" cy="609600"/>
          </a:xfrm>
          <a:custGeom>
            <a:avLst/>
            <a:gdLst/>
            <a:ahLst/>
            <a:cxnLst/>
            <a:rect l="l" t="t" r="r" b="b"/>
            <a:pathLst>
              <a:path w="9903460" h="609600">
                <a:moveTo>
                  <a:pt x="0" y="609600"/>
                </a:moveTo>
                <a:lnTo>
                  <a:pt x="9903460" y="609600"/>
                </a:lnTo>
                <a:lnTo>
                  <a:pt x="9903460" y="0"/>
                </a:lnTo>
                <a:lnTo>
                  <a:pt x="0" y="0"/>
                </a:lnTo>
                <a:lnTo>
                  <a:pt x="0" y="60960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" name="object 10"/>
          <p:cNvSpPr/>
          <p:nvPr/>
        </p:nvSpPr>
        <p:spPr>
          <a:xfrm>
            <a:off x="111760" y="60960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76200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" name="object 8"/>
          <p:cNvSpPr/>
          <p:nvPr/>
        </p:nvSpPr>
        <p:spPr>
          <a:xfrm>
            <a:off x="1143000" y="1752600"/>
            <a:ext cx="6858000" cy="44043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2222500" y="922583"/>
            <a:ext cx="1568246" cy="584200"/>
          </a:xfrm>
          <a:prstGeom prst="rect">
            <a:avLst/>
          </a:prstGeom>
        </p:spPr>
        <p:txBody>
          <a:bodyPr wrap="square" lIns="0" tIns="29146" rIns="0" bIns="0" rtlCol="0">
            <a:noAutofit/>
          </a:bodyPr>
          <a:lstStyle/>
          <a:p>
            <a:pPr marL="12700">
              <a:lnSpc>
                <a:spcPts val="4590"/>
              </a:lnSpc>
            </a:pPr>
            <a:r>
              <a:rPr dirty="0" smtClean="0" sz="4400">
                <a:latin typeface="Times New Roman"/>
                <a:cs typeface="Times New Roman"/>
              </a:rPr>
              <a:t>Mixed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21226" y="922583"/>
            <a:ext cx="1040739" cy="584200"/>
          </a:xfrm>
          <a:prstGeom prst="rect">
            <a:avLst/>
          </a:prstGeom>
        </p:spPr>
        <p:txBody>
          <a:bodyPr wrap="square" lIns="0" tIns="29146" rIns="0" bIns="0" rtlCol="0">
            <a:noAutofit/>
          </a:bodyPr>
          <a:lstStyle/>
          <a:p>
            <a:pPr marL="12700">
              <a:lnSpc>
                <a:spcPts val="4590"/>
              </a:lnSpc>
            </a:pPr>
            <a:r>
              <a:rPr dirty="0" smtClean="0" sz="4400">
                <a:latin typeface="Times New Roman"/>
                <a:cs typeface="Times New Roman"/>
              </a:rPr>
              <a:t>Cell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61712" y="922583"/>
            <a:ext cx="2902102" cy="584200"/>
          </a:xfrm>
          <a:prstGeom prst="rect">
            <a:avLst/>
          </a:prstGeom>
        </p:spPr>
        <p:txBody>
          <a:bodyPr wrap="square" lIns="0" tIns="29146" rIns="0" bIns="0" rtlCol="0">
            <a:noAutofit/>
          </a:bodyPr>
          <a:lstStyle/>
          <a:p>
            <a:pPr marL="12700">
              <a:lnSpc>
                <a:spcPts val="4590"/>
              </a:lnSpc>
            </a:pPr>
            <a:r>
              <a:rPr dirty="0" smtClean="0" sz="4400">
                <a:latin typeface="Times New Roman"/>
                <a:cs typeface="Times New Roman"/>
              </a:rPr>
              <a:t>Architecture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1140" y="6472848"/>
            <a:ext cx="4578845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o</a:t>
            </a:r>
            <a:r>
              <a:rPr dirty="0" smtClean="0" sz="1800" spc="0" b="1">
                <a:latin typeface="Georgia"/>
                <a:cs typeface="Georgia"/>
              </a:rPr>
              <a:t>d</a:t>
            </a:r>
            <a:r>
              <a:rPr dirty="0" smtClean="0" sz="1800" spc="0" b="1">
                <a:latin typeface="Georgia"/>
                <a:cs typeface="Georgia"/>
              </a:rPr>
              <a:t>ul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3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S</a:t>
            </a:r>
            <a:r>
              <a:rPr dirty="0" smtClean="0" sz="1800" spc="0" b="1">
                <a:latin typeface="Georgia"/>
                <a:cs typeface="Georgia"/>
              </a:rPr>
              <a:t>istem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K</a:t>
            </a:r>
            <a:r>
              <a:rPr dirty="0" smtClean="0" sz="1800" spc="0" b="1">
                <a:latin typeface="Georgia"/>
                <a:cs typeface="Georgia"/>
              </a:rPr>
              <a:t>o</a:t>
            </a: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unik</a:t>
            </a:r>
            <a:r>
              <a:rPr dirty="0" smtClean="0" sz="1800" spc="0" b="1">
                <a:latin typeface="Georgia"/>
                <a:cs typeface="Georgia"/>
              </a:rPr>
              <a:t>a</a:t>
            </a:r>
            <a:r>
              <a:rPr dirty="0" smtClean="0" sz="1800" spc="0" b="1">
                <a:latin typeface="Georgia"/>
                <a:cs typeface="Georgia"/>
              </a:rPr>
              <a:t>si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B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r>
              <a:rPr dirty="0" smtClean="0" sz="1800" spc="0" b="1">
                <a:latin typeface="Georgia"/>
                <a:cs typeface="Georgia"/>
              </a:rPr>
              <a:t>g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r>
              <a:rPr dirty="0" smtClean="0" sz="1800" spc="0" b="1">
                <a:latin typeface="Georgia"/>
                <a:cs typeface="Georgia"/>
              </a:rPr>
              <a:t>a</a:t>
            </a:r>
            <a:r>
              <a:rPr dirty="0" smtClean="0" sz="1800" spc="0" b="1">
                <a:latin typeface="Georgia"/>
                <a:cs typeface="Georgia"/>
              </a:rPr>
              <a:t>k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808397" y="6472848"/>
            <a:ext cx="897970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-2" b="1">
                <a:latin typeface="Georgia"/>
                <a:cs typeface="Georgia"/>
              </a:rPr>
              <a:t>S</a:t>
            </a:r>
            <a:r>
              <a:rPr dirty="0" smtClean="0" sz="1800" spc="-2" b="1">
                <a:latin typeface="Georgia"/>
                <a:cs typeface="Georgia"/>
              </a:rPr>
              <a:t>e</a:t>
            </a:r>
            <a:r>
              <a:rPr dirty="0" smtClean="0" sz="1800" spc="-2" b="1">
                <a:latin typeface="Georgia"/>
                <a:cs typeface="Georgia"/>
              </a:rPr>
              <a:t>lul</a:t>
            </a:r>
            <a:r>
              <a:rPr dirty="0" smtClean="0" sz="1800" spc="-2" b="1">
                <a:latin typeface="Georgia"/>
                <a:cs typeface="Georgia"/>
              </a:rPr>
              <a:t>e</a:t>
            </a:r>
            <a:r>
              <a:rPr dirty="0" smtClean="0" sz="1800" spc="-2" b="1">
                <a:latin typeface="Georgia"/>
                <a:cs typeface="Georgia"/>
              </a:rPr>
              <a:t>r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9509760" y="6472848"/>
            <a:ext cx="283093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b="1">
                <a:latin typeface="Georgia"/>
                <a:cs typeface="Georgia"/>
              </a:rPr>
              <a:t>11</a:t>
            </a:r>
            <a:endParaRPr sz="1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0" name="object 2180"/>
          <p:cNvSpPr/>
          <p:nvPr/>
        </p:nvSpPr>
        <p:spPr>
          <a:xfrm>
            <a:off x="0" y="6400800"/>
            <a:ext cx="9903460" cy="457196"/>
          </a:xfrm>
          <a:custGeom>
            <a:avLst/>
            <a:gdLst/>
            <a:ahLst/>
            <a:cxnLst/>
            <a:rect l="l" t="t" r="r" b="b"/>
            <a:pathLst>
              <a:path w="9903460" h="457196">
                <a:moveTo>
                  <a:pt x="9903460" y="457196"/>
                </a:moveTo>
                <a:lnTo>
                  <a:pt x="9903460" y="0"/>
                </a:lnTo>
                <a:lnTo>
                  <a:pt x="0" y="0"/>
                </a:lnTo>
                <a:lnTo>
                  <a:pt x="0" y="457196"/>
                </a:lnTo>
                <a:lnTo>
                  <a:pt x="9903460" y="457196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81" name="object 2181"/>
          <p:cNvSpPr/>
          <p:nvPr/>
        </p:nvSpPr>
        <p:spPr>
          <a:xfrm>
            <a:off x="153670" y="640207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58419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78" name="object 2178"/>
          <p:cNvSpPr/>
          <p:nvPr/>
        </p:nvSpPr>
        <p:spPr>
          <a:xfrm>
            <a:off x="0" y="0"/>
            <a:ext cx="9903460" cy="609600"/>
          </a:xfrm>
          <a:custGeom>
            <a:avLst/>
            <a:gdLst/>
            <a:ahLst/>
            <a:cxnLst/>
            <a:rect l="l" t="t" r="r" b="b"/>
            <a:pathLst>
              <a:path w="9903460" h="609600">
                <a:moveTo>
                  <a:pt x="0" y="609600"/>
                </a:moveTo>
                <a:lnTo>
                  <a:pt x="9903460" y="609600"/>
                </a:lnTo>
                <a:lnTo>
                  <a:pt x="9903460" y="0"/>
                </a:lnTo>
                <a:lnTo>
                  <a:pt x="0" y="0"/>
                </a:lnTo>
                <a:lnTo>
                  <a:pt x="0" y="60960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79" name="object 2179"/>
          <p:cNvSpPr/>
          <p:nvPr/>
        </p:nvSpPr>
        <p:spPr>
          <a:xfrm>
            <a:off x="111760" y="60960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76200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9" name="object 199"/>
          <p:cNvSpPr/>
          <p:nvPr/>
        </p:nvSpPr>
        <p:spPr>
          <a:xfrm>
            <a:off x="4267200" y="1661160"/>
            <a:ext cx="1676400" cy="624839"/>
          </a:xfrm>
          <a:custGeom>
            <a:avLst/>
            <a:gdLst/>
            <a:ahLst/>
            <a:cxnLst/>
            <a:rect l="l" t="t" r="r" b="b"/>
            <a:pathLst>
              <a:path w="1676400" h="624839">
                <a:moveTo>
                  <a:pt x="0" y="312419"/>
                </a:moveTo>
                <a:lnTo>
                  <a:pt x="2778" y="338049"/>
                </a:lnTo>
                <a:lnTo>
                  <a:pt x="10970" y="363107"/>
                </a:lnTo>
                <a:lnTo>
                  <a:pt x="42732" y="411187"/>
                </a:lnTo>
                <a:lnTo>
                  <a:pt x="93560" y="456016"/>
                </a:lnTo>
                <a:lnTo>
                  <a:pt x="125584" y="477010"/>
                </a:lnTo>
                <a:lnTo>
                  <a:pt x="161726" y="496952"/>
                </a:lnTo>
                <a:lnTo>
                  <a:pt x="201773" y="515759"/>
                </a:lnTo>
                <a:lnTo>
                  <a:pt x="245506" y="533352"/>
                </a:lnTo>
                <a:lnTo>
                  <a:pt x="292712" y="549651"/>
                </a:lnTo>
                <a:lnTo>
                  <a:pt x="343174" y="564574"/>
                </a:lnTo>
                <a:lnTo>
                  <a:pt x="396676" y="578043"/>
                </a:lnTo>
                <a:lnTo>
                  <a:pt x="453003" y="589977"/>
                </a:lnTo>
                <a:lnTo>
                  <a:pt x="511938" y="600295"/>
                </a:lnTo>
                <a:lnTo>
                  <a:pt x="573267" y="608917"/>
                </a:lnTo>
                <a:lnTo>
                  <a:pt x="636774" y="615763"/>
                </a:lnTo>
                <a:lnTo>
                  <a:pt x="702242" y="620752"/>
                </a:lnTo>
                <a:lnTo>
                  <a:pt x="769455" y="623804"/>
                </a:lnTo>
                <a:lnTo>
                  <a:pt x="838200" y="624839"/>
                </a:lnTo>
                <a:lnTo>
                  <a:pt x="906944" y="623804"/>
                </a:lnTo>
                <a:lnTo>
                  <a:pt x="974157" y="620752"/>
                </a:lnTo>
                <a:lnTo>
                  <a:pt x="1039625" y="615763"/>
                </a:lnTo>
                <a:lnTo>
                  <a:pt x="1103132" y="608917"/>
                </a:lnTo>
                <a:lnTo>
                  <a:pt x="1164461" y="600295"/>
                </a:lnTo>
                <a:lnTo>
                  <a:pt x="1223396" y="589977"/>
                </a:lnTo>
                <a:lnTo>
                  <a:pt x="1279723" y="578043"/>
                </a:lnTo>
                <a:lnTo>
                  <a:pt x="1333225" y="564574"/>
                </a:lnTo>
                <a:lnTo>
                  <a:pt x="1383687" y="549651"/>
                </a:lnTo>
                <a:lnTo>
                  <a:pt x="1430893" y="533352"/>
                </a:lnTo>
                <a:lnTo>
                  <a:pt x="1474626" y="515759"/>
                </a:lnTo>
                <a:lnTo>
                  <a:pt x="1514673" y="496952"/>
                </a:lnTo>
                <a:lnTo>
                  <a:pt x="1550815" y="477010"/>
                </a:lnTo>
                <a:lnTo>
                  <a:pt x="1582839" y="456016"/>
                </a:lnTo>
                <a:lnTo>
                  <a:pt x="1633667" y="411187"/>
                </a:lnTo>
                <a:lnTo>
                  <a:pt x="1665429" y="363107"/>
                </a:lnTo>
                <a:lnTo>
                  <a:pt x="1676400" y="312419"/>
                </a:lnTo>
                <a:lnTo>
                  <a:pt x="1673621" y="286790"/>
                </a:lnTo>
                <a:lnTo>
                  <a:pt x="1652039" y="237326"/>
                </a:lnTo>
                <a:lnTo>
                  <a:pt x="1610528" y="190791"/>
                </a:lnTo>
                <a:lnTo>
                  <a:pt x="1550815" y="147829"/>
                </a:lnTo>
                <a:lnTo>
                  <a:pt x="1514673" y="127887"/>
                </a:lnTo>
                <a:lnTo>
                  <a:pt x="1474626" y="109080"/>
                </a:lnTo>
                <a:lnTo>
                  <a:pt x="1430893" y="91487"/>
                </a:lnTo>
                <a:lnTo>
                  <a:pt x="1383687" y="75188"/>
                </a:lnTo>
                <a:lnTo>
                  <a:pt x="1333225" y="60265"/>
                </a:lnTo>
                <a:lnTo>
                  <a:pt x="1279723" y="46796"/>
                </a:lnTo>
                <a:lnTo>
                  <a:pt x="1223396" y="34862"/>
                </a:lnTo>
                <a:lnTo>
                  <a:pt x="1164461" y="24544"/>
                </a:lnTo>
                <a:lnTo>
                  <a:pt x="1103132" y="15922"/>
                </a:lnTo>
                <a:lnTo>
                  <a:pt x="1039625" y="9076"/>
                </a:lnTo>
                <a:lnTo>
                  <a:pt x="974157" y="4087"/>
                </a:lnTo>
                <a:lnTo>
                  <a:pt x="906944" y="1035"/>
                </a:lnTo>
                <a:lnTo>
                  <a:pt x="838200" y="0"/>
                </a:lnTo>
                <a:lnTo>
                  <a:pt x="769455" y="1035"/>
                </a:lnTo>
                <a:lnTo>
                  <a:pt x="702242" y="4087"/>
                </a:lnTo>
                <a:lnTo>
                  <a:pt x="636774" y="9076"/>
                </a:lnTo>
                <a:lnTo>
                  <a:pt x="573267" y="15922"/>
                </a:lnTo>
                <a:lnTo>
                  <a:pt x="511938" y="24544"/>
                </a:lnTo>
                <a:lnTo>
                  <a:pt x="453003" y="34862"/>
                </a:lnTo>
                <a:lnTo>
                  <a:pt x="396676" y="46796"/>
                </a:lnTo>
                <a:lnTo>
                  <a:pt x="343174" y="60265"/>
                </a:lnTo>
                <a:lnTo>
                  <a:pt x="292712" y="75188"/>
                </a:lnTo>
                <a:lnTo>
                  <a:pt x="245506" y="91487"/>
                </a:lnTo>
                <a:lnTo>
                  <a:pt x="201773" y="109080"/>
                </a:lnTo>
                <a:lnTo>
                  <a:pt x="161726" y="127887"/>
                </a:lnTo>
                <a:lnTo>
                  <a:pt x="125584" y="147829"/>
                </a:lnTo>
                <a:lnTo>
                  <a:pt x="93560" y="168823"/>
                </a:lnTo>
                <a:lnTo>
                  <a:pt x="42732" y="213652"/>
                </a:lnTo>
                <a:lnTo>
                  <a:pt x="10970" y="261732"/>
                </a:lnTo>
                <a:lnTo>
                  <a:pt x="2778" y="286790"/>
                </a:lnTo>
                <a:lnTo>
                  <a:pt x="0" y="312419"/>
                </a:lnTo>
                <a:close/>
              </a:path>
            </a:pathLst>
          </a:custGeom>
          <a:solidFill>
            <a:srgbClr val="A1FFA2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0" name="object 200"/>
          <p:cNvSpPr/>
          <p:nvPr/>
        </p:nvSpPr>
        <p:spPr>
          <a:xfrm>
            <a:off x="4399280" y="1838960"/>
            <a:ext cx="490220" cy="292100"/>
          </a:xfrm>
          <a:custGeom>
            <a:avLst/>
            <a:gdLst/>
            <a:ahLst/>
            <a:cxnLst/>
            <a:rect l="l" t="t" r="r" b="b"/>
            <a:pathLst>
              <a:path w="490220" h="292100">
                <a:moveTo>
                  <a:pt x="0" y="146050"/>
                </a:moveTo>
                <a:lnTo>
                  <a:pt x="812" y="158026"/>
                </a:lnTo>
                <a:lnTo>
                  <a:pt x="3207" y="169736"/>
                </a:lnTo>
                <a:lnTo>
                  <a:pt x="12494" y="192206"/>
                </a:lnTo>
                <a:lnTo>
                  <a:pt x="27356" y="213161"/>
                </a:lnTo>
                <a:lnTo>
                  <a:pt x="47288" y="232298"/>
                </a:lnTo>
                <a:lnTo>
                  <a:pt x="71786" y="249316"/>
                </a:lnTo>
                <a:lnTo>
                  <a:pt x="100346" y="263916"/>
                </a:lnTo>
                <a:lnTo>
                  <a:pt x="115991" y="270214"/>
                </a:lnTo>
                <a:lnTo>
                  <a:pt x="132462" y="275795"/>
                </a:lnTo>
                <a:lnTo>
                  <a:pt x="149697" y="280620"/>
                </a:lnTo>
                <a:lnTo>
                  <a:pt x="167631" y="284652"/>
                </a:lnTo>
                <a:lnTo>
                  <a:pt x="186203" y="287854"/>
                </a:lnTo>
                <a:lnTo>
                  <a:pt x="205349" y="290188"/>
                </a:lnTo>
                <a:lnTo>
                  <a:pt x="225005" y="291615"/>
                </a:lnTo>
                <a:lnTo>
                  <a:pt x="245110" y="292100"/>
                </a:lnTo>
                <a:lnTo>
                  <a:pt x="265214" y="291615"/>
                </a:lnTo>
                <a:lnTo>
                  <a:pt x="284870" y="290188"/>
                </a:lnTo>
                <a:lnTo>
                  <a:pt x="304016" y="287854"/>
                </a:lnTo>
                <a:lnTo>
                  <a:pt x="322588" y="284652"/>
                </a:lnTo>
                <a:lnTo>
                  <a:pt x="340522" y="280620"/>
                </a:lnTo>
                <a:lnTo>
                  <a:pt x="357757" y="275795"/>
                </a:lnTo>
                <a:lnTo>
                  <a:pt x="374228" y="270214"/>
                </a:lnTo>
                <a:lnTo>
                  <a:pt x="389873" y="263916"/>
                </a:lnTo>
                <a:lnTo>
                  <a:pt x="404629" y="256937"/>
                </a:lnTo>
                <a:lnTo>
                  <a:pt x="431221" y="241091"/>
                </a:lnTo>
                <a:lnTo>
                  <a:pt x="453499" y="222975"/>
                </a:lnTo>
                <a:lnTo>
                  <a:pt x="470959" y="202892"/>
                </a:lnTo>
                <a:lnTo>
                  <a:pt x="483097" y="181142"/>
                </a:lnTo>
                <a:lnTo>
                  <a:pt x="489407" y="158026"/>
                </a:lnTo>
                <a:lnTo>
                  <a:pt x="490220" y="146050"/>
                </a:lnTo>
                <a:lnTo>
                  <a:pt x="489407" y="134073"/>
                </a:lnTo>
                <a:lnTo>
                  <a:pt x="483097" y="110957"/>
                </a:lnTo>
                <a:lnTo>
                  <a:pt x="470959" y="89207"/>
                </a:lnTo>
                <a:lnTo>
                  <a:pt x="453499" y="69124"/>
                </a:lnTo>
                <a:lnTo>
                  <a:pt x="431221" y="51008"/>
                </a:lnTo>
                <a:lnTo>
                  <a:pt x="404629" y="35162"/>
                </a:lnTo>
                <a:lnTo>
                  <a:pt x="389873" y="28183"/>
                </a:lnTo>
                <a:lnTo>
                  <a:pt x="374228" y="21885"/>
                </a:lnTo>
                <a:lnTo>
                  <a:pt x="357757" y="16304"/>
                </a:lnTo>
                <a:lnTo>
                  <a:pt x="340522" y="11479"/>
                </a:lnTo>
                <a:lnTo>
                  <a:pt x="322588" y="7447"/>
                </a:lnTo>
                <a:lnTo>
                  <a:pt x="304016" y="4245"/>
                </a:lnTo>
                <a:lnTo>
                  <a:pt x="284870" y="1911"/>
                </a:lnTo>
                <a:lnTo>
                  <a:pt x="265214" y="484"/>
                </a:lnTo>
                <a:lnTo>
                  <a:pt x="245110" y="0"/>
                </a:lnTo>
                <a:lnTo>
                  <a:pt x="225005" y="484"/>
                </a:lnTo>
                <a:lnTo>
                  <a:pt x="205349" y="1911"/>
                </a:lnTo>
                <a:lnTo>
                  <a:pt x="186203" y="4245"/>
                </a:lnTo>
                <a:lnTo>
                  <a:pt x="167631" y="7447"/>
                </a:lnTo>
                <a:lnTo>
                  <a:pt x="149697" y="11479"/>
                </a:lnTo>
                <a:lnTo>
                  <a:pt x="132462" y="16304"/>
                </a:lnTo>
                <a:lnTo>
                  <a:pt x="115991" y="21885"/>
                </a:lnTo>
                <a:lnTo>
                  <a:pt x="100346" y="28183"/>
                </a:lnTo>
                <a:lnTo>
                  <a:pt x="85590" y="35162"/>
                </a:lnTo>
                <a:lnTo>
                  <a:pt x="58998" y="51008"/>
                </a:lnTo>
                <a:lnTo>
                  <a:pt x="36720" y="69124"/>
                </a:lnTo>
                <a:lnTo>
                  <a:pt x="19260" y="89207"/>
                </a:lnTo>
                <a:lnTo>
                  <a:pt x="7122" y="110957"/>
                </a:lnTo>
                <a:lnTo>
                  <a:pt x="812" y="134073"/>
                </a:lnTo>
                <a:lnTo>
                  <a:pt x="0" y="146050"/>
                </a:lnTo>
                <a:close/>
              </a:path>
            </a:pathLst>
          </a:custGeom>
          <a:solidFill>
            <a:srgbClr val="DBFFB8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1" name="object 201"/>
          <p:cNvSpPr/>
          <p:nvPr/>
        </p:nvSpPr>
        <p:spPr>
          <a:xfrm>
            <a:off x="5107940" y="1620520"/>
            <a:ext cx="60960" cy="269239"/>
          </a:xfrm>
          <a:custGeom>
            <a:avLst/>
            <a:gdLst/>
            <a:ahLst/>
            <a:cxnLst/>
            <a:rect l="l" t="t" r="r" b="b"/>
            <a:pathLst>
              <a:path w="60960" h="269239">
                <a:moveTo>
                  <a:pt x="60960" y="0"/>
                </a:moveTo>
                <a:lnTo>
                  <a:pt x="0" y="269239"/>
                </a:lnTo>
              </a:path>
            </a:pathLst>
          </a:custGeom>
          <a:ln w="5079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2" name="object 202"/>
          <p:cNvSpPr/>
          <p:nvPr/>
        </p:nvSpPr>
        <p:spPr>
          <a:xfrm>
            <a:off x="5153660" y="1620520"/>
            <a:ext cx="7619" cy="269239"/>
          </a:xfrm>
          <a:custGeom>
            <a:avLst/>
            <a:gdLst/>
            <a:ahLst/>
            <a:cxnLst/>
            <a:rect l="l" t="t" r="r" b="b"/>
            <a:pathLst>
              <a:path w="7619" h="269239">
                <a:moveTo>
                  <a:pt x="0" y="0"/>
                </a:moveTo>
                <a:lnTo>
                  <a:pt x="7619" y="269239"/>
                </a:lnTo>
              </a:path>
            </a:pathLst>
          </a:custGeom>
          <a:ln w="508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3" name="object 203"/>
          <p:cNvSpPr/>
          <p:nvPr/>
        </p:nvSpPr>
        <p:spPr>
          <a:xfrm>
            <a:off x="5121910" y="1596389"/>
            <a:ext cx="63500" cy="0"/>
          </a:xfrm>
          <a:custGeom>
            <a:avLst/>
            <a:gdLst/>
            <a:ahLst/>
            <a:cxnLst/>
            <a:rect l="l" t="t" r="r" b="b"/>
            <a:pathLst>
              <a:path w="63500" h="0">
                <a:moveTo>
                  <a:pt x="0" y="0"/>
                </a:moveTo>
                <a:lnTo>
                  <a:pt x="635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4" name="object 204"/>
          <p:cNvSpPr/>
          <p:nvPr/>
        </p:nvSpPr>
        <p:spPr>
          <a:xfrm>
            <a:off x="5102860" y="1554479"/>
            <a:ext cx="25400" cy="53340"/>
          </a:xfrm>
          <a:custGeom>
            <a:avLst/>
            <a:gdLst/>
            <a:ahLst/>
            <a:cxnLst/>
            <a:rect l="l" t="t" r="r" b="b"/>
            <a:pathLst>
              <a:path w="25400" h="53340">
                <a:moveTo>
                  <a:pt x="0" y="53340"/>
                </a:moveTo>
                <a:lnTo>
                  <a:pt x="25400" y="53340"/>
                </a:lnTo>
                <a:lnTo>
                  <a:pt x="25400" y="0"/>
                </a:lnTo>
                <a:lnTo>
                  <a:pt x="0" y="0"/>
                </a:lnTo>
                <a:lnTo>
                  <a:pt x="0" y="5334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5" name="object 205"/>
          <p:cNvSpPr/>
          <p:nvPr/>
        </p:nvSpPr>
        <p:spPr>
          <a:xfrm>
            <a:off x="5176520" y="1554479"/>
            <a:ext cx="25400" cy="53340"/>
          </a:xfrm>
          <a:custGeom>
            <a:avLst/>
            <a:gdLst/>
            <a:ahLst/>
            <a:cxnLst/>
            <a:rect l="l" t="t" r="r" b="b"/>
            <a:pathLst>
              <a:path w="25400" h="53340">
                <a:moveTo>
                  <a:pt x="0" y="53340"/>
                </a:moveTo>
                <a:lnTo>
                  <a:pt x="25400" y="53340"/>
                </a:lnTo>
                <a:lnTo>
                  <a:pt x="25400" y="0"/>
                </a:lnTo>
                <a:lnTo>
                  <a:pt x="0" y="0"/>
                </a:lnTo>
                <a:lnTo>
                  <a:pt x="0" y="5334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6" name="object 206"/>
          <p:cNvSpPr/>
          <p:nvPr/>
        </p:nvSpPr>
        <p:spPr>
          <a:xfrm>
            <a:off x="5158740" y="1546860"/>
            <a:ext cx="25400" cy="50800"/>
          </a:xfrm>
          <a:custGeom>
            <a:avLst/>
            <a:gdLst/>
            <a:ahLst/>
            <a:cxnLst/>
            <a:rect l="l" t="t" r="r" b="b"/>
            <a:pathLst>
              <a:path w="25400" h="50800">
                <a:moveTo>
                  <a:pt x="0" y="50800"/>
                </a:moveTo>
                <a:lnTo>
                  <a:pt x="25400" y="50800"/>
                </a:lnTo>
                <a:lnTo>
                  <a:pt x="25400" y="0"/>
                </a:lnTo>
                <a:lnTo>
                  <a:pt x="0" y="0"/>
                </a:lnTo>
                <a:lnTo>
                  <a:pt x="0" y="508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7" name="object 207"/>
          <p:cNvSpPr/>
          <p:nvPr/>
        </p:nvSpPr>
        <p:spPr>
          <a:xfrm>
            <a:off x="5120640" y="1539239"/>
            <a:ext cx="25400" cy="53339"/>
          </a:xfrm>
          <a:custGeom>
            <a:avLst/>
            <a:gdLst/>
            <a:ahLst/>
            <a:cxnLst/>
            <a:rect l="l" t="t" r="r" b="b"/>
            <a:pathLst>
              <a:path w="25400" h="53339">
                <a:moveTo>
                  <a:pt x="0" y="53339"/>
                </a:moveTo>
                <a:lnTo>
                  <a:pt x="25400" y="53339"/>
                </a:lnTo>
                <a:lnTo>
                  <a:pt x="25400" y="0"/>
                </a:lnTo>
                <a:lnTo>
                  <a:pt x="0" y="0"/>
                </a:lnTo>
                <a:lnTo>
                  <a:pt x="0" y="5333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8" name="object 208"/>
          <p:cNvSpPr/>
          <p:nvPr/>
        </p:nvSpPr>
        <p:spPr>
          <a:xfrm>
            <a:off x="5140960" y="1534160"/>
            <a:ext cx="25400" cy="50800"/>
          </a:xfrm>
          <a:custGeom>
            <a:avLst/>
            <a:gdLst/>
            <a:ahLst/>
            <a:cxnLst/>
            <a:rect l="l" t="t" r="r" b="b"/>
            <a:pathLst>
              <a:path w="25400" h="50800">
                <a:moveTo>
                  <a:pt x="0" y="50800"/>
                </a:moveTo>
                <a:lnTo>
                  <a:pt x="25400" y="50800"/>
                </a:lnTo>
                <a:lnTo>
                  <a:pt x="25400" y="0"/>
                </a:lnTo>
                <a:lnTo>
                  <a:pt x="0" y="0"/>
                </a:lnTo>
                <a:lnTo>
                  <a:pt x="0" y="508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9" name="object 209"/>
          <p:cNvSpPr/>
          <p:nvPr/>
        </p:nvSpPr>
        <p:spPr>
          <a:xfrm>
            <a:off x="5160010" y="1578610"/>
            <a:ext cx="17779" cy="10160"/>
          </a:xfrm>
          <a:custGeom>
            <a:avLst/>
            <a:gdLst/>
            <a:ahLst/>
            <a:cxnLst/>
            <a:rect l="l" t="t" r="r" b="b"/>
            <a:pathLst>
              <a:path w="17779" h="10160">
                <a:moveTo>
                  <a:pt x="0" y="0"/>
                </a:moveTo>
                <a:lnTo>
                  <a:pt x="17779" y="1016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0" name="object 210"/>
          <p:cNvSpPr/>
          <p:nvPr/>
        </p:nvSpPr>
        <p:spPr>
          <a:xfrm>
            <a:off x="5109210" y="1578610"/>
            <a:ext cx="50800" cy="10160"/>
          </a:xfrm>
          <a:custGeom>
            <a:avLst/>
            <a:gdLst/>
            <a:ahLst/>
            <a:cxnLst/>
            <a:rect l="l" t="t" r="r" b="b"/>
            <a:pathLst>
              <a:path w="50800" h="10160">
                <a:moveTo>
                  <a:pt x="50800" y="0"/>
                </a:moveTo>
                <a:lnTo>
                  <a:pt x="0" y="1016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1" name="object 211"/>
          <p:cNvSpPr/>
          <p:nvPr/>
        </p:nvSpPr>
        <p:spPr>
          <a:xfrm>
            <a:off x="5148580" y="1554479"/>
            <a:ext cx="25400" cy="53340"/>
          </a:xfrm>
          <a:custGeom>
            <a:avLst/>
            <a:gdLst/>
            <a:ahLst/>
            <a:cxnLst/>
            <a:rect l="l" t="t" r="r" b="b"/>
            <a:pathLst>
              <a:path w="25400" h="53340">
                <a:moveTo>
                  <a:pt x="0" y="53340"/>
                </a:moveTo>
                <a:lnTo>
                  <a:pt x="25400" y="53340"/>
                </a:lnTo>
                <a:lnTo>
                  <a:pt x="25400" y="0"/>
                </a:lnTo>
                <a:lnTo>
                  <a:pt x="0" y="0"/>
                </a:lnTo>
                <a:lnTo>
                  <a:pt x="0" y="5334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2" name="object 212"/>
          <p:cNvSpPr/>
          <p:nvPr/>
        </p:nvSpPr>
        <p:spPr>
          <a:xfrm>
            <a:off x="5130800" y="1554479"/>
            <a:ext cx="25400" cy="53340"/>
          </a:xfrm>
          <a:custGeom>
            <a:avLst/>
            <a:gdLst/>
            <a:ahLst/>
            <a:cxnLst/>
            <a:rect l="l" t="t" r="r" b="b"/>
            <a:pathLst>
              <a:path w="25400" h="53340">
                <a:moveTo>
                  <a:pt x="0" y="53340"/>
                </a:moveTo>
                <a:lnTo>
                  <a:pt x="25400" y="53340"/>
                </a:lnTo>
                <a:lnTo>
                  <a:pt x="25400" y="0"/>
                </a:lnTo>
                <a:lnTo>
                  <a:pt x="0" y="0"/>
                </a:lnTo>
                <a:lnTo>
                  <a:pt x="0" y="5334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3" name="object 213"/>
          <p:cNvSpPr/>
          <p:nvPr/>
        </p:nvSpPr>
        <p:spPr>
          <a:xfrm>
            <a:off x="5133340" y="1915160"/>
            <a:ext cx="27939" cy="0"/>
          </a:xfrm>
          <a:custGeom>
            <a:avLst/>
            <a:gdLst/>
            <a:ahLst/>
            <a:cxnLst/>
            <a:rect l="l" t="t" r="r" b="b"/>
            <a:pathLst>
              <a:path w="27939" h="0">
                <a:moveTo>
                  <a:pt x="0" y="0"/>
                </a:moveTo>
                <a:lnTo>
                  <a:pt x="27939" y="0"/>
                </a:lnTo>
              </a:path>
            </a:pathLst>
          </a:custGeom>
          <a:ln w="508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4" name="object 214"/>
          <p:cNvSpPr/>
          <p:nvPr/>
        </p:nvSpPr>
        <p:spPr>
          <a:xfrm>
            <a:off x="4681220" y="1920239"/>
            <a:ext cx="0" cy="81280"/>
          </a:xfrm>
          <a:custGeom>
            <a:avLst/>
            <a:gdLst/>
            <a:ahLst/>
            <a:cxnLst/>
            <a:rect l="l" t="t" r="r" b="b"/>
            <a:pathLst>
              <a:path w="0" h="81280">
                <a:moveTo>
                  <a:pt x="0" y="0"/>
                </a:moveTo>
                <a:lnTo>
                  <a:pt x="0" y="8128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5" name="object 215"/>
          <p:cNvSpPr/>
          <p:nvPr/>
        </p:nvSpPr>
        <p:spPr>
          <a:xfrm>
            <a:off x="4681220" y="1775460"/>
            <a:ext cx="0" cy="144779"/>
          </a:xfrm>
          <a:custGeom>
            <a:avLst/>
            <a:gdLst/>
            <a:ahLst/>
            <a:cxnLst/>
            <a:rect l="l" t="t" r="r" b="b"/>
            <a:pathLst>
              <a:path w="0" h="144779">
                <a:moveTo>
                  <a:pt x="0" y="144779"/>
                </a:moveTo>
                <a:lnTo>
                  <a:pt x="0" y="0"/>
                </a:lnTo>
              </a:path>
            </a:pathLst>
          </a:custGeom>
          <a:ln w="1270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6" name="object 216"/>
          <p:cNvSpPr/>
          <p:nvPr/>
        </p:nvSpPr>
        <p:spPr>
          <a:xfrm>
            <a:off x="5304790" y="1601470"/>
            <a:ext cx="244856" cy="92328"/>
          </a:xfrm>
          <a:custGeom>
            <a:avLst/>
            <a:gdLst/>
            <a:ahLst/>
            <a:cxnLst/>
            <a:rect l="l" t="t" r="r" b="b"/>
            <a:pathLst>
              <a:path w="244856" h="92328">
                <a:moveTo>
                  <a:pt x="0" y="0"/>
                </a:moveTo>
                <a:lnTo>
                  <a:pt x="66294" y="31876"/>
                </a:lnTo>
                <a:lnTo>
                  <a:pt x="69469" y="15875"/>
                </a:lnTo>
                <a:lnTo>
                  <a:pt x="169037" y="68452"/>
                </a:lnTo>
                <a:lnTo>
                  <a:pt x="173736" y="58927"/>
                </a:lnTo>
                <a:lnTo>
                  <a:pt x="244856" y="92328"/>
                </a:lnTo>
              </a:path>
            </a:pathLst>
          </a:custGeom>
          <a:ln w="12699">
            <a:solidFill>
              <a:srgbClr val="414141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7" name="object 217"/>
          <p:cNvSpPr/>
          <p:nvPr/>
        </p:nvSpPr>
        <p:spPr>
          <a:xfrm>
            <a:off x="5195570" y="1621789"/>
            <a:ext cx="171068" cy="140715"/>
          </a:xfrm>
          <a:custGeom>
            <a:avLst/>
            <a:gdLst/>
            <a:ahLst/>
            <a:cxnLst/>
            <a:rect l="l" t="t" r="r" b="b"/>
            <a:pathLst>
              <a:path w="171068" h="140715">
                <a:moveTo>
                  <a:pt x="0" y="0"/>
                </a:moveTo>
                <a:lnTo>
                  <a:pt x="24002" y="41148"/>
                </a:lnTo>
                <a:lnTo>
                  <a:pt x="52831" y="28448"/>
                </a:lnTo>
                <a:lnTo>
                  <a:pt x="108712" y="101092"/>
                </a:lnTo>
                <a:lnTo>
                  <a:pt x="131190" y="91694"/>
                </a:lnTo>
                <a:lnTo>
                  <a:pt x="171068" y="140715"/>
                </a:lnTo>
              </a:path>
            </a:pathLst>
          </a:custGeom>
          <a:ln w="12700">
            <a:solidFill>
              <a:srgbClr val="414141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8" name="object 218"/>
          <p:cNvSpPr/>
          <p:nvPr/>
        </p:nvSpPr>
        <p:spPr>
          <a:xfrm>
            <a:off x="4939030" y="1621789"/>
            <a:ext cx="173609" cy="140715"/>
          </a:xfrm>
          <a:custGeom>
            <a:avLst/>
            <a:gdLst/>
            <a:ahLst/>
            <a:cxnLst/>
            <a:rect l="l" t="t" r="r" b="b"/>
            <a:pathLst>
              <a:path w="173609" h="140715">
                <a:moveTo>
                  <a:pt x="173609" y="0"/>
                </a:moveTo>
                <a:lnTo>
                  <a:pt x="148209" y="39497"/>
                </a:lnTo>
                <a:lnTo>
                  <a:pt x="116332" y="28448"/>
                </a:lnTo>
                <a:lnTo>
                  <a:pt x="60579" y="101092"/>
                </a:lnTo>
                <a:lnTo>
                  <a:pt x="38227" y="90043"/>
                </a:lnTo>
                <a:lnTo>
                  <a:pt x="0" y="140715"/>
                </a:lnTo>
              </a:path>
            </a:pathLst>
          </a:custGeom>
          <a:ln w="12700">
            <a:solidFill>
              <a:srgbClr val="414141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9" name="object 219"/>
          <p:cNvSpPr/>
          <p:nvPr/>
        </p:nvSpPr>
        <p:spPr>
          <a:xfrm>
            <a:off x="4758690" y="1598929"/>
            <a:ext cx="242188" cy="92329"/>
          </a:xfrm>
          <a:custGeom>
            <a:avLst/>
            <a:gdLst/>
            <a:ahLst/>
            <a:cxnLst/>
            <a:rect l="l" t="t" r="r" b="b"/>
            <a:pathLst>
              <a:path w="242188" h="92329">
                <a:moveTo>
                  <a:pt x="242188" y="0"/>
                </a:moveTo>
                <a:lnTo>
                  <a:pt x="176911" y="33400"/>
                </a:lnTo>
                <a:lnTo>
                  <a:pt x="175260" y="19177"/>
                </a:lnTo>
                <a:lnTo>
                  <a:pt x="76454" y="70104"/>
                </a:lnTo>
                <a:lnTo>
                  <a:pt x="70104" y="58928"/>
                </a:lnTo>
                <a:lnTo>
                  <a:pt x="0" y="92329"/>
                </a:lnTo>
              </a:path>
            </a:pathLst>
          </a:custGeom>
          <a:ln w="12700">
            <a:solidFill>
              <a:srgbClr val="414141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20" name="object 220"/>
          <p:cNvSpPr/>
          <p:nvPr/>
        </p:nvSpPr>
        <p:spPr>
          <a:xfrm>
            <a:off x="4740910" y="1873250"/>
            <a:ext cx="92455" cy="26288"/>
          </a:xfrm>
          <a:custGeom>
            <a:avLst/>
            <a:gdLst/>
            <a:ahLst/>
            <a:cxnLst/>
            <a:rect l="l" t="t" r="r" b="b"/>
            <a:pathLst>
              <a:path w="92455" h="26288">
                <a:moveTo>
                  <a:pt x="0" y="0"/>
                </a:moveTo>
                <a:lnTo>
                  <a:pt x="25018" y="8254"/>
                </a:lnTo>
                <a:lnTo>
                  <a:pt x="26669" y="4952"/>
                </a:lnTo>
                <a:lnTo>
                  <a:pt x="64262" y="19685"/>
                </a:lnTo>
                <a:lnTo>
                  <a:pt x="65786" y="16383"/>
                </a:lnTo>
                <a:lnTo>
                  <a:pt x="92455" y="26288"/>
                </a:lnTo>
              </a:path>
            </a:pathLst>
          </a:custGeom>
          <a:ln w="12700">
            <a:solidFill>
              <a:srgbClr val="414141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21" name="object 221"/>
          <p:cNvSpPr/>
          <p:nvPr/>
        </p:nvSpPr>
        <p:spPr>
          <a:xfrm>
            <a:off x="4697730" y="1878329"/>
            <a:ext cx="66929" cy="38989"/>
          </a:xfrm>
          <a:custGeom>
            <a:avLst/>
            <a:gdLst/>
            <a:ahLst/>
            <a:cxnLst/>
            <a:rect l="l" t="t" r="r" b="b"/>
            <a:pathLst>
              <a:path w="66929" h="38989">
                <a:moveTo>
                  <a:pt x="0" y="0"/>
                </a:moveTo>
                <a:lnTo>
                  <a:pt x="9779" y="11430"/>
                </a:lnTo>
                <a:lnTo>
                  <a:pt x="21209" y="8128"/>
                </a:lnTo>
                <a:lnTo>
                  <a:pt x="42418" y="27686"/>
                </a:lnTo>
                <a:lnTo>
                  <a:pt x="50673" y="26035"/>
                </a:lnTo>
                <a:lnTo>
                  <a:pt x="66929" y="38989"/>
                </a:lnTo>
              </a:path>
            </a:pathLst>
          </a:custGeom>
          <a:ln w="12700">
            <a:solidFill>
              <a:srgbClr val="414141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22" name="object 222"/>
          <p:cNvSpPr/>
          <p:nvPr/>
        </p:nvSpPr>
        <p:spPr>
          <a:xfrm>
            <a:off x="4603750" y="1878329"/>
            <a:ext cx="64388" cy="38989"/>
          </a:xfrm>
          <a:custGeom>
            <a:avLst/>
            <a:gdLst/>
            <a:ahLst/>
            <a:cxnLst/>
            <a:rect l="l" t="t" r="r" b="b"/>
            <a:pathLst>
              <a:path w="64388" h="38989">
                <a:moveTo>
                  <a:pt x="64388" y="0"/>
                </a:moveTo>
                <a:lnTo>
                  <a:pt x="54737" y="11430"/>
                </a:lnTo>
                <a:lnTo>
                  <a:pt x="43434" y="8128"/>
                </a:lnTo>
                <a:lnTo>
                  <a:pt x="22605" y="27686"/>
                </a:lnTo>
                <a:lnTo>
                  <a:pt x="14477" y="24384"/>
                </a:lnTo>
                <a:lnTo>
                  <a:pt x="0" y="38989"/>
                </a:lnTo>
              </a:path>
            </a:pathLst>
          </a:custGeom>
          <a:ln w="12700">
            <a:solidFill>
              <a:srgbClr val="414141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23" name="object 223"/>
          <p:cNvSpPr/>
          <p:nvPr/>
        </p:nvSpPr>
        <p:spPr>
          <a:xfrm>
            <a:off x="4532630" y="1873250"/>
            <a:ext cx="92329" cy="26288"/>
          </a:xfrm>
          <a:custGeom>
            <a:avLst/>
            <a:gdLst/>
            <a:ahLst/>
            <a:cxnLst/>
            <a:rect l="l" t="t" r="r" b="b"/>
            <a:pathLst>
              <a:path w="92329" h="26288">
                <a:moveTo>
                  <a:pt x="92329" y="0"/>
                </a:moveTo>
                <a:lnTo>
                  <a:pt x="68072" y="9905"/>
                </a:lnTo>
                <a:lnTo>
                  <a:pt x="66421" y="4952"/>
                </a:lnTo>
                <a:lnTo>
                  <a:pt x="29210" y="19685"/>
                </a:lnTo>
                <a:lnTo>
                  <a:pt x="25908" y="16383"/>
                </a:lnTo>
                <a:lnTo>
                  <a:pt x="0" y="26288"/>
                </a:lnTo>
              </a:path>
            </a:pathLst>
          </a:custGeom>
          <a:ln w="12700">
            <a:solidFill>
              <a:srgbClr val="414141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24" name="object 224"/>
          <p:cNvSpPr/>
          <p:nvPr/>
        </p:nvSpPr>
        <p:spPr>
          <a:xfrm>
            <a:off x="5887410" y="1447405"/>
            <a:ext cx="30176" cy="487455"/>
          </a:xfrm>
          <a:custGeom>
            <a:avLst/>
            <a:gdLst/>
            <a:ahLst/>
            <a:cxnLst/>
            <a:rect l="l" t="t" r="r" b="b"/>
            <a:pathLst>
              <a:path w="30176" h="487455">
                <a:moveTo>
                  <a:pt x="30176" y="77204"/>
                </a:moveTo>
                <a:lnTo>
                  <a:pt x="107" y="0"/>
                </a:lnTo>
                <a:lnTo>
                  <a:pt x="0" y="487455"/>
                </a:lnTo>
                <a:lnTo>
                  <a:pt x="30176" y="487455"/>
                </a:lnTo>
                <a:lnTo>
                  <a:pt x="30176" y="77204"/>
                </a:lnTo>
                <a:close/>
              </a:path>
            </a:pathLst>
          </a:custGeom>
          <a:solidFill>
            <a:srgbClr val="5F5F7E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25" name="object 225"/>
          <p:cNvSpPr/>
          <p:nvPr/>
        </p:nvSpPr>
        <p:spPr>
          <a:xfrm>
            <a:off x="5777258" y="1447405"/>
            <a:ext cx="110021" cy="487179"/>
          </a:xfrm>
          <a:custGeom>
            <a:avLst/>
            <a:gdLst/>
            <a:ahLst/>
            <a:cxnLst/>
            <a:rect l="l" t="t" r="r" b="b"/>
            <a:pathLst>
              <a:path w="110021" h="487179">
                <a:moveTo>
                  <a:pt x="110021" y="487179"/>
                </a:moveTo>
                <a:lnTo>
                  <a:pt x="110020" y="0"/>
                </a:lnTo>
                <a:lnTo>
                  <a:pt x="0" y="0"/>
                </a:lnTo>
                <a:lnTo>
                  <a:pt x="0" y="487179"/>
                </a:lnTo>
                <a:lnTo>
                  <a:pt x="110021" y="487179"/>
                </a:lnTo>
                <a:close/>
              </a:path>
            </a:pathLst>
          </a:custGeom>
          <a:solidFill>
            <a:srgbClr val="464646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26" name="object 226"/>
          <p:cNvSpPr/>
          <p:nvPr/>
        </p:nvSpPr>
        <p:spPr>
          <a:xfrm>
            <a:off x="5709260" y="1486525"/>
            <a:ext cx="171147" cy="487740"/>
          </a:xfrm>
          <a:custGeom>
            <a:avLst/>
            <a:gdLst/>
            <a:ahLst/>
            <a:cxnLst/>
            <a:rect l="l" t="t" r="r" b="b"/>
            <a:pathLst>
              <a:path w="171147" h="487740">
                <a:moveTo>
                  <a:pt x="0" y="487740"/>
                </a:moveTo>
                <a:lnTo>
                  <a:pt x="171147" y="487740"/>
                </a:lnTo>
                <a:lnTo>
                  <a:pt x="171147" y="0"/>
                </a:lnTo>
                <a:lnTo>
                  <a:pt x="0" y="0"/>
                </a:lnTo>
                <a:lnTo>
                  <a:pt x="0" y="487740"/>
                </a:lnTo>
                <a:close/>
              </a:path>
            </a:pathLst>
          </a:custGeom>
          <a:solidFill>
            <a:srgbClr val="4E4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27" name="object 227"/>
          <p:cNvSpPr/>
          <p:nvPr/>
        </p:nvSpPr>
        <p:spPr>
          <a:xfrm>
            <a:off x="5843224" y="1493836"/>
            <a:ext cx="37689" cy="0"/>
          </a:xfrm>
          <a:custGeom>
            <a:avLst/>
            <a:gdLst/>
            <a:ahLst/>
            <a:cxnLst/>
            <a:rect l="l" t="t" r="r" b="b"/>
            <a:pathLst>
              <a:path w="37689" h="0">
                <a:moveTo>
                  <a:pt x="0" y="0"/>
                </a:moveTo>
                <a:lnTo>
                  <a:pt x="37689" y="0"/>
                </a:lnTo>
              </a:path>
            </a:pathLst>
          </a:custGeom>
          <a:ln w="81592">
            <a:solidFill>
              <a:srgbClr val="5F5F7E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28" name="object 228"/>
          <p:cNvSpPr/>
          <p:nvPr/>
        </p:nvSpPr>
        <p:spPr>
          <a:xfrm>
            <a:off x="5862069" y="1648459"/>
            <a:ext cx="0" cy="86360"/>
          </a:xfrm>
          <a:custGeom>
            <a:avLst/>
            <a:gdLst/>
            <a:ahLst/>
            <a:cxnLst/>
            <a:rect l="l" t="t" r="r" b="b"/>
            <a:pathLst>
              <a:path w="0" h="86360">
                <a:moveTo>
                  <a:pt x="0" y="0"/>
                </a:moveTo>
                <a:lnTo>
                  <a:pt x="0" y="86360"/>
                </a:lnTo>
              </a:path>
            </a:pathLst>
          </a:custGeom>
          <a:ln w="37689">
            <a:solidFill>
              <a:srgbClr val="5F5F7E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29" name="object 229"/>
          <p:cNvSpPr/>
          <p:nvPr/>
        </p:nvSpPr>
        <p:spPr>
          <a:xfrm>
            <a:off x="5862069" y="1882139"/>
            <a:ext cx="0" cy="91849"/>
          </a:xfrm>
          <a:custGeom>
            <a:avLst/>
            <a:gdLst/>
            <a:ahLst/>
            <a:cxnLst/>
            <a:rect l="l" t="t" r="r" b="b"/>
            <a:pathLst>
              <a:path w="0" h="91849">
                <a:moveTo>
                  <a:pt x="0" y="0"/>
                </a:moveTo>
                <a:lnTo>
                  <a:pt x="0" y="91849"/>
                </a:lnTo>
              </a:path>
            </a:pathLst>
          </a:custGeom>
          <a:ln w="37689">
            <a:solidFill>
              <a:srgbClr val="5F5F7E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30" name="object 230"/>
          <p:cNvSpPr/>
          <p:nvPr/>
        </p:nvSpPr>
        <p:spPr>
          <a:xfrm>
            <a:off x="5727596" y="1485423"/>
            <a:ext cx="0" cy="94456"/>
          </a:xfrm>
          <a:custGeom>
            <a:avLst/>
            <a:gdLst/>
            <a:ahLst/>
            <a:cxnLst/>
            <a:rect l="l" t="t" r="r" b="b"/>
            <a:pathLst>
              <a:path w="0" h="94456">
                <a:moveTo>
                  <a:pt x="0" y="0"/>
                </a:moveTo>
                <a:lnTo>
                  <a:pt x="0" y="94456"/>
                </a:lnTo>
              </a:path>
            </a:pathLst>
          </a:custGeom>
          <a:ln w="228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31" name="object 231"/>
          <p:cNvSpPr/>
          <p:nvPr/>
        </p:nvSpPr>
        <p:spPr>
          <a:xfrm>
            <a:off x="5727596" y="1724659"/>
            <a:ext cx="0" cy="10160"/>
          </a:xfrm>
          <a:custGeom>
            <a:avLst/>
            <a:gdLst/>
            <a:ahLst/>
            <a:cxnLst/>
            <a:rect l="l" t="t" r="r" b="b"/>
            <a:pathLst>
              <a:path w="0" h="10160">
                <a:moveTo>
                  <a:pt x="0" y="0"/>
                </a:moveTo>
                <a:lnTo>
                  <a:pt x="0" y="10160"/>
                </a:lnTo>
              </a:path>
            </a:pathLst>
          </a:custGeom>
          <a:ln w="228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32" name="object 232"/>
          <p:cNvSpPr/>
          <p:nvPr/>
        </p:nvSpPr>
        <p:spPr>
          <a:xfrm>
            <a:off x="5727596" y="1882139"/>
            <a:ext cx="0" cy="7620"/>
          </a:xfrm>
          <a:custGeom>
            <a:avLst/>
            <a:gdLst/>
            <a:ahLst/>
            <a:cxnLst/>
            <a:rect l="l" t="t" r="r" b="b"/>
            <a:pathLst>
              <a:path w="0" h="7620">
                <a:moveTo>
                  <a:pt x="0" y="0"/>
                </a:moveTo>
                <a:lnTo>
                  <a:pt x="0" y="7620"/>
                </a:lnTo>
              </a:path>
            </a:pathLst>
          </a:custGeom>
          <a:ln w="228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33" name="object 233"/>
          <p:cNvSpPr/>
          <p:nvPr/>
        </p:nvSpPr>
        <p:spPr>
          <a:xfrm>
            <a:off x="5752043" y="1485423"/>
            <a:ext cx="0" cy="40512"/>
          </a:xfrm>
          <a:custGeom>
            <a:avLst/>
            <a:gdLst/>
            <a:ahLst/>
            <a:cxnLst/>
            <a:rect l="l" t="t" r="r" b="b"/>
            <a:pathLst>
              <a:path w="0" h="40512">
                <a:moveTo>
                  <a:pt x="0" y="0"/>
                </a:moveTo>
                <a:lnTo>
                  <a:pt x="0" y="40512"/>
                </a:lnTo>
              </a:path>
            </a:pathLst>
          </a:custGeom>
          <a:ln w="228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34" name="object 234"/>
          <p:cNvSpPr/>
          <p:nvPr/>
        </p:nvSpPr>
        <p:spPr>
          <a:xfrm>
            <a:off x="5750901" y="1974816"/>
            <a:ext cx="2283" cy="0"/>
          </a:xfrm>
          <a:custGeom>
            <a:avLst/>
            <a:gdLst/>
            <a:ahLst/>
            <a:cxnLst/>
            <a:rect l="l" t="t" r="r" b="b"/>
            <a:pathLst>
              <a:path w="2283" h="0">
                <a:moveTo>
                  <a:pt x="0" y="0"/>
                </a:moveTo>
                <a:lnTo>
                  <a:pt x="2283" y="0"/>
                </a:lnTo>
              </a:path>
            </a:pathLst>
          </a:custGeom>
          <a:ln w="494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35" name="object 235"/>
          <p:cNvSpPr/>
          <p:nvPr/>
        </p:nvSpPr>
        <p:spPr>
          <a:xfrm>
            <a:off x="5776494" y="1485423"/>
            <a:ext cx="0" cy="40512"/>
          </a:xfrm>
          <a:custGeom>
            <a:avLst/>
            <a:gdLst/>
            <a:ahLst/>
            <a:cxnLst/>
            <a:rect l="l" t="t" r="r" b="b"/>
            <a:pathLst>
              <a:path w="0" h="40512">
                <a:moveTo>
                  <a:pt x="0" y="0"/>
                </a:moveTo>
                <a:lnTo>
                  <a:pt x="0" y="40512"/>
                </a:lnTo>
              </a:path>
            </a:pathLst>
          </a:custGeom>
          <a:ln w="229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36" name="object 236"/>
          <p:cNvSpPr/>
          <p:nvPr/>
        </p:nvSpPr>
        <p:spPr>
          <a:xfrm>
            <a:off x="5775348" y="1974816"/>
            <a:ext cx="2292" cy="0"/>
          </a:xfrm>
          <a:custGeom>
            <a:avLst/>
            <a:gdLst/>
            <a:ahLst/>
            <a:cxnLst/>
            <a:rect l="l" t="t" r="r" b="b"/>
            <a:pathLst>
              <a:path w="2292" h="0">
                <a:moveTo>
                  <a:pt x="0" y="0"/>
                </a:moveTo>
                <a:lnTo>
                  <a:pt x="2292" y="0"/>
                </a:lnTo>
              </a:path>
            </a:pathLst>
          </a:custGeom>
          <a:ln w="496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37" name="object 237"/>
          <p:cNvSpPr/>
          <p:nvPr/>
        </p:nvSpPr>
        <p:spPr>
          <a:xfrm>
            <a:off x="5800941" y="1485423"/>
            <a:ext cx="0" cy="40512"/>
          </a:xfrm>
          <a:custGeom>
            <a:avLst/>
            <a:gdLst/>
            <a:ahLst/>
            <a:cxnLst/>
            <a:rect l="l" t="t" r="r" b="b"/>
            <a:pathLst>
              <a:path w="0" h="40512">
                <a:moveTo>
                  <a:pt x="0" y="0"/>
                </a:moveTo>
                <a:lnTo>
                  <a:pt x="0" y="40512"/>
                </a:lnTo>
              </a:path>
            </a:pathLst>
          </a:custGeom>
          <a:ln w="229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38" name="object 238"/>
          <p:cNvSpPr/>
          <p:nvPr/>
        </p:nvSpPr>
        <p:spPr>
          <a:xfrm>
            <a:off x="5799795" y="1974816"/>
            <a:ext cx="2292" cy="0"/>
          </a:xfrm>
          <a:custGeom>
            <a:avLst/>
            <a:gdLst/>
            <a:ahLst/>
            <a:cxnLst/>
            <a:rect l="l" t="t" r="r" b="b"/>
            <a:pathLst>
              <a:path w="2292" h="0">
                <a:moveTo>
                  <a:pt x="0" y="0"/>
                </a:moveTo>
                <a:lnTo>
                  <a:pt x="2292" y="0"/>
                </a:lnTo>
              </a:path>
            </a:pathLst>
          </a:custGeom>
          <a:ln w="496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39" name="object 239"/>
          <p:cNvSpPr/>
          <p:nvPr/>
        </p:nvSpPr>
        <p:spPr>
          <a:xfrm>
            <a:off x="5825393" y="1485423"/>
            <a:ext cx="0" cy="15716"/>
          </a:xfrm>
          <a:custGeom>
            <a:avLst/>
            <a:gdLst/>
            <a:ahLst/>
            <a:cxnLst/>
            <a:rect l="l" t="t" r="r" b="b"/>
            <a:pathLst>
              <a:path w="0" h="15716">
                <a:moveTo>
                  <a:pt x="0" y="0"/>
                </a:moveTo>
                <a:lnTo>
                  <a:pt x="0" y="15716"/>
                </a:lnTo>
              </a:path>
            </a:pathLst>
          </a:custGeom>
          <a:ln w="228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40" name="object 240"/>
          <p:cNvSpPr/>
          <p:nvPr/>
        </p:nvSpPr>
        <p:spPr>
          <a:xfrm>
            <a:off x="5824251" y="1974816"/>
            <a:ext cx="2283" cy="0"/>
          </a:xfrm>
          <a:custGeom>
            <a:avLst/>
            <a:gdLst/>
            <a:ahLst/>
            <a:cxnLst/>
            <a:rect l="l" t="t" r="r" b="b"/>
            <a:pathLst>
              <a:path w="2283" h="0">
                <a:moveTo>
                  <a:pt x="0" y="0"/>
                </a:moveTo>
                <a:lnTo>
                  <a:pt x="2283" y="0"/>
                </a:lnTo>
              </a:path>
            </a:pathLst>
          </a:custGeom>
          <a:ln w="494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41" name="object 241"/>
          <p:cNvSpPr/>
          <p:nvPr/>
        </p:nvSpPr>
        <p:spPr>
          <a:xfrm>
            <a:off x="5730651" y="1525935"/>
            <a:ext cx="141348" cy="448330"/>
          </a:xfrm>
          <a:custGeom>
            <a:avLst/>
            <a:gdLst/>
            <a:ahLst/>
            <a:cxnLst/>
            <a:rect l="l" t="t" r="r" b="b"/>
            <a:pathLst>
              <a:path w="141348" h="448330">
                <a:moveTo>
                  <a:pt x="0" y="448330"/>
                </a:moveTo>
                <a:lnTo>
                  <a:pt x="141348" y="448330"/>
                </a:lnTo>
                <a:lnTo>
                  <a:pt x="141348" y="0"/>
                </a:lnTo>
                <a:lnTo>
                  <a:pt x="0" y="0"/>
                </a:lnTo>
                <a:lnTo>
                  <a:pt x="0" y="448330"/>
                </a:lnTo>
                <a:close/>
              </a:path>
            </a:pathLst>
          </a:custGeom>
          <a:solidFill>
            <a:srgbClr val="371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42" name="object 242"/>
          <p:cNvSpPr/>
          <p:nvPr/>
        </p:nvSpPr>
        <p:spPr>
          <a:xfrm>
            <a:off x="5734467" y="1539160"/>
            <a:ext cx="134468" cy="395424"/>
          </a:xfrm>
          <a:custGeom>
            <a:avLst/>
            <a:gdLst/>
            <a:ahLst/>
            <a:cxnLst/>
            <a:rect l="l" t="t" r="r" b="b"/>
            <a:pathLst>
              <a:path w="134468" h="395424">
                <a:moveTo>
                  <a:pt x="0" y="395424"/>
                </a:moveTo>
                <a:lnTo>
                  <a:pt x="134468" y="395424"/>
                </a:lnTo>
                <a:lnTo>
                  <a:pt x="134468" y="0"/>
                </a:lnTo>
                <a:lnTo>
                  <a:pt x="0" y="0"/>
                </a:lnTo>
                <a:lnTo>
                  <a:pt x="0" y="395424"/>
                </a:lnTo>
                <a:close/>
              </a:path>
            </a:pathLst>
          </a:custGeom>
          <a:solidFill>
            <a:srgbClr val="5F5F7E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43" name="object 243"/>
          <p:cNvSpPr/>
          <p:nvPr/>
        </p:nvSpPr>
        <p:spPr>
          <a:xfrm>
            <a:off x="5728355" y="1539020"/>
            <a:ext cx="57764" cy="0"/>
          </a:xfrm>
          <a:custGeom>
            <a:avLst/>
            <a:gdLst/>
            <a:ahLst/>
            <a:cxnLst/>
            <a:rect l="l" t="t" r="r" b="b"/>
            <a:pathLst>
              <a:path w="57764" h="0">
                <a:moveTo>
                  <a:pt x="0" y="0"/>
                </a:moveTo>
                <a:lnTo>
                  <a:pt x="57764" y="0"/>
                </a:lnTo>
              </a:path>
            </a:pathLst>
          </a:custGeom>
          <a:ln w="27447">
            <a:solidFill>
              <a:srgbClr val="464646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44" name="object 244"/>
          <p:cNvSpPr/>
          <p:nvPr/>
        </p:nvSpPr>
        <p:spPr>
          <a:xfrm>
            <a:off x="5760719" y="1697326"/>
            <a:ext cx="114336" cy="0"/>
          </a:xfrm>
          <a:custGeom>
            <a:avLst/>
            <a:gdLst/>
            <a:ahLst/>
            <a:cxnLst/>
            <a:rect l="l" t="t" r="r" b="b"/>
            <a:pathLst>
              <a:path w="114336" h="0">
                <a:moveTo>
                  <a:pt x="0" y="0"/>
                </a:moveTo>
                <a:lnTo>
                  <a:pt x="114336" y="0"/>
                </a:lnTo>
              </a:path>
            </a:pathLst>
          </a:custGeom>
          <a:ln w="27172">
            <a:solidFill>
              <a:srgbClr val="464646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45" name="object 245"/>
          <p:cNvSpPr/>
          <p:nvPr/>
        </p:nvSpPr>
        <p:spPr>
          <a:xfrm>
            <a:off x="5760719" y="1776411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 h="0">
                <a:moveTo>
                  <a:pt x="0" y="0"/>
                </a:moveTo>
                <a:lnTo>
                  <a:pt x="25400" y="0"/>
                </a:lnTo>
              </a:path>
            </a:pathLst>
          </a:custGeom>
          <a:ln w="27172">
            <a:solidFill>
              <a:srgbClr val="464646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46" name="object 246"/>
          <p:cNvSpPr/>
          <p:nvPr/>
        </p:nvSpPr>
        <p:spPr>
          <a:xfrm>
            <a:off x="5760719" y="1855363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 h="0">
                <a:moveTo>
                  <a:pt x="0" y="0"/>
                </a:moveTo>
                <a:lnTo>
                  <a:pt x="25400" y="0"/>
                </a:lnTo>
              </a:path>
            </a:pathLst>
          </a:custGeom>
          <a:ln w="27447">
            <a:solidFill>
              <a:srgbClr val="464646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47" name="object 247"/>
          <p:cNvSpPr/>
          <p:nvPr/>
        </p:nvSpPr>
        <p:spPr>
          <a:xfrm>
            <a:off x="5760719" y="1934724"/>
            <a:ext cx="114336" cy="0"/>
          </a:xfrm>
          <a:custGeom>
            <a:avLst/>
            <a:gdLst/>
            <a:ahLst/>
            <a:cxnLst/>
            <a:rect l="l" t="t" r="r" b="b"/>
            <a:pathLst>
              <a:path w="114336" h="0">
                <a:moveTo>
                  <a:pt x="0" y="0"/>
                </a:moveTo>
                <a:lnTo>
                  <a:pt x="114336" y="0"/>
                </a:lnTo>
              </a:path>
            </a:pathLst>
          </a:custGeom>
          <a:ln w="27447">
            <a:solidFill>
              <a:srgbClr val="464646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48" name="object 248"/>
          <p:cNvSpPr/>
          <p:nvPr/>
        </p:nvSpPr>
        <p:spPr>
          <a:xfrm>
            <a:off x="5760719" y="1618388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 h="0">
                <a:moveTo>
                  <a:pt x="0" y="0"/>
                </a:moveTo>
                <a:lnTo>
                  <a:pt x="25400" y="0"/>
                </a:lnTo>
              </a:path>
            </a:pathLst>
          </a:custGeom>
          <a:ln w="27447">
            <a:solidFill>
              <a:srgbClr val="464646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49" name="object 249"/>
          <p:cNvSpPr/>
          <p:nvPr/>
        </p:nvSpPr>
        <p:spPr>
          <a:xfrm>
            <a:off x="5760387" y="1542478"/>
            <a:ext cx="0" cy="390453"/>
          </a:xfrm>
          <a:custGeom>
            <a:avLst/>
            <a:gdLst/>
            <a:ahLst/>
            <a:cxnLst/>
            <a:rect l="l" t="t" r="r" b="b"/>
            <a:pathLst>
              <a:path w="0" h="390453">
                <a:moveTo>
                  <a:pt x="0" y="0"/>
                </a:moveTo>
                <a:lnTo>
                  <a:pt x="0" y="390453"/>
                </a:lnTo>
              </a:path>
            </a:pathLst>
          </a:custGeom>
          <a:ln w="4198">
            <a:solidFill>
              <a:srgbClr val="464646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50" name="object 250"/>
          <p:cNvSpPr/>
          <p:nvPr/>
        </p:nvSpPr>
        <p:spPr>
          <a:xfrm>
            <a:off x="5787131" y="1544132"/>
            <a:ext cx="0" cy="390453"/>
          </a:xfrm>
          <a:custGeom>
            <a:avLst/>
            <a:gdLst/>
            <a:ahLst/>
            <a:cxnLst/>
            <a:rect l="l" t="t" r="r" b="b"/>
            <a:pathLst>
              <a:path w="0" h="390453">
                <a:moveTo>
                  <a:pt x="0" y="0"/>
                </a:moveTo>
                <a:lnTo>
                  <a:pt x="0" y="390453"/>
                </a:lnTo>
              </a:path>
            </a:pathLst>
          </a:custGeom>
          <a:ln w="4198">
            <a:solidFill>
              <a:srgbClr val="464646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51" name="object 251"/>
          <p:cNvSpPr/>
          <p:nvPr/>
        </p:nvSpPr>
        <p:spPr>
          <a:xfrm>
            <a:off x="5814634" y="1648459"/>
            <a:ext cx="0" cy="86360"/>
          </a:xfrm>
          <a:custGeom>
            <a:avLst/>
            <a:gdLst/>
            <a:ahLst/>
            <a:cxnLst/>
            <a:rect l="l" t="t" r="r" b="b"/>
            <a:pathLst>
              <a:path w="0" h="86360">
                <a:moveTo>
                  <a:pt x="0" y="0"/>
                </a:moveTo>
                <a:lnTo>
                  <a:pt x="0" y="86360"/>
                </a:lnTo>
              </a:path>
            </a:pathLst>
          </a:custGeom>
          <a:ln w="4198">
            <a:solidFill>
              <a:srgbClr val="464646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52" name="object 252"/>
          <p:cNvSpPr/>
          <p:nvPr/>
        </p:nvSpPr>
        <p:spPr>
          <a:xfrm>
            <a:off x="5814634" y="1882139"/>
            <a:ext cx="0" cy="54099"/>
          </a:xfrm>
          <a:custGeom>
            <a:avLst/>
            <a:gdLst/>
            <a:ahLst/>
            <a:cxnLst/>
            <a:rect l="l" t="t" r="r" b="b"/>
            <a:pathLst>
              <a:path w="0" h="54099">
                <a:moveTo>
                  <a:pt x="0" y="0"/>
                </a:moveTo>
                <a:lnTo>
                  <a:pt x="0" y="54099"/>
                </a:lnTo>
              </a:path>
            </a:pathLst>
          </a:custGeom>
          <a:ln w="4198">
            <a:solidFill>
              <a:srgbClr val="464646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53" name="object 253"/>
          <p:cNvSpPr/>
          <p:nvPr/>
        </p:nvSpPr>
        <p:spPr>
          <a:xfrm>
            <a:off x="5842268" y="1648459"/>
            <a:ext cx="0" cy="86360"/>
          </a:xfrm>
          <a:custGeom>
            <a:avLst/>
            <a:gdLst/>
            <a:ahLst/>
            <a:cxnLst/>
            <a:rect l="l" t="t" r="r" b="b"/>
            <a:pathLst>
              <a:path w="0" h="86360">
                <a:moveTo>
                  <a:pt x="0" y="0"/>
                </a:moveTo>
                <a:lnTo>
                  <a:pt x="0" y="86360"/>
                </a:lnTo>
              </a:path>
            </a:pathLst>
          </a:custGeom>
          <a:ln w="4198">
            <a:solidFill>
              <a:srgbClr val="464646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54" name="object 254"/>
          <p:cNvSpPr/>
          <p:nvPr/>
        </p:nvSpPr>
        <p:spPr>
          <a:xfrm>
            <a:off x="5842268" y="1882139"/>
            <a:ext cx="0" cy="54099"/>
          </a:xfrm>
          <a:custGeom>
            <a:avLst/>
            <a:gdLst/>
            <a:ahLst/>
            <a:cxnLst/>
            <a:rect l="l" t="t" r="r" b="b"/>
            <a:pathLst>
              <a:path w="0" h="54099">
                <a:moveTo>
                  <a:pt x="0" y="0"/>
                </a:moveTo>
                <a:lnTo>
                  <a:pt x="0" y="54099"/>
                </a:lnTo>
              </a:path>
            </a:pathLst>
          </a:custGeom>
          <a:ln w="4198">
            <a:solidFill>
              <a:srgbClr val="464646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55" name="object 255"/>
          <p:cNvSpPr/>
          <p:nvPr/>
        </p:nvSpPr>
        <p:spPr>
          <a:xfrm>
            <a:off x="5596815" y="1576923"/>
            <a:ext cx="122375" cy="39938"/>
          </a:xfrm>
          <a:custGeom>
            <a:avLst/>
            <a:gdLst/>
            <a:ahLst/>
            <a:cxnLst/>
            <a:rect l="l" t="t" r="r" b="b"/>
            <a:pathLst>
              <a:path w="122375" h="39938">
                <a:moveTo>
                  <a:pt x="0" y="39938"/>
                </a:moveTo>
                <a:lnTo>
                  <a:pt x="122375" y="39938"/>
                </a:lnTo>
                <a:lnTo>
                  <a:pt x="122375" y="0"/>
                </a:lnTo>
                <a:lnTo>
                  <a:pt x="0" y="0"/>
                </a:lnTo>
                <a:lnTo>
                  <a:pt x="0" y="39938"/>
                </a:lnTo>
                <a:close/>
              </a:path>
            </a:pathLst>
          </a:custGeom>
          <a:solidFill>
            <a:srgbClr val="7679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56" name="object 256"/>
          <p:cNvSpPr/>
          <p:nvPr/>
        </p:nvSpPr>
        <p:spPr>
          <a:xfrm>
            <a:off x="5596815" y="2012291"/>
            <a:ext cx="36904" cy="12675"/>
          </a:xfrm>
          <a:custGeom>
            <a:avLst/>
            <a:gdLst/>
            <a:ahLst/>
            <a:cxnLst/>
            <a:rect l="l" t="t" r="r" b="b"/>
            <a:pathLst>
              <a:path w="36904" h="12675">
                <a:moveTo>
                  <a:pt x="0" y="12675"/>
                </a:moveTo>
                <a:lnTo>
                  <a:pt x="36904" y="12675"/>
                </a:lnTo>
                <a:lnTo>
                  <a:pt x="36904" y="0"/>
                </a:lnTo>
                <a:lnTo>
                  <a:pt x="0" y="0"/>
                </a:lnTo>
                <a:lnTo>
                  <a:pt x="0" y="12675"/>
                </a:lnTo>
                <a:close/>
              </a:path>
            </a:pathLst>
          </a:custGeom>
          <a:solidFill>
            <a:srgbClr val="7679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57" name="object 257"/>
          <p:cNvSpPr/>
          <p:nvPr/>
        </p:nvSpPr>
        <p:spPr>
          <a:xfrm>
            <a:off x="5578478" y="1576907"/>
            <a:ext cx="18337" cy="448059"/>
          </a:xfrm>
          <a:custGeom>
            <a:avLst/>
            <a:gdLst/>
            <a:ahLst/>
            <a:cxnLst/>
            <a:rect l="l" t="t" r="r" b="b"/>
            <a:pathLst>
              <a:path w="18337" h="448059">
                <a:moveTo>
                  <a:pt x="18337" y="448059"/>
                </a:moveTo>
                <a:lnTo>
                  <a:pt x="18336" y="0"/>
                </a:lnTo>
                <a:lnTo>
                  <a:pt x="0" y="26745"/>
                </a:lnTo>
                <a:lnTo>
                  <a:pt x="0" y="435384"/>
                </a:lnTo>
                <a:lnTo>
                  <a:pt x="17572" y="448059"/>
                </a:lnTo>
                <a:lnTo>
                  <a:pt x="18337" y="448059"/>
                </a:lnTo>
                <a:close/>
              </a:path>
            </a:pathLst>
          </a:custGeom>
          <a:solidFill>
            <a:srgbClr val="371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58" name="object 258"/>
          <p:cNvSpPr/>
          <p:nvPr/>
        </p:nvSpPr>
        <p:spPr>
          <a:xfrm>
            <a:off x="5596815" y="1616861"/>
            <a:ext cx="36904" cy="13231"/>
          </a:xfrm>
          <a:custGeom>
            <a:avLst/>
            <a:gdLst/>
            <a:ahLst/>
            <a:cxnLst/>
            <a:rect l="l" t="t" r="r" b="b"/>
            <a:pathLst>
              <a:path w="36904" h="13231">
                <a:moveTo>
                  <a:pt x="0" y="13231"/>
                </a:moveTo>
                <a:lnTo>
                  <a:pt x="36904" y="13231"/>
                </a:lnTo>
                <a:lnTo>
                  <a:pt x="36904" y="0"/>
                </a:lnTo>
                <a:lnTo>
                  <a:pt x="0" y="0"/>
                </a:lnTo>
                <a:lnTo>
                  <a:pt x="0" y="13231"/>
                </a:lnTo>
                <a:close/>
              </a:path>
            </a:pathLst>
          </a:custGeom>
          <a:solidFill>
            <a:srgbClr val="464646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59" name="object 259"/>
          <p:cNvSpPr/>
          <p:nvPr/>
        </p:nvSpPr>
        <p:spPr>
          <a:xfrm>
            <a:off x="5596814" y="1695950"/>
            <a:ext cx="36905" cy="12962"/>
          </a:xfrm>
          <a:custGeom>
            <a:avLst/>
            <a:gdLst/>
            <a:ahLst/>
            <a:cxnLst/>
            <a:rect l="l" t="t" r="r" b="b"/>
            <a:pathLst>
              <a:path w="36905" h="12962">
                <a:moveTo>
                  <a:pt x="0" y="12962"/>
                </a:moveTo>
                <a:lnTo>
                  <a:pt x="36905" y="12962"/>
                </a:lnTo>
                <a:lnTo>
                  <a:pt x="36905" y="0"/>
                </a:lnTo>
                <a:lnTo>
                  <a:pt x="0" y="0"/>
                </a:lnTo>
                <a:lnTo>
                  <a:pt x="0" y="12962"/>
                </a:lnTo>
                <a:close/>
              </a:path>
            </a:pathLst>
          </a:custGeom>
          <a:solidFill>
            <a:srgbClr val="464646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60" name="object 260"/>
          <p:cNvSpPr/>
          <p:nvPr/>
        </p:nvSpPr>
        <p:spPr>
          <a:xfrm>
            <a:off x="5596814" y="1774770"/>
            <a:ext cx="36905" cy="13219"/>
          </a:xfrm>
          <a:custGeom>
            <a:avLst/>
            <a:gdLst/>
            <a:ahLst/>
            <a:cxnLst/>
            <a:rect l="l" t="t" r="r" b="b"/>
            <a:pathLst>
              <a:path w="36905" h="13219">
                <a:moveTo>
                  <a:pt x="0" y="13219"/>
                </a:moveTo>
                <a:lnTo>
                  <a:pt x="36905" y="13219"/>
                </a:lnTo>
                <a:lnTo>
                  <a:pt x="36905" y="0"/>
                </a:lnTo>
                <a:lnTo>
                  <a:pt x="0" y="0"/>
                </a:lnTo>
                <a:lnTo>
                  <a:pt x="0" y="13219"/>
                </a:lnTo>
                <a:close/>
              </a:path>
            </a:pathLst>
          </a:custGeom>
          <a:solidFill>
            <a:srgbClr val="464646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61" name="object 261"/>
          <p:cNvSpPr/>
          <p:nvPr/>
        </p:nvSpPr>
        <p:spPr>
          <a:xfrm>
            <a:off x="5596814" y="1853848"/>
            <a:ext cx="36905" cy="13225"/>
          </a:xfrm>
          <a:custGeom>
            <a:avLst/>
            <a:gdLst/>
            <a:ahLst/>
            <a:cxnLst/>
            <a:rect l="l" t="t" r="r" b="b"/>
            <a:pathLst>
              <a:path w="36905" h="13225">
                <a:moveTo>
                  <a:pt x="0" y="13225"/>
                </a:moveTo>
                <a:lnTo>
                  <a:pt x="36905" y="13225"/>
                </a:lnTo>
                <a:lnTo>
                  <a:pt x="36905" y="0"/>
                </a:lnTo>
                <a:lnTo>
                  <a:pt x="0" y="0"/>
                </a:lnTo>
                <a:lnTo>
                  <a:pt x="0" y="13225"/>
                </a:lnTo>
                <a:close/>
              </a:path>
            </a:pathLst>
          </a:custGeom>
          <a:solidFill>
            <a:srgbClr val="464646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62" name="object 262"/>
          <p:cNvSpPr/>
          <p:nvPr/>
        </p:nvSpPr>
        <p:spPr>
          <a:xfrm>
            <a:off x="5596814" y="1933207"/>
            <a:ext cx="36905" cy="13227"/>
          </a:xfrm>
          <a:custGeom>
            <a:avLst/>
            <a:gdLst/>
            <a:ahLst/>
            <a:cxnLst/>
            <a:rect l="l" t="t" r="r" b="b"/>
            <a:pathLst>
              <a:path w="36905" h="13227">
                <a:moveTo>
                  <a:pt x="0" y="13226"/>
                </a:moveTo>
                <a:lnTo>
                  <a:pt x="36905" y="13227"/>
                </a:lnTo>
                <a:lnTo>
                  <a:pt x="36905" y="0"/>
                </a:lnTo>
                <a:lnTo>
                  <a:pt x="0" y="0"/>
                </a:lnTo>
                <a:lnTo>
                  <a:pt x="0" y="13226"/>
                </a:lnTo>
                <a:close/>
              </a:path>
            </a:pathLst>
          </a:custGeom>
          <a:solidFill>
            <a:srgbClr val="464646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63" name="object 263"/>
          <p:cNvSpPr/>
          <p:nvPr/>
        </p:nvSpPr>
        <p:spPr>
          <a:xfrm>
            <a:off x="5596815" y="1630093"/>
            <a:ext cx="36904" cy="65857"/>
          </a:xfrm>
          <a:custGeom>
            <a:avLst/>
            <a:gdLst/>
            <a:ahLst/>
            <a:cxnLst/>
            <a:rect l="l" t="t" r="r" b="b"/>
            <a:pathLst>
              <a:path w="36904" h="65857">
                <a:moveTo>
                  <a:pt x="0" y="65857"/>
                </a:moveTo>
                <a:lnTo>
                  <a:pt x="36904" y="65857"/>
                </a:lnTo>
                <a:lnTo>
                  <a:pt x="36904" y="0"/>
                </a:lnTo>
                <a:lnTo>
                  <a:pt x="0" y="0"/>
                </a:lnTo>
                <a:lnTo>
                  <a:pt x="0" y="65857"/>
                </a:lnTo>
                <a:close/>
              </a:path>
            </a:pathLst>
          </a:custGeom>
          <a:solidFill>
            <a:srgbClr val="5F5F7E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64" name="object 264"/>
          <p:cNvSpPr/>
          <p:nvPr/>
        </p:nvSpPr>
        <p:spPr>
          <a:xfrm>
            <a:off x="5596815" y="1708913"/>
            <a:ext cx="122375" cy="65857"/>
          </a:xfrm>
          <a:custGeom>
            <a:avLst/>
            <a:gdLst/>
            <a:ahLst/>
            <a:cxnLst/>
            <a:rect l="l" t="t" r="r" b="b"/>
            <a:pathLst>
              <a:path w="122375" h="65857">
                <a:moveTo>
                  <a:pt x="0" y="65857"/>
                </a:moveTo>
                <a:lnTo>
                  <a:pt x="122375" y="65857"/>
                </a:lnTo>
                <a:lnTo>
                  <a:pt x="122375" y="0"/>
                </a:lnTo>
                <a:lnTo>
                  <a:pt x="0" y="0"/>
                </a:lnTo>
                <a:lnTo>
                  <a:pt x="0" y="65857"/>
                </a:lnTo>
                <a:close/>
              </a:path>
            </a:pathLst>
          </a:custGeom>
          <a:solidFill>
            <a:srgbClr val="5F5F7E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65" name="object 265"/>
          <p:cNvSpPr/>
          <p:nvPr/>
        </p:nvSpPr>
        <p:spPr>
          <a:xfrm>
            <a:off x="5596815" y="1787990"/>
            <a:ext cx="36904" cy="65857"/>
          </a:xfrm>
          <a:custGeom>
            <a:avLst/>
            <a:gdLst/>
            <a:ahLst/>
            <a:cxnLst/>
            <a:rect l="l" t="t" r="r" b="b"/>
            <a:pathLst>
              <a:path w="36904" h="65857">
                <a:moveTo>
                  <a:pt x="0" y="65857"/>
                </a:moveTo>
                <a:lnTo>
                  <a:pt x="36904" y="65857"/>
                </a:lnTo>
                <a:lnTo>
                  <a:pt x="36904" y="0"/>
                </a:lnTo>
                <a:lnTo>
                  <a:pt x="0" y="0"/>
                </a:lnTo>
                <a:lnTo>
                  <a:pt x="0" y="65857"/>
                </a:lnTo>
                <a:close/>
              </a:path>
            </a:pathLst>
          </a:custGeom>
          <a:solidFill>
            <a:srgbClr val="5F5F7E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66" name="object 266"/>
          <p:cNvSpPr/>
          <p:nvPr/>
        </p:nvSpPr>
        <p:spPr>
          <a:xfrm>
            <a:off x="5596815" y="1867073"/>
            <a:ext cx="122375" cy="66133"/>
          </a:xfrm>
          <a:custGeom>
            <a:avLst/>
            <a:gdLst/>
            <a:ahLst/>
            <a:cxnLst/>
            <a:rect l="l" t="t" r="r" b="b"/>
            <a:pathLst>
              <a:path w="122375" h="66133">
                <a:moveTo>
                  <a:pt x="0" y="66133"/>
                </a:moveTo>
                <a:lnTo>
                  <a:pt x="122375" y="66133"/>
                </a:lnTo>
                <a:lnTo>
                  <a:pt x="122375" y="0"/>
                </a:lnTo>
                <a:lnTo>
                  <a:pt x="0" y="0"/>
                </a:lnTo>
                <a:lnTo>
                  <a:pt x="0" y="66133"/>
                </a:lnTo>
                <a:close/>
              </a:path>
            </a:pathLst>
          </a:custGeom>
          <a:solidFill>
            <a:srgbClr val="5F5F7E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67" name="object 267"/>
          <p:cNvSpPr/>
          <p:nvPr/>
        </p:nvSpPr>
        <p:spPr>
          <a:xfrm>
            <a:off x="5596815" y="1946434"/>
            <a:ext cx="36904" cy="65857"/>
          </a:xfrm>
          <a:custGeom>
            <a:avLst/>
            <a:gdLst/>
            <a:ahLst/>
            <a:cxnLst/>
            <a:rect l="l" t="t" r="r" b="b"/>
            <a:pathLst>
              <a:path w="36904" h="65857">
                <a:moveTo>
                  <a:pt x="0" y="65857"/>
                </a:moveTo>
                <a:lnTo>
                  <a:pt x="36904" y="65857"/>
                </a:lnTo>
                <a:lnTo>
                  <a:pt x="36904" y="0"/>
                </a:lnTo>
                <a:lnTo>
                  <a:pt x="0" y="0"/>
                </a:lnTo>
                <a:lnTo>
                  <a:pt x="0" y="65857"/>
                </a:lnTo>
                <a:close/>
              </a:path>
            </a:pathLst>
          </a:custGeom>
          <a:solidFill>
            <a:srgbClr val="5F5F7E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68" name="object 268"/>
          <p:cNvSpPr/>
          <p:nvPr/>
        </p:nvSpPr>
        <p:spPr>
          <a:xfrm>
            <a:off x="5581534" y="1948086"/>
            <a:ext cx="12224" cy="75227"/>
          </a:xfrm>
          <a:custGeom>
            <a:avLst/>
            <a:gdLst/>
            <a:ahLst/>
            <a:cxnLst/>
            <a:rect l="l" t="t" r="r" b="b"/>
            <a:pathLst>
              <a:path w="12224" h="75227">
                <a:moveTo>
                  <a:pt x="0" y="65858"/>
                </a:moveTo>
                <a:lnTo>
                  <a:pt x="12224" y="75227"/>
                </a:lnTo>
                <a:lnTo>
                  <a:pt x="12224" y="0"/>
                </a:lnTo>
                <a:lnTo>
                  <a:pt x="0" y="0"/>
                </a:lnTo>
                <a:lnTo>
                  <a:pt x="0" y="65858"/>
                </a:lnTo>
                <a:close/>
              </a:path>
            </a:pathLst>
          </a:custGeom>
          <a:solidFill>
            <a:srgbClr val="464646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69" name="object 269"/>
          <p:cNvSpPr/>
          <p:nvPr/>
        </p:nvSpPr>
        <p:spPr>
          <a:xfrm>
            <a:off x="5697220" y="1579879"/>
            <a:ext cx="0" cy="144780"/>
          </a:xfrm>
          <a:custGeom>
            <a:avLst/>
            <a:gdLst/>
            <a:ahLst/>
            <a:cxnLst/>
            <a:rect l="l" t="t" r="r" b="b"/>
            <a:pathLst>
              <a:path w="0" h="144780">
                <a:moveTo>
                  <a:pt x="0" y="144780"/>
                </a:moveTo>
                <a:lnTo>
                  <a:pt x="0" y="0"/>
                </a:lnTo>
              </a:path>
            </a:pathLst>
          </a:custGeom>
          <a:ln w="1270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70" name="object 270"/>
          <p:cNvSpPr/>
          <p:nvPr/>
        </p:nvSpPr>
        <p:spPr>
          <a:xfrm>
            <a:off x="5697220" y="1734820"/>
            <a:ext cx="0" cy="147319"/>
          </a:xfrm>
          <a:custGeom>
            <a:avLst/>
            <a:gdLst/>
            <a:ahLst/>
            <a:cxnLst/>
            <a:rect l="l" t="t" r="r" b="b"/>
            <a:pathLst>
              <a:path w="0" h="147319">
                <a:moveTo>
                  <a:pt x="0" y="147319"/>
                </a:moveTo>
                <a:lnTo>
                  <a:pt x="0" y="0"/>
                </a:lnTo>
              </a:path>
            </a:pathLst>
          </a:custGeom>
          <a:ln w="1270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71" name="object 271"/>
          <p:cNvSpPr/>
          <p:nvPr/>
        </p:nvSpPr>
        <p:spPr>
          <a:xfrm>
            <a:off x="5697220" y="1889760"/>
            <a:ext cx="0" cy="147319"/>
          </a:xfrm>
          <a:custGeom>
            <a:avLst/>
            <a:gdLst/>
            <a:ahLst/>
            <a:cxnLst/>
            <a:rect l="l" t="t" r="r" b="b"/>
            <a:pathLst>
              <a:path w="0" h="147319">
                <a:moveTo>
                  <a:pt x="0" y="147319"/>
                </a:moveTo>
                <a:lnTo>
                  <a:pt x="0" y="0"/>
                </a:lnTo>
              </a:path>
            </a:pathLst>
          </a:custGeom>
          <a:ln w="1270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72" name="object 272"/>
          <p:cNvSpPr/>
          <p:nvPr/>
        </p:nvSpPr>
        <p:spPr>
          <a:xfrm>
            <a:off x="5849620" y="1501139"/>
            <a:ext cx="0" cy="147320"/>
          </a:xfrm>
          <a:custGeom>
            <a:avLst/>
            <a:gdLst/>
            <a:ahLst/>
            <a:cxnLst/>
            <a:rect l="l" t="t" r="r" b="b"/>
            <a:pathLst>
              <a:path w="0" h="147320">
                <a:moveTo>
                  <a:pt x="0" y="147320"/>
                </a:moveTo>
                <a:lnTo>
                  <a:pt x="0" y="0"/>
                </a:lnTo>
              </a:path>
            </a:pathLst>
          </a:custGeom>
          <a:ln w="1270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73" name="object 273"/>
          <p:cNvSpPr/>
          <p:nvPr/>
        </p:nvSpPr>
        <p:spPr>
          <a:xfrm>
            <a:off x="5849620" y="1734820"/>
            <a:ext cx="0" cy="147319"/>
          </a:xfrm>
          <a:custGeom>
            <a:avLst/>
            <a:gdLst/>
            <a:ahLst/>
            <a:cxnLst/>
            <a:rect l="l" t="t" r="r" b="b"/>
            <a:pathLst>
              <a:path w="0" h="147319">
                <a:moveTo>
                  <a:pt x="0" y="147319"/>
                </a:moveTo>
                <a:lnTo>
                  <a:pt x="0" y="0"/>
                </a:lnTo>
              </a:path>
            </a:pathLst>
          </a:custGeom>
          <a:ln w="1270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74" name="object 274"/>
          <p:cNvSpPr/>
          <p:nvPr/>
        </p:nvSpPr>
        <p:spPr>
          <a:xfrm>
            <a:off x="5622618" y="1665280"/>
            <a:ext cx="16181" cy="26070"/>
          </a:xfrm>
          <a:custGeom>
            <a:avLst/>
            <a:gdLst/>
            <a:ahLst/>
            <a:cxnLst/>
            <a:rect l="l" t="t" r="r" b="b"/>
            <a:pathLst>
              <a:path w="16181" h="26070">
                <a:moveTo>
                  <a:pt x="10743" y="463"/>
                </a:moveTo>
                <a:lnTo>
                  <a:pt x="16181" y="23775"/>
                </a:lnTo>
                <a:lnTo>
                  <a:pt x="0" y="26070"/>
                </a:lnTo>
                <a:lnTo>
                  <a:pt x="4158" y="0"/>
                </a:lnTo>
              </a:path>
            </a:pathLst>
          </a:custGeom>
          <a:ln w="92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75" name="object 275"/>
          <p:cNvSpPr/>
          <p:nvPr/>
        </p:nvSpPr>
        <p:spPr>
          <a:xfrm>
            <a:off x="5612177" y="1659784"/>
            <a:ext cx="45361" cy="9200"/>
          </a:xfrm>
          <a:custGeom>
            <a:avLst/>
            <a:gdLst/>
            <a:ahLst/>
            <a:cxnLst/>
            <a:rect l="l" t="t" r="r" b="b"/>
            <a:pathLst>
              <a:path w="45361" h="9200">
                <a:moveTo>
                  <a:pt x="45361" y="4751"/>
                </a:moveTo>
                <a:lnTo>
                  <a:pt x="21467" y="0"/>
                </a:lnTo>
                <a:lnTo>
                  <a:pt x="0" y="2315"/>
                </a:lnTo>
                <a:lnTo>
                  <a:pt x="16744" y="9200"/>
                </a:lnTo>
                <a:lnTo>
                  <a:pt x="45361" y="475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76" name="object 276"/>
          <p:cNvSpPr/>
          <p:nvPr/>
        </p:nvSpPr>
        <p:spPr>
          <a:xfrm>
            <a:off x="5612177" y="1659784"/>
            <a:ext cx="45361" cy="9200"/>
          </a:xfrm>
          <a:custGeom>
            <a:avLst/>
            <a:gdLst/>
            <a:ahLst/>
            <a:cxnLst/>
            <a:rect l="l" t="t" r="r" b="b"/>
            <a:pathLst>
              <a:path w="45361" h="9200">
                <a:moveTo>
                  <a:pt x="45361" y="4751"/>
                </a:moveTo>
                <a:lnTo>
                  <a:pt x="16744" y="9200"/>
                </a:lnTo>
                <a:lnTo>
                  <a:pt x="0" y="2315"/>
                </a:lnTo>
                <a:lnTo>
                  <a:pt x="21467" y="0"/>
                </a:lnTo>
                <a:lnTo>
                  <a:pt x="45361" y="4751"/>
                </a:lnTo>
                <a:close/>
              </a:path>
            </a:pathLst>
          </a:custGeom>
          <a:ln w="32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77" name="object 277"/>
          <p:cNvSpPr/>
          <p:nvPr/>
        </p:nvSpPr>
        <p:spPr>
          <a:xfrm>
            <a:off x="5628921" y="1664555"/>
            <a:ext cx="28504" cy="5959"/>
          </a:xfrm>
          <a:custGeom>
            <a:avLst/>
            <a:gdLst/>
            <a:ahLst/>
            <a:cxnLst/>
            <a:rect l="l" t="t" r="r" b="b"/>
            <a:pathLst>
              <a:path w="28504" h="5959">
                <a:moveTo>
                  <a:pt x="28504" y="1550"/>
                </a:moveTo>
                <a:lnTo>
                  <a:pt x="28504" y="0"/>
                </a:lnTo>
                <a:lnTo>
                  <a:pt x="0" y="4429"/>
                </a:lnTo>
                <a:lnTo>
                  <a:pt x="0" y="5959"/>
                </a:lnTo>
                <a:lnTo>
                  <a:pt x="28504" y="1550"/>
                </a:lnTo>
                <a:close/>
              </a:path>
            </a:pathLst>
          </a:custGeom>
          <a:solidFill>
            <a:srgbClr val="DFDFD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78" name="object 278"/>
          <p:cNvSpPr/>
          <p:nvPr/>
        </p:nvSpPr>
        <p:spPr>
          <a:xfrm>
            <a:off x="5628921" y="1664555"/>
            <a:ext cx="28504" cy="5959"/>
          </a:xfrm>
          <a:custGeom>
            <a:avLst/>
            <a:gdLst/>
            <a:ahLst/>
            <a:cxnLst/>
            <a:rect l="l" t="t" r="r" b="b"/>
            <a:pathLst>
              <a:path w="28504" h="5959">
                <a:moveTo>
                  <a:pt x="28504" y="1550"/>
                </a:moveTo>
                <a:lnTo>
                  <a:pt x="0" y="5959"/>
                </a:lnTo>
                <a:lnTo>
                  <a:pt x="0" y="4429"/>
                </a:lnTo>
                <a:lnTo>
                  <a:pt x="28504" y="0"/>
                </a:lnTo>
                <a:lnTo>
                  <a:pt x="28504" y="1550"/>
                </a:lnTo>
                <a:close/>
              </a:path>
            </a:pathLst>
          </a:custGeom>
          <a:ln w="32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79" name="object 279"/>
          <p:cNvSpPr/>
          <p:nvPr/>
        </p:nvSpPr>
        <p:spPr>
          <a:xfrm>
            <a:off x="5612177" y="1662099"/>
            <a:ext cx="16744" cy="8415"/>
          </a:xfrm>
          <a:custGeom>
            <a:avLst/>
            <a:gdLst/>
            <a:ahLst/>
            <a:cxnLst/>
            <a:rect l="l" t="t" r="r" b="b"/>
            <a:pathLst>
              <a:path w="16744" h="8415">
                <a:moveTo>
                  <a:pt x="16744" y="6885"/>
                </a:moveTo>
                <a:lnTo>
                  <a:pt x="0" y="0"/>
                </a:lnTo>
                <a:lnTo>
                  <a:pt x="0" y="1066"/>
                </a:lnTo>
                <a:lnTo>
                  <a:pt x="16744" y="8415"/>
                </a:lnTo>
                <a:lnTo>
                  <a:pt x="16744" y="6885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80" name="object 280"/>
          <p:cNvSpPr/>
          <p:nvPr/>
        </p:nvSpPr>
        <p:spPr>
          <a:xfrm>
            <a:off x="5612177" y="1662099"/>
            <a:ext cx="16744" cy="8415"/>
          </a:xfrm>
          <a:custGeom>
            <a:avLst/>
            <a:gdLst/>
            <a:ahLst/>
            <a:cxnLst/>
            <a:rect l="l" t="t" r="r" b="b"/>
            <a:pathLst>
              <a:path w="16744" h="8415">
                <a:moveTo>
                  <a:pt x="16744" y="6885"/>
                </a:moveTo>
                <a:lnTo>
                  <a:pt x="16744" y="8415"/>
                </a:lnTo>
                <a:lnTo>
                  <a:pt x="0" y="1066"/>
                </a:lnTo>
                <a:lnTo>
                  <a:pt x="0" y="0"/>
                </a:lnTo>
                <a:lnTo>
                  <a:pt x="16744" y="6885"/>
                </a:lnTo>
                <a:close/>
              </a:path>
            </a:pathLst>
          </a:custGeom>
          <a:ln w="31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81" name="object 281"/>
          <p:cNvSpPr/>
          <p:nvPr/>
        </p:nvSpPr>
        <p:spPr>
          <a:xfrm>
            <a:off x="5638366" y="1667273"/>
            <a:ext cx="19698" cy="33418"/>
          </a:xfrm>
          <a:custGeom>
            <a:avLst/>
            <a:gdLst/>
            <a:ahLst/>
            <a:cxnLst/>
            <a:rect l="l" t="t" r="r" b="b"/>
            <a:pathLst>
              <a:path w="19698" h="33418">
                <a:moveTo>
                  <a:pt x="10874" y="0"/>
                </a:moveTo>
                <a:lnTo>
                  <a:pt x="19698" y="30842"/>
                </a:lnTo>
                <a:lnTo>
                  <a:pt x="0" y="33418"/>
                </a:lnTo>
                <a:lnTo>
                  <a:pt x="3141" y="623"/>
                </a:lnTo>
              </a:path>
            </a:pathLst>
          </a:custGeom>
          <a:ln w="91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82" name="object 282"/>
          <p:cNvSpPr/>
          <p:nvPr/>
        </p:nvSpPr>
        <p:spPr>
          <a:xfrm>
            <a:off x="5625854" y="1656361"/>
            <a:ext cx="13998" cy="9341"/>
          </a:xfrm>
          <a:custGeom>
            <a:avLst/>
            <a:gdLst/>
            <a:ahLst/>
            <a:cxnLst/>
            <a:rect l="l" t="t" r="r" b="b"/>
            <a:pathLst>
              <a:path w="13998" h="9341">
                <a:moveTo>
                  <a:pt x="13998" y="2859"/>
                </a:moveTo>
                <a:lnTo>
                  <a:pt x="0" y="0"/>
                </a:lnTo>
                <a:lnTo>
                  <a:pt x="0" y="4550"/>
                </a:lnTo>
                <a:lnTo>
                  <a:pt x="13998" y="9341"/>
                </a:lnTo>
                <a:lnTo>
                  <a:pt x="13998" y="2859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83" name="object 283"/>
          <p:cNvSpPr/>
          <p:nvPr/>
        </p:nvSpPr>
        <p:spPr>
          <a:xfrm>
            <a:off x="5625854" y="1656361"/>
            <a:ext cx="13998" cy="9341"/>
          </a:xfrm>
          <a:custGeom>
            <a:avLst/>
            <a:gdLst/>
            <a:ahLst/>
            <a:cxnLst/>
            <a:rect l="l" t="t" r="r" b="b"/>
            <a:pathLst>
              <a:path w="13998" h="9341">
                <a:moveTo>
                  <a:pt x="13998" y="2859"/>
                </a:moveTo>
                <a:lnTo>
                  <a:pt x="13998" y="9341"/>
                </a:lnTo>
                <a:lnTo>
                  <a:pt x="0" y="4550"/>
                </a:lnTo>
                <a:lnTo>
                  <a:pt x="0" y="0"/>
                </a:lnTo>
                <a:lnTo>
                  <a:pt x="13998" y="2859"/>
                </a:lnTo>
                <a:close/>
              </a:path>
            </a:pathLst>
          </a:custGeom>
          <a:ln w="31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84" name="object 284"/>
          <p:cNvSpPr/>
          <p:nvPr/>
        </p:nvSpPr>
        <p:spPr>
          <a:xfrm>
            <a:off x="5639852" y="1658576"/>
            <a:ext cx="10404" cy="7126"/>
          </a:xfrm>
          <a:custGeom>
            <a:avLst/>
            <a:gdLst/>
            <a:ahLst/>
            <a:cxnLst/>
            <a:rect l="l" t="t" r="r" b="b"/>
            <a:pathLst>
              <a:path w="10404" h="7126">
                <a:moveTo>
                  <a:pt x="10404" y="5516"/>
                </a:moveTo>
                <a:lnTo>
                  <a:pt x="10404" y="0"/>
                </a:lnTo>
                <a:lnTo>
                  <a:pt x="0" y="644"/>
                </a:lnTo>
                <a:lnTo>
                  <a:pt x="0" y="7126"/>
                </a:lnTo>
                <a:lnTo>
                  <a:pt x="10404" y="5516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85" name="object 285"/>
          <p:cNvSpPr/>
          <p:nvPr/>
        </p:nvSpPr>
        <p:spPr>
          <a:xfrm>
            <a:off x="5639852" y="1658576"/>
            <a:ext cx="10404" cy="7126"/>
          </a:xfrm>
          <a:custGeom>
            <a:avLst/>
            <a:gdLst/>
            <a:ahLst/>
            <a:cxnLst/>
            <a:rect l="l" t="t" r="r" b="b"/>
            <a:pathLst>
              <a:path w="10404" h="7126">
                <a:moveTo>
                  <a:pt x="10404" y="5516"/>
                </a:moveTo>
                <a:lnTo>
                  <a:pt x="0" y="7126"/>
                </a:lnTo>
                <a:lnTo>
                  <a:pt x="0" y="644"/>
                </a:lnTo>
                <a:lnTo>
                  <a:pt x="10404" y="0"/>
                </a:lnTo>
                <a:lnTo>
                  <a:pt x="10404" y="5516"/>
                </a:lnTo>
                <a:close/>
              </a:path>
            </a:pathLst>
          </a:custGeom>
          <a:ln w="31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86" name="object 286"/>
          <p:cNvSpPr/>
          <p:nvPr/>
        </p:nvSpPr>
        <p:spPr>
          <a:xfrm>
            <a:off x="5625854" y="1656361"/>
            <a:ext cx="24402" cy="2859"/>
          </a:xfrm>
          <a:custGeom>
            <a:avLst/>
            <a:gdLst/>
            <a:ahLst/>
            <a:cxnLst/>
            <a:rect l="l" t="t" r="r" b="b"/>
            <a:pathLst>
              <a:path w="24402" h="2859">
                <a:moveTo>
                  <a:pt x="24402" y="2214"/>
                </a:moveTo>
                <a:lnTo>
                  <a:pt x="10216" y="0"/>
                </a:lnTo>
                <a:lnTo>
                  <a:pt x="0" y="0"/>
                </a:lnTo>
                <a:lnTo>
                  <a:pt x="13885" y="2859"/>
                </a:lnTo>
                <a:lnTo>
                  <a:pt x="24402" y="2214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87" name="object 287"/>
          <p:cNvSpPr/>
          <p:nvPr/>
        </p:nvSpPr>
        <p:spPr>
          <a:xfrm>
            <a:off x="5625854" y="1656361"/>
            <a:ext cx="24402" cy="2859"/>
          </a:xfrm>
          <a:custGeom>
            <a:avLst/>
            <a:gdLst/>
            <a:ahLst/>
            <a:cxnLst/>
            <a:rect l="l" t="t" r="r" b="b"/>
            <a:pathLst>
              <a:path w="24402" h="2859">
                <a:moveTo>
                  <a:pt x="24402" y="2214"/>
                </a:moveTo>
                <a:lnTo>
                  <a:pt x="13885" y="2859"/>
                </a:lnTo>
                <a:lnTo>
                  <a:pt x="0" y="0"/>
                </a:lnTo>
                <a:lnTo>
                  <a:pt x="10216" y="0"/>
                </a:lnTo>
                <a:lnTo>
                  <a:pt x="24402" y="2214"/>
                </a:lnTo>
                <a:close/>
              </a:path>
            </a:pathLst>
          </a:custGeom>
          <a:ln w="32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88" name="object 288"/>
          <p:cNvSpPr/>
          <p:nvPr/>
        </p:nvSpPr>
        <p:spPr>
          <a:xfrm>
            <a:off x="5633455" y="1655596"/>
            <a:ext cx="8861" cy="2657"/>
          </a:xfrm>
          <a:custGeom>
            <a:avLst/>
            <a:gdLst/>
            <a:ahLst/>
            <a:cxnLst/>
            <a:rect l="l" t="t" r="r" b="b"/>
            <a:pathLst>
              <a:path w="8861" h="2657">
                <a:moveTo>
                  <a:pt x="8861" y="1509"/>
                </a:moveTo>
                <a:lnTo>
                  <a:pt x="0" y="0"/>
                </a:lnTo>
                <a:lnTo>
                  <a:pt x="0" y="1711"/>
                </a:lnTo>
                <a:lnTo>
                  <a:pt x="4722" y="2657"/>
                </a:lnTo>
                <a:lnTo>
                  <a:pt x="8861" y="2375"/>
                </a:lnTo>
                <a:lnTo>
                  <a:pt x="8861" y="1509"/>
                </a:lnTo>
                <a:close/>
              </a:path>
            </a:pathLst>
          </a:custGeom>
          <a:solidFill>
            <a:srgbClr val="5F5F5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89" name="object 289"/>
          <p:cNvSpPr/>
          <p:nvPr/>
        </p:nvSpPr>
        <p:spPr>
          <a:xfrm>
            <a:off x="5633455" y="1655596"/>
            <a:ext cx="8861" cy="2657"/>
          </a:xfrm>
          <a:custGeom>
            <a:avLst/>
            <a:gdLst/>
            <a:ahLst/>
            <a:cxnLst/>
            <a:rect l="l" t="t" r="r" b="b"/>
            <a:pathLst>
              <a:path w="8861" h="2657">
                <a:moveTo>
                  <a:pt x="8861" y="1509"/>
                </a:moveTo>
                <a:lnTo>
                  <a:pt x="8861" y="2375"/>
                </a:lnTo>
                <a:lnTo>
                  <a:pt x="4722" y="2657"/>
                </a:lnTo>
                <a:lnTo>
                  <a:pt x="0" y="1711"/>
                </a:lnTo>
                <a:lnTo>
                  <a:pt x="0" y="0"/>
                </a:lnTo>
                <a:lnTo>
                  <a:pt x="8861" y="1509"/>
                </a:lnTo>
                <a:close/>
              </a:path>
            </a:pathLst>
          </a:custGeom>
          <a:ln w="32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90" name="object 290"/>
          <p:cNvSpPr/>
          <p:nvPr/>
        </p:nvSpPr>
        <p:spPr>
          <a:xfrm>
            <a:off x="5628639" y="1644262"/>
            <a:ext cx="11307" cy="13065"/>
          </a:xfrm>
          <a:custGeom>
            <a:avLst/>
            <a:gdLst/>
            <a:ahLst/>
            <a:cxnLst/>
            <a:rect l="l" t="t" r="r" b="b"/>
            <a:pathLst>
              <a:path w="11307" h="13065">
                <a:moveTo>
                  <a:pt x="11307" y="423"/>
                </a:moveTo>
                <a:lnTo>
                  <a:pt x="1561" y="0"/>
                </a:lnTo>
                <a:lnTo>
                  <a:pt x="0" y="11254"/>
                </a:lnTo>
                <a:lnTo>
                  <a:pt x="9708" y="13065"/>
                </a:lnTo>
                <a:lnTo>
                  <a:pt x="11083" y="2193"/>
                </a:lnTo>
                <a:lnTo>
                  <a:pt x="11307" y="423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91" name="object 291"/>
          <p:cNvSpPr/>
          <p:nvPr/>
        </p:nvSpPr>
        <p:spPr>
          <a:xfrm>
            <a:off x="5628639" y="1644262"/>
            <a:ext cx="11307" cy="13065"/>
          </a:xfrm>
          <a:custGeom>
            <a:avLst/>
            <a:gdLst/>
            <a:ahLst/>
            <a:cxnLst/>
            <a:rect l="l" t="t" r="r" b="b"/>
            <a:pathLst>
              <a:path w="11307" h="13065">
                <a:moveTo>
                  <a:pt x="11307" y="423"/>
                </a:moveTo>
                <a:lnTo>
                  <a:pt x="11083" y="2193"/>
                </a:lnTo>
                <a:lnTo>
                  <a:pt x="9708" y="13065"/>
                </a:lnTo>
                <a:lnTo>
                  <a:pt x="0" y="11254"/>
                </a:lnTo>
                <a:lnTo>
                  <a:pt x="1561" y="0"/>
                </a:lnTo>
                <a:lnTo>
                  <a:pt x="11307" y="423"/>
                </a:lnTo>
                <a:close/>
              </a:path>
            </a:pathLst>
          </a:custGeom>
          <a:ln w="31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92" name="object 292"/>
          <p:cNvSpPr/>
          <p:nvPr/>
        </p:nvSpPr>
        <p:spPr>
          <a:xfrm>
            <a:off x="5638347" y="1644665"/>
            <a:ext cx="10028" cy="12984"/>
          </a:xfrm>
          <a:custGeom>
            <a:avLst/>
            <a:gdLst/>
            <a:ahLst/>
            <a:cxnLst/>
            <a:rect l="l" t="t" r="r" b="b"/>
            <a:pathLst>
              <a:path w="10028" h="12984">
                <a:moveTo>
                  <a:pt x="10028" y="2878"/>
                </a:moveTo>
                <a:lnTo>
                  <a:pt x="1599" y="0"/>
                </a:lnTo>
                <a:lnTo>
                  <a:pt x="1361" y="1884"/>
                </a:lnTo>
                <a:lnTo>
                  <a:pt x="0" y="12662"/>
                </a:lnTo>
                <a:lnTo>
                  <a:pt x="8843" y="12984"/>
                </a:lnTo>
                <a:lnTo>
                  <a:pt x="9575" y="6740"/>
                </a:lnTo>
                <a:lnTo>
                  <a:pt x="10028" y="2878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93" name="object 293"/>
          <p:cNvSpPr/>
          <p:nvPr/>
        </p:nvSpPr>
        <p:spPr>
          <a:xfrm>
            <a:off x="5638347" y="1644665"/>
            <a:ext cx="10028" cy="12984"/>
          </a:xfrm>
          <a:custGeom>
            <a:avLst/>
            <a:gdLst/>
            <a:ahLst/>
            <a:cxnLst/>
            <a:rect l="l" t="t" r="r" b="b"/>
            <a:pathLst>
              <a:path w="10028" h="12984">
                <a:moveTo>
                  <a:pt x="10028" y="2878"/>
                </a:moveTo>
                <a:lnTo>
                  <a:pt x="9575" y="6740"/>
                </a:lnTo>
                <a:lnTo>
                  <a:pt x="8843" y="12984"/>
                </a:lnTo>
                <a:lnTo>
                  <a:pt x="0" y="12662"/>
                </a:lnTo>
                <a:lnTo>
                  <a:pt x="1361" y="1884"/>
                </a:lnTo>
                <a:lnTo>
                  <a:pt x="1599" y="0"/>
                </a:lnTo>
                <a:lnTo>
                  <a:pt x="10028" y="2878"/>
                </a:lnTo>
                <a:close/>
              </a:path>
            </a:pathLst>
          </a:custGeom>
          <a:ln w="30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94" name="object 294"/>
          <p:cNvSpPr/>
          <p:nvPr/>
        </p:nvSpPr>
        <p:spPr>
          <a:xfrm>
            <a:off x="5629918" y="1645550"/>
            <a:ext cx="8127" cy="9824"/>
          </a:xfrm>
          <a:custGeom>
            <a:avLst/>
            <a:gdLst/>
            <a:ahLst/>
            <a:cxnLst/>
            <a:rect l="l" t="t" r="r" b="b"/>
            <a:pathLst>
              <a:path w="8127" h="9824">
                <a:moveTo>
                  <a:pt x="8127" y="442"/>
                </a:moveTo>
                <a:lnTo>
                  <a:pt x="1204" y="0"/>
                </a:lnTo>
                <a:lnTo>
                  <a:pt x="932" y="1966"/>
                </a:lnTo>
                <a:lnTo>
                  <a:pt x="0" y="8717"/>
                </a:lnTo>
                <a:lnTo>
                  <a:pt x="6980" y="9824"/>
                </a:lnTo>
                <a:lnTo>
                  <a:pt x="7374" y="6604"/>
                </a:lnTo>
                <a:lnTo>
                  <a:pt x="8127" y="442"/>
                </a:lnTo>
                <a:close/>
              </a:path>
            </a:pathLst>
          </a:custGeom>
          <a:solidFill>
            <a:srgbClr val="00C0C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95" name="object 295"/>
          <p:cNvSpPr/>
          <p:nvPr/>
        </p:nvSpPr>
        <p:spPr>
          <a:xfrm>
            <a:off x="5629918" y="1645550"/>
            <a:ext cx="8127" cy="9824"/>
          </a:xfrm>
          <a:custGeom>
            <a:avLst/>
            <a:gdLst/>
            <a:ahLst/>
            <a:cxnLst/>
            <a:rect l="l" t="t" r="r" b="b"/>
            <a:pathLst>
              <a:path w="8127" h="9824">
                <a:moveTo>
                  <a:pt x="8127" y="442"/>
                </a:moveTo>
                <a:lnTo>
                  <a:pt x="7374" y="6604"/>
                </a:lnTo>
                <a:lnTo>
                  <a:pt x="6980" y="9824"/>
                </a:lnTo>
                <a:lnTo>
                  <a:pt x="0" y="8717"/>
                </a:lnTo>
                <a:lnTo>
                  <a:pt x="932" y="1966"/>
                </a:lnTo>
                <a:lnTo>
                  <a:pt x="1204" y="0"/>
                </a:lnTo>
                <a:lnTo>
                  <a:pt x="8127" y="442"/>
                </a:lnTo>
                <a:close/>
              </a:path>
            </a:pathLst>
          </a:custGeom>
          <a:ln w="30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96" name="object 296"/>
          <p:cNvSpPr/>
          <p:nvPr/>
        </p:nvSpPr>
        <p:spPr>
          <a:xfrm>
            <a:off x="5626852" y="1657348"/>
            <a:ext cx="7958" cy="6100"/>
          </a:xfrm>
          <a:custGeom>
            <a:avLst/>
            <a:gdLst/>
            <a:ahLst/>
            <a:cxnLst/>
            <a:rect l="l" t="t" r="r" b="b"/>
            <a:pathLst>
              <a:path w="7958" h="6100">
                <a:moveTo>
                  <a:pt x="7958" y="1832"/>
                </a:moveTo>
                <a:lnTo>
                  <a:pt x="0" y="0"/>
                </a:lnTo>
                <a:lnTo>
                  <a:pt x="0" y="3442"/>
                </a:lnTo>
                <a:lnTo>
                  <a:pt x="7958" y="6100"/>
                </a:lnTo>
                <a:lnTo>
                  <a:pt x="7958" y="1832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97" name="object 297"/>
          <p:cNvSpPr/>
          <p:nvPr/>
        </p:nvSpPr>
        <p:spPr>
          <a:xfrm>
            <a:off x="5626852" y="1657348"/>
            <a:ext cx="7958" cy="6100"/>
          </a:xfrm>
          <a:custGeom>
            <a:avLst/>
            <a:gdLst/>
            <a:ahLst/>
            <a:cxnLst/>
            <a:rect l="l" t="t" r="r" b="b"/>
            <a:pathLst>
              <a:path w="7958" h="6100">
                <a:moveTo>
                  <a:pt x="7958" y="1832"/>
                </a:moveTo>
                <a:lnTo>
                  <a:pt x="7958" y="6100"/>
                </a:lnTo>
                <a:lnTo>
                  <a:pt x="0" y="3442"/>
                </a:lnTo>
                <a:lnTo>
                  <a:pt x="0" y="0"/>
                </a:lnTo>
                <a:lnTo>
                  <a:pt x="7958" y="1832"/>
                </a:lnTo>
                <a:close/>
              </a:path>
            </a:pathLst>
          </a:custGeom>
          <a:ln w="3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98" name="object 298"/>
          <p:cNvSpPr/>
          <p:nvPr/>
        </p:nvSpPr>
        <p:spPr>
          <a:xfrm>
            <a:off x="5627548" y="1658797"/>
            <a:ext cx="2164" cy="584"/>
          </a:xfrm>
          <a:custGeom>
            <a:avLst/>
            <a:gdLst/>
            <a:ahLst/>
            <a:cxnLst/>
            <a:rect l="l" t="t" r="r" b="b"/>
            <a:pathLst>
              <a:path w="2164" h="584">
                <a:moveTo>
                  <a:pt x="2164" y="584"/>
                </a:moveTo>
                <a:lnTo>
                  <a:pt x="0" y="0"/>
                </a:lnTo>
              </a:path>
            </a:pathLst>
          </a:custGeom>
          <a:ln w="32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99" name="object 299"/>
          <p:cNvSpPr/>
          <p:nvPr/>
        </p:nvSpPr>
        <p:spPr>
          <a:xfrm>
            <a:off x="5630746" y="1659663"/>
            <a:ext cx="2840" cy="722"/>
          </a:xfrm>
          <a:custGeom>
            <a:avLst/>
            <a:gdLst/>
            <a:ahLst/>
            <a:cxnLst/>
            <a:rect l="l" t="t" r="r" b="b"/>
            <a:pathLst>
              <a:path w="2840" h="722">
                <a:moveTo>
                  <a:pt x="2840" y="722"/>
                </a:moveTo>
                <a:lnTo>
                  <a:pt x="0" y="0"/>
                </a:lnTo>
              </a:path>
            </a:pathLst>
          </a:custGeom>
          <a:ln w="32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00" name="object 300"/>
          <p:cNvSpPr/>
          <p:nvPr/>
        </p:nvSpPr>
        <p:spPr>
          <a:xfrm>
            <a:off x="5630201" y="1658112"/>
            <a:ext cx="0" cy="3986"/>
          </a:xfrm>
          <a:custGeom>
            <a:avLst/>
            <a:gdLst/>
            <a:ahLst/>
            <a:cxnLst/>
            <a:rect l="l" t="t" r="r" b="b"/>
            <a:pathLst>
              <a:path w="0" h="3986">
                <a:moveTo>
                  <a:pt x="0" y="3986"/>
                </a:moveTo>
                <a:lnTo>
                  <a:pt x="0" y="0"/>
                </a:lnTo>
              </a:path>
            </a:pathLst>
          </a:custGeom>
          <a:ln w="15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01" name="object 301"/>
          <p:cNvSpPr/>
          <p:nvPr/>
        </p:nvSpPr>
        <p:spPr>
          <a:xfrm>
            <a:off x="5634020" y="1659019"/>
            <a:ext cx="0" cy="4348"/>
          </a:xfrm>
          <a:custGeom>
            <a:avLst/>
            <a:gdLst/>
            <a:ahLst/>
            <a:cxnLst/>
            <a:rect l="l" t="t" r="r" b="b"/>
            <a:pathLst>
              <a:path w="0" h="4348">
                <a:moveTo>
                  <a:pt x="0" y="4348"/>
                </a:moveTo>
                <a:lnTo>
                  <a:pt x="0" y="0"/>
                </a:lnTo>
              </a:path>
            </a:pathLst>
          </a:custGeom>
          <a:ln w="15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02" name="object 302"/>
          <p:cNvSpPr/>
          <p:nvPr/>
        </p:nvSpPr>
        <p:spPr>
          <a:xfrm>
            <a:off x="5626889" y="1658938"/>
            <a:ext cx="7281" cy="2035"/>
          </a:xfrm>
          <a:custGeom>
            <a:avLst/>
            <a:gdLst/>
            <a:ahLst/>
            <a:cxnLst/>
            <a:rect l="l" t="t" r="r" b="b"/>
            <a:pathLst>
              <a:path w="7281" h="2035">
                <a:moveTo>
                  <a:pt x="7281" y="2035"/>
                </a:moveTo>
                <a:lnTo>
                  <a:pt x="0" y="0"/>
                </a:lnTo>
              </a:path>
            </a:pathLst>
          </a:custGeom>
          <a:ln w="16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03" name="object 303"/>
          <p:cNvSpPr/>
          <p:nvPr/>
        </p:nvSpPr>
        <p:spPr>
          <a:xfrm>
            <a:off x="5626852" y="1658274"/>
            <a:ext cx="7319" cy="1870"/>
          </a:xfrm>
          <a:custGeom>
            <a:avLst/>
            <a:gdLst/>
            <a:ahLst/>
            <a:cxnLst/>
            <a:rect l="l" t="t" r="r" b="b"/>
            <a:pathLst>
              <a:path w="7319" h="1870">
                <a:moveTo>
                  <a:pt x="7319" y="1870"/>
                </a:moveTo>
                <a:lnTo>
                  <a:pt x="0" y="0"/>
                </a:lnTo>
              </a:path>
            </a:pathLst>
          </a:custGeom>
          <a:ln w="16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04" name="object 304"/>
          <p:cNvSpPr/>
          <p:nvPr/>
        </p:nvSpPr>
        <p:spPr>
          <a:xfrm>
            <a:off x="5635601" y="1663186"/>
            <a:ext cx="883" cy="2476"/>
          </a:xfrm>
          <a:custGeom>
            <a:avLst/>
            <a:gdLst/>
            <a:ahLst/>
            <a:cxnLst/>
            <a:rect l="l" t="t" r="r" b="b"/>
            <a:pathLst>
              <a:path w="883" h="2476">
                <a:moveTo>
                  <a:pt x="621" y="12"/>
                </a:moveTo>
                <a:lnTo>
                  <a:pt x="0" y="100"/>
                </a:lnTo>
                <a:lnTo>
                  <a:pt x="244" y="2476"/>
                </a:lnTo>
                <a:lnTo>
                  <a:pt x="883" y="2315"/>
                </a:lnTo>
                <a:lnTo>
                  <a:pt x="621" y="12"/>
                </a:lnTo>
                <a:close/>
              </a:path>
            </a:pathLst>
          </a:custGeom>
          <a:solidFill>
            <a:srgbClr val="5F5F5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05" name="object 305"/>
          <p:cNvSpPr/>
          <p:nvPr/>
        </p:nvSpPr>
        <p:spPr>
          <a:xfrm>
            <a:off x="5635601" y="1663186"/>
            <a:ext cx="883" cy="2476"/>
          </a:xfrm>
          <a:custGeom>
            <a:avLst/>
            <a:gdLst/>
            <a:ahLst/>
            <a:cxnLst/>
            <a:rect l="l" t="t" r="r" b="b"/>
            <a:pathLst>
              <a:path w="883" h="2476">
                <a:moveTo>
                  <a:pt x="621" y="12"/>
                </a:moveTo>
                <a:lnTo>
                  <a:pt x="883" y="2315"/>
                </a:lnTo>
                <a:lnTo>
                  <a:pt x="244" y="2476"/>
                </a:lnTo>
                <a:lnTo>
                  <a:pt x="0" y="100"/>
                </a:lnTo>
                <a:lnTo>
                  <a:pt x="620" y="0"/>
                </a:lnTo>
                <a:close/>
              </a:path>
            </a:pathLst>
          </a:custGeom>
          <a:ln w="30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06" name="object 306"/>
          <p:cNvSpPr/>
          <p:nvPr/>
        </p:nvSpPr>
        <p:spPr>
          <a:xfrm>
            <a:off x="5633399" y="1663508"/>
            <a:ext cx="2446" cy="2154"/>
          </a:xfrm>
          <a:custGeom>
            <a:avLst/>
            <a:gdLst/>
            <a:ahLst/>
            <a:cxnLst/>
            <a:rect l="l" t="t" r="r" b="b"/>
            <a:pathLst>
              <a:path w="2446" h="2154">
                <a:moveTo>
                  <a:pt x="1542" y="0"/>
                </a:moveTo>
                <a:lnTo>
                  <a:pt x="1825" y="1227"/>
                </a:lnTo>
                <a:lnTo>
                  <a:pt x="959" y="744"/>
                </a:lnTo>
                <a:lnTo>
                  <a:pt x="0" y="1066"/>
                </a:lnTo>
                <a:lnTo>
                  <a:pt x="2446" y="2154"/>
                </a:lnTo>
                <a:lnTo>
                  <a:pt x="2274" y="431"/>
                </a:lnTo>
                <a:lnTo>
                  <a:pt x="2239" y="80"/>
                </a:lnTo>
                <a:lnTo>
                  <a:pt x="1542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07" name="object 307"/>
          <p:cNvSpPr/>
          <p:nvPr/>
        </p:nvSpPr>
        <p:spPr>
          <a:xfrm>
            <a:off x="5633399" y="1663508"/>
            <a:ext cx="2446" cy="2154"/>
          </a:xfrm>
          <a:custGeom>
            <a:avLst/>
            <a:gdLst/>
            <a:ahLst/>
            <a:cxnLst/>
            <a:rect l="l" t="t" r="r" b="b"/>
            <a:pathLst>
              <a:path w="2446" h="2154">
                <a:moveTo>
                  <a:pt x="2239" y="80"/>
                </a:moveTo>
                <a:lnTo>
                  <a:pt x="2274" y="431"/>
                </a:lnTo>
                <a:lnTo>
                  <a:pt x="2446" y="2154"/>
                </a:lnTo>
                <a:lnTo>
                  <a:pt x="0" y="1066"/>
                </a:lnTo>
                <a:lnTo>
                  <a:pt x="959" y="744"/>
                </a:lnTo>
                <a:lnTo>
                  <a:pt x="1825" y="1227"/>
                </a:lnTo>
                <a:lnTo>
                  <a:pt x="1542" y="0"/>
                </a:lnTo>
                <a:lnTo>
                  <a:pt x="2239" y="80"/>
                </a:lnTo>
                <a:close/>
              </a:path>
            </a:pathLst>
          </a:custGeom>
          <a:ln w="3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08" name="object 308"/>
          <p:cNvSpPr/>
          <p:nvPr/>
        </p:nvSpPr>
        <p:spPr>
          <a:xfrm>
            <a:off x="5618705" y="1657489"/>
            <a:ext cx="18663" cy="9260"/>
          </a:xfrm>
          <a:custGeom>
            <a:avLst/>
            <a:gdLst/>
            <a:ahLst/>
            <a:cxnLst/>
            <a:rect l="l" t="t" r="r" b="b"/>
            <a:pathLst>
              <a:path w="18663" h="9260">
                <a:moveTo>
                  <a:pt x="18663" y="3925"/>
                </a:moveTo>
                <a:lnTo>
                  <a:pt x="7450" y="0"/>
                </a:lnTo>
                <a:lnTo>
                  <a:pt x="0" y="4046"/>
                </a:lnTo>
                <a:lnTo>
                  <a:pt x="9708" y="9260"/>
                </a:lnTo>
                <a:lnTo>
                  <a:pt x="18663" y="3925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09" name="object 309"/>
          <p:cNvSpPr/>
          <p:nvPr/>
        </p:nvSpPr>
        <p:spPr>
          <a:xfrm>
            <a:off x="5618705" y="1657489"/>
            <a:ext cx="18663" cy="9260"/>
          </a:xfrm>
          <a:custGeom>
            <a:avLst/>
            <a:gdLst/>
            <a:ahLst/>
            <a:cxnLst/>
            <a:rect l="l" t="t" r="r" b="b"/>
            <a:pathLst>
              <a:path w="18663" h="9260">
                <a:moveTo>
                  <a:pt x="18663" y="3925"/>
                </a:moveTo>
                <a:lnTo>
                  <a:pt x="9708" y="9260"/>
                </a:lnTo>
                <a:lnTo>
                  <a:pt x="0" y="4046"/>
                </a:lnTo>
                <a:lnTo>
                  <a:pt x="7450" y="0"/>
                </a:lnTo>
                <a:lnTo>
                  <a:pt x="18663" y="3925"/>
                </a:lnTo>
                <a:close/>
              </a:path>
            </a:pathLst>
          </a:custGeom>
          <a:ln w="31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10" name="object 310"/>
          <p:cNvSpPr/>
          <p:nvPr/>
        </p:nvSpPr>
        <p:spPr>
          <a:xfrm>
            <a:off x="5628376" y="1661374"/>
            <a:ext cx="9331" cy="6542"/>
          </a:xfrm>
          <a:custGeom>
            <a:avLst/>
            <a:gdLst/>
            <a:ahLst/>
            <a:cxnLst/>
            <a:rect l="l" t="t" r="r" b="b"/>
            <a:pathLst>
              <a:path w="9331" h="6542">
                <a:moveTo>
                  <a:pt x="9331" y="1047"/>
                </a:moveTo>
                <a:lnTo>
                  <a:pt x="9012" y="0"/>
                </a:lnTo>
                <a:lnTo>
                  <a:pt x="0" y="5415"/>
                </a:lnTo>
                <a:lnTo>
                  <a:pt x="263" y="6542"/>
                </a:lnTo>
                <a:lnTo>
                  <a:pt x="9331" y="1047"/>
                </a:lnTo>
                <a:close/>
              </a:path>
            </a:pathLst>
          </a:custGeom>
          <a:solidFill>
            <a:srgbClr val="5F5F5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11" name="object 311"/>
          <p:cNvSpPr/>
          <p:nvPr/>
        </p:nvSpPr>
        <p:spPr>
          <a:xfrm>
            <a:off x="5628376" y="1661374"/>
            <a:ext cx="9331" cy="6542"/>
          </a:xfrm>
          <a:custGeom>
            <a:avLst/>
            <a:gdLst/>
            <a:ahLst/>
            <a:cxnLst/>
            <a:rect l="l" t="t" r="r" b="b"/>
            <a:pathLst>
              <a:path w="9331" h="6542">
                <a:moveTo>
                  <a:pt x="9331" y="1047"/>
                </a:moveTo>
                <a:lnTo>
                  <a:pt x="263" y="6542"/>
                </a:lnTo>
                <a:lnTo>
                  <a:pt x="0" y="5415"/>
                </a:lnTo>
                <a:lnTo>
                  <a:pt x="9012" y="0"/>
                </a:lnTo>
                <a:lnTo>
                  <a:pt x="9331" y="1047"/>
                </a:lnTo>
                <a:close/>
              </a:path>
            </a:pathLst>
          </a:custGeom>
          <a:ln w="31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12" name="object 312"/>
          <p:cNvSpPr/>
          <p:nvPr/>
        </p:nvSpPr>
        <p:spPr>
          <a:xfrm>
            <a:off x="5618649" y="1661535"/>
            <a:ext cx="9990" cy="6422"/>
          </a:xfrm>
          <a:custGeom>
            <a:avLst/>
            <a:gdLst/>
            <a:ahLst/>
            <a:cxnLst/>
            <a:rect l="l" t="t" r="r" b="b"/>
            <a:pathLst>
              <a:path w="9990" h="6422">
                <a:moveTo>
                  <a:pt x="9689" y="5214"/>
                </a:moveTo>
                <a:lnTo>
                  <a:pt x="0" y="0"/>
                </a:lnTo>
                <a:lnTo>
                  <a:pt x="175" y="466"/>
                </a:lnTo>
                <a:lnTo>
                  <a:pt x="357" y="946"/>
                </a:lnTo>
                <a:lnTo>
                  <a:pt x="9990" y="6422"/>
                </a:lnTo>
                <a:lnTo>
                  <a:pt x="9689" y="5214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13" name="object 313"/>
          <p:cNvSpPr/>
          <p:nvPr/>
        </p:nvSpPr>
        <p:spPr>
          <a:xfrm>
            <a:off x="5618649" y="1661535"/>
            <a:ext cx="9990" cy="6422"/>
          </a:xfrm>
          <a:custGeom>
            <a:avLst/>
            <a:gdLst/>
            <a:ahLst/>
            <a:cxnLst/>
            <a:rect l="l" t="t" r="r" b="b"/>
            <a:pathLst>
              <a:path w="9990" h="6422">
                <a:moveTo>
                  <a:pt x="9689" y="5214"/>
                </a:moveTo>
                <a:lnTo>
                  <a:pt x="9990" y="6422"/>
                </a:lnTo>
                <a:lnTo>
                  <a:pt x="357" y="946"/>
                </a:lnTo>
                <a:lnTo>
                  <a:pt x="175" y="466"/>
                </a:lnTo>
                <a:lnTo>
                  <a:pt x="0" y="0"/>
                </a:lnTo>
                <a:lnTo>
                  <a:pt x="9689" y="5214"/>
                </a:lnTo>
                <a:close/>
              </a:path>
            </a:pathLst>
          </a:custGeom>
          <a:ln w="31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14" name="object 314"/>
          <p:cNvSpPr/>
          <p:nvPr/>
        </p:nvSpPr>
        <p:spPr>
          <a:xfrm>
            <a:off x="5626212" y="1661858"/>
            <a:ext cx="7487" cy="4066"/>
          </a:xfrm>
          <a:custGeom>
            <a:avLst/>
            <a:gdLst/>
            <a:ahLst/>
            <a:cxnLst/>
            <a:rect l="l" t="t" r="r" b="b"/>
            <a:pathLst>
              <a:path w="7487" h="4066">
                <a:moveTo>
                  <a:pt x="7487" y="1046"/>
                </a:moveTo>
                <a:lnTo>
                  <a:pt x="4891" y="0"/>
                </a:lnTo>
                <a:lnTo>
                  <a:pt x="0" y="2838"/>
                </a:lnTo>
                <a:lnTo>
                  <a:pt x="2483" y="4066"/>
                </a:lnTo>
                <a:lnTo>
                  <a:pt x="7487" y="1046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15" name="object 315"/>
          <p:cNvSpPr/>
          <p:nvPr/>
        </p:nvSpPr>
        <p:spPr>
          <a:xfrm>
            <a:off x="5619589" y="1658978"/>
            <a:ext cx="11044" cy="5455"/>
          </a:xfrm>
          <a:custGeom>
            <a:avLst/>
            <a:gdLst/>
            <a:ahLst/>
            <a:cxnLst/>
            <a:rect l="l" t="t" r="r" b="b"/>
            <a:pathLst>
              <a:path w="11044" h="5455">
                <a:moveTo>
                  <a:pt x="11044" y="2657"/>
                </a:moveTo>
                <a:lnTo>
                  <a:pt x="4515" y="0"/>
                </a:lnTo>
                <a:lnTo>
                  <a:pt x="0" y="2335"/>
                </a:lnTo>
                <a:lnTo>
                  <a:pt x="6227" y="5455"/>
                </a:lnTo>
                <a:lnTo>
                  <a:pt x="11044" y="2657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16" name="object 316"/>
          <p:cNvSpPr/>
          <p:nvPr/>
        </p:nvSpPr>
        <p:spPr>
          <a:xfrm>
            <a:off x="5624274" y="1657791"/>
            <a:ext cx="12173" cy="4992"/>
          </a:xfrm>
          <a:custGeom>
            <a:avLst/>
            <a:gdLst/>
            <a:ahLst/>
            <a:cxnLst/>
            <a:rect l="l" t="t" r="r" b="b"/>
            <a:pathLst>
              <a:path w="12173" h="4992">
                <a:moveTo>
                  <a:pt x="9633" y="4992"/>
                </a:moveTo>
                <a:lnTo>
                  <a:pt x="12173" y="3603"/>
                </a:lnTo>
                <a:lnTo>
                  <a:pt x="1957" y="0"/>
                </a:lnTo>
                <a:lnTo>
                  <a:pt x="0" y="1047"/>
                </a:lnTo>
                <a:lnTo>
                  <a:pt x="9633" y="4992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17" name="object 317"/>
          <p:cNvSpPr/>
          <p:nvPr/>
        </p:nvSpPr>
        <p:spPr>
          <a:xfrm>
            <a:off x="5625723" y="1657952"/>
            <a:ext cx="10573" cy="3962"/>
          </a:xfrm>
          <a:custGeom>
            <a:avLst/>
            <a:gdLst/>
            <a:ahLst/>
            <a:cxnLst/>
            <a:rect l="l" t="t" r="r" b="b"/>
            <a:pathLst>
              <a:path w="10573" h="3962">
                <a:moveTo>
                  <a:pt x="10573" y="3962"/>
                </a:moveTo>
                <a:lnTo>
                  <a:pt x="0" y="0"/>
                </a:lnTo>
              </a:path>
            </a:pathLst>
          </a:custGeom>
          <a:ln w="319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18" name="object 318"/>
          <p:cNvSpPr/>
          <p:nvPr/>
        </p:nvSpPr>
        <p:spPr>
          <a:xfrm>
            <a:off x="5625158" y="1658213"/>
            <a:ext cx="10254" cy="4004"/>
          </a:xfrm>
          <a:custGeom>
            <a:avLst/>
            <a:gdLst/>
            <a:ahLst/>
            <a:cxnLst/>
            <a:rect l="l" t="t" r="r" b="b"/>
            <a:pathLst>
              <a:path w="10254" h="4004">
                <a:moveTo>
                  <a:pt x="10254" y="4004"/>
                </a:moveTo>
                <a:lnTo>
                  <a:pt x="0" y="0"/>
                </a:lnTo>
              </a:path>
            </a:pathLst>
          </a:custGeom>
          <a:ln w="319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19" name="object 319"/>
          <p:cNvSpPr/>
          <p:nvPr/>
        </p:nvSpPr>
        <p:spPr>
          <a:xfrm>
            <a:off x="5624763" y="1658536"/>
            <a:ext cx="10009" cy="4128"/>
          </a:xfrm>
          <a:custGeom>
            <a:avLst/>
            <a:gdLst/>
            <a:ahLst/>
            <a:cxnLst/>
            <a:rect l="l" t="t" r="r" b="b"/>
            <a:pathLst>
              <a:path w="10009" h="4128">
                <a:moveTo>
                  <a:pt x="10009" y="4128"/>
                </a:moveTo>
                <a:lnTo>
                  <a:pt x="0" y="0"/>
                </a:lnTo>
              </a:path>
            </a:pathLst>
          </a:custGeom>
          <a:ln w="319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20" name="object 320"/>
          <p:cNvSpPr/>
          <p:nvPr/>
        </p:nvSpPr>
        <p:spPr>
          <a:xfrm>
            <a:off x="5623484" y="1659220"/>
            <a:ext cx="9821" cy="4252"/>
          </a:xfrm>
          <a:custGeom>
            <a:avLst/>
            <a:gdLst/>
            <a:ahLst/>
            <a:cxnLst/>
            <a:rect l="l" t="t" r="r" b="b"/>
            <a:pathLst>
              <a:path w="9821" h="4252">
                <a:moveTo>
                  <a:pt x="9821" y="4252"/>
                </a:moveTo>
                <a:lnTo>
                  <a:pt x="0" y="0"/>
                </a:lnTo>
              </a:path>
            </a:pathLst>
          </a:custGeom>
          <a:ln w="318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21" name="object 321"/>
          <p:cNvSpPr/>
          <p:nvPr/>
        </p:nvSpPr>
        <p:spPr>
          <a:xfrm>
            <a:off x="5622750" y="1659663"/>
            <a:ext cx="9765" cy="4293"/>
          </a:xfrm>
          <a:custGeom>
            <a:avLst/>
            <a:gdLst/>
            <a:ahLst/>
            <a:cxnLst/>
            <a:rect l="l" t="t" r="r" b="b"/>
            <a:pathLst>
              <a:path w="9765" h="4293">
                <a:moveTo>
                  <a:pt x="9765" y="4293"/>
                </a:moveTo>
                <a:lnTo>
                  <a:pt x="0" y="0"/>
                </a:lnTo>
              </a:path>
            </a:pathLst>
          </a:custGeom>
          <a:ln w="318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22" name="object 322"/>
          <p:cNvSpPr/>
          <p:nvPr/>
        </p:nvSpPr>
        <p:spPr>
          <a:xfrm>
            <a:off x="5621960" y="1660025"/>
            <a:ext cx="9802" cy="4498"/>
          </a:xfrm>
          <a:custGeom>
            <a:avLst/>
            <a:gdLst/>
            <a:ahLst/>
            <a:cxnLst/>
            <a:rect l="l" t="t" r="r" b="b"/>
            <a:pathLst>
              <a:path w="9802" h="4498">
                <a:moveTo>
                  <a:pt x="9802" y="4498"/>
                </a:moveTo>
                <a:lnTo>
                  <a:pt x="0" y="0"/>
                </a:lnTo>
              </a:path>
            </a:pathLst>
          </a:custGeom>
          <a:ln w="318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23" name="object 323"/>
          <p:cNvSpPr/>
          <p:nvPr/>
        </p:nvSpPr>
        <p:spPr>
          <a:xfrm>
            <a:off x="5621339" y="1660428"/>
            <a:ext cx="9445" cy="4501"/>
          </a:xfrm>
          <a:custGeom>
            <a:avLst/>
            <a:gdLst/>
            <a:ahLst/>
            <a:cxnLst/>
            <a:rect l="l" t="t" r="r" b="b"/>
            <a:pathLst>
              <a:path w="9445" h="4501">
                <a:moveTo>
                  <a:pt x="9445" y="4501"/>
                </a:moveTo>
                <a:lnTo>
                  <a:pt x="0" y="0"/>
                </a:lnTo>
              </a:path>
            </a:pathLst>
          </a:custGeom>
          <a:ln w="318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24" name="object 324"/>
          <p:cNvSpPr/>
          <p:nvPr/>
        </p:nvSpPr>
        <p:spPr>
          <a:xfrm>
            <a:off x="5620511" y="1660891"/>
            <a:ext cx="9388" cy="4542"/>
          </a:xfrm>
          <a:custGeom>
            <a:avLst/>
            <a:gdLst/>
            <a:ahLst/>
            <a:cxnLst/>
            <a:rect l="l" t="t" r="r" b="b"/>
            <a:pathLst>
              <a:path w="9388" h="4542">
                <a:moveTo>
                  <a:pt x="9388" y="4542"/>
                </a:moveTo>
                <a:lnTo>
                  <a:pt x="0" y="0"/>
                </a:lnTo>
              </a:path>
            </a:pathLst>
          </a:custGeom>
          <a:ln w="318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25" name="object 325"/>
          <p:cNvSpPr/>
          <p:nvPr/>
        </p:nvSpPr>
        <p:spPr>
          <a:xfrm>
            <a:off x="5627924" y="1662562"/>
            <a:ext cx="4947" cy="3039"/>
          </a:xfrm>
          <a:custGeom>
            <a:avLst/>
            <a:gdLst/>
            <a:ahLst/>
            <a:cxnLst/>
            <a:rect l="l" t="t" r="r" b="b"/>
            <a:pathLst>
              <a:path w="4947" h="3039">
                <a:moveTo>
                  <a:pt x="0" y="3039"/>
                </a:moveTo>
                <a:lnTo>
                  <a:pt x="4947" y="0"/>
                </a:lnTo>
              </a:path>
            </a:pathLst>
          </a:custGeom>
          <a:ln w="316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26" name="object 326"/>
          <p:cNvSpPr/>
          <p:nvPr/>
        </p:nvSpPr>
        <p:spPr>
          <a:xfrm>
            <a:off x="5626964" y="1662159"/>
            <a:ext cx="4872" cy="2918"/>
          </a:xfrm>
          <a:custGeom>
            <a:avLst/>
            <a:gdLst/>
            <a:ahLst/>
            <a:cxnLst/>
            <a:rect l="l" t="t" r="r" b="b"/>
            <a:pathLst>
              <a:path w="4872" h="2918">
                <a:moveTo>
                  <a:pt x="4872" y="0"/>
                </a:moveTo>
                <a:lnTo>
                  <a:pt x="0" y="2918"/>
                </a:lnTo>
                <a:lnTo>
                  <a:pt x="4872" y="0"/>
                </a:lnTo>
              </a:path>
            </a:pathLst>
          </a:custGeom>
          <a:ln w="316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27" name="object 327"/>
          <p:cNvSpPr/>
          <p:nvPr/>
        </p:nvSpPr>
        <p:spPr>
          <a:xfrm>
            <a:off x="5624895" y="1661253"/>
            <a:ext cx="4741" cy="2758"/>
          </a:xfrm>
          <a:custGeom>
            <a:avLst/>
            <a:gdLst/>
            <a:ahLst/>
            <a:cxnLst/>
            <a:rect l="l" t="t" r="r" b="b"/>
            <a:pathLst>
              <a:path w="4741" h="2758">
                <a:moveTo>
                  <a:pt x="4741" y="0"/>
                </a:moveTo>
                <a:lnTo>
                  <a:pt x="0" y="2758"/>
                </a:lnTo>
                <a:lnTo>
                  <a:pt x="4741" y="0"/>
                </a:lnTo>
              </a:path>
            </a:pathLst>
          </a:custGeom>
          <a:ln w="316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28" name="object 328"/>
          <p:cNvSpPr/>
          <p:nvPr/>
        </p:nvSpPr>
        <p:spPr>
          <a:xfrm>
            <a:off x="5623804" y="1660790"/>
            <a:ext cx="4703" cy="2737"/>
          </a:xfrm>
          <a:custGeom>
            <a:avLst/>
            <a:gdLst/>
            <a:ahLst/>
            <a:cxnLst/>
            <a:rect l="l" t="t" r="r" b="b"/>
            <a:pathLst>
              <a:path w="4703" h="2737">
                <a:moveTo>
                  <a:pt x="0" y="2737"/>
                </a:moveTo>
                <a:lnTo>
                  <a:pt x="4703" y="0"/>
                </a:lnTo>
              </a:path>
            </a:pathLst>
          </a:custGeom>
          <a:ln w="316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29" name="object 329"/>
          <p:cNvSpPr/>
          <p:nvPr/>
        </p:nvSpPr>
        <p:spPr>
          <a:xfrm>
            <a:off x="5622788" y="1660347"/>
            <a:ext cx="4571" cy="2737"/>
          </a:xfrm>
          <a:custGeom>
            <a:avLst/>
            <a:gdLst/>
            <a:ahLst/>
            <a:cxnLst/>
            <a:rect l="l" t="t" r="r" b="b"/>
            <a:pathLst>
              <a:path w="4571" h="2737">
                <a:moveTo>
                  <a:pt x="0" y="2737"/>
                </a:moveTo>
                <a:lnTo>
                  <a:pt x="4571" y="0"/>
                </a:lnTo>
              </a:path>
            </a:pathLst>
          </a:custGeom>
          <a:ln w="316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30" name="object 330"/>
          <p:cNvSpPr/>
          <p:nvPr/>
        </p:nvSpPr>
        <p:spPr>
          <a:xfrm>
            <a:off x="5621866" y="1659904"/>
            <a:ext cx="4496" cy="2617"/>
          </a:xfrm>
          <a:custGeom>
            <a:avLst/>
            <a:gdLst/>
            <a:ahLst/>
            <a:cxnLst/>
            <a:rect l="l" t="t" r="r" b="b"/>
            <a:pathLst>
              <a:path w="4496" h="2617">
                <a:moveTo>
                  <a:pt x="0" y="2617"/>
                </a:moveTo>
                <a:lnTo>
                  <a:pt x="4496" y="0"/>
                </a:lnTo>
              </a:path>
            </a:pathLst>
          </a:custGeom>
          <a:ln w="316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31" name="object 331"/>
          <p:cNvSpPr/>
          <p:nvPr/>
        </p:nvSpPr>
        <p:spPr>
          <a:xfrm>
            <a:off x="5620850" y="1659462"/>
            <a:ext cx="4497" cy="2516"/>
          </a:xfrm>
          <a:custGeom>
            <a:avLst/>
            <a:gdLst/>
            <a:ahLst/>
            <a:cxnLst/>
            <a:rect l="l" t="t" r="r" b="b"/>
            <a:pathLst>
              <a:path w="4497" h="2516">
                <a:moveTo>
                  <a:pt x="0" y="2516"/>
                </a:moveTo>
                <a:lnTo>
                  <a:pt x="4496" y="0"/>
                </a:lnTo>
              </a:path>
            </a:pathLst>
          </a:custGeom>
          <a:ln w="317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32" name="object 332"/>
          <p:cNvSpPr/>
          <p:nvPr/>
        </p:nvSpPr>
        <p:spPr>
          <a:xfrm>
            <a:off x="5632609" y="1660871"/>
            <a:ext cx="2370" cy="1328"/>
          </a:xfrm>
          <a:custGeom>
            <a:avLst/>
            <a:gdLst/>
            <a:ahLst/>
            <a:cxnLst/>
            <a:rect l="l" t="t" r="r" b="b"/>
            <a:pathLst>
              <a:path w="2370" h="1328">
                <a:moveTo>
                  <a:pt x="0" y="1328"/>
                </a:moveTo>
                <a:lnTo>
                  <a:pt x="2370" y="0"/>
                </a:lnTo>
              </a:path>
            </a:pathLst>
          </a:custGeom>
          <a:ln w="317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33" name="object 333"/>
          <p:cNvSpPr/>
          <p:nvPr/>
        </p:nvSpPr>
        <p:spPr>
          <a:xfrm>
            <a:off x="5631198" y="1660307"/>
            <a:ext cx="2238" cy="1348"/>
          </a:xfrm>
          <a:custGeom>
            <a:avLst/>
            <a:gdLst/>
            <a:ahLst/>
            <a:cxnLst/>
            <a:rect l="l" t="t" r="r" b="b"/>
            <a:pathLst>
              <a:path w="2238" h="1348">
                <a:moveTo>
                  <a:pt x="0" y="1348"/>
                </a:moveTo>
                <a:lnTo>
                  <a:pt x="2238" y="0"/>
                </a:lnTo>
              </a:path>
            </a:pathLst>
          </a:custGeom>
          <a:ln w="316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34" name="object 334"/>
          <p:cNvSpPr/>
          <p:nvPr/>
        </p:nvSpPr>
        <p:spPr>
          <a:xfrm>
            <a:off x="5629749" y="1659824"/>
            <a:ext cx="2277" cy="1268"/>
          </a:xfrm>
          <a:custGeom>
            <a:avLst/>
            <a:gdLst/>
            <a:ahLst/>
            <a:cxnLst/>
            <a:rect l="l" t="t" r="r" b="b"/>
            <a:pathLst>
              <a:path w="2277" h="1268">
                <a:moveTo>
                  <a:pt x="0" y="1268"/>
                </a:moveTo>
                <a:lnTo>
                  <a:pt x="2277" y="0"/>
                </a:lnTo>
              </a:path>
            </a:pathLst>
          </a:custGeom>
          <a:ln w="317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35" name="object 335"/>
          <p:cNvSpPr/>
          <p:nvPr/>
        </p:nvSpPr>
        <p:spPr>
          <a:xfrm>
            <a:off x="5628376" y="1659321"/>
            <a:ext cx="2257" cy="1208"/>
          </a:xfrm>
          <a:custGeom>
            <a:avLst/>
            <a:gdLst/>
            <a:ahLst/>
            <a:cxnLst/>
            <a:rect l="l" t="t" r="r" b="b"/>
            <a:pathLst>
              <a:path w="2257" h="1208">
                <a:moveTo>
                  <a:pt x="0" y="1208"/>
                </a:moveTo>
                <a:lnTo>
                  <a:pt x="2257" y="0"/>
                </a:lnTo>
              </a:path>
            </a:pathLst>
          </a:custGeom>
          <a:ln w="317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36" name="object 336"/>
          <p:cNvSpPr/>
          <p:nvPr/>
        </p:nvSpPr>
        <p:spPr>
          <a:xfrm>
            <a:off x="5627059" y="1658797"/>
            <a:ext cx="2088" cy="1227"/>
          </a:xfrm>
          <a:custGeom>
            <a:avLst/>
            <a:gdLst/>
            <a:ahLst/>
            <a:cxnLst/>
            <a:rect l="l" t="t" r="r" b="b"/>
            <a:pathLst>
              <a:path w="2088" h="1227">
                <a:moveTo>
                  <a:pt x="2088" y="0"/>
                </a:moveTo>
                <a:lnTo>
                  <a:pt x="0" y="1227"/>
                </a:lnTo>
                <a:lnTo>
                  <a:pt x="2088" y="0"/>
                </a:lnTo>
              </a:path>
            </a:pathLst>
          </a:custGeom>
          <a:ln w="316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37" name="object 337"/>
          <p:cNvSpPr/>
          <p:nvPr/>
        </p:nvSpPr>
        <p:spPr>
          <a:xfrm>
            <a:off x="5625535" y="1658213"/>
            <a:ext cx="2051" cy="1208"/>
          </a:xfrm>
          <a:custGeom>
            <a:avLst/>
            <a:gdLst/>
            <a:ahLst/>
            <a:cxnLst/>
            <a:rect l="l" t="t" r="r" b="b"/>
            <a:pathLst>
              <a:path w="2051" h="1208">
                <a:moveTo>
                  <a:pt x="0" y="1208"/>
                </a:moveTo>
                <a:lnTo>
                  <a:pt x="2051" y="0"/>
                </a:lnTo>
              </a:path>
            </a:pathLst>
          </a:custGeom>
          <a:ln w="316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38" name="object 338"/>
          <p:cNvSpPr/>
          <p:nvPr/>
        </p:nvSpPr>
        <p:spPr>
          <a:xfrm>
            <a:off x="5615544" y="1654066"/>
            <a:ext cx="3819" cy="8998"/>
          </a:xfrm>
          <a:custGeom>
            <a:avLst/>
            <a:gdLst/>
            <a:ahLst/>
            <a:cxnLst/>
            <a:rect l="l" t="t" r="r" b="b"/>
            <a:pathLst>
              <a:path w="3819" h="8998">
                <a:moveTo>
                  <a:pt x="3819" y="2959"/>
                </a:moveTo>
                <a:lnTo>
                  <a:pt x="2050" y="0"/>
                </a:lnTo>
                <a:lnTo>
                  <a:pt x="1711" y="946"/>
                </a:lnTo>
                <a:lnTo>
                  <a:pt x="963" y="1515"/>
                </a:lnTo>
                <a:lnTo>
                  <a:pt x="0" y="2858"/>
                </a:lnTo>
                <a:lnTo>
                  <a:pt x="1083" y="7280"/>
                </a:lnTo>
                <a:lnTo>
                  <a:pt x="1505" y="8998"/>
                </a:lnTo>
                <a:lnTo>
                  <a:pt x="2953" y="5898"/>
                </a:lnTo>
                <a:lnTo>
                  <a:pt x="3819" y="2959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39" name="object 339"/>
          <p:cNvSpPr/>
          <p:nvPr/>
        </p:nvSpPr>
        <p:spPr>
          <a:xfrm>
            <a:off x="5615544" y="1654066"/>
            <a:ext cx="3819" cy="8998"/>
          </a:xfrm>
          <a:custGeom>
            <a:avLst/>
            <a:gdLst/>
            <a:ahLst/>
            <a:cxnLst/>
            <a:rect l="l" t="t" r="r" b="b"/>
            <a:pathLst>
              <a:path w="3819" h="8998">
                <a:moveTo>
                  <a:pt x="3819" y="2959"/>
                </a:moveTo>
                <a:lnTo>
                  <a:pt x="2953" y="5898"/>
                </a:lnTo>
                <a:lnTo>
                  <a:pt x="1505" y="8998"/>
                </a:lnTo>
                <a:lnTo>
                  <a:pt x="1083" y="7280"/>
                </a:lnTo>
                <a:lnTo>
                  <a:pt x="0" y="2858"/>
                </a:lnTo>
                <a:lnTo>
                  <a:pt x="963" y="1515"/>
                </a:lnTo>
                <a:lnTo>
                  <a:pt x="1711" y="946"/>
                </a:lnTo>
                <a:lnTo>
                  <a:pt x="2050" y="0"/>
                </a:lnTo>
                <a:lnTo>
                  <a:pt x="3819" y="2959"/>
                </a:lnTo>
                <a:close/>
              </a:path>
            </a:pathLst>
          </a:custGeom>
          <a:ln w="30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40" name="object 340"/>
          <p:cNvSpPr/>
          <p:nvPr/>
        </p:nvSpPr>
        <p:spPr>
          <a:xfrm>
            <a:off x="5616240" y="1654288"/>
            <a:ext cx="3555" cy="6804"/>
          </a:xfrm>
          <a:custGeom>
            <a:avLst/>
            <a:gdLst/>
            <a:ahLst/>
            <a:cxnLst/>
            <a:rect l="l" t="t" r="r" b="b"/>
            <a:pathLst>
              <a:path w="3555" h="6804">
                <a:moveTo>
                  <a:pt x="263" y="1550"/>
                </a:moveTo>
                <a:lnTo>
                  <a:pt x="0" y="2033"/>
                </a:lnTo>
                <a:lnTo>
                  <a:pt x="188" y="2375"/>
                </a:lnTo>
                <a:lnTo>
                  <a:pt x="639" y="3603"/>
                </a:lnTo>
                <a:lnTo>
                  <a:pt x="903" y="4409"/>
                </a:lnTo>
                <a:lnTo>
                  <a:pt x="1486" y="6804"/>
                </a:lnTo>
                <a:lnTo>
                  <a:pt x="1806" y="5878"/>
                </a:lnTo>
                <a:lnTo>
                  <a:pt x="1693" y="5113"/>
                </a:lnTo>
                <a:lnTo>
                  <a:pt x="1542" y="3925"/>
                </a:lnTo>
                <a:lnTo>
                  <a:pt x="1542" y="3060"/>
                </a:lnTo>
                <a:lnTo>
                  <a:pt x="1674" y="2738"/>
                </a:lnTo>
                <a:lnTo>
                  <a:pt x="1693" y="3482"/>
                </a:lnTo>
                <a:lnTo>
                  <a:pt x="1881" y="4791"/>
                </a:lnTo>
                <a:lnTo>
                  <a:pt x="2031" y="5516"/>
                </a:lnTo>
                <a:lnTo>
                  <a:pt x="2389" y="4268"/>
                </a:lnTo>
                <a:lnTo>
                  <a:pt x="2916" y="2577"/>
                </a:lnTo>
                <a:lnTo>
                  <a:pt x="2201" y="2436"/>
                </a:lnTo>
                <a:lnTo>
                  <a:pt x="1937" y="1972"/>
                </a:lnTo>
                <a:lnTo>
                  <a:pt x="2408" y="2254"/>
                </a:lnTo>
                <a:lnTo>
                  <a:pt x="3048" y="2335"/>
                </a:lnTo>
                <a:lnTo>
                  <a:pt x="3555" y="785"/>
                </a:lnTo>
                <a:lnTo>
                  <a:pt x="2709" y="805"/>
                </a:lnTo>
                <a:lnTo>
                  <a:pt x="1881" y="442"/>
                </a:lnTo>
                <a:lnTo>
                  <a:pt x="1486" y="0"/>
                </a:lnTo>
                <a:lnTo>
                  <a:pt x="1166" y="805"/>
                </a:lnTo>
                <a:lnTo>
                  <a:pt x="1335" y="1530"/>
                </a:lnTo>
                <a:lnTo>
                  <a:pt x="1053" y="1127"/>
                </a:lnTo>
                <a:lnTo>
                  <a:pt x="263" y="1550"/>
                </a:lnTo>
                <a:close/>
              </a:path>
            </a:pathLst>
          </a:custGeom>
          <a:solidFill>
            <a:srgbClr val="DFDFD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41" name="object 341"/>
          <p:cNvSpPr/>
          <p:nvPr/>
        </p:nvSpPr>
        <p:spPr>
          <a:xfrm>
            <a:off x="5616409" y="1648590"/>
            <a:ext cx="4045" cy="5495"/>
          </a:xfrm>
          <a:custGeom>
            <a:avLst/>
            <a:gdLst/>
            <a:ahLst/>
            <a:cxnLst/>
            <a:rect l="l" t="t" r="r" b="b"/>
            <a:pathLst>
              <a:path w="4045" h="5495">
                <a:moveTo>
                  <a:pt x="533" y="1274"/>
                </a:moveTo>
                <a:lnTo>
                  <a:pt x="0" y="2234"/>
                </a:lnTo>
                <a:lnTo>
                  <a:pt x="240" y="2776"/>
                </a:lnTo>
                <a:lnTo>
                  <a:pt x="376" y="2899"/>
                </a:lnTo>
                <a:lnTo>
                  <a:pt x="527" y="3241"/>
                </a:lnTo>
                <a:lnTo>
                  <a:pt x="696" y="3523"/>
                </a:lnTo>
                <a:lnTo>
                  <a:pt x="959" y="3784"/>
                </a:lnTo>
                <a:lnTo>
                  <a:pt x="1166" y="3945"/>
                </a:lnTo>
                <a:lnTo>
                  <a:pt x="1486" y="4147"/>
                </a:lnTo>
                <a:lnTo>
                  <a:pt x="1542" y="4388"/>
                </a:lnTo>
                <a:lnTo>
                  <a:pt x="1542" y="4711"/>
                </a:lnTo>
                <a:lnTo>
                  <a:pt x="1448" y="5495"/>
                </a:lnTo>
                <a:lnTo>
                  <a:pt x="4045" y="3543"/>
                </a:lnTo>
                <a:lnTo>
                  <a:pt x="3819" y="865"/>
                </a:lnTo>
                <a:lnTo>
                  <a:pt x="3499" y="784"/>
                </a:lnTo>
                <a:lnTo>
                  <a:pt x="2014" y="259"/>
                </a:lnTo>
                <a:lnTo>
                  <a:pt x="1834" y="199"/>
                </a:lnTo>
                <a:lnTo>
                  <a:pt x="1241" y="0"/>
                </a:lnTo>
                <a:lnTo>
                  <a:pt x="997" y="684"/>
                </a:lnTo>
                <a:lnTo>
                  <a:pt x="940" y="1067"/>
                </a:lnTo>
                <a:lnTo>
                  <a:pt x="903" y="1590"/>
                </a:lnTo>
                <a:lnTo>
                  <a:pt x="790" y="2254"/>
                </a:lnTo>
                <a:lnTo>
                  <a:pt x="658" y="1992"/>
                </a:lnTo>
                <a:lnTo>
                  <a:pt x="602" y="1510"/>
                </a:lnTo>
                <a:lnTo>
                  <a:pt x="533" y="1274"/>
                </a:lnTo>
                <a:close/>
              </a:path>
            </a:pathLst>
          </a:custGeom>
          <a:solidFill>
            <a:srgbClr val="FFC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42" name="object 342"/>
          <p:cNvSpPr/>
          <p:nvPr/>
        </p:nvSpPr>
        <p:spPr>
          <a:xfrm>
            <a:off x="5616409" y="1648590"/>
            <a:ext cx="4045" cy="5495"/>
          </a:xfrm>
          <a:custGeom>
            <a:avLst/>
            <a:gdLst/>
            <a:ahLst/>
            <a:cxnLst/>
            <a:rect l="l" t="t" r="r" b="b"/>
            <a:pathLst>
              <a:path w="4045" h="5495">
                <a:moveTo>
                  <a:pt x="1834" y="199"/>
                </a:moveTo>
                <a:lnTo>
                  <a:pt x="1900" y="362"/>
                </a:lnTo>
                <a:lnTo>
                  <a:pt x="3486" y="753"/>
                </a:lnTo>
                <a:lnTo>
                  <a:pt x="3819" y="865"/>
                </a:lnTo>
                <a:lnTo>
                  <a:pt x="4045" y="3543"/>
                </a:lnTo>
                <a:lnTo>
                  <a:pt x="1448" y="5495"/>
                </a:lnTo>
                <a:lnTo>
                  <a:pt x="1542" y="4711"/>
                </a:lnTo>
                <a:lnTo>
                  <a:pt x="1542" y="4388"/>
                </a:lnTo>
                <a:lnTo>
                  <a:pt x="1486" y="4147"/>
                </a:lnTo>
                <a:lnTo>
                  <a:pt x="1166" y="3945"/>
                </a:lnTo>
                <a:lnTo>
                  <a:pt x="959" y="3784"/>
                </a:lnTo>
                <a:lnTo>
                  <a:pt x="696" y="3523"/>
                </a:lnTo>
                <a:lnTo>
                  <a:pt x="527" y="3241"/>
                </a:lnTo>
                <a:lnTo>
                  <a:pt x="376" y="2899"/>
                </a:lnTo>
                <a:lnTo>
                  <a:pt x="240" y="2776"/>
                </a:lnTo>
                <a:lnTo>
                  <a:pt x="0" y="2234"/>
                </a:lnTo>
                <a:lnTo>
                  <a:pt x="533" y="1274"/>
                </a:lnTo>
                <a:lnTo>
                  <a:pt x="602" y="1510"/>
                </a:lnTo>
                <a:lnTo>
                  <a:pt x="658" y="1992"/>
                </a:lnTo>
                <a:lnTo>
                  <a:pt x="790" y="2254"/>
                </a:lnTo>
                <a:lnTo>
                  <a:pt x="903" y="1590"/>
                </a:lnTo>
                <a:lnTo>
                  <a:pt x="940" y="1067"/>
                </a:lnTo>
                <a:lnTo>
                  <a:pt x="997" y="684"/>
                </a:lnTo>
                <a:lnTo>
                  <a:pt x="1241" y="0"/>
                </a:lnTo>
                <a:lnTo>
                  <a:pt x="1834" y="199"/>
                </a:lnTo>
                <a:close/>
              </a:path>
            </a:pathLst>
          </a:custGeom>
          <a:ln w="308">
            <a:solidFill>
              <a:srgbClr val="401F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43" name="object 343"/>
          <p:cNvSpPr/>
          <p:nvPr/>
        </p:nvSpPr>
        <p:spPr>
          <a:xfrm>
            <a:off x="5618234" y="1648932"/>
            <a:ext cx="2126" cy="2375"/>
          </a:xfrm>
          <a:custGeom>
            <a:avLst/>
            <a:gdLst/>
            <a:ahLst/>
            <a:cxnLst/>
            <a:rect l="l" t="t" r="r" b="b"/>
            <a:pathLst>
              <a:path w="2126" h="2375">
                <a:moveTo>
                  <a:pt x="169" y="1610"/>
                </a:moveTo>
                <a:lnTo>
                  <a:pt x="357" y="866"/>
                </a:lnTo>
                <a:lnTo>
                  <a:pt x="207" y="543"/>
                </a:lnTo>
                <a:lnTo>
                  <a:pt x="94" y="40"/>
                </a:lnTo>
                <a:lnTo>
                  <a:pt x="113" y="523"/>
                </a:lnTo>
                <a:lnTo>
                  <a:pt x="282" y="906"/>
                </a:lnTo>
                <a:lnTo>
                  <a:pt x="132" y="1530"/>
                </a:lnTo>
                <a:lnTo>
                  <a:pt x="169" y="1791"/>
                </a:lnTo>
                <a:lnTo>
                  <a:pt x="395" y="1932"/>
                </a:lnTo>
                <a:lnTo>
                  <a:pt x="564" y="1932"/>
                </a:lnTo>
                <a:lnTo>
                  <a:pt x="696" y="2053"/>
                </a:lnTo>
                <a:lnTo>
                  <a:pt x="809" y="2254"/>
                </a:lnTo>
                <a:lnTo>
                  <a:pt x="1034" y="2254"/>
                </a:lnTo>
                <a:lnTo>
                  <a:pt x="1298" y="2214"/>
                </a:lnTo>
                <a:lnTo>
                  <a:pt x="1429" y="2013"/>
                </a:lnTo>
                <a:lnTo>
                  <a:pt x="1486" y="2234"/>
                </a:lnTo>
                <a:lnTo>
                  <a:pt x="1599" y="2375"/>
                </a:lnTo>
                <a:lnTo>
                  <a:pt x="1825" y="2375"/>
                </a:lnTo>
                <a:lnTo>
                  <a:pt x="2126" y="1932"/>
                </a:lnTo>
                <a:lnTo>
                  <a:pt x="1862" y="2214"/>
                </a:lnTo>
                <a:lnTo>
                  <a:pt x="1712" y="2314"/>
                </a:lnTo>
                <a:lnTo>
                  <a:pt x="1580" y="2274"/>
                </a:lnTo>
                <a:lnTo>
                  <a:pt x="1524" y="2073"/>
                </a:lnTo>
                <a:lnTo>
                  <a:pt x="1542" y="1832"/>
                </a:lnTo>
                <a:lnTo>
                  <a:pt x="1769" y="1489"/>
                </a:lnTo>
                <a:lnTo>
                  <a:pt x="1750" y="1147"/>
                </a:lnTo>
                <a:lnTo>
                  <a:pt x="1656" y="805"/>
                </a:lnTo>
                <a:lnTo>
                  <a:pt x="1693" y="1248"/>
                </a:lnTo>
                <a:lnTo>
                  <a:pt x="1712" y="1489"/>
                </a:lnTo>
                <a:lnTo>
                  <a:pt x="1411" y="1872"/>
                </a:lnTo>
                <a:lnTo>
                  <a:pt x="1223" y="2133"/>
                </a:lnTo>
                <a:lnTo>
                  <a:pt x="922" y="2174"/>
                </a:lnTo>
                <a:lnTo>
                  <a:pt x="752" y="2053"/>
                </a:lnTo>
                <a:lnTo>
                  <a:pt x="771" y="1771"/>
                </a:lnTo>
                <a:lnTo>
                  <a:pt x="922" y="1469"/>
                </a:lnTo>
                <a:lnTo>
                  <a:pt x="1072" y="1208"/>
                </a:lnTo>
                <a:lnTo>
                  <a:pt x="1072" y="966"/>
                </a:lnTo>
                <a:lnTo>
                  <a:pt x="1016" y="664"/>
                </a:lnTo>
                <a:lnTo>
                  <a:pt x="978" y="221"/>
                </a:lnTo>
                <a:lnTo>
                  <a:pt x="903" y="644"/>
                </a:lnTo>
                <a:lnTo>
                  <a:pt x="978" y="1087"/>
                </a:lnTo>
                <a:lnTo>
                  <a:pt x="828" y="1409"/>
                </a:lnTo>
                <a:lnTo>
                  <a:pt x="677" y="1811"/>
                </a:lnTo>
                <a:lnTo>
                  <a:pt x="451" y="1852"/>
                </a:lnTo>
                <a:lnTo>
                  <a:pt x="282" y="1771"/>
                </a:lnTo>
                <a:lnTo>
                  <a:pt x="169" y="1610"/>
                </a:lnTo>
                <a:close/>
              </a:path>
            </a:pathLst>
          </a:custGeom>
          <a:solidFill>
            <a:srgbClr val="401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44" name="object 344"/>
          <p:cNvSpPr/>
          <p:nvPr/>
        </p:nvSpPr>
        <p:spPr>
          <a:xfrm>
            <a:off x="5618649" y="1650221"/>
            <a:ext cx="338" cy="100"/>
          </a:xfrm>
          <a:custGeom>
            <a:avLst/>
            <a:gdLst/>
            <a:ahLst/>
            <a:cxnLst/>
            <a:rect l="l" t="t" r="r" b="b"/>
            <a:pathLst>
              <a:path w="338" h="100">
                <a:moveTo>
                  <a:pt x="93" y="0"/>
                </a:moveTo>
                <a:lnTo>
                  <a:pt x="338" y="80"/>
                </a:lnTo>
                <a:lnTo>
                  <a:pt x="93" y="0"/>
                </a:lnTo>
                <a:close/>
              </a:path>
            </a:pathLst>
          </a:custGeom>
          <a:solidFill>
            <a:srgbClr val="401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45" name="object 345"/>
          <p:cNvSpPr/>
          <p:nvPr/>
        </p:nvSpPr>
        <p:spPr>
          <a:xfrm>
            <a:off x="5619100" y="1650583"/>
            <a:ext cx="451" cy="161"/>
          </a:xfrm>
          <a:custGeom>
            <a:avLst/>
            <a:gdLst/>
            <a:ahLst/>
            <a:cxnLst/>
            <a:rect l="l" t="t" r="r" b="b"/>
            <a:pathLst>
              <a:path w="451" h="161">
                <a:moveTo>
                  <a:pt x="282" y="20"/>
                </a:moveTo>
                <a:lnTo>
                  <a:pt x="93" y="0"/>
                </a:lnTo>
                <a:lnTo>
                  <a:pt x="0" y="161"/>
                </a:lnTo>
                <a:lnTo>
                  <a:pt x="131" y="60"/>
                </a:lnTo>
                <a:lnTo>
                  <a:pt x="451" y="120"/>
                </a:lnTo>
                <a:lnTo>
                  <a:pt x="282" y="20"/>
                </a:lnTo>
                <a:close/>
              </a:path>
            </a:pathLst>
          </a:custGeom>
          <a:solidFill>
            <a:srgbClr val="401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46" name="object 346"/>
          <p:cNvSpPr/>
          <p:nvPr/>
        </p:nvSpPr>
        <p:spPr>
          <a:xfrm>
            <a:off x="5619890" y="1650845"/>
            <a:ext cx="338" cy="80"/>
          </a:xfrm>
          <a:custGeom>
            <a:avLst/>
            <a:gdLst/>
            <a:ahLst/>
            <a:cxnLst/>
            <a:rect l="l" t="t" r="r" b="b"/>
            <a:pathLst>
              <a:path w="338" h="80">
                <a:moveTo>
                  <a:pt x="188" y="0"/>
                </a:moveTo>
                <a:lnTo>
                  <a:pt x="0" y="40"/>
                </a:lnTo>
                <a:lnTo>
                  <a:pt x="188" y="20"/>
                </a:lnTo>
                <a:lnTo>
                  <a:pt x="338" y="80"/>
                </a:lnTo>
                <a:lnTo>
                  <a:pt x="188" y="0"/>
                </a:lnTo>
                <a:close/>
              </a:path>
            </a:pathLst>
          </a:custGeom>
          <a:solidFill>
            <a:srgbClr val="401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47" name="object 347"/>
          <p:cNvSpPr/>
          <p:nvPr/>
        </p:nvSpPr>
        <p:spPr>
          <a:xfrm>
            <a:off x="5618461" y="1651187"/>
            <a:ext cx="507" cy="1308"/>
          </a:xfrm>
          <a:custGeom>
            <a:avLst/>
            <a:gdLst/>
            <a:ahLst/>
            <a:cxnLst/>
            <a:rect l="l" t="t" r="r" b="b"/>
            <a:pathLst>
              <a:path w="507" h="1308">
                <a:moveTo>
                  <a:pt x="0" y="0"/>
                </a:moveTo>
                <a:lnTo>
                  <a:pt x="282" y="322"/>
                </a:lnTo>
                <a:lnTo>
                  <a:pt x="413" y="745"/>
                </a:lnTo>
                <a:lnTo>
                  <a:pt x="432" y="1308"/>
                </a:lnTo>
                <a:lnTo>
                  <a:pt x="507" y="865"/>
                </a:lnTo>
                <a:lnTo>
                  <a:pt x="470" y="503"/>
                </a:lnTo>
                <a:lnTo>
                  <a:pt x="394" y="342"/>
                </a:lnTo>
                <a:lnTo>
                  <a:pt x="0" y="0"/>
                </a:lnTo>
                <a:close/>
              </a:path>
            </a:pathLst>
          </a:custGeom>
          <a:solidFill>
            <a:srgbClr val="401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48" name="object 348"/>
          <p:cNvSpPr/>
          <p:nvPr/>
        </p:nvSpPr>
        <p:spPr>
          <a:xfrm>
            <a:off x="5617238" y="1650664"/>
            <a:ext cx="827" cy="442"/>
          </a:xfrm>
          <a:custGeom>
            <a:avLst/>
            <a:gdLst/>
            <a:ahLst/>
            <a:cxnLst/>
            <a:rect l="l" t="t" r="r" b="b"/>
            <a:pathLst>
              <a:path w="827" h="442">
                <a:moveTo>
                  <a:pt x="319" y="241"/>
                </a:moveTo>
                <a:lnTo>
                  <a:pt x="827" y="442"/>
                </a:lnTo>
                <a:lnTo>
                  <a:pt x="470" y="160"/>
                </a:lnTo>
                <a:lnTo>
                  <a:pt x="18" y="0"/>
                </a:lnTo>
                <a:lnTo>
                  <a:pt x="0" y="201"/>
                </a:lnTo>
                <a:lnTo>
                  <a:pt x="319" y="241"/>
                </a:lnTo>
                <a:close/>
              </a:path>
            </a:pathLst>
          </a:custGeom>
          <a:solidFill>
            <a:srgbClr val="401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49" name="object 349"/>
          <p:cNvSpPr/>
          <p:nvPr/>
        </p:nvSpPr>
        <p:spPr>
          <a:xfrm>
            <a:off x="5618291" y="1652657"/>
            <a:ext cx="639" cy="584"/>
          </a:xfrm>
          <a:custGeom>
            <a:avLst/>
            <a:gdLst/>
            <a:ahLst/>
            <a:cxnLst/>
            <a:rect l="l" t="t" r="r" b="b"/>
            <a:pathLst>
              <a:path w="639" h="584">
                <a:moveTo>
                  <a:pt x="339" y="382"/>
                </a:moveTo>
                <a:lnTo>
                  <a:pt x="0" y="584"/>
                </a:lnTo>
                <a:lnTo>
                  <a:pt x="433" y="443"/>
                </a:lnTo>
                <a:lnTo>
                  <a:pt x="639" y="0"/>
                </a:lnTo>
                <a:lnTo>
                  <a:pt x="339" y="382"/>
                </a:lnTo>
                <a:close/>
              </a:path>
            </a:pathLst>
          </a:custGeom>
          <a:solidFill>
            <a:srgbClr val="401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50" name="object 350"/>
          <p:cNvSpPr/>
          <p:nvPr/>
        </p:nvSpPr>
        <p:spPr>
          <a:xfrm>
            <a:off x="5619194" y="1652295"/>
            <a:ext cx="639" cy="623"/>
          </a:xfrm>
          <a:custGeom>
            <a:avLst/>
            <a:gdLst/>
            <a:ahLst/>
            <a:cxnLst/>
            <a:rect l="l" t="t" r="r" b="b"/>
            <a:pathLst>
              <a:path w="639" h="623">
                <a:moveTo>
                  <a:pt x="37" y="160"/>
                </a:moveTo>
                <a:lnTo>
                  <a:pt x="56" y="362"/>
                </a:lnTo>
                <a:lnTo>
                  <a:pt x="206" y="563"/>
                </a:lnTo>
                <a:lnTo>
                  <a:pt x="639" y="623"/>
                </a:lnTo>
                <a:lnTo>
                  <a:pt x="376" y="502"/>
                </a:lnTo>
                <a:lnTo>
                  <a:pt x="56" y="221"/>
                </a:lnTo>
                <a:lnTo>
                  <a:pt x="0" y="0"/>
                </a:lnTo>
                <a:lnTo>
                  <a:pt x="37" y="160"/>
                </a:lnTo>
                <a:close/>
              </a:path>
            </a:pathLst>
          </a:custGeom>
          <a:solidFill>
            <a:srgbClr val="401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51" name="object 351"/>
          <p:cNvSpPr/>
          <p:nvPr/>
        </p:nvSpPr>
        <p:spPr>
          <a:xfrm>
            <a:off x="5614810" y="1648047"/>
            <a:ext cx="3311" cy="2777"/>
          </a:xfrm>
          <a:custGeom>
            <a:avLst/>
            <a:gdLst/>
            <a:ahLst/>
            <a:cxnLst/>
            <a:rect l="l" t="t" r="r" b="b"/>
            <a:pathLst>
              <a:path w="3311" h="2777">
                <a:moveTo>
                  <a:pt x="2182" y="543"/>
                </a:moveTo>
                <a:lnTo>
                  <a:pt x="489" y="0"/>
                </a:lnTo>
                <a:lnTo>
                  <a:pt x="0" y="1529"/>
                </a:lnTo>
                <a:lnTo>
                  <a:pt x="1561" y="2013"/>
                </a:lnTo>
                <a:lnTo>
                  <a:pt x="2728" y="2777"/>
                </a:lnTo>
                <a:lnTo>
                  <a:pt x="3311" y="1328"/>
                </a:lnTo>
                <a:lnTo>
                  <a:pt x="2182" y="54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52" name="object 352"/>
          <p:cNvSpPr/>
          <p:nvPr/>
        </p:nvSpPr>
        <p:spPr>
          <a:xfrm>
            <a:off x="5614810" y="1648047"/>
            <a:ext cx="3311" cy="2777"/>
          </a:xfrm>
          <a:custGeom>
            <a:avLst/>
            <a:gdLst/>
            <a:ahLst/>
            <a:cxnLst/>
            <a:rect l="l" t="t" r="r" b="b"/>
            <a:pathLst>
              <a:path w="3311" h="2777">
                <a:moveTo>
                  <a:pt x="2182" y="543"/>
                </a:moveTo>
                <a:lnTo>
                  <a:pt x="3311" y="1328"/>
                </a:lnTo>
                <a:lnTo>
                  <a:pt x="2728" y="2777"/>
                </a:lnTo>
                <a:lnTo>
                  <a:pt x="1561" y="2013"/>
                </a:lnTo>
                <a:lnTo>
                  <a:pt x="0" y="1529"/>
                </a:lnTo>
                <a:lnTo>
                  <a:pt x="489" y="0"/>
                </a:lnTo>
                <a:lnTo>
                  <a:pt x="2182" y="543"/>
                </a:lnTo>
                <a:close/>
              </a:path>
            </a:pathLst>
          </a:custGeom>
          <a:ln w="3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53" name="object 353"/>
          <p:cNvSpPr/>
          <p:nvPr/>
        </p:nvSpPr>
        <p:spPr>
          <a:xfrm>
            <a:off x="5616805" y="1649214"/>
            <a:ext cx="789" cy="966"/>
          </a:xfrm>
          <a:custGeom>
            <a:avLst/>
            <a:gdLst/>
            <a:ahLst/>
            <a:cxnLst/>
            <a:rect l="l" t="t" r="r" b="b"/>
            <a:pathLst>
              <a:path w="789" h="966">
                <a:moveTo>
                  <a:pt x="620" y="0"/>
                </a:moveTo>
                <a:lnTo>
                  <a:pt x="169" y="0"/>
                </a:lnTo>
                <a:lnTo>
                  <a:pt x="0" y="221"/>
                </a:lnTo>
                <a:lnTo>
                  <a:pt x="0" y="745"/>
                </a:lnTo>
                <a:lnTo>
                  <a:pt x="111" y="891"/>
                </a:lnTo>
                <a:lnTo>
                  <a:pt x="620" y="966"/>
                </a:lnTo>
                <a:lnTo>
                  <a:pt x="789" y="745"/>
                </a:lnTo>
                <a:lnTo>
                  <a:pt x="789" y="221"/>
                </a:lnTo>
                <a:lnTo>
                  <a:pt x="62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54" name="object 354"/>
          <p:cNvSpPr/>
          <p:nvPr/>
        </p:nvSpPr>
        <p:spPr>
          <a:xfrm>
            <a:off x="5616805" y="1649214"/>
            <a:ext cx="789" cy="966"/>
          </a:xfrm>
          <a:custGeom>
            <a:avLst/>
            <a:gdLst/>
            <a:ahLst/>
            <a:cxnLst/>
            <a:rect l="l" t="t" r="r" b="b"/>
            <a:pathLst>
              <a:path w="789" h="966">
                <a:moveTo>
                  <a:pt x="620" y="0"/>
                </a:moveTo>
                <a:lnTo>
                  <a:pt x="752" y="171"/>
                </a:lnTo>
                <a:lnTo>
                  <a:pt x="789" y="483"/>
                </a:lnTo>
                <a:lnTo>
                  <a:pt x="789" y="745"/>
                </a:lnTo>
                <a:lnTo>
                  <a:pt x="620" y="966"/>
                </a:lnTo>
                <a:lnTo>
                  <a:pt x="169" y="966"/>
                </a:lnTo>
                <a:lnTo>
                  <a:pt x="0" y="745"/>
                </a:lnTo>
                <a:lnTo>
                  <a:pt x="0" y="483"/>
                </a:lnTo>
                <a:lnTo>
                  <a:pt x="0" y="221"/>
                </a:lnTo>
                <a:lnTo>
                  <a:pt x="169" y="0"/>
                </a:lnTo>
                <a:lnTo>
                  <a:pt x="620" y="0"/>
                </a:lnTo>
                <a:close/>
              </a:path>
            </a:pathLst>
          </a:custGeom>
          <a:ln w="30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55" name="object 355"/>
          <p:cNvSpPr/>
          <p:nvPr/>
        </p:nvSpPr>
        <p:spPr>
          <a:xfrm>
            <a:off x="5616409" y="1649476"/>
            <a:ext cx="790" cy="1953"/>
          </a:xfrm>
          <a:custGeom>
            <a:avLst/>
            <a:gdLst/>
            <a:ahLst/>
            <a:cxnLst/>
            <a:rect l="l" t="t" r="r" b="b"/>
            <a:pathLst>
              <a:path w="790" h="1953">
                <a:moveTo>
                  <a:pt x="64" y="1594"/>
                </a:moveTo>
                <a:lnTo>
                  <a:pt x="112" y="1811"/>
                </a:lnTo>
                <a:lnTo>
                  <a:pt x="281" y="1927"/>
                </a:lnTo>
                <a:lnTo>
                  <a:pt x="790" y="1389"/>
                </a:lnTo>
                <a:lnTo>
                  <a:pt x="641" y="1103"/>
                </a:lnTo>
                <a:lnTo>
                  <a:pt x="546" y="463"/>
                </a:lnTo>
                <a:lnTo>
                  <a:pt x="376" y="100"/>
                </a:lnTo>
                <a:lnTo>
                  <a:pt x="112" y="0"/>
                </a:lnTo>
                <a:lnTo>
                  <a:pt x="41" y="829"/>
                </a:lnTo>
                <a:lnTo>
                  <a:pt x="56" y="966"/>
                </a:lnTo>
                <a:lnTo>
                  <a:pt x="0" y="1308"/>
                </a:lnTo>
                <a:lnTo>
                  <a:pt x="64" y="1594"/>
                </a:lnTo>
                <a:close/>
              </a:path>
            </a:pathLst>
          </a:custGeom>
          <a:solidFill>
            <a:srgbClr val="FFC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56" name="object 356"/>
          <p:cNvSpPr/>
          <p:nvPr/>
        </p:nvSpPr>
        <p:spPr>
          <a:xfrm>
            <a:off x="5616409" y="1649476"/>
            <a:ext cx="790" cy="1953"/>
          </a:xfrm>
          <a:custGeom>
            <a:avLst/>
            <a:gdLst/>
            <a:ahLst/>
            <a:cxnLst/>
            <a:rect l="l" t="t" r="r" b="b"/>
            <a:pathLst>
              <a:path w="790" h="1953">
                <a:moveTo>
                  <a:pt x="376" y="100"/>
                </a:moveTo>
                <a:lnTo>
                  <a:pt x="546" y="463"/>
                </a:lnTo>
                <a:lnTo>
                  <a:pt x="602" y="1026"/>
                </a:lnTo>
                <a:lnTo>
                  <a:pt x="790" y="1389"/>
                </a:lnTo>
                <a:lnTo>
                  <a:pt x="319" y="1953"/>
                </a:lnTo>
                <a:lnTo>
                  <a:pt x="112" y="1811"/>
                </a:lnTo>
                <a:lnTo>
                  <a:pt x="64" y="1594"/>
                </a:lnTo>
                <a:lnTo>
                  <a:pt x="0" y="1308"/>
                </a:lnTo>
                <a:lnTo>
                  <a:pt x="56" y="966"/>
                </a:lnTo>
                <a:lnTo>
                  <a:pt x="41" y="829"/>
                </a:lnTo>
                <a:lnTo>
                  <a:pt x="112" y="0"/>
                </a:lnTo>
                <a:lnTo>
                  <a:pt x="376" y="100"/>
                </a:lnTo>
                <a:close/>
              </a:path>
            </a:pathLst>
          </a:custGeom>
          <a:ln w="303">
            <a:solidFill>
              <a:srgbClr val="401F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57" name="object 357"/>
          <p:cNvSpPr/>
          <p:nvPr/>
        </p:nvSpPr>
        <p:spPr>
          <a:xfrm>
            <a:off x="5616692" y="1650825"/>
            <a:ext cx="583" cy="604"/>
          </a:xfrm>
          <a:custGeom>
            <a:avLst/>
            <a:gdLst/>
            <a:ahLst/>
            <a:cxnLst/>
            <a:rect l="l" t="t" r="r" b="b"/>
            <a:pathLst>
              <a:path w="583" h="604">
                <a:moveTo>
                  <a:pt x="395" y="0"/>
                </a:moveTo>
                <a:lnTo>
                  <a:pt x="0" y="463"/>
                </a:lnTo>
                <a:lnTo>
                  <a:pt x="151" y="604"/>
                </a:lnTo>
                <a:lnTo>
                  <a:pt x="583" y="80"/>
                </a:lnTo>
                <a:lnTo>
                  <a:pt x="395" y="0"/>
                </a:lnTo>
                <a:close/>
              </a:path>
            </a:pathLst>
          </a:custGeom>
          <a:solidFill>
            <a:srgbClr val="FFC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58" name="object 358"/>
          <p:cNvSpPr/>
          <p:nvPr/>
        </p:nvSpPr>
        <p:spPr>
          <a:xfrm>
            <a:off x="5617576" y="1648550"/>
            <a:ext cx="752" cy="1670"/>
          </a:xfrm>
          <a:custGeom>
            <a:avLst/>
            <a:gdLst/>
            <a:ahLst/>
            <a:cxnLst/>
            <a:rect l="l" t="t" r="r" b="b"/>
            <a:pathLst>
              <a:path w="752" h="1670">
                <a:moveTo>
                  <a:pt x="714" y="382"/>
                </a:moveTo>
                <a:lnTo>
                  <a:pt x="583" y="0"/>
                </a:lnTo>
                <a:lnTo>
                  <a:pt x="112" y="20"/>
                </a:lnTo>
                <a:lnTo>
                  <a:pt x="0" y="402"/>
                </a:lnTo>
                <a:lnTo>
                  <a:pt x="80" y="854"/>
                </a:lnTo>
                <a:lnTo>
                  <a:pt x="225" y="1670"/>
                </a:lnTo>
                <a:lnTo>
                  <a:pt x="752" y="1550"/>
                </a:lnTo>
                <a:lnTo>
                  <a:pt x="714" y="382"/>
                </a:lnTo>
                <a:close/>
              </a:path>
            </a:pathLst>
          </a:custGeom>
          <a:solidFill>
            <a:srgbClr val="FFC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59" name="object 359"/>
          <p:cNvSpPr/>
          <p:nvPr/>
        </p:nvSpPr>
        <p:spPr>
          <a:xfrm>
            <a:off x="5617576" y="1648550"/>
            <a:ext cx="752" cy="1670"/>
          </a:xfrm>
          <a:custGeom>
            <a:avLst/>
            <a:gdLst/>
            <a:ahLst/>
            <a:cxnLst/>
            <a:rect l="l" t="t" r="r" b="b"/>
            <a:pathLst>
              <a:path w="752" h="1670">
                <a:moveTo>
                  <a:pt x="714" y="382"/>
                </a:moveTo>
                <a:lnTo>
                  <a:pt x="752" y="1550"/>
                </a:lnTo>
                <a:lnTo>
                  <a:pt x="225" y="1670"/>
                </a:lnTo>
                <a:lnTo>
                  <a:pt x="98" y="954"/>
                </a:lnTo>
                <a:lnTo>
                  <a:pt x="0" y="402"/>
                </a:lnTo>
                <a:lnTo>
                  <a:pt x="112" y="20"/>
                </a:lnTo>
                <a:lnTo>
                  <a:pt x="583" y="0"/>
                </a:lnTo>
                <a:lnTo>
                  <a:pt x="714" y="382"/>
                </a:lnTo>
                <a:close/>
              </a:path>
            </a:pathLst>
          </a:custGeom>
          <a:ln w="304">
            <a:solidFill>
              <a:srgbClr val="401F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60" name="object 360"/>
          <p:cNvSpPr/>
          <p:nvPr/>
        </p:nvSpPr>
        <p:spPr>
          <a:xfrm>
            <a:off x="5617858" y="1649658"/>
            <a:ext cx="394" cy="362"/>
          </a:xfrm>
          <a:custGeom>
            <a:avLst/>
            <a:gdLst/>
            <a:ahLst/>
            <a:cxnLst/>
            <a:rect l="l" t="t" r="r" b="b"/>
            <a:pathLst>
              <a:path w="394" h="362">
                <a:moveTo>
                  <a:pt x="18" y="362"/>
                </a:moveTo>
                <a:lnTo>
                  <a:pt x="56" y="140"/>
                </a:lnTo>
                <a:lnTo>
                  <a:pt x="394" y="100"/>
                </a:lnTo>
                <a:lnTo>
                  <a:pt x="207" y="0"/>
                </a:lnTo>
                <a:lnTo>
                  <a:pt x="56" y="20"/>
                </a:lnTo>
                <a:lnTo>
                  <a:pt x="18" y="362"/>
                </a:lnTo>
                <a:close/>
              </a:path>
            </a:pathLst>
          </a:custGeom>
          <a:solidFill>
            <a:srgbClr val="401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61" name="object 361"/>
          <p:cNvSpPr/>
          <p:nvPr/>
        </p:nvSpPr>
        <p:spPr>
          <a:xfrm>
            <a:off x="5622806" y="1692659"/>
            <a:ext cx="11402" cy="6261"/>
          </a:xfrm>
          <a:custGeom>
            <a:avLst/>
            <a:gdLst/>
            <a:ahLst/>
            <a:cxnLst/>
            <a:rect l="l" t="t" r="r" b="b"/>
            <a:pathLst>
              <a:path w="11402" h="6261">
                <a:moveTo>
                  <a:pt x="112" y="5617"/>
                </a:moveTo>
                <a:lnTo>
                  <a:pt x="3104" y="5416"/>
                </a:lnTo>
                <a:lnTo>
                  <a:pt x="6811" y="6261"/>
                </a:lnTo>
                <a:lnTo>
                  <a:pt x="9520" y="6060"/>
                </a:lnTo>
                <a:lnTo>
                  <a:pt x="11402" y="4650"/>
                </a:lnTo>
                <a:lnTo>
                  <a:pt x="7507" y="3341"/>
                </a:lnTo>
                <a:lnTo>
                  <a:pt x="4515" y="1832"/>
                </a:lnTo>
                <a:lnTo>
                  <a:pt x="4568" y="913"/>
                </a:lnTo>
                <a:lnTo>
                  <a:pt x="4609" y="201"/>
                </a:lnTo>
                <a:lnTo>
                  <a:pt x="997" y="0"/>
                </a:lnTo>
                <a:lnTo>
                  <a:pt x="884" y="1610"/>
                </a:lnTo>
                <a:lnTo>
                  <a:pt x="301" y="2375"/>
                </a:lnTo>
                <a:lnTo>
                  <a:pt x="0" y="3060"/>
                </a:lnTo>
                <a:lnTo>
                  <a:pt x="66" y="4564"/>
                </a:lnTo>
                <a:lnTo>
                  <a:pt x="112" y="4771"/>
                </a:lnTo>
                <a:lnTo>
                  <a:pt x="112" y="5617"/>
                </a:lnTo>
                <a:close/>
              </a:path>
            </a:pathLst>
          </a:custGeom>
          <a:solidFill>
            <a:srgbClr val="5F5F5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62" name="object 362"/>
          <p:cNvSpPr/>
          <p:nvPr/>
        </p:nvSpPr>
        <p:spPr>
          <a:xfrm>
            <a:off x="5622806" y="1692659"/>
            <a:ext cx="11402" cy="6261"/>
          </a:xfrm>
          <a:custGeom>
            <a:avLst/>
            <a:gdLst/>
            <a:ahLst/>
            <a:cxnLst/>
            <a:rect l="l" t="t" r="r" b="b"/>
            <a:pathLst>
              <a:path w="11402" h="6261">
                <a:moveTo>
                  <a:pt x="4609" y="201"/>
                </a:moveTo>
                <a:lnTo>
                  <a:pt x="4568" y="913"/>
                </a:lnTo>
                <a:lnTo>
                  <a:pt x="4515" y="1832"/>
                </a:lnTo>
                <a:lnTo>
                  <a:pt x="7507" y="3341"/>
                </a:lnTo>
                <a:lnTo>
                  <a:pt x="11402" y="4650"/>
                </a:lnTo>
                <a:lnTo>
                  <a:pt x="9520" y="6060"/>
                </a:lnTo>
                <a:lnTo>
                  <a:pt x="6811" y="6261"/>
                </a:lnTo>
                <a:lnTo>
                  <a:pt x="3104" y="5416"/>
                </a:lnTo>
                <a:lnTo>
                  <a:pt x="112" y="5617"/>
                </a:lnTo>
                <a:lnTo>
                  <a:pt x="112" y="4771"/>
                </a:lnTo>
                <a:lnTo>
                  <a:pt x="66" y="4564"/>
                </a:lnTo>
                <a:lnTo>
                  <a:pt x="0" y="3060"/>
                </a:lnTo>
                <a:lnTo>
                  <a:pt x="301" y="2375"/>
                </a:lnTo>
                <a:lnTo>
                  <a:pt x="884" y="1610"/>
                </a:lnTo>
                <a:lnTo>
                  <a:pt x="997" y="0"/>
                </a:lnTo>
                <a:lnTo>
                  <a:pt x="4609" y="201"/>
                </a:lnTo>
                <a:close/>
              </a:path>
            </a:pathLst>
          </a:custGeom>
          <a:ln w="31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63" name="object 363"/>
          <p:cNvSpPr/>
          <p:nvPr/>
        </p:nvSpPr>
        <p:spPr>
          <a:xfrm>
            <a:off x="5626607" y="1694894"/>
            <a:ext cx="3424" cy="1952"/>
          </a:xfrm>
          <a:custGeom>
            <a:avLst/>
            <a:gdLst/>
            <a:ahLst/>
            <a:cxnLst/>
            <a:rect l="l" t="t" r="r" b="b"/>
            <a:pathLst>
              <a:path w="3424" h="1952">
                <a:moveTo>
                  <a:pt x="865" y="0"/>
                </a:moveTo>
                <a:lnTo>
                  <a:pt x="0" y="1026"/>
                </a:lnTo>
                <a:lnTo>
                  <a:pt x="3066" y="1952"/>
                </a:lnTo>
                <a:lnTo>
                  <a:pt x="3424" y="1247"/>
                </a:lnTo>
                <a:lnTo>
                  <a:pt x="865" y="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64" name="object 364"/>
          <p:cNvSpPr/>
          <p:nvPr/>
        </p:nvSpPr>
        <p:spPr>
          <a:xfrm>
            <a:off x="5629994" y="1696263"/>
            <a:ext cx="3857" cy="1187"/>
          </a:xfrm>
          <a:custGeom>
            <a:avLst/>
            <a:gdLst/>
            <a:ahLst/>
            <a:cxnLst/>
            <a:rect l="l" t="t" r="r" b="b"/>
            <a:pathLst>
              <a:path w="3857" h="1187">
                <a:moveTo>
                  <a:pt x="451" y="0"/>
                </a:moveTo>
                <a:lnTo>
                  <a:pt x="0" y="563"/>
                </a:lnTo>
                <a:lnTo>
                  <a:pt x="1900" y="1086"/>
                </a:lnTo>
                <a:lnTo>
                  <a:pt x="2784" y="1187"/>
                </a:lnTo>
                <a:lnTo>
                  <a:pt x="3857" y="1127"/>
                </a:lnTo>
                <a:lnTo>
                  <a:pt x="2728" y="523"/>
                </a:lnTo>
                <a:lnTo>
                  <a:pt x="451" y="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65" name="object 365"/>
          <p:cNvSpPr/>
          <p:nvPr/>
        </p:nvSpPr>
        <p:spPr>
          <a:xfrm>
            <a:off x="5622900" y="1694894"/>
            <a:ext cx="11044" cy="3704"/>
          </a:xfrm>
          <a:custGeom>
            <a:avLst/>
            <a:gdLst/>
            <a:ahLst/>
            <a:cxnLst/>
            <a:rect l="l" t="t" r="r" b="b"/>
            <a:pathLst>
              <a:path w="11044" h="3704">
                <a:moveTo>
                  <a:pt x="0" y="764"/>
                </a:moveTo>
                <a:lnTo>
                  <a:pt x="0" y="2335"/>
                </a:lnTo>
                <a:lnTo>
                  <a:pt x="809" y="2576"/>
                </a:lnTo>
                <a:lnTo>
                  <a:pt x="2803" y="2858"/>
                </a:lnTo>
                <a:lnTo>
                  <a:pt x="3593" y="2958"/>
                </a:lnTo>
                <a:lnTo>
                  <a:pt x="4911" y="3462"/>
                </a:lnTo>
                <a:lnTo>
                  <a:pt x="6397" y="3704"/>
                </a:lnTo>
                <a:lnTo>
                  <a:pt x="9106" y="3704"/>
                </a:lnTo>
                <a:lnTo>
                  <a:pt x="11044" y="3140"/>
                </a:lnTo>
                <a:lnTo>
                  <a:pt x="11044" y="2576"/>
                </a:lnTo>
                <a:lnTo>
                  <a:pt x="9595" y="2737"/>
                </a:lnTo>
                <a:lnTo>
                  <a:pt x="7281" y="2375"/>
                </a:lnTo>
                <a:lnTo>
                  <a:pt x="5945" y="2053"/>
                </a:lnTo>
                <a:lnTo>
                  <a:pt x="3387" y="1167"/>
                </a:lnTo>
                <a:lnTo>
                  <a:pt x="2295" y="1026"/>
                </a:lnTo>
                <a:lnTo>
                  <a:pt x="1204" y="603"/>
                </a:lnTo>
                <a:lnTo>
                  <a:pt x="658" y="0"/>
                </a:lnTo>
                <a:lnTo>
                  <a:pt x="0" y="764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66" name="object 366"/>
          <p:cNvSpPr/>
          <p:nvPr/>
        </p:nvSpPr>
        <p:spPr>
          <a:xfrm>
            <a:off x="5623672" y="1692780"/>
            <a:ext cx="3612" cy="3019"/>
          </a:xfrm>
          <a:custGeom>
            <a:avLst/>
            <a:gdLst/>
            <a:ahLst/>
            <a:cxnLst/>
            <a:rect l="l" t="t" r="r" b="b"/>
            <a:pathLst>
              <a:path w="3612" h="3019">
                <a:moveTo>
                  <a:pt x="3518" y="201"/>
                </a:moveTo>
                <a:lnTo>
                  <a:pt x="319" y="0"/>
                </a:lnTo>
                <a:lnTo>
                  <a:pt x="244" y="1569"/>
                </a:lnTo>
                <a:lnTo>
                  <a:pt x="0" y="1972"/>
                </a:lnTo>
                <a:lnTo>
                  <a:pt x="432" y="2576"/>
                </a:lnTo>
                <a:lnTo>
                  <a:pt x="1693" y="3019"/>
                </a:lnTo>
                <a:lnTo>
                  <a:pt x="2803" y="3019"/>
                </a:lnTo>
                <a:lnTo>
                  <a:pt x="3612" y="2013"/>
                </a:lnTo>
                <a:lnTo>
                  <a:pt x="3405" y="1690"/>
                </a:lnTo>
                <a:lnTo>
                  <a:pt x="3518" y="201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67" name="object 367"/>
          <p:cNvSpPr/>
          <p:nvPr/>
        </p:nvSpPr>
        <p:spPr>
          <a:xfrm>
            <a:off x="5623014" y="1681687"/>
            <a:ext cx="4816" cy="12522"/>
          </a:xfrm>
          <a:custGeom>
            <a:avLst/>
            <a:gdLst/>
            <a:ahLst/>
            <a:cxnLst/>
            <a:rect l="l" t="t" r="r" b="b"/>
            <a:pathLst>
              <a:path w="4816" h="12522">
                <a:moveTo>
                  <a:pt x="4696" y="9985"/>
                </a:moveTo>
                <a:lnTo>
                  <a:pt x="4816" y="0"/>
                </a:lnTo>
                <a:lnTo>
                  <a:pt x="394" y="261"/>
                </a:lnTo>
                <a:lnTo>
                  <a:pt x="93" y="4509"/>
                </a:lnTo>
                <a:lnTo>
                  <a:pt x="107" y="5119"/>
                </a:lnTo>
                <a:lnTo>
                  <a:pt x="169" y="8012"/>
                </a:lnTo>
                <a:lnTo>
                  <a:pt x="117" y="9217"/>
                </a:lnTo>
                <a:lnTo>
                  <a:pt x="0" y="11958"/>
                </a:lnTo>
                <a:lnTo>
                  <a:pt x="4666" y="12522"/>
                </a:lnTo>
                <a:lnTo>
                  <a:pt x="4696" y="9985"/>
                </a:lnTo>
                <a:close/>
              </a:path>
            </a:pathLst>
          </a:custGeom>
          <a:solidFill>
            <a:srgbClr val="5F5F5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68" name="object 368"/>
          <p:cNvSpPr/>
          <p:nvPr/>
        </p:nvSpPr>
        <p:spPr>
          <a:xfrm>
            <a:off x="5623014" y="1681687"/>
            <a:ext cx="4816" cy="12522"/>
          </a:xfrm>
          <a:custGeom>
            <a:avLst/>
            <a:gdLst/>
            <a:ahLst/>
            <a:cxnLst/>
            <a:rect l="l" t="t" r="r" b="b"/>
            <a:pathLst>
              <a:path w="4816" h="12522">
                <a:moveTo>
                  <a:pt x="4696" y="9985"/>
                </a:moveTo>
                <a:lnTo>
                  <a:pt x="4666" y="12522"/>
                </a:lnTo>
                <a:lnTo>
                  <a:pt x="0" y="11958"/>
                </a:lnTo>
                <a:lnTo>
                  <a:pt x="117" y="9217"/>
                </a:lnTo>
                <a:lnTo>
                  <a:pt x="169" y="8012"/>
                </a:lnTo>
                <a:lnTo>
                  <a:pt x="107" y="5119"/>
                </a:lnTo>
                <a:lnTo>
                  <a:pt x="93" y="4509"/>
                </a:lnTo>
                <a:lnTo>
                  <a:pt x="394" y="261"/>
                </a:lnTo>
                <a:lnTo>
                  <a:pt x="4816" y="0"/>
                </a:lnTo>
                <a:lnTo>
                  <a:pt x="4696" y="9985"/>
                </a:lnTo>
                <a:close/>
              </a:path>
            </a:pathLst>
          </a:custGeom>
          <a:ln w="30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69" name="object 369"/>
          <p:cNvSpPr/>
          <p:nvPr/>
        </p:nvSpPr>
        <p:spPr>
          <a:xfrm>
            <a:off x="5623409" y="1681868"/>
            <a:ext cx="4157" cy="12018"/>
          </a:xfrm>
          <a:custGeom>
            <a:avLst/>
            <a:gdLst/>
            <a:ahLst/>
            <a:cxnLst/>
            <a:rect l="l" t="t" r="r" b="b"/>
            <a:pathLst>
              <a:path w="4157" h="12018">
                <a:moveTo>
                  <a:pt x="376" y="382"/>
                </a:moveTo>
                <a:lnTo>
                  <a:pt x="0" y="3945"/>
                </a:lnTo>
                <a:lnTo>
                  <a:pt x="75" y="6804"/>
                </a:lnTo>
                <a:lnTo>
                  <a:pt x="75" y="11173"/>
                </a:lnTo>
                <a:lnTo>
                  <a:pt x="2107" y="12018"/>
                </a:lnTo>
                <a:lnTo>
                  <a:pt x="3913" y="12018"/>
                </a:lnTo>
                <a:lnTo>
                  <a:pt x="4157" y="0"/>
                </a:lnTo>
                <a:lnTo>
                  <a:pt x="376" y="382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70" name="object 370"/>
          <p:cNvSpPr/>
          <p:nvPr/>
        </p:nvSpPr>
        <p:spPr>
          <a:xfrm>
            <a:off x="5625516" y="1694431"/>
            <a:ext cx="10178" cy="6281"/>
          </a:xfrm>
          <a:custGeom>
            <a:avLst/>
            <a:gdLst/>
            <a:ahLst/>
            <a:cxnLst/>
            <a:rect l="l" t="t" r="r" b="b"/>
            <a:pathLst>
              <a:path w="10178" h="6281">
                <a:moveTo>
                  <a:pt x="6924" y="6281"/>
                </a:moveTo>
                <a:lnTo>
                  <a:pt x="9689" y="6080"/>
                </a:lnTo>
                <a:lnTo>
                  <a:pt x="10178" y="4006"/>
                </a:lnTo>
                <a:lnTo>
                  <a:pt x="7638" y="3362"/>
                </a:lnTo>
                <a:lnTo>
                  <a:pt x="4609" y="1832"/>
                </a:lnTo>
                <a:lnTo>
                  <a:pt x="4650" y="1121"/>
                </a:lnTo>
                <a:lnTo>
                  <a:pt x="4703" y="222"/>
                </a:lnTo>
                <a:lnTo>
                  <a:pt x="1053" y="0"/>
                </a:lnTo>
                <a:lnTo>
                  <a:pt x="922" y="1650"/>
                </a:lnTo>
                <a:lnTo>
                  <a:pt x="357" y="2395"/>
                </a:lnTo>
                <a:lnTo>
                  <a:pt x="0" y="3060"/>
                </a:lnTo>
                <a:lnTo>
                  <a:pt x="77" y="4571"/>
                </a:lnTo>
                <a:lnTo>
                  <a:pt x="131" y="4771"/>
                </a:lnTo>
                <a:lnTo>
                  <a:pt x="131" y="5637"/>
                </a:lnTo>
                <a:lnTo>
                  <a:pt x="3198" y="5416"/>
                </a:lnTo>
                <a:lnTo>
                  <a:pt x="6924" y="6281"/>
                </a:lnTo>
                <a:close/>
              </a:path>
            </a:pathLst>
          </a:custGeom>
          <a:solidFill>
            <a:srgbClr val="5F5F5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71" name="object 371"/>
          <p:cNvSpPr/>
          <p:nvPr/>
        </p:nvSpPr>
        <p:spPr>
          <a:xfrm>
            <a:off x="5625516" y="1694431"/>
            <a:ext cx="10178" cy="6281"/>
          </a:xfrm>
          <a:custGeom>
            <a:avLst/>
            <a:gdLst/>
            <a:ahLst/>
            <a:cxnLst/>
            <a:rect l="l" t="t" r="r" b="b"/>
            <a:pathLst>
              <a:path w="10178" h="6281">
                <a:moveTo>
                  <a:pt x="4703" y="222"/>
                </a:moveTo>
                <a:lnTo>
                  <a:pt x="4650" y="1121"/>
                </a:lnTo>
                <a:lnTo>
                  <a:pt x="4609" y="1832"/>
                </a:lnTo>
                <a:lnTo>
                  <a:pt x="7638" y="3362"/>
                </a:lnTo>
                <a:lnTo>
                  <a:pt x="10178" y="4006"/>
                </a:lnTo>
                <a:lnTo>
                  <a:pt x="9689" y="6080"/>
                </a:lnTo>
                <a:lnTo>
                  <a:pt x="6924" y="6281"/>
                </a:lnTo>
                <a:lnTo>
                  <a:pt x="3198" y="5416"/>
                </a:lnTo>
                <a:lnTo>
                  <a:pt x="131" y="5637"/>
                </a:lnTo>
                <a:lnTo>
                  <a:pt x="131" y="4771"/>
                </a:lnTo>
                <a:lnTo>
                  <a:pt x="77" y="4571"/>
                </a:lnTo>
                <a:lnTo>
                  <a:pt x="0" y="3060"/>
                </a:lnTo>
                <a:lnTo>
                  <a:pt x="357" y="2395"/>
                </a:lnTo>
                <a:lnTo>
                  <a:pt x="922" y="1650"/>
                </a:lnTo>
                <a:lnTo>
                  <a:pt x="1053" y="0"/>
                </a:lnTo>
                <a:lnTo>
                  <a:pt x="4703" y="222"/>
                </a:lnTo>
                <a:close/>
              </a:path>
            </a:pathLst>
          </a:custGeom>
          <a:ln w="31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72" name="object 372"/>
          <p:cNvSpPr/>
          <p:nvPr/>
        </p:nvSpPr>
        <p:spPr>
          <a:xfrm>
            <a:off x="5629411" y="1696666"/>
            <a:ext cx="3461" cy="1952"/>
          </a:xfrm>
          <a:custGeom>
            <a:avLst/>
            <a:gdLst/>
            <a:ahLst/>
            <a:cxnLst/>
            <a:rect l="l" t="t" r="r" b="b"/>
            <a:pathLst>
              <a:path w="3461" h="1952">
                <a:moveTo>
                  <a:pt x="865" y="0"/>
                </a:moveTo>
                <a:lnTo>
                  <a:pt x="0" y="1066"/>
                </a:lnTo>
                <a:lnTo>
                  <a:pt x="3085" y="1952"/>
                </a:lnTo>
                <a:lnTo>
                  <a:pt x="3461" y="1247"/>
                </a:lnTo>
                <a:lnTo>
                  <a:pt x="865" y="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73" name="object 373"/>
          <p:cNvSpPr/>
          <p:nvPr/>
        </p:nvSpPr>
        <p:spPr>
          <a:xfrm>
            <a:off x="5632835" y="1698075"/>
            <a:ext cx="3913" cy="1167"/>
          </a:xfrm>
          <a:custGeom>
            <a:avLst/>
            <a:gdLst/>
            <a:ahLst/>
            <a:cxnLst/>
            <a:rect l="l" t="t" r="r" b="b"/>
            <a:pathLst>
              <a:path w="3913" h="1167">
                <a:moveTo>
                  <a:pt x="451" y="0"/>
                </a:moveTo>
                <a:lnTo>
                  <a:pt x="0" y="543"/>
                </a:lnTo>
                <a:lnTo>
                  <a:pt x="1918" y="1046"/>
                </a:lnTo>
                <a:lnTo>
                  <a:pt x="2822" y="1167"/>
                </a:lnTo>
                <a:lnTo>
                  <a:pt x="3913" y="1086"/>
                </a:lnTo>
                <a:lnTo>
                  <a:pt x="2765" y="502"/>
                </a:lnTo>
                <a:lnTo>
                  <a:pt x="451" y="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74" name="object 374"/>
          <p:cNvSpPr/>
          <p:nvPr/>
        </p:nvSpPr>
        <p:spPr>
          <a:xfrm>
            <a:off x="5625648" y="1696666"/>
            <a:ext cx="11175" cy="3724"/>
          </a:xfrm>
          <a:custGeom>
            <a:avLst/>
            <a:gdLst/>
            <a:ahLst/>
            <a:cxnLst/>
            <a:rect l="l" t="t" r="r" b="b"/>
            <a:pathLst>
              <a:path w="11175" h="3724">
                <a:moveTo>
                  <a:pt x="0" y="784"/>
                </a:moveTo>
                <a:lnTo>
                  <a:pt x="0" y="2355"/>
                </a:lnTo>
                <a:lnTo>
                  <a:pt x="828" y="2596"/>
                </a:lnTo>
                <a:lnTo>
                  <a:pt x="2822" y="2858"/>
                </a:lnTo>
                <a:lnTo>
                  <a:pt x="3631" y="2999"/>
                </a:lnTo>
                <a:lnTo>
                  <a:pt x="4948" y="3482"/>
                </a:lnTo>
                <a:lnTo>
                  <a:pt x="6471" y="3724"/>
                </a:lnTo>
                <a:lnTo>
                  <a:pt x="9237" y="3724"/>
                </a:lnTo>
                <a:lnTo>
                  <a:pt x="11175" y="3140"/>
                </a:lnTo>
                <a:lnTo>
                  <a:pt x="11175" y="2596"/>
                </a:lnTo>
                <a:lnTo>
                  <a:pt x="9727" y="2757"/>
                </a:lnTo>
                <a:lnTo>
                  <a:pt x="7356" y="2395"/>
                </a:lnTo>
                <a:lnTo>
                  <a:pt x="6020" y="2073"/>
                </a:lnTo>
                <a:lnTo>
                  <a:pt x="3442" y="1167"/>
                </a:lnTo>
                <a:lnTo>
                  <a:pt x="2314" y="1066"/>
                </a:lnTo>
                <a:lnTo>
                  <a:pt x="1223" y="623"/>
                </a:lnTo>
                <a:lnTo>
                  <a:pt x="639" y="0"/>
                </a:lnTo>
                <a:lnTo>
                  <a:pt x="0" y="784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75" name="object 375"/>
          <p:cNvSpPr/>
          <p:nvPr/>
        </p:nvSpPr>
        <p:spPr>
          <a:xfrm>
            <a:off x="5626400" y="1694572"/>
            <a:ext cx="3706" cy="2999"/>
          </a:xfrm>
          <a:custGeom>
            <a:avLst/>
            <a:gdLst/>
            <a:ahLst/>
            <a:cxnLst/>
            <a:rect l="l" t="t" r="r" b="b"/>
            <a:pathLst>
              <a:path w="3706" h="2999">
                <a:moveTo>
                  <a:pt x="3574" y="201"/>
                </a:moveTo>
                <a:lnTo>
                  <a:pt x="338" y="0"/>
                </a:lnTo>
                <a:lnTo>
                  <a:pt x="263" y="1569"/>
                </a:lnTo>
                <a:lnTo>
                  <a:pt x="0" y="1972"/>
                </a:lnTo>
                <a:lnTo>
                  <a:pt x="470" y="2556"/>
                </a:lnTo>
                <a:lnTo>
                  <a:pt x="1730" y="2999"/>
                </a:lnTo>
                <a:lnTo>
                  <a:pt x="2859" y="2999"/>
                </a:lnTo>
                <a:lnTo>
                  <a:pt x="3706" y="2013"/>
                </a:lnTo>
                <a:lnTo>
                  <a:pt x="3461" y="1670"/>
                </a:lnTo>
                <a:lnTo>
                  <a:pt x="3574" y="201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76" name="object 376"/>
          <p:cNvSpPr/>
          <p:nvPr/>
        </p:nvSpPr>
        <p:spPr>
          <a:xfrm>
            <a:off x="5608112" y="1694410"/>
            <a:ext cx="13866" cy="5919"/>
          </a:xfrm>
          <a:custGeom>
            <a:avLst/>
            <a:gdLst/>
            <a:ahLst/>
            <a:cxnLst/>
            <a:rect l="l" t="t" r="r" b="b"/>
            <a:pathLst>
              <a:path w="13866" h="5919">
                <a:moveTo>
                  <a:pt x="13866" y="1328"/>
                </a:moveTo>
                <a:lnTo>
                  <a:pt x="10761" y="0"/>
                </a:lnTo>
                <a:lnTo>
                  <a:pt x="3104" y="0"/>
                </a:lnTo>
                <a:lnTo>
                  <a:pt x="0" y="1328"/>
                </a:lnTo>
                <a:lnTo>
                  <a:pt x="0" y="4590"/>
                </a:lnTo>
                <a:lnTo>
                  <a:pt x="3104" y="5919"/>
                </a:lnTo>
                <a:lnTo>
                  <a:pt x="10761" y="5919"/>
                </a:lnTo>
                <a:lnTo>
                  <a:pt x="13866" y="4590"/>
                </a:lnTo>
                <a:lnTo>
                  <a:pt x="13866" y="1328"/>
                </a:lnTo>
                <a:close/>
              </a:path>
            </a:pathLst>
          </a:custGeom>
          <a:solidFill>
            <a:srgbClr val="5F5F5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77" name="object 377"/>
          <p:cNvSpPr/>
          <p:nvPr/>
        </p:nvSpPr>
        <p:spPr>
          <a:xfrm>
            <a:off x="5608112" y="1694410"/>
            <a:ext cx="13866" cy="5919"/>
          </a:xfrm>
          <a:custGeom>
            <a:avLst/>
            <a:gdLst/>
            <a:ahLst/>
            <a:cxnLst/>
            <a:rect l="l" t="t" r="r" b="b"/>
            <a:pathLst>
              <a:path w="13866" h="5919">
                <a:moveTo>
                  <a:pt x="13866" y="1328"/>
                </a:moveTo>
                <a:lnTo>
                  <a:pt x="13866" y="2959"/>
                </a:lnTo>
                <a:lnTo>
                  <a:pt x="13866" y="4590"/>
                </a:lnTo>
                <a:lnTo>
                  <a:pt x="10761" y="5919"/>
                </a:lnTo>
                <a:lnTo>
                  <a:pt x="3104" y="5919"/>
                </a:lnTo>
                <a:lnTo>
                  <a:pt x="0" y="4590"/>
                </a:lnTo>
                <a:lnTo>
                  <a:pt x="0" y="2959"/>
                </a:lnTo>
                <a:lnTo>
                  <a:pt x="0" y="1328"/>
                </a:lnTo>
                <a:lnTo>
                  <a:pt x="3104" y="0"/>
                </a:lnTo>
                <a:lnTo>
                  <a:pt x="10761" y="0"/>
                </a:lnTo>
                <a:lnTo>
                  <a:pt x="13866" y="1328"/>
                </a:lnTo>
                <a:close/>
              </a:path>
            </a:pathLst>
          </a:custGeom>
          <a:ln w="31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78" name="object 378"/>
          <p:cNvSpPr/>
          <p:nvPr/>
        </p:nvSpPr>
        <p:spPr>
          <a:xfrm>
            <a:off x="5613117" y="1682996"/>
            <a:ext cx="3800" cy="13206"/>
          </a:xfrm>
          <a:custGeom>
            <a:avLst/>
            <a:gdLst/>
            <a:ahLst/>
            <a:cxnLst/>
            <a:rect l="l" t="t" r="r" b="b"/>
            <a:pathLst>
              <a:path w="3800" h="13206">
                <a:moveTo>
                  <a:pt x="3800" y="13206"/>
                </a:moveTo>
                <a:lnTo>
                  <a:pt x="3800" y="0"/>
                </a:lnTo>
                <a:lnTo>
                  <a:pt x="0" y="0"/>
                </a:lnTo>
                <a:lnTo>
                  <a:pt x="0" y="13206"/>
                </a:lnTo>
                <a:lnTo>
                  <a:pt x="3800" y="13206"/>
                </a:lnTo>
                <a:close/>
              </a:path>
            </a:pathLst>
          </a:custGeom>
          <a:solidFill>
            <a:srgbClr val="5F5F5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79" name="object 379"/>
          <p:cNvSpPr/>
          <p:nvPr/>
        </p:nvSpPr>
        <p:spPr>
          <a:xfrm>
            <a:off x="5612967" y="1689599"/>
            <a:ext cx="4101" cy="0"/>
          </a:xfrm>
          <a:custGeom>
            <a:avLst/>
            <a:gdLst/>
            <a:ahLst/>
            <a:cxnLst/>
            <a:rect l="l" t="t" r="r" b="b"/>
            <a:pathLst>
              <a:path w="4101" h="0">
                <a:moveTo>
                  <a:pt x="0" y="0"/>
                </a:moveTo>
                <a:lnTo>
                  <a:pt x="4101" y="0"/>
                </a:lnTo>
              </a:path>
            </a:pathLst>
          </a:custGeom>
          <a:ln w="1479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80" name="object 380"/>
          <p:cNvSpPr/>
          <p:nvPr/>
        </p:nvSpPr>
        <p:spPr>
          <a:xfrm>
            <a:off x="5606889" y="1678164"/>
            <a:ext cx="18231" cy="6824"/>
          </a:xfrm>
          <a:custGeom>
            <a:avLst/>
            <a:gdLst/>
            <a:ahLst/>
            <a:cxnLst/>
            <a:rect l="l" t="t" r="r" b="b"/>
            <a:pathLst>
              <a:path w="18231" h="6824">
                <a:moveTo>
                  <a:pt x="18231" y="3563"/>
                </a:moveTo>
                <a:lnTo>
                  <a:pt x="10291" y="0"/>
                </a:lnTo>
                <a:lnTo>
                  <a:pt x="0" y="181"/>
                </a:lnTo>
                <a:lnTo>
                  <a:pt x="300" y="5093"/>
                </a:lnTo>
                <a:lnTo>
                  <a:pt x="5493" y="6824"/>
                </a:lnTo>
                <a:lnTo>
                  <a:pt x="12116" y="6824"/>
                </a:lnTo>
                <a:lnTo>
                  <a:pt x="18118" y="5677"/>
                </a:lnTo>
                <a:lnTo>
                  <a:pt x="18231" y="3563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81" name="object 381"/>
          <p:cNvSpPr/>
          <p:nvPr/>
        </p:nvSpPr>
        <p:spPr>
          <a:xfrm>
            <a:off x="5606889" y="1678164"/>
            <a:ext cx="18231" cy="6824"/>
          </a:xfrm>
          <a:custGeom>
            <a:avLst/>
            <a:gdLst/>
            <a:ahLst/>
            <a:cxnLst/>
            <a:rect l="l" t="t" r="r" b="b"/>
            <a:pathLst>
              <a:path w="18231" h="6824">
                <a:moveTo>
                  <a:pt x="18231" y="3563"/>
                </a:moveTo>
                <a:lnTo>
                  <a:pt x="18118" y="5677"/>
                </a:lnTo>
                <a:lnTo>
                  <a:pt x="12116" y="6824"/>
                </a:lnTo>
                <a:lnTo>
                  <a:pt x="5493" y="6824"/>
                </a:lnTo>
                <a:lnTo>
                  <a:pt x="300" y="5093"/>
                </a:lnTo>
                <a:lnTo>
                  <a:pt x="0" y="181"/>
                </a:lnTo>
                <a:lnTo>
                  <a:pt x="10291" y="0"/>
                </a:lnTo>
                <a:lnTo>
                  <a:pt x="18231" y="3563"/>
                </a:lnTo>
                <a:close/>
              </a:path>
            </a:pathLst>
          </a:custGeom>
          <a:ln w="31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82" name="object 382"/>
          <p:cNvSpPr/>
          <p:nvPr/>
        </p:nvSpPr>
        <p:spPr>
          <a:xfrm>
            <a:off x="5607284" y="1680761"/>
            <a:ext cx="17385" cy="3905"/>
          </a:xfrm>
          <a:custGeom>
            <a:avLst/>
            <a:gdLst/>
            <a:ahLst/>
            <a:cxnLst/>
            <a:rect l="l" t="t" r="r" b="b"/>
            <a:pathLst>
              <a:path w="17385" h="3905">
                <a:moveTo>
                  <a:pt x="17290" y="2858"/>
                </a:moveTo>
                <a:lnTo>
                  <a:pt x="17385" y="1328"/>
                </a:lnTo>
                <a:lnTo>
                  <a:pt x="11796" y="2194"/>
                </a:lnTo>
                <a:lnTo>
                  <a:pt x="4665" y="2093"/>
                </a:lnTo>
                <a:lnTo>
                  <a:pt x="0" y="0"/>
                </a:lnTo>
                <a:lnTo>
                  <a:pt x="0" y="2093"/>
                </a:lnTo>
                <a:lnTo>
                  <a:pt x="4873" y="3905"/>
                </a:lnTo>
                <a:lnTo>
                  <a:pt x="11890" y="3905"/>
                </a:lnTo>
                <a:lnTo>
                  <a:pt x="17290" y="2858"/>
                </a:lnTo>
                <a:close/>
              </a:path>
            </a:pathLst>
          </a:custGeom>
          <a:solidFill>
            <a:srgbClr val="5F5F5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83" name="object 383"/>
          <p:cNvSpPr/>
          <p:nvPr/>
        </p:nvSpPr>
        <p:spPr>
          <a:xfrm>
            <a:off x="5606475" y="1670977"/>
            <a:ext cx="24703" cy="24621"/>
          </a:xfrm>
          <a:custGeom>
            <a:avLst/>
            <a:gdLst/>
            <a:ahLst/>
            <a:cxnLst/>
            <a:rect l="l" t="t" r="r" b="b"/>
            <a:pathLst>
              <a:path w="24703" h="24621">
                <a:moveTo>
                  <a:pt x="19115" y="24057"/>
                </a:moveTo>
                <a:lnTo>
                  <a:pt x="21918" y="24621"/>
                </a:lnTo>
                <a:lnTo>
                  <a:pt x="24703" y="24561"/>
                </a:lnTo>
                <a:lnTo>
                  <a:pt x="24590" y="22105"/>
                </a:lnTo>
                <a:lnTo>
                  <a:pt x="24590" y="13931"/>
                </a:lnTo>
                <a:lnTo>
                  <a:pt x="24543" y="13048"/>
                </a:lnTo>
                <a:lnTo>
                  <a:pt x="24459" y="11455"/>
                </a:lnTo>
                <a:lnTo>
                  <a:pt x="24473" y="10440"/>
                </a:lnTo>
                <a:lnTo>
                  <a:pt x="24496" y="8817"/>
                </a:lnTo>
                <a:lnTo>
                  <a:pt x="23330" y="5596"/>
                </a:lnTo>
                <a:lnTo>
                  <a:pt x="22031" y="4912"/>
                </a:lnTo>
                <a:lnTo>
                  <a:pt x="19077" y="3764"/>
                </a:lnTo>
                <a:lnTo>
                  <a:pt x="14731" y="2636"/>
                </a:lnTo>
                <a:lnTo>
                  <a:pt x="13904" y="2556"/>
                </a:lnTo>
                <a:lnTo>
                  <a:pt x="13320" y="2636"/>
                </a:lnTo>
                <a:lnTo>
                  <a:pt x="13188" y="2395"/>
                </a:lnTo>
                <a:lnTo>
                  <a:pt x="12944" y="2154"/>
                </a:lnTo>
                <a:lnTo>
                  <a:pt x="12662" y="2214"/>
                </a:lnTo>
                <a:lnTo>
                  <a:pt x="12286" y="2234"/>
                </a:lnTo>
                <a:lnTo>
                  <a:pt x="12135" y="1771"/>
                </a:lnTo>
                <a:lnTo>
                  <a:pt x="11815" y="1510"/>
                </a:lnTo>
                <a:lnTo>
                  <a:pt x="11458" y="1449"/>
                </a:lnTo>
                <a:lnTo>
                  <a:pt x="11025" y="1449"/>
                </a:lnTo>
                <a:lnTo>
                  <a:pt x="11081" y="1046"/>
                </a:lnTo>
                <a:lnTo>
                  <a:pt x="10573" y="0"/>
                </a:lnTo>
                <a:lnTo>
                  <a:pt x="451" y="281"/>
                </a:lnTo>
                <a:lnTo>
                  <a:pt x="489" y="1409"/>
                </a:lnTo>
                <a:lnTo>
                  <a:pt x="301" y="2395"/>
                </a:lnTo>
                <a:lnTo>
                  <a:pt x="150" y="3100"/>
                </a:lnTo>
                <a:lnTo>
                  <a:pt x="0" y="6261"/>
                </a:lnTo>
                <a:lnTo>
                  <a:pt x="2822" y="8535"/>
                </a:lnTo>
                <a:lnTo>
                  <a:pt x="5587" y="10287"/>
                </a:lnTo>
                <a:lnTo>
                  <a:pt x="8428" y="10488"/>
                </a:lnTo>
                <a:lnTo>
                  <a:pt x="9426" y="10367"/>
                </a:lnTo>
                <a:lnTo>
                  <a:pt x="10348" y="10287"/>
                </a:lnTo>
                <a:lnTo>
                  <a:pt x="11025" y="10669"/>
                </a:lnTo>
                <a:lnTo>
                  <a:pt x="12342" y="10589"/>
                </a:lnTo>
                <a:lnTo>
                  <a:pt x="17629" y="11394"/>
                </a:lnTo>
                <a:lnTo>
                  <a:pt x="19059" y="11576"/>
                </a:lnTo>
                <a:lnTo>
                  <a:pt x="18965" y="12170"/>
                </a:lnTo>
                <a:lnTo>
                  <a:pt x="18532" y="14918"/>
                </a:lnTo>
                <a:lnTo>
                  <a:pt x="18795" y="18823"/>
                </a:lnTo>
                <a:lnTo>
                  <a:pt x="18819" y="19014"/>
                </a:lnTo>
                <a:lnTo>
                  <a:pt x="19115" y="21400"/>
                </a:lnTo>
                <a:lnTo>
                  <a:pt x="19115" y="24057"/>
                </a:lnTo>
                <a:close/>
              </a:path>
            </a:pathLst>
          </a:custGeom>
          <a:solidFill>
            <a:srgbClr val="5F5F5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84" name="object 384"/>
          <p:cNvSpPr/>
          <p:nvPr/>
        </p:nvSpPr>
        <p:spPr>
          <a:xfrm>
            <a:off x="5606475" y="1670977"/>
            <a:ext cx="24703" cy="24621"/>
          </a:xfrm>
          <a:custGeom>
            <a:avLst/>
            <a:gdLst/>
            <a:ahLst/>
            <a:cxnLst/>
            <a:rect l="l" t="t" r="r" b="b"/>
            <a:pathLst>
              <a:path w="24703" h="24621">
                <a:moveTo>
                  <a:pt x="10573" y="0"/>
                </a:moveTo>
                <a:lnTo>
                  <a:pt x="11081" y="1046"/>
                </a:lnTo>
                <a:lnTo>
                  <a:pt x="11025" y="1449"/>
                </a:lnTo>
                <a:lnTo>
                  <a:pt x="11458" y="1449"/>
                </a:lnTo>
                <a:lnTo>
                  <a:pt x="11815" y="1510"/>
                </a:lnTo>
                <a:lnTo>
                  <a:pt x="12135" y="1771"/>
                </a:lnTo>
                <a:lnTo>
                  <a:pt x="12286" y="2234"/>
                </a:lnTo>
                <a:lnTo>
                  <a:pt x="12662" y="2214"/>
                </a:lnTo>
                <a:lnTo>
                  <a:pt x="12944" y="2154"/>
                </a:lnTo>
                <a:lnTo>
                  <a:pt x="13188" y="2395"/>
                </a:lnTo>
                <a:lnTo>
                  <a:pt x="13320" y="2636"/>
                </a:lnTo>
                <a:lnTo>
                  <a:pt x="13904" y="2556"/>
                </a:lnTo>
                <a:lnTo>
                  <a:pt x="14731" y="2636"/>
                </a:lnTo>
                <a:lnTo>
                  <a:pt x="19077" y="3764"/>
                </a:lnTo>
                <a:lnTo>
                  <a:pt x="22031" y="4912"/>
                </a:lnTo>
                <a:lnTo>
                  <a:pt x="23330" y="5596"/>
                </a:lnTo>
                <a:lnTo>
                  <a:pt x="24496" y="8817"/>
                </a:lnTo>
                <a:lnTo>
                  <a:pt x="24473" y="10440"/>
                </a:lnTo>
                <a:lnTo>
                  <a:pt x="24459" y="11455"/>
                </a:lnTo>
                <a:lnTo>
                  <a:pt x="24543" y="13048"/>
                </a:lnTo>
                <a:lnTo>
                  <a:pt x="24590" y="13931"/>
                </a:lnTo>
                <a:lnTo>
                  <a:pt x="24590" y="14555"/>
                </a:lnTo>
                <a:lnTo>
                  <a:pt x="24590" y="18078"/>
                </a:lnTo>
                <a:lnTo>
                  <a:pt x="24590" y="22105"/>
                </a:lnTo>
                <a:lnTo>
                  <a:pt x="24703" y="24561"/>
                </a:lnTo>
                <a:lnTo>
                  <a:pt x="21918" y="24621"/>
                </a:lnTo>
                <a:lnTo>
                  <a:pt x="19115" y="24057"/>
                </a:lnTo>
                <a:lnTo>
                  <a:pt x="19115" y="21400"/>
                </a:lnTo>
                <a:lnTo>
                  <a:pt x="18819" y="19014"/>
                </a:lnTo>
                <a:lnTo>
                  <a:pt x="18795" y="18823"/>
                </a:lnTo>
                <a:lnTo>
                  <a:pt x="18532" y="14918"/>
                </a:lnTo>
                <a:lnTo>
                  <a:pt x="18965" y="12170"/>
                </a:lnTo>
                <a:lnTo>
                  <a:pt x="19059" y="11576"/>
                </a:lnTo>
                <a:lnTo>
                  <a:pt x="17629" y="11394"/>
                </a:lnTo>
                <a:lnTo>
                  <a:pt x="12342" y="10589"/>
                </a:lnTo>
                <a:lnTo>
                  <a:pt x="11025" y="10669"/>
                </a:lnTo>
                <a:lnTo>
                  <a:pt x="10348" y="10287"/>
                </a:lnTo>
                <a:lnTo>
                  <a:pt x="9426" y="10367"/>
                </a:lnTo>
                <a:lnTo>
                  <a:pt x="8428" y="10488"/>
                </a:lnTo>
                <a:lnTo>
                  <a:pt x="5587" y="10287"/>
                </a:lnTo>
                <a:lnTo>
                  <a:pt x="2822" y="8535"/>
                </a:lnTo>
                <a:lnTo>
                  <a:pt x="0" y="6261"/>
                </a:lnTo>
                <a:lnTo>
                  <a:pt x="150" y="3100"/>
                </a:lnTo>
                <a:lnTo>
                  <a:pt x="301" y="2395"/>
                </a:lnTo>
                <a:lnTo>
                  <a:pt x="489" y="1409"/>
                </a:lnTo>
                <a:lnTo>
                  <a:pt x="451" y="281"/>
                </a:lnTo>
                <a:lnTo>
                  <a:pt x="10573" y="0"/>
                </a:lnTo>
                <a:close/>
              </a:path>
            </a:pathLst>
          </a:custGeom>
          <a:ln w="31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85" name="object 385"/>
          <p:cNvSpPr/>
          <p:nvPr/>
        </p:nvSpPr>
        <p:spPr>
          <a:xfrm>
            <a:off x="5606626" y="1672024"/>
            <a:ext cx="24289" cy="23373"/>
          </a:xfrm>
          <a:custGeom>
            <a:avLst/>
            <a:gdLst/>
            <a:ahLst/>
            <a:cxnLst/>
            <a:rect l="l" t="t" r="r" b="b"/>
            <a:pathLst>
              <a:path w="24289" h="23373">
                <a:moveTo>
                  <a:pt x="11081" y="8274"/>
                </a:moveTo>
                <a:lnTo>
                  <a:pt x="11947" y="8616"/>
                </a:lnTo>
                <a:lnTo>
                  <a:pt x="12793" y="9301"/>
                </a:lnTo>
                <a:lnTo>
                  <a:pt x="15597" y="9643"/>
                </a:lnTo>
                <a:lnTo>
                  <a:pt x="18363" y="10106"/>
                </a:lnTo>
                <a:lnTo>
                  <a:pt x="19209" y="10327"/>
                </a:lnTo>
                <a:lnTo>
                  <a:pt x="18494" y="14696"/>
                </a:lnTo>
                <a:lnTo>
                  <a:pt x="19040" y="18763"/>
                </a:lnTo>
                <a:lnTo>
                  <a:pt x="19096" y="22729"/>
                </a:lnTo>
                <a:lnTo>
                  <a:pt x="20865" y="23131"/>
                </a:lnTo>
                <a:lnTo>
                  <a:pt x="22426" y="23373"/>
                </a:lnTo>
                <a:lnTo>
                  <a:pt x="24289" y="23313"/>
                </a:lnTo>
                <a:lnTo>
                  <a:pt x="24195" y="17615"/>
                </a:lnTo>
                <a:lnTo>
                  <a:pt x="24195" y="12864"/>
                </a:lnTo>
                <a:lnTo>
                  <a:pt x="23913" y="10227"/>
                </a:lnTo>
                <a:lnTo>
                  <a:pt x="24158" y="8556"/>
                </a:lnTo>
                <a:lnTo>
                  <a:pt x="23988" y="6724"/>
                </a:lnTo>
                <a:lnTo>
                  <a:pt x="23668" y="5536"/>
                </a:lnTo>
                <a:lnTo>
                  <a:pt x="22332" y="4610"/>
                </a:lnTo>
                <a:lnTo>
                  <a:pt x="20658" y="3805"/>
                </a:lnTo>
                <a:lnTo>
                  <a:pt x="17422" y="2657"/>
                </a:lnTo>
                <a:lnTo>
                  <a:pt x="14787" y="1852"/>
                </a:lnTo>
                <a:lnTo>
                  <a:pt x="13339" y="1731"/>
                </a:lnTo>
                <a:lnTo>
                  <a:pt x="12737" y="2657"/>
                </a:lnTo>
                <a:lnTo>
                  <a:pt x="10912" y="3624"/>
                </a:lnTo>
                <a:lnTo>
                  <a:pt x="11890" y="2778"/>
                </a:lnTo>
                <a:lnTo>
                  <a:pt x="12643" y="2315"/>
                </a:lnTo>
                <a:lnTo>
                  <a:pt x="12906" y="1670"/>
                </a:lnTo>
                <a:lnTo>
                  <a:pt x="12793" y="1389"/>
                </a:lnTo>
                <a:lnTo>
                  <a:pt x="12267" y="1389"/>
                </a:lnTo>
                <a:lnTo>
                  <a:pt x="11947" y="1731"/>
                </a:lnTo>
                <a:lnTo>
                  <a:pt x="11626" y="2073"/>
                </a:lnTo>
                <a:lnTo>
                  <a:pt x="10818" y="2416"/>
                </a:lnTo>
                <a:lnTo>
                  <a:pt x="11570" y="1731"/>
                </a:lnTo>
                <a:lnTo>
                  <a:pt x="11890" y="1208"/>
                </a:lnTo>
                <a:lnTo>
                  <a:pt x="11664" y="865"/>
                </a:lnTo>
                <a:lnTo>
                  <a:pt x="11025" y="644"/>
                </a:lnTo>
                <a:lnTo>
                  <a:pt x="10178" y="1449"/>
                </a:lnTo>
                <a:lnTo>
                  <a:pt x="9369" y="1973"/>
                </a:lnTo>
                <a:lnTo>
                  <a:pt x="10329" y="805"/>
                </a:lnTo>
                <a:lnTo>
                  <a:pt x="10648" y="362"/>
                </a:lnTo>
                <a:lnTo>
                  <a:pt x="10648" y="0"/>
                </a:lnTo>
                <a:lnTo>
                  <a:pt x="9839" y="121"/>
                </a:lnTo>
                <a:lnTo>
                  <a:pt x="9106" y="704"/>
                </a:lnTo>
                <a:lnTo>
                  <a:pt x="8616" y="1107"/>
                </a:lnTo>
                <a:lnTo>
                  <a:pt x="6302" y="1328"/>
                </a:lnTo>
                <a:lnTo>
                  <a:pt x="6359" y="704"/>
                </a:lnTo>
                <a:lnTo>
                  <a:pt x="5682" y="463"/>
                </a:lnTo>
                <a:lnTo>
                  <a:pt x="5682" y="1268"/>
                </a:lnTo>
                <a:lnTo>
                  <a:pt x="4985" y="1449"/>
                </a:lnTo>
                <a:lnTo>
                  <a:pt x="3480" y="1670"/>
                </a:lnTo>
                <a:lnTo>
                  <a:pt x="3593" y="805"/>
                </a:lnTo>
                <a:lnTo>
                  <a:pt x="3047" y="805"/>
                </a:lnTo>
                <a:lnTo>
                  <a:pt x="2991" y="1670"/>
                </a:lnTo>
                <a:lnTo>
                  <a:pt x="2144" y="1610"/>
                </a:lnTo>
                <a:lnTo>
                  <a:pt x="1223" y="1389"/>
                </a:lnTo>
                <a:lnTo>
                  <a:pt x="1185" y="704"/>
                </a:lnTo>
                <a:lnTo>
                  <a:pt x="808" y="402"/>
                </a:lnTo>
                <a:lnTo>
                  <a:pt x="752" y="1167"/>
                </a:lnTo>
                <a:lnTo>
                  <a:pt x="470" y="865"/>
                </a:lnTo>
                <a:lnTo>
                  <a:pt x="150" y="2536"/>
                </a:lnTo>
                <a:lnTo>
                  <a:pt x="0" y="4489"/>
                </a:lnTo>
                <a:lnTo>
                  <a:pt x="639" y="6482"/>
                </a:lnTo>
                <a:lnTo>
                  <a:pt x="2144" y="6945"/>
                </a:lnTo>
                <a:lnTo>
                  <a:pt x="1975" y="6482"/>
                </a:lnTo>
                <a:lnTo>
                  <a:pt x="2784" y="7167"/>
                </a:lnTo>
                <a:lnTo>
                  <a:pt x="3480" y="7932"/>
                </a:lnTo>
                <a:lnTo>
                  <a:pt x="5042" y="8717"/>
                </a:lnTo>
                <a:lnTo>
                  <a:pt x="6942" y="8898"/>
                </a:lnTo>
                <a:lnTo>
                  <a:pt x="9256" y="9019"/>
                </a:lnTo>
                <a:lnTo>
                  <a:pt x="10216" y="8898"/>
                </a:lnTo>
                <a:lnTo>
                  <a:pt x="9369" y="8495"/>
                </a:lnTo>
                <a:lnTo>
                  <a:pt x="8993" y="7469"/>
                </a:lnTo>
                <a:lnTo>
                  <a:pt x="9689" y="8314"/>
                </a:lnTo>
                <a:lnTo>
                  <a:pt x="10554" y="8838"/>
                </a:lnTo>
                <a:lnTo>
                  <a:pt x="11344" y="9301"/>
                </a:lnTo>
                <a:lnTo>
                  <a:pt x="12154" y="9180"/>
                </a:lnTo>
                <a:lnTo>
                  <a:pt x="11626" y="8778"/>
                </a:lnTo>
                <a:lnTo>
                  <a:pt x="11081" y="8274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86" name="object 386"/>
          <p:cNvSpPr/>
          <p:nvPr/>
        </p:nvSpPr>
        <p:spPr>
          <a:xfrm>
            <a:off x="5609994" y="1675889"/>
            <a:ext cx="3292" cy="583"/>
          </a:xfrm>
          <a:custGeom>
            <a:avLst/>
            <a:gdLst/>
            <a:ahLst/>
            <a:cxnLst/>
            <a:rect l="l" t="t" r="r" b="b"/>
            <a:pathLst>
              <a:path w="3292" h="583">
                <a:moveTo>
                  <a:pt x="0" y="0"/>
                </a:moveTo>
                <a:lnTo>
                  <a:pt x="1542" y="583"/>
                </a:lnTo>
                <a:lnTo>
                  <a:pt x="3292" y="442"/>
                </a:lnTo>
                <a:lnTo>
                  <a:pt x="0" y="0"/>
                </a:lnTo>
                <a:close/>
              </a:path>
            </a:pathLst>
          </a:custGeom>
          <a:solidFill>
            <a:srgbClr val="5F5F5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87" name="object 387"/>
          <p:cNvSpPr/>
          <p:nvPr/>
        </p:nvSpPr>
        <p:spPr>
          <a:xfrm>
            <a:off x="5606720" y="1674903"/>
            <a:ext cx="2012" cy="704"/>
          </a:xfrm>
          <a:custGeom>
            <a:avLst/>
            <a:gdLst/>
            <a:ahLst/>
            <a:cxnLst/>
            <a:rect l="l" t="t" r="r" b="b"/>
            <a:pathLst>
              <a:path w="2012" h="704">
                <a:moveTo>
                  <a:pt x="526" y="442"/>
                </a:moveTo>
                <a:lnTo>
                  <a:pt x="0" y="0"/>
                </a:lnTo>
                <a:lnTo>
                  <a:pt x="489" y="704"/>
                </a:lnTo>
                <a:lnTo>
                  <a:pt x="2012" y="664"/>
                </a:lnTo>
                <a:lnTo>
                  <a:pt x="526" y="442"/>
                </a:lnTo>
                <a:close/>
              </a:path>
            </a:pathLst>
          </a:custGeom>
          <a:solidFill>
            <a:srgbClr val="5F5F5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88" name="object 388"/>
          <p:cNvSpPr/>
          <p:nvPr/>
        </p:nvSpPr>
        <p:spPr>
          <a:xfrm>
            <a:off x="5615149" y="1674339"/>
            <a:ext cx="3085" cy="1791"/>
          </a:xfrm>
          <a:custGeom>
            <a:avLst/>
            <a:gdLst/>
            <a:ahLst/>
            <a:cxnLst/>
            <a:rect l="l" t="t" r="r" b="b"/>
            <a:pathLst>
              <a:path w="3085" h="1791">
                <a:moveTo>
                  <a:pt x="1486" y="1731"/>
                </a:moveTo>
                <a:lnTo>
                  <a:pt x="3085" y="1791"/>
                </a:lnTo>
                <a:lnTo>
                  <a:pt x="1750" y="1570"/>
                </a:lnTo>
                <a:lnTo>
                  <a:pt x="1656" y="945"/>
                </a:lnTo>
                <a:lnTo>
                  <a:pt x="1656" y="402"/>
                </a:lnTo>
                <a:lnTo>
                  <a:pt x="1373" y="161"/>
                </a:lnTo>
                <a:lnTo>
                  <a:pt x="0" y="0"/>
                </a:lnTo>
                <a:lnTo>
                  <a:pt x="1223" y="603"/>
                </a:lnTo>
                <a:lnTo>
                  <a:pt x="1486" y="1731"/>
                </a:lnTo>
                <a:close/>
              </a:path>
            </a:pathLst>
          </a:custGeom>
          <a:solidFill>
            <a:srgbClr val="5F5F5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89" name="object 389"/>
          <p:cNvSpPr/>
          <p:nvPr/>
        </p:nvSpPr>
        <p:spPr>
          <a:xfrm>
            <a:off x="5618272" y="1678466"/>
            <a:ext cx="10047" cy="2657"/>
          </a:xfrm>
          <a:custGeom>
            <a:avLst/>
            <a:gdLst/>
            <a:ahLst/>
            <a:cxnLst/>
            <a:rect l="l" t="t" r="r" b="b"/>
            <a:pathLst>
              <a:path w="10047" h="2657">
                <a:moveTo>
                  <a:pt x="4158" y="785"/>
                </a:moveTo>
                <a:lnTo>
                  <a:pt x="5174" y="1026"/>
                </a:lnTo>
                <a:lnTo>
                  <a:pt x="6472" y="1026"/>
                </a:lnTo>
                <a:lnTo>
                  <a:pt x="8598" y="1490"/>
                </a:lnTo>
                <a:lnTo>
                  <a:pt x="9294" y="2496"/>
                </a:lnTo>
                <a:lnTo>
                  <a:pt x="10047" y="2657"/>
                </a:lnTo>
                <a:lnTo>
                  <a:pt x="9294" y="2154"/>
                </a:lnTo>
                <a:lnTo>
                  <a:pt x="8692" y="1248"/>
                </a:lnTo>
                <a:lnTo>
                  <a:pt x="7112" y="906"/>
                </a:lnTo>
                <a:lnTo>
                  <a:pt x="5174" y="785"/>
                </a:lnTo>
                <a:lnTo>
                  <a:pt x="2540" y="120"/>
                </a:lnTo>
                <a:lnTo>
                  <a:pt x="0" y="0"/>
                </a:lnTo>
                <a:lnTo>
                  <a:pt x="2408" y="301"/>
                </a:lnTo>
                <a:lnTo>
                  <a:pt x="4158" y="785"/>
                </a:lnTo>
                <a:close/>
              </a:path>
            </a:pathLst>
          </a:custGeom>
          <a:solidFill>
            <a:srgbClr val="5F5F5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90" name="object 390"/>
          <p:cNvSpPr/>
          <p:nvPr/>
        </p:nvSpPr>
        <p:spPr>
          <a:xfrm>
            <a:off x="5608169" y="1642289"/>
            <a:ext cx="8730" cy="10227"/>
          </a:xfrm>
          <a:custGeom>
            <a:avLst/>
            <a:gdLst/>
            <a:ahLst/>
            <a:cxnLst/>
            <a:rect l="l" t="t" r="r" b="b"/>
            <a:pathLst>
              <a:path w="8730" h="10227">
                <a:moveTo>
                  <a:pt x="8033" y="6382"/>
                </a:moveTo>
                <a:lnTo>
                  <a:pt x="8409" y="6362"/>
                </a:lnTo>
                <a:lnTo>
                  <a:pt x="8553" y="6329"/>
                </a:lnTo>
                <a:lnTo>
                  <a:pt x="8730" y="5898"/>
                </a:lnTo>
                <a:lnTo>
                  <a:pt x="8428" y="5314"/>
                </a:lnTo>
                <a:lnTo>
                  <a:pt x="7845" y="4207"/>
                </a:lnTo>
                <a:lnTo>
                  <a:pt x="7469" y="3804"/>
                </a:lnTo>
                <a:lnTo>
                  <a:pt x="7657" y="3281"/>
                </a:lnTo>
                <a:lnTo>
                  <a:pt x="5888" y="342"/>
                </a:lnTo>
                <a:lnTo>
                  <a:pt x="4553" y="221"/>
                </a:lnTo>
                <a:lnTo>
                  <a:pt x="3066" y="0"/>
                </a:lnTo>
                <a:lnTo>
                  <a:pt x="0" y="1952"/>
                </a:lnTo>
                <a:lnTo>
                  <a:pt x="0" y="5576"/>
                </a:lnTo>
                <a:lnTo>
                  <a:pt x="1279" y="6945"/>
                </a:lnTo>
                <a:lnTo>
                  <a:pt x="1373" y="7670"/>
                </a:lnTo>
                <a:lnTo>
                  <a:pt x="997" y="8616"/>
                </a:lnTo>
                <a:lnTo>
                  <a:pt x="5644" y="10227"/>
                </a:lnTo>
                <a:lnTo>
                  <a:pt x="5588" y="9019"/>
                </a:lnTo>
                <a:lnTo>
                  <a:pt x="6189" y="9120"/>
                </a:lnTo>
                <a:lnTo>
                  <a:pt x="6773" y="9220"/>
                </a:lnTo>
                <a:lnTo>
                  <a:pt x="7149" y="9220"/>
                </a:lnTo>
                <a:lnTo>
                  <a:pt x="7450" y="9019"/>
                </a:lnTo>
                <a:lnTo>
                  <a:pt x="7619" y="8334"/>
                </a:lnTo>
                <a:lnTo>
                  <a:pt x="7807" y="8093"/>
                </a:lnTo>
                <a:lnTo>
                  <a:pt x="7732" y="7710"/>
                </a:lnTo>
                <a:lnTo>
                  <a:pt x="7958" y="7429"/>
                </a:lnTo>
                <a:lnTo>
                  <a:pt x="7845" y="6905"/>
                </a:lnTo>
                <a:lnTo>
                  <a:pt x="7826" y="6462"/>
                </a:lnTo>
                <a:lnTo>
                  <a:pt x="8033" y="6382"/>
                </a:lnTo>
                <a:close/>
              </a:path>
            </a:pathLst>
          </a:custGeom>
          <a:solidFill>
            <a:srgbClr val="FFC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91" name="object 391"/>
          <p:cNvSpPr/>
          <p:nvPr/>
        </p:nvSpPr>
        <p:spPr>
          <a:xfrm>
            <a:off x="5608169" y="1642289"/>
            <a:ext cx="8730" cy="10227"/>
          </a:xfrm>
          <a:custGeom>
            <a:avLst/>
            <a:gdLst/>
            <a:ahLst/>
            <a:cxnLst/>
            <a:rect l="l" t="t" r="r" b="b"/>
            <a:pathLst>
              <a:path w="8730" h="10227">
                <a:moveTo>
                  <a:pt x="3066" y="0"/>
                </a:moveTo>
                <a:lnTo>
                  <a:pt x="4553" y="221"/>
                </a:lnTo>
                <a:lnTo>
                  <a:pt x="5888" y="342"/>
                </a:lnTo>
                <a:lnTo>
                  <a:pt x="7657" y="3281"/>
                </a:lnTo>
                <a:lnTo>
                  <a:pt x="7469" y="3804"/>
                </a:lnTo>
                <a:lnTo>
                  <a:pt x="7845" y="4207"/>
                </a:lnTo>
                <a:lnTo>
                  <a:pt x="8428" y="5314"/>
                </a:lnTo>
                <a:lnTo>
                  <a:pt x="8730" y="5898"/>
                </a:lnTo>
                <a:lnTo>
                  <a:pt x="8553" y="6329"/>
                </a:lnTo>
                <a:lnTo>
                  <a:pt x="8409" y="6362"/>
                </a:lnTo>
                <a:lnTo>
                  <a:pt x="8033" y="6382"/>
                </a:lnTo>
                <a:lnTo>
                  <a:pt x="7826" y="6462"/>
                </a:lnTo>
                <a:lnTo>
                  <a:pt x="7845" y="6905"/>
                </a:lnTo>
                <a:lnTo>
                  <a:pt x="7958" y="7429"/>
                </a:lnTo>
                <a:lnTo>
                  <a:pt x="7732" y="7710"/>
                </a:lnTo>
                <a:lnTo>
                  <a:pt x="7807" y="8093"/>
                </a:lnTo>
                <a:lnTo>
                  <a:pt x="7619" y="8334"/>
                </a:lnTo>
                <a:lnTo>
                  <a:pt x="7450" y="9019"/>
                </a:lnTo>
                <a:lnTo>
                  <a:pt x="7149" y="9220"/>
                </a:lnTo>
                <a:lnTo>
                  <a:pt x="6773" y="9220"/>
                </a:lnTo>
                <a:lnTo>
                  <a:pt x="6189" y="9120"/>
                </a:lnTo>
                <a:lnTo>
                  <a:pt x="5588" y="9019"/>
                </a:lnTo>
                <a:lnTo>
                  <a:pt x="5644" y="10227"/>
                </a:lnTo>
                <a:lnTo>
                  <a:pt x="997" y="8616"/>
                </a:lnTo>
                <a:lnTo>
                  <a:pt x="1373" y="7670"/>
                </a:lnTo>
                <a:lnTo>
                  <a:pt x="1279" y="6945"/>
                </a:lnTo>
                <a:lnTo>
                  <a:pt x="0" y="5576"/>
                </a:lnTo>
                <a:lnTo>
                  <a:pt x="0" y="1952"/>
                </a:lnTo>
                <a:lnTo>
                  <a:pt x="3066" y="0"/>
                </a:lnTo>
                <a:close/>
              </a:path>
            </a:pathLst>
          </a:custGeom>
          <a:ln w="309">
            <a:solidFill>
              <a:srgbClr val="401F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92" name="object 392"/>
          <p:cNvSpPr/>
          <p:nvPr/>
        </p:nvSpPr>
        <p:spPr>
          <a:xfrm>
            <a:off x="5615902" y="1648450"/>
            <a:ext cx="489" cy="100"/>
          </a:xfrm>
          <a:custGeom>
            <a:avLst/>
            <a:gdLst/>
            <a:ahLst/>
            <a:cxnLst/>
            <a:rect l="l" t="t" r="r" b="b"/>
            <a:pathLst>
              <a:path w="489" h="100">
                <a:moveTo>
                  <a:pt x="150" y="0"/>
                </a:moveTo>
                <a:lnTo>
                  <a:pt x="0" y="20"/>
                </a:lnTo>
                <a:lnTo>
                  <a:pt x="131" y="80"/>
                </a:lnTo>
                <a:lnTo>
                  <a:pt x="376" y="100"/>
                </a:lnTo>
                <a:lnTo>
                  <a:pt x="150" y="0"/>
                </a:lnTo>
                <a:close/>
              </a:path>
            </a:pathLst>
          </a:custGeom>
          <a:solidFill>
            <a:srgbClr val="401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93" name="object 393"/>
          <p:cNvSpPr/>
          <p:nvPr/>
        </p:nvSpPr>
        <p:spPr>
          <a:xfrm>
            <a:off x="5615751" y="1648047"/>
            <a:ext cx="188" cy="382"/>
          </a:xfrm>
          <a:custGeom>
            <a:avLst/>
            <a:gdLst/>
            <a:ahLst/>
            <a:cxnLst/>
            <a:rect l="l" t="t" r="r" b="b"/>
            <a:pathLst>
              <a:path w="188" h="382">
                <a:moveTo>
                  <a:pt x="56" y="100"/>
                </a:moveTo>
                <a:lnTo>
                  <a:pt x="188" y="0"/>
                </a:lnTo>
                <a:lnTo>
                  <a:pt x="0" y="20"/>
                </a:lnTo>
                <a:lnTo>
                  <a:pt x="37" y="382"/>
                </a:lnTo>
                <a:lnTo>
                  <a:pt x="56" y="201"/>
                </a:lnTo>
                <a:close/>
              </a:path>
            </a:pathLst>
          </a:custGeom>
          <a:solidFill>
            <a:srgbClr val="401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94" name="object 394"/>
          <p:cNvSpPr/>
          <p:nvPr/>
        </p:nvSpPr>
        <p:spPr>
          <a:xfrm>
            <a:off x="5615394" y="1646799"/>
            <a:ext cx="206" cy="744"/>
          </a:xfrm>
          <a:custGeom>
            <a:avLst/>
            <a:gdLst/>
            <a:ahLst/>
            <a:cxnLst/>
            <a:rect l="l" t="t" r="r" b="b"/>
            <a:pathLst>
              <a:path w="206" h="744">
                <a:moveTo>
                  <a:pt x="0" y="0"/>
                </a:moveTo>
                <a:lnTo>
                  <a:pt x="94" y="543"/>
                </a:lnTo>
                <a:lnTo>
                  <a:pt x="206" y="744"/>
                </a:lnTo>
                <a:lnTo>
                  <a:pt x="150" y="422"/>
                </a:lnTo>
                <a:lnTo>
                  <a:pt x="0" y="0"/>
                </a:lnTo>
                <a:close/>
              </a:path>
            </a:pathLst>
          </a:custGeom>
          <a:solidFill>
            <a:srgbClr val="401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95" name="object 395"/>
          <p:cNvSpPr/>
          <p:nvPr/>
        </p:nvSpPr>
        <p:spPr>
          <a:xfrm>
            <a:off x="5614490" y="1646053"/>
            <a:ext cx="922" cy="624"/>
          </a:xfrm>
          <a:custGeom>
            <a:avLst/>
            <a:gdLst/>
            <a:ahLst/>
            <a:cxnLst/>
            <a:rect l="l" t="t" r="r" b="b"/>
            <a:pathLst>
              <a:path w="922" h="624">
                <a:moveTo>
                  <a:pt x="828" y="624"/>
                </a:moveTo>
                <a:lnTo>
                  <a:pt x="771" y="443"/>
                </a:lnTo>
                <a:lnTo>
                  <a:pt x="922" y="0"/>
                </a:lnTo>
                <a:lnTo>
                  <a:pt x="319" y="120"/>
                </a:lnTo>
                <a:lnTo>
                  <a:pt x="0" y="322"/>
                </a:lnTo>
                <a:lnTo>
                  <a:pt x="319" y="342"/>
                </a:lnTo>
                <a:lnTo>
                  <a:pt x="526" y="423"/>
                </a:lnTo>
                <a:lnTo>
                  <a:pt x="695" y="423"/>
                </a:lnTo>
                <a:lnTo>
                  <a:pt x="828" y="624"/>
                </a:lnTo>
                <a:close/>
              </a:path>
            </a:pathLst>
          </a:custGeom>
          <a:solidFill>
            <a:srgbClr val="401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96" name="object 396"/>
          <p:cNvSpPr/>
          <p:nvPr/>
        </p:nvSpPr>
        <p:spPr>
          <a:xfrm>
            <a:off x="5614077" y="1645087"/>
            <a:ext cx="1580" cy="603"/>
          </a:xfrm>
          <a:custGeom>
            <a:avLst/>
            <a:gdLst/>
            <a:ahLst/>
            <a:cxnLst/>
            <a:rect l="l" t="t" r="r" b="b"/>
            <a:pathLst>
              <a:path w="1580" h="603">
                <a:moveTo>
                  <a:pt x="394" y="161"/>
                </a:moveTo>
                <a:lnTo>
                  <a:pt x="0" y="321"/>
                </a:lnTo>
                <a:lnTo>
                  <a:pt x="244" y="301"/>
                </a:lnTo>
                <a:lnTo>
                  <a:pt x="770" y="301"/>
                </a:lnTo>
                <a:lnTo>
                  <a:pt x="1090" y="422"/>
                </a:lnTo>
                <a:lnTo>
                  <a:pt x="1335" y="603"/>
                </a:lnTo>
                <a:lnTo>
                  <a:pt x="1505" y="523"/>
                </a:lnTo>
                <a:lnTo>
                  <a:pt x="1580" y="301"/>
                </a:lnTo>
                <a:lnTo>
                  <a:pt x="1298" y="161"/>
                </a:lnTo>
                <a:lnTo>
                  <a:pt x="1109" y="161"/>
                </a:lnTo>
                <a:lnTo>
                  <a:pt x="883" y="40"/>
                </a:lnTo>
                <a:lnTo>
                  <a:pt x="639" y="0"/>
                </a:lnTo>
                <a:lnTo>
                  <a:pt x="394" y="161"/>
                </a:lnTo>
                <a:close/>
              </a:path>
            </a:pathLst>
          </a:custGeom>
          <a:solidFill>
            <a:srgbClr val="401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97" name="object 397"/>
          <p:cNvSpPr/>
          <p:nvPr/>
        </p:nvSpPr>
        <p:spPr>
          <a:xfrm>
            <a:off x="5611612" y="1647885"/>
            <a:ext cx="150" cy="40"/>
          </a:xfrm>
          <a:custGeom>
            <a:avLst/>
            <a:gdLst/>
            <a:ahLst/>
            <a:cxnLst/>
            <a:rect l="l" t="t" r="r" b="b"/>
            <a:pathLst>
              <a:path w="150" h="40">
                <a:moveTo>
                  <a:pt x="150" y="40"/>
                </a:moveTo>
                <a:lnTo>
                  <a:pt x="0" y="0"/>
                </a:lnTo>
                <a:lnTo>
                  <a:pt x="150" y="40"/>
                </a:lnTo>
                <a:close/>
              </a:path>
            </a:pathLst>
          </a:custGeom>
          <a:solidFill>
            <a:srgbClr val="401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98" name="object 398"/>
          <p:cNvSpPr/>
          <p:nvPr/>
        </p:nvSpPr>
        <p:spPr>
          <a:xfrm>
            <a:off x="5611160" y="1645933"/>
            <a:ext cx="921" cy="1952"/>
          </a:xfrm>
          <a:custGeom>
            <a:avLst/>
            <a:gdLst/>
            <a:ahLst/>
            <a:cxnLst/>
            <a:rect l="l" t="t" r="r" b="b"/>
            <a:pathLst>
              <a:path w="921" h="1952">
                <a:moveTo>
                  <a:pt x="921" y="382"/>
                </a:moveTo>
                <a:lnTo>
                  <a:pt x="789" y="60"/>
                </a:lnTo>
                <a:lnTo>
                  <a:pt x="526" y="0"/>
                </a:lnTo>
                <a:lnTo>
                  <a:pt x="244" y="100"/>
                </a:lnTo>
                <a:lnTo>
                  <a:pt x="18" y="423"/>
                </a:lnTo>
                <a:lnTo>
                  <a:pt x="0" y="926"/>
                </a:lnTo>
                <a:lnTo>
                  <a:pt x="18" y="1469"/>
                </a:lnTo>
                <a:lnTo>
                  <a:pt x="225" y="1892"/>
                </a:lnTo>
                <a:lnTo>
                  <a:pt x="451" y="1952"/>
                </a:lnTo>
                <a:lnTo>
                  <a:pt x="338" y="1691"/>
                </a:lnTo>
                <a:lnTo>
                  <a:pt x="357" y="1409"/>
                </a:lnTo>
                <a:lnTo>
                  <a:pt x="620" y="1107"/>
                </a:lnTo>
                <a:lnTo>
                  <a:pt x="865" y="745"/>
                </a:lnTo>
                <a:lnTo>
                  <a:pt x="564" y="926"/>
                </a:lnTo>
                <a:lnTo>
                  <a:pt x="394" y="1167"/>
                </a:lnTo>
                <a:lnTo>
                  <a:pt x="244" y="1610"/>
                </a:lnTo>
                <a:lnTo>
                  <a:pt x="131" y="1328"/>
                </a:lnTo>
                <a:lnTo>
                  <a:pt x="94" y="986"/>
                </a:lnTo>
                <a:lnTo>
                  <a:pt x="131" y="523"/>
                </a:lnTo>
                <a:lnTo>
                  <a:pt x="301" y="201"/>
                </a:lnTo>
                <a:lnTo>
                  <a:pt x="639" y="141"/>
                </a:lnTo>
                <a:lnTo>
                  <a:pt x="921" y="382"/>
                </a:lnTo>
                <a:close/>
              </a:path>
            </a:pathLst>
          </a:custGeom>
          <a:solidFill>
            <a:srgbClr val="401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99" name="object 399"/>
          <p:cNvSpPr/>
          <p:nvPr/>
        </p:nvSpPr>
        <p:spPr>
          <a:xfrm>
            <a:off x="5610841" y="1645611"/>
            <a:ext cx="1505" cy="2697"/>
          </a:xfrm>
          <a:custGeom>
            <a:avLst/>
            <a:gdLst/>
            <a:ahLst/>
            <a:cxnLst/>
            <a:rect l="l" t="t" r="r" b="b"/>
            <a:pathLst>
              <a:path w="1505" h="2697">
                <a:moveTo>
                  <a:pt x="94" y="2133"/>
                </a:moveTo>
                <a:lnTo>
                  <a:pt x="319" y="2536"/>
                </a:lnTo>
                <a:lnTo>
                  <a:pt x="602" y="2657"/>
                </a:lnTo>
                <a:lnTo>
                  <a:pt x="846" y="2697"/>
                </a:lnTo>
                <a:lnTo>
                  <a:pt x="1034" y="2536"/>
                </a:lnTo>
                <a:lnTo>
                  <a:pt x="564" y="2496"/>
                </a:lnTo>
                <a:lnTo>
                  <a:pt x="244" y="2113"/>
                </a:lnTo>
                <a:lnTo>
                  <a:pt x="188" y="1731"/>
                </a:lnTo>
                <a:lnTo>
                  <a:pt x="188" y="1389"/>
                </a:lnTo>
                <a:lnTo>
                  <a:pt x="112" y="1167"/>
                </a:lnTo>
                <a:lnTo>
                  <a:pt x="112" y="845"/>
                </a:lnTo>
                <a:lnTo>
                  <a:pt x="225" y="442"/>
                </a:lnTo>
                <a:lnTo>
                  <a:pt x="394" y="201"/>
                </a:lnTo>
                <a:lnTo>
                  <a:pt x="884" y="120"/>
                </a:lnTo>
                <a:lnTo>
                  <a:pt x="1260" y="221"/>
                </a:lnTo>
                <a:lnTo>
                  <a:pt x="1505" y="664"/>
                </a:lnTo>
                <a:lnTo>
                  <a:pt x="1467" y="221"/>
                </a:lnTo>
                <a:lnTo>
                  <a:pt x="1260" y="80"/>
                </a:lnTo>
                <a:lnTo>
                  <a:pt x="695" y="0"/>
                </a:lnTo>
                <a:lnTo>
                  <a:pt x="301" y="120"/>
                </a:lnTo>
                <a:lnTo>
                  <a:pt x="150" y="402"/>
                </a:lnTo>
                <a:lnTo>
                  <a:pt x="0" y="725"/>
                </a:lnTo>
                <a:lnTo>
                  <a:pt x="0" y="1087"/>
                </a:lnTo>
                <a:lnTo>
                  <a:pt x="75" y="1510"/>
                </a:lnTo>
                <a:lnTo>
                  <a:pt x="94" y="2133"/>
                </a:lnTo>
                <a:close/>
              </a:path>
            </a:pathLst>
          </a:custGeom>
          <a:solidFill>
            <a:srgbClr val="401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00" name="object 400"/>
          <p:cNvSpPr/>
          <p:nvPr/>
        </p:nvSpPr>
        <p:spPr>
          <a:xfrm>
            <a:off x="5611743" y="1648530"/>
            <a:ext cx="1373" cy="2254"/>
          </a:xfrm>
          <a:custGeom>
            <a:avLst/>
            <a:gdLst/>
            <a:ahLst/>
            <a:cxnLst/>
            <a:rect l="l" t="t" r="r" b="b"/>
            <a:pathLst>
              <a:path w="1373" h="2254">
                <a:moveTo>
                  <a:pt x="1373" y="2254"/>
                </a:moveTo>
                <a:lnTo>
                  <a:pt x="1166" y="2053"/>
                </a:lnTo>
                <a:lnTo>
                  <a:pt x="752" y="1469"/>
                </a:lnTo>
                <a:lnTo>
                  <a:pt x="452" y="1006"/>
                </a:lnTo>
                <a:lnTo>
                  <a:pt x="169" y="483"/>
                </a:lnTo>
                <a:lnTo>
                  <a:pt x="0" y="0"/>
                </a:lnTo>
                <a:lnTo>
                  <a:pt x="206" y="825"/>
                </a:lnTo>
                <a:lnTo>
                  <a:pt x="546" y="1449"/>
                </a:lnTo>
                <a:lnTo>
                  <a:pt x="903" y="1993"/>
                </a:lnTo>
                <a:lnTo>
                  <a:pt x="1373" y="2254"/>
                </a:lnTo>
                <a:close/>
              </a:path>
            </a:pathLst>
          </a:custGeom>
          <a:solidFill>
            <a:srgbClr val="401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01" name="object 401"/>
          <p:cNvSpPr/>
          <p:nvPr/>
        </p:nvSpPr>
        <p:spPr>
          <a:xfrm>
            <a:off x="5607510" y="1640839"/>
            <a:ext cx="7883" cy="8475"/>
          </a:xfrm>
          <a:custGeom>
            <a:avLst/>
            <a:gdLst/>
            <a:ahLst/>
            <a:cxnLst/>
            <a:rect l="l" t="t" r="r" b="b"/>
            <a:pathLst>
              <a:path w="7883" h="8475">
                <a:moveTo>
                  <a:pt x="3217" y="7348"/>
                </a:moveTo>
                <a:lnTo>
                  <a:pt x="3255" y="6905"/>
                </a:lnTo>
                <a:lnTo>
                  <a:pt x="3255" y="6522"/>
                </a:lnTo>
                <a:lnTo>
                  <a:pt x="3180" y="6019"/>
                </a:lnTo>
                <a:lnTo>
                  <a:pt x="3255" y="5314"/>
                </a:lnTo>
                <a:lnTo>
                  <a:pt x="3443" y="4791"/>
                </a:lnTo>
                <a:lnTo>
                  <a:pt x="4007" y="4630"/>
                </a:lnTo>
                <a:lnTo>
                  <a:pt x="4609" y="4630"/>
                </a:lnTo>
                <a:lnTo>
                  <a:pt x="4911" y="4972"/>
                </a:lnTo>
                <a:lnTo>
                  <a:pt x="5042" y="5738"/>
                </a:lnTo>
                <a:lnTo>
                  <a:pt x="5531" y="5738"/>
                </a:lnTo>
                <a:lnTo>
                  <a:pt x="5343" y="5073"/>
                </a:lnTo>
                <a:lnTo>
                  <a:pt x="5569" y="4630"/>
                </a:lnTo>
                <a:lnTo>
                  <a:pt x="5456" y="3946"/>
                </a:lnTo>
                <a:lnTo>
                  <a:pt x="5080" y="3684"/>
                </a:lnTo>
                <a:lnTo>
                  <a:pt x="4779" y="2959"/>
                </a:lnTo>
                <a:lnTo>
                  <a:pt x="5268" y="2355"/>
                </a:lnTo>
                <a:lnTo>
                  <a:pt x="6058" y="2235"/>
                </a:lnTo>
                <a:lnTo>
                  <a:pt x="7262" y="2436"/>
                </a:lnTo>
                <a:lnTo>
                  <a:pt x="7827" y="2114"/>
                </a:lnTo>
                <a:lnTo>
                  <a:pt x="7883" y="1791"/>
                </a:lnTo>
                <a:lnTo>
                  <a:pt x="7507" y="1188"/>
                </a:lnTo>
                <a:lnTo>
                  <a:pt x="7130" y="785"/>
                </a:lnTo>
                <a:lnTo>
                  <a:pt x="6378" y="382"/>
                </a:lnTo>
                <a:lnTo>
                  <a:pt x="4704" y="80"/>
                </a:lnTo>
                <a:lnTo>
                  <a:pt x="3368" y="0"/>
                </a:lnTo>
                <a:lnTo>
                  <a:pt x="1994" y="120"/>
                </a:lnTo>
                <a:lnTo>
                  <a:pt x="1279" y="262"/>
                </a:lnTo>
                <a:lnTo>
                  <a:pt x="489" y="745"/>
                </a:lnTo>
                <a:lnTo>
                  <a:pt x="151" y="1449"/>
                </a:lnTo>
                <a:lnTo>
                  <a:pt x="0" y="2717"/>
                </a:lnTo>
                <a:lnTo>
                  <a:pt x="75" y="4046"/>
                </a:lnTo>
                <a:lnTo>
                  <a:pt x="226" y="5898"/>
                </a:lnTo>
                <a:lnTo>
                  <a:pt x="602" y="7046"/>
                </a:lnTo>
                <a:lnTo>
                  <a:pt x="1900" y="8475"/>
                </a:lnTo>
                <a:lnTo>
                  <a:pt x="2577" y="7992"/>
                </a:lnTo>
                <a:lnTo>
                  <a:pt x="2841" y="7751"/>
                </a:lnTo>
                <a:lnTo>
                  <a:pt x="3217" y="7348"/>
                </a:lnTo>
                <a:close/>
              </a:path>
            </a:pathLst>
          </a:custGeom>
          <a:solidFill>
            <a:srgbClr val="5F2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02" name="object 402"/>
          <p:cNvSpPr/>
          <p:nvPr/>
        </p:nvSpPr>
        <p:spPr>
          <a:xfrm>
            <a:off x="5607699" y="1640960"/>
            <a:ext cx="7487" cy="8113"/>
          </a:xfrm>
          <a:custGeom>
            <a:avLst/>
            <a:gdLst/>
            <a:ahLst/>
            <a:cxnLst/>
            <a:rect l="l" t="t" r="r" b="b"/>
            <a:pathLst>
              <a:path w="7487" h="8113">
                <a:moveTo>
                  <a:pt x="2972" y="7006"/>
                </a:moveTo>
                <a:lnTo>
                  <a:pt x="2991" y="6683"/>
                </a:lnTo>
                <a:lnTo>
                  <a:pt x="2389" y="6402"/>
                </a:lnTo>
                <a:lnTo>
                  <a:pt x="1900" y="6019"/>
                </a:lnTo>
                <a:lnTo>
                  <a:pt x="2351" y="6200"/>
                </a:lnTo>
                <a:lnTo>
                  <a:pt x="2935" y="6442"/>
                </a:lnTo>
                <a:lnTo>
                  <a:pt x="2935" y="5738"/>
                </a:lnTo>
                <a:lnTo>
                  <a:pt x="2652" y="5697"/>
                </a:lnTo>
                <a:lnTo>
                  <a:pt x="2144" y="5556"/>
                </a:lnTo>
                <a:lnTo>
                  <a:pt x="1862" y="5335"/>
                </a:lnTo>
                <a:lnTo>
                  <a:pt x="2313" y="5476"/>
                </a:lnTo>
                <a:lnTo>
                  <a:pt x="2935" y="5597"/>
                </a:lnTo>
                <a:lnTo>
                  <a:pt x="2972" y="5254"/>
                </a:lnTo>
                <a:lnTo>
                  <a:pt x="2558" y="5113"/>
                </a:lnTo>
                <a:lnTo>
                  <a:pt x="2069" y="4952"/>
                </a:lnTo>
                <a:lnTo>
                  <a:pt x="1297" y="4348"/>
                </a:lnTo>
                <a:lnTo>
                  <a:pt x="1712" y="4550"/>
                </a:lnTo>
                <a:lnTo>
                  <a:pt x="2313" y="4791"/>
                </a:lnTo>
                <a:lnTo>
                  <a:pt x="2972" y="4952"/>
                </a:lnTo>
                <a:lnTo>
                  <a:pt x="3142" y="4630"/>
                </a:lnTo>
                <a:lnTo>
                  <a:pt x="2257" y="4469"/>
                </a:lnTo>
                <a:lnTo>
                  <a:pt x="1749" y="4268"/>
                </a:lnTo>
                <a:lnTo>
                  <a:pt x="2596" y="4389"/>
                </a:lnTo>
                <a:lnTo>
                  <a:pt x="3330" y="4348"/>
                </a:lnTo>
                <a:lnTo>
                  <a:pt x="3631" y="4308"/>
                </a:lnTo>
                <a:lnTo>
                  <a:pt x="4421" y="4348"/>
                </a:lnTo>
                <a:lnTo>
                  <a:pt x="4797" y="4509"/>
                </a:lnTo>
                <a:lnTo>
                  <a:pt x="5192" y="4670"/>
                </a:lnTo>
                <a:lnTo>
                  <a:pt x="5267" y="4469"/>
                </a:lnTo>
                <a:lnTo>
                  <a:pt x="5079" y="4268"/>
                </a:lnTo>
                <a:lnTo>
                  <a:pt x="4553" y="4026"/>
                </a:lnTo>
                <a:lnTo>
                  <a:pt x="3894" y="3785"/>
                </a:lnTo>
                <a:lnTo>
                  <a:pt x="4176" y="3785"/>
                </a:lnTo>
                <a:lnTo>
                  <a:pt x="4797" y="4006"/>
                </a:lnTo>
                <a:lnTo>
                  <a:pt x="5230" y="4228"/>
                </a:lnTo>
                <a:lnTo>
                  <a:pt x="5192" y="3926"/>
                </a:lnTo>
                <a:lnTo>
                  <a:pt x="4816" y="3704"/>
                </a:lnTo>
                <a:lnTo>
                  <a:pt x="4270" y="3482"/>
                </a:lnTo>
                <a:lnTo>
                  <a:pt x="3367" y="3201"/>
                </a:lnTo>
                <a:lnTo>
                  <a:pt x="3969" y="3241"/>
                </a:lnTo>
                <a:lnTo>
                  <a:pt x="4345" y="3301"/>
                </a:lnTo>
                <a:lnTo>
                  <a:pt x="4760" y="3523"/>
                </a:lnTo>
                <a:lnTo>
                  <a:pt x="4628" y="3341"/>
                </a:lnTo>
                <a:lnTo>
                  <a:pt x="4553" y="2999"/>
                </a:lnTo>
                <a:lnTo>
                  <a:pt x="4345" y="2838"/>
                </a:lnTo>
                <a:lnTo>
                  <a:pt x="3668" y="2476"/>
                </a:lnTo>
                <a:lnTo>
                  <a:pt x="4044" y="2557"/>
                </a:lnTo>
                <a:lnTo>
                  <a:pt x="4477" y="2718"/>
                </a:lnTo>
                <a:lnTo>
                  <a:pt x="4666" y="2516"/>
                </a:lnTo>
                <a:lnTo>
                  <a:pt x="4439" y="2355"/>
                </a:lnTo>
                <a:lnTo>
                  <a:pt x="4044" y="2154"/>
                </a:lnTo>
                <a:lnTo>
                  <a:pt x="3480" y="1953"/>
                </a:lnTo>
                <a:lnTo>
                  <a:pt x="3668" y="1953"/>
                </a:lnTo>
                <a:lnTo>
                  <a:pt x="4214" y="2053"/>
                </a:lnTo>
                <a:lnTo>
                  <a:pt x="4477" y="2114"/>
                </a:lnTo>
                <a:lnTo>
                  <a:pt x="4797" y="2315"/>
                </a:lnTo>
                <a:lnTo>
                  <a:pt x="4967" y="2114"/>
                </a:lnTo>
                <a:lnTo>
                  <a:pt x="5192" y="2033"/>
                </a:lnTo>
                <a:lnTo>
                  <a:pt x="4797" y="1852"/>
                </a:lnTo>
                <a:lnTo>
                  <a:pt x="4345" y="1731"/>
                </a:lnTo>
                <a:lnTo>
                  <a:pt x="3443" y="1630"/>
                </a:lnTo>
                <a:lnTo>
                  <a:pt x="4063" y="1590"/>
                </a:lnTo>
                <a:lnTo>
                  <a:pt x="4590" y="1630"/>
                </a:lnTo>
                <a:lnTo>
                  <a:pt x="5192" y="1771"/>
                </a:lnTo>
                <a:lnTo>
                  <a:pt x="5587" y="1993"/>
                </a:lnTo>
                <a:lnTo>
                  <a:pt x="6190" y="1993"/>
                </a:lnTo>
                <a:lnTo>
                  <a:pt x="6998" y="2114"/>
                </a:lnTo>
                <a:lnTo>
                  <a:pt x="7318" y="1913"/>
                </a:lnTo>
                <a:lnTo>
                  <a:pt x="7487" y="1731"/>
                </a:lnTo>
                <a:lnTo>
                  <a:pt x="7356" y="1510"/>
                </a:lnTo>
                <a:lnTo>
                  <a:pt x="7186" y="1228"/>
                </a:lnTo>
                <a:lnTo>
                  <a:pt x="6885" y="785"/>
                </a:lnTo>
                <a:lnTo>
                  <a:pt x="6246" y="503"/>
                </a:lnTo>
                <a:lnTo>
                  <a:pt x="5305" y="181"/>
                </a:lnTo>
                <a:lnTo>
                  <a:pt x="5700" y="584"/>
                </a:lnTo>
                <a:lnTo>
                  <a:pt x="5869" y="1188"/>
                </a:lnTo>
                <a:lnTo>
                  <a:pt x="5550" y="664"/>
                </a:lnTo>
                <a:lnTo>
                  <a:pt x="5155" y="262"/>
                </a:lnTo>
                <a:lnTo>
                  <a:pt x="4760" y="81"/>
                </a:lnTo>
                <a:lnTo>
                  <a:pt x="4101" y="40"/>
                </a:lnTo>
                <a:lnTo>
                  <a:pt x="3367" y="0"/>
                </a:lnTo>
                <a:lnTo>
                  <a:pt x="3593" y="141"/>
                </a:lnTo>
                <a:lnTo>
                  <a:pt x="3969" y="403"/>
                </a:lnTo>
                <a:lnTo>
                  <a:pt x="4477" y="624"/>
                </a:lnTo>
                <a:lnTo>
                  <a:pt x="3725" y="483"/>
                </a:lnTo>
                <a:lnTo>
                  <a:pt x="3254" y="141"/>
                </a:lnTo>
                <a:lnTo>
                  <a:pt x="2558" y="40"/>
                </a:lnTo>
                <a:lnTo>
                  <a:pt x="2069" y="81"/>
                </a:lnTo>
                <a:lnTo>
                  <a:pt x="1411" y="181"/>
                </a:lnTo>
                <a:lnTo>
                  <a:pt x="1994" y="443"/>
                </a:lnTo>
                <a:lnTo>
                  <a:pt x="2389" y="946"/>
                </a:lnTo>
                <a:lnTo>
                  <a:pt x="1825" y="503"/>
                </a:lnTo>
                <a:lnTo>
                  <a:pt x="1203" y="342"/>
                </a:lnTo>
                <a:lnTo>
                  <a:pt x="545" y="544"/>
                </a:lnTo>
                <a:lnTo>
                  <a:pt x="338" y="866"/>
                </a:lnTo>
                <a:lnTo>
                  <a:pt x="188" y="1369"/>
                </a:lnTo>
                <a:lnTo>
                  <a:pt x="884" y="1550"/>
                </a:lnTo>
                <a:lnTo>
                  <a:pt x="1599" y="1771"/>
                </a:lnTo>
                <a:lnTo>
                  <a:pt x="2220" y="2275"/>
                </a:lnTo>
                <a:lnTo>
                  <a:pt x="1542" y="1953"/>
                </a:lnTo>
                <a:lnTo>
                  <a:pt x="997" y="1771"/>
                </a:lnTo>
                <a:lnTo>
                  <a:pt x="150" y="1630"/>
                </a:lnTo>
                <a:lnTo>
                  <a:pt x="75" y="2275"/>
                </a:lnTo>
                <a:lnTo>
                  <a:pt x="75" y="2798"/>
                </a:lnTo>
                <a:lnTo>
                  <a:pt x="413" y="2858"/>
                </a:lnTo>
                <a:lnTo>
                  <a:pt x="1090" y="3120"/>
                </a:lnTo>
                <a:lnTo>
                  <a:pt x="1448" y="3341"/>
                </a:lnTo>
                <a:lnTo>
                  <a:pt x="2389" y="3745"/>
                </a:lnTo>
                <a:lnTo>
                  <a:pt x="1335" y="3482"/>
                </a:lnTo>
                <a:lnTo>
                  <a:pt x="639" y="3201"/>
                </a:lnTo>
                <a:lnTo>
                  <a:pt x="0" y="2999"/>
                </a:lnTo>
                <a:lnTo>
                  <a:pt x="112" y="4006"/>
                </a:lnTo>
                <a:lnTo>
                  <a:pt x="188" y="4851"/>
                </a:lnTo>
                <a:lnTo>
                  <a:pt x="338" y="6019"/>
                </a:lnTo>
                <a:lnTo>
                  <a:pt x="545" y="6683"/>
                </a:lnTo>
                <a:lnTo>
                  <a:pt x="1128" y="7569"/>
                </a:lnTo>
                <a:lnTo>
                  <a:pt x="1749" y="8113"/>
                </a:lnTo>
                <a:lnTo>
                  <a:pt x="1994" y="7972"/>
                </a:lnTo>
                <a:lnTo>
                  <a:pt x="1712" y="7590"/>
                </a:lnTo>
                <a:lnTo>
                  <a:pt x="1411" y="7227"/>
                </a:lnTo>
                <a:lnTo>
                  <a:pt x="1128" y="6402"/>
                </a:lnTo>
                <a:lnTo>
                  <a:pt x="1448" y="6965"/>
                </a:lnTo>
                <a:lnTo>
                  <a:pt x="1787" y="7489"/>
                </a:lnTo>
                <a:lnTo>
                  <a:pt x="2257" y="7932"/>
                </a:lnTo>
                <a:lnTo>
                  <a:pt x="2558" y="7569"/>
                </a:lnTo>
                <a:lnTo>
                  <a:pt x="2144" y="7006"/>
                </a:lnTo>
                <a:lnTo>
                  <a:pt x="1900" y="6724"/>
                </a:lnTo>
                <a:lnTo>
                  <a:pt x="1636" y="5959"/>
                </a:lnTo>
                <a:lnTo>
                  <a:pt x="1900" y="6442"/>
                </a:lnTo>
                <a:lnTo>
                  <a:pt x="2313" y="6965"/>
                </a:lnTo>
                <a:lnTo>
                  <a:pt x="2614" y="7388"/>
                </a:lnTo>
                <a:lnTo>
                  <a:pt x="2972" y="7006"/>
                </a:lnTo>
                <a:close/>
              </a:path>
            </a:pathLst>
          </a:custGeom>
          <a:solidFill>
            <a:srgbClr val="9F5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03" name="object 403"/>
          <p:cNvSpPr/>
          <p:nvPr/>
        </p:nvSpPr>
        <p:spPr>
          <a:xfrm>
            <a:off x="5622919" y="1661495"/>
            <a:ext cx="7488" cy="4972"/>
          </a:xfrm>
          <a:custGeom>
            <a:avLst/>
            <a:gdLst/>
            <a:ahLst/>
            <a:cxnLst/>
            <a:rect l="l" t="t" r="r" b="b"/>
            <a:pathLst>
              <a:path w="7488" h="4972">
                <a:moveTo>
                  <a:pt x="6453" y="2959"/>
                </a:moveTo>
                <a:lnTo>
                  <a:pt x="7488" y="2637"/>
                </a:lnTo>
                <a:lnTo>
                  <a:pt x="6961" y="2416"/>
                </a:lnTo>
                <a:lnTo>
                  <a:pt x="6529" y="2255"/>
                </a:lnTo>
                <a:lnTo>
                  <a:pt x="5870" y="2094"/>
                </a:lnTo>
                <a:lnTo>
                  <a:pt x="6491" y="1993"/>
                </a:lnTo>
                <a:lnTo>
                  <a:pt x="7168" y="2134"/>
                </a:lnTo>
                <a:lnTo>
                  <a:pt x="5945" y="0"/>
                </a:lnTo>
                <a:lnTo>
                  <a:pt x="3255" y="986"/>
                </a:lnTo>
                <a:lnTo>
                  <a:pt x="2352" y="1791"/>
                </a:lnTo>
                <a:lnTo>
                  <a:pt x="1862" y="2295"/>
                </a:lnTo>
                <a:lnTo>
                  <a:pt x="1618" y="2637"/>
                </a:lnTo>
                <a:lnTo>
                  <a:pt x="1392" y="2879"/>
                </a:lnTo>
                <a:lnTo>
                  <a:pt x="1016" y="2959"/>
                </a:lnTo>
                <a:lnTo>
                  <a:pt x="0" y="3201"/>
                </a:lnTo>
                <a:lnTo>
                  <a:pt x="1862" y="4972"/>
                </a:lnTo>
                <a:lnTo>
                  <a:pt x="4666" y="3523"/>
                </a:lnTo>
                <a:lnTo>
                  <a:pt x="5005" y="3160"/>
                </a:lnTo>
                <a:lnTo>
                  <a:pt x="5287" y="2959"/>
                </a:lnTo>
                <a:lnTo>
                  <a:pt x="5794" y="2919"/>
                </a:lnTo>
                <a:lnTo>
                  <a:pt x="6453" y="2959"/>
                </a:lnTo>
                <a:close/>
              </a:path>
            </a:pathLst>
          </a:custGeom>
          <a:solidFill>
            <a:srgbClr val="FFC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04" name="object 404"/>
          <p:cNvSpPr/>
          <p:nvPr/>
        </p:nvSpPr>
        <p:spPr>
          <a:xfrm>
            <a:off x="5622919" y="1661495"/>
            <a:ext cx="7488" cy="4972"/>
          </a:xfrm>
          <a:custGeom>
            <a:avLst/>
            <a:gdLst/>
            <a:ahLst/>
            <a:cxnLst/>
            <a:rect l="l" t="t" r="r" b="b"/>
            <a:pathLst>
              <a:path w="7488" h="4972">
                <a:moveTo>
                  <a:pt x="7204" y="2152"/>
                </a:moveTo>
                <a:lnTo>
                  <a:pt x="6491" y="1993"/>
                </a:lnTo>
                <a:lnTo>
                  <a:pt x="5870" y="2094"/>
                </a:lnTo>
                <a:lnTo>
                  <a:pt x="6529" y="2255"/>
                </a:lnTo>
                <a:lnTo>
                  <a:pt x="6961" y="2416"/>
                </a:lnTo>
                <a:lnTo>
                  <a:pt x="7488" y="2637"/>
                </a:lnTo>
                <a:lnTo>
                  <a:pt x="6458" y="2960"/>
                </a:lnTo>
                <a:lnTo>
                  <a:pt x="5794" y="2919"/>
                </a:lnTo>
                <a:lnTo>
                  <a:pt x="5287" y="2959"/>
                </a:lnTo>
                <a:lnTo>
                  <a:pt x="5005" y="3160"/>
                </a:lnTo>
                <a:lnTo>
                  <a:pt x="4666" y="3523"/>
                </a:lnTo>
                <a:lnTo>
                  <a:pt x="1862" y="4972"/>
                </a:lnTo>
                <a:lnTo>
                  <a:pt x="0" y="3201"/>
                </a:lnTo>
                <a:lnTo>
                  <a:pt x="1016" y="2959"/>
                </a:lnTo>
                <a:lnTo>
                  <a:pt x="1392" y="2879"/>
                </a:lnTo>
                <a:lnTo>
                  <a:pt x="1618" y="2637"/>
                </a:lnTo>
                <a:lnTo>
                  <a:pt x="1862" y="2295"/>
                </a:lnTo>
                <a:lnTo>
                  <a:pt x="2352" y="1791"/>
                </a:lnTo>
                <a:lnTo>
                  <a:pt x="3255" y="986"/>
                </a:lnTo>
                <a:lnTo>
                  <a:pt x="5945" y="0"/>
                </a:lnTo>
                <a:lnTo>
                  <a:pt x="7204" y="2152"/>
                </a:lnTo>
                <a:close/>
              </a:path>
            </a:pathLst>
          </a:custGeom>
          <a:ln w="315">
            <a:solidFill>
              <a:srgbClr val="401F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05" name="object 405"/>
          <p:cNvSpPr/>
          <p:nvPr/>
        </p:nvSpPr>
        <p:spPr>
          <a:xfrm>
            <a:off x="5628094" y="1662461"/>
            <a:ext cx="2615" cy="644"/>
          </a:xfrm>
          <a:custGeom>
            <a:avLst/>
            <a:gdLst/>
            <a:ahLst/>
            <a:cxnLst/>
            <a:rect l="l" t="t" r="r" b="b"/>
            <a:pathLst>
              <a:path w="2615" h="644">
                <a:moveTo>
                  <a:pt x="1373" y="221"/>
                </a:moveTo>
                <a:lnTo>
                  <a:pt x="1806" y="362"/>
                </a:lnTo>
                <a:lnTo>
                  <a:pt x="2163" y="422"/>
                </a:lnTo>
                <a:lnTo>
                  <a:pt x="2615" y="644"/>
                </a:lnTo>
                <a:lnTo>
                  <a:pt x="2163" y="342"/>
                </a:lnTo>
                <a:lnTo>
                  <a:pt x="1806" y="301"/>
                </a:lnTo>
                <a:lnTo>
                  <a:pt x="1129" y="0"/>
                </a:lnTo>
                <a:lnTo>
                  <a:pt x="620" y="80"/>
                </a:lnTo>
                <a:lnTo>
                  <a:pt x="0" y="221"/>
                </a:lnTo>
                <a:lnTo>
                  <a:pt x="413" y="181"/>
                </a:lnTo>
                <a:lnTo>
                  <a:pt x="996" y="120"/>
                </a:lnTo>
                <a:lnTo>
                  <a:pt x="1373" y="221"/>
                </a:lnTo>
                <a:close/>
              </a:path>
            </a:pathLst>
          </a:custGeom>
          <a:solidFill>
            <a:srgbClr val="401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06" name="object 406"/>
          <p:cNvSpPr/>
          <p:nvPr/>
        </p:nvSpPr>
        <p:spPr>
          <a:xfrm>
            <a:off x="5627096" y="1661737"/>
            <a:ext cx="2201" cy="442"/>
          </a:xfrm>
          <a:custGeom>
            <a:avLst/>
            <a:gdLst/>
            <a:ahLst/>
            <a:cxnLst/>
            <a:rect l="l" t="t" r="r" b="b"/>
            <a:pathLst>
              <a:path w="2201" h="442">
                <a:moveTo>
                  <a:pt x="489" y="281"/>
                </a:moveTo>
                <a:lnTo>
                  <a:pt x="0" y="362"/>
                </a:lnTo>
                <a:lnTo>
                  <a:pt x="527" y="362"/>
                </a:lnTo>
                <a:lnTo>
                  <a:pt x="922" y="261"/>
                </a:lnTo>
                <a:lnTo>
                  <a:pt x="1636" y="60"/>
                </a:lnTo>
                <a:lnTo>
                  <a:pt x="1975" y="120"/>
                </a:lnTo>
                <a:lnTo>
                  <a:pt x="2201" y="140"/>
                </a:lnTo>
                <a:lnTo>
                  <a:pt x="1862" y="20"/>
                </a:lnTo>
                <a:lnTo>
                  <a:pt x="1599" y="0"/>
                </a:lnTo>
                <a:lnTo>
                  <a:pt x="1053" y="140"/>
                </a:lnTo>
                <a:lnTo>
                  <a:pt x="489" y="281"/>
                </a:lnTo>
                <a:close/>
              </a:path>
            </a:pathLst>
          </a:custGeom>
          <a:solidFill>
            <a:srgbClr val="401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07" name="object 407"/>
          <p:cNvSpPr/>
          <p:nvPr/>
        </p:nvSpPr>
        <p:spPr>
          <a:xfrm>
            <a:off x="5627999" y="1663407"/>
            <a:ext cx="884" cy="221"/>
          </a:xfrm>
          <a:custGeom>
            <a:avLst/>
            <a:gdLst/>
            <a:ahLst/>
            <a:cxnLst/>
            <a:rect l="l" t="t" r="r" b="b"/>
            <a:pathLst>
              <a:path w="884" h="221">
                <a:moveTo>
                  <a:pt x="0" y="0"/>
                </a:moveTo>
                <a:lnTo>
                  <a:pt x="94" y="161"/>
                </a:lnTo>
                <a:lnTo>
                  <a:pt x="451" y="161"/>
                </a:lnTo>
                <a:lnTo>
                  <a:pt x="771" y="221"/>
                </a:lnTo>
                <a:lnTo>
                  <a:pt x="244" y="60"/>
                </a:lnTo>
                <a:lnTo>
                  <a:pt x="0" y="0"/>
                </a:lnTo>
                <a:close/>
              </a:path>
            </a:pathLst>
          </a:custGeom>
          <a:solidFill>
            <a:srgbClr val="401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08" name="object 408"/>
          <p:cNvSpPr/>
          <p:nvPr/>
        </p:nvSpPr>
        <p:spPr>
          <a:xfrm>
            <a:off x="5630558" y="1663226"/>
            <a:ext cx="188" cy="403"/>
          </a:xfrm>
          <a:custGeom>
            <a:avLst/>
            <a:gdLst/>
            <a:ahLst/>
            <a:cxnLst/>
            <a:rect l="l" t="t" r="r" b="b"/>
            <a:pathLst>
              <a:path w="188" h="403">
                <a:moveTo>
                  <a:pt x="0" y="0"/>
                </a:moveTo>
                <a:lnTo>
                  <a:pt x="37" y="302"/>
                </a:lnTo>
                <a:lnTo>
                  <a:pt x="188" y="403"/>
                </a:lnTo>
                <a:lnTo>
                  <a:pt x="0" y="0"/>
                </a:lnTo>
                <a:close/>
              </a:path>
            </a:pathLst>
          </a:custGeom>
          <a:solidFill>
            <a:srgbClr val="401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09" name="object 409"/>
          <p:cNvSpPr/>
          <p:nvPr/>
        </p:nvSpPr>
        <p:spPr>
          <a:xfrm>
            <a:off x="5629956" y="1664213"/>
            <a:ext cx="169" cy="221"/>
          </a:xfrm>
          <a:custGeom>
            <a:avLst/>
            <a:gdLst/>
            <a:ahLst/>
            <a:cxnLst/>
            <a:rect l="l" t="t" r="r" b="b"/>
            <a:pathLst>
              <a:path w="169" h="221">
                <a:moveTo>
                  <a:pt x="0" y="0"/>
                </a:moveTo>
                <a:lnTo>
                  <a:pt x="169" y="221"/>
                </a:lnTo>
                <a:lnTo>
                  <a:pt x="0" y="0"/>
                </a:lnTo>
                <a:close/>
              </a:path>
            </a:pathLst>
          </a:custGeom>
          <a:solidFill>
            <a:srgbClr val="401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10" name="object 410"/>
          <p:cNvSpPr/>
          <p:nvPr/>
        </p:nvSpPr>
        <p:spPr>
          <a:xfrm>
            <a:off x="5626758" y="1662824"/>
            <a:ext cx="413" cy="523"/>
          </a:xfrm>
          <a:custGeom>
            <a:avLst/>
            <a:gdLst/>
            <a:ahLst/>
            <a:cxnLst/>
            <a:rect l="l" t="t" r="r" b="b"/>
            <a:pathLst>
              <a:path w="413" h="523">
                <a:moveTo>
                  <a:pt x="338" y="161"/>
                </a:moveTo>
                <a:lnTo>
                  <a:pt x="413" y="0"/>
                </a:lnTo>
                <a:lnTo>
                  <a:pt x="0" y="523"/>
                </a:lnTo>
                <a:lnTo>
                  <a:pt x="338" y="301"/>
                </a:lnTo>
                <a:lnTo>
                  <a:pt x="338" y="161"/>
                </a:lnTo>
                <a:close/>
              </a:path>
            </a:pathLst>
          </a:custGeom>
          <a:solidFill>
            <a:srgbClr val="401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11" name="object 411"/>
          <p:cNvSpPr/>
          <p:nvPr/>
        </p:nvSpPr>
        <p:spPr>
          <a:xfrm>
            <a:off x="5625083" y="1662803"/>
            <a:ext cx="1317" cy="1429"/>
          </a:xfrm>
          <a:custGeom>
            <a:avLst/>
            <a:gdLst/>
            <a:ahLst/>
            <a:cxnLst/>
            <a:rect l="l" t="t" r="r" b="b"/>
            <a:pathLst>
              <a:path w="1317" h="1429">
                <a:moveTo>
                  <a:pt x="827" y="805"/>
                </a:moveTo>
                <a:lnTo>
                  <a:pt x="1091" y="442"/>
                </a:lnTo>
                <a:lnTo>
                  <a:pt x="1317" y="0"/>
                </a:lnTo>
                <a:lnTo>
                  <a:pt x="771" y="664"/>
                </a:lnTo>
                <a:lnTo>
                  <a:pt x="0" y="1429"/>
                </a:lnTo>
                <a:lnTo>
                  <a:pt x="827" y="805"/>
                </a:lnTo>
                <a:close/>
              </a:path>
            </a:pathLst>
          </a:custGeom>
          <a:solidFill>
            <a:srgbClr val="401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12" name="object 412"/>
          <p:cNvSpPr/>
          <p:nvPr/>
        </p:nvSpPr>
        <p:spPr>
          <a:xfrm>
            <a:off x="5624424" y="1664837"/>
            <a:ext cx="301" cy="1026"/>
          </a:xfrm>
          <a:custGeom>
            <a:avLst/>
            <a:gdLst/>
            <a:ahLst/>
            <a:cxnLst/>
            <a:rect l="l" t="t" r="r" b="b"/>
            <a:pathLst>
              <a:path w="301" h="1026">
                <a:moveTo>
                  <a:pt x="263" y="261"/>
                </a:moveTo>
                <a:lnTo>
                  <a:pt x="0" y="0"/>
                </a:lnTo>
                <a:lnTo>
                  <a:pt x="188" y="362"/>
                </a:lnTo>
                <a:lnTo>
                  <a:pt x="244" y="725"/>
                </a:lnTo>
                <a:lnTo>
                  <a:pt x="263" y="1026"/>
                </a:lnTo>
                <a:lnTo>
                  <a:pt x="301" y="584"/>
                </a:lnTo>
                <a:lnTo>
                  <a:pt x="263" y="261"/>
                </a:lnTo>
                <a:close/>
              </a:path>
            </a:pathLst>
          </a:custGeom>
          <a:solidFill>
            <a:srgbClr val="401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13" name="object 413"/>
          <p:cNvSpPr/>
          <p:nvPr/>
        </p:nvSpPr>
        <p:spPr>
          <a:xfrm>
            <a:off x="5627510" y="1663770"/>
            <a:ext cx="150" cy="362"/>
          </a:xfrm>
          <a:custGeom>
            <a:avLst/>
            <a:gdLst/>
            <a:ahLst/>
            <a:cxnLst/>
            <a:rect l="l" t="t" r="r" b="b"/>
            <a:pathLst>
              <a:path w="150" h="362">
                <a:moveTo>
                  <a:pt x="37" y="0"/>
                </a:moveTo>
                <a:lnTo>
                  <a:pt x="0" y="160"/>
                </a:lnTo>
                <a:lnTo>
                  <a:pt x="150" y="362"/>
                </a:lnTo>
                <a:lnTo>
                  <a:pt x="37" y="0"/>
                </a:lnTo>
                <a:close/>
              </a:path>
            </a:pathLst>
          </a:custGeom>
          <a:solidFill>
            <a:srgbClr val="401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14" name="object 414"/>
          <p:cNvSpPr/>
          <p:nvPr/>
        </p:nvSpPr>
        <p:spPr>
          <a:xfrm>
            <a:off x="5615413" y="1649698"/>
            <a:ext cx="601" cy="442"/>
          </a:xfrm>
          <a:custGeom>
            <a:avLst/>
            <a:gdLst/>
            <a:ahLst/>
            <a:cxnLst/>
            <a:rect l="l" t="t" r="r" b="b"/>
            <a:pathLst>
              <a:path w="601" h="442">
                <a:moveTo>
                  <a:pt x="601" y="0"/>
                </a:moveTo>
                <a:lnTo>
                  <a:pt x="432" y="120"/>
                </a:lnTo>
                <a:lnTo>
                  <a:pt x="263" y="181"/>
                </a:lnTo>
                <a:lnTo>
                  <a:pt x="93" y="281"/>
                </a:lnTo>
                <a:lnTo>
                  <a:pt x="0" y="442"/>
                </a:lnTo>
                <a:lnTo>
                  <a:pt x="150" y="382"/>
                </a:lnTo>
                <a:lnTo>
                  <a:pt x="432" y="301"/>
                </a:lnTo>
                <a:lnTo>
                  <a:pt x="601" y="0"/>
                </a:lnTo>
                <a:close/>
              </a:path>
            </a:pathLst>
          </a:custGeom>
          <a:solidFill>
            <a:srgbClr val="401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15" name="object 415"/>
          <p:cNvSpPr/>
          <p:nvPr/>
        </p:nvSpPr>
        <p:spPr>
          <a:xfrm>
            <a:off x="5615714" y="1650422"/>
            <a:ext cx="150" cy="281"/>
          </a:xfrm>
          <a:custGeom>
            <a:avLst/>
            <a:gdLst/>
            <a:ahLst/>
            <a:cxnLst/>
            <a:rect l="l" t="t" r="r" b="b"/>
            <a:pathLst>
              <a:path w="150" h="281">
                <a:moveTo>
                  <a:pt x="150" y="0"/>
                </a:moveTo>
                <a:lnTo>
                  <a:pt x="0" y="0"/>
                </a:lnTo>
                <a:lnTo>
                  <a:pt x="0" y="281"/>
                </a:lnTo>
                <a:lnTo>
                  <a:pt x="150" y="0"/>
                </a:lnTo>
                <a:close/>
              </a:path>
            </a:pathLst>
          </a:custGeom>
          <a:solidFill>
            <a:srgbClr val="401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16" name="object 416"/>
          <p:cNvSpPr/>
          <p:nvPr/>
        </p:nvSpPr>
        <p:spPr>
          <a:xfrm>
            <a:off x="5613305" y="1652737"/>
            <a:ext cx="5080" cy="13629"/>
          </a:xfrm>
          <a:custGeom>
            <a:avLst/>
            <a:gdLst/>
            <a:ahLst/>
            <a:cxnLst/>
            <a:rect l="l" t="t" r="r" b="b"/>
            <a:pathLst>
              <a:path w="5080" h="13629">
                <a:moveTo>
                  <a:pt x="4421" y="9160"/>
                </a:moveTo>
                <a:lnTo>
                  <a:pt x="3860" y="6893"/>
                </a:lnTo>
                <a:lnTo>
                  <a:pt x="3594" y="5818"/>
                </a:lnTo>
                <a:lnTo>
                  <a:pt x="2596" y="3389"/>
                </a:lnTo>
                <a:lnTo>
                  <a:pt x="2088" y="2154"/>
                </a:lnTo>
                <a:lnTo>
                  <a:pt x="1373" y="1369"/>
                </a:lnTo>
                <a:lnTo>
                  <a:pt x="1275" y="842"/>
                </a:lnTo>
                <a:lnTo>
                  <a:pt x="752" y="0"/>
                </a:lnTo>
                <a:lnTo>
                  <a:pt x="0" y="1771"/>
                </a:lnTo>
                <a:lnTo>
                  <a:pt x="2991" y="11636"/>
                </a:lnTo>
                <a:lnTo>
                  <a:pt x="5080" y="13629"/>
                </a:lnTo>
                <a:lnTo>
                  <a:pt x="4421" y="9160"/>
                </a:lnTo>
                <a:close/>
              </a:path>
            </a:pathLst>
          </a:custGeom>
          <a:solidFill>
            <a:srgbClr val="4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17" name="object 417"/>
          <p:cNvSpPr/>
          <p:nvPr/>
        </p:nvSpPr>
        <p:spPr>
          <a:xfrm>
            <a:off x="5613305" y="1652737"/>
            <a:ext cx="5080" cy="13629"/>
          </a:xfrm>
          <a:custGeom>
            <a:avLst/>
            <a:gdLst/>
            <a:ahLst/>
            <a:cxnLst/>
            <a:rect l="l" t="t" r="r" b="b"/>
            <a:pathLst>
              <a:path w="5080" h="13629">
                <a:moveTo>
                  <a:pt x="1275" y="842"/>
                </a:moveTo>
                <a:lnTo>
                  <a:pt x="1373" y="1369"/>
                </a:lnTo>
                <a:lnTo>
                  <a:pt x="2088" y="2154"/>
                </a:lnTo>
                <a:lnTo>
                  <a:pt x="2596" y="3389"/>
                </a:lnTo>
                <a:lnTo>
                  <a:pt x="3594" y="5818"/>
                </a:lnTo>
                <a:lnTo>
                  <a:pt x="3860" y="6893"/>
                </a:lnTo>
                <a:lnTo>
                  <a:pt x="4421" y="9160"/>
                </a:lnTo>
                <a:lnTo>
                  <a:pt x="5080" y="13629"/>
                </a:lnTo>
                <a:lnTo>
                  <a:pt x="2991" y="11636"/>
                </a:lnTo>
                <a:lnTo>
                  <a:pt x="0" y="1771"/>
                </a:lnTo>
                <a:lnTo>
                  <a:pt x="752" y="0"/>
                </a:lnTo>
                <a:lnTo>
                  <a:pt x="1275" y="842"/>
                </a:lnTo>
                <a:close/>
              </a:path>
            </a:pathLst>
          </a:custGeom>
          <a:ln w="30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18" name="object 418"/>
          <p:cNvSpPr/>
          <p:nvPr/>
        </p:nvSpPr>
        <p:spPr>
          <a:xfrm>
            <a:off x="5605215" y="1650120"/>
            <a:ext cx="18852" cy="22628"/>
          </a:xfrm>
          <a:custGeom>
            <a:avLst/>
            <a:gdLst/>
            <a:ahLst/>
            <a:cxnLst/>
            <a:rect l="l" t="t" r="r" b="b"/>
            <a:pathLst>
              <a:path w="18852" h="22628">
                <a:moveTo>
                  <a:pt x="12587" y="20776"/>
                </a:moveTo>
                <a:lnTo>
                  <a:pt x="12511" y="19588"/>
                </a:lnTo>
                <a:lnTo>
                  <a:pt x="12587" y="19044"/>
                </a:lnTo>
                <a:lnTo>
                  <a:pt x="13847" y="18783"/>
                </a:lnTo>
                <a:lnTo>
                  <a:pt x="16444" y="18380"/>
                </a:lnTo>
                <a:lnTo>
                  <a:pt x="17177" y="17192"/>
                </a:lnTo>
                <a:lnTo>
                  <a:pt x="17327" y="17162"/>
                </a:lnTo>
                <a:lnTo>
                  <a:pt x="18852" y="15058"/>
                </a:lnTo>
                <a:lnTo>
                  <a:pt x="16995" y="14253"/>
                </a:lnTo>
                <a:lnTo>
                  <a:pt x="16669" y="14253"/>
                </a:lnTo>
                <a:lnTo>
                  <a:pt x="16067" y="13850"/>
                </a:lnTo>
                <a:lnTo>
                  <a:pt x="12342" y="13770"/>
                </a:lnTo>
                <a:lnTo>
                  <a:pt x="12117" y="12465"/>
                </a:lnTo>
                <a:lnTo>
                  <a:pt x="11984" y="11696"/>
                </a:lnTo>
                <a:lnTo>
                  <a:pt x="11156" y="8596"/>
                </a:lnTo>
                <a:lnTo>
                  <a:pt x="10122" y="5978"/>
                </a:lnTo>
                <a:lnTo>
                  <a:pt x="10043" y="5679"/>
                </a:lnTo>
                <a:lnTo>
                  <a:pt x="9820" y="4831"/>
                </a:lnTo>
                <a:lnTo>
                  <a:pt x="9294" y="4207"/>
                </a:lnTo>
                <a:lnTo>
                  <a:pt x="8918" y="3643"/>
                </a:lnTo>
                <a:lnTo>
                  <a:pt x="8711" y="2053"/>
                </a:lnTo>
                <a:lnTo>
                  <a:pt x="4082" y="0"/>
                </a:lnTo>
                <a:lnTo>
                  <a:pt x="3499" y="1187"/>
                </a:lnTo>
                <a:lnTo>
                  <a:pt x="1429" y="2858"/>
                </a:lnTo>
                <a:lnTo>
                  <a:pt x="75" y="6039"/>
                </a:lnTo>
                <a:lnTo>
                  <a:pt x="75" y="8596"/>
                </a:lnTo>
                <a:lnTo>
                  <a:pt x="0" y="11474"/>
                </a:lnTo>
                <a:lnTo>
                  <a:pt x="219" y="12518"/>
                </a:lnTo>
                <a:lnTo>
                  <a:pt x="601" y="14333"/>
                </a:lnTo>
                <a:lnTo>
                  <a:pt x="1053" y="16246"/>
                </a:lnTo>
                <a:lnTo>
                  <a:pt x="1260" y="18319"/>
                </a:lnTo>
                <a:lnTo>
                  <a:pt x="2521" y="22366"/>
                </a:lnTo>
                <a:lnTo>
                  <a:pt x="5437" y="22225"/>
                </a:lnTo>
                <a:lnTo>
                  <a:pt x="6923" y="22064"/>
                </a:lnTo>
                <a:lnTo>
                  <a:pt x="8259" y="22527"/>
                </a:lnTo>
                <a:lnTo>
                  <a:pt x="9143" y="22628"/>
                </a:lnTo>
                <a:lnTo>
                  <a:pt x="10581" y="22171"/>
                </a:lnTo>
                <a:lnTo>
                  <a:pt x="10931" y="21822"/>
                </a:lnTo>
                <a:lnTo>
                  <a:pt x="11759" y="21661"/>
                </a:lnTo>
                <a:lnTo>
                  <a:pt x="12436" y="21581"/>
                </a:lnTo>
                <a:lnTo>
                  <a:pt x="12587" y="20776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19" name="object 419"/>
          <p:cNvSpPr/>
          <p:nvPr/>
        </p:nvSpPr>
        <p:spPr>
          <a:xfrm>
            <a:off x="5605215" y="1650120"/>
            <a:ext cx="18852" cy="22628"/>
          </a:xfrm>
          <a:custGeom>
            <a:avLst/>
            <a:gdLst/>
            <a:ahLst/>
            <a:cxnLst/>
            <a:rect l="l" t="t" r="r" b="b"/>
            <a:pathLst>
              <a:path w="18852" h="22628">
                <a:moveTo>
                  <a:pt x="8711" y="2053"/>
                </a:moveTo>
                <a:lnTo>
                  <a:pt x="8918" y="3643"/>
                </a:lnTo>
                <a:lnTo>
                  <a:pt x="9294" y="4207"/>
                </a:lnTo>
                <a:lnTo>
                  <a:pt x="9820" y="4831"/>
                </a:lnTo>
                <a:lnTo>
                  <a:pt x="10043" y="5679"/>
                </a:lnTo>
                <a:lnTo>
                  <a:pt x="10122" y="5978"/>
                </a:lnTo>
                <a:lnTo>
                  <a:pt x="11156" y="8596"/>
                </a:lnTo>
                <a:lnTo>
                  <a:pt x="11984" y="11696"/>
                </a:lnTo>
                <a:lnTo>
                  <a:pt x="12117" y="12465"/>
                </a:lnTo>
                <a:lnTo>
                  <a:pt x="12342" y="13770"/>
                </a:lnTo>
                <a:lnTo>
                  <a:pt x="16067" y="13850"/>
                </a:lnTo>
                <a:lnTo>
                  <a:pt x="16669" y="14253"/>
                </a:lnTo>
                <a:lnTo>
                  <a:pt x="16995" y="14253"/>
                </a:lnTo>
                <a:lnTo>
                  <a:pt x="18852" y="15058"/>
                </a:lnTo>
                <a:lnTo>
                  <a:pt x="17327" y="17162"/>
                </a:lnTo>
                <a:lnTo>
                  <a:pt x="17177" y="17192"/>
                </a:lnTo>
                <a:lnTo>
                  <a:pt x="16444" y="18380"/>
                </a:lnTo>
                <a:lnTo>
                  <a:pt x="13847" y="18783"/>
                </a:lnTo>
                <a:lnTo>
                  <a:pt x="12587" y="19044"/>
                </a:lnTo>
                <a:lnTo>
                  <a:pt x="12511" y="19588"/>
                </a:lnTo>
                <a:lnTo>
                  <a:pt x="12587" y="20776"/>
                </a:lnTo>
                <a:lnTo>
                  <a:pt x="12436" y="21581"/>
                </a:lnTo>
                <a:lnTo>
                  <a:pt x="11759" y="21661"/>
                </a:lnTo>
                <a:lnTo>
                  <a:pt x="10931" y="21822"/>
                </a:lnTo>
                <a:lnTo>
                  <a:pt x="10581" y="22171"/>
                </a:lnTo>
                <a:lnTo>
                  <a:pt x="9143" y="22628"/>
                </a:lnTo>
                <a:lnTo>
                  <a:pt x="8259" y="22527"/>
                </a:lnTo>
                <a:lnTo>
                  <a:pt x="6923" y="22064"/>
                </a:lnTo>
                <a:lnTo>
                  <a:pt x="5437" y="22225"/>
                </a:lnTo>
                <a:lnTo>
                  <a:pt x="2521" y="22366"/>
                </a:lnTo>
                <a:lnTo>
                  <a:pt x="1260" y="18319"/>
                </a:lnTo>
                <a:lnTo>
                  <a:pt x="1053" y="16246"/>
                </a:lnTo>
                <a:lnTo>
                  <a:pt x="601" y="14333"/>
                </a:lnTo>
                <a:lnTo>
                  <a:pt x="219" y="12518"/>
                </a:lnTo>
                <a:lnTo>
                  <a:pt x="0" y="11474"/>
                </a:lnTo>
                <a:lnTo>
                  <a:pt x="75" y="8596"/>
                </a:lnTo>
                <a:lnTo>
                  <a:pt x="75" y="6039"/>
                </a:lnTo>
                <a:lnTo>
                  <a:pt x="1429" y="2858"/>
                </a:lnTo>
                <a:lnTo>
                  <a:pt x="3499" y="1187"/>
                </a:lnTo>
                <a:lnTo>
                  <a:pt x="4082" y="0"/>
                </a:lnTo>
                <a:lnTo>
                  <a:pt x="8711" y="2053"/>
                </a:lnTo>
                <a:close/>
              </a:path>
            </a:pathLst>
          </a:custGeom>
          <a:ln w="30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20" name="object 420"/>
          <p:cNvSpPr/>
          <p:nvPr/>
        </p:nvSpPr>
        <p:spPr>
          <a:xfrm>
            <a:off x="5605516" y="1651469"/>
            <a:ext cx="11947" cy="21138"/>
          </a:xfrm>
          <a:custGeom>
            <a:avLst/>
            <a:gdLst/>
            <a:ahLst/>
            <a:cxnLst/>
            <a:rect l="l" t="t" r="r" b="b"/>
            <a:pathLst>
              <a:path w="11947" h="21138">
                <a:moveTo>
                  <a:pt x="75" y="7931"/>
                </a:moveTo>
                <a:lnTo>
                  <a:pt x="131" y="10105"/>
                </a:lnTo>
                <a:lnTo>
                  <a:pt x="508" y="12320"/>
                </a:lnTo>
                <a:lnTo>
                  <a:pt x="959" y="14635"/>
                </a:lnTo>
                <a:lnTo>
                  <a:pt x="1204" y="16608"/>
                </a:lnTo>
                <a:lnTo>
                  <a:pt x="1561" y="18038"/>
                </a:lnTo>
                <a:lnTo>
                  <a:pt x="1486" y="19326"/>
                </a:lnTo>
                <a:lnTo>
                  <a:pt x="1636" y="20030"/>
                </a:lnTo>
                <a:lnTo>
                  <a:pt x="2164" y="20574"/>
                </a:lnTo>
                <a:lnTo>
                  <a:pt x="2822" y="21057"/>
                </a:lnTo>
                <a:lnTo>
                  <a:pt x="3706" y="21138"/>
                </a:lnTo>
                <a:lnTo>
                  <a:pt x="4139" y="20917"/>
                </a:lnTo>
                <a:lnTo>
                  <a:pt x="4741" y="20836"/>
                </a:lnTo>
                <a:lnTo>
                  <a:pt x="6171" y="20513"/>
                </a:lnTo>
                <a:lnTo>
                  <a:pt x="5550" y="19729"/>
                </a:lnTo>
                <a:lnTo>
                  <a:pt x="4891" y="18581"/>
                </a:lnTo>
                <a:lnTo>
                  <a:pt x="5870" y="19386"/>
                </a:lnTo>
                <a:lnTo>
                  <a:pt x="6603" y="20111"/>
                </a:lnTo>
                <a:lnTo>
                  <a:pt x="7130" y="20513"/>
                </a:lnTo>
                <a:lnTo>
                  <a:pt x="7864" y="20917"/>
                </a:lnTo>
                <a:lnTo>
                  <a:pt x="9482" y="20917"/>
                </a:lnTo>
                <a:lnTo>
                  <a:pt x="9934" y="20675"/>
                </a:lnTo>
                <a:lnTo>
                  <a:pt x="10160" y="20433"/>
                </a:lnTo>
                <a:lnTo>
                  <a:pt x="9125" y="19789"/>
                </a:lnTo>
                <a:lnTo>
                  <a:pt x="8090" y="18762"/>
                </a:lnTo>
                <a:lnTo>
                  <a:pt x="7789" y="18279"/>
                </a:lnTo>
                <a:lnTo>
                  <a:pt x="8617" y="18520"/>
                </a:lnTo>
                <a:lnTo>
                  <a:pt x="9859" y="19547"/>
                </a:lnTo>
                <a:lnTo>
                  <a:pt x="10385" y="20031"/>
                </a:lnTo>
                <a:lnTo>
                  <a:pt x="11571" y="20111"/>
                </a:lnTo>
                <a:lnTo>
                  <a:pt x="11947" y="19869"/>
                </a:lnTo>
                <a:lnTo>
                  <a:pt x="11947" y="17736"/>
                </a:lnTo>
                <a:lnTo>
                  <a:pt x="10385" y="17474"/>
                </a:lnTo>
                <a:lnTo>
                  <a:pt x="9049" y="17394"/>
                </a:lnTo>
                <a:lnTo>
                  <a:pt x="7582" y="17253"/>
                </a:lnTo>
                <a:lnTo>
                  <a:pt x="5926" y="16990"/>
                </a:lnTo>
                <a:lnTo>
                  <a:pt x="5174" y="16447"/>
                </a:lnTo>
                <a:lnTo>
                  <a:pt x="3179" y="13770"/>
                </a:lnTo>
                <a:lnTo>
                  <a:pt x="4214" y="14555"/>
                </a:lnTo>
                <a:lnTo>
                  <a:pt x="4891" y="15199"/>
                </a:lnTo>
                <a:lnTo>
                  <a:pt x="4515" y="13286"/>
                </a:lnTo>
                <a:lnTo>
                  <a:pt x="3763" y="12562"/>
                </a:lnTo>
                <a:lnTo>
                  <a:pt x="2671" y="10589"/>
                </a:lnTo>
                <a:lnTo>
                  <a:pt x="3706" y="11515"/>
                </a:lnTo>
                <a:lnTo>
                  <a:pt x="4384" y="11776"/>
                </a:lnTo>
                <a:lnTo>
                  <a:pt x="4214" y="10408"/>
                </a:lnTo>
                <a:lnTo>
                  <a:pt x="3480" y="9381"/>
                </a:lnTo>
                <a:lnTo>
                  <a:pt x="2747" y="8596"/>
                </a:lnTo>
                <a:lnTo>
                  <a:pt x="1994" y="6260"/>
                </a:lnTo>
                <a:lnTo>
                  <a:pt x="3405" y="8193"/>
                </a:lnTo>
                <a:lnTo>
                  <a:pt x="4214" y="8898"/>
                </a:lnTo>
                <a:lnTo>
                  <a:pt x="4308" y="5938"/>
                </a:lnTo>
                <a:lnTo>
                  <a:pt x="4515" y="4770"/>
                </a:lnTo>
                <a:lnTo>
                  <a:pt x="4966" y="4227"/>
                </a:lnTo>
                <a:lnTo>
                  <a:pt x="5625" y="3341"/>
                </a:lnTo>
                <a:lnTo>
                  <a:pt x="6679" y="2938"/>
                </a:lnTo>
                <a:lnTo>
                  <a:pt x="7206" y="2697"/>
                </a:lnTo>
                <a:lnTo>
                  <a:pt x="5719" y="1187"/>
                </a:lnTo>
                <a:lnTo>
                  <a:pt x="4139" y="1589"/>
                </a:lnTo>
                <a:lnTo>
                  <a:pt x="3104" y="2234"/>
                </a:lnTo>
                <a:lnTo>
                  <a:pt x="2747" y="2858"/>
                </a:lnTo>
                <a:lnTo>
                  <a:pt x="3029" y="1892"/>
                </a:lnTo>
                <a:lnTo>
                  <a:pt x="3631" y="1589"/>
                </a:lnTo>
                <a:lnTo>
                  <a:pt x="4590" y="1187"/>
                </a:lnTo>
                <a:lnTo>
                  <a:pt x="5343" y="1046"/>
                </a:lnTo>
                <a:lnTo>
                  <a:pt x="4891" y="784"/>
                </a:lnTo>
                <a:lnTo>
                  <a:pt x="4139" y="563"/>
                </a:lnTo>
                <a:lnTo>
                  <a:pt x="3480" y="301"/>
                </a:lnTo>
                <a:lnTo>
                  <a:pt x="3104" y="0"/>
                </a:lnTo>
                <a:lnTo>
                  <a:pt x="2239" y="643"/>
                </a:lnTo>
                <a:lnTo>
                  <a:pt x="1712" y="1187"/>
                </a:lnTo>
                <a:lnTo>
                  <a:pt x="1204" y="1892"/>
                </a:lnTo>
                <a:lnTo>
                  <a:pt x="451" y="2294"/>
                </a:lnTo>
                <a:lnTo>
                  <a:pt x="301" y="3039"/>
                </a:lnTo>
                <a:lnTo>
                  <a:pt x="0" y="4227"/>
                </a:lnTo>
                <a:lnTo>
                  <a:pt x="0" y="6039"/>
                </a:lnTo>
                <a:lnTo>
                  <a:pt x="75" y="7931"/>
                </a:lnTo>
                <a:close/>
              </a:path>
            </a:pathLst>
          </a:custGeom>
          <a:solidFill>
            <a:srgbClr val="DFDFD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21" name="object 421"/>
          <p:cNvSpPr/>
          <p:nvPr/>
        </p:nvSpPr>
        <p:spPr>
          <a:xfrm>
            <a:off x="5606400" y="1661978"/>
            <a:ext cx="3480" cy="9763"/>
          </a:xfrm>
          <a:custGeom>
            <a:avLst/>
            <a:gdLst/>
            <a:ahLst/>
            <a:cxnLst/>
            <a:rect l="l" t="t" r="r" b="b"/>
            <a:pathLst>
              <a:path w="3480" h="9763">
                <a:moveTo>
                  <a:pt x="884" y="4690"/>
                </a:moveTo>
                <a:lnTo>
                  <a:pt x="1335" y="6039"/>
                </a:lnTo>
                <a:lnTo>
                  <a:pt x="1636" y="7247"/>
                </a:lnTo>
                <a:lnTo>
                  <a:pt x="2220" y="8656"/>
                </a:lnTo>
                <a:lnTo>
                  <a:pt x="2859" y="9441"/>
                </a:lnTo>
                <a:lnTo>
                  <a:pt x="3480" y="9763"/>
                </a:lnTo>
                <a:lnTo>
                  <a:pt x="3029" y="8173"/>
                </a:lnTo>
                <a:lnTo>
                  <a:pt x="1994" y="6582"/>
                </a:lnTo>
                <a:lnTo>
                  <a:pt x="1335" y="5073"/>
                </a:lnTo>
                <a:lnTo>
                  <a:pt x="752" y="2858"/>
                </a:lnTo>
                <a:lnTo>
                  <a:pt x="0" y="0"/>
                </a:lnTo>
                <a:lnTo>
                  <a:pt x="319" y="1429"/>
                </a:lnTo>
                <a:lnTo>
                  <a:pt x="677" y="3402"/>
                </a:lnTo>
                <a:lnTo>
                  <a:pt x="884" y="4690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22" name="object 422"/>
          <p:cNvSpPr/>
          <p:nvPr/>
        </p:nvSpPr>
        <p:spPr>
          <a:xfrm>
            <a:off x="5609975" y="1654106"/>
            <a:ext cx="13809" cy="14696"/>
          </a:xfrm>
          <a:custGeom>
            <a:avLst/>
            <a:gdLst/>
            <a:ahLst/>
            <a:cxnLst/>
            <a:rect l="l" t="t" r="r" b="b"/>
            <a:pathLst>
              <a:path w="13809" h="14696">
                <a:moveTo>
                  <a:pt x="5362" y="4026"/>
                </a:moveTo>
                <a:lnTo>
                  <a:pt x="5362" y="2697"/>
                </a:lnTo>
                <a:lnTo>
                  <a:pt x="4910" y="1248"/>
                </a:lnTo>
                <a:lnTo>
                  <a:pt x="4158" y="543"/>
                </a:lnTo>
                <a:lnTo>
                  <a:pt x="2540" y="0"/>
                </a:lnTo>
                <a:lnTo>
                  <a:pt x="1279" y="463"/>
                </a:lnTo>
                <a:lnTo>
                  <a:pt x="978" y="845"/>
                </a:lnTo>
                <a:lnTo>
                  <a:pt x="601" y="1429"/>
                </a:lnTo>
                <a:lnTo>
                  <a:pt x="150" y="2536"/>
                </a:lnTo>
                <a:lnTo>
                  <a:pt x="1279" y="1992"/>
                </a:lnTo>
                <a:lnTo>
                  <a:pt x="1636" y="1912"/>
                </a:lnTo>
                <a:lnTo>
                  <a:pt x="526" y="2697"/>
                </a:lnTo>
                <a:lnTo>
                  <a:pt x="150" y="3321"/>
                </a:lnTo>
                <a:lnTo>
                  <a:pt x="0" y="5073"/>
                </a:lnTo>
                <a:lnTo>
                  <a:pt x="75" y="6100"/>
                </a:lnTo>
                <a:lnTo>
                  <a:pt x="150" y="7146"/>
                </a:lnTo>
                <a:lnTo>
                  <a:pt x="225" y="8656"/>
                </a:lnTo>
                <a:lnTo>
                  <a:pt x="1483" y="9360"/>
                </a:lnTo>
                <a:lnTo>
                  <a:pt x="3217" y="9280"/>
                </a:lnTo>
                <a:lnTo>
                  <a:pt x="3932" y="9059"/>
                </a:lnTo>
                <a:lnTo>
                  <a:pt x="4609" y="9059"/>
                </a:lnTo>
                <a:lnTo>
                  <a:pt x="4459" y="9462"/>
                </a:lnTo>
                <a:lnTo>
                  <a:pt x="4158" y="9603"/>
                </a:lnTo>
                <a:lnTo>
                  <a:pt x="2972" y="9683"/>
                </a:lnTo>
                <a:lnTo>
                  <a:pt x="4233" y="11334"/>
                </a:lnTo>
                <a:lnTo>
                  <a:pt x="4816" y="10488"/>
                </a:lnTo>
                <a:lnTo>
                  <a:pt x="5192" y="10005"/>
                </a:lnTo>
                <a:lnTo>
                  <a:pt x="5493" y="10005"/>
                </a:lnTo>
                <a:lnTo>
                  <a:pt x="5418" y="10327"/>
                </a:lnTo>
                <a:lnTo>
                  <a:pt x="5192" y="10971"/>
                </a:lnTo>
                <a:lnTo>
                  <a:pt x="4609" y="11515"/>
                </a:lnTo>
                <a:lnTo>
                  <a:pt x="3480" y="12059"/>
                </a:lnTo>
                <a:lnTo>
                  <a:pt x="1636" y="12300"/>
                </a:lnTo>
                <a:lnTo>
                  <a:pt x="677" y="12522"/>
                </a:lnTo>
                <a:lnTo>
                  <a:pt x="1185" y="13508"/>
                </a:lnTo>
                <a:lnTo>
                  <a:pt x="1486" y="13891"/>
                </a:lnTo>
                <a:lnTo>
                  <a:pt x="2163" y="14152"/>
                </a:lnTo>
                <a:lnTo>
                  <a:pt x="3047" y="13750"/>
                </a:lnTo>
                <a:lnTo>
                  <a:pt x="3706" y="13267"/>
                </a:lnTo>
                <a:lnTo>
                  <a:pt x="4308" y="12763"/>
                </a:lnTo>
                <a:lnTo>
                  <a:pt x="4684" y="12300"/>
                </a:lnTo>
                <a:lnTo>
                  <a:pt x="4910" y="11736"/>
                </a:lnTo>
                <a:lnTo>
                  <a:pt x="5362" y="11736"/>
                </a:lnTo>
                <a:lnTo>
                  <a:pt x="5267" y="12360"/>
                </a:lnTo>
                <a:lnTo>
                  <a:pt x="4741" y="13106"/>
                </a:lnTo>
                <a:lnTo>
                  <a:pt x="4007" y="13508"/>
                </a:lnTo>
                <a:lnTo>
                  <a:pt x="2125" y="14192"/>
                </a:lnTo>
                <a:lnTo>
                  <a:pt x="2972" y="14353"/>
                </a:lnTo>
                <a:lnTo>
                  <a:pt x="3857" y="14353"/>
                </a:lnTo>
                <a:lnTo>
                  <a:pt x="4609" y="14213"/>
                </a:lnTo>
                <a:lnTo>
                  <a:pt x="5267" y="13891"/>
                </a:lnTo>
                <a:lnTo>
                  <a:pt x="5870" y="13508"/>
                </a:lnTo>
                <a:lnTo>
                  <a:pt x="6679" y="13106"/>
                </a:lnTo>
                <a:lnTo>
                  <a:pt x="7356" y="12300"/>
                </a:lnTo>
                <a:lnTo>
                  <a:pt x="7657" y="11656"/>
                </a:lnTo>
                <a:lnTo>
                  <a:pt x="8184" y="11173"/>
                </a:lnTo>
                <a:lnTo>
                  <a:pt x="8635" y="11254"/>
                </a:lnTo>
                <a:lnTo>
                  <a:pt x="8692" y="11737"/>
                </a:lnTo>
                <a:lnTo>
                  <a:pt x="8466" y="12220"/>
                </a:lnTo>
                <a:lnTo>
                  <a:pt x="7732" y="12844"/>
                </a:lnTo>
                <a:lnTo>
                  <a:pt x="6773" y="13408"/>
                </a:lnTo>
                <a:lnTo>
                  <a:pt x="5418" y="14535"/>
                </a:lnTo>
                <a:lnTo>
                  <a:pt x="6679" y="14616"/>
                </a:lnTo>
                <a:lnTo>
                  <a:pt x="7507" y="14535"/>
                </a:lnTo>
                <a:lnTo>
                  <a:pt x="8315" y="13891"/>
                </a:lnTo>
                <a:lnTo>
                  <a:pt x="9068" y="13106"/>
                </a:lnTo>
                <a:lnTo>
                  <a:pt x="9294" y="12360"/>
                </a:lnTo>
                <a:lnTo>
                  <a:pt x="9595" y="11737"/>
                </a:lnTo>
                <a:lnTo>
                  <a:pt x="10404" y="11817"/>
                </a:lnTo>
                <a:lnTo>
                  <a:pt x="10536" y="12360"/>
                </a:lnTo>
                <a:lnTo>
                  <a:pt x="10329" y="13025"/>
                </a:lnTo>
                <a:lnTo>
                  <a:pt x="9369" y="13810"/>
                </a:lnTo>
                <a:lnTo>
                  <a:pt x="7939" y="14696"/>
                </a:lnTo>
                <a:lnTo>
                  <a:pt x="9068" y="14616"/>
                </a:lnTo>
                <a:lnTo>
                  <a:pt x="10047" y="14434"/>
                </a:lnTo>
                <a:lnTo>
                  <a:pt x="11288" y="14132"/>
                </a:lnTo>
                <a:lnTo>
                  <a:pt x="11815" y="13508"/>
                </a:lnTo>
                <a:lnTo>
                  <a:pt x="12097" y="13025"/>
                </a:lnTo>
                <a:lnTo>
                  <a:pt x="12172" y="12220"/>
                </a:lnTo>
                <a:lnTo>
                  <a:pt x="12248" y="11576"/>
                </a:lnTo>
                <a:lnTo>
                  <a:pt x="12474" y="11817"/>
                </a:lnTo>
                <a:lnTo>
                  <a:pt x="12549" y="12360"/>
                </a:lnTo>
                <a:lnTo>
                  <a:pt x="12549" y="13025"/>
                </a:lnTo>
                <a:lnTo>
                  <a:pt x="13734" y="12703"/>
                </a:lnTo>
                <a:lnTo>
                  <a:pt x="13809" y="11656"/>
                </a:lnTo>
                <a:lnTo>
                  <a:pt x="13809" y="11032"/>
                </a:lnTo>
                <a:lnTo>
                  <a:pt x="13302" y="10488"/>
                </a:lnTo>
                <a:lnTo>
                  <a:pt x="11815" y="10488"/>
                </a:lnTo>
                <a:lnTo>
                  <a:pt x="11194" y="10086"/>
                </a:lnTo>
                <a:lnTo>
                  <a:pt x="10254" y="10005"/>
                </a:lnTo>
                <a:lnTo>
                  <a:pt x="8767" y="10086"/>
                </a:lnTo>
                <a:lnTo>
                  <a:pt x="7130" y="9844"/>
                </a:lnTo>
                <a:lnTo>
                  <a:pt x="6773" y="9683"/>
                </a:lnTo>
                <a:lnTo>
                  <a:pt x="6227" y="9844"/>
                </a:lnTo>
                <a:lnTo>
                  <a:pt x="5644" y="9603"/>
                </a:lnTo>
                <a:lnTo>
                  <a:pt x="5719" y="9200"/>
                </a:lnTo>
                <a:lnTo>
                  <a:pt x="5117" y="9059"/>
                </a:lnTo>
                <a:lnTo>
                  <a:pt x="5117" y="8656"/>
                </a:lnTo>
                <a:lnTo>
                  <a:pt x="5418" y="8254"/>
                </a:lnTo>
                <a:lnTo>
                  <a:pt x="5267" y="7851"/>
                </a:lnTo>
                <a:lnTo>
                  <a:pt x="5042" y="7468"/>
                </a:lnTo>
                <a:lnTo>
                  <a:pt x="5267" y="7207"/>
                </a:lnTo>
                <a:lnTo>
                  <a:pt x="5267" y="6180"/>
                </a:lnTo>
                <a:lnTo>
                  <a:pt x="5117" y="4811"/>
                </a:lnTo>
                <a:lnTo>
                  <a:pt x="5362" y="4026"/>
                </a:lnTo>
                <a:close/>
              </a:path>
            </a:pathLst>
          </a:custGeom>
          <a:solidFill>
            <a:srgbClr val="DFDFD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23" name="object 423"/>
          <p:cNvSpPr/>
          <p:nvPr/>
        </p:nvSpPr>
        <p:spPr>
          <a:xfrm>
            <a:off x="5610201" y="1662763"/>
            <a:ext cx="4007" cy="3865"/>
          </a:xfrm>
          <a:custGeom>
            <a:avLst/>
            <a:gdLst/>
            <a:ahLst/>
            <a:cxnLst/>
            <a:rect l="l" t="t" r="r" b="b"/>
            <a:pathLst>
              <a:path w="4007" h="3865">
                <a:moveTo>
                  <a:pt x="0" y="0"/>
                </a:moveTo>
                <a:lnTo>
                  <a:pt x="0" y="1026"/>
                </a:lnTo>
                <a:lnTo>
                  <a:pt x="75" y="2214"/>
                </a:lnTo>
                <a:lnTo>
                  <a:pt x="452" y="3865"/>
                </a:lnTo>
                <a:lnTo>
                  <a:pt x="1411" y="3583"/>
                </a:lnTo>
                <a:lnTo>
                  <a:pt x="2671" y="3160"/>
                </a:lnTo>
                <a:lnTo>
                  <a:pt x="4007" y="2677"/>
                </a:lnTo>
                <a:lnTo>
                  <a:pt x="2747" y="1026"/>
                </a:lnTo>
                <a:lnTo>
                  <a:pt x="1260" y="704"/>
                </a:lnTo>
                <a:lnTo>
                  <a:pt x="0" y="0"/>
                </a:lnTo>
                <a:close/>
              </a:path>
            </a:pathLst>
          </a:custGeom>
          <a:solidFill>
            <a:srgbClr val="DFDFD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24" name="object 424"/>
          <p:cNvSpPr/>
          <p:nvPr/>
        </p:nvSpPr>
        <p:spPr>
          <a:xfrm>
            <a:off x="5610916" y="1659582"/>
            <a:ext cx="3461" cy="3301"/>
          </a:xfrm>
          <a:custGeom>
            <a:avLst/>
            <a:gdLst/>
            <a:ahLst/>
            <a:cxnLst/>
            <a:rect l="l" t="t" r="r" b="b"/>
            <a:pathLst>
              <a:path w="3461" h="3301">
                <a:moveTo>
                  <a:pt x="413" y="2999"/>
                </a:moveTo>
                <a:lnTo>
                  <a:pt x="1279" y="2295"/>
                </a:lnTo>
                <a:lnTo>
                  <a:pt x="1655" y="1992"/>
                </a:lnTo>
                <a:lnTo>
                  <a:pt x="2596" y="1248"/>
                </a:lnTo>
                <a:lnTo>
                  <a:pt x="3010" y="906"/>
                </a:lnTo>
                <a:lnTo>
                  <a:pt x="3461" y="261"/>
                </a:lnTo>
                <a:lnTo>
                  <a:pt x="3461" y="0"/>
                </a:lnTo>
                <a:lnTo>
                  <a:pt x="3047" y="40"/>
                </a:lnTo>
                <a:lnTo>
                  <a:pt x="2388" y="221"/>
                </a:lnTo>
                <a:lnTo>
                  <a:pt x="1768" y="704"/>
                </a:lnTo>
                <a:lnTo>
                  <a:pt x="1241" y="1409"/>
                </a:lnTo>
                <a:lnTo>
                  <a:pt x="733" y="2053"/>
                </a:lnTo>
                <a:lnTo>
                  <a:pt x="300" y="2496"/>
                </a:lnTo>
                <a:lnTo>
                  <a:pt x="0" y="2798"/>
                </a:lnTo>
                <a:lnTo>
                  <a:pt x="37" y="3180"/>
                </a:lnTo>
                <a:lnTo>
                  <a:pt x="413" y="3301"/>
                </a:lnTo>
                <a:lnTo>
                  <a:pt x="865" y="3241"/>
                </a:lnTo>
                <a:lnTo>
                  <a:pt x="1655" y="2899"/>
                </a:lnTo>
                <a:lnTo>
                  <a:pt x="3198" y="2597"/>
                </a:lnTo>
                <a:lnTo>
                  <a:pt x="3273" y="2295"/>
                </a:lnTo>
                <a:lnTo>
                  <a:pt x="2313" y="2375"/>
                </a:lnTo>
                <a:lnTo>
                  <a:pt x="1354" y="2677"/>
                </a:lnTo>
                <a:lnTo>
                  <a:pt x="413" y="2999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25" name="object 425"/>
          <p:cNvSpPr/>
          <p:nvPr/>
        </p:nvSpPr>
        <p:spPr>
          <a:xfrm>
            <a:off x="5611029" y="1656804"/>
            <a:ext cx="3160" cy="4348"/>
          </a:xfrm>
          <a:custGeom>
            <a:avLst/>
            <a:gdLst/>
            <a:ahLst/>
            <a:cxnLst/>
            <a:rect l="l" t="t" r="r" b="b"/>
            <a:pathLst>
              <a:path w="3160" h="4348">
                <a:moveTo>
                  <a:pt x="0" y="4348"/>
                </a:moveTo>
                <a:lnTo>
                  <a:pt x="131" y="4086"/>
                </a:lnTo>
                <a:lnTo>
                  <a:pt x="677" y="3261"/>
                </a:lnTo>
                <a:lnTo>
                  <a:pt x="1129" y="2476"/>
                </a:lnTo>
                <a:lnTo>
                  <a:pt x="1806" y="1872"/>
                </a:lnTo>
                <a:lnTo>
                  <a:pt x="2502" y="1388"/>
                </a:lnTo>
                <a:lnTo>
                  <a:pt x="2859" y="1267"/>
                </a:lnTo>
                <a:lnTo>
                  <a:pt x="3123" y="825"/>
                </a:lnTo>
                <a:lnTo>
                  <a:pt x="3160" y="483"/>
                </a:lnTo>
                <a:lnTo>
                  <a:pt x="3010" y="80"/>
                </a:lnTo>
                <a:lnTo>
                  <a:pt x="2558" y="0"/>
                </a:lnTo>
                <a:lnTo>
                  <a:pt x="2107" y="120"/>
                </a:lnTo>
                <a:lnTo>
                  <a:pt x="940" y="1066"/>
                </a:lnTo>
                <a:lnTo>
                  <a:pt x="507" y="1751"/>
                </a:lnTo>
                <a:lnTo>
                  <a:pt x="263" y="2496"/>
                </a:lnTo>
                <a:lnTo>
                  <a:pt x="131" y="3362"/>
                </a:lnTo>
                <a:lnTo>
                  <a:pt x="0" y="4348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26" name="object 426"/>
          <p:cNvSpPr/>
          <p:nvPr/>
        </p:nvSpPr>
        <p:spPr>
          <a:xfrm>
            <a:off x="5611405" y="1652516"/>
            <a:ext cx="3367" cy="2496"/>
          </a:xfrm>
          <a:custGeom>
            <a:avLst/>
            <a:gdLst/>
            <a:ahLst/>
            <a:cxnLst/>
            <a:rect l="l" t="t" r="r" b="b"/>
            <a:pathLst>
              <a:path w="3367" h="2496">
                <a:moveTo>
                  <a:pt x="3367" y="2496"/>
                </a:moveTo>
                <a:lnTo>
                  <a:pt x="2558" y="1570"/>
                </a:lnTo>
                <a:lnTo>
                  <a:pt x="2276" y="1228"/>
                </a:lnTo>
                <a:lnTo>
                  <a:pt x="1693" y="906"/>
                </a:lnTo>
                <a:lnTo>
                  <a:pt x="865" y="543"/>
                </a:lnTo>
                <a:lnTo>
                  <a:pt x="0" y="0"/>
                </a:lnTo>
                <a:lnTo>
                  <a:pt x="1166" y="1389"/>
                </a:lnTo>
                <a:lnTo>
                  <a:pt x="1824" y="1570"/>
                </a:lnTo>
                <a:lnTo>
                  <a:pt x="2784" y="1952"/>
                </a:lnTo>
                <a:lnTo>
                  <a:pt x="3367" y="2496"/>
                </a:lnTo>
                <a:close/>
              </a:path>
            </a:pathLst>
          </a:custGeom>
          <a:solidFill>
            <a:srgbClr val="DFDFD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27" name="object 427"/>
          <p:cNvSpPr/>
          <p:nvPr/>
        </p:nvSpPr>
        <p:spPr>
          <a:xfrm>
            <a:off x="5615413" y="1657126"/>
            <a:ext cx="1900" cy="6502"/>
          </a:xfrm>
          <a:custGeom>
            <a:avLst/>
            <a:gdLst/>
            <a:ahLst/>
            <a:cxnLst/>
            <a:rect l="l" t="t" r="r" b="b"/>
            <a:pathLst>
              <a:path w="1900" h="6502">
                <a:moveTo>
                  <a:pt x="658" y="1791"/>
                </a:moveTo>
                <a:lnTo>
                  <a:pt x="75" y="0"/>
                </a:lnTo>
                <a:lnTo>
                  <a:pt x="75" y="1188"/>
                </a:lnTo>
                <a:lnTo>
                  <a:pt x="0" y="1892"/>
                </a:lnTo>
                <a:lnTo>
                  <a:pt x="225" y="2838"/>
                </a:lnTo>
                <a:lnTo>
                  <a:pt x="225" y="3865"/>
                </a:lnTo>
                <a:lnTo>
                  <a:pt x="75" y="4348"/>
                </a:lnTo>
                <a:lnTo>
                  <a:pt x="75" y="4751"/>
                </a:lnTo>
                <a:lnTo>
                  <a:pt x="300" y="5133"/>
                </a:lnTo>
                <a:lnTo>
                  <a:pt x="300" y="5455"/>
                </a:lnTo>
                <a:lnTo>
                  <a:pt x="150" y="5697"/>
                </a:lnTo>
                <a:lnTo>
                  <a:pt x="451" y="5938"/>
                </a:lnTo>
                <a:lnTo>
                  <a:pt x="658" y="6160"/>
                </a:lnTo>
                <a:lnTo>
                  <a:pt x="658" y="6422"/>
                </a:lnTo>
                <a:lnTo>
                  <a:pt x="959" y="6502"/>
                </a:lnTo>
                <a:lnTo>
                  <a:pt x="1900" y="6502"/>
                </a:lnTo>
                <a:lnTo>
                  <a:pt x="1523" y="5294"/>
                </a:lnTo>
                <a:lnTo>
                  <a:pt x="1165" y="3482"/>
                </a:lnTo>
                <a:lnTo>
                  <a:pt x="658" y="1791"/>
                </a:lnTo>
                <a:close/>
              </a:path>
            </a:pathLst>
          </a:custGeom>
          <a:solidFill>
            <a:srgbClr val="DFDFD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28" name="object 428"/>
          <p:cNvSpPr/>
          <p:nvPr/>
        </p:nvSpPr>
        <p:spPr>
          <a:xfrm>
            <a:off x="5611085" y="1664132"/>
            <a:ext cx="3405" cy="1228"/>
          </a:xfrm>
          <a:custGeom>
            <a:avLst/>
            <a:gdLst/>
            <a:ahLst/>
            <a:cxnLst/>
            <a:rect l="l" t="t" r="r" b="b"/>
            <a:pathLst>
              <a:path w="3405" h="1228">
                <a:moveTo>
                  <a:pt x="695" y="603"/>
                </a:moveTo>
                <a:lnTo>
                  <a:pt x="0" y="1147"/>
                </a:lnTo>
                <a:lnTo>
                  <a:pt x="827" y="1228"/>
                </a:lnTo>
                <a:lnTo>
                  <a:pt x="2088" y="1006"/>
                </a:lnTo>
                <a:lnTo>
                  <a:pt x="2878" y="764"/>
                </a:lnTo>
                <a:lnTo>
                  <a:pt x="3235" y="462"/>
                </a:lnTo>
                <a:lnTo>
                  <a:pt x="3405" y="80"/>
                </a:lnTo>
                <a:lnTo>
                  <a:pt x="3029" y="0"/>
                </a:lnTo>
                <a:lnTo>
                  <a:pt x="2125" y="60"/>
                </a:lnTo>
                <a:lnTo>
                  <a:pt x="1429" y="261"/>
                </a:lnTo>
                <a:lnTo>
                  <a:pt x="695" y="603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29" name="object 429"/>
          <p:cNvSpPr/>
          <p:nvPr/>
        </p:nvSpPr>
        <p:spPr>
          <a:xfrm>
            <a:off x="5615262" y="1664796"/>
            <a:ext cx="2050" cy="2718"/>
          </a:xfrm>
          <a:custGeom>
            <a:avLst/>
            <a:gdLst/>
            <a:ahLst/>
            <a:cxnLst/>
            <a:rect l="l" t="t" r="r" b="b"/>
            <a:pathLst>
              <a:path w="2050" h="2718">
                <a:moveTo>
                  <a:pt x="2050" y="443"/>
                </a:moveTo>
                <a:lnTo>
                  <a:pt x="2012" y="120"/>
                </a:lnTo>
                <a:lnTo>
                  <a:pt x="1749" y="0"/>
                </a:lnTo>
                <a:lnTo>
                  <a:pt x="1354" y="161"/>
                </a:lnTo>
                <a:lnTo>
                  <a:pt x="1109" y="745"/>
                </a:lnTo>
                <a:lnTo>
                  <a:pt x="865" y="1369"/>
                </a:lnTo>
                <a:lnTo>
                  <a:pt x="658" y="1932"/>
                </a:lnTo>
                <a:lnTo>
                  <a:pt x="0" y="2718"/>
                </a:lnTo>
                <a:lnTo>
                  <a:pt x="733" y="2335"/>
                </a:lnTo>
                <a:lnTo>
                  <a:pt x="1203" y="1892"/>
                </a:lnTo>
                <a:lnTo>
                  <a:pt x="1561" y="1449"/>
                </a:lnTo>
                <a:lnTo>
                  <a:pt x="1881" y="966"/>
                </a:lnTo>
                <a:lnTo>
                  <a:pt x="2050" y="443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30" name="object 430"/>
          <p:cNvSpPr/>
          <p:nvPr/>
        </p:nvSpPr>
        <p:spPr>
          <a:xfrm>
            <a:off x="5609015" y="1650382"/>
            <a:ext cx="4910" cy="3281"/>
          </a:xfrm>
          <a:custGeom>
            <a:avLst/>
            <a:gdLst/>
            <a:ahLst/>
            <a:cxnLst/>
            <a:rect l="l" t="t" r="r" b="b"/>
            <a:pathLst>
              <a:path w="4910" h="3281">
                <a:moveTo>
                  <a:pt x="4910" y="3281"/>
                </a:moveTo>
                <a:lnTo>
                  <a:pt x="4760" y="1932"/>
                </a:lnTo>
                <a:lnTo>
                  <a:pt x="3725" y="1449"/>
                </a:lnTo>
                <a:lnTo>
                  <a:pt x="2333" y="865"/>
                </a:lnTo>
                <a:lnTo>
                  <a:pt x="1316" y="442"/>
                </a:lnTo>
                <a:lnTo>
                  <a:pt x="376" y="0"/>
                </a:lnTo>
                <a:lnTo>
                  <a:pt x="0" y="945"/>
                </a:lnTo>
                <a:lnTo>
                  <a:pt x="903" y="1489"/>
                </a:lnTo>
                <a:lnTo>
                  <a:pt x="1956" y="1892"/>
                </a:lnTo>
                <a:lnTo>
                  <a:pt x="2765" y="2154"/>
                </a:lnTo>
                <a:lnTo>
                  <a:pt x="3763" y="2718"/>
                </a:lnTo>
                <a:lnTo>
                  <a:pt x="4910" y="3281"/>
                </a:lnTo>
                <a:close/>
              </a:path>
            </a:pathLst>
          </a:custGeom>
          <a:solidFill>
            <a:srgbClr val="DFDFD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31" name="object 431"/>
          <p:cNvSpPr/>
          <p:nvPr/>
        </p:nvSpPr>
        <p:spPr>
          <a:xfrm>
            <a:off x="5603446" y="1665843"/>
            <a:ext cx="10027" cy="14656"/>
          </a:xfrm>
          <a:custGeom>
            <a:avLst/>
            <a:gdLst/>
            <a:ahLst/>
            <a:cxnLst/>
            <a:rect l="l" t="t" r="r" b="b"/>
            <a:pathLst>
              <a:path w="10027" h="14656">
                <a:moveTo>
                  <a:pt x="7883" y="3201"/>
                </a:moveTo>
                <a:lnTo>
                  <a:pt x="5644" y="2093"/>
                </a:lnTo>
                <a:lnTo>
                  <a:pt x="3781" y="1912"/>
                </a:lnTo>
                <a:lnTo>
                  <a:pt x="2653" y="1610"/>
                </a:lnTo>
                <a:lnTo>
                  <a:pt x="0" y="0"/>
                </a:lnTo>
                <a:lnTo>
                  <a:pt x="1166" y="11395"/>
                </a:lnTo>
                <a:lnTo>
                  <a:pt x="4515" y="14273"/>
                </a:lnTo>
                <a:lnTo>
                  <a:pt x="8541" y="14656"/>
                </a:lnTo>
                <a:lnTo>
                  <a:pt x="10027" y="12582"/>
                </a:lnTo>
                <a:lnTo>
                  <a:pt x="9410" y="10535"/>
                </a:lnTo>
                <a:lnTo>
                  <a:pt x="9068" y="9401"/>
                </a:lnTo>
                <a:lnTo>
                  <a:pt x="8259" y="6221"/>
                </a:lnTo>
                <a:lnTo>
                  <a:pt x="7883" y="3825"/>
                </a:lnTo>
                <a:lnTo>
                  <a:pt x="7883" y="3201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32" name="object 432"/>
          <p:cNvSpPr/>
          <p:nvPr/>
        </p:nvSpPr>
        <p:spPr>
          <a:xfrm>
            <a:off x="5603446" y="1665843"/>
            <a:ext cx="10027" cy="14656"/>
          </a:xfrm>
          <a:custGeom>
            <a:avLst/>
            <a:gdLst/>
            <a:ahLst/>
            <a:cxnLst/>
            <a:rect l="l" t="t" r="r" b="b"/>
            <a:pathLst>
              <a:path w="10027" h="14656">
                <a:moveTo>
                  <a:pt x="2653" y="1610"/>
                </a:moveTo>
                <a:lnTo>
                  <a:pt x="3781" y="1912"/>
                </a:lnTo>
                <a:lnTo>
                  <a:pt x="5644" y="2093"/>
                </a:lnTo>
                <a:lnTo>
                  <a:pt x="7883" y="3201"/>
                </a:lnTo>
                <a:lnTo>
                  <a:pt x="7883" y="3825"/>
                </a:lnTo>
                <a:lnTo>
                  <a:pt x="8259" y="6221"/>
                </a:lnTo>
                <a:lnTo>
                  <a:pt x="9068" y="9401"/>
                </a:lnTo>
                <a:lnTo>
                  <a:pt x="9410" y="10535"/>
                </a:lnTo>
                <a:lnTo>
                  <a:pt x="10027" y="12582"/>
                </a:lnTo>
                <a:lnTo>
                  <a:pt x="8541" y="14656"/>
                </a:lnTo>
                <a:lnTo>
                  <a:pt x="4515" y="14273"/>
                </a:lnTo>
                <a:lnTo>
                  <a:pt x="1166" y="11395"/>
                </a:lnTo>
                <a:lnTo>
                  <a:pt x="0" y="0"/>
                </a:lnTo>
                <a:lnTo>
                  <a:pt x="2653" y="1610"/>
                </a:lnTo>
                <a:close/>
              </a:path>
            </a:pathLst>
          </a:custGeom>
          <a:ln w="30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33" name="object 433"/>
          <p:cNvSpPr/>
          <p:nvPr/>
        </p:nvSpPr>
        <p:spPr>
          <a:xfrm>
            <a:off x="5603653" y="1666487"/>
            <a:ext cx="8749" cy="13508"/>
          </a:xfrm>
          <a:custGeom>
            <a:avLst/>
            <a:gdLst/>
            <a:ahLst/>
            <a:cxnLst/>
            <a:rect l="l" t="t" r="r" b="b"/>
            <a:pathLst>
              <a:path w="8749" h="13508">
                <a:moveTo>
                  <a:pt x="4082" y="2637"/>
                </a:moveTo>
                <a:lnTo>
                  <a:pt x="2352" y="2315"/>
                </a:lnTo>
                <a:lnTo>
                  <a:pt x="1335" y="1751"/>
                </a:lnTo>
                <a:lnTo>
                  <a:pt x="752" y="1268"/>
                </a:lnTo>
                <a:lnTo>
                  <a:pt x="0" y="0"/>
                </a:lnTo>
                <a:lnTo>
                  <a:pt x="1110" y="10388"/>
                </a:lnTo>
                <a:lnTo>
                  <a:pt x="1862" y="11354"/>
                </a:lnTo>
                <a:lnTo>
                  <a:pt x="2671" y="12240"/>
                </a:lnTo>
                <a:lnTo>
                  <a:pt x="3706" y="12864"/>
                </a:lnTo>
                <a:lnTo>
                  <a:pt x="4590" y="13186"/>
                </a:lnTo>
                <a:lnTo>
                  <a:pt x="5719" y="13347"/>
                </a:lnTo>
                <a:lnTo>
                  <a:pt x="6735" y="13508"/>
                </a:lnTo>
                <a:lnTo>
                  <a:pt x="7920" y="13508"/>
                </a:lnTo>
                <a:lnTo>
                  <a:pt x="8447" y="13347"/>
                </a:lnTo>
                <a:lnTo>
                  <a:pt x="8749" y="12864"/>
                </a:lnTo>
                <a:lnTo>
                  <a:pt x="8598" y="12079"/>
                </a:lnTo>
                <a:lnTo>
                  <a:pt x="7845" y="10247"/>
                </a:lnTo>
                <a:lnTo>
                  <a:pt x="6585" y="4046"/>
                </a:lnTo>
                <a:lnTo>
                  <a:pt x="6378" y="3180"/>
                </a:lnTo>
                <a:lnTo>
                  <a:pt x="5719" y="2717"/>
                </a:lnTo>
                <a:lnTo>
                  <a:pt x="4082" y="2637"/>
                </a:lnTo>
                <a:close/>
              </a:path>
            </a:pathLst>
          </a:custGeom>
          <a:solidFill>
            <a:srgbClr val="5F5F5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34" name="object 434"/>
          <p:cNvSpPr/>
          <p:nvPr/>
        </p:nvSpPr>
        <p:spPr>
          <a:xfrm>
            <a:off x="5628394" y="1682533"/>
            <a:ext cx="714" cy="12401"/>
          </a:xfrm>
          <a:custGeom>
            <a:avLst/>
            <a:gdLst/>
            <a:ahLst/>
            <a:cxnLst/>
            <a:rect l="l" t="t" r="r" b="b"/>
            <a:pathLst>
              <a:path w="714" h="12401">
                <a:moveTo>
                  <a:pt x="357" y="12220"/>
                </a:moveTo>
                <a:lnTo>
                  <a:pt x="357" y="8656"/>
                </a:lnTo>
                <a:lnTo>
                  <a:pt x="526" y="3099"/>
                </a:lnTo>
                <a:lnTo>
                  <a:pt x="244" y="2153"/>
                </a:lnTo>
                <a:lnTo>
                  <a:pt x="451" y="1106"/>
                </a:lnTo>
                <a:lnTo>
                  <a:pt x="714" y="623"/>
                </a:lnTo>
                <a:lnTo>
                  <a:pt x="489" y="0"/>
                </a:lnTo>
                <a:lnTo>
                  <a:pt x="451" y="704"/>
                </a:lnTo>
                <a:lnTo>
                  <a:pt x="207" y="1207"/>
                </a:lnTo>
                <a:lnTo>
                  <a:pt x="75" y="2113"/>
                </a:lnTo>
                <a:lnTo>
                  <a:pt x="169" y="2415"/>
                </a:lnTo>
                <a:lnTo>
                  <a:pt x="357" y="3240"/>
                </a:lnTo>
                <a:lnTo>
                  <a:pt x="37" y="5012"/>
                </a:lnTo>
                <a:lnTo>
                  <a:pt x="0" y="12401"/>
                </a:lnTo>
                <a:lnTo>
                  <a:pt x="357" y="12220"/>
                </a:lnTo>
                <a:close/>
              </a:path>
            </a:pathLst>
          </a:custGeom>
          <a:solidFill>
            <a:srgbClr val="5F5F5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35" name="object 435"/>
          <p:cNvSpPr/>
          <p:nvPr/>
        </p:nvSpPr>
        <p:spPr>
          <a:xfrm>
            <a:off x="5625403" y="1682674"/>
            <a:ext cx="1843" cy="623"/>
          </a:xfrm>
          <a:custGeom>
            <a:avLst/>
            <a:gdLst/>
            <a:ahLst/>
            <a:cxnLst/>
            <a:rect l="l" t="t" r="r" b="b"/>
            <a:pathLst>
              <a:path w="1843" h="623">
                <a:moveTo>
                  <a:pt x="1843" y="0"/>
                </a:moveTo>
                <a:lnTo>
                  <a:pt x="470" y="181"/>
                </a:lnTo>
                <a:lnTo>
                  <a:pt x="0" y="623"/>
                </a:lnTo>
                <a:lnTo>
                  <a:pt x="150" y="623"/>
                </a:lnTo>
                <a:lnTo>
                  <a:pt x="940" y="462"/>
                </a:lnTo>
                <a:lnTo>
                  <a:pt x="1843" y="0"/>
                </a:lnTo>
                <a:close/>
              </a:path>
            </a:pathLst>
          </a:custGeom>
          <a:solidFill>
            <a:srgbClr val="5F5F5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36" name="object 436"/>
          <p:cNvSpPr/>
          <p:nvPr/>
        </p:nvSpPr>
        <p:spPr>
          <a:xfrm>
            <a:off x="5617745" y="1650362"/>
            <a:ext cx="2483" cy="7186"/>
          </a:xfrm>
          <a:custGeom>
            <a:avLst/>
            <a:gdLst/>
            <a:ahLst/>
            <a:cxnLst/>
            <a:rect l="l" t="t" r="r" b="b"/>
            <a:pathLst>
              <a:path w="2483" h="7186">
                <a:moveTo>
                  <a:pt x="0" y="0"/>
                </a:moveTo>
                <a:lnTo>
                  <a:pt x="338" y="181"/>
                </a:lnTo>
                <a:lnTo>
                  <a:pt x="282" y="603"/>
                </a:lnTo>
                <a:lnTo>
                  <a:pt x="602" y="402"/>
                </a:lnTo>
                <a:lnTo>
                  <a:pt x="545" y="885"/>
                </a:lnTo>
                <a:lnTo>
                  <a:pt x="959" y="825"/>
                </a:lnTo>
                <a:lnTo>
                  <a:pt x="639" y="1228"/>
                </a:lnTo>
                <a:lnTo>
                  <a:pt x="1505" y="1288"/>
                </a:lnTo>
                <a:lnTo>
                  <a:pt x="1016" y="1791"/>
                </a:lnTo>
                <a:lnTo>
                  <a:pt x="1730" y="1791"/>
                </a:lnTo>
                <a:lnTo>
                  <a:pt x="1241" y="2294"/>
                </a:lnTo>
                <a:lnTo>
                  <a:pt x="1994" y="2254"/>
                </a:lnTo>
                <a:lnTo>
                  <a:pt x="1523" y="2959"/>
                </a:lnTo>
                <a:lnTo>
                  <a:pt x="2201" y="2899"/>
                </a:lnTo>
                <a:lnTo>
                  <a:pt x="1617" y="3523"/>
                </a:lnTo>
                <a:lnTo>
                  <a:pt x="2483" y="3623"/>
                </a:lnTo>
                <a:lnTo>
                  <a:pt x="1730" y="4187"/>
                </a:lnTo>
                <a:lnTo>
                  <a:pt x="2483" y="4428"/>
                </a:lnTo>
                <a:lnTo>
                  <a:pt x="1674" y="4711"/>
                </a:lnTo>
                <a:lnTo>
                  <a:pt x="2408" y="5173"/>
                </a:lnTo>
                <a:lnTo>
                  <a:pt x="1617" y="5516"/>
                </a:lnTo>
                <a:lnTo>
                  <a:pt x="2314" y="6059"/>
                </a:lnTo>
                <a:lnTo>
                  <a:pt x="1617" y="6281"/>
                </a:lnTo>
                <a:lnTo>
                  <a:pt x="1994" y="6744"/>
                </a:lnTo>
                <a:lnTo>
                  <a:pt x="1448" y="7186"/>
                </a:lnTo>
              </a:path>
            </a:pathLst>
          </a:custGeom>
          <a:ln w="15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37" name="object 437"/>
          <p:cNvSpPr/>
          <p:nvPr/>
        </p:nvSpPr>
        <p:spPr>
          <a:xfrm>
            <a:off x="5653545" y="1875138"/>
            <a:ext cx="6165" cy="10451"/>
          </a:xfrm>
          <a:custGeom>
            <a:avLst/>
            <a:gdLst/>
            <a:ahLst/>
            <a:cxnLst/>
            <a:rect l="l" t="t" r="r" b="b"/>
            <a:pathLst>
              <a:path w="6165" h="10451">
                <a:moveTo>
                  <a:pt x="3552" y="10451"/>
                </a:moveTo>
                <a:lnTo>
                  <a:pt x="5201" y="9155"/>
                </a:lnTo>
                <a:lnTo>
                  <a:pt x="5328" y="7972"/>
                </a:lnTo>
                <a:lnTo>
                  <a:pt x="5404" y="7550"/>
                </a:lnTo>
                <a:lnTo>
                  <a:pt x="5480" y="6873"/>
                </a:lnTo>
                <a:lnTo>
                  <a:pt x="5505" y="6254"/>
                </a:lnTo>
                <a:lnTo>
                  <a:pt x="5657" y="6451"/>
                </a:lnTo>
                <a:lnTo>
                  <a:pt x="5861" y="6338"/>
                </a:lnTo>
                <a:lnTo>
                  <a:pt x="5912" y="6057"/>
                </a:lnTo>
                <a:lnTo>
                  <a:pt x="6013" y="5436"/>
                </a:lnTo>
                <a:lnTo>
                  <a:pt x="6165" y="4789"/>
                </a:lnTo>
                <a:lnTo>
                  <a:pt x="6165" y="4169"/>
                </a:lnTo>
                <a:lnTo>
                  <a:pt x="5988" y="4000"/>
                </a:lnTo>
                <a:lnTo>
                  <a:pt x="5810" y="4113"/>
                </a:lnTo>
                <a:lnTo>
                  <a:pt x="5810" y="2733"/>
                </a:lnTo>
                <a:lnTo>
                  <a:pt x="5785" y="2168"/>
                </a:lnTo>
                <a:lnTo>
                  <a:pt x="5683" y="1606"/>
                </a:lnTo>
                <a:lnTo>
                  <a:pt x="5531" y="1267"/>
                </a:lnTo>
                <a:lnTo>
                  <a:pt x="5353" y="902"/>
                </a:lnTo>
                <a:lnTo>
                  <a:pt x="5048" y="535"/>
                </a:lnTo>
                <a:lnTo>
                  <a:pt x="4567" y="225"/>
                </a:lnTo>
                <a:lnTo>
                  <a:pt x="3933" y="56"/>
                </a:lnTo>
                <a:lnTo>
                  <a:pt x="3223" y="0"/>
                </a:lnTo>
                <a:lnTo>
                  <a:pt x="2613" y="0"/>
                </a:lnTo>
                <a:lnTo>
                  <a:pt x="1928" y="140"/>
                </a:lnTo>
                <a:lnTo>
                  <a:pt x="1320" y="394"/>
                </a:lnTo>
                <a:lnTo>
                  <a:pt x="863" y="760"/>
                </a:lnTo>
                <a:lnTo>
                  <a:pt x="609" y="1183"/>
                </a:lnTo>
                <a:lnTo>
                  <a:pt x="380" y="1915"/>
                </a:lnTo>
                <a:lnTo>
                  <a:pt x="279" y="2507"/>
                </a:lnTo>
                <a:lnTo>
                  <a:pt x="254" y="3014"/>
                </a:lnTo>
                <a:lnTo>
                  <a:pt x="279" y="3746"/>
                </a:lnTo>
                <a:lnTo>
                  <a:pt x="304" y="4197"/>
                </a:lnTo>
                <a:lnTo>
                  <a:pt x="50" y="4254"/>
                </a:lnTo>
                <a:lnTo>
                  <a:pt x="0" y="4423"/>
                </a:lnTo>
                <a:lnTo>
                  <a:pt x="228" y="5295"/>
                </a:lnTo>
                <a:lnTo>
                  <a:pt x="482" y="6451"/>
                </a:lnTo>
                <a:lnTo>
                  <a:pt x="736" y="6451"/>
                </a:lnTo>
                <a:lnTo>
                  <a:pt x="863" y="6310"/>
                </a:lnTo>
                <a:lnTo>
                  <a:pt x="939" y="6958"/>
                </a:lnTo>
                <a:lnTo>
                  <a:pt x="1141" y="8169"/>
                </a:lnTo>
                <a:lnTo>
                  <a:pt x="1192" y="9184"/>
                </a:lnTo>
                <a:lnTo>
                  <a:pt x="3552" y="10451"/>
                </a:lnTo>
                <a:close/>
              </a:path>
            </a:pathLst>
          </a:custGeom>
          <a:solidFill>
            <a:srgbClr val="FFBE7E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38" name="object 438"/>
          <p:cNvSpPr/>
          <p:nvPr/>
        </p:nvSpPr>
        <p:spPr>
          <a:xfrm>
            <a:off x="5653545" y="1875307"/>
            <a:ext cx="3857" cy="10423"/>
          </a:xfrm>
          <a:custGeom>
            <a:avLst/>
            <a:gdLst/>
            <a:ahLst/>
            <a:cxnLst/>
            <a:rect l="l" t="t" r="r" b="b"/>
            <a:pathLst>
              <a:path w="3857" h="10423">
                <a:moveTo>
                  <a:pt x="456" y="1437"/>
                </a:moveTo>
                <a:lnTo>
                  <a:pt x="330" y="1971"/>
                </a:lnTo>
                <a:lnTo>
                  <a:pt x="279" y="2451"/>
                </a:lnTo>
                <a:lnTo>
                  <a:pt x="228" y="2873"/>
                </a:lnTo>
                <a:lnTo>
                  <a:pt x="279" y="3352"/>
                </a:lnTo>
                <a:lnTo>
                  <a:pt x="279" y="4000"/>
                </a:lnTo>
                <a:lnTo>
                  <a:pt x="50" y="4057"/>
                </a:lnTo>
                <a:lnTo>
                  <a:pt x="0" y="4254"/>
                </a:lnTo>
                <a:lnTo>
                  <a:pt x="482" y="6254"/>
                </a:lnTo>
                <a:lnTo>
                  <a:pt x="685" y="6282"/>
                </a:lnTo>
                <a:lnTo>
                  <a:pt x="837" y="6141"/>
                </a:lnTo>
                <a:lnTo>
                  <a:pt x="1065" y="7719"/>
                </a:lnTo>
                <a:lnTo>
                  <a:pt x="1192" y="9043"/>
                </a:lnTo>
                <a:lnTo>
                  <a:pt x="3374" y="10423"/>
                </a:lnTo>
                <a:lnTo>
                  <a:pt x="3805" y="8789"/>
                </a:lnTo>
                <a:lnTo>
                  <a:pt x="2486" y="8987"/>
                </a:lnTo>
                <a:lnTo>
                  <a:pt x="1674" y="6986"/>
                </a:lnTo>
                <a:lnTo>
                  <a:pt x="1446" y="6198"/>
                </a:lnTo>
                <a:lnTo>
                  <a:pt x="1598" y="5014"/>
                </a:lnTo>
                <a:lnTo>
                  <a:pt x="2867" y="4845"/>
                </a:lnTo>
                <a:lnTo>
                  <a:pt x="2867" y="5972"/>
                </a:lnTo>
                <a:lnTo>
                  <a:pt x="2588" y="6366"/>
                </a:lnTo>
                <a:lnTo>
                  <a:pt x="2867" y="6366"/>
                </a:lnTo>
                <a:lnTo>
                  <a:pt x="3324" y="6789"/>
                </a:lnTo>
                <a:lnTo>
                  <a:pt x="3857" y="6198"/>
                </a:lnTo>
                <a:lnTo>
                  <a:pt x="3223" y="6254"/>
                </a:lnTo>
                <a:lnTo>
                  <a:pt x="3324" y="4113"/>
                </a:lnTo>
                <a:lnTo>
                  <a:pt x="2993" y="4085"/>
                </a:lnTo>
                <a:lnTo>
                  <a:pt x="2461" y="3831"/>
                </a:lnTo>
                <a:lnTo>
                  <a:pt x="1902" y="3803"/>
                </a:lnTo>
                <a:lnTo>
                  <a:pt x="2055" y="3634"/>
                </a:lnTo>
                <a:lnTo>
                  <a:pt x="2461" y="1267"/>
                </a:lnTo>
                <a:lnTo>
                  <a:pt x="2182" y="1239"/>
                </a:lnTo>
                <a:lnTo>
                  <a:pt x="1954" y="1127"/>
                </a:lnTo>
                <a:lnTo>
                  <a:pt x="1801" y="986"/>
                </a:lnTo>
                <a:lnTo>
                  <a:pt x="1649" y="817"/>
                </a:lnTo>
                <a:lnTo>
                  <a:pt x="1624" y="648"/>
                </a:lnTo>
                <a:lnTo>
                  <a:pt x="1725" y="310"/>
                </a:lnTo>
                <a:lnTo>
                  <a:pt x="1826" y="0"/>
                </a:lnTo>
                <a:lnTo>
                  <a:pt x="1320" y="225"/>
                </a:lnTo>
                <a:lnTo>
                  <a:pt x="863" y="591"/>
                </a:lnTo>
                <a:lnTo>
                  <a:pt x="609" y="1014"/>
                </a:lnTo>
                <a:lnTo>
                  <a:pt x="456" y="1437"/>
                </a:lnTo>
                <a:close/>
              </a:path>
            </a:pathLst>
          </a:custGeom>
          <a:solidFill>
            <a:srgbClr val="FF9F1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39" name="object 439"/>
          <p:cNvSpPr/>
          <p:nvPr/>
        </p:nvSpPr>
        <p:spPr>
          <a:xfrm>
            <a:off x="5653419" y="1874575"/>
            <a:ext cx="6418" cy="6253"/>
          </a:xfrm>
          <a:custGeom>
            <a:avLst/>
            <a:gdLst/>
            <a:ahLst/>
            <a:cxnLst/>
            <a:rect l="l" t="t" r="r" b="b"/>
            <a:pathLst>
              <a:path w="6418" h="6253">
                <a:moveTo>
                  <a:pt x="228" y="5267"/>
                </a:moveTo>
                <a:lnTo>
                  <a:pt x="431" y="4957"/>
                </a:lnTo>
                <a:lnTo>
                  <a:pt x="684" y="5014"/>
                </a:lnTo>
                <a:lnTo>
                  <a:pt x="913" y="5436"/>
                </a:lnTo>
                <a:lnTo>
                  <a:pt x="913" y="5014"/>
                </a:lnTo>
                <a:lnTo>
                  <a:pt x="938" y="4562"/>
                </a:lnTo>
                <a:lnTo>
                  <a:pt x="1015" y="4168"/>
                </a:lnTo>
                <a:lnTo>
                  <a:pt x="1192" y="3661"/>
                </a:lnTo>
                <a:lnTo>
                  <a:pt x="1319" y="3042"/>
                </a:lnTo>
                <a:lnTo>
                  <a:pt x="1268" y="2675"/>
                </a:lnTo>
                <a:lnTo>
                  <a:pt x="1674" y="2844"/>
                </a:lnTo>
                <a:lnTo>
                  <a:pt x="2207" y="3126"/>
                </a:lnTo>
                <a:lnTo>
                  <a:pt x="2943" y="3183"/>
                </a:lnTo>
                <a:lnTo>
                  <a:pt x="3196" y="3183"/>
                </a:lnTo>
                <a:lnTo>
                  <a:pt x="2867" y="2900"/>
                </a:lnTo>
                <a:lnTo>
                  <a:pt x="3272" y="2957"/>
                </a:lnTo>
                <a:lnTo>
                  <a:pt x="3754" y="3098"/>
                </a:lnTo>
                <a:lnTo>
                  <a:pt x="4313" y="3183"/>
                </a:lnTo>
                <a:lnTo>
                  <a:pt x="4871" y="2957"/>
                </a:lnTo>
                <a:lnTo>
                  <a:pt x="5455" y="2760"/>
                </a:lnTo>
                <a:lnTo>
                  <a:pt x="5277" y="3296"/>
                </a:lnTo>
                <a:lnTo>
                  <a:pt x="5708" y="4309"/>
                </a:lnTo>
                <a:lnTo>
                  <a:pt x="5607" y="5014"/>
                </a:lnTo>
                <a:lnTo>
                  <a:pt x="5708" y="5549"/>
                </a:lnTo>
                <a:lnTo>
                  <a:pt x="5861" y="4986"/>
                </a:lnTo>
                <a:lnTo>
                  <a:pt x="6292" y="4760"/>
                </a:lnTo>
                <a:lnTo>
                  <a:pt x="6190" y="5746"/>
                </a:lnTo>
                <a:lnTo>
                  <a:pt x="6418" y="4929"/>
                </a:lnTo>
                <a:lnTo>
                  <a:pt x="6418" y="3746"/>
                </a:lnTo>
                <a:lnTo>
                  <a:pt x="6368" y="2816"/>
                </a:lnTo>
                <a:lnTo>
                  <a:pt x="6114" y="1774"/>
                </a:lnTo>
                <a:lnTo>
                  <a:pt x="5886" y="1210"/>
                </a:lnTo>
                <a:lnTo>
                  <a:pt x="5708" y="872"/>
                </a:lnTo>
                <a:lnTo>
                  <a:pt x="5200" y="619"/>
                </a:lnTo>
                <a:lnTo>
                  <a:pt x="4770" y="422"/>
                </a:lnTo>
                <a:lnTo>
                  <a:pt x="4008" y="168"/>
                </a:lnTo>
                <a:lnTo>
                  <a:pt x="3044" y="0"/>
                </a:lnTo>
                <a:lnTo>
                  <a:pt x="2106" y="253"/>
                </a:lnTo>
                <a:lnTo>
                  <a:pt x="1293" y="506"/>
                </a:lnTo>
                <a:lnTo>
                  <a:pt x="760" y="985"/>
                </a:lnTo>
                <a:lnTo>
                  <a:pt x="456" y="1408"/>
                </a:lnTo>
                <a:lnTo>
                  <a:pt x="203" y="1943"/>
                </a:lnTo>
                <a:lnTo>
                  <a:pt x="50" y="3042"/>
                </a:lnTo>
                <a:lnTo>
                  <a:pt x="0" y="4732"/>
                </a:lnTo>
                <a:lnTo>
                  <a:pt x="456" y="6253"/>
                </a:lnTo>
                <a:lnTo>
                  <a:pt x="228" y="526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40" name="object 440"/>
          <p:cNvSpPr/>
          <p:nvPr/>
        </p:nvSpPr>
        <p:spPr>
          <a:xfrm>
            <a:off x="5648726" y="1930100"/>
            <a:ext cx="7433" cy="5352"/>
          </a:xfrm>
          <a:custGeom>
            <a:avLst/>
            <a:gdLst/>
            <a:ahLst/>
            <a:cxnLst/>
            <a:rect l="l" t="t" r="r" b="b"/>
            <a:pathLst>
              <a:path w="7433" h="5352">
                <a:moveTo>
                  <a:pt x="0" y="3887"/>
                </a:moveTo>
                <a:lnTo>
                  <a:pt x="0" y="4873"/>
                </a:lnTo>
                <a:lnTo>
                  <a:pt x="1268" y="5352"/>
                </a:lnTo>
                <a:lnTo>
                  <a:pt x="3221" y="5352"/>
                </a:lnTo>
                <a:lnTo>
                  <a:pt x="4693" y="4535"/>
                </a:lnTo>
                <a:lnTo>
                  <a:pt x="5429" y="3802"/>
                </a:lnTo>
                <a:lnTo>
                  <a:pt x="7433" y="3155"/>
                </a:lnTo>
                <a:lnTo>
                  <a:pt x="7433" y="1267"/>
                </a:lnTo>
                <a:lnTo>
                  <a:pt x="7179" y="0"/>
                </a:lnTo>
                <a:lnTo>
                  <a:pt x="3551" y="1183"/>
                </a:lnTo>
                <a:lnTo>
                  <a:pt x="2308" y="2534"/>
                </a:lnTo>
                <a:lnTo>
                  <a:pt x="1420" y="3267"/>
                </a:lnTo>
                <a:lnTo>
                  <a:pt x="0" y="38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41" name="object 441"/>
          <p:cNvSpPr/>
          <p:nvPr/>
        </p:nvSpPr>
        <p:spPr>
          <a:xfrm>
            <a:off x="5658367" y="1930353"/>
            <a:ext cx="8017" cy="4732"/>
          </a:xfrm>
          <a:custGeom>
            <a:avLst/>
            <a:gdLst/>
            <a:ahLst/>
            <a:cxnLst/>
            <a:rect l="l" t="t" r="r" b="b"/>
            <a:pathLst>
              <a:path w="8017" h="4732">
                <a:moveTo>
                  <a:pt x="75" y="196"/>
                </a:moveTo>
                <a:lnTo>
                  <a:pt x="0" y="2817"/>
                </a:lnTo>
                <a:lnTo>
                  <a:pt x="1852" y="3267"/>
                </a:lnTo>
                <a:lnTo>
                  <a:pt x="2943" y="3802"/>
                </a:lnTo>
                <a:lnTo>
                  <a:pt x="4820" y="4366"/>
                </a:lnTo>
                <a:lnTo>
                  <a:pt x="6215" y="4732"/>
                </a:lnTo>
                <a:lnTo>
                  <a:pt x="7763" y="4451"/>
                </a:lnTo>
                <a:lnTo>
                  <a:pt x="8017" y="3267"/>
                </a:lnTo>
                <a:lnTo>
                  <a:pt x="5809" y="1915"/>
                </a:lnTo>
                <a:lnTo>
                  <a:pt x="4186" y="817"/>
                </a:lnTo>
                <a:lnTo>
                  <a:pt x="3348" y="0"/>
                </a:lnTo>
                <a:lnTo>
                  <a:pt x="75" y="1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42" name="object 442"/>
          <p:cNvSpPr/>
          <p:nvPr/>
        </p:nvSpPr>
        <p:spPr>
          <a:xfrm>
            <a:off x="5646594" y="1906971"/>
            <a:ext cx="1040" cy="4254"/>
          </a:xfrm>
          <a:custGeom>
            <a:avLst/>
            <a:gdLst/>
            <a:ahLst/>
            <a:cxnLst/>
            <a:rect l="l" t="t" r="r" b="b"/>
            <a:pathLst>
              <a:path w="1040" h="4254">
                <a:moveTo>
                  <a:pt x="1040" y="0"/>
                </a:moveTo>
                <a:lnTo>
                  <a:pt x="0" y="4254"/>
                </a:lnTo>
              </a:path>
            </a:pathLst>
          </a:custGeom>
          <a:ln w="17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43" name="object 443"/>
          <p:cNvSpPr/>
          <p:nvPr/>
        </p:nvSpPr>
        <p:spPr>
          <a:xfrm>
            <a:off x="5647634" y="1906915"/>
            <a:ext cx="76" cy="4338"/>
          </a:xfrm>
          <a:custGeom>
            <a:avLst/>
            <a:gdLst/>
            <a:ahLst/>
            <a:cxnLst/>
            <a:rect l="l" t="t" r="r" b="b"/>
            <a:pathLst>
              <a:path w="76" h="4338">
                <a:moveTo>
                  <a:pt x="76" y="0"/>
                </a:moveTo>
                <a:lnTo>
                  <a:pt x="0" y="4338"/>
                </a:lnTo>
              </a:path>
            </a:pathLst>
          </a:custGeom>
          <a:ln w="17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44" name="object 444"/>
          <p:cNvSpPr/>
          <p:nvPr/>
        </p:nvSpPr>
        <p:spPr>
          <a:xfrm>
            <a:off x="5647736" y="1906887"/>
            <a:ext cx="964" cy="3605"/>
          </a:xfrm>
          <a:custGeom>
            <a:avLst/>
            <a:gdLst/>
            <a:ahLst/>
            <a:cxnLst/>
            <a:rect l="l" t="t" r="r" b="b"/>
            <a:pathLst>
              <a:path w="964" h="3605">
                <a:moveTo>
                  <a:pt x="0" y="0"/>
                </a:moveTo>
                <a:lnTo>
                  <a:pt x="964" y="3605"/>
                </a:lnTo>
              </a:path>
            </a:pathLst>
          </a:custGeom>
          <a:ln w="17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45" name="object 445"/>
          <p:cNvSpPr/>
          <p:nvPr/>
        </p:nvSpPr>
        <p:spPr>
          <a:xfrm>
            <a:off x="5647786" y="1906915"/>
            <a:ext cx="1497" cy="2789"/>
          </a:xfrm>
          <a:custGeom>
            <a:avLst/>
            <a:gdLst/>
            <a:ahLst/>
            <a:cxnLst/>
            <a:rect l="l" t="t" r="r" b="b"/>
            <a:pathLst>
              <a:path w="1497" h="2789">
                <a:moveTo>
                  <a:pt x="0" y="0"/>
                </a:moveTo>
                <a:lnTo>
                  <a:pt x="1497" y="2789"/>
                </a:lnTo>
              </a:path>
            </a:pathLst>
          </a:custGeom>
          <a:ln w="18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46" name="object 446"/>
          <p:cNvSpPr/>
          <p:nvPr/>
        </p:nvSpPr>
        <p:spPr>
          <a:xfrm>
            <a:off x="5643905" y="1921282"/>
            <a:ext cx="2613" cy="1408"/>
          </a:xfrm>
          <a:custGeom>
            <a:avLst/>
            <a:gdLst/>
            <a:ahLst/>
            <a:cxnLst/>
            <a:rect l="l" t="t" r="r" b="b"/>
            <a:pathLst>
              <a:path w="2613" h="1408">
                <a:moveTo>
                  <a:pt x="2613" y="704"/>
                </a:moveTo>
                <a:lnTo>
                  <a:pt x="2587" y="422"/>
                </a:lnTo>
                <a:lnTo>
                  <a:pt x="2309" y="169"/>
                </a:lnTo>
                <a:lnTo>
                  <a:pt x="1877" y="56"/>
                </a:lnTo>
                <a:lnTo>
                  <a:pt x="1319" y="704"/>
                </a:lnTo>
                <a:lnTo>
                  <a:pt x="1700" y="28"/>
                </a:lnTo>
                <a:lnTo>
                  <a:pt x="583" y="0"/>
                </a:lnTo>
                <a:lnTo>
                  <a:pt x="0" y="310"/>
                </a:lnTo>
                <a:lnTo>
                  <a:pt x="0" y="1070"/>
                </a:lnTo>
                <a:lnTo>
                  <a:pt x="583" y="1408"/>
                </a:lnTo>
                <a:lnTo>
                  <a:pt x="2004" y="1408"/>
                </a:lnTo>
                <a:lnTo>
                  <a:pt x="2613" y="1070"/>
                </a:lnTo>
                <a:lnTo>
                  <a:pt x="2613" y="704"/>
                </a:lnTo>
                <a:close/>
              </a:path>
            </a:pathLst>
          </a:custGeom>
          <a:solidFill>
            <a:srgbClr val="7E3E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47" name="object 447"/>
          <p:cNvSpPr/>
          <p:nvPr/>
        </p:nvSpPr>
        <p:spPr>
          <a:xfrm>
            <a:off x="5643905" y="1907704"/>
            <a:ext cx="6064" cy="14366"/>
          </a:xfrm>
          <a:custGeom>
            <a:avLst/>
            <a:gdLst/>
            <a:ahLst/>
            <a:cxnLst/>
            <a:rect l="l" t="t" r="r" b="b"/>
            <a:pathLst>
              <a:path w="6064" h="14366">
                <a:moveTo>
                  <a:pt x="964" y="4056"/>
                </a:moveTo>
                <a:lnTo>
                  <a:pt x="0" y="14366"/>
                </a:lnTo>
                <a:lnTo>
                  <a:pt x="6013" y="9352"/>
                </a:lnTo>
                <a:lnTo>
                  <a:pt x="6064" y="450"/>
                </a:lnTo>
                <a:lnTo>
                  <a:pt x="6013" y="0"/>
                </a:lnTo>
                <a:lnTo>
                  <a:pt x="964" y="4056"/>
                </a:lnTo>
                <a:close/>
              </a:path>
            </a:pathLst>
          </a:custGeom>
          <a:solidFill>
            <a:srgbClr val="7E3E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48" name="object 448"/>
          <p:cNvSpPr/>
          <p:nvPr/>
        </p:nvSpPr>
        <p:spPr>
          <a:xfrm>
            <a:off x="5643981" y="1907957"/>
            <a:ext cx="6698" cy="14197"/>
          </a:xfrm>
          <a:custGeom>
            <a:avLst/>
            <a:gdLst/>
            <a:ahLst/>
            <a:cxnLst/>
            <a:rect l="l" t="t" r="r" b="b"/>
            <a:pathLst>
              <a:path w="6698" h="14197">
                <a:moveTo>
                  <a:pt x="1065" y="3943"/>
                </a:moveTo>
                <a:lnTo>
                  <a:pt x="0" y="13916"/>
                </a:lnTo>
                <a:lnTo>
                  <a:pt x="304" y="13719"/>
                </a:lnTo>
                <a:lnTo>
                  <a:pt x="456" y="14113"/>
                </a:lnTo>
                <a:lnTo>
                  <a:pt x="735" y="13831"/>
                </a:lnTo>
                <a:lnTo>
                  <a:pt x="964" y="14169"/>
                </a:lnTo>
                <a:lnTo>
                  <a:pt x="1217" y="13916"/>
                </a:lnTo>
                <a:lnTo>
                  <a:pt x="1471" y="14197"/>
                </a:lnTo>
                <a:lnTo>
                  <a:pt x="1750" y="13888"/>
                </a:lnTo>
                <a:lnTo>
                  <a:pt x="2080" y="14197"/>
                </a:lnTo>
                <a:lnTo>
                  <a:pt x="2283" y="13775"/>
                </a:lnTo>
                <a:lnTo>
                  <a:pt x="2587" y="14028"/>
                </a:lnTo>
                <a:lnTo>
                  <a:pt x="2029" y="4168"/>
                </a:lnTo>
                <a:lnTo>
                  <a:pt x="6698" y="140"/>
                </a:lnTo>
                <a:lnTo>
                  <a:pt x="6368" y="281"/>
                </a:lnTo>
                <a:lnTo>
                  <a:pt x="6114" y="112"/>
                </a:lnTo>
                <a:lnTo>
                  <a:pt x="6038" y="310"/>
                </a:lnTo>
                <a:lnTo>
                  <a:pt x="5809" y="0"/>
                </a:lnTo>
                <a:lnTo>
                  <a:pt x="1065" y="394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49" name="object 449"/>
          <p:cNvSpPr/>
          <p:nvPr/>
        </p:nvSpPr>
        <p:spPr>
          <a:xfrm>
            <a:off x="5645909" y="1907648"/>
            <a:ext cx="5252" cy="14563"/>
          </a:xfrm>
          <a:custGeom>
            <a:avLst/>
            <a:gdLst/>
            <a:ahLst/>
            <a:cxnLst/>
            <a:rect l="l" t="t" r="r" b="b"/>
            <a:pathLst>
              <a:path w="5252" h="14563">
                <a:moveTo>
                  <a:pt x="0" y="4253"/>
                </a:moveTo>
                <a:lnTo>
                  <a:pt x="558" y="14563"/>
                </a:lnTo>
                <a:lnTo>
                  <a:pt x="5252" y="9127"/>
                </a:lnTo>
                <a:lnTo>
                  <a:pt x="5227" y="1323"/>
                </a:lnTo>
                <a:lnTo>
                  <a:pt x="4922" y="0"/>
                </a:lnTo>
                <a:lnTo>
                  <a:pt x="0" y="4253"/>
                </a:lnTo>
                <a:close/>
              </a:path>
            </a:pathLst>
          </a:custGeom>
          <a:solidFill>
            <a:srgbClr val="BE7E3E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50" name="object 450"/>
          <p:cNvSpPr/>
          <p:nvPr/>
        </p:nvSpPr>
        <p:spPr>
          <a:xfrm>
            <a:off x="5646036" y="1904464"/>
            <a:ext cx="4186" cy="3605"/>
          </a:xfrm>
          <a:custGeom>
            <a:avLst/>
            <a:gdLst/>
            <a:ahLst/>
            <a:cxnLst/>
            <a:rect l="l" t="t" r="r" b="b"/>
            <a:pathLst>
              <a:path w="4186" h="3605">
                <a:moveTo>
                  <a:pt x="1217" y="366"/>
                </a:moveTo>
                <a:lnTo>
                  <a:pt x="330" y="1238"/>
                </a:lnTo>
                <a:lnTo>
                  <a:pt x="0" y="2337"/>
                </a:lnTo>
                <a:lnTo>
                  <a:pt x="913" y="3408"/>
                </a:lnTo>
                <a:lnTo>
                  <a:pt x="1801" y="3605"/>
                </a:lnTo>
                <a:lnTo>
                  <a:pt x="2460" y="3324"/>
                </a:lnTo>
                <a:lnTo>
                  <a:pt x="3095" y="3493"/>
                </a:lnTo>
                <a:lnTo>
                  <a:pt x="3857" y="2506"/>
                </a:lnTo>
                <a:lnTo>
                  <a:pt x="4186" y="1323"/>
                </a:lnTo>
                <a:lnTo>
                  <a:pt x="3349" y="0"/>
                </a:lnTo>
                <a:lnTo>
                  <a:pt x="1217" y="366"/>
                </a:lnTo>
                <a:close/>
              </a:path>
            </a:pathLst>
          </a:custGeom>
          <a:solidFill>
            <a:srgbClr val="FFBE5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51" name="object 451"/>
          <p:cNvSpPr/>
          <p:nvPr/>
        </p:nvSpPr>
        <p:spPr>
          <a:xfrm>
            <a:off x="5654155" y="1883984"/>
            <a:ext cx="5226" cy="16057"/>
          </a:xfrm>
          <a:custGeom>
            <a:avLst/>
            <a:gdLst/>
            <a:ahLst/>
            <a:cxnLst/>
            <a:rect l="l" t="t" r="r" b="b"/>
            <a:pathLst>
              <a:path w="5226" h="16057">
                <a:moveTo>
                  <a:pt x="3070" y="16057"/>
                </a:moveTo>
                <a:lnTo>
                  <a:pt x="5226" y="845"/>
                </a:lnTo>
                <a:lnTo>
                  <a:pt x="4618" y="0"/>
                </a:lnTo>
                <a:lnTo>
                  <a:pt x="2639" y="1352"/>
                </a:lnTo>
                <a:lnTo>
                  <a:pt x="583" y="140"/>
                </a:lnTo>
                <a:lnTo>
                  <a:pt x="0" y="1014"/>
                </a:lnTo>
                <a:lnTo>
                  <a:pt x="3070" y="16057"/>
                </a:lnTo>
                <a:close/>
              </a:path>
            </a:pathLst>
          </a:custGeom>
          <a:solidFill>
            <a:srgbClr val="9FBE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52" name="object 452"/>
          <p:cNvSpPr/>
          <p:nvPr/>
        </p:nvSpPr>
        <p:spPr>
          <a:xfrm>
            <a:off x="5656083" y="1885280"/>
            <a:ext cx="1954" cy="14395"/>
          </a:xfrm>
          <a:custGeom>
            <a:avLst/>
            <a:gdLst/>
            <a:ahLst/>
            <a:cxnLst/>
            <a:rect l="l" t="t" r="r" b="b"/>
            <a:pathLst>
              <a:path w="1954" h="14395">
                <a:moveTo>
                  <a:pt x="1446" y="1042"/>
                </a:moveTo>
                <a:lnTo>
                  <a:pt x="787" y="0"/>
                </a:lnTo>
                <a:lnTo>
                  <a:pt x="583" y="0"/>
                </a:lnTo>
                <a:lnTo>
                  <a:pt x="0" y="1239"/>
                </a:lnTo>
                <a:lnTo>
                  <a:pt x="507" y="1859"/>
                </a:lnTo>
                <a:lnTo>
                  <a:pt x="203" y="3718"/>
                </a:lnTo>
                <a:lnTo>
                  <a:pt x="51" y="5493"/>
                </a:lnTo>
                <a:lnTo>
                  <a:pt x="51" y="7494"/>
                </a:lnTo>
                <a:lnTo>
                  <a:pt x="380" y="11719"/>
                </a:lnTo>
                <a:lnTo>
                  <a:pt x="583" y="14395"/>
                </a:lnTo>
                <a:lnTo>
                  <a:pt x="1674" y="14339"/>
                </a:lnTo>
                <a:lnTo>
                  <a:pt x="1750" y="11775"/>
                </a:lnTo>
                <a:lnTo>
                  <a:pt x="1954" y="7494"/>
                </a:lnTo>
                <a:lnTo>
                  <a:pt x="1902" y="5436"/>
                </a:lnTo>
                <a:lnTo>
                  <a:pt x="1573" y="3690"/>
                </a:lnTo>
                <a:lnTo>
                  <a:pt x="1065" y="1803"/>
                </a:lnTo>
                <a:lnTo>
                  <a:pt x="1446" y="1042"/>
                </a:lnTo>
                <a:close/>
              </a:path>
            </a:pathLst>
          </a:custGeom>
          <a:solidFill>
            <a:srgbClr val="001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53" name="object 453"/>
          <p:cNvSpPr/>
          <p:nvPr/>
        </p:nvSpPr>
        <p:spPr>
          <a:xfrm>
            <a:off x="5647076" y="1884660"/>
            <a:ext cx="19637" cy="47186"/>
          </a:xfrm>
          <a:custGeom>
            <a:avLst/>
            <a:gdLst/>
            <a:ahLst/>
            <a:cxnLst/>
            <a:rect l="l" t="t" r="r" b="b"/>
            <a:pathLst>
              <a:path w="19637" h="47186">
                <a:moveTo>
                  <a:pt x="5683" y="23607"/>
                </a:moveTo>
                <a:lnTo>
                  <a:pt x="5506" y="33213"/>
                </a:lnTo>
                <a:lnTo>
                  <a:pt x="5201" y="46819"/>
                </a:lnTo>
                <a:lnTo>
                  <a:pt x="6825" y="47185"/>
                </a:lnTo>
                <a:lnTo>
                  <a:pt x="8829" y="46284"/>
                </a:lnTo>
                <a:lnTo>
                  <a:pt x="10377" y="23973"/>
                </a:lnTo>
                <a:lnTo>
                  <a:pt x="10961" y="36678"/>
                </a:lnTo>
                <a:lnTo>
                  <a:pt x="11366" y="46369"/>
                </a:lnTo>
                <a:lnTo>
                  <a:pt x="13574" y="47186"/>
                </a:lnTo>
                <a:lnTo>
                  <a:pt x="15375" y="47017"/>
                </a:lnTo>
                <a:lnTo>
                  <a:pt x="14741" y="29212"/>
                </a:lnTo>
                <a:lnTo>
                  <a:pt x="15045" y="23438"/>
                </a:lnTo>
                <a:lnTo>
                  <a:pt x="15705" y="23072"/>
                </a:lnTo>
                <a:lnTo>
                  <a:pt x="16187" y="21071"/>
                </a:lnTo>
                <a:lnTo>
                  <a:pt x="16364" y="19381"/>
                </a:lnTo>
                <a:lnTo>
                  <a:pt x="19637" y="15212"/>
                </a:lnTo>
                <a:lnTo>
                  <a:pt x="16694" y="2337"/>
                </a:lnTo>
                <a:lnTo>
                  <a:pt x="12204" y="0"/>
                </a:lnTo>
                <a:lnTo>
                  <a:pt x="10148" y="14902"/>
                </a:lnTo>
                <a:lnTo>
                  <a:pt x="7154" y="225"/>
                </a:lnTo>
                <a:lnTo>
                  <a:pt x="3298" y="2309"/>
                </a:lnTo>
                <a:lnTo>
                  <a:pt x="836" y="9972"/>
                </a:lnTo>
                <a:lnTo>
                  <a:pt x="253" y="12901"/>
                </a:lnTo>
                <a:lnTo>
                  <a:pt x="0" y="20226"/>
                </a:lnTo>
                <a:lnTo>
                  <a:pt x="2613" y="20198"/>
                </a:lnTo>
                <a:lnTo>
                  <a:pt x="2842" y="13747"/>
                </a:lnTo>
                <a:lnTo>
                  <a:pt x="4617" y="9070"/>
                </a:lnTo>
                <a:lnTo>
                  <a:pt x="4846" y="16000"/>
                </a:lnTo>
                <a:lnTo>
                  <a:pt x="4541" y="23437"/>
                </a:lnTo>
                <a:lnTo>
                  <a:pt x="5683" y="23607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54" name="object 454"/>
          <p:cNvSpPr/>
          <p:nvPr/>
        </p:nvSpPr>
        <p:spPr>
          <a:xfrm>
            <a:off x="5657047" y="1900802"/>
            <a:ext cx="786" cy="789"/>
          </a:xfrm>
          <a:custGeom>
            <a:avLst/>
            <a:gdLst/>
            <a:ahLst/>
            <a:cxnLst/>
            <a:rect l="l" t="t" r="r" b="b"/>
            <a:pathLst>
              <a:path w="786" h="789">
                <a:moveTo>
                  <a:pt x="0" y="394"/>
                </a:moveTo>
                <a:lnTo>
                  <a:pt x="0" y="620"/>
                </a:lnTo>
                <a:lnTo>
                  <a:pt x="177" y="789"/>
                </a:lnTo>
                <a:lnTo>
                  <a:pt x="608" y="789"/>
                </a:lnTo>
                <a:lnTo>
                  <a:pt x="786" y="620"/>
                </a:lnTo>
                <a:lnTo>
                  <a:pt x="786" y="169"/>
                </a:lnTo>
                <a:lnTo>
                  <a:pt x="608" y="0"/>
                </a:lnTo>
                <a:lnTo>
                  <a:pt x="177" y="0"/>
                </a:lnTo>
                <a:lnTo>
                  <a:pt x="0" y="169"/>
                </a:lnTo>
                <a:lnTo>
                  <a:pt x="0" y="39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55" name="object 455"/>
          <p:cNvSpPr/>
          <p:nvPr/>
        </p:nvSpPr>
        <p:spPr>
          <a:xfrm>
            <a:off x="5657047" y="1902351"/>
            <a:ext cx="786" cy="958"/>
          </a:xfrm>
          <a:custGeom>
            <a:avLst/>
            <a:gdLst/>
            <a:ahLst/>
            <a:cxnLst/>
            <a:rect l="l" t="t" r="r" b="b"/>
            <a:pathLst>
              <a:path w="786" h="958">
                <a:moveTo>
                  <a:pt x="0" y="479"/>
                </a:moveTo>
                <a:lnTo>
                  <a:pt x="0" y="732"/>
                </a:lnTo>
                <a:lnTo>
                  <a:pt x="177" y="958"/>
                </a:lnTo>
                <a:lnTo>
                  <a:pt x="608" y="958"/>
                </a:lnTo>
                <a:lnTo>
                  <a:pt x="786" y="732"/>
                </a:lnTo>
                <a:lnTo>
                  <a:pt x="786" y="225"/>
                </a:lnTo>
                <a:lnTo>
                  <a:pt x="608" y="0"/>
                </a:lnTo>
                <a:lnTo>
                  <a:pt x="177" y="0"/>
                </a:lnTo>
                <a:lnTo>
                  <a:pt x="0" y="225"/>
                </a:lnTo>
                <a:lnTo>
                  <a:pt x="0" y="4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56" name="object 456"/>
          <p:cNvSpPr/>
          <p:nvPr/>
        </p:nvSpPr>
        <p:spPr>
          <a:xfrm>
            <a:off x="5853430" y="1835150"/>
            <a:ext cx="33909" cy="13588"/>
          </a:xfrm>
          <a:custGeom>
            <a:avLst/>
            <a:gdLst/>
            <a:ahLst/>
            <a:cxnLst/>
            <a:rect l="l" t="t" r="r" b="b"/>
            <a:pathLst>
              <a:path w="33909" h="13588">
                <a:moveTo>
                  <a:pt x="0" y="0"/>
                </a:moveTo>
                <a:lnTo>
                  <a:pt x="9652" y="5079"/>
                </a:lnTo>
                <a:lnTo>
                  <a:pt x="9652" y="1650"/>
                </a:lnTo>
                <a:lnTo>
                  <a:pt x="24257" y="10160"/>
                </a:lnTo>
                <a:lnTo>
                  <a:pt x="24257" y="8509"/>
                </a:lnTo>
                <a:lnTo>
                  <a:pt x="33909" y="13588"/>
                </a:lnTo>
              </a:path>
            </a:pathLst>
          </a:custGeom>
          <a:ln w="12700">
            <a:solidFill>
              <a:srgbClr val="414141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57" name="object 457"/>
          <p:cNvSpPr/>
          <p:nvPr/>
        </p:nvSpPr>
        <p:spPr>
          <a:xfrm>
            <a:off x="5838190" y="1837689"/>
            <a:ext cx="23749" cy="21336"/>
          </a:xfrm>
          <a:custGeom>
            <a:avLst/>
            <a:gdLst/>
            <a:ahLst/>
            <a:cxnLst/>
            <a:rect l="l" t="t" r="r" b="b"/>
            <a:pathLst>
              <a:path w="23749" h="21336">
                <a:moveTo>
                  <a:pt x="0" y="0"/>
                </a:moveTo>
                <a:lnTo>
                  <a:pt x="3175" y="6096"/>
                </a:lnTo>
                <a:lnTo>
                  <a:pt x="7874" y="4572"/>
                </a:lnTo>
                <a:lnTo>
                  <a:pt x="14224" y="15239"/>
                </a:lnTo>
                <a:lnTo>
                  <a:pt x="17399" y="13715"/>
                </a:lnTo>
                <a:lnTo>
                  <a:pt x="23749" y="21336"/>
                </a:lnTo>
              </a:path>
            </a:pathLst>
          </a:custGeom>
          <a:ln w="12700">
            <a:solidFill>
              <a:srgbClr val="414141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58" name="object 458"/>
          <p:cNvSpPr/>
          <p:nvPr/>
        </p:nvSpPr>
        <p:spPr>
          <a:xfrm>
            <a:off x="5802630" y="1837689"/>
            <a:ext cx="23749" cy="21336"/>
          </a:xfrm>
          <a:custGeom>
            <a:avLst/>
            <a:gdLst/>
            <a:ahLst/>
            <a:cxnLst/>
            <a:rect l="l" t="t" r="r" b="b"/>
            <a:pathLst>
              <a:path w="23749" h="21336">
                <a:moveTo>
                  <a:pt x="23749" y="0"/>
                </a:moveTo>
                <a:lnTo>
                  <a:pt x="20320" y="6096"/>
                </a:lnTo>
                <a:lnTo>
                  <a:pt x="15240" y="4572"/>
                </a:lnTo>
                <a:lnTo>
                  <a:pt x="8509" y="15239"/>
                </a:lnTo>
                <a:lnTo>
                  <a:pt x="5080" y="13715"/>
                </a:lnTo>
                <a:lnTo>
                  <a:pt x="0" y="21336"/>
                </a:lnTo>
              </a:path>
            </a:pathLst>
          </a:custGeom>
          <a:ln w="12700">
            <a:solidFill>
              <a:srgbClr val="414141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59" name="object 459"/>
          <p:cNvSpPr/>
          <p:nvPr/>
        </p:nvSpPr>
        <p:spPr>
          <a:xfrm>
            <a:off x="5777230" y="1835150"/>
            <a:ext cx="33909" cy="13588"/>
          </a:xfrm>
          <a:custGeom>
            <a:avLst/>
            <a:gdLst/>
            <a:ahLst/>
            <a:cxnLst/>
            <a:rect l="l" t="t" r="r" b="b"/>
            <a:pathLst>
              <a:path w="33909" h="13588">
                <a:moveTo>
                  <a:pt x="33909" y="0"/>
                </a:moveTo>
                <a:lnTo>
                  <a:pt x="24257" y="5079"/>
                </a:lnTo>
                <a:lnTo>
                  <a:pt x="24257" y="3428"/>
                </a:lnTo>
                <a:lnTo>
                  <a:pt x="11303" y="10160"/>
                </a:lnTo>
                <a:lnTo>
                  <a:pt x="9652" y="8509"/>
                </a:lnTo>
                <a:lnTo>
                  <a:pt x="0" y="13588"/>
                </a:lnTo>
              </a:path>
            </a:pathLst>
          </a:custGeom>
          <a:ln w="12700">
            <a:solidFill>
              <a:srgbClr val="414141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60" name="object 460"/>
          <p:cNvSpPr/>
          <p:nvPr/>
        </p:nvSpPr>
        <p:spPr>
          <a:xfrm>
            <a:off x="5345756" y="2093939"/>
            <a:ext cx="7743" cy="22208"/>
          </a:xfrm>
          <a:custGeom>
            <a:avLst/>
            <a:gdLst/>
            <a:ahLst/>
            <a:cxnLst/>
            <a:rect l="l" t="t" r="r" b="b"/>
            <a:pathLst>
              <a:path w="7743" h="22208">
                <a:moveTo>
                  <a:pt x="7743" y="0"/>
                </a:moveTo>
                <a:lnTo>
                  <a:pt x="6324" y="1298"/>
                </a:lnTo>
                <a:lnTo>
                  <a:pt x="2831" y="13365"/>
                </a:lnTo>
                <a:lnTo>
                  <a:pt x="0" y="22208"/>
                </a:lnTo>
                <a:lnTo>
                  <a:pt x="2225" y="21948"/>
                </a:lnTo>
                <a:lnTo>
                  <a:pt x="7743" y="0"/>
                </a:lnTo>
                <a:close/>
              </a:path>
            </a:pathLst>
          </a:custGeom>
          <a:solidFill>
            <a:srgbClr val="1F1F1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61" name="object 461"/>
          <p:cNvSpPr/>
          <p:nvPr/>
        </p:nvSpPr>
        <p:spPr>
          <a:xfrm>
            <a:off x="5313972" y="2094460"/>
            <a:ext cx="16802" cy="23246"/>
          </a:xfrm>
          <a:custGeom>
            <a:avLst/>
            <a:gdLst/>
            <a:ahLst/>
            <a:cxnLst/>
            <a:rect l="l" t="t" r="r" b="b"/>
            <a:pathLst>
              <a:path w="16802" h="23246">
                <a:moveTo>
                  <a:pt x="12956" y="0"/>
                </a:moveTo>
                <a:lnTo>
                  <a:pt x="0" y="23246"/>
                </a:lnTo>
                <a:lnTo>
                  <a:pt x="5514" y="23196"/>
                </a:lnTo>
                <a:lnTo>
                  <a:pt x="16802" y="520"/>
                </a:lnTo>
                <a:lnTo>
                  <a:pt x="12956" y="0"/>
                </a:lnTo>
                <a:close/>
              </a:path>
            </a:pathLst>
          </a:custGeom>
          <a:solidFill>
            <a:srgbClr val="1F1F1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62" name="object 462"/>
          <p:cNvSpPr/>
          <p:nvPr/>
        </p:nvSpPr>
        <p:spPr>
          <a:xfrm>
            <a:off x="5264018" y="2109959"/>
            <a:ext cx="144495" cy="20856"/>
          </a:xfrm>
          <a:custGeom>
            <a:avLst/>
            <a:gdLst/>
            <a:ahLst/>
            <a:cxnLst/>
            <a:rect l="l" t="t" r="r" b="b"/>
            <a:pathLst>
              <a:path w="144495" h="20856">
                <a:moveTo>
                  <a:pt x="43878" y="6499"/>
                </a:moveTo>
                <a:lnTo>
                  <a:pt x="0" y="9880"/>
                </a:lnTo>
                <a:lnTo>
                  <a:pt x="47471" y="15759"/>
                </a:lnTo>
                <a:lnTo>
                  <a:pt x="87203" y="20856"/>
                </a:lnTo>
                <a:lnTo>
                  <a:pt x="143228" y="15759"/>
                </a:lnTo>
                <a:lnTo>
                  <a:pt x="144495" y="10401"/>
                </a:lnTo>
                <a:lnTo>
                  <a:pt x="143329" y="7594"/>
                </a:lnTo>
                <a:lnTo>
                  <a:pt x="141660" y="5250"/>
                </a:lnTo>
                <a:lnTo>
                  <a:pt x="139435" y="3795"/>
                </a:lnTo>
                <a:lnTo>
                  <a:pt x="136447" y="2703"/>
                </a:lnTo>
                <a:lnTo>
                  <a:pt x="131182" y="2183"/>
                </a:lnTo>
                <a:lnTo>
                  <a:pt x="93932" y="0"/>
                </a:lnTo>
                <a:lnTo>
                  <a:pt x="89934" y="0"/>
                </a:lnTo>
                <a:lnTo>
                  <a:pt x="87303" y="988"/>
                </a:lnTo>
                <a:lnTo>
                  <a:pt x="84974" y="1819"/>
                </a:lnTo>
                <a:lnTo>
                  <a:pt x="83253" y="3328"/>
                </a:lnTo>
                <a:lnTo>
                  <a:pt x="80623" y="5618"/>
                </a:lnTo>
                <a:lnTo>
                  <a:pt x="72374" y="6242"/>
                </a:lnTo>
                <a:lnTo>
                  <a:pt x="43878" y="6499"/>
                </a:lnTo>
                <a:close/>
              </a:path>
            </a:pathLst>
          </a:custGeom>
          <a:solidFill>
            <a:srgbClr val="1F0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63" name="object 463"/>
          <p:cNvSpPr/>
          <p:nvPr/>
        </p:nvSpPr>
        <p:spPr>
          <a:xfrm>
            <a:off x="5358713" y="2107566"/>
            <a:ext cx="1174" cy="2236"/>
          </a:xfrm>
          <a:custGeom>
            <a:avLst/>
            <a:gdLst/>
            <a:ahLst/>
            <a:cxnLst/>
            <a:rect l="l" t="t" r="r" b="b"/>
            <a:pathLst>
              <a:path w="1174" h="2236">
                <a:moveTo>
                  <a:pt x="428" y="2236"/>
                </a:moveTo>
                <a:lnTo>
                  <a:pt x="1174" y="0"/>
                </a:lnTo>
                <a:lnTo>
                  <a:pt x="747" y="0"/>
                </a:lnTo>
                <a:lnTo>
                  <a:pt x="0" y="2236"/>
                </a:lnTo>
                <a:lnTo>
                  <a:pt x="428" y="2236"/>
                </a:lnTo>
                <a:close/>
              </a:path>
            </a:pathLst>
          </a:custGeom>
          <a:solidFill>
            <a:srgbClr val="1F0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64" name="object 464"/>
          <p:cNvSpPr/>
          <p:nvPr/>
        </p:nvSpPr>
        <p:spPr>
          <a:xfrm>
            <a:off x="5366014" y="2107983"/>
            <a:ext cx="1107" cy="2236"/>
          </a:xfrm>
          <a:custGeom>
            <a:avLst/>
            <a:gdLst/>
            <a:ahLst/>
            <a:cxnLst/>
            <a:rect l="l" t="t" r="r" b="b"/>
            <a:pathLst>
              <a:path w="1107" h="2236">
                <a:moveTo>
                  <a:pt x="423" y="2236"/>
                </a:moveTo>
                <a:lnTo>
                  <a:pt x="1107" y="0"/>
                </a:lnTo>
                <a:lnTo>
                  <a:pt x="683" y="0"/>
                </a:lnTo>
                <a:lnTo>
                  <a:pt x="0" y="2236"/>
                </a:lnTo>
                <a:lnTo>
                  <a:pt x="423" y="2236"/>
                </a:lnTo>
                <a:close/>
              </a:path>
            </a:pathLst>
          </a:custGeom>
          <a:solidFill>
            <a:srgbClr val="1F0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65" name="object 465"/>
          <p:cNvSpPr/>
          <p:nvPr/>
        </p:nvSpPr>
        <p:spPr>
          <a:xfrm>
            <a:off x="5328344" y="2108711"/>
            <a:ext cx="48132" cy="28918"/>
          </a:xfrm>
          <a:custGeom>
            <a:avLst/>
            <a:gdLst/>
            <a:ahLst/>
            <a:cxnLst/>
            <a:rect l="l" t="t" r="r" b="b"/>
            <a:pathLst>
              <a:path w="48132" h="28918">
                <a:moveTo>
                  <a:pt x="28644" y="28918"/>
                </a:moveTo>
                <a:lnTo>
                  <a:pt x="36339" y="21688"/>
                </a:lnTo>
                <a:lnTo>
                  <a:pt x="37959" y="20075"/>
                </a:lnTo>
                <a:lnTo>
                  <a:pt x="39527" y="18153"/>
                </a:lnTo>
                <a:lnTo>
                  <a:pt x="40794" y="16123"/>
                </a:lnTo>
                <a:lnTo>
                  <a:pt x="42005" y="14564"/>
                </a:lnTo>
                <a:lnTo>
                  <a:pt x="43525" y="12274"/>
                </a:lnTo>
                <a:lnTo>
                  <a:pt x="47776" y="6032"/>
                </a:lnTo>
                <a:lnTo>
                  <a:pt x="48029" y="5147"/>
                </a:lnTo>
                <a:lnTo>
                  <a:pt x="48132" y="4419"/>
                </a:lnTo>
                <a:lnTo>
                  <a:pt x="47828" y="3224"/>
                </a:lnTo>
                <a:lnTo>
                  <a:pt x="47675" y="2497"/>
                </a:lnTo>
                <a:lnTo>
                  <a:pt x="47118" y="1922"/>
                </a:lnTo>
                <a:lnTo>
                  <a:pt x="46409" y="1558"/>
                </a:lnTo>
                <a:lnTo>
                  <a:pt x="45145" y="1195"/>
                </a:lnTo>
                <a:lnTo>
                  <a:pt x="44235" y="1145"/>
                </a:lnTo>
                <a:lnTo>
                  <a:pt x="42919" y="988"/>
                </a:lnTo>
                <a:lnTo>
                  <a:pt x="42109" y="934"/>
                </a:lnTo>
                <a:lnTo>
                  <a:pt x="26266" y="103"/>
                </a:lnTo>
                <a:lnTo>
                  <a:pt x="25307" y="0"/>
                </a:lnTo>
                <a:lnTo>
                  <a:pt x="24293" y="206"/>
                </a:lnTo>
                <a:lnTo>
                  <a:pt x="23583" y="310"/>
                </a:lnTo>
                <a:lnTo>
                  <a:pt x="22877" y="674"/>
                </a:lnTo>
                <a:lnTo>
                  <a:pt x="22115" y="1194"/>
                </a:lnTo>
                <a:lnTo>
                  <a:pt x="16701" y="7490"/>
                </a:lnTo>
                <a:lnTo>
                  <a:pt x="15386" y="9310"/>
                </a:lnTo>
                <a:lnTo>
                  <a:pt x="13818" y="10972"/>
                </a:lnTo>
                <a:lnTo>
                  <a:pt x="11994" y="12795"/>
                </a:lnTo>
                <a:lnTo>
                  <a:pt x="10325" y="14197"/>
                </a:lnTo>
                <a:lnTo>
                  <a:pt x="0" y="25069"/>
                </a:lnTo>
                <a:lnTo>
                  <a:pt x="28644" y="28918"/>
                </a:lnTo>
                <a:close/>
              </a:path>
            </a:pathLst>
          </a:custGeom>
          <a:solidFill>
            <a:srgbClr val="401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66" name="object 466"/>
          <p:cNvSpPr/>
          <p:nvPr/>
        </p:nvSpPr>
        <p:spPr>
          <a:xfrm>
            <a:off x="5355673" y="2100753"/>
            <a:ext cx="17058" cy="7958"/>
          </a:xfrm>
          <a:custGeom>
            <a:avLst/>
            <a:gdLst/>
            <a:ahLst/>
            <a:cxnLst/>
            <a:rect l="l" t="t" r="r" b="b"/>
            <a:pathLst>
              <a:path w="17058" h="7958">
                <a:moveTo>
                  <a:pt x="2076" y="727"/>
                </a:moveTo>
                <a:lnTo>
                  <a:pt x="0" y="5150"/>
                </a:lnTo>
                <a:lnTo>
                  <a:pt x="0" y="5618"/>
                </a:lnTo>
                <a:lnTo>
                  <a:pt x="103" y="6138"/>
                </a:lnTo>
                <a:lnTo>
                  <a:pt x="508" y="6709"/>
                </a:lnTo>
                <a:lnTo>
                  <a:pt x="861" y="6916"/>
                </a:lnTo>
                <a:lnTo>
                  <a:pt x="14424" y="7958"/>
                </a:lnTo>
                <a:lnTo>
                  <a:pt x="15286" y="7854"/>
                </a:lnTo>
                <a:lnTo>
                  <a:pt x="15892" y="7854"/>
                </a:lnTo>
                <a:lnTo>
                  <a:pt x="16501" y="7230"/>
                </a:lnTo>
                <a:lnTo>
                  <a:pt x="16906" y="6709"/>
                </a:lnTo>
                <a:lnTo>
                  <a:pt x="17058" y="6085"/>
                </a:lnTo>
                <a:lnTo>
                  <a:pt x="16501" y="1301"/>
                </a:lnTo>
                <a:lnTo>
                  <a:pt x="15386" y="417"/>
                </a:lnTo>
                <a:lnTo>
                  <a:pt x="14676" y="53"/>
                </a:lnTo>
                <a:lnTo>
                  <a:pt x="13718" y="0"/>
                </a:lnTo>
                <a:lnTo>
                  <a:pt x="3087" y="156"/>
                </a:lnTo>
                <a:lnTo>
                  <a:pt x="2430" y="417"/>
                </a:lnTo>
                <a:lnTo>
                  <a:pt x="2076" y="727"/>
                </a:lnTo>
                <a:close/>
              </a:path>
            </a:pathLst>
          </a:custGeom>
          <a:solidFill>
            <a:srgbClr val="401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67" name="object 467"/>
          <p:cNvSpPr/>
          <p:nvPr/>
        </p:nvSpPr>
        <p:spPr>
          <a:xfrm>
            <a:off x="5324349" y="2105329"/>
            <a:ext cx="1173" cy="2236"/>
          </a:xfrm>
          <a:custGeom>
            <a:avLst/>
            <a:gdLst/>
            <a:ahLst/>
            <a:cxnLst/>
            <a:rect l="l" t="t" r="r" b="b"/>
            <a:pathLst>
              <a:path w="1173" h="2236">
                <a:moveTo>
                  <a:pt x="1173" y="0"/>
                </a:moveTo>
                <a:lnTo>
                  <a:pt x="745" y="0"/>
                </a:lnTo>
                <a:lnTo>
                  <a:pt x="0" y="2236"/>
                </a:lnTo>
                <a:lnTo>
                  <a:pt x="426" y="2236"/>
                </a:lnTo>
                <a:lnTo>
                  <a:pt x="1173" y="0"/>
                </a:lnTo>
                <a:close/>
              </a:path>
            </a:pathLst>
          </a:custGeom>
          <a:solidFill>
            <a:srgbClr val="1F0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68" name="object 468"/>
          <p:cNvSpPr/>
          <p:nvPr/>
        </p:nvSpPr>
        <p:spPr>
          <a:xfrm>
            <a:off x="5331635" y="2105747"/>
            <a:ext cx="1173" cy="2236"/>
          </a:xfrm>
          <a:custGeom>
            <a:avLst/>
            <a:gdLst/>
            <a:ahLst/>
            <a:cxnLst/>
            <a:rect l="l" t="t" r="r" b="b"/>
            <a:pathLst>
              <a:path w="1173" h="2236">
                <a:moveTo>
                  <a:pt x="1173" y="0"/>
                </a:moveTo>
                <a:lnTo>
                  <a:pt x="745" y="0"/>
                </a:lnTo>
                <a:lnTo>
                  <a:pt x="0" y="2236"/>
                </a:lnTo>
                <a:lnTo>
                  <a:pt x="428" y="2236"/>
                </a:lnTo>
                <a:lnTo>
                  <a:pt x="1173" y="0"/>
                </a:lnTo>
                <a:close/>
              </a:path>
            </a:pathLst>
          </a:custGeom>
          <a:solidFill>
            <a:srgbClr val="1F0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69" name="object 469"/>
          <p:cNvSpPr/>
          <p:nvPr/>
        </p:nvSpPr>
        <p:spPr>
          <a:xfrm>
            <a:off x="5293320" y="2106942"/>
            <a:ext cx="48080" cy="28868"/>
          </a:xfrm>
          <a:custGeom>
            <a:avLst/>
            <a:gdLst/>
            <a:ahLst/>
            <a:cxnLst/>
            <a:rect l="l" t="t" r="r" b="b"/>
            <a:pathLst>
              <a:path w="48080" h="28868">
                <a:moveTo>
                  <a:pt x="28595" y="28868"/>
                </a:moveTo>
                <a:lnTo>
                  <a:pt x="36339" y="21638"/>
                </a:lnTo>
                <a:lnTo>
                  <a:pt x="37959" y="20025"/>
                </a:lnTo>
                <a:lnTo>
                  <a:pt x="39579" y="18153"/>
                </a:lnTo>
                <a:lnTo>
                  <a:pt x="40794" y="15966"/>
                </a:lnTo>
                <a:lnTo>
                  <a:pt x="41905" y="14564"/>
                </a:lnTo>
                <a:lnTo>
                  <a:pt x="43477" y="12274"/>
                </a:lnTo>
                <a:lnTo>
                  <a:pt x="47828" y="5928"/>
                </a:lnTo>
                <a:lnTo>
                  <a:pt x="47928" y="5200"/>
                </a:lnTo>
                <a:lnTo>
                  <a:pt x="48080" y="4369"/>
                </a:lnTo>
                <a:lnTo>
                  <a:pt x="47880" y="3224"/>
                </a:lnTo>
                <a:lnTo>
                  <a:pt x="47523" y="2443"/>
                </a:lnTo>
                <a:lnTo>
                  <a:pt x="47070" y="1976"/>
                </a:lnTo>
                <a:lnTo>
                  <a:pt x="46308" y="1405"/>
                </a:lnTo>
                <a:lnTo>
                  <a:pt x="45145" y="1145"/>
                </a:lnTo>
                <a:lnTo>
                  <a:pt x="44134" y="1091"/>
                </a:lnTo>
                <a:lnTo>
                  <a:pt x="42919" y="1041"/>
                </a:lnTo>
                <a:lnTo>
                  <a:pt x="42057" y="831"/>
                </a:lnTo>
                <a:lnTo>
                  <a:pt x="26165" y="53"/>
                </a:lnTo>
                <a:lnTo>
                  <a:pt x="25255" y="0"/>
                </a:lnTo>
                <a:lnTo>
                  <a:pt x="24192" y="156"/>
                </a:lnTo>
                <a:lnTo>
                  <a:pt x="23434" y="260"/>
                </a:lnTo>
                <a:lnTo>
                  <a:pt x="22776" y="677"/>
                </a:lnTo>
                <a:lnTo>
                  <a:pt x="22119" y="1145"/>
                </a:lnTo>
                <a:lnTo>
                  <a:pt x="16601" y="7490"/>
                </a:lnTo>
                <a:lnTo>
                  <a:pt x="15286" y="9260"/>
                </a:lnTo>
                <a:lnTo>
                  <a:pt x="13866" y="10922"/>
                </a:lnTo>
                <a:lnTo>
                  <a:pt x="11845" y="12741"/>
                </a:lnTo>
                <a:lnTo>
                  <a:pt x="10225" y="14250"/>
                </a:lnTo>
                <a:lnTo>
                  <a:pt x="0" y="24966"/>
                </a:lnTo>
                <a:lnTo>
                  <a:pt x="28595" y="28868"/>
                </a:lnTo>
                <a:close/>
              </a:path>
            </a:pathLst>
          </a:custGeom>
          <a:solidFill>
            <a:srgbClr val="401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70" name="object 470"/>
          <p:cNvSpPr/>
          <p:nvPr/>
        </p:nvSpPr>
        <p:spPr>
          <a:xfrm>
            <a:off x="5320600" y="2098933"/>
            <a:ext cx="17055" cy="7958"/>
          </a:xfrm>
          <a:custGeom>
            <a:avLst/>
            <a:gdLst/>
            <a:ahLst/>
            <a:cxnLst/>
            <a:rect l="l" t="t" r="r" b="b"/>
            <a:pathLst>
              <a:path w="17055" h="7958">
                <a:moveTo>
                  <a:pt x="2024" y="831"/>
                </a:moveTo>
                <a:lnTo>
                  <a:pt x="0" y="5147"/>
                </a:lnTo>
                <a:lnTo>
                  <a:pt x="0" y="5668"/>
                </a:lnTo>
                <a:lnTo>
                  <a:pt x="51" y="6188"/>
                </a:lnTo>
                <a:lnTo>
                  <a:pt x="456" y="6709"/>
                </a:lnTo>
                <a:lnTo>
                  <a:pt x="910" y="6970"/>
                </a:lnTo>
                <a:lnTo>
                  <a:pt x="14524" y="7958"/>
                </a:lnTo>
                <a:lnTo>
                  <a:pt x="15234" y="7904"/>
                </a:lnTo>
                <a:lnTo>
                  <a:pt x="15791" y="7904"/>
                </a:lnTo>
                <a:lnTo>
                  <a:pt x="16449" y="7333"/>
                </a:lnTo>
                <a:lnTo>
                  <a:pt x="16854" y="6709"/>
                </a:lnTo>
                <a:lnTo>
                  <a:pt x="17055" y="6085"/>
                </a:lnTo>
                <a:lnTo>
                  <a:pt x="16449" y="1298"/>
                </a:lnTo>
                <a:lnTo>
                  <a:pt x="15435" y="363"/>
                </a:lnTo>
                <a:lnTo>
                  <a:pt x="14625" y="49"/>
                </a:lnTo>
                <a:lnTo>
                  <a:pt x="13666" y="0"/>
                </a:lnTo>
                <a:lnTo>
                  <a:pt x="3139" y="206"/>
                </a:lnTo>
                <a:lnTo>
                  <a:pt x="2478" y="363"/>
                </a:lnTo>
                <a:lnTo>
                  <a:pt x="2024" y="831"/>
                </a:lnTo>
                <a:close/>
              </a:path>
            </a:pathLst>
          </a:custGeom>
          <a:solidFill>
            <a:srgbClr val="401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71" name="object 471"/>
          <p:cNvSpPr/>
          <p:nvPr/>
        </p:nvSpPr>
        <p:spPr>
          <a:xfrm>
            <a:off x="5259310" y="2119269"/>
            <a:ext cx="85382" cy="9724"/>
          </a:xfrm>
          <a:custGeom>
            <a:avLst/>
            <a:gdLst/>
            <a:ahLst/>
            <a:cxnLst/>
            <a:rect l="l" t="t" r="r" b="b"/>
            <a:pathLst>
              <a:path w="85382" h="9724">
                <a:moveTo>
                  <a:pt x="85382" y="8996"/>
                </a:moveTo>
                <a:lnTo>
                  <a:pt x="78954" y="5771"/>
                </a:lnTo>
                <a:lnTo>
                  <a:pt x="76067" y="4473"/>
                </a:lnTo>
                <a:lnTo>
                  <a:pt x="72727" y="3328"/>
                </a:lnTo>
                <a:lnTo>
                  <a:pt x="69386" y="2443"/>
                </a:lnTo>
                <a:lnTo>
                  <a:pt x="66046" y="1769"/>
                </a:lnTo>
                <a:lnTo>
                  <a:pt x="62858" y="1298"/>
                </a:lnTo>
                <a:lnTo>
                  <a:pt x="59974" y="831"/>
                </a:lnTo>
                <a:lnTo>
                  <a:pt x="50407" y="0"/>
                </a:lnTo>
                <a:lnTo>
                  <a:pt x="41348" y="0"/>
                </a:lnTo>
                <a:lnTo>
                  <a:pt x="39679" y="103"/>
                </a:lnTo>
                <a:lnTo>
                  <a:pt x="38160" y="363"/>
                </a:lnTo>
                <a:lnTo>
                  <a:pt x="36187" y="624"/>
                </a:lnTo>
                <a:lnTo>
                  <a:pt x="33961" y="624"/>
                </a:lnTo>
                <a:lnTo>
                  <a:pt x="18169" y="0"/>
                </a:lnTo>
                <a:lnTo>
                  <a:pt x="14981" y="103"/>
                </a:lnTo>
                <a:lnTo>
                  <a:pt x="10626" y="260"/>
                </a:lnTo>
                <a:lnTo>
                  <a:pt x="4150" y="831"/>
                </a:lnTo>
                <a:lnTo>
                  <a:pt x="0" y="1612"/>
                </a:lnTo>
                <a:lnTo>
                  <a:pt x="67919" y="9724"/>
                </a:lnTo>
                <a:lnTo>
                  <a:pt x="85382" y="8996"/>
                </a:lnTo>
                <a:close/>
              </a:path>
            </a:pathLst>
          </a:custGeom>
          <a:solidFill>
            <a:srgbClr val="5F2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72" name="object 472"/>
          <p:cNvSpPr/>
          <p:nvPr/>
        </p:nvSpPr>
        <p:spPr>
          <a:xfrm>
            <a:off x="5391507" y="2096904"/>
            <a:ext cx="6376" cy="24341"/>
          </a:xfrm>
          <a:custGeom>
            <a:avLst/>
            <a:gdLst/>
            <a:ahLst/>
            <a:cxnLst/>
            <a:rect l="l" t="t" r="r" b="b"/>
            <a:pathLst>
              <a:path w="6376" h="24341">
                <a:moveTo>
                  <a:pt x="1010" y="363"/>
                </a:moveTo>
                <a:lnTo>
                  <a:pt x="0" y="0"/>
                </a:lnTo>
                <a:lnTo>
                  <a:pt x="1215" y="4316"/>
                </a:lnTo>
                <a:lnTo>
                  <a:pt x="1820" y="6813"/>
                </a:lnTo>
                <a:lnTo>
                  <a:pt x="2378" y="9049"/>
                </a:lnTo>
                <a:lnTo>
                  <a:pt x="2835" y="11339"/>
                </a:lnTo>
                <a:lnTo>
                  <a:pt x="3340" y="13990"/>
                </a:lnTo>
                <a:lnTo>
                  <a:pt x="4351" y="20336"/>
                </a:lnTo>
                <a:lnTo>
                  <a:pt x="4860" y="24341"/>
                </a:lnTo>
                <a:lnTo>
                  <a:pt x="6376" y="24288"/>
                </a:lnTo>
                <a:lnTo>
                  <a:pt x="5213" y="17789"/>
                </a:lnTo>
                <a:lnTo>
                  <a:pt x="4403" y="13886"/>
                </a:lnTo>
                <a:lnTo>
                  <a:pt x="3998" y="11753"/>
                </a:lnTo>
                <a:lnTo>
                  <a:pt x="3392" y="8999"/>
                </a:lnTo>
                <a:lnTo>
                  <a:pt x="2935" y="7127"/>
                </a:lnTo>
                <a:lnTo>
                  <a:pt x="2225" y="4473"/>
                </a:lnTo>
                <a:lnTo>
                  <a:pt x="1519" y="1508"/>
                </a:lnTo>
                <a:lnTo>
                  <a:pt x="1010" y="363"/>
                </a:lnTo>
                <a:close/>
              </a:path>
            </a:pathLst>
          </a:custGeom>
          <a:solidFill>
            <a:srgbClr val="1F1F1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73" name="object 473"/>
          <p:cNvSpPr/>
          <p:nvPr/>
        </p:nvSpPr>
        <p:spPr>
          <a:xfrm>
            <a:off x="5391812" y="2096904"/>
            <a:ext cx="6428" cy="24341"/>
          </a:xfrm>
          <a:custGeom>
            <a:avLst/>
            <a:gdLst/>
            <a:ahLst/>
            <a:cxnLst/>
            <a:rect l="l" t="t" r="r" b="b"/>
            <a:pathLst>
              <a:path w="6428" h="24341">
                <a:moveTo>
                  <a:pt x="1215" y="363"/>
                </a:moveTo>
                <a:lnTo>
                  <a:pt x="0" y="0"/>
                </a:lnTo>
                <a:lnTo>
                  <a:pt x="1315" y="4316"/>
                </a:lnTo>
                <a:lnTo>
                  <a:pt x="1921" y="6813"/>
                </a:lnTo>
                <a:lnTo>
                  <a:pt x="2430" y="9049"/>
                </a:lnTo>
                <a:lnTo>
                  <a:pt x="2883" y="11339"/>
                </a:lnTo>
                <a:lnTo>
                  <a:pt x="3440" y="13990"/>
                </a:lnTo>
                <a:lnTo>
                  <a:pt x="4451" y="20336"/>
                </a:lnTo>
                <a:lnTo>
                  <a:pt x="4960" y="24341"/>
                </a:lnTo>
                <a:lnTo>
                  <a:pt x="6428" y="24288"/>
                </a:lnTo>
                <a:lnTo>
                  <a:pt x="5213" y="17789"/>
                </a:lnTo>
                <a:lnTo>
                  <a:pt x="4555" y="13886"/>
                </a:lnTo>
                <a:lnTo>
                  <a:pt x="4098" y="11753"/>
                </a:lnTo>
                <a:lnTo>
                  <a:pt x="3440" y="8999"/>
                </a:lnTo>
                <a:lnTo>
                  <a:pt x="3035" y="7127"/>
                </a:lnTo>
                <a:lnTo>
                  <a:pt x="2378" y="4473"/>
                </a:lnTo>
                <a:lnTo>
                  <a:pt x="1516" y="1508"/>
                </a:lnTo>
                <a:lnTo>
                  <a:pt x="1215" y="363"/>
                </a:lnTo>
                <a:close/>
              </a:path>
            </a:pathLst>
          </a:custGeom>
          <a:solidFill>
            <a:srgbClr val="5F5F5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74" name="object 474"/>
          <p:cNvSpPr/>
          <p:nvPr/>
        </p:nvSpPr>
        <p:spPr>
          <a:xfrm>
            <a:off x="5364431" y="2096697"/>
            <a:ext cx="7643" cy="26731"/>
          </a:xfrm>
          <a:custGeom>
            <a:avLst/>
            <a:gdLst/>
            <a:ahLst/>
            <a:cxnLst/>
            <a:rect l="l" t="t" r="r" b="b"/>
            <a:pathLst>
              <a:path w="7643" h="26731">
                <a:moveTo>
                  <a:pt x="2378" y="0"/>
                </a:moveTo>
                <a:lnTo>
                  <a:pt x="0" y="0"/>
                </a:lnTo>
                <a:lnTo>
                  <a:pt x="1263" y="5564"/>
                </a:lnTo>
                <a:lnTo>
                  <a:pt x="2225" y="11232"/>
                </a:lnTo>
                <a:lnTo>
                  <a:pt x="3188" y="17057"/>
                </a:lnTo>
                <a:lnTo>
                  <a:pt x="3492" y="20803"/>
                </a:lnTo>
                <a:lnTo>
                  <a:pt x="4098" y="26731"/>
                </a:lnTo>
                <a:lnTo>
                  <a:pt x="7643" y="26682"/>
                </a:lnTo>
                <a:lnTo>
                  <a:pt x="7134" y="21998"/>
                </a:lnTo>
                <a:lnTo>
                  <a:pt x="6580" y="18880"/>
                </a:lnTo>
                <a:lnTo>
                  <a:pt x="5718" y="13572"/>
                </a:lnTo>
                <a:lnTo>
                  <a:pt x="4451" y="7594"/>
                </a:lnTo>
                <a:lnTo>
                  <a:pt x="3492" y="4212"/>
                </a:lnTo>
                <a:lnTo>
                  <a:pt x="2378" y="0"/>
                </a:lnTo>
                <a:close/>
              </a:path>
            </a:pathLst>
          </a:custGeom>
          <a:solidFill>
            <a:srgbClr val="1F1F1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75" name="object 475"/>
          <p:cNvSpPr/>
          <p:nvPr/>
        </p:nvSpPr>
        <p:spPr>
          <a:xfrm>
            <a:off x="5364884" y="2096643"/>
            <a:ext cx="7695" cy="26735"/>
          </a:xfrm>
          <a:custGeom>
            <a:avLst/>
            <a:gdLst/>
            <a:ahLst/>
            <a:cxnLst/>
            <a:rect l="l" t="t" r="r" b="b"/>
            <a:pathLst>
              <a:path w="7695" h="26735">
                <a:moveTo>
                  <a:pt x="2381" y="0"/>
                </a:moveTo>
                <a:lnTo>
                  <a:pt x="0" y="0"/>
                </a:lnTo>
                <a:lnTo>
                  <a:pt x="1266" y="5461"/>
                </a:lnTo>
                <a:lnTo>
                  <a:pt x="2329" y="11079"/>
                </a:lnTo>
                <a:lnTo>
                  <a:pt x="3188" y="17061"/>
                </a:lnTo>
                <a:lnTo>
                  <a:pt x="3544" y="20650"/>
                </a:lnTo>
                <a:lnTo>
                  <a:pt x="4150" y="26735"/>
                </a:lnTo>
                <a:lnTo>
                  <a:pt x="7695" y="26578"/>
                </a:lnTo>
                <a:lnTo>
                  <a:pt x="7137" y="22001"/>
                </a:lnTo>
                <a:lnTo>
                  <a:pt x="6680" y="18827"/>
                </a:lnTo>
                <a:lnTo>
                  <a:pt x="5770" y="13576"/>
                </a:lnTo>
                <a:lnTo>
                  <a:pt x="4555" y="7490"/>
                </a:lnTo>
                <a:lnTo>
                  <a:pt x="3544" y="4162"/>
                </a:lnTo>
                <a:lnTo>
                  <a:pt x="2381" y="0"/>
                </a:lnTo>
                <a:close/>
              </a:path>
            </a:pathLst>
          </a:custGeom>
          <a:solidFill>
            <a:srgbClr val="5F5F5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76" name="object 476"/>
          <p:cNvSpPr/>
          <p:nvPr/>
        </p:nvSpPr>
        <p:spPr>
          <a:xfrm>
            <a:off x="5195236" y="2150268"/>
            <a:ext cx="32189" cy="37500"/>
          </a:xfrm>
          <a:custGeom>
            <a:avLst/>
            <a:gdLst/>
            <a:ahLst/>
            <a:cxnLst/>
            <a:rect l="l" t="t" r="r" b="b"/>
            <a:pathLst>
              <a:path w="32189" h="37500">
                <a:moveTo>
                  <a:pt x="32189" y="18748"/>
                </a:moveTo>
                <a:lnTo>
                  <a:pt x="32189" y="8393"/>
                </a:lnTo>
                <a:lnTo>
                  <a:pt x="24982" y="0"/>
                </a:lnTo>
                <a:lnTo>
                  <a:pt x="7205" y="0"/>
                </a:lnTo>
                <a:lnTo>
                  <a:pt x="0" y="8393"/>
                </a:lnTo>
                <a:lnTo>
                  <a:pt x="0" y="29105"/>
                </a:lnTo>
                <a:lnTo>
                  <a:pt x="7206" y="37500"/>
                </a:lnTo>
                <a:lnTo>
                  <a:pt x="24982" y="37500"/>
                </a:lnTo>
                <a:lnTo>
                  <a:pt x="32189" y="29105"/>
                </a:lnTo>
                <a:lnTo>
                  <a:pt x="32189" y="18748"/>
                </a:lnTo>
                <a:close/>
              </a:path>
            </a:pathLst>
          </a:custGeom>
          <a:solidFill>
            <a:srgbClr val="1F1F1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77" name="object 477"/>
          <p:cNvSpPr/>
          <p:nvPr/>
        </p:nvSpPr>
        <p:spPr>
          <a:xfrm>
            <a:off x="5200550" y="2150995"/>
            <a:ext cx="32036" cy="37448"/>
          </a:xfrm>
          <a:custGeom>
            <a:avLst/>
            <a:gdLst/>
            <a:ahLst/>
            <a:cxnLst/>
            <a:rect l="l" t="t" r="r" b="b"/>
            <a:pathLst>
              <a:path w="32036" h="37448">
                <a:moveTo>
                  <a:pt x="32036" y="18724"/>
                </a:moveTo>
                <a:lnTo>
                  <a:pt x="32036" y="8382"/>
                </a:lnTo>
                <a:lnTo>
                  <a:pt x="24864" y="0"/>
                </a:lnTo>
                <a:lnTo>
                  <a:pt x="7171" y="0"/>
                </a:lnTo>
                <a:lnTo>
                  <a:pt x="0" y="8382"/>
                </a:lnTo>
                <a:lnTo>
                  <a:pt x="0" y="29065"/>
                </a:lnTo>
                <a:lnTo>
                  <a:pt x="7171" y="37448"/>
                </a:lnTo>
                <a:lnTo>
                  <a:pt x="24864" y="37448"/>
                </a:lnTo>
                <a:lnTo>
                  <a:pt x="32036" y="29065"/>
                </a:lnTo>
                <a:lnTo>
                  <a:pt x="32036" y="187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78" name="object 478"/>
          <p:cNvSpPr/>
          <p:nvPr/>
        </p:nvSpPr>
        <p:spPr>
          <a:xfrm>
            <a:off x="5278338" y="2145013"/>
            <a:ext cx="36239" cy="32300"/>
          </a:xfrm>
          <a:custGeom>
            <a:avLst/>
            <a:gdLst/>
            <a:ahLst/>
            <a:cxnLst/>
            <a:rect l="l" t="t" r="r" b="b"/>
            <a:pathLst>
              <a:path w="36239" h="32300">
                <a:moveTo>
                  <a:pt x="0" y="6399"/>
                </a:moveTo>
                <a:lnTo>
                  <a:pt x="304" y="18466"/>
                </a:lnTo>
                <a:lnTo>
                  <a:pt x="35481" y="32300"/>
                </a:lnTo>
                <a:lnTo>
                  <a:pt x="35986" y="30427"/>
                </a:lnTo>
                <a:lnTo>
                  <a:pt x="36239" y="22572"/>
                </a:lnTo>
                <a:lnTo>
                  <a:pt x="35934" y="17735"/>
                </a:lnTo>
                <a:lnTo>
                  <a:pt x="34265" y="11286"/>
                </a:lnTo>
                <a:lnTo>
                  <a:pt x="32697" y="7801"/>
                </a:lnTo>
                <a:lnTo>
                  <a:pt x="30420" y="4787"/>
                </a:lnTo>
                <a:lnTo>
                  <a:pt x="26422" y="1926"/>
                </a:lnTo>
                <a:lnTo>
                  <a:pt x="22676" y="417"/>
                </a:lnTo>
                <a:lnTo>
                  <a:pt x="17868" y="0"/>
                </a:lnTo>
                <a:lnTo>
                  <a:pt x="13970" y="313"/>
                </a:lnTo>
                <a:lnTo>
                  <a:pt x="8453" y="1612"/>
                </a:lnTo>
                <a:lnTo>
                  <a:pt x="4354" y="3224"/>
                </a:lnTo>
                <a:lnTo>
                  <a:pt x="0" y="63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79" name="object 479"/>
          <p:cNvSpPr/>
          <p:nvPr/>
        </p:nvSpPr>
        <p:spPr>
          <a:xfrm>
            <a:off x="5266275" y="2152175"/>
            <a:ext cx="29021" cy="52180"/>
          </a:xfrm>
          <a:custGeom>
            <a:avLst/>
            <a:gdLst/>
            <a:ahLst/>
            <a:cxnLst/>
            <a:rect l="l" t="t" r="r" b="b"/>
            <a:pathLst>
              <a:path w="29021" h="52180">
                <a:moveTo>
                  <a:pt x="22161" y="25736"/>
                </a:moveTo>
                <a:lnTo>
                  <a:pt x="29021" y="635"/>
                </a:lnTo>
                <a:lnTo>
                  <a:pt x="17322" y="0"/>
                </a:lnTo>
                <a:lnTo>
                  <a:pt x="7192" y="5996"/>
                </a:lnTo>
                <a:lnTo>
                  <a:pt x="737" y="17357"/>
                </a:lnTo>
                <a:lnTo>
                  <a:pt x="630" y="17740"/>
                </a:lnTo>
                <a:lnTo>
                  <a:pt x="0" y="30908"/>
                </a:lnTo>
                <a:lnTo>
                  <a:pt x="4695" y="42456"/>
                </a:lnTo>
                <a:lnTo>
                  <a:pt x="13743" y="50185"/>
                </a:lnTo>
                <a:lnTo>
                  <a:pt x="15303" y="50837"/>
                </a:lnTo>
                <a:lnTo>
                  <a:pt x="17803" y="51766"/>
                </a:lnTo>
                <a:lnTo>
                  <a:pt x="20426" y="52180"/>
                </a:lnTo>
                <a:lnTo>
                  <a:pt x="23050" y="52060"/>
                </a:lnTo>
                <a:lnTo>
                  <a:pt x="22161" y="25736"/>
                </a:lnTo>
                <a:close/>
              </a:path>
            </a:pathLst>
          </a:custGeom>
          <a:solidFill>
            <a:srgbClr val="1F1F1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80" name="object 480"/>
          <p:cNvSpPr/>
          <p:nvPr/>
        </p:nvSpPr>
        <p:spPr>
          <a:xfrm>
            <a:off x="5273735" y="2152451"/>
            <a:ext cx="35730" cy="51908"/>
          </a:xfrm>
          <a:custGeom>
            <a:avLst/>
            <a:gdLst/>
            <a:ahLst/>
            <a:cxnLst/>
            <a:rect l="l" t="t" r="r" b="b"/>
            <a:pathLst>
              <a:path w="35730" h="51908">
                <a:moveTo>
                  <a:pt x="35730" y="25955"/>
                </a:moveTo>
                <a:lnTo>
                  <a:pt x="34873" y="17988"/>
                </a:lnTo>
                <a:lnTo>
                  <a:pt x="28484" y="5080"/>
                </a:lnTo>
                <a:lnTo>
                  <a:pt x="17865" y="0"/>
                </a:lnTo>
                <a:lnTo>
                  <a:pt x="12381" y="1245"/>
                </a:lnTo>
                <a:lnTo>
                  <a:pt x="3497" y="10528"/>
                </a:lnTo>
                <a:lnTo>
                  <a:pt x="0" y="25955"/>
                </a:lnTo>
                <a:lnTo>
                  <a:pt x="857" y="33920"/>
                </a:lnTo>
                <a:lnTo>
                  <a:pt x="7246" y="46828"/>
                </a:lnTo>
                <a:lnTo>
                  <a:pt x="17865" y="51908"/>
                </a:lnTo>
                <a:lnTo>
                  <a:pt x="23348" y="50663"/>
                </a:lnTo>
                <a:lnTo>
                  <a:pt x="32233" y="41381"/>
                </a:lnTo>
                <a:lnTo>
                  <a:pt x="35730" y="25955"/>
                </a:lnTo>
                <a:close/>
              </a:path>
            </a:pathLst>
          </a:custGeom>
          <a:solidFill>
            <a:srgbClr val="5F5F5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81" name="object 481"/>
          <p:cNvSpPr/>
          <p:nvPr/>
        </p:nvSpPr>
        <p:spPr>
          <a:xfrm>
            <a:off x="5276165" y="2154741"/>
            <a:ext cx="31479" cy="47798"/>
          </a:xfrm>
          <a:custGeom>
            <a:avLst/>
            <a:gdLst/>
            <a:ahLst/>
            <a:cxnLst/>
            <a:rect l="l" t="t" r="r" b="b"/>
            <a:pathLst>
              <a:path w="31479" h="47798">
                <a:moveTo>
                  <a:pt x="31479" y="23898"/>
                </a:moveTo>
                <a:lnTo>
                  <a:pt x="31219" y="19555"/>
                </a:lnTo>
                <a:lnTo>
                  <a:pt x="25868" y="5605"/>
                </a:lnTo>
                <a:lnTo>
                  <a:pt x="15739" y="0"/>
                </a:lnTo>
                <a:lnTo>
                  <a:pt x="12878" y="393"/>
                </a:lnTo>
                <a:lnTo>
                  <a:pt x="3691" y="8519"/>
                </a:lnTo>
                <a:lnTo>
                  <a:pt x="0" y="23898"/>
                </a:lnTo>
                <a:lnTo>
                  <a:pt x="259" y="28243"/>
                </a:lnTo>
                <a:lnTo>
                  <a:pt x="5611" y="42192"/>
                </a:lnTo>
                <a:lnTo>
                  <a:pt x="15739" y="47798"/>
                </a:lnTo>
                <a:lnTo>
                  <a:pt x="18600" y="47404"/>
                </a:lnTo>
                <a:lnTo>
                  <a:pt x="27787" y="39278"/>
                </a:lnTo>
                <a:lnTo>
                  <a:pt x="31479" y="23898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82" name="object 482"/>
          <p:cNvSpPr/>
          <p:nvPr/>
        </p:nvSpPr>
        <p:spPr>
          <a:xfrm>
            <a:off x="5282641" y="2162178"/>
            <a:ext cx="20094" cy="33443"/>
          </a:xfrm>
          <a:custGeom>
            <a:avLst/>
            <a:gdLst/>
            <a:ahLst/>
            <a:cxnLst/>
            <a:rect l="l" t="t" r="r" b="b"/>
            <a:pathLst>
              <a:path w="20094" h="33443">
                <a:moveTo>
                  <a:pt x="20094" y="16721"/>
                </a:moveTo>
                <a:lnTo>
                  <a:pt x="20094" y="7486"/>
                </a:lnTo>
                <a:lnTo>
                  <a:pt x="15594" y="0"/>
                </a:lnTo>
                <a:lnTo>
                  <a:pt x="4500" y="0"/>
                </a:lnTo>
                <a:lnTo>
                  <a:pt x="0" y="7486"/>
                </a:lnTo>
                <a:lnTo>
                  <a:pt x="0" y="25956"/>
                </a:lnTo>
                <a:lnTo>
                  <a:pt x="4500" y="33443"/>
                </a:lnTo>
                <a:lnTo>
                  <a:pt x="15594" y="33443"/>
                </a:lnTo>
                <a:lnTo>
                  <a:pt x="20094" y="25956"/>
                </a:lnTo>
                <a:lnTo>
                  <a:pt x="20094" y="16721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83" name="object 483"/>
          <p:cNvSpPr/>
          <p:nvPr/>
        </p:nvSpPr>
        <p:spPr>
          <a:xfrm>
            <a:off x="5296801" y="2163141"/>
            <a:ext cx="936" cy="1762"/>
          </a:xfrm>
          <a:custGeom>
            <a:avLst/>
            <a:gdLst/>
            <a:ahLst/>
            <a:cxnLst/>
            <a:rect l="l" t="t" r="r" b="b"/>
            <a:pathLst>
              <a:path w="936" h="1762">
                <a:moveTo>
                  <a:pt x="420" y="1376"/>
                </a:moveTo>
                <a:lnTo>
                  <a:pt x="816" y="1756"/>
                </a:lnTo>
                <a:lnTo>
                  <a:pt x="936" y="734"/>
                </a:lnTo>
                <a:lnTo>
                  <a:pt x="503" y="363"/>
                </a:lnTo>
                <a:lnTo>
                  <a:pt x="808" y="1747"/>
                </a:lnTo>
                <a:lnTo>
                  <a:pt x="503" y="363"/>
                </a:lnTo>
                <a:lnTo>
                  <a:pt x="36" y="14"/>
                </a:lnTo>
                <a:lnTo>
                  <a:pt x="4" y="1020"/>
                </a:lnTo>
                <a:lnTo>
                  <a:pt x="420" y="1376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84" name="object 484"/>
          <p:cNvSpPr/>
          <p:nvPr/>
        </p:nvSpPr>
        <p:spPr>
          <a:xfrm>
            <a:off x="5296806" y="2172278"/>
            <a:ext cx="6334" cy="22382"/>
          </a:xfrm>
          <a:custGeom>
            <a:avLst/>
            <a:gdLst/>
            <a:ahLst/>
            <a:cxnLst/>
            <a:rect l="l" t="t" r="r" b="b"/>
            <a:pathLst>
              <a:path w="6334" h="22382">
                <a:moveTo>
                  <a:pt x="4101" y="15139"/>
                </a:moveTo>
                <a:lnTo>
                  <a:pt x="3838" y="15819"/>
                </a:lnTo>
                <a:lnTo>
                  <a:pt x="3561" y="16460"/>
                </a:lnTo>
                <a:lnTo>
                  <a:pt x="3277" y="17063"/>
                </a:lnTo>
                <a:lnTo>
                  <a:pt x="2963" y="17670"/>
                </a:lnTo>
                <a:lnTo>
                  <a:pt x="2637" y="18236"/>
                </a:lnTo>
                <a:lnTo>
                  <a:pt x="2298" y="18775"/>
                </a:lnTo>
                <a:lnTo>
                  <a:pt x="1952" y="19268"/>
                </a:lnTo>
                <a:lnTo>
                  <a:pt x="1575" y="19766"/>
                </a:lnTo>
                <a:lnTo>
                  <a:pt x="1194" y="20215"/>
                </a:lnTo>
                <a:lnTo>
                  <a:pt x="799" y="20635"/>
                </a:lnTo>
                <a:lnTo>
                  <a:pt x="394" y="21020"/>
                </a:lnTo>
                <a:lnTo>
                  <a:pt x="0" y="21361"/>
                </a:lnTo>
                <a:lnTo>
                  <a:pt x="10" y="22382"/>
                </a:lnTo>
                <a:lnTo>
                  <a:pt x="477" y="22033"/>
                </a:lnTo>
                <a:lnTo>
                  <a:pt x="931" y="21644"/>
                </a:lnTo>
                <a:lnTo>
                  <a:pt x="1367" y="21229"/>
                </a:lnTo>
                <a:lnTo>
                  <a:pt x="1793" y="20777"/>
                </a:lnTo>
                <a:lnTo>
                  <a:pt x="1941" y="19282"/>
                </a:lnTo>
                <a:lnTo>
                  <a:pt x="1793" y="20777"/>
                </a:lnTo>
                <a:lnTo>
                  <a:pt x="2198" y="20295"/>
                </a:lnTo>
                <a:lnTo>
                  <a:pt x="2592" y="19781"/>
                </a:lnTo>
                <a:lnTo>
                  <a:pt x="2966" y="19243"/>
                </a:lnTo>
                <a:lnTo>
                  <a:pt x="3271" y="17077"/>
                </a:lnTo>
                <a:lnTo>
                  <a:pt x="3326" y="18672"/>
                </a:lnTo>
                <a:lnTo>
                  <a:pt x="3669" y="18077"/>
                </a:lnTo>
                <a:lnTo>
                  <a:pt x="3991" y="17455"/>
                </a:lnTo>
                <a:lnTo>
                  <a:pt x="4299" y="16809"/>
                </a:lnTo>
                <a:lnTo>
                  <a:pt x="4586" y="16139"/>
                </a:lnTo>
                <a:lnTo>
                  <a:pt x="4548" y="13759"/>
                </a:lnTo>
                <a:lnTo>
                  <a:pt x="4749" y="13033"/>
                </a:lnTo>
                <a:lnTo>
                  <a:pt x="4853" y="15446"/>
                </a:lnTo>
                <a:lnTo>
                  <a:pt x="5098" y="14730"/>
                </a:lnTo>
                <a:lnTo>
                  <a:pt x="5323" y="13997"/>
                </a:lnTo>
                <a:lnTo>
                  <a:pt x="5531" y="13243"/>
                </a:lnTo>
                <a:lnTo>
                  <a:pt x="5524" y="6628"/>
                </a:lnTo>
                <a:lnTo>
                  <a:pt x="5531" y="13243"/>
                </a:lnTo>
                <a:lnTo>
                  <a:pt x="5715" y="12469"/>
                </a:lnTo>
                <a:lnTo>
                  <a:pt x="5874" y="11680"/>
                </a:lnTo>
                <a:lnTo>
                  <a:pt x="6012" y="10872"/>
                </a:lnTo>
                <a:lnTo>
                  <a:pt x="6126" y="10051"/>
                </a:lnTo>
                <a:lnTo>
                  <a:pt x="6216" y="9214"/>
                </a:lnTo>
                <a:lnTo>
                  <a:pt x="6282" y="8364"/>
                </a:lnTo>
                <a:lnTo>
                  <a:pt x="6320" y="7503"/>
                </a:lnTo>
                <a:lnTo>
                  <a:pt x="6334" y="6628"/>
                </a:lnTo>
                <a:lnTo>
                  <a:pt x="6320" y="5754"/>
                </a:lnTo>
                <a:lnTo>
                  <a:pt x="6282" y="4893"/>
                </a:lnTo>
                <a:lnTo>
                  <a:pt x="6216" y="4042"/>
                </a:lnTo>
                <a:lnTo>
                  <a:pt x="6126" y="3205"/>
                </a:lnTo>
                <a:lnTo>
                  <a:pt x="6016" y="2384"/>
                </a:lnTo>
                <a:lnTo>
                  <a:pt x="5877" y="1579"/>
                </a:lnTo>
                <a:lnTo>
                  <a:pt x="5714" y="787"/>
                </a:lnTo>
                <a:lnTo>
                  <a:pt x="5534" y="14"/>
                </a:lnTo>
                <a:lnTo>
                  <a:pt x="5524" y="6615"/>
                </a:lnTo>
                <a:lnTo>
                  <a:pt x="5514" y="7477"/>
                </a:lnTo>
                <a:lnTo>
                  <a:pt x="5472" y="8312"/>
                </a:lnTo>
                <a:lnTo>
                  <a:pt x="5410" y="9136"/>
                </a:lnTo>
                <a:lnTo>
                  <a:pt x="5323" y="9947"/>
                </a:lnTo>
                <a:lnTo>
                  <a:pt x="5213" y="10742"/>
                </a:lnTo>
                <a:lnTo>
                  <a:pt x="5081" y="11523"/>
                </a:lnTo>
                <a:lnTo>
                  <a:pt x="4925" y="12285"/>
                </a:lnTo>
                <a:lnTo>
                  <a:pt x="4752" y="13018"/>
                </a:lnTo>
                <a:lnTo>
                  <a:pt x="4551" y="13747"/>
                </a:lnTo>
                <a:lnTo>
                  <a:pt x="4330" y="14466"/>
                </a:lnTo>
                <a:lnTo>
                  <a:pt x="4095" y="15153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85" name="object 485"/>
          <p:cNvSpPr/>
          <p:nvPr/>
        </p:nvSpPr>
        <p:spPr>
          <a:xfrm>
            <a:off x="5298750" y="2191036"/>
            <a:ext cx="364" cy="521"/>
          </a:xfrm>
          <a:custGeom>
            <a:avLst/>
            <a:gdLst/>
            <a:ahLst/>
            <a:cxnLst/>
            <a:rect l="l" t="t" r="r" b="b"/>
            <a:pathLst>
              <a:path w="364" h="521">
                <a:moveTo>
                  <a:pt x="8" y="510"/>
                </a:moveTo>
                <a:lnTo>
                  <a:pt x="364" y="0"/>
                </a:lnTo>
                <a:lnTo>
                  <a:pt x="0" y="521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86" name="object 486"/>
          <p:cNvSpPr/>
          <p:nvPr/>
        </p:nvSpPr>
        <p:spPr>
          <a:xfrm>
            <a:off x="5297617" y="2163876"/>
            <a:ext cx="3775" cy="7889"/>
          </a:xfrm>
          <a:custGeom>
            <a:avLst/>
            <a:gdLst/>
            <a:ahLst/>
            <a:cxnLst/>
            <a:rect l="l" t="t" r="r" b="b"/>
            <a:pathLst>
              <a:path w="3775" h="7889">
                <a:moveTo>
                  <a:pt x="1147" y="2379"/>
                </a:moveTo>
                <a:lnTo>
                  <a:pt x="1497" y="2889"/>
                </a:lnTo>
                <a:lnTo>
                  <a:pt x="1833" y="3427"/>
                </a:lnTo>
                <a:lnTo>
                  <a:pt x="2158" y="3991"/>
                </a:lnTo>
                <a:lnTo>
                  <a:pt x="2466" y="4587"/>
                </a:lnTo>
                <a:lnTo>
                  <a:pt x="2757" y="5202"/>
                </a:lnTo>
                <a:lnTo>
                  <a:pt x="3030" y="5843"/>
                </a:lnTo>
                <a:lnTo>
                  <a:pt x="3290" y="6506"/>
                </a:lnTo>
                <a:lnTo>
                  <a:pt x="3525" y="7192"/>
                </a:lnTo>
                <a:lnTo>
                  <a:pt x="3737" y="7889"/>
                </a:lnTo>
                <a:lnTo>
                  <a:pt x="3775" y="5508"/>
                </a:lnTo>
                <a:lnTo>
                  <a:pt x="3494" y="4854"/>
                </a:lnTo>
                <a:lnTo>
                  <a:pt x="3186" y="4205"/>
                </a:lnTo>
                <a:lnTo>
                  <a:pt x="2864" y="3584"/>
                </a:lnTo>
                <a:lnTo>
                  <a:pt x="2525" y="2989"/>
                </a:lnTo>
                <a:lnTo>
                  <a:pt x="2168" y="2422"/>
                </a:lnTo>
                <a:lnTo>
                  <a:pt x="1795" y="1879"/>
                </a:lnTo>
                <a:lnTo>
                  <a:pt x="1400" y="1366"/>
                </a:lnTo>
                <a:lnTo>
                  <a:pt x="995" y="888"/>
                </a:lnTo>
                <a:lnTo>
                  <a:pt x="573" y="435"/>
                </a:lnTo>
                <a:lnTo>
                  <a:pt x="136" y="17"/>
                </a:lnTo>
                <a:lnTo>
                  <a:pt x="5" y="1027"/>
                </a:lnTo>
                <a:lnTo>
                  <a:pt x="396" y="1448"/>
                </a:lnTo>
                <a:lnTo>
                  <a:pt x="777" y="1897"/>
                </a:lnTo>
                <a:lnTo>
                  <a:pt x="1147" y="2379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87" name="object 487"/>
          <p:cNvSpPr/>
          <p:nvPr/>
        </p:nvSpPr>
        <p:spPr>
          <a:xfrm>
            <a:off x="5295031" y="2163085"/>
            <a:ext cx="476" cy="224"/>
          </a:xfrm>
          <a:custGeom>
            <a:avLst/>
            <a:gdLst/>
            <a:ahLst/>
            <a:cxnLst/>
            <a:rect l="l" t="t" r="r" b="b"/>
            <a:pathLst>
              <a:path w="476" h="224">
                <a:moveTo>
                  <a:pt x="476" y="224"/>
                </a:moveTo>
                <a:lnTo>
                  <a:pt x="26" y="10"/>
                </a:lnTo>
                <a:lnTo>
                  <a:pt x="476" y="224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88" name="object 488"/>
          <p:cNvSpPr/>
          <p:nvPr/>
        </p:nvSpPr>
        <p:spPr>
          <a:xfrm>
            <a:off x="5291265" y="2162671"/>
            <a:ext cx="476" cy="101"/>
          </a:xfrm>
          <a:custGeom>
            <a:avLst/>
            <a:gdLst/>
            <a:ahLst/>
            <a:cxnLst/>
            <a:rect l="l" t="t" r="r" b="b"/>
            <a:pathLst>
              <a:path w="476" h="101">
                <a:moveTo>
                  <a:pt x="476" y="0"/>
                </a:moveTo>
                <a:lnTo>
                  <a:pt x="5" y="99"/>
                </a:lnTo>
                <a:lnTo>
                  <a:pt x="476" y="0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89" name="object 489"/>
          <p:cNvSpPr/>
          <p:nvPr/>
        </p:nvSpPr>
        <p:spPr>
          <a:xfrm>
            <a:off x="5288159" y="2193284"/>
            <a:ext cx="1346" cy="1952"/>
          </a:xfrm>
          <a:custGeom>
            <a:avLst/>
            <a:gdLst/>
            <a:ahLst/>
            <a:cxnLst/>
            <a:rect l="l" t="t" r="r" b="b"/>
            <a:pathLst>
              <a:path w="1346" h="1952">
                <a:moveTo>
                  <a:pt x="858" y="689"/>
                </a:moveTo>
                <a:lnTo>
                  <a:pt x="1270" y="959"/>
                </a:lnTo>
                <a:lnTo>
                  <a:pt x="858" y="689"/>
                </a:lnTo>
                <a:lnTo>
                  <a:pt x="421" y="362"/>
                </a:lnTo>
                <a:lnTo>
                  <a:pt x="0" y="0"/>
                </a:lnTo>
                <a:lnTo>
                  <a:pt x="411" y="354"/>
                </a:lnTo>
                <a:lnTo>
                  <a:pt x="837" y="675"/>
                </a:lnTo>
                <a:lnTo>
                  <a:pt x="855" y="1675"/>
                </a:lnTo>
                <a:lnTo>
                  <a:pt x="1346" y="1952"/>
                </a:lnTo>
                <a:lnTo>
                  <a:pt x="1294" y="975"/>
                </a:lnTo>
                <a:lnTo>
                  <a:pt x="855" y="687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90" name="object 490"/>
          <p:cNvSpPr/>
          <p:nvPr/>
        </p:nvSpPr>
        <p:spPr>
          <a:xfrm>
            <a:off x="5283043" y="2161857"/>
            <a:ext cx="8536" cy="17897"/>
          </a:xfrm>
          <a:custGeom>
            <a:avLst/>
            <a:gdLst/>
            <a:ahLst/>
            <a:cxnLst/>
            <a:rect l="l" t="t" r="r" b="b"/>
            <a:pathLst>
              <a:path w="8536" h="17897">
                <a:moveTo>
                  <a:pt x="4711" y="3046"/>
                </a:moveTo>
                <a:lnTo>
                  <a:pt x="5133" y="2643"/>
                </a:lnTo>
                <a:lnTo>
                  <a:pt x="5548" y="2290"/>
                </a:lnTo>
                <a:lnTo>
                  <a:pt x="5953" y="1986"/>
                </a:lnTo>
                <a:lnTo>
                  <a:pt x="6386" y="1701"/>
                </a:lnTo>
                <a:lnTo>
                  <a:pt x="6840" y="1444"/>
                </a:lnTo>
                <a:lnTo>
                  <a:pt x="7287" y="1234"/>
                </a:lnTo>
                <a:lnTo>
                  <a:pt x="7748" y="1058"/>
                </a:lnTo>
                <a:lnTo>
                  <a:pt x="7303" y="1227"/>
                </a:lnTo>
                <a:lnTo>
                  <a:pt x="7733" y="1062"/>
                </a:lnTo>
                <a:lnTo>
                  <a:pt x="8196" y="920"/>
                </a:lnTo>
                <a:lnTo>
                  <a:pt x="8536" y="0"/>
                </a:lnTo>
                <a:lnTo>
                  <a:pt x="8034" y="107"/>
                </a:lnTo>
                <a:lnTo>
                  <a:pt x="7508" y="260"/>
                </a:lnTo>
                <a:lnTo>
                  <a:pt x="7279" y="1237"/>
                </a:lnTo>
                <a:lnTo>
                  <a:pt x="6853" y="1437"/>
                </a:lnTo>
                <a:lnTo>
                  <a:pt x="6462" y="709"/>
                </a:lnTo>
                <a:lnTo>
                  <a:pt x="5995" y="970"/>
                </a:lnTo>
                <a:lnTo>
                  <a:pt x="5517" y="1284"/>
                </a:lnTo>
                <a:lnTo>
                  <a:pt x="5050" y="1633"/>
                </a:lnTo>
                <a:lnTo>
                  <a:pt x="4596" y="2018"/>
                </a:lnTo>
                <a:lnTo>
                  <a:pt x="4160" y="2439"/>
                </a:lnTo>
                <a:lnTo>
                  <a:pt x="3734" y="2889"/>
                </a:lnTo>
                <a:lnTo>
                  <a:pt x="3329" y="3370"/>
                </a:lnTo>
                <a:lnTo>
                  <a:pt x="2938" y="3881"/>
                </a:lnTo>
                <a:lnTo>
                  <a:pt x="2561" y="4426"/>
                </a:lnTo>
                <a:lnTo>
                  <a:pt x="2201" y="4993"/>
                </a:lnTo>
                <a:lnTo>
                  <a:pt x="1858" y="5589"/>
                </a:lnTo>
                <a:lnTo>
                  <a:pt x="1536" y="6213"/>
                </a:lnTo>
                <a:lnTo>
                  <a:pt x="1232" y="6855"/>
                </a:lnTo>
                <a:lnTo>
                  <a:pt x="976" y="9919"/>
                </a:lnTo>
                <a:lnTo>
                  <a:pt x="782" y="10634"/>
                </a:lnTo>
                <a:lnTo>
                  <a:pt x="671" y="8233"/>
                </a:lnTo>
                <a:lnTo>
                  <a:pt x="429" y="8934"/>
                </a:lnTo>
                <a:lnTo>
                  <a:pt x="204" y="9670"/>
                </a:lnTo>
                <a:lnTo>
                  <a:pt x="0" y="10423"/>
                </a:lnTo>
                <a:lnTo>
                  <a:pt x="3" y="17049"/>
                </a:lnTo>
                <a:lnTo>
                  <a:pt x="17" y="17897"/>
                </a:lnTo>
                <a:lnTo>
                  <a:pt x="3" y="17042"/>
                </a:lnTo>
                <a:lnTo>
                  <a:pt x="17" y="16187"/>
                </a:lnTo>
                <a:lnTo>
                  <a:pt x="55" y="15352"/>
                </a:lnTo>
                <a:lnTo>
                  <a:pt x="121" y="14528"/>
                </a:lnTo>
                <a:lnTo>
                  <a:pt x="207" y="13720"/>
                </a:lnTo>
                <a:lnTo>
                  <a:pt x="318" y="12922"/>
                </a:lnTo>
                <a:lnTo>
                  <a:pt x="450" y="12143"/>
                </a:lnTo>
                <a:lnTo>
                  <a:pt x="605" y="11378"/>
                </a:lnTo>
                <a:lnTo>
                  <a:pt x="779" y="10646"/>
                </a:lnTo>
                <a:lnTo>
                  <a:pt x="977" y="9914"/>
                </a:lnTo>
                <a:lnTo>
                  <a:pt x="1197" y="9197"/>
                </a:lnTo>
                <a:lnTo>
                  <a:pt x="1436" y="8510"/>
                </a:lnTo>
                <a:lnTo>
                  <a:pt x="1692" y="7849"/>
                </a:lnTo>
                <a:lnTo>
                  <a:pt x="1966" y="7206"/>
                </a:lnTo>
                <a:lnTo>
                  <a:pt x="2256" y="6588"/>
                </a:lnTo>
                <a:lnTo>
                  <a:pt x="2565" y="5996"/>
                </a:lnTo>
                <a:lnTo>
                  <a:pt x="2890" y="5432"/>
                </a:lnTo>
                <a:lnTo>
                  <a:pt x="3233" y="4890"/>
                </a:lnTo>
                <a:lnTo>
                  <a:pt x="3586" y="4380"/>
                </a:lnTo>
                <a:lnTo>
                  <a:pt x="3953" y="3902"/>
                </a:lnTo>
                <a:lnTo>
                  <a:pt x="4333" y="3452"/>
                </a:lnTo>
                <a:lnTo>
                  <a:pt x="4728" y="3032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91" name="object 491"/>
          <p:cNvSpPr/>
          <p:nvPr/>
        </p:nvSpPr>
        <p:spPr>
          <a:xfrm>
            <a:off x="5284020" y="2186027"/>
            <a:ext cx="2342" cy="6531"/>
          </a:xfrm>
          <a:custGeom>
            <a:avLst/>
            <a:gdLst/>
            <a:ahLst/>
            <a:cxnLst/>
            <a:rect l="l" t="t" r="r" b="b"/>
            <a:pathLst>
              <a:path w="2342" h="6531">
                <a:moveTo>
                  <a:pt x="452" y="1390"/>
                </a:moveTo>
                <a:lnTo>
                  <a:pt x="217" y="703"/>
                </a:lnTo>
                <a:lnTo>
                  <a:pt x="0" y="0"/>
                </a:lnTo>
                <a:lnTo>
                  <a:pt x="248" y="3045"/>
                </a:lnTo>
                <a:lnTo>
                  <a:pt x="553" y="3691"/>
                </a:lnTo>
                <a:lnTo>
                  <a:pt x="875" y="4312"/>
                </a:lnTo>
                <a:lnTo>
                  <a:pt x="1217" y="4909"/>
                </a:lnTo>
                <a:lnTo>
                  <a:pt x="1574" y="5476"/>
                </a:lnTo>
                <a:lnTo>
                  <a:pt x="1948" y="6017"/>
                </a:lnTo>
                <a:lnTo>
                  <a:pt x="2245" y="5009"/>
                </a:lnTo>
                <a:lnTo>
                  <a:pt x="1948" y="6017"/>
                </a:lnTo>
                <a:lnTo>
                  <a:pt x="2342" y="6531"/>
                </a:lnTo>
                <a:lnTo>
                  <a:pt x="2256" y="5025"/>
                </a:lnTo>
                <a:lnTo>
                  <a:pt x="1906" y="4472"/>
                </a:lnTo>
                <a:lnTo>
                  <a:pt x="1581" y="3904"/>
                </a:lnTo>
                <a:lnTo>
                  <a:pt x="1276" y="3314"/>
                </a:lnTo>
                <a:lnTo>
                  <a:pt x="982" y="2696"/>
                </a:lnTo>
                <a:lnTo>
                  <a:pt x="708" y="2055"/>
                </a:lnTo>
                <a:lnTo>
                  <a:pt x="452" y="1390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92" name="object 492"/>
          <p:cNvSpPr/>
          <p:nvPr/>
        </p:nvSpPr>
        <p:spPr>
          <a:xfrm>
            <a:off x="5283046" y="2178045"/>
            <a:ext cx="13" cy="855"/>
          </a:xfrm>
          <a:custGeom>
            <a:avLst/>
            <a:gdLst/>
            <a:ahLst/>
            <a:cxnLst/>
            <a:rect l="l" t="t" r="r" b="b"/>
            <a:pathLst>
              <a:path w="13" h="855">
                <a:moveTo>
                  <a:pt x="13" y="0"/>
                </a:moveTo>
                <a:lnTo>
                  <a:pt x="0" y="848"/>
                </a:lnTo>
                <a:lnTo>
                  <a:pt x="13" y="0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93" name="object 493"/>
          <p:cNvSpPr/>
          <p:nvPr/>
        </p:nvSpPr>
        <p:spPr>
          <a:xfrm>
            <a:off x="5282236" y="2172281"/>
            <a:ext cx="2031" cy="16792"/>
          </a:xfrm>
          <a:custGeom>
            <a:avLst/>
            <a:gdLst/>
            <a:ahLst/>
            <a:cxnLst/>
            <a:rect l="l" t="t" r="r" b="b"/>
            <a:pathLst>
              <a:path w="2031" h="16792">
                <a:moveTo>
                  <a:pt x="619" y="784"/>
                </a:moveTo>
                <a:lnTo>
                  <a:pt x="460" y="1563"/>
                </a:lnTo>
                <a:lnTo>
                  <a:pt x="325" y="2368"/>
                </a:lnTo>
                <a:lnTo>
                  <a:pt x="211" y="3192"/>
                </a:lnTo>
                <a:lnTo>
                  <a:pt x="121" y="4026"/>
                </a:lnTo>
                <a:lnTo>
                  <a:pt x="55" y="4876"/>
                </a:lnTo>
                <a:lnTo>
                  <a:pt x="13" y="5737"/>
                </a:lnTo>
                <a:lnTo>
                  <a:pt x="0" y="6612"/>
                </a:lnTo>
                <a:lnTo>
                  <a:pt x="13" y="7486"/>
                </a:lnTo>
                <a:lnTo>
                  <a:pt x="51" y="8348"/>
                </a:lnTo>
                <a:lnTo>
                  <a:pt x="117" y="9197"/>
                </a:lnTo>
                <a:lnTo>
                  <a:pt x="204" y="10035"/>
                </a:lnTo>
                <a:lnTo>
                  <a:pt x="321" y="10857"/>
                </a:lnTo>
                <a:lnTo>
                  <a:pt x="460" y="11663"/>
                </a:lnTo>
                <a:lnTo>
                  <a:pt x="619" y="12453"/>
                </a:lnTo>
                <a:lnTo>
                  <a:pt x="803" y="13225"/>
                </a:lnTo>
                <a:lnTo>
                  <a:pt x="1007" y="13981"/>
                </a:lnTo>
                <a:lnTo>
                  <a:pt x="1232" y="14713"/>
                </a:lnTo>
                <a:lnTo>
                  <a:pt x="1478" y="15428"/>
                </a:lnTo>
                <a:lnTo>
                  <a:pt x="1744" y="16122"/>
                </a:lnTo>
                <a:lnTo>
                  <a:pt x="1782" y="13744"/>
                </a:lnTo>
                <a:lnTo>
                  <a:pt x="1744" y="16122"/>
                </a:lnTo>
                <a:lnTo>
                  <a:pt x="2031" y="16792"/>
                </a:lnTo>
                <a:lnTo>
                  <a:pt x="1786" y="13756"/>
                </a:lnTo>
                <a:lnTo>
                  <a:pt x="1585" y="13015"/>
                </a:lnTo>
                <a:lnTo>
                  <a:pt x="1408" y="12270"/>
                </a:lnTo>
                <a:lnTo>
                  <a:pt x="1253" y="11506"/>
                </a:lnTo>
                <a:lnTo>
                  <a:pt x="1121" y="10726"/>
                </a:lnTo>
                <a:lnTo>
                  <a:pt x="1007" y="9930"/>
                </a:lnTo>
                <a:lnTo>
                  <a:pt x="924" y="9120"/>
                </a:lnTo>
                <a:lnTo>
                  <a:pt x="861" y="8296"/>
                </a:lnTo>
                <a:lnTo>
                  <a:pt x="823" y="7460"/>
                </a:lnTo>
                <a:lnTo>
                  <a:pt x="810" y="6625"/>
                </a:lnTo>
                <a:lnTo>
                  <a:pt x="806" y="0"/>
                </a:lnTo>
                <a:lnTo>
                  <a:pt x="623" y="771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94" name="object 494"/>
          <p:cNvSpPr/>
          <p:nvPr/>
        </p:nvSpPr>
        <p:spPr>
          <a:xfrm>
            <a:off x="5283714" y="2168731"/>
            <a:ext cx="553" cy="3775"/>
          </a:xfrm>
          <a:custGeom>
            <a:avLst/>
            <a:gdLst/>
            <a:ahLst/>
            <a:cxnLst/>
            <a:rect l="l" t="t" r="r" b="b"/>
            <a:pathLst>
              <a:path w="553" h="3775">
                <a:moveTo>
                  <a:pt x="107" y="3775"/>
                </a:moveTo>
                <a:lnTo>
                  <a:pt x="304" y="3045"/>
                </a:lnTo>
                <a:lnTo>
                  <a:pt x="553" y="0"/>
                </a:lnTo>
                <a:lnTo>
                  <a:pt x="273" y="653"/>
                </a:lnTo>
                <a:lnTo>
                  <a:pt x="6" y="1344"/>
                </a:lnTo>
                <a:lnTo>
                  <a:pt x="107" y="3775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95" name="object 495"/>
          <p:cNvSpPr/>
          <p:nvPr/>
        </p:nvSpPr>
        <p:spPr>
          <a:xfrm>
            <a:off x="5286271" y="2191045"/>
            <a:ext cx="1905" cy="2863"/>
          </a:xfrm>
          <a:custGeom>
            <a:avLst/>
            <a:gdLst/>
            <a:ahLst/>
            <a:cxnLst/>
            <a:rect l="l" t="t" r="r" b="b"/>
            <a:pathLst>
              <a:path w="1905" h="2863">
                <a:moveTo>
                  <a:pt x="1888" y="2239"/>
                </a:moveTo>
                <a:lnTo>
                  <a:pt x="1497" y="1866"/>
                </a:lnTo>
                <a:lnTo>
                  <a:pt x="1105" y="1448"/>
                </a:lnTo>
                <a:lnTo>
                  <a:pt x="714" y="983"/>
                </a:lnTo>
                <a:lnTo>
                  <a:pt x="344" y="500"/>
                </a:lnTo>
                <a:lnTo>
                  <a:pt x="0" y="0"/>
                </a:lnTo>
                <a:lnTo>
                  <a:pt x="91" y="1513"/>
                </a:lnTo>
                <a:lnTo>
                  <a:pt x="493" y="1993"/>
                </a:lnTo>
                <a:lnTo>
                  <a:pt x="915" y="2445"/>
                </a:lnTo>
                <a:lnTo>
                  <a:pt x="1351" y="2863"/>
                </a:lnTo>
                <a:lnTo>
                  <a:pt x="1483" y="1852"/>
                </a:lnTo>
                <a:lnTo>
                  <a:pt x="1888" y="2239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96" name="object 496"/>
          <p:cNvSpPr/>
          <p:nvPr/>
        </p:nvSpPr>
        <p:spPr>
          <a:xfrm>
            <a:off x="5287363" y="2192478"/>
            <a:ext cx="405" cy="432"/>
          </a:xfrm>
          <a:custGeom>
            <a:avLst/>
            <a:gdLst/>
            <a:ahLst/>
            <a:cxnLst/>
            <a:rect l="l" t="t" r="r" b="b"/>
            <a:pathLst>
              <a:path w="405" h="432">
                <a:moveTo>
                  <a:pt x="13" y="15"/>
                </a:moveTo>
                <a:lnTo>
                  <a:pt x="405" y="432"/>
                </a:lnTo>
                <a:lnTo>
                  <a:pt x="6" y="6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97" name="object 497"/>
          <p:cNvSpPr/>
          <p:nvPr/>
        </p:nvSpPr>
        <p:spPr>
          <a:xfrm>
            <a:off x="5289010" y="2163302"/>
            <a:ext cx="873" cy="533"/>
          </a:xfrm>
          <a:custGeom>
            <a:avLst/>
            <a:gdLst/>
            <a:ahLst/>
            <a:cxnLst/>
            <a:rect l="l" t="t" r="r" b="b"/>
            <a:pathLst>
              <a:path w="873" h="533">
                <a:moveTo>
                  <a:pt x="437" y="246"/>
                </a:moveTo>
                <a:lnTo>
                  <a:pt x="873" y="0"/>
                </a:lnTo>
                <a:lnTo>
                  <a:pt x="443" y="242"/>
                </a:lnTo>
                <a:lnTo>
                  <a:pt x="7" y="527"/>
                </a:lnTo>
                <a:lnTo>
                  <a:pt x="437" y="246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98" name="object 498"/>
          <p:cNvSpPr/>
          <p:nvPr/>
        </p:nvSpPr>
        <p:spPr>
          <a:xfrm>
            <a:off x="5289505" y="2162128"/>
            <a:ext cx="1017" cy="1180"/>
          </a:xfrm>
          <a:custGeom>
            <a:avLst/>
            <a:gdLst/>
            <a:ahLst/>
            <a:cxnLst/>
            <a:rect l="l" t="t" r="r" b="b"/>
            <a:pathLst>
              <a:path w="1017" h="1180">
                <a:moveTo>
                  <a:pt x="363" y="1180"/>
                </a:moveTo>
                <a:lnTo>
                  <a:pt x="816" y="966"/>
                </a:lnTo>
                <a:lnTo>
                  <a:pt x="1017" y="0"/>
                </a:lnTo>
                <a:lnTo>
                  <a:pt x="529" y="189"/>
                </a:lnTo>
                <a:lnTo>
                  <a:pt x="27" y="424"/>
                </a:lnTo>
                <a:lnTo>
                  <a:pt x="363" y="1180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99" name="object 499"/>
          <p:cNvSpPr/>
          <p:nvPr/>
        </p:nvSpPr>
        <p:spPr>
          <a:xfrm>
            <a:off x="5289435" y="2194247"/>
            <a:ext cx="3237" cy="1791"/>
          </a:xfrm>
          <a:custGeom>
            <a:avLst/>
            <a:gdLst/>
            <a:ahLst/>
            <a:cxnLst/>
            <a:rect l="l" t="t" r="r" b="b"/>
            <a:pathLst>
              <a:path w="3237" h="1791">
                <a:moveTo>
                  <a:pt x="1088" y="1425"/>
                </a:moveTo>
                <a:lnTo>
                  <a:pt x="1614" y="1583"/>
                </a:lnTo>
                <a:lnTo>
                  <a:pt x="1808" y="776"/>
                </a:lnTo>
                <a:lnTo>
                  <a:pt x="2275" y="877"/>
                </a:lnTo>
                <a:lnTo>
                  <a:pt x="2143" y="1697"/>
                </a:lnTo>
                <a:lnTo>
                  <a:pt x="2687" y="1767"/>
                </a:lnTo>
                <a:lnTo>
                  <a:pt x="3237" y="1791"/>
                </a:lnTo>
                <a:lnTo>
                  <a:pt x="2753" y="938"/>
                </a:lnTo>
                <a:lnTo>
                  <a:pt x="2309" y="883"/>
                </a:lnTo>
                <a:lnTo>
                  <a:pt x="1816" y="778"/>
                </a:lnTo>
                <a:lnTo>
                  <a:pt x="1371" y="646"/>
                </a:lnTo>
                <a:lnTo>
                  <a:pt x="887" y="459"/>
                </a:lnTo>
                <a:lnTo>
                  <a:pt x="433" y="246"/>
                </a:lnTo>
                <a:lnTo>
                  <a:pt x="0" y="0"/>
                </a:lnTo>
                <a:lnTo>
                  <a:pt x="70" y="989"/>
                </a:lnTo>
                <a:lnTo>
                  <a:pt x="575" y="1227"/>
                </a:lnTo>
                <a:lnTo>
                  <a:pt x="1088" y="1425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00" name="object 500"/>
          <p:cNvSpPr/>
          <p:nvPr/>
        </p:nvSpPr>
        <p:spPr>
          <a:xfrm>
            <a:off x="5291049" y="2195024"/>
            <a:ext cx="661" cy="921"/>
          </a:xfrm>
          <a:custGeom>
            <a:avLst/>
            <a:gdLst/>
            <a:ahLst/>
            <a:cxnLst/>
            <a:rect l="l" t="t" r="r" b="b"/>
            <a:pathLst>
              <a:path w="661" h="921">
                <a:moveTo>
                  <a:pt x="661" y="101"/>
                </a:moveTo>
                <a:lnTo>
                  <a:pt x="221" y="7"/>
                </a:lnTo>
                <a:lnTo>
                  <a:pt x="0" y="806"/>
                </a:lnTo>
                <a:lnTo>
                  <a:pt x="529" y="921"/>
                </a:lnTo>
                <a:lnTo>
                  <a:pt x="661" y="101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01" name="object 501"/>
          <p:cNvSpPr/>
          <p:nvPr/>
        </p:nvSpPr>
        <p:spPr>
          <a:xfrm>
            <a:off x="5290776" y="2194884"/>
            <a:ext cx="476" cy="141"/>
          </a:xfrm>
          <a:custGeom>
            <a:avLst/>
            <a:gdLst/>
            <a:ahLst/>
            <a:cxnLst/>
            <a:rect l="l" t="t" r="r" b="b"/>
            <a:pathLst>
              <a:path w="476" h="141">
                <a:moveTo>
                  <a:pt x="31" y="9"/>
                </a:moveTo>
                <a:lnTo>
                  <a:pt x="476" y="141"/>
                </a:lnTo>
                <a:lnTo>
                  <a:pt x="22" y="6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02" name="object 502"/>
          <p:cNvSpPr/>
          <p:nvPr/>
        </p:nvSpPr>
        <p:spPr>
          <a:xfrm>
            <a:off x="5291730" y="2195127"/>
            <a:ext cx="1913" cy="911"/>
          </a:xfrm>
          <a:custGeom>
            <a:avLst/>
            <a:gdLst/>
            <a:ahLst/>
            <a:cxnLst/>
            <a:rect l="l" t="t" r="r" b="b"/>
            <a:pathLst>
              <a:path w="1913" h="911">
                <a:moveTo>
                  <a:pt x="0" y="0"/>
                </a:moveTo>
                <a:lnTo>
                  <a:pt x="458" y="58"/>
                </a:lnTo>
                <a:lnTo>
                  <a:pt x="943" y="911"/>
                </a:lnTo>
                <a:lnTo>
                  <a:pt x="1493" y="890"/>
                </a:lnTo>
                <a:lnTo>
                  <a:pt x="1459" y="58"/>
                </a:lnTo>
                <a:lnTo>
                  <a:pt x="1913" y="0"/>
                </a:lnTo>
                <a:lnTo>
                  <a:pt x="1446" y="59"/>
                </a:lnTo>
                <a:lnTo>
                  <a:pt x="974" y="80"/>
                </a:lnTo>
                <a:lnTo>
                  <a:pt x="493" y="61"/>
                </a:lnTo>
                <a:lnTo>
                  <a:pt x="0" y="0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03" name="object 503"/>
          <p:cNvSpPr/>
          <p:nvPr/>
        </p:nvSpPr>
        <p:spPr>
          <a:xfrm>
            <a:off x="5292206" y="2195187"/>
            <a:ext cx="969" cy="20"/>
          </a:xfrm>
          <a:custGeom>
            <a:avLst/>
            <a:gdLst/>
            <a:ahLst/>
            <a:cxnLst/>
            <a:rect l="l" t="t" r="r" b="b"/>
            <a:pathLst>
              <a:path w="969" h="20">
                <a:moveTo>
                  <a:pt x="482" y="20"/>
                </a:moveTo>
                <a:lnTo>
                  <a:pt x="0" y="0"/>
                </a:lnTo>
                <a:lnTo>
                  <a:pt x="466" y="20"/>
                </a:lnTo>
                <a:lnTo>
                  <a:pt x="951" y="2"/>
                </a:lnTo>
                <a:lnTo>
                  <a:pt x="482" y="20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04" name="object 504"/>
          <p:cNvSpPr/>
          <p:nvPr/>
        </p:nvSpPr>
        <p:spPr>
          <a:xfrm>
            <a:off x="5292704" y="2161764"/>
            <a:ext cx="931" cy="906"/>
          </a:xfrm>
          <a:custGeom>
            <a:avLst/>
            <a:gdLst/>
            <a:ahLst/>
            <a:cxnLst/>
            <a:rect l="l" t="t" r="r" b="b"/>
            <a:pathLst>
              <a:path w="931" h="906">
                <a:moveTo>
                  <a:pt x="519" y="21"/>
                </a:moveTo>
                <a:lnTo>
                  <a:pt x="0" y="0"/>
                </a:lnTo>
                <a:lnTo>
                  <a:pt x="453" y="848"/>
                </a:lnTo>
                <a:lnTo>
                  <a:pt x="931" y="906"/>
                </a:lnTo>
                <a:lnTo>
                  <a:pt x="550" y="21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05" name="object 505"/>
          <p:cNvSpPr/>
          <p:nvPr/>
        </p:nvSpPr>
        <p:spPr>
          <a:xfrm>
            <a:off x="5293189" y="2195125"/>
            <a:ext cx="477" cy="892"/>
          </a:xfrm>
          <a:custGeom>
            <a:avLst/>
            <a:gdLst/>
            <a:ahLst/>
            <a:cxnLst/>
            <a:rect l="l" t="t" r="r" b="b"/>
            <a:pathLst>
              <a:path w="477" h="892">
                <a:moveTo>
                  <a:pt x="443" y="5"/>
                </a:moveTo>
                <a:lnTo>
                  <a:pt x="0" y="61"/>
                </a:lnTo>
                <a:lnTo>
                  <a:pt x="34" y="892"/>
                </a:lnTo>
                <a:lnTo>
                  <a:pt x="443" y="5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06" name="object 506"/>
          <p:cNvSpPr/>
          <p:nvPr/>
        </p:nvSpPr>
        <p:spPr>
          <a:xfrm>
            <a:off x="5293763" y="2194894"/>
            <a:ext cx="810" cy="1056"/>
          </a:xfrm>
          <a:custGeom>
            <a:avLst/>
            <a:gdLst/>
            <a:ahLst/>
            <a:cxnLst/>
            <a:rect l="l" t="t" r="r" b="b"/>
            <a:pathLst>
              <a:path w="810" h="1056">
                <a:moveTo>
                  <a:pt x="810" y="0"/>
                </a:moveTo>
                <a:lnTo>
                  <a:pt x="373" y="129"/>
                </a:lnTo>
                <a:lnTo>
                  <a:pt x="0" y="1056"/>
                </a:lnTo>
                <a:lnTo>
                  <a:pt x="536" y="944"/>
                </a:lnTo>
                <a:lnTo>
                  <a:pt x="810" y="0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07" name="object 507"/>
          <p:cNvSpPr/>
          <p:nvPr/>
        </p:nvSpPr>
        <p:spPr>
          <a:xfrm>
            <a:off x="5294111" y="2162772"/>
            <a:ext cx="489" cy="148"/>
          </a:xfrm>
          <a:custGeom>
            <a:avLst/>
            <a:gdLst/>
            <a:ahLst/>
            <a:cxnLst/>
            <a:rect l="l" t="t" r="r" b="b"/>
            <a:pathLst>
              <a:path w="489" h="148">
                <a:moveTo>
                  <a:pt x="25" y="5"/>
                </a:moveTo>
                <a:lnTo>
                  <a:pt x="489" y="148"/>
                </a:lnTo>
                <a:lnTo>
                  <a:pt x="25" y="5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08" name="object 508"/>
          <p:cNvSpPr/>
          <p:nvPr/>
        </p:nvSpPr>
        <p:spPr>
          <a:xfrm>
            <a:off x="5293223" y="2194507"/>
            <a:ext cx="2623" cy="1510"/>
          </a:xfrm>
          <a:custGeom>
            <a:avLst/>
            <a:gdLst/>
            <a:ahLst/>
            <a:cxnLst/>
            <a:rect l="l" t="t" r="r" b="b"/>
            <a:pathLst>
              <a:path w="2623" h="1510">
                <a:moveTo>
                  <a:pt x="2260" y="0"/>
                </a:moveTo>
                <a:lnTo>
                  <a:pt x="1834" y="199"/>
                </a:lnTo>
                <a:lnTo>
                  <a:pt x="1377" y="377"/>
                </a:lnTo>
                <a:lnTo>
                  <a:pt x="1815" y="207"/>
                </a:lnTo>
                <a:lnTo>
                  <a:pt x="1369" y="379"/>
                </a:lnTo>
                <a:lnTo>
                  <a:pt x="897" y="519"/>
                </a:lnTo>
                <a:lnTo>
                  <a:pt x="419" y="620"/>
                </a:lnTo>
                <a:lnTo>
                  <a:pt x="0" y="1510"/>
                </a:lnTo>
                <a:lnTo>
                  <a:pt x="540" y="1443"/>
                </a:lnTo>
                <a:lnTo>
                  <a:pt x="882" y="524"/>
                </a:lnTo>
                <a:lnTo>
                  <a:pt x="1350" y="387"/>
                </a:lnTo>
                <a:lnTo>
                  <a:pt x="1076" y="1331"/>
                </a:lnTo>
                <a:lnTo>
                  <a:pt x="1602" y="1176"/>
                </a:lnTo>
                <a:lnTo>
                  <a:pt x="2118" y="978"/>
                </a:lnTo>
                <a:lnTo>
                  <a:pt x="2623" y="743"/>
                </a:lnTo>
                <a:lnTo>
                  <a:pt x="2260" y="0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09" name="object 509"/>
          <p:cNvSpPr/>
          <p:nvPr/>
        </p:nvSpPr>
        <p:spPr>
          <a:xfrm>
            <a:off x="5293667" y="2161964"/>
            <a:ext cx="3149" cy="2197"/>
          </a:xfrm>
          <a:custGeom>
            <a:avLst/>
            <a:gdLst/>
            <a:ahLst/>
            <a:cxnLst/>
            <a:rect l="l" t="t" r="r" b="b"/>
            <a:pathLst>
              <a:path w="3149" h="2197">
                <a:moveTo>
                  <a:pt x="1816" y="1330"/>
                </a:moveTo>
                <a:lnTo>
                  <a:pt x="2261" y="1583"/>
                </a:lnTo>
                <a:lnTo>
                  <a:pt x="2692" y="1865"/>
                </a:lnTo>
                <a:lnTo>
                  <a:pt x="3121" y="2183"/>
                </a:lnTo>
                <a:lnTo>
                  <a:pt x="3149" y="1177"/>
                </a:lnTo>
                <a:lnTo>
                  <a:pt x="2692" y="877"/>
                </a:lnTo>
                <a:lnTo>
                  <a:pt x="2256" y="1580"/>
                </a:lnTo>
                <a:lnTo>
                  <a:pt x="2180" y="588"/>
                </a:lnTo>
                <a:lnTo>
                  <a:pt x="1702" y="363"/>
                </a:lnTo>
                <a:lnTo>
                  <a:pt x="1190" y="164"/>
                </a:lnTo>
                <a:lnTo>
                  <a:pt x="663" y="7"/>
                </a:lnTo>
                <a:lnTo>
                  <a:pt x="438" y="806"/>
                </a:lnTo>
                <a:lnTo>
                  <a:pt x="2" y="713"/>
                </a:lnTo>
                <a:lnTo>
                  <a:pt x="444" y="807"/>
                </a:lnTo>
                <a:lnTo>
                  <a:pt x="906" y="945"/>
                </a:lnTo>
                <a:lnTo>
                  <a:pt x="1363" y="1120"/>
                </a:lnTo>
                <a:lnTo>
                  <a:pt x="1840" y="1344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10" name="object 510"/>
          <p:cNvSpPr/>
          <p:nvPr/>
        </p:nvSpPr>
        <p:spPr>
          <a:xfrm>
            <a:off x="5295508" y="2193285"/>
            <a:ext cx="1710" cy="1375"/>
          </a:xfrm>
          <a:custGeom>
            <a:avLst/>
            <a:gdLst/>
            <a:ahLst/>
            <a:cxnLst/>
            <a:rect l="l" t="t" r="r" b="b"/>
            <a:pathLst>
              <a:path w="1710" h="1375">
                <a:moveTo>
                  <a:pt x="1710" y="0"/>
                </a:moveTo>
                <a:lnTo>
                  <a:pt x="1294" y="356"/>
                </a:lnTo>
                <a:lnTo>
                  <a:pt x="872" y="674"/>
                </a:lnTo>
                <a:lnTo>
                  <a:pt x="417" y="972"/>
                </a:lnTo>
                <a:lnTo>
                  <a:pt x="0" y="1208"/>
                </a:lnTo>
                <a:lnTo>
                  <a:pt x="415" y="973"/>
                </a:lnTo>
                <a:lnTo>
                  <a:pt x="851" y="688"/>
                </a:lnTo>
                <a:lnTo>
                  <a:pt x="1308" y="1375"/>
                </a:lnTo>
                <a:lnTo>
                  <a:pt x="1298" y="354"/>
                </a:lnTo>
                <a:lnTo>
                  <a:pt x="1710" y="0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11" name="object 511"/>
          <p:cNvSpPr/>
          <p:nvPr/>
        </p:nvSpPr>
        <p:spPr>
          <a:xfrm>
            <a:off x="5295847" y="2162553"/>
            <a:ext cx="491" cy="991"/>
          </a:xfrm>
          <a:custGeom>
            <a:avLst/>
            <a:gdLst/>
            <a:ahLst/>
            <a:cxnLst/>
            <a:rect l="l" t="t" r="r" b="b"/>
            <a:pathLst>
              <a:path w="491" h="991">
                <a:moveTo>
                  <a:pt x="76" y="991"/>
                </a:moveTo>
                <a:lnTo>
                  <a:pt x="491" y="274"/>
                </a:lnTo>
                <a:lnTo>
                  <a:pt x="24" y="14"/>
                </a:lnTo>
                <a:lnTo>
                  <a:pt x="76" y="991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12" name="object 512"/>
          <p:cNvSpPr/>
          <p:nvPr/>
        </p:nvSpPr>
        <p:spPr>
          <a:xfrm>
            <a:off x="5294601" y="2193974"/>
            <a:ext cx="2215" cy="1276"/>
          </a:xfrm>
          <a:custGeom>
            <a:avLst/>
            <a:gdLst/>
            <a:ahLst/>
            <a:cxnLst/>
            <a:rect l="l" t="t" r="r" b="b"/>
            <a:pathLst>
              <a:path w="2215" h="1276">
                <a:moveTo>
                  <a:pt x="1758" y="0"/>
                </a:moveTo>
                <a:lnTo>
                  <a:pt x="1346" y="271"/>
                </a:lnTo>
                <a:lnTo>
                  <a:pt x="906" y="519"/>
                </a:lnTo>
                <a:lnTo>
                  <a:pt x="437" y="740"/>
                </a:lnTo>
                <a:lnTo>
                  <a:pt x="0" y="910"/>
                </a:lnTo>
                <a:lnTo>
                  <a:pt x="429" y="744"/>
                </a:lnTo>
                <a:lnTo>
                  <a:pt x="882" y="533"/>
                </a:lnTo>
                <a:lnTo>
                  <a:pt x="1246" y="1276"/>
                </a:lnTo>
                <a:lnTo>
                  <a:pt x="1737" y="1000"/>
                </a:lnTo>
                <a:lnTo>
                  <a:pt x="2215" y="687"/>
                </a:lnTo>
                <a:lnTo>
                  <a:pt x="1758" y="0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13" name="object 513"/>
          <p:cNvSpPr/>
          <p:nvPr/>
        </p:nvSpPr>
        <p:spPr>
          <a:xfrm>
            <a:off x="5295929" y="2163548"/>
            <a:ext cx="872" cy="609"/>
          </a:xfrm>
          <a:custGeom>
            <a:avLst/>
            <a:gdLst/>
            <a:ahLst/>
            <a:cxnLst/>
            <a:rect l="l" t="t" r="r" b="b"/>
            <a:pathLst>
              <a:path w="872" h="609">
                <a:moveTo>
                  <a:pt x="438" y="287"/>
                </a:moveTo>
                <a:lnTo>
                  <a:pt x="872" y="609"/>
                </a:lnTo>
                <a:lnTo>
                  <a:pt x="451" y="296"/>
                </a:lnTo>
                <a:lnTo>
                  <a:pt x="18" y="10"/>
                </a:lnTo>
                <a:lnTo>
                  <a:pt x="438" y="287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14" name="object 514"/>
          <p:cNvSpPr/>
          <p:nvPr/>
        </p:nvSpPr>
        <p:spPr>
          <a:xfrm>
            <a:off x="5296370" y="2193642"/>
            <a:ext cx="432" cy="324"/>
          </a:xfrm>
          <a:custGeom>
            <a:avLst/>
            <a:gdLst/>
            <a:ahLst/>
            <a:cxnLst/>
            <a:rect l="l" t="t" r="r" b="b"/>
            <a:pathLst>
              <a:path w="432" h="324">
                <a:moveTo>
                  <a:pt x="432" y="0"/>
                </a:moveTo>
                <a:lnTo>
                  <a:pt x="0" y="324"/>
                </a:lnTo>
                <a:lnTo>
                  <a:pt x="415" y="15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15" name="object 515"/>
          <p:cNvSpPr/>
          <p:nvPr/>
        </p:nvSpPr>
        <p:spPr>
          <a:xfrm>
            <a:off x="5299773" y="2189340"/>
            <a:ext cx="360" cy="2180"/>
          </a:xfrm>
          <a:custGeom>
            <a:avLst/>
            <a:gdLst/>
            <a:ahLst/>
            <a:cxnLst/>
            <a:rect l="l" t="t" r="r" b="b"/>
            <a:pathLst>
              <a:path w="360" h="2180">
                <a:moveTo>
                  <a:pt x="304" y="14"/>
                </a:moveTo>
                <a:lnTo>
                  <a:pt x="0" y="2180"/>
                </a:lnTo>
                <a:lnTo>
                  <a:pt x="360" y="1610"/>
                </a:lnTo>
                <a:lnTo>
                  <a:pt x="311" y="0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16" name="object 516"/>
          <p:cNvSpPr/>
          <p:nvPr/>
        </p:nvSpPr>
        <p:spPr>
          <a:xfrm>
            <a:off x="5301136" y="2169385"/>
            <a:ext cx="1201" cy="9514"/>
          </a:xfrm>
          <a:custGeom>
            <a:avLst/>
            <a:gdLst/>
            <a:ahLst/>
            <a:cxnLst/>
            <a:rect l="l" t="t" r="r" b="b"/>
            <a:pathLst>
              <a:path w="1201" h="9514">
                <a:moveTo>
                  <a:pt x="522" y="690"/>
                </a:moveTo>
                <a:lnTo>
                  <a:pt x="259" y="13"/>
                </a:lnTo>
                <a:lnTo>
                  <a:pt x="218" y="2380"/>
                </a:lnTo>
                <a:lnTo>
                  <a:pt x="6" y="1684"/>
                </a:lnTo>
                <a:lnTo>
                  <a:pt x="219" y="2385"/>
                </a:lnTo>
                <a:lnTo>
                  <a:pt x="418" y="3103"/>
                </a:lnTo>
                <a:lnTo>
                  <a:pt x="595" y="3863"/>
                </a:lnTo>
                <a:lnTo>
                  <a:pt x="751" y="4629"/>
                </a:lnTo>
                <a:lnTo>
                  <a:pt x="886" y="5408"/>
                </a:lnTo>
                <a:lnTo>
                  <a:pt x="993" y="6202"/>
                </a:lnTo>
                <a:lnTo>
                  <a:pt x="1080" y="7013"/>
                </a:lnTo>
                <a:lnTo>
                  <a:pt x="1145" y="7838"/>
                </a:lnTo>
                <a:lnTo>
                  <a:pt x="1183" y="8673"/>
                </a:lnTo>
                <a:lnTo>
                  <a:pt x="1194" y="9514"/>
                </a:lnTo>
                <a:lnTo>
                  <a:pt x="1201" y="2892"/>
                </a:lnTo>
                <a:lnTo>
                  <a:pt x="996" y="2154"/>
                </a:lnTo>
                <a:lnTo>
                  <a:pt x="775" y="1420"/>
                </a:lnTo>
                <a:lnTo>
                  <a:pt x="529" y="705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17" name="object 517"/>
          <p:cNvSpPr/>
          <p:nvPr/>
        </p:nvSpPr>
        <p:spPr>
          <a:xfrm>
            <a:off x="5301354" y="2185311"/>
            <a:ext cx="304" cy="3106"/>
          </a:xfrm>
          <a:custGeom>
            <a:avLst/>
            <a:gdLst/>
            <a:ahLst/>
            <a:cxnLst/>
            <a:rect l="l" t="t" r="r" b="b"/>
            <a:pathLst>
              <a:path w="304" h="3106">
                <a:moveTo>
                  <a:pt x="200" y="0"/>
                </a:moveTo>
                <a:lnTo>
                  <a:pt x="3" y="714"/>
                </a:lnTo>
                <a:lnTo>
                  <a:pt x="38" y="3106"/>
                </a:lnTo>
                <a:lnTo>
                  <a:pt x="304" y="2413"/>
                </a:lnTo>
                <a:lnTo>
                  <a:pt x="200" y="0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18" name="object 518"/>
          <p:cNvSpPr/>
          <p:nvPr/>
        </p:nvSpPr>
        <p:spPr>
          <a:xfrm>
            <a:off x="5301356" y="2171770"/>
            <a:ext cx="202" cy="733"/>
          </a:xfrm>
          <a:custGeom>
            <a:avLst/>
            <a:gdLst/>
            <a:ahLst/>
            <a:cxnLst/>
            <a:rect l="l" t="t" r="r" b="b"/>
            <a:pathLst>
              <a:path w="202" h="733">
                <a:moveTo>
                  <a:pt x="2" y="6"/>
                </a:moveTo>
                <a:lnTo>
                  <a:pt x="202" y="733"/>
                </a:lnTo>
                <a:lnTo>
                  <a:pt x="2" y="6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19" name="object 519"/>
          <p:cNvSpPr/>
          <p:nvPr/>
        </p:nvSpPr>
        <p:spPr>
          <a:xfrm>
            <a:off x="5292122" y="2161764"/>
            <a:ext cx="550" cy="852"/>
          </a:xfrm>
          <a:custGeom>
            <a:avLst/>
            <a:gdLst/>
            <a:ahLst/>
            <a:cxnLst/>
            <a:rect l="l" t="t" r="r" b="b"/>
            <a:pathLst>
              <a:path w="550" h="852">
                <a:moveTo>
                  <a:pt x="550" y="0"/>
                </a:moveTo>
                <a:lnTo>
                  <a:pt x="34" y="21"/>
                </a:lnTo>
                <a:lnTo>
                  <a:pt x="65" y="852"/>
                </a:lnTo>
                <a:lnTo>
                  <a:pt x="550" y="831"/>
                </a:lnTo>
                <a:lnTo>
                  <a:pt x="550" y="0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20" name="object 520"/>
          <p:cNvSpPr/>
          <p:nvPr/>
        </p:nvSpPr>
        <p:spPr>
          <a:xfrm>
            <a:off x="5287622" y="2192897"/>
            <a:ext cx="1391" cy="2062"/>
          </a:xfrm>
          <a:custGeom>
            <a:avLst/>
            <a:gdLst/>
            <a:ahLst/>
            <a:cxnLst/>
            <a:rect l="l" t="t" r="r" b="b"/>
            <a:pathLst>
              <a:path w="1391" h="2062">
                <a:moveTo>
                  <a:pt x="969" y="758"/>
                </a:moveTo>
                <a:lnTo>
                  <a:pt x="536" y="387"/>
                </a:lnTo>
                <a:lnTo>
                  <a:pt x="148" y="16"/>
                </a:lnTo>
                <a:lnTo>
                  <a:pt x="0" y="1011"/>
                </a:lnTo>
                <a:lnTo>
                  <a:pt x="450" y="1397"/>
                </a:lnTo>
                <a:lnTo>
                  <a:pt x="917" y="1748"/>
                </a:lnTo>
                <a:lnTo>
                  <a:pt x="1391" y="2062"/>
                </a:lnTo>
                <a:lnTo>
                  <a:pt x="1374" y="1062"/>
                </a:lnTo>
                <a:lnTo>
                  <a:pt x="969" y="758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21" name="object 521"/>
          <p:cNvSpPr/>
          <p:nvPr/>
        </p:nvSpPr>
        <p:spPr>
          <a:xfrm>
            <a:off x="5284020" y="2171055"/>
            <a:ext cx="220" cy="717"/>
          </a:xfrm>
          <a:custGeom>
            <a:avLst/>
            <a:gdLst/>
            <a:ahLst/>
            <a:cxnLst/>
            <a:rect l="l" t="t" r="r" b="b"/>
            <a:pathLst>
              <a:path w="220" h="717">
                <a:moveTo>
                  <a:pt x="220" y="0"/>
                </a:moveTo>
                <a:lnTo>
                  <a:pt x="1" y="710"/>
                </a:lnTo>
                <a:lnTo>
                  <a:pt x="220" y="0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22" name="object 522"/>
          <p:cNvSpPr/>
          <p:nvPr/>
        </p:nvSpPr>
        <p:spPr>
          <a:xfrm>
            <a:off x="5288571" y="2163835"/>
            <a:ext cx="439" cy="326"/>
          </a:xfrm>
          <a:custGeom>
            <a:avLst/>
            <a:gdLst/>
            <a:ahLst/>
            <a:cxnLst/>
            <a:rect l="l" t="t" r="r" b="b"/>
            <a:pathLst>
              <a:path w="439" h="326">
                <a:moveTo>
                  <a:pt x="439" y="0"/>
                </a:moveTo>
                <a:lnTo>
                  <a:pt x="0" y="326"/>
                </a:lnTo>
                <a:lnTo>
                  <a:pt x="439" y="0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23" name="object 523"/>
          <p:cNvSpPr/>
          <p:nvPr/>
        </p:nvSpPr>
        <p:spPr>
          <a:xfrm>
            <a:off x="5290347" y="2161764"/>
            <a:ext cx="3953" cy="1319"/>
          </a:xfrm>
          <a:custGeom>
            <a:avLst/>
            <a:gdLst/>
            <a:ahLst/>
            <a:cxnLst/>
            <a:rect l="l" t="t" r="r" b="b"/>
            <a:pathLst>
              <a:path w="3953" h="1319">
                <a:moveTo>
                  <a:pt x="1850" y="852"/>
                </a:moveTo>
                <a:lnTo>
                  <a:pt x="2341" y="831"/>
                </a:lnTo>
                <a:lnTo>
                  <a:pt x="2837" y="852"/>
                </a:lnTo>
                <a:lnTo>
                  <a:pt x="3320" y="912"/>
                </a:lnTo>
                <a:lnTo>
                  <a:pt x="3759" y="1005"/>
                </a:lnTo>
                <a:lnTo>
                  <a:pt x="3953" y="199"/>
                </a:lnTo>
                <a:lnTo>
                  <a:pt x="3454" y="92"/>
                </a:lnTo>
                <a:lnTo>
                  <a:pt x="2907" y="21"/>
                </a:lnTo>
                <a:lnTo>
                  <a:pt x="3288" y="906"/>
                </a:lnTo>
                <a:lnTo>
                  <a:pt x="2841" y="852"/>
                </a:lnTo>
                <a:lnTo>
                  <a:pt x="2357" y="0"/>
                </a:lnTo>
                <a:lnTo>
                  <a:pt x="2326" y="831"/>
                </a:lnTo>
                <a:lnTo>
                  <a:pt x="1876" y="848"/>
                </a:lnTo>
                <a:lnTo>
                  <a:pt x="1775" y="21"/>
                </a:lnTo>
                <a:lnTo>
                  <a:pt x="1266" y="85"/>
                </a:lnTo>
                <a:lnTo>
                  <a:pt x="893" y="1013"/>
                </a:lnTo>
                <a:lnTo>
                  <a:pt x="460" y="1145"/>
                </a:lnTo>
                <a:lnTo>
                  <a:pt x="0" y="1319"/>
                </a:lnTo>
                <a:lnTo>
                  <a:pt x="444" y="1151"/>
                </a:lnTo>
                <a:lnTo>
                  <a:pt x="918" y="1007"/>
                </a:lnTo>
                <a:lnTo>
                  <a:pt x="1395" y="906"/>
                </a:lnTo>
                <a:lnTo>
                  <a:pt x="1850" y="852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24" name="object 524"/>
          <p:cNvSpPr/>
          <p:nvPr/>
        </p:nvSpPr>
        <p:spPr>
          <a:xfrm>
            <a:off x="5292688" y="2162596"/>
            <a:ext cx="496" cy="21"/>
          </a:xfrm>
          <a:custGeom>
            <a:avLst/>
            <a:gdLst/>
            <a:ahLst/>
            <a:cxnLst/>
            <a:rect l="l" t="t" r="r" b="b"/>
            <a:pathLst>
              <a:path w="496" h="21">
                <a:moveTo>
                  <a:pt x="496" y="21"/>
                </a:moveTo>
                <a:lnTo>
                  <a:pt x="15" y="0"/>
                </a:lnTo>
                <a:lnTo>
                  <a:pt x="496" y="21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25" name="object 525"/>
          <p:cNvSpPr/>
          <p:nvPr/>
        </p:nvSpPr>
        <p:spPr>
          <a:xfrm>
            <a:off x="5284362" y="2165456"/>
            <a:ext cx="13666" cy="24756"/>
          </a:xfrm>
          <a:custGeom>
            <a:avLst/>
            <a:gdLst/>
            <a:ahLst/>
            <a:cxnLst/>
            <a:rect l="l" t="t" r="r" b="b"/>
            <a:pathLst>
              <a:path w="13666" h="24756">
                <a:moveTo>
                  <a:pt x="13666" y="12377"/>
                </a:moveTo>
                <a:lnTo>
                  <a:pt x="13666" y="5540"/>
                </a:lnTo>
                <a:lnTo>
                  <a:pt x="10606" y="0"/>
                </a:lnTo>
                <a:lnTo>
                  <a:pt x="3060" y="0"/>
                </a:lnTo>
                <a:lnTo>
                  <a:pt x="0" y="5540"/>
                </a:lnTo>
                <a:lnTo>
                  <a:pt x="0" y="19213"/>
                </a:lnTo>
                <a:lnTo>
                  <a:pt x="3060" y="24756"/>
                </a:lnTo>
                <a:lnTo>
                  <a:pt x="10606" y="24756"/>
                </a:lnTo>
                <a:lnTo>
                  <a:pt x="13666" y="19213"/>
                </a:lnTo>
                <a:lnTo>
                  <a:pt x="13666" y="1237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26" name="object 526"/>
          <p:cNvSpPr/>
          <p:nvPr/>
        </p:nvSpPr>
        <p:spPr>
          <a:xfrm>
            <a:off x="5291555" y="2189479"/>
            <a:ext cx="1765" cy="926"/>
          </a:xfrm>
          <a:custGeom>
            <a:avLst/>
            <a:gdLst/>
            <a:ahLst/>
            <a:cxnLst/>
            <a:rect l="l" t="t" r="r" b="b"/>
            <a:pathLst>
              <a:path w="1765" h="926">
                <a:moveTo>
                  <a:pt x="1571" y="0"/>
                </a:moveTo>
                <a:lnTo>
                  <a:pt x="1273" y="151"/>
                </a:lnTo>
                <a:lnTo>
                  <a:pt x="962" y="284"/>
                </a:lnTo>
                <a:lnTo>
                  <a:pt x="1266" y="154"/>
                </a:lnTo>
                <a:lnTo>
                  <a:pt x="953" y="286"/>
                </a:lnTo>
                <a:lnTo>
                  <a:pt x="631" y="388"/>
                </a:lnTo>
                <a:lnTo>
                  <a:pt x="302" y="465"/>
                </a:lnTo>
                <a:lnTo>
                  <a:pt x="0" y="926"/>
                </a:lnTo>
                <a:lnTo>
                  <a:pt x="366" y="876"/>
                </a:lnTo>
                <a:lnTo>
                  <a:pt x="623" y="391"/>
                </a:lnTo>
                <a:lnTo>
                  <a:pt x="945" y="290"/>
                </a:lnTo>
                <a:lnTo>
                  <a:pt x="726" y="792"/>
                </a:lnTo>
                <a:lnTo>
                  <a:pt x="1080" y="682"/>
                </a:lnTo>
                <a:lnTo>
                  <a:pt x="1426" y="536"/>
                </a:lnTo>
                <a:lnTo>
                  <a:pt x="1765" y="364"/>
                </a:lnTo>
                <a:lnTo>
                  <a:pt x="1571" y="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27" name="object 527"/>
          <p:cNvSpPr/>
          <p:nvPr/>
        </p:nvSpPr>
        <p:spPr>
          <a:xfrm>
            <a:off x="5292995" y="2165660"/>
            <a:ext cx="436" cy="720"/>
          </a:xfrm>
          <a:custGeom>
            <a:avLst/>
            <a:gdLst/>
            <a:ahLst/>
            <a:cxnLst/>
            <a:rect l="l" t="t" r="r" b="b"/>
            <a:pathLst>
              <a:path w="436" h="720">
                <a:moveTo>
                  <a:pt x="325" y="167"/>
                </a:moveTo>
                <a:lnTo>
                  <a:pt x="0" y="0"/>
                </a:lnTo>
                <a:lnTo>
                  <a:pt x="131" y="531"/>
                </a:lnTo>
                <a:lnTo>
                  <a:pt x="436" y="720"/>
                </a:lnTo>
                <a:lnTo>
                  <a:pt x="339" y="174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28" name="object 528"/>
          <p:cNvSpPr/>
          <p:nvPr/>
        </p:nvSpPr>
        <p:spPr>
          <a:xfrm>
            <a:off x="5293133" y="2189284"/>
            <a:ext cx="307" cy="191"/>
          </a:xfrm>
          <a:custGeom>
            <a:avLst/>
            <a:gdLst/>
            <a:ahLst/>
            <a:cxnLst/>
            <a:rect l="l" t="t" r="r" b="b"/>
            <a:pathLst>
              <a:path w="307" h="191">
                <a:moveTo>
                  <a:pt x="307" y="0"/>
                </a:moveTo>
                <a:lnTo>
                  <a:pt x="0" y="191"/>
                </a:lnTo>
                <a:lnTo>
                  <a:pt x="297" y="7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29" name="object 529"/>
          <p:cNvSpPr/>
          <p:nvPr/>
        </p:nvSpPr>
        <p:spPr>
          <a:xfrm>
            <a:off x="5293649" y="2188564"/>
            <a:ext cx="668" cy="1076"/>
          </a:xfrm>
          <a:custGeom>
            <a:avLst/>
            <a:gdLst/>
            <a:ahLst/>
            <a:cxnLst/>
            <a:rect l="l" t="t" r="r" b="b"/>
            <a:pathLst>
              <a:path w="668" h="1076">
                <a:moveTo>
                  <a:pt x="661" y="7"/>
                </a:moveTo>
                <a:lnTo>
                  <a:pt x="377" y="272"/>
                </a:lnTo>
                <a:lnTo>
                  <a:pt x="87" y="509"/>
                </a:lnTo>
                <a:lnTo>
                  <a:pt x="0" y="1076"/>
                </a:lnTo>
                <a:lnTo>
                  <a:pt x="325" y="846"/>
                </a:lnTo>
                <a:lnTo>
                  <a:pt x="373" y="275"/>
                </a:lnTo>
                <a:lnTo>
                  <a:pt x="661" y="7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30" name="object 530"/>
          <p:cNvSpPr/>
          <p:nvPr/>
        </p:nvSpPr>
        <p:spPr>
          <a:xfrm>
            <a:off x="5293974" y="2187626"/>
            <a:ext cx="1152" cy="1785"/>
          </a:xfrm>
          <a:custGeom>
            <a:avLst/>
            <a:gdLst/>
            <a:ahLst/>
            <a:cxnLst/>
            <a:rect l="l" t="t" r="r" b="b"/>
            <a:pathLst>
              <a:path w="1152" h="1785">
                <a:moveTo>
                  <a:pt x="335" y="946"/>
                </a:moveTo>
                <a:lnTo>
                  <a:pt x="58" y="1205"/>
                </a:lnTo>
                <a:lnTo>
                  <a:pt x="0" y="1785"/>
                </a:lnTo>
                <a:lnTo>
                  <a:pt x="311" y="1531"/>
                </a:lnTo>
                <a:lnTo>
                  <a:pt x="616" y="1246"/>
                </a:lnTo>
                <a:lnTo>
                  <a:pt x="910" y="942"/>
                </a:lnTo>
                <a:lnTo>
                  <a:pt x="893" y="336"/>
                </a:lnTo>
                <a:lnTo>
                  <a:pt x="1152" y="0"/>
                </a:lnTo>
                <a:lnTo>
                  <a:pt x="890" y="339"/>
                </a:lnTo>
                <a:lnTo>
                  <a:pt x="623" y="649"/>
                </a:lnTo>
                <a:lnTo>
                  <a:pt x="335" y="946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31" name="object 531"/>
          <p:cNvSpPr/>
          <p:nvPr/>
        </p:nvSpPr>
        <p:spPr>
          <a:xfrm>
            <a:off x="5294310" y="2187965"/>
            <a:ext cx="554" cy="606"/>
          </a:xfrm>
          <a:custGeom>
            <a:avLst/>
            <a:gdLst/>
            <a:ahLst/>
            <a:cxnLst/>
            <a:rect l="l" t="t" r="r" b="b"/>
            <a:pathLst>
              <a:path w="554" h="606">
                <a:moveTo>
                  <a:pt x="550" y="5"/>
                </a:moveTo>
                <a:lnTo>
                  <a:pt x="285" y="311"/>
                </a:lnTo>
                <a:lnTo>
                  <a:pt x="0" y="606"/>
                </a:lnTo>
                <a:lnTo>
                  <a:pt x="280" y="317"/>
                </a:lnTo>
                <a:lnTo>
                  <a:pt x="550" y="5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32" name="object 532"/>
          <p:cNvSpPr/>
          <p:nvPr/>
        </p:nvSpPr>
        <p:spPr>
          <a:xfrm>
            <a:off x="5296204" y="2185617"/>
            <a:ext cx="228" cy="1078"/>
          </a:xfrm>
          <a:custGeom>
            <a:avLst/>
            <a:gdLst/>
            <a:ahLst/>
            <a:cxnLst/>
            <a:rect l="l" t="t" r="r" b="b"/>
            <a:pathLst>
              <a:path w="228" h="1078">
                <a:moveTo>
                  <a:pt x="79" y="7"/>
                </a:moveTo>
                <a:lnTo>
                  <a:pt x="0" y="1078"/>
                </a:lnTo>
                <a:lnTo>
                  <a:pt x="228" y="639"/>
                </a:lnTo>
                <a:lnTo>
                  <a:pt x="83" y="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33" name="object 533"/>
          <p:cNvSpPr/>
          <p:nvPr/>
        </p:nvSpPr>
        <p:spPr>
          <a:xfrm>
            <a:off x="5289059" y="2165250"/>
            <a:ext cx="2137" cy="948"/>
          </a:xfrm>
          <a:custGeom>
            <a:avLst/>
            <a:gdLst/>
            <a:ahLst/>
            <a:cxnLst/>
            <a:rect l="l" t="t" r="r" b="b"/>
            <a:pathLst>
              <a:path w="2137" h="948">
                <a:moveTo>
                  <a:pt x="1810" y="428"/>
                </a:moveTo>
                <a:lnTo>
                  <a:pt x="2137" y="414"/>
                </a:lnTo>
                <a:lnTo>
                  <a:pt x="2128" y="0"/>
                </a:lnTo>
                <a:lnTo>
                  <a:pt x="1775" y="14"/>
                </a:lnTo>
                <a:lnTo>
                  <a:pt x="1412" y="64"/>
                </a:lnTo>
                <a:lnTo>
                  <a:pt x="1052" y="146"/>
                </a:lnTo>
                <a:lnTo>
                  <a:pt x="699" y="260"/>
                </a:lnTo>
                <a:lnTo>
                  <a:pt x="353" y="403"/>
                </a:lnTo>
                <a:lnTo>
                  <a:pt x="13" y="577"/>
                </a:lnTo>
                <a:lnTo>
                  <a:pt x="193" y="948"/>
                </a:lnTo>
                <a:lnTo>
                  <a:pt x="519" y="784"/>
                </a:lnTo>
                <a:lnTo>
                  <a:pt x="837" y="649"/>
                </a:lnTo>
                <a:lnTo>
                  <a:pt x="1159" y="545"/>
                </a:lnTo>
                <a:lnTo>
                  <a:pt x="1481" y="474"/>
                </a:lnTo>
                <a:lnTo>
                  <a:pt x="1810" y="428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34" name="object 534"/>
          <p:cNvSpPr/>
          <p:nvPr/>
        </p:nvSpPr>
        <p:spPr>
          <a:xfrm>
            <a:off x="5291188" y="2165250"/>
            <a:ext cx="5244" cy="4796"/>
          </a:xfrm>
          <a:custGeom>
            <a:avLst/>
            <a:gdLst/>
            <a:ahLst/>
            <a:cxnLst/>
            <a:rect l="l" t="t" r="r" b="b"/>
            <a:pathLst>
              <a:path w="5244" h="4796">
                <a:moveTo>
                  <a:pt x="1311" y="649"/>
                </a:moveTo>
                <a:lnTo>
                  <a:pt x="1640" y="788"/>
                </a:lnTo>
                <a:lnTo>
                  <a:pt x="1939" y="942"/>
                </a:lnTo>
                <a:lnTo>
                  <a:pt x="2250" y="1136"/>
                </a:lnTo>
                <a:lnTo>
                  <a:pt x="2554" y="1351"/>
                </a:lnTo>
                <a:lnTo>
                  <a:pt x="2845" y="1590"/>
                </a:lnTo>
                <a:lnTo>
                  <a:pt x="3129" y="1854"/>
                </a:lnTo>
                <a:lnTo>
                  <a:pt x="3402" y="2136"/>
                </a:lnTo>
                <a:lnTo>
                  <a:pt x="3679" y="2457"/>
                </a:lnTo>
                <a:lnTo>
                  <a:pt x="3939" y="2796"/>
                </a:lnTo>
                <a:lnTo>
                  <a:pt x="4188" y="3156"/>
                </a:lnTo>
                <a:lnTo>
                  <a:pt x="4434" y="3538"/>
                </a:lnTo>
                <a:lnTo>
                  <a:pt x="4666" y="3938"/>
                </a:lnTo>
                <a:lnTo>
                  <a:pt x="4887" y="4361"/>
                </a:lnTo>
                <a:lnTo>
                  <a:pt x="5095" y="4796"/>
                </a:lnTo>
                <a:lnTo>
                  <a:pt x="5244" y="4163"/>
                </a:lnTo>
                <a:lnTo>
                  <a:pt x="5019" y="3734"/>
                </a:lnTo>
                <a:lnTo>
                  <a:pt x="4776" y="3317"/>
                </a:lnTo>
                <a:lnTo>
                  <a:pt x="4524" y="2921"/>
                </a:lnTo>
                <a:lnTo>
                  <a:pt x="4261" y="2543"/>
                </a:lnTo>
                <a:lnTo>
                  <a:pt x="3987" y="2190"/>
                </a:lnTo>
                <a:lnTo>
                  <a:pt x="3703" y="1862"/>
                </a:lnTo>
                <a:lnTo>
                  <a:pt x="3409" y="1555"/>
                </a:lnTo>
                <a:lnTo>
                  <a:pt x="3409" y="2143"/>
                </a:lnTo>
                <a:lnTo>
                  <a:pt x="3402" y="1548"/>
                </a:lnTo>
                <a:lnTo>
                  <a:pt x="3108" y="1273"/>
                </a:lnTo>
                <a:lnTo>
                  <a:pt x="2796" y="1016"/>
                </a:lnTo>
                <a:lnTo>
                  <a:pt x="2475" y="788"/>
                </a:lnTo>
                <a:lnTo>
                  <a:pt x="2146" y="585"/>
                </a:lnTo>
                <a:lnTo>
                  <a:pt x="2243" y="1130"/>
                </a:lnTo>
                <a:lnTo>
                  <a:pt x="1952" y="948"/>
                </a:lnTo>
                <a:lnTo>
                  <a:pt x="1806" y="410"/>
                </a:lnTo>
                <a:lnTo>
                  <a:pt x="1464" y="267"/>
                </a:lnTo>
                <a:lnTo>
                  <a:pt x="1111" y="149"/>
                </a:lnTo>
                <a:lnTo>
                  <a:pt x="751" y="67"/>
                </a:lnTo>
                <a:lnTo>
                  <a:pt x="387" y="17"/>
                </a:lnTo>
                <a:lnTo>
                  <a:pt x="17" y="0"/>
                </a:lnTo>
                <a:lnTo>
                  <a:pt x="0" y="413"/>
                </a:lnTo>
                <a:lnTo>
                  <a:pt x="349" y="431"/>
                </a:lnTo>
                <a:lnTo>
                  <a:pt x="678" y="477"/>
                </a:lnTo>
                <a:lnTo>
                  <a:pt x="1007" y="552"/>
                </a:lnTo>
                <a:lnTo>
                  <a:pt x="1325" y="656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35" name="object 535"/>
          <p:cNvSpPr/>
          <p:nvPr/>
        </p:nvSpPr>
        <p:spPr>
          <a:xfrm>
            <a:off x="5294590" y="2166798"/>
            <a:ext cx="6" cy="595"/>
          </a:xfrm>
          <a:custGeom>
            <a:avLst/>
            <a:gdLst/>
            <a:ahLst/>
            <a:cxnLst/>
            <a:rect l="l" t="t" r="r" b="b"/>
            <a:pathLst>
              <a:path w="6" h="595">
                <a:moveTo>
                  <a:pt x="0" y="0"/>
                </a:moveTo>
                <a:lnTo>
                  <a:pt x="6" y="595"/>
                </a:lnTo>
                <a:lnTo>
                  <a:pt x="6" y="7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36" name="object 536"/>
          <p:cNvSpPr/>
          <p:nvPr/>
        </p:nvSpPr>
        <p:spPr>
          <a:xfrm>
            <a:off x="5295961" y="2169413"/>
            <a:ext cx="2270" cy="17699"/>
          </a:xfrm>
          <a:custGeom>
            <a:avLst/>
            <a:gdLst/>
            <a:ahLst/>
            <a:cxnLst/>
            <a:rect l="l" t="t" r="r" b="b"/>
            <a:pathLst>
              <a:path w="2270" h="17699">
                <a:moveTo>
                  <a:pt x="1858" y="7787"/>
                </a:moveTo>
                <a:lnTo>
                  <a:pt x="1865" y="8421"/>
                </a:lnTo>
                <a:lnTo>
                  <a:pt x="1858" y="9055"/>
                </a:lnTo>
                <a:lnTo>
                  <a:pt x="1831" y="9677"/>
                </a:lnTo>
                <a:lnTo>
                  <a:pt x="1789" y="10293"/>
                </a:lnTo>
                <a:lnTo>
                  <a:pt x="1730" y="10894"/>
                </a:lnTo>
                <a:lnTo>
                  <a:pt x="1651" y="11486"/>
                </a:lnTo>
                <a:lnTo>
                  <a:pt x="1561" y="12070"/>
                </a:lnTo>
                <a:lnTo>
                  <a:pt x="1332" y="13197"/>
                </a:lnTo>
                <a:lnTo>
                  <a:pt x="1048" y="14265"/>
                </a:lnTo>
                <a:lnTo>
                  <a:pt x="886" y="14775"/>
                </a:lnTo>
                <a:lnTo>
                  <a:pt x="713" y="15272"/>
                </a:lnTo>
                <a:lnTo>
                  <a:pt x="522" y="15748"/>
                </a:lnTo>
                <a:lnTo>
                  <a:pt x="323" y="16207"/>
                </a:lnTo>
                <a:lnTo>
                  <a:pt x="114" y="16645"/>
                </a:lnTo>
                <a:lnTo>
                  <a:pt x="0" y="17699"/>
                </a:lnTo>
                <a:lnTo>
                  <a:pt x="242" y="17281"/>
                </a:lnTo>
                <a:lnTo>
                  <a:pt x="321" y="16210"/>
                </a:lnTo>
                <a:lnTo>
                  <a:pt x="470" y="16843"/>
                </a:lnTo>
                <a:lnTo>
                  <a:pt x="688" y="16387"/>
                </a:lnTo>
                <a:lnTo>
                  <a:pt x="896" y="15911"/>
                </a:lnTo>
                <a:lnTo>
                  <a:pt x="1090" y="15421"/>
                </a:lnTo>
                <a:lnTo>
                  <a:pt x="1270" y="14910"/>
                </a:lnTo>
                <a:lnTo>
                  <a:pt x="1436" y="14384"/>
                </a:lnTo>
                <a:lnTo>
                  <a:pt x="1727" y="13294"/>
                </a:lnTo>
                <a:lnTo>
                  <a:pt x="1959" y="12145"/>
                </a:lnTo>
                <a:lnTo>
                  <a:pt x="2052" y="11547"/>
                </a:lnTo>
                <a:lnTo>
                  <a:pt x="2132" y="10942"/>
                </a:lnTo>
                <a:lnTo>
                  <a:pt x="2191" y="10328"/>
                </a:lnTo>
                <a:lnTo>
                  <a:pt x="2232" y="9701"/>
                </a:lnTo>
                <a:lnTo>
                  <a:pt x="2263" y="9067"/>
                </a:lnTo>
                <a:lnTo>
                  <a:pt x="2270" y="8424"/>
                </a:lnTo>
                <a:lnTo>
                  <a:pt x="2263" y="7782"/>
                </a:lnTo>
                <a:lnTo>
                  <a:pt x="2232" y="7146"/>
                </a:lnTo>
                <a:lnTo>
                  <a:pt x="2191" y="6521"/>
                </a:lnTo>
                <a:lnTo>
                  <a:pt x="2132" y="5904"/>
                </a:lnTo>
                <a:lnTo>
                  <a:pt x="2052" y="5301"/>
                </a:lnTo>
                <a:lnTo>
                  <a:pt x="1962" y="4707"/>
                </a:lnTo>
                <a:lnTo>
                  <a:pt x="1727" y="3561"/>
                </a:lnTo>
                <a:lnTo>
                  <a:pt x="1436" y="2467"/>
                </a:lnTo>
                <a:lnTo>
                  <a:pt x="1270" y="1939"/>
                </a:lnTo>
                <a:lnTo>
                  <a:pt x="1093" y="1430"/>
                </a:lnTo>
                <a:lnTo>
                  <a:pt x="896" y="937"/>
                </a:lnTo>
                <a:lnTo>
                  <a:pt x="692" y="463"/>
                </a:lnTo>
                <a:lnTo>
                  <a:pt x="474" y="6"/>
                </a:lnTo>
                <a:lnTo>
                  <a:pt x="321" y="632"/>
                </a:lnTo>
                <a:lnTo>
                  <a:pt x="114" y="197"/>
                </a:lnTo>
                <a:lnTo>
                  <a:pt x="323" y="635"/>
                </a:lnTo>
                <a:lnTo>
                  <a:pt x="526" y="1100"/>
                </a:lnTo>
                <a:lnTo>
                  <a:pt x="716" y="1579"/>
                </a:lnTo>
                <a:lnTo>
                  <a:pt x="889" y="2074"/>
                </a:lnTo>
                <a:lnTo>
                  <a:pt x="1048" y="2586"/>
                </a:lnTo>
                <a:lnTo>
                  <a:pt x="1336" y="3658"/>
                </a:lnTo>
                <a:lnTo>
                  <a:pt x="1564" y="4783"/>
                </a:lnTo>
                <a:lnTo>
                  <a:pt x="1651" y="5361"/>
                </a:lnTo>
                <a:lnTo>
                  <a:pt x="1730" y="5953"/>
                </a:lnTo>
                <a:lnTo>
                  <a:pt x="1789" y="6556"/>
                </a:lnTo>
                <a:lnTo>
                  <a:pt x="1831" y="7170"/>
                </a:lnTo>
                <a:lnTo>
                  <a:pt x="1858" y="7794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37" name="object 537"/>
          <p:cNvSpPr/>
          <p:nvPr/>
        </p:nvSpPr>
        <p:spPr>
          <a:xfrm>
            <a:off x="5296284" y="2170049"/>
            <a:ext cx="203" cy="465"/>
          </a:xfrm>
          <a:custGeom>
            <a:avLst/>
            <a:gdLst/>
            <a:ahLst/>
            <a:cxnLst/>
            <a:rect l="l" t="t" r="r" b="b"/>
            <a:pathLst>
              <a:path w="203" h="465">
                <a:moveTo>
                  <a:pt x="203" y="465"/>
                </a:moveTo>
                <a:lnTo>
                  <a:pt x="2" y="4"/>
                </a:lnTo>
                <a:lnTo>
                  <a:pt x="203" y="465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38" name="object 538"/>
          <p:cNvSpPr/>
          <p:nvPr/>
        </p:nvSpPr>
        <p:spPr>
          <a:xfrm>
            <a:off x="5294867" y="2186059"/>
            <a:ext cx="1208" cy="2508"/>
          </a:xfrm>
          <a:custGeom>
            <a:avLst/>
            <a:gdLst/>
            <a:ahLst/>
            <a:cxnLst/>
            <a:rect l="l" t="t" r="r" b="b"/>
            <a:pathLst>
              <a:path w="1208" h="2508">
                <a:moveTo>
                  <a:pt x="751" y="832"/>
                </a:moveTo>
                <a:lnTo>
                  <a:pt x="505" y="1212"/>
                </a:lnTo>
                <a:lnTo>
                  <a:pt x="252" y="1574"/>
                </a:lnTo>
                <a:lnTo>
                  <a:pt x="0" y="1902"/>
                </a:lnTo>
                <a:lnTo>
                  <a:pt x="17" y="2508"/>
                </a:lnTo>
                <a:lnTo>
                  <a:pt x="301" y="2179"/>
                </a:lnTo>
                <a:lnTo>
                  <a:pt x="574" y="1825"/>
                </a:lnTo>
                <a:lnTo>
                  <a:pt x="841" y="1447"/>
                </a:lnTo>
                <a:lnTo>
                  <a:pt x="1093" y="1053"/>
                </a:lnTo>
                <a:lnTo>
                  <a:pt x="1204" y="6"/>
                </a:lnTo>
                <a:lnTo>
                  <a:pt x="983" y="430"/>
                </a:lnTo>
                <a:lnTo>
                  <a:pt x="751" y="832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39" name="object 539"/>
          <p:cNvSpPr/>
          <p:nvPr/>
        </p:nvSpPr>
        <p:spPr>
          <a:xfrm>
            <a:off x="5287270" y="2187630"/>
            <a:ext cx="265" cy="339"/>
          </a:xfrm>
          <a:custGeom>
            <a:avLst/>
            <a:gdLst/>
            <a:ahLst/>
            <a:cxnLst/>
            <a:rect l="l" t="t" r="r" b="b"/>
            <a:pathLst>
              <a:path w="265" h="339">
                <a:moveTo>
                  <a:pt x="2" y="3"/>
                </a:moveTo>
                <a:lnTo>
                  <a:pt x="265" y="339"/>
                </a:lnTo>
                <a:lnTo>
                  <a:pt x="0" y="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40" name="object 540"/>
          <p:cNvSpPr/>
          <p:nvPr/>
        </p:nvSpPr>
        <p:spPr>
          <a:xfrm>
            <a:off x="5284161" y="2174111"/>
            <a:ext cx="2159" cy="12138"/>
          </a:xfrm>
          <a:custGeom>
            <a:avLst/>
            <a:gdLst/>
            <a:ahLst/>
            <a:cxnLst/>
            <a:rect l="l" t="t" r="r" b="b"/>
            <a:pathLst>
              <a:path w="2159" h="12138">
                <a:moveTo>
                  <a:pt x="540" y="6196"/>
                </a:moveTo>
                <a:lnTo>
                  <a:pt x="481" y="5586"/>
                </a:lnTo>
                <a:lnTo>
                  <a:pt x="439" y="4973"/>
                </a:lnTo>
                <a:lnTo>
                  <a:pt x="411" y="4351"/>
                </a:lnTo>
                <a:lnTo>
                  <a:pt x="405" y="3723"/>
                </a:lnTo>
                <a:lnTo>
                  <a:pt x="411" y="3089"/>
                </a:lnTo>
                <a:lnTo>
                  <a:pt x="405" y="3721"/>
                </a:lnTo>
                <a:lnTo>
                  <a:pt x="311" y="0"/>
                </a:lnTo>
                <a:lnTo>
                  <a:pt x="218" y="598"/>
                </a:lnTo>
                <a:lnTo>
                  <a:pt x="138" y="1202"/>
                </a:lnTo>
                <a:lnTo>
                  <a:pt x="79" y="1816"/>
                </a:lnTo>
                <a:lnTo>
                  <a:pt x="38" y="2444"/>
                </a:lnTo>
                <a:lnTo>
                  <a:pt x="6" y="3077"/>
                </a:lnTo>
                <a:lnTo>
                  <a:pt x="0" y="3721"/>
                </a:lnTo>
                <a:lnTo>
                  <a:pt x="6" y="4363"/>
                </a:lnTo>
                <a:lnTo>
                  <a:pt x="34" y="4997"/>
                </a:lnTo>
                <a:lnTo>
                  <a:pt x="79" y="5622"/>
                </a:lnTo>
                <a:lnTo>
                  <a:pt x="138" y="6238"/>
                </a:lnTo>
                <a:lnTo>
                  <a:pt x="218" y="6843"/>
                </a:lnTo>
                <a:lnTo>
                  <a:pt x="308" y="7437"/>
                </a:lnTo>
                <a:lnTo>
                  <a:pt x="540" y="8584"/>
                </a:lnTo>
                <a:lnTo>
                  <a:pt x="834" y="9677"/>
                </a:lnTo>
                <a:lnTo>
                  <a:pt x="1000" y="10205"/>
                </a:lnTo>
                <a:lnTo>
                  <a:pt x="1180" y="10716"/>
                </a:lnTo>
                <a:lnTo>
                  <a:pt x="1370" y="11206"/>
                </a:lnTo>
                <a:lnTo>
                  <a:pt x="1578" y="11681"/>
                </a:lnTo>
                <a:lnTo>
                  <a:pt x="1796" y="12138"/>
                </a:lnTo>
                <a:lnTo>
                  <a:pt x="1945" y="11505"/>
                </a:lnTo>
                <a:lnTo>
                  <a:pt x="2159" y="11953"/>
                </a:lnTo>
                <a:lnTo>
                  <a:pt x="1947" y="11510"/>
                </a:lnTo>
                <a:lnTo>
                  <a:pt x="1744" y="11044"/>
                </a:lnTo>
                <a:lnTo>
                  <a:pt x="1557" y="10567"/>
                </a:lnTo>
                <a:lnTo>
                  <a:pt x="1381" y="10070"/>
                </a:lnTo>
                <a:lnTo>
                  <a:pt x="1221" y="9558"/>
                </a:lnTo>
                <a:lnTo>
                  <a:pt x="934" y="8487"/>
                </a:lnTo>
                <a:lnTo>
                  <a:pt x="706" y="7362"/>
                </a:lnTo>
                <a:lnTo>
                  <a:pt x="619" y="6783"/>
                </a:lnTo>
                <a:lnTo>
                  <a:pt x="540" y="6189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41" name="object 541"/>
          <p:cNvSpPr/>
          <p:nvPr/>
        </p:nvSpPr>
        <p:spPr>
          <a:xfrm>
            <a:off x="5284472" y="2168984"/>
            <a:ext cx="1713" cy="8853"/>
          </a:xfrm>
          <a:custGeom>
            <a:avLst/>
            <a:gdLst/>
            <a:ahLst/>
            <a:cxnLst/>
            <a:rect l="l" t="t" r="r" b="b"/>
            <a:pathLst>
              <a:path w="1713" h="8853">
                <a:moveTo>
                  <a:pt x="1436" y="1523"/>
                </a:moveTo>
                <a:lnTo>
                  <a:pt x="1633" y="1069"/>
                </a:lnTo>
                <a:lnTo>
                  <a:pt x="1713" y="0"/>
                </a:lnTo>
                <a:lnTo>
                  <a:pt x="1488" y="429"/>
                </a:lnTo>
                <a:lnTo>
                  <a:pt x="1270" y="885"/>
                </a:lnTo>
                <a:lnTo>
                  <a:pt x="1062" y="1360"/>
                </a:lnTo>
                <a:lnTo>
                  <a:pt x="872" y="1852"/>
                </a:lnTo>
                <a:lnTo>
                  <a:pt x="688" y="2361"/>
                </a:lnTo>
                <a:lnTo>
                  <a:pt x="522" y="2887"/>
                </a:lnTo>
                <a:lnTo>
                  <a:pt x="231" y="3977"/>
                </a:lnTo>
                <a:lnTo>
                  <a:pt x="0" y="5127"/>
                </a:lnTo>
                <a:lnTo>
                  <a:pt x="93" y="8853"/>
                </a:lnTo>
                <a:lnTo>
                  <a:pt x="100" y="8216"/>
                </a:lnTo>
                <a:lnTo>
                  <a:pt x="128" y="7595"/>
                </a:lnTo>
                <a:lnTo>
                  <a:pt x="169" y="6979"/>
                </a:lnTo>
                <a:lnTo>
                  <a:pt x="228" y="6378"/>
                </a:lnTo>
                <a:lnTo>
                  <a:pt x="308" y="5785"/>
                </a:lnTo>
                <a:lnTo>
                  <a:pt x="398" y="5202"/>
                </a:lnTo>
                <a:lnTo>
                  <a:pt x="626" y="4075"/>
                </a:lnTo>
                <a:lnTo>
                  <a:pt x="910" y="3006"/>
                </a:lnTo>
                <a:lnTo>
                  <a:pt x="1073" y="2496"/>
                </a:lnTo>
                <a:lnTo>
                  <a:pt x="1249" y="2001"/>
                </a:lnTo>
                <a:lnTo>
                  <a:pt x="1436" y="1523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42" name="object 542"/>
          <p:cNvSpPr/>
          <p:nvPr/>
        </p:nvSpPr>
        <p:spPr>
          <a:xfrm>
            <a:off x="5285957" y="2185617"/>
            <a:ext cx="3312" cy="4219"/>
          </a:xfrm>
          <a:custGeom>
            <a:avLst/>
            <a:gdLst/>
            <a:ahLst/>
            <a:cxnLst/>
            <a:rect l="l" t="t" r="r" b="b"/>
            <a:pathLst>
              <a:path w="3312" h="4219">
                <a:moveTo>
                  <a:pt x="0" y="633"/>
                </a:moveTo>
                <a:lnTo>
                  <a:pt x="228" y="1070"/>
                </a:lnTo>
                <a:lnTo>
                  <a:pt x="360" y="442"/>
                </a:lnTo>
                <a:lnTo>
                  <a:pt x="474" y="1488"/>
                </a:lnTo>
                <a:lnTo>
                  <a:pt x="723" y="1883"/>
                </a:lnTo>
                <a:lnTo>
                  <a:pt x="986" y="2259"/>
                </a:lnTo>
                <a:lnTo>
                  <a:pt x="1263" y="2613"/>
                </a:lnTo>
                <a:lnTo>
                  <a:pt x="1308" y="2008"/>
                </a:lnTo>
                <a:lnTo>
                  <a:pt x="1263" y="2613"/>
                </a:lnTo>
                <a:lnTo>
                  <a:pt x="1543" y="2942"/>
                </a:lnTo>
                <a:lnTo>
                  <a:pt x="1841" y="3248"/>
                </a:lnTo>
                <a:lnTo>
                  <a:pt x="2139" y="3530"/>
                </a:lnTo>
                <a:lnTo>
                  <a:pt x="2454" y="3786"/>
                </a:lnTo>
                <a:lnTo>
                  <a:pt x="2772" y="4015"/>
                </a:lnTo>
                <a:lnTo>
                  <a:pt x="3105" y="4219"/>
                </a:lnTo>
                <a:lnTo>
                  <a:pt x="3298" y="3854"/>
                </a:lnTo>
                <a:lnTo>
                  <a:pt x="2994" y="3666"/>
                </a:lnTo>
                <a:lnTo>
                  <a:pt x="2696" y="3452"/>
                </a:lnTo>
                <a:lnTo>
                  <a:pt x="2412" y="3223"/>
                </a:lnTo>
                <a:lnTo>
                  <a:pt x="2118" y="2948"/>
                </a:lnTo>
                <a:lnTo>
                  <a:pt x="1838" y="2657"/>
                </a:lnTo>
                <a:lnTo>
                  <a:pt x="1571" y="2346"/>
                </a:lnTo>
                <a:lnTo>
                  <a:pt x="1315" y="2017"/>
                </a:lnTo>
                <a:lnTo>
                  <a:pt x="1059" y="1648"/>
                </a:lnTo>
                <a:lnTo>
                  <a:pt x="816" y="1267"/>
                </a:lnTo>
                <a:lnTo>
                  <a:pt x="581" y="865"/>
                </a:lnTo>
                <a:lnTo>
                  <a:pt x="362" y="447"/>
                </a:lnTo>
                <a:lnTo>
                  <a:pt x="152" y="7"/>
                </a:lnTo>
                <a:lnTo>
                  <a:pt x="0" y="633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43" name="object 543"/>
          <p:cNvSpPr/>
          <p:nvPr/>
        </p:nvSpPr>
        <p:spPr>
          <a:xfrm>
            <a:off x="5286186" y="2186059"/>
            <a:ext cx="245" cy="1045"/>
          </a:xfrm>
          <a:custGeom>
            <a:avLst/>
            <a:gdLst/>
            <a:ahLst/>
            <a:cxnLst/>
            <a:rect l="l" t="t" r="r" b="b"/>
            <a:pathLst>
              <a:path w="245" h="1045">
                <a:moveTo>
                  <a:pt x="131" y="0"/>
                </a:moveTo>
                <a:lnTo>
                  <a:pt x="0" y="628"/>
                </a:lnTo>
                <a:lnTo>
                  <a:pt x="245" y="1045"/>
                </a:lnTo>
                <a:lnTo>
                  <a:pt x="134" y="6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44" name="object 544"/>
          <p:cNvSpPr/>
          <p:nvPr/>
        </p:nvSpPr>
        <p:spPr>
          <a:xfrm>
            <a:off x="5288360" y="2188831"/>
            <a:ext cx="304" cy="246"/>
          </a:xfrm>
          <a:custGeom>
            <a:avLst/>
            <a:gdLst/>
            <a:ahLst/>
            <a:cxnLst/>
            <a:rect l="l" t="t" r="r" b="b"/>
            <a:pathLst>
              <a:path w="304" h="246">
                <a:moveTo>
                  <a:pt x="10" y="9"/>
                </a:moveTo>
                <a:lnTo>
                  <a:pt x="304" y="246"/>
                </a:lnTo>
                <a:lnTo>
                  <a:pt x="0" y="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45" name="object 545"/>
          <p:cNvSpPr/>
          <p:nvPr/>
        </p:nvSpPr>
        <p:spPr>
          <a:xfrm>
            <a:off x="5288730" y="2165835"/>
            <a:ext cx="848" cy="552"/>
          </a:xfrm>
          <a:custGeom>
            <a:avLst/>
            <a:gdLst/>
            <a:ahLst/>
            <a:cxnLst/>
            <a:rect l="l" t="t" r="r" b="b"/>
            <a:pathLst>
              <a:path w="848" h="552">
                <a:moveTo>
                  <a:pt x="848" y="199"/>
                </a:moveTo>
                <a:lnTo>
                  <a:pt x="536" y="356"/>
                </a:lnTo>
                <a:lnTo>
                  <a:pt x="328" y="0"/>
                </a:lnTo>
                <a:lnTo>
                  <a:pt x="13" y="196"/>
                </a:lnTo>
                <a:lnTo>
                  <a:pt x="221" y="552"/>
                </a:lnTo>
                <a:lnTo>
                  <a:pt x="535" y="357"/>
                </a:lnTo>
                <a:lnTo>
                  <a:pt x="848" y="199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46" name="object 546"/>
          <p:cNvSpPr/>
          <p:nvPr/>
        </p:nvSpPr>
        <p:spPr>
          <a:xfrm>
            <a:off x="5285905" y="2166038"/>
            <a:ext cx="3359" cy="4476"/>
          </a:xfrm>
          <a:custGeom>
            <a:avLst/>
            <a:gdLst/>
            <a:ahLst/>
            <a:cxnLst/>
            <a:rect l="l" t="t" r="r" b="b"/>
            <a:pathLst>
              <a:path w="3359" h="4476">
                <a:moveTo>
                  <a:pt x="3359" y="154"/>
                </a:moveTo>
                <a:lnTo>
                  <a:pt x="3056" y="342"/>
                </a:lnTo>
                <a:lnTo>
                  <a:pt x="2824" y="0"/>
                </a:lnTo>
                <a:lnTo>
                  <a:pt x="2516" y="221"/>
                </a:lnTo>
                <a:lnTo>
                  <a:pt x="2205" y="474"/>
                </a:lnTo>
                <a:lnTo>
                  <a:pt x="1900" y="756"/>
                </a:lnTo>
                <a:lnTo>
                  <a:pt x="1602" y="1062"/>
                </a:lnTo>
                <a:lnTo>
                  <a:pt x="1318" y="1394"/>
                </a:lnTo>
                <a:lnTo>
                  <a:pt x="1045" y="1747"/>
                </a:lnTo>
                <a:lnTo>
                  <a:pt x="778" y="2125"/>
                </a:lnTo>
                <a:lnTo>
                  <a:pt x="529" y="2521"/>
                </a:lnTo>
                <a:lnTo>
                  <a:pt x="287" y="2935"/>
                </a:lnTo>
                <a:lnTo>
                  <a:pt x="200" y="4015"/>
                </a:lnTo>
                <a:lnTo>
                  <a:pt x="0" y="4476"/>
                </a:lnTo>
                <a:lnTo>
                  <a:pt x="203" y="4011"/>
                </a:lnTo>
                <a:lnTo>
                  <a:pt x="415" y="3566"/>
                </a:lnTo>
                <a:lnTo>
                  <a:pt x="636" y="3142"/>
                </a:lnTo>
                <a:lnTo>
                  <a:pt x="872" y="2739"/>
                </a:lnTo>
                <a:lnTo>
                  <a:pt x="1114" y="2361"/>
                </a:lnTo>
                <a:lnTo>
                  <a:pt x="1367" y="1997"/>
                </a:lnTo>
                <a:lnTo>
                  <a:pt x="1630" y="1662"/>
                </a:lnTo>
                <a:lnTo>
                  <a:pt x="1900" y="1348"/>
                </a:lnTo>
                <a:lnTo>
                  <a:pt x="2180" y="1055"/>
                </a:lnTo>
                <a:lnTo>
                  <a:pt x="2464" y="791"/>
                </a:lnTo>
                <a:lnTo>
                  <a:pt x="2758" y="556"/>
                </a:lnTo>
                <a:lnTo>
                  <a:pt x="3049" y="347"/>
                </a:lnTo>
                <a:lnTo>
                  <a:pt x="3359" y="154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47" name="object 547"/>
          <p:cNvSpPr/>
          <p:nvPr/>
        </p:nvSpPr>
        <p:spPr>
          <a:xfrm>
            <a:off x="5289398" y="2189631"/>
            <a:ext cx="484" cy="524"/>
          </a:xfrm>
          <a:custGeom>
            <a:avLst/>
            <a:gdLst/>
            <a:ahLst/>
            <a:cxnLst/>
            <a:rect l="l" t="t" r="r" b="b"/>
            <a:pathLst>
              <a:path w="484" h="524">
                <a:moveTo>
                  <a:pt x="484" y="133"/>
                </a:moveTo>
                <a:lnTo>
                  <a:pt x="179" y="6"/>
                </a:lnTo>
                <a:lnTo>
                  <a:pt x="0" y="378"/>
                </a:lnTo>
                <a:lnTo>
                  <a:pt x="346" y="524"/>
                </a:lnTo>
                <a:lnTo>
                  <a:pt x="484" y="133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48" name="object 548"/>
          <p:cNvSpPr/>
          <p:nvPr/>
        </p:nvSpPr>
        <p:spPr>
          <a:xfrm>
            <a:off x="5289884" y="2189764"/>
            <a:ext cx="1304" cy="657"/>
          </a:xfrm>
          <a:custGeom>
            <a:avLst/>
            <a:gdLst/>
            <a:ahLst/>
            <a:cxnLst/>
            <a:rect l="l" t="t" r="r" b="b"/>
            <a:pathLst>
              <a:path w="1304" h="657">
                <a:moveTo>
                  <a:pt x="12" y="5"/>
                </a:moveTo>
                <a:lnTo>
                  <a:pt x="314" y="104"/>
                </a:lnTo>
                <a:lnTo>
                  <a:pt x="642" y="179"/>
                </a:lnTo>
                <a:lnTo>
                  <a:pt x="933" y="639"/>
                </a:lnTo>
                <a:lnTo>
                  <a:pt x="1304" y="657"/>
                </a:lnTo>
                <a:lnTo>
                  <a:pt x="971" y="225"/>
                </a:lnTo>
                <a:lnTo>
                  <a:pt x="656" y="181"/>
                </a:lnTo>
                <a:lnTo>
                  <a:pt x="331" y="108"/>
                </a:lnTo>
                <a:lnTo>
                  <a:pt x="0" y="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49" name="object 549"/>
          <p:cNvSpPr/>
          <p:nvPr/>
        </p:nvSpPr>
        <p:spPr>
          <a:xfrm>
            <a:off x="5289062" y="2189471"/>
            <a:ext cx="1755" cy="932"/>
          </a:xfrm>
          <a:custGeom>
            <a:avLst/>
            <a:gdLst/>
            <a:ahLst/>
            <a:cxnLst/>
            <a:rect l="l" t="t" r="r" b="b"/>
            <a:pathLst>
              <a:path w="1755" h="932">
                <a:moveTo>
                  <a:pt x="1464" y="472"/>
                </a:moveTo>
                <a:lnTo>
                  <a:pt x="1156" y="402"/>
                </a:lnTo>
                <a:lnTo>
                  <a:pt x="834" y="298"/>
                </a:lnTo>
                <a:lnTo>
                  <a:pt x="509" y="162"/>
                </a:lnTo>
                <a:lnTo>
                  <a:pt x="204" y="5"/>
                </a:lnTo>
                <a:lnTo>
                  <a:pt x="0" y="364"/>
                </a:lnTo>
                <a:lnTo>
                  <a:pt x="335" y="537"/>
                </a:lnTo>
                <a:lnTo>
                  <a:pt x="501" y="159"/>
                </a:lnTo>
                <a:lnTo>
                  <a:pt x="820" y="292"/>
                </a:lnTo>
                <a:lnTo>
                  <a:pt x="681" y="683"/>
                </a:lnTo>
                <a:lnTo>
                  <a:pt x="1031" y="799"/>
                </a:lnTo>
                <a:lnTo>
                  <a:pt x="1391" y="881"/>
                </a:lnTo>
                <a:lnTo>
                  <a:pt x="1755" y="932"/>
                </a:lnTo>
                <a:lnTo>
                  <a:pt x="1464" y="472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50" name="object 550"/>
          <p:cNvSpPr/>
          <p:nvPr/>
        </p:nvSpPr>
        <p:spPr>
          <a:xfrm>
            <a:off x="5290530" y="2189944"/>
            <a:ext cx="1327" cy="477"/>
          </a:xfrm>
          <a:custGeom>
            <a:avLst/>
            <a:gdLst/>
            <a:ahLst/>
            <a:cxnLst/>
            <a:rect l="l" t="t" r="r" b="b"/>
            <a:pathLst>
              <a:path w="1327" h="477">
                <a:moveTo>
                  <a:pt x="0" y="0"/>
                </a:moveTo>
                <a:lnTo>
                  <a:pt x="325" y="45"/>
                </a:lnTo>
                <a:lnTo>
                  <a:pt x="658" y="477"/>
                </a:lnTo>
                <a:lnTo>
                  <a:pt x="1024" y="461"/>
                </a:lnTo>
                <a:lnTo>
                  <a:pt x="1007" y="45"/>
                </a:lnTo>
                <a:lnTo>
                  <a:pt x="1327" y="0"/>
                </a:lnTo>
                <a:lnTo>
                  <a:pt x="1000" y="46"/>
                </a:lnTo>
                <a:lnTo>
                  <a:pt x="675" y="61"/>
                </a:lnTo>
                <a:lnTo>
                  <a:pt x="343" y="47"/>
                </a:lnTo>
                <a:lnTo>
                  <a:pt x="0" y="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51" name="object 551"/>
          <p:cNvSpPr/>
          <p:nvPr/>
        </p:nvSpPr>
        <p:spPr>
          <a:xfrm>
            <a:off x="5290862" y="2189990"/>
            <a:ext cx="668" cy="15"/>
          </a:xfrm>
          <a:custGeom>
            <a:avLst/>
            <a:gdLst/>
            <a:ahLst/>
            <a:cxnLst/>
            <a:rect l="l" t="t" r="r" b="b"/>
            <a:pathLst>
              <a:path w="668" h="15">
                <a:moveTo>
                  <a:pt x="334" y="15"/>
                </a:moveTo>
                <a:lnTo>
                  <a:pt x="0" y="0"/>
                </a:lnTo>
                <a:lnTo>
                  <a:pt x="325" y="15"/>
                </a:lnTo>
                <a:lnTo>
                  <a:pt x="657" y="1"/>
                </a:lnTo>
                <a:lnTo>
                  <a:pt x="334" y="15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52" name="object 552"/>
          <p:cNvSpPr/>
          <p:nvPr/>
        </p:nvSpPr>
        <p:spPr>
          <a:xfrm>
            <a:off x="5291537" y="2189944"/>
            <a:ext cx="328" cy="461"/>
          </a:xfrm>
          <a:custGeom>
            <a:avLst/>
            <a:gdLst/>
            <a:ahLst/>
            <a:cxnLst/>
            <a:rect l="l" t="t" r="r" b="b"/>
            <a:pathLst>
              <a:path w="328" h="461">
                <a:moveTo>
                  <a:pt x="311" y="3"/>
                </a:moveTo>
                <a:lnTo>
                  <a:pt x="0" y="46"/>
                </a:lnTo>
                <a:lnTo>
                  <a:pt x="17" y="461"/>
                </a:lnTo>
                <a:lnTo>
                  <a:pt x="311" y="3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53" name="object 553"/>
          <p:cNvSpPr/>
          <p:nvPr/>
        </p:nvSpPr>
        <p:spPr>
          <a:xfrm>
            <a:off x="5291922" y="2189770"/>
            <a:ext cx="578" cy="586"/>
          </a:xfrm>
          <a:custGeom>
            <a:avLst/>
            <a:gdLst/>
            <a:ahLst/>
            <a:cxnLst/>
            <a:rect l="l" t="t" r="r" b="b"/>
            <a:pathLst>
              <a:path w="578" h="586">
                <a:moveTo>
                  <a:pt x="578" y="0"/>
                </a:moveTo>
                <a:lnTo>
                  <a:pt x="270" y="96"/>
                </a:lnTo>
                <a:lnTo>
                  <a:pt x="0" y="586"/>
                </a:lnTo>
                <a:lnTo>
                  <a:pt x="360" y="502"/>
                </a:lnTo>
                <a:lnTo>
                  <a:pt x="578" y="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54" name="object 554"/>
          <p:cNvSpPr/>
          <p:nvPr/>
        </p:nvSpPr>
        <p:spPr>
          <a:xfrm>
            <a:off x="5292517" y="2189069"/>
            <a:ext cx="1225" cy="774"/>
          </a:xfrm>
          <a:custGeom>
            <a:avLst/>
            <a:gdLst/>
            <a:ahLst/>
            <a:cxnLst/>
            <a:rect l="l" t="t" r="r" b="b"/>
            <a:pathLst>
              <a:path w="1225" h="774">
                <a:moveTo>
                  <a:pt x="0" y="694"/>
                </a:moveTo>
                <a:lnTo>
                  <a:pt x="297" y="567"/>
                </a:lnTo>
                <a:lnTo>
                  <a:pt x="609" y="409"/>
                </a:lnTo>
                <a:lnTo>
                  <a:pt x="803" y="774"/>
                </a:lnTo>
                <a:lnTo>
                  <a:pt x="1131" y="571"/>
                </a:lnTo>
                <a:lnTo>
                  <a:pt x="1215" y="7"/>
                </a:lnTo>
                <a:lnTo>
                  <a:pt x="913" y="221"/>
                </a:lnTo>
                <a:lnTo>
                  <a:pt x="623" y="402"/>
                </a:lnTo>
                <a:lnTo>
                  <a:pt x="304" y="564"/>
                </a:lnTo>
                <a:lnTo>
                  <a:pt x="0" y="694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55" name="object 555"/>
          <p:cNvSpPr/>
          <p:nvPr/>
        </p:nvSpPr>
        <p:spPr>
          <a:xfrm>
            <a:off x="5288917" y="2174921"/>
            <a:ext cx="3998" cy="7281"/>
          </a:xfrm>
          <a:custGeom>
            <a:avLst/>
            <a:gdLst/>
            <a:ahLst/>
            <a:cxnLst/>
            <a:rect l="l" t="t" r="r" b="b"/>
            <a:pathLst>
              <a:path w="3998" h="7281">
                <a:moveTo>
                  <a:pt x="3998" y="3640"/>
                </a:moveTo>
                <a:lnTo>
                  <a:pt x="3998" y="1630"/>
                </a:lnTo>
                <a:lnTo>
                  <a:pt x="3105" y="0"/>
                </a:lnTo>
                <a:lnTo>
                  <a:pt x="896" y="0"/>
                </a:lnTo>
                <a:lnTo>
                  <a:pt x="0" y="1630"/>
                </a:lnTo>
                <a:lnTo>
                  <a:pt x="0" y="5651"/>
                </a:lnTo>
                <a:lnTo>
                  <a:pt x="896" y="7281"/>
                </a:lnTo>
                <a:lnTo>
                  <a:pt x="3105" y="7281"/>
                </a:lnTo>
                <a:lnTo>
                  <a:pt x="3998" y="5651"/>
                </a:lnTo>
                <a:lnTo>
                  <a:pt x="3998" y="364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56" name="object 556"/>
          <p:cNvSpPr/>
          <p:nvPr/>
        </p:nvSpPr>
        <p:spPr>
          <a:xfrm>
            <a:off x="5289727" y="2174869"/>
            <a:ext cx="3745" cy="7229"/>
          </a:xfrm>
          <a:custGeom>
            <a:avLst/>
            <a:gdLst/>
            <a:ahLst/>
            <a:cxnLst/>
            <a:rect l="l" t="t" r="r" b="b"/>
            <a:pathLst>
              <a:path w="3745" h="7229">
                <a:moveTo>
                  <a:pt x="3745" y="3614"/>
                </a:moveTo>
                <a:lnTo>
                  <a:pt x="3745" y="1618"/>
                </a:lnTo>
                <a:lnTo>
                  <a:pt x="2907" y="0"/>
                </a:lnTo>
                <a:lnTo>
                  <a:pt x="837" y="0"/>
                </a:lnTo>
                <a:lnTo>
                  <a:pt x="0" y="1618"/>
                </a:lnTo>
                <a:lnTo>
                  <a:pt x="0" y="5611"/>
                </a:lnTo>
                <a:lnTo>
                  <a:pt x="837" y="7229"/>
                </a:lnTo>
                <a:lnTo>
                  <a:pt x="2907" y="7229"/>
                </a:lnTo>
                <a:lnTo>
                  <a:pt x="3745" y="5611"/>
                </a:lnTo>
                <a:lnTo>
                  <a:pt x="3745" y="3614"/>
                </a:lnTo>
                <a:close/>
              </a:path>
            </a:pathLst>
          </a:custGeom>
          <a:solidFill>
            <a:srgbClr val="DFDFD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57" name="object 557"/>
          <p:cNvSpPr/>
          <p:nvPr/>
        </p:nvSpPr>
        <p:spPr>
          <a:xfrm>
            <a:off x="5416458" y="2136174"/>
            <a:ext cx="20651" cy="19865"/>
          </a:xfrm>
          <a:custGeom>
            <a:avLst/>
            <a:gdLst/>
            <a:ahLst/>
            <a:cxnLst/>
            <a:rect l="l" t="t" r="r" b="b"/>
            <a:pathLst>
              <a:path w="20651" h="19865">
                <a:moveTo>
                  <a:pt x="0" y="2493"/>
                </a:moveTo>
                <a:lnTo>
                  <a:pt x="4707" y="16537"/>
                </a:lnTo>
                <a:lnTo>
                  <a:pt x="19990" y="19865"/>
                </a:lnTo>
                <a:lnTo>
                  <a:pt x="20547" y="17785"/>
                </a:lnTo>
                <a:lnTo>
                  <a:pt x="20651" y="13159"/>
                </a:lnTo>
                <a:lnTo>
                  <a:pt x="20295" y="10401"/>
                </a:lnTo>
                <a:lnTo>
                  <a:pt x="19537" y="6552"/>
                </a:lnTo>
                <a:lnTo>
                  <a:pt x="17207" y="3067"/>
                </a:lnTo>
                <a:lnTo>
                  <a:pt x="14628" y="881"/>
                </a:lnTo>
                <a:lnTo>
                  <a:pt x="10526" y="0"/>
                </a:lnTo>
                <a:lnTo>
                  <a:pt x="6075" y="0"/>
                </a:lnTo>
                <a:lnTo>
                  <a:pt x="2430" y="988"/>
                </a:lnTo>
                <a:lnTo>
                  <a:pt x="0" y="249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58" name="object 558"/>
          <p:cNvSpPr/>
          <p:nvPr/>
        </p:nvSpPr>
        <p:spPr>
          <a:xfrm>
            <a:off x="5403349" y="2138161"/>
            <a:ext cx="20949" cy="38698"/>
          </a:xfrm>
          <a:custGeom>
            <a:avLst/>
            <a:gdLst/>
            <a:ahLst/>
            <a:cxnLst/>
            <a:rect l="l" t="t" r="r" b="b"/>
            <a:pathLst>
              <a:path w="20949" h="38698">
                <a:moveTo>
                  <a:pt x="15968" y="18870"/>
                </a:moveTo>
                <a:lnTo>
                  <a:pt x="20949" y="0"/>
                </a:lnTo>
                <a:lnTo>
                  <a:pt x="9502" y="639"/>
                </a:lnTo>
                <a:lnTo>
                  <a:pt x="1165" y="9656"/>
                </a:lnTo>
                <a:lnTo>
                  <a:pt x="0" y="12980"/>
                </a:lnTo>
                <a:lnTo>
                  <a:pt x="376" y="26029"/>
                </a:lnTo>
                <a:lnTo>
                  <a:pt x="7383" y="35836"/>
                </a:lnTo>
                <a:lnTo>
                  <a:pt x="10987" y="37735"/>
                </a:lnTo>
                <a:lnTo>
                  <a:pt x="12787" y="38398"/>
                </a:lnTo>
                <a:lnTo>
                  <a:pt x="14666" y="38698"/>
                </a:lnTo>
                <a:lnTo>
                  <a:pt x="16549" y="38620"/>
                </a:lnTo>
                <a:lnTo>
                  <a:pt x="15968" y="18870"/>
                </a:lnTo>
                <a:close/>
              </a:path>
            </a:pathLst>
          </a:custGeom>
          <a:solidFill>
            <a:srgbClr val="1F1F1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59" name="object 559"/>
          <p:cNvSpPr/>
          <p:nvPr/>
        </p:nvSpPr>
        <p:spPr>
          <a:xfrm>
            <a:off x="5408462" y="2137890"/>
            <a:ext cx="26470" cy="38903"/>
          </a:xfrm>
          <a:custGeom>
            <a:avLst/>
            <a:gdLst/>
            <a:ahLst/>
            <a:cxnLst/>
            <a:rect l="l" t="t" r="r" b="b"/>
            <a:pathLst>
              <a:path w="26470" h="38903">
                <a:moveTo>
                  <a:pt x="26470" y="19451"/>
                </a:moveTo>
                <a:lnTo>
                  <a:pt x="26470" y="8707"/>
                </a:lnTo>
                <a:lnTo>
                  <a:pt x="20544" y="0"/>
                </a:lnTo>
                <a:lnTo>
                  <a:pt x="5926" y="0"/>
                </a:lnTo>
                <a:lnTo>
                  <a:pt x="0" y="8707"/>
                </a:lnTo>
                <a:lnTo>
                  <a:pt x="0" y="30195"/>
                </a:lnTo>
                <a:lnTo>
                  <a:pt x="5926" y="38903"/>
                </a:lnTo>
                <a:lnTo>
                  <a:pt x="20544" y="38903"/>
                </a:lnTo>
                <a:lnTo>
                  <a:pt x="26470" y="30195"/>
                </a:lnTo>
                <a:lnTo>
                  <a:pt x="26470" y="19451"/>
                </a:lnTo>
                <a:close/>
              </a:path>
            </a:pathLst>
          </a:custGeom>
          <a:solidFill>
            <a:srgbClr val="5F5F5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60" name="object 560"/>
          <p:cNvSpPr/>
          <p:nvPr/>
        </p:nvSpPr>
        <p:spPr>
          <a:xfrm>
            <a:off x="5410234" y="2139552"/>
            <a:ext cx="23279" cy="35785"/>
          </a:xfrm>
          <a:custGeom>
            <a:avLst/>
            <a:gdLst/>
            <a:ahLst/>
            <a:cxnLst/>
            <a:rect l="l" t="t" r="r" b="b"/>
            <a:pathLst>
              <a:path w="23279" h="35785">
                <a:moveTo>
                  <a:pt x="23279" y="17892"/>
                </a:moveTo>
                <a:lnTo>
                  <a:pt x="23278" y="8011"/>
                </a:lnTo>
                <a:lnTo>
                  <a:pt x="18069" y="0"/>
                </a:lnTo>
                <a:lnTo>
                  <a:pt x="5209" y="0"/>
                </a:lnTo>
                <a:lnTo>
                  <a:pt x="0" y="8011"/>
                </a:lnTo>
                <a:lnTo>
                  <a:pt x="0" y="27773"/>
                </a:lnTo>
                <a:lnTo>
                  <a:pt x="5209" y="35785"/>
                </a:lnTo>
                <a:lnTo>
                  <a:pt x="18069" y="35785"/>
                </a:lnTo>
                <a:lnTo>
                  <a:pt x="23279" y="27773"/>
                </a:lnTo>
                <a:lnTo>
                  <a:pt x="23279" y="17892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61" name="object 561"/>
          <p:cNvSpPr/>
          <p:nvPr/>
        </p:nvSpPr>
        <p:spPr>
          <a:xfrm>
            <a:off x="5414890" y="2145117"/>
            <a:ext cx="15133" cy="25071"/>
          </a:xfrm>
          <a:custGeom>
            <a:avLst/>
            <a:gdLst/>
            <a:ahLst/>
            <a:cxnLst/>
            <a:rect l="l" t="t" r="r" b="b"/>
            <a:pathLst>
              <a:path w="15133" h="25071">
                <a:moveTo>
                  <a:pt x="15133" y="12534"/>
                </a:moveTo>
                <a:lnTo>
                  <a:pt x="15133" y="5614"/>
                </a:lnTo>
                <a:lnTo>
                  <a:pt x="11745" y="0"/>
                </a:lnTo>
                <a:lnTo>
                  <a:pt x="3388" y="0"/>
                </a:lnTo>
                <a:lnTo>
                  <a:pt x="0" y="5614"/>
                </a:lnTo>
                <a:lnTo>
                  <a:pt x="0" y="19458"/>
                </a:lnTo>
                <a:lnTo>
                  <a:pt x="3388" y="25071"/>
                </a:lnTo>
                <a:lnTo>
                  <a:pt x="11745" y="25071"/>
                </a:lnTo>
                <a:lnTo>
                  <a:pt x="15133" y="19458"/>
                </a:lnTo>
                <a:lnTo>
                  <a:pt x="15133" y="12534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62" name="object 562"/>
          <p:cNvSpPr/>
          <p:nvPr/>
        </p:nvSpPr>
        <p:spPr>
          <a:xfrm>
            <a:off x="5426104" y="2147235"/>
            <a:ext cx="292" cy="311"/>
          </a:xfrm>
          <a:custGeom>
            <a:avLst/>
            <a:gdLst/>
            <a:ahLst/>
            <a:cxnLst/>
            <a:rect l="l" t="t" r="r" b="b"/>
            <a:pathLst>
              <a:path w="292" h="311">
                <a:moveTo>
                  <a:pt x="292" y="311"/>
                </a:moveTo>
                <a:lnTo>
                  <a:pt x="4" y="4"/>
                </a:lnTo>
                <a:lnTo>
                  <a:pt x="292" y="311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63" name="object 563"/>
          <p:cNvSpPr/>
          <p:nvPr/>
        </p:nvSpPr>
        <p:spPr>
          <a:xfrm>
            <a:off x="5425171" y="2146446"/>
            <a:ext cx="328" cy="244"/>
          </a:xfrm>
          <a:custGeom>
            <a:avLst/>
            <a:gdLst/>
            <a:ahLst/>
            <a:cxnLst/>
            <a:rect l="l" t="t" r="r" b="b"/>
            <a:pathLst>
              <a:path w="328" h="244">
                <a:moveTo>
                  <a:pt x="328" y="244"/>
                </a:moveTo>
                <a:lnTo>
                  <a:pt x="13" y="8"/>
                </a:lnTo>
                <a:lnTo>
                  <a:pt x="328" y="244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64" name="object 564"/>
          <p:cNvSpPr/>
          <p:nvPr/>
        </p:nvSpPr>
        <p:spPr>
          <a:xfrm>
            <a:off x="5422823" y="2145552"/>
            <a:ext cx="357" cy="43"/>
          </a:xfrm>
          <a:custGeom>
            <a:avLst/>
            <a:gdLst/>
            <a:ahLst/>
            <a:cxnLst/>
            <a:rect l="l" t="t" r="r" b="b"/>
            <a:pathLst>
              <a:path w="357" h="43">
                <a:moveTo>
                  <a:pt x="357" y="43"/>
                </a:moveTo>
                <a:lnTo>
                  <a:pt x="8" y="0"/>
                </a:lnTo>
                <a:lnTo>
                  <a:pt x="357" y="43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65" name="object 565"/>
          <p:cNvSpPr/>
          <p:nvPr/>
        </p:nvSpPr>
        <p:spPr>
          <a:xfrm>
            <a:off x="5418812" y="2146940"/>
            <a:ext cx="311" cy="295"/>
          </a:xfrm>
          <a:custGeom>
            <a:avLst/>
            <a:gdLst/>
            <a:ahLst/>
            <a:cxnLst/>
            <a:rect l="l" t="t" r="r" b="b"/>
            <a:pathLst>
              <a:path w="311" h="295">
                <a:moveTo>
                  <a:pt x="311" y="0"/>
                </a:moveTo>
                <a:lnTo>
                  <a:pt x="13" y="281"/>
                </a:lnTo>
                <a:lnTo>
                  <a:pt x="311" y="0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66" name="object 566"/>
          <p:cNvSpPr/>
          <p:nvPr/>
        </p:nvSpPr>
        <p:spPr>
          <a:xfrm>
            <a:off x="5417968" y="2147867"/>
            <a:ext cx="279" cy="365"/>
          </a:xfrm>
          <a:custGeom>
            <a:avLst/>
            <a:gdLst/>
            <a:ahLst/>
            <a:cxnLst/>
            <a:rect l="l" t="t" r="r" b="b"/>
            <a:pathLst>
              <a:path w="279" h="365">
                <a:moveTo>
                  <a:pt x="279" y="0"/>
                </a:moveTo>
                <a:lnTo>
                  <a:pt x="6" y="356"/>
                </a:lnTo>
                <a:lnTo>
                  <a:pt x="279" y="0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67" name="object 567"/>
          <p:cNvSpPr/>
          <p:nvPr/>
        </p:nvSpPr>
        <p:spPr>
          <a:xfrm>
            <a:off x="5415295" y="2157017"/>
            <a:ext cx="10" cy="641"/>
          </a:xfrm>
          <a:custGeom>
            <a:avLst/>
            <a:gdLst/>
            <a:ahLst/>
            <a:cxnLst/>
            <a:rect l="l" t="t" r="r" b="b"/>
            <a:pathLst>
              <a:path w="10" h="641">
                <a:moveTo>
                  <a:pt x="10" y="0"/>
                </a:moveTo>
                <a:lnTo>
                  <a:pt x="0" y="634"/>
                </a:lnTo>
                <a:lnTo>
                  <a:pt x="10" y="0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68" name="object 568"/>
          <p:cNvSpPr/>
          <p:nvPr/>
        </p:nvSpPr>
        <p:spPr>
          <a:xfrm>
            <a:off x="5414485" y="2152091"/>
            <a:ext cx="3489" cy="16230"/>
          </a:xfrm>
          <a:custGeom>
            <a:avLst/>
            <a:gdLst/>
            <a:ahLst/>
            <a:cxnLst/>
            <a:rect l="l" t="t" r="r" b="b"/>
            <a:pathLst>
              <a:path w="3489" h="16230">
                <a:moveTo>
                  <a:pt x="2274" y="14639"/>
                </a:moveTo>
                <a:lnTo>
                  <a:pt x="2488" y="13341"/>
                </a:lnTo>
                <a:lnTo>
                  <a:pt x="2544" y="15071"/>
                </a:lnTo>
                <a:lnTo>
                  <a:pt x="2831" y="15477"/>
                </a:lnTo>
                <a:lnTo>
                  <a:pt x="3129" y="15866"/>
                </a:lnTo>
                <a:lnTo>
                  <a:pt x="3437" y="16230"/>
                </a:lnTo>
                <a:lnTo>
                  <a:pt x="3478" y="14978"/>
                </a:lnTo>
                <a:lnTo>
                  <a:pt x="3212" y="14600"/>
                </a:lnTo>
                <a:lnTo>
                  <a:pt x="2963" y="14200"/>
                </a:lnTo>
                <a:lnTo>
                  <a:pt x="2720" y="13779"/>
                </a:lnTo>
                <a:lnTo>
                  <a:pt x="2491" y="13345"/>
                </a:lnTo>
                <a:lnTo>
                  <a:pt x="2274" y="12880"/>
                </a:lnTo>
                <a:lnTo>
                  <a:pt x="2070" y="12402"/>
                </a:lnTo>
                <a:lnTo>
                  <a:pt x="1876" y="11910"/>
                </a:lnTo>
                <a:lnTo>
                  <a:pt x="1699" y="11400"/>
                </a:lnTo>
                <a:lnTo>
                  <a:pt x="1536" y="10872"/>
                </a:lnTo>
                <a:lnTo>
                  <a:pt x="1395" y="10344"/>
                </a:lnTo>
                <a:lnTo>
                  <a:pt x="1260" y="9777"/>
                </a:lnTo>
                <a:lnTo>
                  <a:pt x="1142" y="9206"/>
                </a:lnTo>
                <a:lnTo>
                  <a:pt x="1041" y="8621"/>
                </a:lnTo>
                <a:lnTo>
                  <a:pt x="958" y="8029"/>
                </a:lnTo>
                <a:lnTo>
                  <a:pt x="893" y="7426"/>
                </a:lnTo>
                <a:lnTo>
                  <a:pt x="848" y="6813"/>
                </a:lnTo>
                <a:lnTo>
                  <a:pt x="816" y="6188"/>
                </a:lnTo>
                <a:lnTo>
                  <a:pt x="810" y="5571"/>
                </a:lnTo>
                <a:lnTo>
                  <a:pt x="764" y="0"/>
                </a:lnTo>
                <a:lnTo>
                  <a:pt x="609" y="574"/>
                </a:lnTo>
                <a:lnTo>
                  <a:pt x="470" y="1155"/>
                </a:lnTo>
                <a:lnTo>
                  <a:pt x="349" y="1751"/>
                </a:lnTo>
                <a:lnTo>
                  <a:pt x="245" y="2361"/>
                </a:lnTo>
                <a:lnTo>
                  <a:pt x="159" y="2978"/>
                </a:lnTo>
                <a:lnTo>
                  <a:pt x="89" y="3609"/>
                </a:lnTo>
                <a:lnTo>
                  <a:pt x="41" y="4248"/>
                </a:lnTo>
                <a:lnTo>
                  <a:pt x="10" y="4901"/>
                </a:lnTo>
                <a:lnTo>
                  <a:pt x="0" y="5557"/>
                </a:lnTo>
                <a:lnTo>
                  <a:pt x="10" y="6213"/>
                </a:lnTo>
                <a:lnTo>
                  <a:pt x="41" y="6866"/>
                </a:lnTo>
                <a:lnTo>
                  <a:pt x="86" y="7505"/>
                </a:lnTo>
                <a:lnTo>
                  <a:pt x="155" y="8136"/>
                </a:lnTo>
                <a:lnTo>
                  <a:pt x="245" y="8753"/>
                </a:lnTo>
                <a:lnTo>
                  <a:pt x="346" y="9363"/>
                </a:lnTo>
                <a:lnTo>
                  <a:pt x="470" y="9959"/>
                </a:lnTo>
                <a:lnTo>
                  <a:pt x="605" y="10540"/>
                </a:lnTo>
                <a:lnTo>
                  <a:pt x="761" y="11107"/>
                </a:lnTo>
                <a:lnTo>
                  <a:pt x="934" y="11664"/>
                </a:lnTo>
                <a:lnTo>
                  <a:pt x="1121" y="12203"/>
                </a:lnTo>
                <a:lnTo>
                  <a:pt x="1322" y="12723"/>
                </a:lnTo>
                <a:lnTo>
                  <a:pt x="1391" y="10330"/>
                </a:lnTo>
                <a:lnTo>
                  <a:pt x="1322" y="12723"/>
                </a:lnTo>
                <a:lnTo>
                  <a:pt x="1536" y="13230"/>
                </a:lnTo>
                <a:lnTo>
                  <a:pt x="1768" y="13719"/>
                </a:lnTo>
                <a:lnTo>
                  <a:pt x="2014" y="14189"/>
                </a:lnTo>
                <a:lnTo>
                  <a:pt x="2274" y="14639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69" name="object 569"/>
          <p:cNvSpPr/>
          <p:nvPr/>
        </p:nvSpPr>
        <p:spPr>
          <a:xfrm>
            <a:off x="5417697" y="2146034"/>
            <a:ext cx="1221" cy="2582"/>
          </a:xfrm>
          <a:custGeom>
            <a:avLst/>
            <a:gdLst/>
            <a:ahLst/>
            <a:cxnLst/>
            <a:rect l="l" t="t" r="r" b="b"/>
            <a:pathLst>
              <a:path w="1221" h="2582">
                <a:moveTo>
                  <a:pt x="0" y="2582"/>
                </a:moveTo>
                <a:lnTo>
                  <a:pt x="270" y="2199"/>
                </a:lnTo>
                <a:lnTo>
                  <a:pt x="550" y="1833"/>
                </a:lnTo>
                <a:lnTo>
                  <a:pt x="834" y="1498"/>
                </a:lnTo>
                <a:lnTo>
                  <a:pt x="1111" y="1205"/>
                </a:lnTo>
                <a:lnTo>
                  <a:pt x="1221" y="0"/>
                </a:lnTo>
                <a:lnTo>
                  <a:pt x="893" y="278"/>
                </a:lnTo>
                <a:lnTo>
                  <a:pt x="560" y="592"/>
                </a:lnTo>
                <a:lnTo>
                  <a:pt x="266" y="2204"/>
                </a:lnTo>
                <a:lnTo>
                  <a:pt x="0" y="2582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70" name="object 570"/>
          <p:cNvSpPr/>
          <p:nvPr/>
        </p:nvSpPr>
        <p:spPr>
          <a:xfrm>
            <a:off x="5417922" y="2167069"/>
            <a:ext cx="903" cy="1911"/>
          </a:xfrm>
          <a:custGeom>
            <a:avLst/>
            <a:gdLst/>
            <a:ahLst/>
            <a:cxnLst/>
            <a:rect l="l" t="t" r="r" b="b"/>
            <a:pathLst>
              <a:path w="903" h="1911">
                <a:moveTo>
                  <a:pt x="595" y="692"/>
                </a:moveTo>
                <a:lnTo>
                  <a:pt x="314" y="356"/>
                </a:lnTo>
                <a:lnTo>
                  <a:pt x="45" y="5"/>
                </a:lnTo>
                <a:lnTo>
                  <a:pt x="0" y="1252"/>
                </a:lnTo>
                <a:lnTo>
                  <a:pt x="318" y="1594"/>
                </a:lnTo>
                <a:lnTo>
                  <a:pt x="654" y="1911"/>
                </a:lnTo>
                <a:lnTo>
                  <a:pt x="886" y="998"/>
                </a:lnTo>
                <a:lnTo>
                  <a:pt x="595" y="692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71" name="object 571"/>
          <p:cNvSpPr/>
          <p:nvPr/>
        </p:nvSpPr>
        <p:spPr>
          <a:xfrm>
            <a:off x="5418577" y="2168068"/>
            <a:ext cx="1059" cy="1712"/>
          </a:xfrm>
          <a:custGeom>
            <a:avLst/>
            <a:gdLst/>
            <a:ahLst/>
            <a:cxnLst/>
            <a:rect l="l" t="t" r="r" b="b"/>
            <a:pathLst>
              <a:path w="1059" h="1712">
                <a:moveTo>
                  <a:pt x="841" y="549"/>
                </a:moveTo>
                <a:lnTo>
                  <a:pt x="695" y="1472"/>
                </a:lnTo>
                <a:lnTo>
                  <a:pt x="1059" y="1712"/>
                </a:lnTo>
                <a:lnTo>
                  <a:pt x="858" y="563"/>
                </a:lnTo>
                <a:lnTo>
                  <a:pt x="533" y="285"/>
                </a:lnTo>
                <a:lnTo>
                  <a:pt x="235" y="3"/>
                </a:lnTo>
                <a:lnTo>
                  <a:pt x="0" y="913"/>
                </a:lnTo>
                <a:lnTo>
                  <a:pt x="342" y="1206"/>
                </a:lnTo>
                <a:lnTo>
                  <a:pt x="695" y="1472"/>
                </a:lnTo>
                <a:lnTo>
                  <a:pt x="841" y="549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72" name="object 572"/>
          <p:cNvSpPr/>
          <p:nvPr/>
        </p:nvSpPr>
        <p:spPr>
          <a:xfrm>
            <a:off x="5419272" y="2145317"/>
            <a:ext cx="740" cy="1373"/>
          </a:xfrm>
          <a:custGeom>
            <a:avLst/>
            <a:gdLst/>
            <a:ahLst/>
            <a:cxnLst/>
            <a:rect l="l" t="t" r="r" b="b"/>
            <a:pathLst>
              <a:path w="740" h="1373">
                <a:moveTo>
                  <a:pt x="363" y="210"/>
                </a:moveTo>
                <a:lnTo>
                  <a:pt x="20" y="435"/>
                </a:lnTo>
                <a:lnTo>
                  <a:pt x="145" y="1373"/>
                </a:lnTo>
                <a:lnTo>
                  <a:pt x="456" y="1137"/>
                </a:lnTo>
                <a:lnTo>
                  <a:pt x="740" y="0"/>
                </a:lnTo>
                <a:lnTo>
                  <a:pt x="387" y="196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73" name="object 573"/>
          <p:cNvSpPr/>
          <p:nvPr/>
        </p:nvSpPr>
        <p:spPr>
          <a:xfrm>
            <a:off x="5419743" y="2144774"/>
            <a:ext cx="1858" cy="1670"/>
          </a:xfrm>
          <a:custGeom>
            <a:avLst/>
            <a:gdLst/>
            <a:ahLst/>
            <a:cxnLst/>
            <a:rect l="l" t="t" r="r" b="b"/>
            <a:pathLst>
              <a:path w="1858" h="1670">
                <a:moveTo>
                  <a:pt x="1858" y="0"/>
                </a:moveTo>
                <a:lnTo>
                  <a:pt x="1477" y="82"/>
                </a:lnTo>
                <a:lnTo>
                  <a:pt x="1076" y="199"/>
                </a:lnTo>
                <a:lnTo>
                  <a:pt x="1301" y="998"/>
                </a:lnTo>
                <a:lnTo>
                  <a:pt x="989" y="1120"/>
                </a:lnTo>
                <a:lnTo>
                  <a:pt x="678" y="349"/>
                </a:lnTo>
                <a:lnTo>
                  <a:pt x="304" y="1469"/>
                </a:lnTo>
                <a:lnTo>
                  <a:pt x="6" y="1665"/>
                </a:lnTo>
                <a:lnTo>
                  <a:pt x="321" y="1460"/>
                </a:lnTo>
                <a:lnTo>
                  <a:pt x="654" y="1273"/>
                </a:lnTo>
                <a:lnTo>
                  <a:pt x="973" y="1127"/>
                </a:lnTo>
                <a:lnTo>
                  <a:pt x="1317" y="994"/>
                </a:lnTo>
                <a:lnTo>
                  <a:pt x="1640" y="895"/>
                </a:lnTo>
                <a:lnTo>
                  <a:pt x="1858" y="0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74" name="object 574"/>
          <p:cNvSpPr/>
          <p:nvPr/>
        </p:nvSpPr>
        <p:spPr>
          <a:xfrm>
            <a:off x="5420048" y="2169063"/>
            <a:ext cx="344" cy="190"/>
          </a:xfrm>
          <a:custGeom>
            <a:avLst/>
            <a:gdLst/>
            <a:ahLst/>
            <a:cxnLst/>
            <a:rect l="l" t="t" r="r" b="b"/>
            <a:pathLst>
              <a:path w="344" h="190">
                <a:moveTo>
                  <a:pt x="24" y="15"/>
                </a:moveTo>
                <a:lnTo>
                  <a:pt x="344" y="190"/>
                </a:lnTo>
                <a:lnTo>
                  <a:pt x="2" y="1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75" name="object 575"/>
          <p:cNvSpPr/>
          <p:nvPr/>
        </p:nvSpPr>
        <p:spPr>
          <a:xfrm>
            <a:off x="5420377" y="2169246"/>
            <a:ext cx="411" cy="1077"/>
          </a:xfrm>
          <a:custGeom>
            <a:avLst/>
            <a:gdLst/>
            <a:ahLst/>
            <a:cxnLst/>
            <a:rect l="l" t="t" r="r" b="b"/>
            <a:pathLst>
              <a:path w="411" h="1077">
                <a:moveTo>
                  <a:pt x="411" y="1077"/>
                </a:moveTo>
                <a:lnTo>
                  <a:pt x="332" y="157"/>
                </a:lnTo>
                <a:lnTo>
                  <a:pt x="24" y="12"/>
                </a:lnTo>
                <a:lnTo>
                  <a:pt x="20" y="925"/>
                </a:lnTo>
                <a:lnTo>
                  <a:pt x="411" y="1077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76" name="object 576"/>
          <p:cNvSpPr/>
          <p:nvPr/>
        </p:nvSpPr>
        <p:spPr>
          <a:xfrm>
            <a:off x="5420422" y="2144974"/>
            <a:ext cx="623" cy="931"/>
          </a:xfrm>
          <a:custGeom>
            <a:avLst/>
            <a:gdLst/>
            <a:ahLst/>
            <a:cxnLst/>
            <a:rect l="l" t="t" r="r" b="b"/>
            <a:pathLst>
              <a:path w="623" h="931">
                <a:moveTo>
                  <a:pt x="366" y="10"/>
                </a:moveTo>
                <a:lnTo>
                  <a:pt x="0" y="149"/>
                </a:lnTo>
                <a:lnTo>
                  <a:pt x="287" y="931"/>
                </a:lnTo>
                <a:lnTo>
                  <a:pt x="623" y="799"/>
                </a:lnTo>
                <a:lnTo>
                  <a:pt x="398" y="0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77" name="object 577"/>
          <p:cNvSpPr/>
          <p:nvPr/>
        </p:nvSpPr>
        <p:spPr>
          <a:xfrm>
            <a:off x="5419424" y="2168621"/>
            <a:ext cx="2178" cy="1911"/>
          </a:xfrm>
          <a:custGeom>
            <a:avLst/>
            <a:gdLst/>
            <a:ahLst/>
            <a:cxnLst/>
            <a:rect l="l" t="t" r="r" b="b"/>
            <a:pathLst>
              <a:path w="2178" h="1911">
                <a:moveTo>
                  <a:pt x="1960" y="1015"/>
                </a:moveTo>
                <a:lnTo>
                  <a:pt x="1652" y="924"/>
                </a:lnTo>
                <a:lnTo>
                  <a:pt x="1309" y="793"/>
                </a:lnTo>
                <a:lnTo>
                  <a:pt x="1639" y="919"/>
                </a:lnTo>
                <a:lnTo>
                  <a:pt x="1290" y="784"/>
                </a:lnTo>
                <a:lnTo>
                  <a:pt x="969" y="632"/>
                </a:lnTo>
                <a:lnTo>
                  <a:pt x="648" y="457"/>
                </a:lnTo>
                <a:lnTo>
                  <a:pt x="305" y="231"/>
                </a:lnTo>
                <a:lnTo>
                  <a:pt x="0" y="0"/>
                </a:lnTo>
                <a:lnTo>
                  <a:pt x="212" y="1158"/>
                </a:lnTo>
                <a:lnTo>
                  <a:pt x="593" y="1369"/>
                </a:lnTo>
                <a:lnTo>
                  <a:pt x="973" y="1550"/>
                </a:lnTo>
                <a:lnTo>
                  <a:pt x="953" y="624"/>
                </a:lnTo>
                <a:lnTo>
                  <a:pt x="1285" y="782"/>
                </a:lnTo>
                <a:lnTo>
                  <a:pt x="1365" y="1702"/>
                </a:lnTo>
                <a:lnTo>
                  <a:pt x="1766" y="1823"/>
                </a:lnTo>
                <a:lnTo>
                  <a:pt x="2178" y="1911"/>
                </a:lnTo>
                <a:lnTo>
                  <a:pt x="1960" y="1015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78" name="object 578"/>
          <p:cNvSpPr/>
          <p:nvPr/>
        </p:nvSpPr>
        <p:spPr>
          <a:xfrm>
            <a:off x="5421415" y="2169645"/>
            <a:ext cx="1754" cy="960"/>
          </a:xfrm>
          <a:custGeom>
            <a:avLst/>
            <a:gdLst/>
            <a:ahLst/>
            <a:cxnLst/>
            <a:rect l="l" t="t" r="r" b="b"/>
            <a:pathLst>
              <a:path w="1754" h="960">
                <a:moveTo>
                  <a:pt x="1754" y="68"/>
                </a:moveTo>
                <a:lnTo>
                  <a:pt x="1393" y="113"/>
                </a:lnTo>
                <a:lnTo>
                  <a:pt x="1055" y="128"/>
                </a:lnTo>
                <a:lnTo>
                  <a:pt x="699" y="115"/>
                </a:lnTo>
                <a:lnTo>
                  <a:pt x="333" y="69"/>
                </a:lnTo>
                <a:lnTo>
                  <a:pt x="0" y="0"/>
                </a:lnTo>
                <a:lnTo>
                  <a:pt x="315" y="67"/>
                </a:lnTo>
                <a:lnTo>
                  <a:pt x="668" y="112"/>
                </a:lnTo>
                <a:lnTo>
                  <a:pt x="1024" y="960"/>
                </a:lnTo>
                <a:lnTo>
                  <a:pt x="1446" y="944"/>
                </a:lnTo>
                <a:lnTo>
                  <a:pt x="1415" y="112"/>
                </a:lnTo>
                <a:lnTo>
                  <a:pt x="1754" y="68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79" name="object 579"/>
          <p:cNvSpPr/>
          <p:nvPr/>
        </p:nvSpPr>
        <p:spPr>
          <a:xfrm>
            <a:off x="5421407" y="2145591"/>
            <a:ext cx="357" cy="73"/>
          </a:xfrm>
          <a:custGeom>
            <a:avLst/>
            <a:gdLst/>
            <a:ahLst/>
            <a:cxnLst/>
            <a:rect l="l" t="t" r="r" b="b"/>
            <a:pathLst>
              <a:path w="357" h="73">
                <a:moveTo>
                  <a:pt x="7" y="71"/>
                </a:moveTo>
                <a:lnTo>
                  <a:pt x="357" y="0"/>
                </a:lnTo>
                <a:lnTo>
                  <a:pt x="7" y="71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80" name="object 580"/>
          <p:cNvSpPr/>
          <p:nvPr/>
        </p:nvSpPr>
        <p:spPr>
          <a:xfrm>
            <a:off x="5420733" y="2169415"/>
            <a:ext cx="1706" cy="1189"/>
          </a:xfrm>
          <a:custGeom>
            <a:avLst/>
            <a:gdLst/>
            <a:ahLst/>
            <a:cxnLst/>
            <a:rect l="l" t="t" r="r" b="b"/>
            <a:pathLst>
              <a:path w="1706" h="1189">
                <a:moveTo>
                  <a:pt x="1350" y="342"/>
                </a:moveTo>
                <a:lnTo>
                  <a:pt x="1031" y="302"/>
                </a:lnTo>
                <a:lnTo>
                  <a:pt x="681" y="229"/>
                </a:lnTo>
                <a:lnTo>
                  <a:pt x="1015" y="299"/>
                </a:lnTo>
                <a:lnTo>
                  <a:pt x="671" y="226"/>
                </a:lnTo>
                <a:lnTo>
                  <a:pt x="330" y="125"/>
                </a:lnTo>
                <a:lnTo>
                  <a:pt x="0" y="0"/>
                </a:lnTo>
                <a:lnTo>
                  <a:pt x="311" y="120"/>
                </a:lnTo>
                <a:lnTo>
                  <a:pt x="650" y="222"/>
                </a:lnTo>
                <a:lnTo>
                  <a:pt x="868" y="1117"/>
                </a:lnTo>
                <a:lnTo>
                  <a:pt x="1284" y="1171"/>
                </a:lnTo>
                <a:lnTo>
                  <a:pt x="1706" y="1189"/>
                </a:lnTo>
                <a:lnTo>
                  <a:pt x="1350" y="342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81" name="object 581"/>
          <p:cNvSpPr/>
          <p:nvPr/>
        </p:nvSpPr>
        <p:spPr>
          <a:xfrm>
            <a:off x="5422100" y="2169758"/>
            <a:ext cx="709" cy="15"/>
          </a:xfrm>
          <a:custGeom>
            <a:avLst/>
            <a:gdLst/>
            <a:ahLst/>
            <a:cxnLst/>
            <a:rect l="l" t="t" r="r" b="b"/>
            <a:pathLst>
              <a:path w="709" h="15">
                <a:moveTo>
                  <a:pt x="355" y="14"/>
                </a:moveTo>
                <a:lnTo>
                  <a:pt x="0" y="0"/>
                </a:lnTo>
                <a:lnTo>
                  <a:pt x="339" y="15"/>
                </a:lnTo>
                <a:lnTo>
                  <a:pt x="696" y="1"/>
                </a:lnTo>
                <a:lnTo>
                  <a:pt x="355" y="14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82" name="object 582"/>
          <p:cNvSpPr/>
          <p:nvPr/>
        </p:nvSpPr>
        <p:spPr>
          <a:xfrm>
            <a:off x="5422471" y="2144703"/>
            <a:ext cx="391" cy="845"/>
          </a:xfrm>
          <a:custGeom>
            <a:avLst/>
            <a:gdLst/>
            <a:ahLst/>
            <a:cxnLst/>
            <a:rect l="l" t="t" r="r" b="b"/>
            <a:pathLst>
              <a:path w="391" h="845">
                <a:moveTo>
                  <a:pt x="325" y="845"/>
                </a:moveTo>
                <a:lnTo>
                  <a:pt x="391" y="14"/>
                </a:lnTo>
                <a:lnTo>
                  <a:pt x="0" y="0"/>
                </a:lnTo>
                <a:lnTo>
                  <a:pt x="0" y="831"/>
                </a:lnTo>
                <a:lnTo>
                  <a:pt x="325" y="845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83" name="object 583"/>
          <p:cNvSpPr/>
          <p:nvPr/>
        </p:nvSpPr>
        <p:spPr>
          <a:xfrm>
            <a:off x="5422862" y="2169415"/>
            <a:ext cx="1626" cy="1173"/>
          </a:xfrm>
          <a:custGeom>
            <a:avLst/>
            <a:gdLst/>
            <a:ahLst/>
            <a:cxnLst/>
            <a:rect l="l" t="t" r="r" b="b"/>
            <a:pathLst>
              <a:path w="1626" h="1173">
                <a:moveTo>
                  <a:pt x="0" y="1173"/>
                </a:moveTo>
                <a:lnTo>
                  <a:pt x="415" y="1122"/>
                </a:lnTo>
                <a:lnTo>
                  <a:pt x="633" y="229"/>
                </a:lnTo>
                <a:lnTo>
                  <a:pt x="976" y="130"/>
                </a:lnTo>
                <a:lnTo>
                  <a:pt x="827" y="1037"/>
                </a:lnTo>
                <a:lnTo>
                  <a:pt x="1228" y="919"/>
                </a:lnTo>
                <a:lnTo>
                  <a:pt x="1626" y="767"/>
                </a:lnTo>
                <a:lnTo>
                  <a:pt x="1318" y="0"/>
                </a:lnTo>
                <a:lnTo>
                  <a:pt x="1007" y="120"/>
                </a:lnTo>
                <a:lnTo>
                  <a:pt x="644" y="226"/>
                </a:lnTo>
                <a:lnTo>
                  <a:pt x="307" y="298"/>
                </a:lnTo>
                <a:lnTo>
                  <a:pt x="0" y="1173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84" name="object 584"/>
          <p:cNvSpPr/>
          <p:nvPr/>
        </p:nvSpPr>
        <p:spPr>
          <a:xfrm>
            <a:off x="5422831" y="2169712"/>
            <a:ext cx="349" cy="877"/>
          </a:xfrm>
          <a:custGeom>
            <a:avLst/>
            <a:gdLst/>
            <a:ahLst/>
            <a:cxnLst/>
            <a:rect l="l" t="t" r="r" b="b"/>
            <a:pathLst>
              <a:path w="349" h="877">
                <a:moveTo>
                  <a:pt x="318" y="5"/>
                </a:moveTo>
                <a:lnTo>
                  <a:pt x="0" y="45"/>
                </a:lnTo>
                <a:lnTo>
                  <a:pt x="31" y="877"/>
                </a:lnTo>
                <a:lnTo>
                  <a:pt x="318" y="5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85" name="object 585"/>
          <p:cNvSpPr/>
          <p:nvPr/>
        </p:nvSpPr>
        <p:spPr>
          <a:xfrm>
            <a:off x="5423277" y="2169545"/>
            <a:ext cx="560" cy="992"/>
          </a:xfrm>
          <a:custGeom>
            <a:avLst/>
            <a:gdLst/>
            <a:ahLst/>
            <a:cxnLst/>
            <a:rect l="l" t="t" r="r" b="b"/>
            <a:pathLst>
              <a:path w="560" h="992">
                <a:moveTo>
                  <a:pt x="560" y="0"/>
                </a:moveTo>
                <a:lnTo>
                  <a:pt x="249" y="92"/>
                </a:lnTo>
                <a:lnTo>
                  <a:pt x="0" y="992"/>
                </a:lnTo>
                <a:lnTo>
                  <a:pt x="411" y="907"/>
                </a:lnTo>
                <a:lnTo>
                  <a:pt x="560" y="0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86" name="object 586"/>
          <p:cNvSpPr/>
          <p:nvPr/>
        </p:nvSpPr>
        <p:spPr>
          <a:xfrm>
            <a:off x="5423277" y="2144771"/>
            <a:ext cx="816" cy="991"/>
          </a:xfrm>
          <a:custGeom>
            <a:avLst/>
            <a:gdLst/>
            <a:ahLst/>
            <a:cxnLst/>
            <a:rect l="l" t="t" r="r" b="b"/>
            <a:pathLst>
              <a:path w="816" h="991">
                <a:moveTo>
                  <a:pt x="411" y="85"/>
                </a:moveTo>
                <a:lnTo>
                  <a:pt x="34" y="3"/>
                </a:lnTo>
                <a:lnTo>
                  <a:pt x="221" y="891"/>
                </a:lnTo>
                <a:lnTo>
                  <a:pt x="560" y="991"/>
                </a:lnTo>
                <a:lnTo>
                  <a:pt x="816" y="203"/>
                </a:lnTo>
                <a:lnTo>
                  <a:pt x="443" y="92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87" name="object 587"/>
          <p:cNvSpPr/>
          <p:nvPr/>
        </p:nvSpPr>
        <p:spPr>
          <a:xfrm>
            <a:off x="5423843" y="2145124"/>
            <a:ext cx="1407" cy="1316"/>
          </a:xfrm>
          <a:custGeom>
            <a:avLst/>
            <a:gdLst/>
            <a:ahLst/>
            <a:cxnLst/>
            <a:rect l="l" t="t" r="r" b="b"/>
            <a:pathLst>
              <a:path w="1407" h="1316">
                <a:moveTo>
                  <a:pt x="1407" y="388"/>
                </a:moveTo>
                <a:lnTo>
                  <a:pt x="1057" y="192"/>
                </a:lnTo>
                <a:lnTo>
                  <a:pt x="673" y="10"/>
                </a:lnTo>
                <a:lnTo>
                  <a:pt x="337" y="770"/>
                </a:lnTo>
                <a:lnTo>
                  <a:pt x="29" y="649"/>
                </a:lnTo>
                <a:lnTo>
                  <a:pt x="353" y="777"/>
                </a:lnTo>
                <a:lnTo>
                  <a:pt x="670" y="923"/>
                </a:lnTo>
                <a:lnTo>
                  <a:pt x="1019" y="1120"/>
                </a:lnTo>
                <a:lnTo>
                  <a:pt x="1320" y="1316"/>
                </a:lnTo>
                <a:lnTo>
                  <a:pt x="1407" y="388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88" name="object 588"/>
          <p:cNvSpPr/>
          <p:nvPr/>
        </p:nvSpPr>
        <p:spPr>
          <a:xfrm>
            <a:off x="5424190" y="2169064"/>
            <a:ext cx="672" cy="347"/>
          </a:xfrm>
          <a:custGeom>
            <a:avLst/>
            <a:gdLst/>
            <a:ahLst/>
            <a:cxnLst/>
            <a:rect l="l" t="t" r="r" b="b"/>
            <a:pathLst>
              <a:path w="672" h="347">
                <a:moveTo>
                  <a:pt x="335" y="188"/>
                </a:moveTo>
                <a:lnTo>
                  <a:pt x="0" y="347"/>
                </a:lnTo>
                <a:lnTo>
                  <a:pt x="323" y="195"/>
                </a:lnTo>
                <a:lnTo>
                  <a:pt x="672" y="0"/>
                </a:lnTo>
                <a:lnTo>
                  <a:pt x="335" y="188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89" name="object 589"/>
          <p:cNvSpPr/>
          <p:nvPr/>
        </p:nvSpPr>
        <p:spPr>
          <a:xfrm>
            <a:off x="5424197" y="2145902"/>
            <a:ext cx="340" cy="160"/>
          </a:xfrm>
          <a:custGeom>
            <a:avLst/>
            <a:gdLst/>
            <a:ahLst/>
            <a:cxnLst/>
            <a:rect l="l" t="t" r="r" b="b"/>
            <a:pathLst>
              <a:path w="340" h="160">
                <a:moveTo>
                  <a:pt x="8" y="3"/>
                </a:moveTo>
                <a:lnTo>
                  <a:pt x="340" y="160"/>
                </a:lnTo>
                <a:lnTo>
                  <a:pt x="8" y="3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90" name="object 590"/>
          <p:cNvSpPr/>
          <p:nvPr/>
        </p:nvSpPr>
        <p:spPr>
          <a:xfrm>
            <a:off x="5424842" y="2145513"/>
            <a:ext cx="1262" cy="1721"/>
          </a:xfrm>
          <a:custGeom>
            <a:avLst/>
            <a:gdLst/>
            <a:ahLst/>
            <a:cxnLst/>
            <a:rect l="l" t="t" r="r" b="b"/>
            <a:pathLst>
              <a:path w="1262" h="1721">
                <a:moveTo>
                  <a:pt x="778" y="238"/>
                </a:moveTo>
                <a:lnTo>
                  <a:pt x="432" y="14"/>
                </a:lnTo>
                <a:lnTo>
                  <a:pt x="321" y="927"/>
                </a:lnTo>
                <a:lnTo>
                  <a:pt x="0" y="716"/>
                </a:lnTo>
                <a:lnTo>
                  <a:pt x="329" y="932"/>
                </a:lnTo>
                <a:lnTo>
                  <a:pt x="657" y="1177"/>
                </a:lnTo>
                <a:lnTo>
                  <a:pt x="965" y="1441"/>
                </a:lnTo>
                <a:lnTo>
                  <a:pt x="1262" y="1721"/>
                </a:lnTo>
                <a:lnTo>
                  <a:pt x="1135" y="506"/>
                </a:lnTo>
                <a:lnTo>
                  <a:pt x="799" y="253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91" name="object 591"/>
          <p:cNvSpPr/>
          <p:nvPr/>
        </p:nvSpPr>
        <p:spPr>
          <a:xfrm>
            <a:off x="5423848" y="2168068"/>
            <a:ext cx="2472" cy="2115"/>
          </a:xfrm>
          <a:custGeom>
            <a:avLst/>
            <a:gdLst/>
            <a:ahLst/>
            <a:cxnLst/>
            <a:rect l="l" t="t" r="r" b="b"/>
            <a:pathLst>
              <a:path w="2472" h="2115">
                <a:moveTo>
                  <a:pt x="2243" y="17"/>
                </a:moveTo>
                <a:lnTo>
                  <a:pt x="2129" y="1221"/>
                </a:lnTo>
                <a:lnTo>
                  <a:pt x="2472" y="927"/>
                </a:lnTo>
                <a:lnTo>
                  <a:pt x="2261" y="0"/>
                </a:lnTo>
                <a:lnTo>
                  <a:pt x="1942" y="299"/>
                </a:lnTo>
                <a:lnTo>
                  <a:pt x="1631" y="567"/>
                </a:lnTo>
                <a:lnTo>
                  <a:pt x="1316" y="802"/>
                </a:lnTo>
                <a:lnTo>
                  <a:pt x="994" y="1010"/>
                </a:lnTo>
                <a:lnTo>
                  <a:pt x="689" y="1178"/>
                </a:lnTo>
                <a:lnTo>
                  <a:pt x="360" y="1335"/>
                </a:lnTo>
                <a:lnTo>
                  <a:pt x="0" y="1473"/>
                </a:lnTo>
                <a:lnTo>
                  <a:pt x="333" y="1347"/>
                </a:lnTo>
                <a:lnTo>
                  <a:pt x="641" y="2115"/>
                </a:lnTo>
                <a:lnTo>
                  <a:pt x="1028" y="1935"/>
                </a:lnTo>
                <a:lnTo>
                  <a:pt x="1402" y="1727"/>
                </a:lnTo>
                <a:lnTo>
                  <a:pt x="1773" y="1488"/>
                </a:lnTo>
                <a:lnTo>
                  <a:pt x="2129" y="1221"/>
                </a:lnTo>
                <a:lnTo>
                  <a:pt x="2243" y="17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92" name="object 592"/>
          <p:cNvSpPr/>
          <p:nvPr/>
        </p:nvSpPr>
        <p:spPr>
          <a:xfrm>
            <a:off x="5426666" y="2167069"/>
            <a:ext cx="283" cy="370"/>
          </a:xfrm>
          <a:custGeom>
            <a:avLst/>
            <a:gdLst/>
            <a:ahLst/>
            <a:cxnLst/>
            <a:rect l="l" t="t" r="r" b="b"/>
            <a:pathLst>
              <a:path w="283" h="370">
                <a:moveTo>
                  <a:pt x="273" y="14"/>
                </a:moveTo>
                <a:lnTo>
                  <a:pt x="0" y="370"/>
                </a:lnTo>
                <a:lnTo>
                  <a:pt x="273" y="14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93" name="object 593"/>
          <p:cNvSpPr/>
          <p:nvPr/>
        </p:nvSpPr>
        <p:spPr>
          <a:xfrm>
            <a:off x="5426666" y="2147867"/>
            <a:ext cx="283" cy="370"/>
          </a:xfrm>
          <a:custGeom>
            <a:avLst/>
            <a:gdLst/>
            <a:ahLst/>
            <a:cxnLst/>
            <a:rect l="l" t="t" r="r" b="b"/>
            <a:pathLst>
              <a:path w="283" h="370">
                <a:moveTo>
                  <a:pt x="273" y="356"/>
                </a:moveTo>
                <a:lnTo>
                  <a:pt x="0" y="0"/>
                </a:lnTo>
                <a:lnTo>
                  <a:pt x="279" y="365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94" name="object 594"/>
          <p:cNvSpPr/>
          <p:nvPr/>
        </p:nvSpPr>
        <p:spPr>
          <a:xfrm>
            <a:off x="5426104" y="2152091"/>
            <a:ext cx="4324" cy="16904"/>
          </a:xfrm>
          <a:custGeom>
            <a:avLst/>
            <a:gdLst/>
            <a:ahLst/>
            <a:cxnLst/>
            <a:rect l="l" t="t" r="r" b="b"/>
            <a:pathLst>
              <a:path w="4324" h="16904">
                <a:moveTo>
                  <a:pt x="1825" y="13355"/>
                </a:moveTo>
                <a:lnTo>
                  <a:pt x="1770" y="15085"/>
                </a:lnTo>
                <a:lnTo>
                  <a:pt x="2043" y="14653"/>
                </a:lnTo>
                <a:lnTo>
                  <a:pt x="2303" y="14204"/>
                </a:lnTo>
                <a:lnTo>
                  <a:pt x="2549" y="13733"/>
                </a:lnTo>
                <a:lnTo>
                  <a:pt x="2621" y="11411"/>
                </a:lnTo>
                <a:lnTo>
                  <a:pt x="2549" y="13733"/>
                </a:lnTo>
                <a:lnTo>
                  <a:pt x="2781" y="13248"/>
                </a:lnTo>
                <a:lnTo>
                  <a:pt x="2999" y="12738"/>
                </a:lnTo>
                <a:lnTo>
                  <a:pt x="3199" y="12217"/>
                </a:lnTo>
                <a:lnTo>
                  <a:pt x="3386" y="11678"/>
                </a:lnTo>
                <a:lnTo>
                  <a:pt x="3559" y="11125"/>
                </a:lnTo>
                <a:lnTo>
                  <a:pt x="3514" y="5571"/>
                </a:lnTo>
                <a:lnTo>
                  <a:pt x="3559" y="11125"/>
                </a:lnTo>
                <a:lnTo>
                  <a:pt x="3715" y="10551"/>
                </a:lnTo>
                <a:lnTo>
                  <a:pt x="3854" y="9973"/>
                </a:lnTo>
                <a:lnTo>
                  <a:pt x="3975" y="9377"/>
                </a:lnTo>
                <a:lnTo>
                  <a:pt x="4079" y="8767"/>
                </a:lnTo>
                <a:lnTo>
                  <a:pt x="4169" y="8150"/>
                </a:lnTo>
                <a:lnTo>
                  <a:pt x="4234" y="7515"/>
                </a:lnTo>
                <a:lnTo>
                  <a:pt x="4283" y="6880"/>
                </a:lnTo>
                <a:lnTo>
                  <a:pt x="4314" y="6228"/>
                </a:lnTo>
                <a:lnTo>
                  <a:pt x="4324" y="5571"/>
                </a:lnTo>
                <a:lnTo>
                  <a:pt x="4314" y="4911"/>
                </a:lnTo>
                <a:lnTo>
                  <a:pt x="4286" y="4262"/>
                </a:lnTo>
                <a:lnTo>
                  <a:pt x="4234" y="3620"/>
                </a:lnTo>
                <a:lnTo>
                  <a:pt x="4169" y="2992"/>
                </a:lnTo>
                <a:lnTo>
                  <a:pt x="4082" y="2372"/>
                </a:lnTo>
                <a:lnTo>
                  <a:pt x="3978" y="1765"/>
                </a:lnTo>
                <a:lnTo>
                  <a:pt x="3857" y="1170"/>
                </a:lnTo>
                <a:lnTo>
                  <a:pt x="3719" y="585"/>
                </a:lnTo>
                <a:lnTo>
                  <a:pt x="3563" y="17"/>
                </a:lnTo>
                <a:lnTo>
                  <a:pt x="3514" y="5557"/>
                </a:lnTo>
                <a:lnTo>
                  <a:pt x="3504" y="6203"/>
                </a:lnTo>
                <a:lnTo>
                  <a:pt x="3476" y="6827"/>
                </a:lnTo>
                <a:lnTo>
                  <a:pt x="3428" y="7437"/>
                </a:lnTo>
                <a:lnTo>
                  <a:pt x="3362" y="8043"/>
                </a:lnTo>
                <a:lnTo>
                  <a:pt x="3279" y="8635"/>
                </a:lnTo>
                <a:lnTo>
                  <a:pt x="3182" y="9220"/>
                </a:lnTo>
                <a:lnTo>
                  <a:pt x="3064" y="9788"/>
                </a:lnTo>
                <a:lnTo>
                  <a:pt x="2936" y="10332"/>
                </a:lnTo>
                <a:lnTo>
                  <a:pt x="2784" y="10886"/>
                </a:lnTo>
                <a:lnTo>
                  <a:pt x="2625" y="11400"/>
                </a:lnTo>
                <a:lnTo>
                  <a:pt x="2441" y="11924"/>
                </a:lnTo>
                <a:lnTo>
                  <a:pt x="2251" y="12417"/>
                </a:lnTo>
                <a:lnTo>
                  <a:pt x="2047" y="12895"/>
                </a:lnTo>
                <a:lnTo>
                  <a:pt x="1831" y="13342"/>
                </a:lnTo>
                <a:lnTo>
                  <a:pt x="1597" y="13797"/>
                </a:lnTo>
                <a:lnTo>
                  <a:pt x="1354" y="14214"/>
                </a:lnTo>
                <a:lnTo>
                  <a:pt x="1102" y="14614"/>
                </a:lnTo>
                <a:lnTo>
                  <a:pt x="841" y="14983"/>
                </a:lnTo>
                <a:lnTo>
                  <a:pt x="562" y="15349"/>
                </a:lnTo>
                <a:lnTo>
                  <a:pt x="278" y="15684"/>
                </a:lnTo>
                <a:lnTo>
                  <a:pt x="0" y="15981"/>
                </a:lnTo>
                <a:lnTo>
                  <a:pt x="216" y="16904"/>
                </a:lnTo>
                <a:lnTo>
                  <a:pt x="551" y="16590"/>
                </a:lnTo>
                <a:lnTo>
                  <a:pt x="873" y="16248"/>
                </a:lnTo>
                <a:lnTo>
                  <a:pt x="1185" y="15880"/>
                </a:lnTo>
                <a:lnTo>
                  <a:pt x="1482" y="15491"/>
                </a:lnTo>
                <a:lnTo>
                  <a:pt x="1770" y="15085"/>
                </a:lnTo>
                <a:lnTo>
                  <a:pt x="1825" y="13355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95" name="object 595"/>
          <p:cNvSpPr/>
          <p:nvPr/>
        </p:nvSpPr>
        <p:spPr>
          <a:xfrm>
            <a:off x="5428728" y="2162963"/>
            <a:ext cx="164" cy="531"/>
          </a:xfrm>
          <a:custGeom>
            <a:avLst/>
            <a:gdLst/>
            <a:ahLst/>
            <a:cxnLst/>
            <a:rect l="l" t="t" r="r" b="b"/>
            <a:pathLst>
              <a:path w="164" h="531">
                <a:moveTo>
                  <a:pt x="164" y="0"/>
                </a:moveTo>
                <a:lnTo>
                  <a:pt x="0" y="531"/>
                </a:lnTo>
                <a:lnTo>
                  <a:pt x="160" y="14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96" name="object 596"/>
          <p:cNvSpPr/>
          <p:nvPr/>
        </p:nvSpPr>
        <p:spPr>
          <a:xfrm>
            <a:off x="5428889" y="2162423"/>
            <a:ext cx="151" cy="554"/>
          </a:xfrm>
          <a:custGeom>
            <a:avLst/>
            <a:gdLst/>
            <a:ahLst/>
            <a:cxnLst/>
            <a:rect l="l" t="t" r="r" b="b"/>
            <a:pathLst>
              <a:path w="151" h="554">
                <a:moveTo>
                  <a:pt x="148" y="12"/>
                </a:moveTo>
                <a:lnTo>
                  <a:pt x="0" y="554"/>
                </a:lnTo>
                <a:lnTo>
                  <a:pt x="148" y="12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97" name="object 597"/>
          <p:cNvSpPr/>
          <p:nvPr/>
        </p:nvSpPr>
        <p:spPr>
          <a:xfrm>
            <a:off x="5425977" y="2146019"/>
            <a:ext cx="3686" cy="11635"/>
          </a:xfrm>
          <a:custGeom>
            <a:avLst/>
            <a:gdLst/>
            <a:ahLst/>
            <a:cxnLst/>
            <a:rect l="l" t="t" r="r" b="b"/>
            <a:pathLst>
              <a:path w="3686" h="11635">
                <a:moveTo>
                  <a:pt x="3631" y="11011"/>
                </a:moveTo>
                <a:lnTo>
                  <a:pt x="3641" y="11635"/>
                </a:lnTo>
                <a:lnTo>
                  <a:pt x="3686" y="6071"/>
                </a:lnTo>
                <a:lnTo>
                  <a:pt x="3516" y="5532"/>
                </a:lnTo>
                <a:lnTo>
                  <a:pt x="3333" y="4993"/>
                </a:lnTo>
                <a:lnTo>
                  <a:pt x="3129" y="4473"/>
                </a:lnTo>
                <a:lnTo>
                  <a:pt x="2914" y="3966"/>
                </a:lnTo>
                <a:lnTo>
                  <a:pt x="2682" y="3477"/>
                </a:lnTo>
                <a:lnTo>
                  <a:pt x="2436" y="3010"/>
                </a:lnTo>
                <a:lnTo>
                  <a:pt x="2177" y="2557"/>
                </a:lnTo>
                <a:lnTo>
                  <a:pt x="1907" y="2129"/>
                </a:lnTo>
                <a:lnTo>
                  <a:pt x="1620" y="1719"/>
                </a:lnTo>
                <a:lnTo>
                  <a:pt x="1325" y="1330"/>
                </a:lnTo>
                <a:lnTo>
                  <a:pt x="1017" y="966"/>
                </a:lnTo>
                <a:lnTo>
                  <a:pt x="695" y="624"/>
                </a:lnTo>
                <a:lnTo>
                  <a:pt x="360" y="306"/>
                </a:lnTo>
                <a:lnTo>
                  <a:pt x="17" y="14"/>
                </a:lnTo>
                <a:lnTo>
                  <a:pt x="114" y="1202"/>
                </a:lnTo>
                <a:lnTo>
                  <a:pt x="418" y="1526"/>
                </a:lnTo>
                <a:lnTo>
                  <a:pt x="699" y="1862"/>
                </a:lnTo>
                <a:lnTo>
                  <a:pt x="962" y="2204"/>
                </a:lnTo>
                <a:lnTo>
                  <a:pt x="1239" y="2596"/>
                </a:lnTo>
                <a:lnTo>
                  <a:pt x="1488" y="2999"/>
                </a:lnTo>
                <a:lnTo>
                  <a:pt x="1734" y="3420"/>
                </a:lnTo>
                <a:lnTo>
                  <a:pt x="1959" y="3856"/>
                </a:lnTo>
                <a:lnTo>
                  <a:pt x="2173" y="4301"/>
                </a:lnTo>
                <a:lnTo>
                  <a:pt x="2378" y="4779"/>
                </a:lnTo>
                <a:lnTo>
                  <a:pt x="2575" y="5290"/>
                </a:lnTo>
                <a:lnTo>
                  <a:pt x="2751" y="5800"/>
                </a:lnTo>
                <a:lnTo>
                  <a:pt x="2914" y="6328"/>
                </a:lnTo>
                <a:lnTo>
                  <a:pt x="3063" y="6866"/>
                </a:lnTo>
                <a:lnTo>
                  <a:pt x="3195" y="7423"/>
                </a:lnTo>
                <a:lnTo>
                  <a:pt x="3309" y="7993"/>
                </a:lnTo>
                <a:lnTo>
                  <a:pt x="3409" y="8575"/>
                </a:lnTo>
                <a:lnTo>
                  <a:pt x="3492" y="9171"/>
                </a:lnTo>
                <a:lnTo>
                  <a:pt x="3555" y="9770"/>
                </a:lnTo>
                <a:lnTo>
                  <a:pt x="3603" y="10387"/>
                </a:lnTo>
                <a:lnTo>
                  <a:pt x="3631" y="11011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98" name="object 598"/>
          <p:cNvSpPr/>
          <p:nvPr/>
        </p:nvSpPr>
        <p:spPr>
          <a:xfrm>
            <a:off x="5428151" y="2150321"/>
            <a:ext cx="207" cy="492"/>
          </a:xfrm>
          <a:custGeom>
            <a:avLst/>
            <a:gdLst/>
            <a:ahLst/>
            <a:cxnLst/>
            <a:rect l="l" t="t" r="r" b="b"/>
            <a:pathLst>
              <a:path w="207" h="492">
                <a:moveTo>
                  <a:pt x="6" y="14"/>
                </a:moveTo>
                <a:lnTo>
                  <a:pt x="207" y="492"/>
                </a:lnTo>
                <a:lnTo>
                  <a:pt x="6" y="14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99" name="object 599"/>
          <p:cNvSpPr/>
          <p:nvPr/>
        </p:nvSpPr>
        <p:spPr>
          <a:xfrm>
            <a:off x="5422017" y="2144703"/>
            <a:ext cx="422" cy="848"/>
          </a:xfrm>
          <a:custGeom>
            <a:avLst/>
            <a:gdLst/>
            <a:ahLst/>
            <a:cxnLst/>
            <a:rect l="l" t="t" r="r" b="b"/>
            <a:pathLst>
              <a:path w="422" h="848">
                <a:moveTo>
                  <a:pt x="422" y="0"/>
                </a:moveTo>
                <a:lnTo>
                  <a:pt x="34" y="14"/>
                </a:lnTo>
                <a:lnTo>
                  <a:pt x="65" y="848"/>
                </a:lnTo>
                <a:lnTo>
                  <a:pt x="422" y="831"/>
                </a:lnTo>
                <a:lnTo>
                  <a:pt x="422" y="0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00" name="object 600"/>
          <p:cNvSpPr/>
          <p:nvPr/>
        </p:nvSpPr>
        <p:spPr>
          <a:xfrm>
            <a:off x="5416770" y="2165432"/>
            <a:ext cx="259" cy="1730"/>
          </a:xfrm>
          <a:custGeom>
            <a:avLst/>
            <a:gdLst/>
            <a:ahLst/>
            <a:cxnLst/>
            <a:rect l="l" t="t" r="r" b="b"/>
            <a:pathLst>
              <a:path w="259" h="1730">
                <a:moveTo>
                  <a:pt x="204" y="0"/>
                </a:moveTo>
                <a:lnTo>
                  <a:pt x="0" y="1312"/>
                </a:lnTo>
                <a:lnTo>
                  <a:pt x="259" y="1730"/>
                </a:lnTo>
                <a:lnTo>
                  <a:pt x="211" y="14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01" name="object 601"/>
          <p:cNvSpPr/>
          <p:nvPr/>
        </p:nvSpPr>
        <p:spPr>
          <a:xfrm>
            <a:off x="5415877" y="2162423"/>
            <a:ext cx="148" cy="554"/>
          </a:xfrm>
          <a:custGeom>
            <a:avLst/>
            <a:gdLst/>
            <a:ahLst/>
            <a:cxnLst/>
            <a:rect l="l" t="t" r="r" b="b"/>
            <a:pathLst>
              <a:path w="148" h="554">
                <a:moveTo>
                  <a:pt x="2" y="12"/>
                </a:moveTo>
                <a:lnTo>
                  <a:pt x="148" y="554"/>
                </a:lnTo>
                <a:lnTo>
                  <a:pt x="0" y="0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02" name="object 602"/>
          <p:cNvSpPr/>
          <p:nvPr/>
        </p:nvSpPr>
        <p:spPr>
          <a:xfrm>
            <a:off x="5415250" y="2146644"/>
            <a:ext cx="2990" cy="11650"/>
          </a:xfrm>
          <a:custGeom>
            <a:avLst/>
            <a:gdLst/>
            <a:ahLst/>
            <a:cxnLst/>
            <a:rect l="l" t="t" r="r" b="b"/>
            <a:pathLst>
              <a:path w="2990" h="11650">
                <a:moveTo>
                  <a:pt x="1727" y="3231"/>
                </a:moveTo>
                <a:lnTo>
                  <a:pt x="1962" y="2778"/>
                </a:lnTo>
                <a:lnTo>
                  <a:pt x="2205" y="2357"/>
                </a:lnTo>
                <a:lnTo>
                  <a:pt x="2461" y="1958"/>
                </a:lnTo>
                <a:lnTo>
                  <a:pt x="2713" y="1594"/>
                </a:lnTo>
                <a:lnTo>
                  <a:pt x="2990" y="0"/>
                </a:lnTo>
                <a:lnTo>
                  <a:pt x="2686" y="324"/>
                </a:lnTo>
                <a:lnTo>
                  <a:pt x="2374" y="692"/>
                </a:lnTo>
                <a:lnTo>
                  <a:pt x="2076" y="1080"/>
                </a:lnTo>
                <a:lnTo>
                  <a:pt x="1793" y="1487"/>
                </a:lnTo>
                <a:lnTo>
                  <a:pt x="1519" y="1919"/>
                </a:lnTo>
                <a:lnTo>
                  <a:pt x="1256" y="2368"/>
                </a:lnTo>
                <a:lnTo>
                  <a:pt x="1014" y="2839"/>
                </a:lnTo>
                <a:lnTo>
                  <a:pt x="778" y="3328"/>
                </a:lnTo>
                <a:lnTo>
                  <a:pt x="564" y="3834"/>
                </a:lnTo>
                <a:lnTo>
                  <a:pt x="359" y="4355"/>
                </a:lnTo>
                <a:lnTo>
                  <a:pt x="173" y="4894"/>
                </a:lnTo>
                <a:lnTo>
                  <a:pt x="0" y="5446"/>
                </a:lnTo>
                <a:lnTo>
                  <a:pt x="45" y="11018"/>
                </a:lnTo>
                <a:lnTo>
                  <a:pt x="51" y="11650"/>
                </a:lnTo>
                <a:lnTo>
                  <a:pt x="45" y="11014"/>
                </a:lnTo>
                <a:lnTo>
                  <a:pt x="55" y="10373"/>
                </a:lnTo>
                <a:lnTo>
                  <a:pt x="83" y="9748"/>
                </a:lnTo>
                <a:lnTo>
                  <a:pt x="131" y="9135"/>
                </a:lnTo>
                <a:lnTo>
                  <a:pt x="197" y="8532"/>
                </a:lnTo>
                <a:lnTo>
                  <a:pt x="280" y="7936"/>
                </a:lnTo>
                <a:lnTo>
                  <a:pt x="380" y="7355"/>
                </a:lnTo>
                <a:lnTo>
                  <a:pt x="495" y="6788"/>
                </a:lnTo>
                <a:lnTo>
                  <a:pt x="630" y="6231"/>
                </a:lnTo>
                <a:lnTo>
                  <a:pt x="775" y="5685"/>
                </a:lnTo>
                <a:lnTo>
                  <a:pt x="941" y="5161"/>
                </a:lnTo>
                <a:lnTo>
                  <a:pt x="1118" y="4651"/>
                </a:lnTo>
                <a:lnTo>
                  <a:pt x="1308" y="4155"/>
                </a:lnTo>
                <a:lnTo>
                  <a:pt x="1516" y="3677"/>
                </a:lnTo>
                <a:lnTo>
                  <a:pt x="1734" y="3221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03" name="object 603"/>
          <p:cNvSpPr/>
          <p:nvPr/>
        </p:nvSpPr>
        <p:spPr>
          <a:xfrm>
            <a:off x="5418518" y="2145135"/>
            <a:ext cx="1879" cy="2411"/>
          </a:xfrm>
          <a:custGeom>
            <a:avLst/>
            <a:gdLst/>
            <a:ahLst/>
            <a:cxnLst/>
            <a:rect l="l" t="t" r="r" b="b"/>
            <a:pathLst>
              <a:path w="1879" h="2411">
                <a:moveTo>
                  <a:pt x="905" y="1551"/>
                </a:moveTo>
                <a:lnTo>
                  <a:pt x="1225" y="1310"/>
                </a:lnTo>
                <a:lnTo>
                  <a:pt x="1530" y="1109"/>
                </a:lnTo>
                <a:lnTo>
                  <a:pt x="1879" y="0"/>
                </a:lnTo>
                <a:lnTo>
                  <a:pt x="1519" y="171"/>
                </a:lnTo>
                <a:lnTo>
                  <a:pt x="1211" y="1319"/>
                </a:lnTo>
                <a:lnTo>
                  <a:pt x="917" y="1540"/>
                </a:lnTo>
                <a:lnTo>
                  <a:pt x="754" y="631"/>
                </a:lnTo>
                <a:lnTo>
                  <a:pt x="418" y="884"/>
                </a:lnTo>
                <a:lnTo>
                  <a:pt x="290" y="2104"/>
                </a:lnTo>
                <a:lnTo>
                  <a:pt x="0" y="2411"/>
                </a:lnTo>
                <a:lnTo>
                  <a:pt x="294" y="2100"/>
                </a:lnTo>
                <a:lnTo>
                  <a:pt x="605" y="1804"/>
                </a:lnTo>
                <a:lnTo>
                  <a:pt x="905" y="1551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04" name="object 604"/>
          <p:cNvSpPr/>
          <p:nvPr/>
        </p:nvSpPr>
        <p:spPr>
          <a:xfrm>
            <a:off x="5420065" y="2146048"/>
            <a:ext cx="332" cy="186"/>
          </a:xfrm>
          <a:custGeom>
            <a:avLst/>
            <a:gdLst/>
            <a:ahLst/>
            <a:cxnLst/>
            <a:rect l="l" t="t" r="r" b="b"/>
            <a:pathLst>
              <a:path w="332" h="186">
                <a:moveTo>
                  <a:pt x="332" y="0"/>
                </a:moveTo>
                <a:lnTo>
                  <a:pt x="7" y="181"/>
                </a:lnTo>
                <a:lnTo>
                  <a:pt x="332" y="0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05" name="object 605"/>
          <p:cNvSpPr/>
          <p:nvPr/>
        </p:nvSpPr>
        <p:spPr>
          <a:xfrm>
            <a:off x="5421060" y="2144703"/>
            <a:ext cx="3432" cy="1191"/>
          </a:xfrm>
          <a:custGeom>
            <a:avLst/>
            <a:gdLst/>
            <a:ahLst/>
            <a:cxnLst/>
            <a:rect l="l" t="t" r="r" b="b"/>
            <a:pathLst>
              <a:path w="3432" h="1191">
                <a:moveTo>
                  <a:pt x="2454" y="964"/>
                </a:moveTo>
                <a:lnTo>
                  <a:pt x="2782" y="1061"/>
                </a:lnTo>
                <a:lnTo>
                  <a:pt x="3120" y="1191"/>
                </a:lnTo>
                <a:lnTo>
                  <a:pt x="3432" y="420"/>
                </a:lnTo>
                <a:lnTo>
                  <a:pt x="3065" y="281"/>
                </a:lnTo>
                <a:lnTo>
                  <a:pt x="2777" y="1059"/>
                </a:lnTo>
                <a:lnTo>
                  <a:pt x="2466" y="966"/>
                </a:lnTo>
                <a:lnTo>
                  <a:pt x="2217" y="67"/>
                </a:lnTo>
                <a:lnTo>
                  <a:pt x="1832" y="17"/>
                </a:lnTo>
                <a:lnTo>
                  <a:pt x="1735" y="845"/>
                </a:lnTo>
                <a:lnTo>
                  <a:pt x="1410" y="831"/>
                </a:lnTo>
                <a:lnTo>
                  <a:pt x="1410" y="0"/>
                </a:lnTo>
                <a:lnTo>
                  <a:pt x="1379" y="831"/>
                </a:lnTo>
                <a:lnTo>
                  <a:pt x="1053" y="845"/>
                </a:lnTo>
                <a:lnTo>
                  <a:pt x="957" y="17"/>
                </a:lnTo>
                <a:lnTo>
                  <a:pt x="572" y="67"/>
                </a:lnTo>
                <a:lnTo>
                  <a:pt x="323" y="966"/>
                </a:lnTo>
                <a:lnTo>
                  <a:pt x="15" y="1059"/>
                </a:lnTo>
                <a:lnTo>
                  <a:pt x="347" y="961"/>
                </a:lnTo>
                <a:lnTo>
                  <a:pt x="669" y="891"/>
                </a:lnTo>
                <a:lnTo>
                  <a:pt x="1025" y="848"/>
                </a:lnTo>
                <a:lnTo>
                  <a:pt x="1394" y="831"/>
                </a:lnTo>
                <a:lnTo>
                  <a:pt x="1762" y="848"/>
                </a:lnTo>
                <a:lnTo>
                  <a:pt x="2120" y="891"/>
                </a:lnTo>
                <a:lnTo>
                  <a:pt x="2454" y="964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06" name="object 606"/>
          <p:cNvSpPr/>
          <p:nvPr/>
        </p:nvSpPr>
        <p:spPr>
          <a:xfrm>
            <a:off x="5416257" y="2147461"/>
            <a:ext cx="10170" cy="18723"/>
          </a:xfrm>
          <a:custGeom>
            <a:avLst/>
            <a:gdLst/>
            <a:ahLst/>
            <a:cxnLst/>
            <a:rect l="l" t="t" r="r" b="b"/>
            <a:pathLst>
              <a:path w="10170" h="18723">
                <a:moveTo>
                  <a:pt x="10170" y="9360"/>
                </a:moveTo>
                <a:lnTo>
                  <a:pt x="10170" y="4191"/>
                </a:lnTo>
                <a:lnTo>
                  <a:pt x="7895" y="0"/>
                </a:lnTo>
                <a:lnTo>
                  <a:pt x="2277" y="0"/>
                </a:lnTo>
                <a:lnTo>
                  <a:pt x="0" y="4191"/>
                </a:lnTo>
                <a:lnTo>
                  <a:pt x="0" y="14532"/>
                </a:lnTo>
                <a:lnTo>
                  <a:pt x="2277" y="18723"/>
                </a:lnTo>
                <a:lnTo>
                  <a:pt x="7895" y="18723"/>
                </a:lnTo>
                <a:lnTo>
                  <a:pt x="10170" y="14532"/>
                </a:lnTo>
                <a:lnTo>
                  <a:pt x="10170" y="93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07" name="object 607"/>
          <p:cNvSpPr/>
          <p:nvPr/>
        </p:nvSpPr>
        <p:spPr>
          <a:xfrm>
            <a:off x="5421616" y="2165931"/>
            <a:ext cx="273" cy="445"/>
          </a:xfrm>
          <a:custGeom>
            <a:avLst/>
            <a:gdLst/>
            <a:ahLst/>
            <a:cxnLst/>
            <a:rect l="l" t="t" r="r" b="b"/>
            <a:pathLst>
              <a:path w="273" h="445">
                <a:moveTo>
                  <a:pt x="204" y="3"/>
                </a:moveTo>
                <a:lnTo>
                  <a:pt x="0" y="445"/>
                </a:lnTo>
                <a:lnTo>
                  <a:pt x="273" y="410"/>
                </a:lnTo>
                <a:lnTo>
                  <a:pt x="221" y="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08" name="object 608"/>
          <p:cNvSpPr/>
          <p:nvPr/>
        </p:nvSpPr>
        <p:spPr>
          <a:xfrm>
            <a:off x="5421335" y="2147250"/>
            <a:ext cx="737" cy="520"/>
          </a:xfrm>
          <a:custGeom>
            <a:avLst/>
            <a:gdLst/>
            <a:ahLst/>
            <a:cxnLst/>
            <a:rect l="l" t="t" r="r" b="b"/>
            <a:pathLst>
              <a:path w="737" h="520">
                <a:moveTo>
                  <a:pt x="484" y="460"/>
                </a:moveTo>
                <a:lnTo>
                  <a:pt x="737" y="520"/>
                </a:lnTo>
                <a:lnTo>
                  <a:pt x="501" y="463"/>
                </a:lnTo>
                <a:lnTo>
                  <a:pt x="553" y="49"/>
                </a:lnTo>
                <a:lnTo>
                  <a:pt x="297" y="17"/>
                </a:lnTo>
                <a:lnTo>
                  <a:pt x="20" y="0"/>
                </a:lnTo>
                <a:lnTo>
                  <a:pt x="0" y="417"/>
                </a:lnTo>
                <a:lnTo>
                  <a:pt x="263" y="431"/>
                </a:lnTo>
                <a:lnTo>
                  <a:pt x="496" y="462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09" name="object 609"/>
          <p:cNvSpPr/>
          <p:nvPr/>
        </p:nvSpPr>
        <p:spPr>
          <a:xfrm>
            <a:off x="5420863" y="2162685"/>
            <a:ext cx="4252" cy="3706"/>
          </a:xfrm>
          <a:custGeom>
            <a:avLst/>
            <a:gdLst/>
            <a:ahLst/>
            <a:cxnLst/>
            <a:rect l="l" t="t" r="r" b="b"/>
            <a:pathLst>
              <a:path w="4252" h="3706">
                <a:moveTo>
                  <a:pt x="1905" y="2892"/>
                </a:moveTo>
                <a:lnTo>
                  <a:pt x="1663" y="3017"/>
                </a:lnTo>
                <a:lnTo>
                  <a:pt x="1431" y="3117"/>
                </a:lnTo>
                <a:lnTo>
                  <a:pt x="1192" y="3192"/>
                </a:lnTo>
                <a:lnTo>
                  <a:pt x="969" y="3246"/>
                </a:lnTo>
                <a:lnTo>
                  <a:pt x="718" y="3278"/>
                </a:lnTo>
                <a:lnTo>
                  <a:pt x="493" y="3292"/>
                </a:lnTo>
                <a:lnTo>
                  <a:pt x="230" y="3278"/>
                </a:lnTo>
                <a:lnTo>
                  <a:pt x="0" y="3247"/>
                </a:lnTo>
                <a:lnTo>
                  <a:pt x="192" y="3691"/>
                </a:lnTo>
                <a:lnTo>
                  <a:pt x="472" y="3706"/>
                </a:lnTo>
                <a:lnTo>
                  <a:pt x="753" y="3691"/>
                </a:lnTo>
                <a:lnTo>
                  <a:pt x="957" y="3249"/>
                </a:lnTo>
                <a:lnTo>
                  <a:pt x="1026" y="3656"/>
                </a:lnTo>
                <a:lnTo>
                  <a:pt x="1299" y="3595"/>
                </a:lnTo>
                <a:lnTo>
                  <a:pt x="1569" y="3506"/>
                </a:lnTo>
                <a:lnTo>
                  <a:pt x="1833" y="3395"/>
                </a:lnTo>
                <a:lnTo>
                  <a:pt x="2085" y="3263"/>
                </a:lnTo>
                <a:lnTo>
                  <a:pt x="2338" y="3110"/>
                </a:lnTo>
                <a:lnTo>
                  <a:pt x="2580" y="2932"/>
                </a:lnTo>
                <a:lnTo>
                  <a:pt x="2760" y="2225"/>
                </a:lnTo>
                <a:lnTo>
                  <a:pt x="2580" y="2932"/>
                </a:lnTo>
                <a:lnTo>
                  <a:pt x="2812" y="2735"/>
                </a:lnTo>
                <a:lnTo>
                  <a:pt x="3044" y="2525"/>
                </a:lnTo>
                <a:lnTo>
                  <a:pt x="3266" y="2286"/>
                </a:lnTo>
                <a:lnTo>
                  <a:pt x="3477" y="2036"/>
                </a:lnTo>
                <a:lnTo>
                  <a:pt x="3685" y="1769"/>
                </a:lnTo>
                <a:lnTo>
                  <a:pt x="3882" y="1480"/>
                </a:lnTo>
                <a:lnTo>
                  <a:pt x="4072" y="1180"/>
                </a:lnTo>
                <a:lnTo>
                  <a:pt x="4221" y="14"/>
                </a:lnTo>
                <a:lnTo>
                  <a:pt x="4072" y="1180"/>
                </a:lnTo>
                <a:lnTo>
                  <a:pt x="4252" y="863"/>
                </a:lnTo>
                <a:lnTo>
                  <a:pt x="4228" y="0"/>
                </a:lnTo>
                <a:lnTo>
                  <a:pt x="3896" y="663"/>
                </a:lnTo>
                <a:lnTo>
                  <a:pt x="3726" y="963"/>
                </a:lnTo>
                <a:lnTo>
                  <a:pt x="3546" y="1248"/>
                </a:lnTo>
                <a:lnTo>
                  <a:pt x="3359" y="1519"/>
                </a:lnTo>
                <a:lnTo>
                  <a:pt x="3165" y="1769"/>
                </a:lnTo>
                <a:lnTo>
                  <a:pt x="2968" y="2008"/>
                </a:lnTo>
                <a:lnTo>
                  <a:pt x="2771" y="2215"/>
                </a:lnTo>
                <a:lnTo>
                  <a:pt x="2549" y="2422"/>
                </a:lnTo>
                <a:lnTo>
                  <a:pt x="2334" y="2603"/>
                </a:lnTo>
                <a:lnTo>
                  <a:pt x="2113" y="2760"/>
                </a:lnTo>
                <a:lnTo>
                  <a:pt x="1891" y="290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10" name="object 610"/>
          <p:cNvSpPr/>
          <p:nvPr/>
        </p:nvSpPr>
        <p:spPr>
          <a:xfrm>
            <a:off x="5424935" y="2149779"/>
            <a:ext cx="180" cy="1184"/>
          </a:xfrm>
          <a:custGeom>
            <a:avLst/>
            <a:gdLst/>
            <a:ahLst/>
            <a:cxnLst/>
            <a:rect l="l" t="t" r="r" b="b"/>
            <a:pathLst>
              <a:path w="180" h="1184">
                <a:moveTo>
                  <a:pt x="148" y="1170"/>
                </a:moveTo>
                <a:lnTo>
                  <a:pt x="180" y="317"/>
                </a:lnTo>
                <a:lnTo>
                  <a:pt x="3" y="7"/>
                </a:lnTo>
                <a:lnTo>
                  <a:pt x="148" y="117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11" name="object 611"/>
          <p:cNvSpPr/>
          <p:nvPr/>
        </p:nvSpPr>
        <p:spPr>
          <a:xfrm>
            <a:off x="5421837" y="2147300"/>
            <a:ext cx="4794" cy="14054"/>
          </a:xfrm>
          <a:custGeom>
            <a:avLst/>
            <a:gdLst/>
            <a:ahLst/>
            <a:cxnLst/>
            <a:rect l="l" t="t" r="r" b="b"/>
            <a:pathLst>
              <a:path w="4794" h="14054">
                <a:moveTo>
                  <a:pt x="4392" y="13209"/>
                </a:moveTo>
                <a:lnTo>
                  <a:pt x="4392" y="9517"/>
                </a:lnTo>
                <a:lnTo>
                  <a:pt x="4562" y="12345"/>
                </a:lnTo>
                <a:lnTo>
                  <a:pt x="4690" y="11439"/>
                </a:lnTo>
                <a:lnTo>
                  <a:pt x="4770" y="10498"/>
                </a:lnTo>
                <a:lnTo>
                  <a:pt x="4794" y="9527"/>
                </a:lnTo>
                <a:lnTo>
                  <a:pt x="4770" y="8561"/>
                </a:lnTo>
                <a:lnTo>
                  <a:pt x="4690" y="7615"/>
                </a:lnTo>
                <a:lnTo>
                  <a:pt x="4565" y="6709"/>
                </a:lnTo>
                <a:lnTo>
                  <a:pt x="4392" y="5839"/>
                </a:lnTo>
                <a:lnTo>
                  <a:pt x="4174" y="5008"/>
                </a:lnTo>
                <a:lnTo>
                  <a:pt x="3915" y="4219"/>
                </a:lnTo>
                <a:lnTo>
                  <a:pt x="3620" y="3488"/>
                </a:lnTo>
                <a:lnTo>
                  <a:pt x="3285" y="2807"/>
                </a:lnTo>
                <a:lnTo>
                  <a:pt x="3253" y="3663"/>
                </a:lnTo>
                <a:lnTo>
                  <a:pt x="3098" y="2479"/>
                </a:lnTo>
                <a:lnTo>
                  <a:pt x="2911" y="2183"/>
                </a:lnTo>
                <a:lnTo>
                  <a:pt x="2713" y="1897"/>
                </a:lnTo>
                <a:lnTo>
                  <a:pt x="2509" y="1630"/>
                </a:lnTo>
                <a:lnTo>
                  <a:pt x="2298" y="1380"/>
                </a:lnTo>
                <a:lnTo>
                  <a:pt x="2076" y="1145"/>
                </a:lnTo>
                <a:lnTo>
                  <a:pt x="1848" y="927"/>
                </a:lnTo>
                <a:lnTo>
                  <a:pt x="1616" y="734"/>
                </a:lnTo>
                <a:lnTo>
                  <a:pt x="1374" y="556"/>
                </a:lnTo>
                <a:lnTo>
                  <a:pt x="1125" y="403"/>
                </a:lnTo>
                <a:lnTo>
                  <a:pt x="872" y="267"/>
                </a:lnTo>
                <a:lnTo>
                  <a:pt x="609" y="156"/>
                </a:lnTo>
                <a:lnTo>
                  <a:pt x="688" y="638"/>
                </a:lnTo>
                <a:lnTo>
                  <a:pt x="609" y="156"/>
                </a:lnTo>
                <a:lnTo>
                  <a:pt x="342" y="67"/>
                </a:lnTo>
                <a:lnTo>
                  <a:pt x="72" y="3"/>
                </a:lnTo>
                <a:lnTo>
                  <a:pt x="0" y="413"/>
                </a:lnTo>
                <a:lnTo>
                  <a:pt x="235" y="470"/>
                </a:lnTo>
                <a:lnTo>
                  <a:pt x="470" y="549"/>
                </a:lnTo>
                <a:lnTo>
                  <a:pt x="700" y="644"/>
                </a:lnTo>
                <a:lnTo>
                  <a:pt x="931" y="766"/>
                </a:lnTo>
                <a:lnTo>
                  <a:pt x="1152" y="906"/>
                </a:lnTo>
                <a:lnTo>
                  <a:pt x="1370" y="1066"/>
                </a:lnTo>
                <a:lnTo>
                  <a:pt x="1585" y="1244"/>
                </a:lnTo>
                <a:lnTo>
                  <a:pt x="1796" y="1441"/>
                </a:lnTo>
                <a:lnTo>
                  <a:pt x="2000" y="1658"/>
                </a:lnTo>
                <a:lnTo>
                  <a:pt x="2198" y="1894"/>
                </a:lnTo>
                <a:lnTo>
                  <a:pt x="2391" y="2147"/>
                </a:lnTo>
                <a:lnTo>
                  <a:pt x="2578" y="2418"/>
                </a:lnTo>
                <a:lnTo>
                  <a:pt x="2755" y="2703"/>
                </a:lnTo>
                <a:lnTo>
                  <a:pt x="2928" y="3007"/>
                </a:lnTo>
                <a:lnTo>
                  <a:pt x="3247" y="3651"/>
                </a:lnTo>
                <a:lnTo>
                  <a:pt x="3537" y="4366"/>
                </a:lnTo>
                <a:lnTo>
                  <a:pt x="3790" y="5129"/>
                </a:lnTo>
                <a:lnTo>
                  <a:pt x="3998" y="5932"/>
                </a:lnTo>
                <a:lnTo>
                  <a:pt x="4167" y="6781"/>
                </a:lnTo>
                <a:lnTo>
                  <a:pt x="4288" y="7662"/>
                </a:lnTo>
                <a:lnTo>
                  <a:pt x="4365" y="8582"/>
                </a:lnTo>
                <a:lnTo>
                  <a:pt x="4392" y="9522"/>
                </a:lnTo>
                <a:lnTo>
                  <a:pt x="4365" y="10476"/>
                </a:lnTo>
                <a:lnTo>
                  <a:pt x="4288" y="11389"/>
                </a:lnTo>
                <a:lnTo>
                  <a:pt x="4164" y="12274"/>
                </a:lnTo>
                <a:lnTo>
                  <a:pt x="3995" y="13122"/>
                </a:lnTo>
                <a:lnTo>
                  <a:pt x="4171" y="14054"/>
                </a:lnTo>
                <a:lnTo>
                  <a:pt x="4389" y="13219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12" name="object 612"/>
          <p:cNvSpPr/>
          <p:nvPr/>
        </p:nvSpPr>
        <p:spPr>
          <a:xfrm>
            <a:off x="5426230" y="2156817"/>
            <a:ext cx="169" cy="3691"/>
          </a:xfrm>
          <a:custGeom>
            <a:avLst/>
            <a:gdLst/>
            <a:ahLst/>
            <a:cxnLst/>
            <a:rect l="l" t="t" r="r" b="b"/>
            <a:pathLst>
              <a:path w="169" h="3691">
                <a:moveTo>
                  <a:pt x="0" y="10"/>
                </a:moveTo>
                <a:lnTo>
                  <a:pt x="0" y="3691"/>
                </a:lnTo>
                <a:lnTo>
                  <a:pt x="169" y="2828"/>
                </a:lnTo>
                <a:lnTo>
                  <a:pt x="0" y="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13" name="object 613"/>
          <p:cNvSpPr/>
          <p:nvPr/>
        </p:nvSpPr>
        <p:spPr>
          <a:xfrm>
            <a:off x="5416458" y="2148035"/>
            <a:ext cx="2779" cy="14086"/>
          </a:xfrm>
          <a:custGeom>
            <a:avLst/>
            <a:gdLst/>
            <a:ahLst/>
            <a:cxnLst/>
            <a:rect l="l" t="t" r="r" b="b"/>
            <a:pathLst>
              <a:path w="2779" h="14086">
                <a:moveTo>
                  <a:pt x="398" y="5186"/>
                </a:moveTo>
                <a:lnTo>
                  <a:pt x="609" y="4381"/>
                </a:lnTo>
                <a:lnTo>
                  <a:pt x="858" y="3620"/>
                </a:lnTo>
                <a:lnTo>
                  <a:pt x="1149" y="2914"/>
                </a:lnTo>
                <a:lnTo>
                  <a:pt x="1467" y="2261"/>
                </a:lnTo>
                <a:lnTo>
                  <a:pt x="1640" y="1961"/>
                </a:lnTo>
                <a:lnTo>
                  <a:pt x="1820" y="1676"/>
                </a:lnTo>
                <a:lnTo>
                  <a:pt x="2007" y="1405"/>
                </a:lnTo>
                <a:lnTo>
                  <a:pt x="2201" y="1152"/>
                </a:lnTo>
                <a:lnTo>
                  <a:pt x="2402" y="916"/>
                </a:lnTo>
                <a:lnTo>
                  <a:pt x="2599" y="706"/>
                </a:lnTo>
                <a:lnTo>
                  <a:pt x="2779" y="0"/>
                </a:lnTo>
                <a:lnTo>
                  <a:pt x="2554" y="185"/>
                </a:lnTo>
                <a:lnTo>
                  <a:pt x="2326" y="399"/>
                </a:lnTo>
                <a:lnTo>
                  <a:pt x="2104" y="638"/>
                </a:lnTo>
                <a:lnTo>
                  <a:pt x="1889" y="888"/>
                </a:lnTo>
                <a:lnTo>
                  <a:pt x="1685" y="1155"/>
                </a:lnTo>
                <a:lnTo>
                  <a:pt x="1484" y="1441"/>
                </a:lnTo>
                <a:lnTo>
                  <a:pt x="1294" y="1744"/>
                </a:lnTo>
                <a:lnTo>
                  <a:pt x="1149" y="2914"/>
                </a:lnTo>
                <a:lnTo>
                  <a:pt x="1107" y="2072"/>
                </a:lnTo>
                <a:lnTo>
                  <a:pt x="782" y="2739"/>
                </a:lnTo>
                <a:lnTo>
                  <a:pt x="609" y="4380"/>
                </a:lnTo>
                <a:lnTo>
                  <a:pt x="477" y="3485"/>
                </a:lnTo>
                <a:lnTo>
                  <a:pt x="221" y="4259"/>
                </a:lnTo>
                <a:lnTo>
                  <a:pt x="3" y="5090"/>
                </a:lnTo>
                <a:lnTo>
                  <a:pt x="3" y="12484"/>
                </a:lnTo>
                <a:lnTo>
                  <a:pt x="218" y="13305"/>
                </a:lnTo>
                <a:lnTo>
                  <a:pt x="477" y="14086"/>
                </a:lnTo>
                <a:lnTo>
                  <a:pt x="394" y="12377"/>
                </a:lnTo>
                <a:lnTo>
                  <a:pt x="225" y="11528"/>
                </a:lnTo>
                <a:lnTo>
                  <a:pt x="103" y="10644"/>
                </a:lnTo>
                <a:lnTo>
                  <a:pt x="27" y="9727"/>
                </a:lnTo>
                <a:lnTo>
                  <a:pt x="0" y="8787"/>
                </a:lnTo>
                <a:lnTo>
                  <a:pt x="27" y="7836"/>
                </a:lnTo>
                <a:lnTo>
                  <a:pt x="103" y="6920"/>
                </a:lnTo>
                <a:lnTo>
                  <a:pt x="228" y="6031"/>
                </a:lnTo>
                <a:lnTo>
                  <a:pt x="398" y="5186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14" name="object 614"/>
          <p:cNvSpPr/>
          <p:nvPr/>
        </p:nvSpPr>
        <p:spPr>
          <a:xfrm>
            <a:off x="5419982" y="2147250"/>
            <a:ext cx="1363" cy="695"/>
          </a:xfrm>
          <a:custGeom>
            <a:avLst/>
            <a:gdLst/>
            <a:ahLst/>
            <a:cxnLst/>
            <a:rect l="l" t="t" r="r" b="b"/>
            <a:pathLst>
              <a:path w="1363" h="695">
                <a:moveTo>
                  <a:pt x="882" y="461"/>
                </a:moveTo>
                <a:lnTo>
                  <a:pt x="1128" y="428"/>
                </a:lnTo>
                <a:lnTo>
                  <a:pt x="1363" y="417"/>
                </a:lnTo>
                <a:lnTo>
                  <a:pt x="1353" y="0"/>
                </a:lnTo>
                <a:lnTo>
                  <a:pt x="1090" y="14"/>
                </a:lnTo>
                <a:lnTo>
                  <a:pt x="889" y="460"/>
                </a:lnTo>
                <a:lnTo>
                  <a:pt x="799" y="53"/>
                </a:lnTo>
                <a:lnTo>
                  <a:pt x="543" y="114"/>
                </a:lnTo>
                <a:lnTo>
                  <a:pt x="415" y="592"/>
                </a:lnTo>
                <a:lnTo>
                  <a:pt x="259" y="206"/>
                </a:lnTo>
                <a:lnTo>
                  <a:pt x="13" y="310"/>
                </a:lnTo>
                <a:lnTo>
                  <a:pt x="169" y="695"/>
                </a:lnTo>
                <a:lnTo>
                  <a:pt x="399" y="598"/>
                </a:lnTo>
                <a:lnTo>
                  <a:pt x="650" y="513"/>
                </a:lnTo>
                <a:lnTo>
                  <a:pt x="882" y="461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15" name="object 615"/>
          <p:cNvSpPr/>
          <p:nvPr/>
        </p:nvSpPr>
        <p:spPr>
          <a:xfrm>
            <a:off x="5425085" y="2160413"/>
            <a:ext cx="923" cy="3135"/>
          </a:xfrm>
          <a:custGeom>
            <a:avLst/>
            <a:gdLst/>
            <a:ahLst/>
            <a:cxnLst/>
            <a:rect l="l" t="t" r="r" b="b"/>
            <a:pathLst>
              <a:path w="923" h="3135">
                <a:moveTo>
                  <a:pt x="289" y="1562"/>
                </a:moveTo>
                <a:lnTo>
                  <a:pt x="0" y="2284"/>
                </a:lnTo>
                <a:lnTo>
                  <a:pt x="30" y="3135"/>
                </a:lnTo>
                <a:lnTo>
                  <a:pt x="366" y="2461"/>
                </a:lnTo>
                <a:lnTo>
                  <a:pt x="663" y="1722"/>
                </a:lnTo>
                <a:lnTo>
                  <a:pt x="746" y="14"/>
                </a:lnTo>
                <a:lnTo>
                  <a:pt x="663" y="1722"/>
                </a:lnTo>
                <a:lnTo>
                  <a:pt x="923" y="941"/>
                </a:lnTo>
                <a:lnTo>
                  <a:pt x="750" y="0"/>
                </a:lnTo>
                <a:lnTo>
                  <a:pt x="535" y="820"/>
                </a:lnTo>
                <a:lnTo>
                  <a:pt x="282" y="1576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16" name="object 616"/>
          <p:cNvSpPr/>
          <p:nvPr/>
        </p:nvSpPr>
        <p:spPr>
          <a:xfrm>
            <a:off x="5418853" y="2147568"/>
            <a:ext cx="1528" cy="1391"/>
          </a:xfrm>
          <a:custGeom>
            <a:avLst/>
            <a:gdLst/>
            <a:ahLst/>
            <a:cxnLst/>
            <a:rect l="l" t="t" r="r" b="b"/>
            <a:pathLst>
              <a:path w="1528" h="1391">
                <a:moveTo>
                  <a:pt x="636" y="788"/>
                </a:moveTo>
                <a:lnTo>
                  <a:pt x="858" y="627"/>
                </a:lnTo>
                <a:lnTo>
                  <a:pt x="1083" y="488"/>
                </a:lnTo>
                <a:lnTo>
                  <a:pt x="1299" y="377"/>
                </a:lnTo>
                <a:lnTo>
                  <a:pt x="1528" y="281"/>
                </a:lnTo>
                <a:lnTo>
                  <a:pt x="1311" y="370"/>
                </a:lnTo>
                <a:lnTo>
                  <a:pt x="1128" y="0"/>
                </a:lnTo>
                <a:lnTo>
                  <a:pt x="886" y="124"/>
                </a:lnTo>
                <a:lnTo>
                  <a:pt x="636" y="281"/>
                </a:lnTo>
                <a:lnTo>
                  <a:pt x="394" y="456"/>
                </a:lnTo>
                <a:lnTo>
                  <a:pt x="204" y="1173"/>
                </a:lnTo>
                <a:lnTo>
                  <a:pt x="0" y="1391"/>
                </a:lnTo>
                <a:lnTo>
                  <a:pt x="206" y="1171"/>
                </a:lnTo>
                <a:lnTo>
                  <a:pt x="422" y="966"/>
                </a:lnTo>
                <a:lnTo>
                  <a:pt x="636" y="788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17" name="object 617"/>
          <p:cNvSpPr/>
          <p:nvPr/>
        </p:nvSpPr>
        <p:spPr>
          <a:xfrm>
            <a:off x="5419060" y="2148534"/>
            <a:ext cx="216" cy="204"/>
          </a:xfrm>
          <a:custGeom>
            <a:avLst/>
            <a:gdLst/>
            <a:ahLst/>
            <a:cxnLst/>
            <a:rect l="l" t="t" r="r" b="b"/>
            <a:pathLst>
              <a:path w="216" h="204">
                <a:moveTo>
                  <a:pt x="216" y="0"/>
                </a:moveTo>
                <a:lnTo>
                  <a:pt x="4" y="199"/>
                </a:lnTo>
                <a:lnTo>
                  <a:pt x="216" y="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18" name="object 618"/>
          <p:cNvSpPr/>
          <p:nvPr/>
        </p:nvSpPr>
        <p:spPr>
          <a:xfrm>
            <a:off x="5416053" y="2153139"/>
            <a:ext cx="408" cy="7380"/>
          </a:xfrm>
          <a:custGeom>
            <a:avLst/>
            <a:gdLst/>
            <a:ahLst/>
            <a:cxnLst/>
            <a:rect l="l" t="t" r="r" b="b"/>
            <a:pathLst>
              <a:path w="408" h="7380">
                <a:moveTo>
                  <a:pt x="405" y="7369"/>
                </a:moveTo>
                <a:lnTo>
                  <a:pt x="404" y="0"/>
                </a:lnTo>
                <a:lnTo>
                  <a:pt x="231" y="856"/>
                </a:lnTo>
                <a:lnTo>
                  <a:pt x="107" y="1769"/>
                </a:lnTo>
                <a:lnTo>
                  <a:pt x="27" y="2707"/>
                </a:lnTo>
                <a:lnTo>
                  <a:pt x="0" y="3677"/>
                </a:lnTo>
                <a:lnTo>
                  <a:pt x="27" y="4647"/>
                </a:lnTo>
                <a:lnTo>
                  <a:pt x="103" y="5586"/>
                </a:lnTo>
                <a:lnTo>
                  <a:pt x="231" y="6495"/>
                </a:lnTo>
                <a:lnTo>
                  <a:pt x="405" y="7369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19" name="object 619"/>
          <p:cNvSpPr/>
          <p:nvPr/>
        </p:nvSpPr>
        <p:spPr>
          <a:xfrm>
            <a:off x="5416853" y="2160413"/>
            <a:ext cx="214" cy="1708"/>
          </a:xfrm>
          <a:custGeom>
            <a:avLst/>
            <a:gdLst/>
            <a:ahLst/>
            <a:cxnLst/>
            <a:rect l="l" t="t" r="r" b="b"/>
            <a:pathLst>
              <a:path w="214" h="1708">
                <a:moveTo>
                  <a:pt x="3" y="14"/>
                </a:moveTo>
                <a:lnTo>
                  <a:pt x="214" y="816"/>
                </a:lnTo>
                <a:lnTo>
                  <a:pt x="2" y="9"/>
                </a:lnTo>
                <a:lnTo>
                  <a:pt x="83" y="1708"/>
                </a:lnTo>
                <a:lnTo>
                  <a:pt x="3" y="14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20" name="object 620"/>
          <p:cNvSpPr/>
          <p:nvPr/>
        </p:nvSpPr>
        <p:spPr>
          <a:xfrm>
            <a:off x="5416936" y="2150789"/>
            <a:ext cx="297" cy="1637"/>
          </a:xfrm>
          <a:custGeom>
            <a:avLst/>
            <a:gdLst/>
            <a:ahLst/>
            <a:cxnLst/>
            <a:rect l="l" t="t" r="r" b="b"/>
            <a:pathLst>
              <a:path w="297" h="1637">
                <a:moveTo>
                  <a:pt x="128" y="1637"/>
                </a:moveTo>
                <a:lnTo>
                  <a:pt x="297" y="0"/>
                </a:lnTo>
                <a:lnTo>
                  <a:pt x="3" y="716"/>
                </a:lnTo>
                <a:lnTo>
                  <a:pt x="128" y="1637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21" name="object 621"/>
          <p:cNvSpPr/>
          <p:nvPr/>
        </p:nvSpPr>
        <p:spPr>
          <a:xfrm>
            <a:off x="5417566" y="2149786"/>
            <a:ext cx="183" cy="1177"/>
          </a:xfrm>
          <a:custGeom>
            <a:avLst/>
            <a:gdLst/>
            <a:ahLst/>
            <a:cxnLst/>
            <a:rect l="l" t="t" r="r" b="b"/>
            <a:pathLst>
              <a:path w="183" h="1177">
                <a:moveTo>
                  <a:pt x="34" y="1177"/>
                </a:moveTo>
                <a:lnTo>
                  <a:pt x="183" y="0"/>
                </a:lnTo>
                <a:lnTo>
                  <a:pt x="6" y="310"/>
                </a:lnTo>
                <a:lnTo>
                  <a:pt x="34" y="1177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22" name="object 622"/>
          <p:cNvSpPr/>
          <p:nvPr/>
        </p:nvSpPr>
        <p:spPr>
          <a:xfrm>
            <a:off x="5416856" y="2160427"/>
            <a:ext cx="3309" cy="5514"/>
          </a:xfrm>
          <a:custGeom>
            <a:avLst/>
            <a:gdLst/>
            <a:ahLst/>
            <a:cxnLst/>
            <a:rect l="l" t="t" r="r" b="b"/>
            <a:pathLst>
              <a:path w="3309" h="5514">
                <a:moveTo>
                  <a:pt x="1235" y="3213"/>
                </a:moveTo>
                <a:lnTo>
                  <a:pt x="1066" y="2910"/>
                </a:lnTo>
                <a:lnTo>
                  <a:pt x="750" y="2268"/>
                </a:lnTo>
                <a:lnTo>
                  <a:pt x="456" y="1548"/>
                </a:lnTo>
                <a:lnTo>
                  <a:pt x="210" y="801"/>
                </a:lnTo>
                <a:lnTo>
                  <a:pt x="0" y="0"/>
                </a:lnTo>
                <a:lnTo>
                  <a:pt x="79" y="1694"/>
                </a:lnTo>
                <a:lnTo>
                  <a:pt x="207" y="791"/>
                </a:lnTo>
                <a:lnTo>
                  <a:pt x="79" y="1694"/>
                </a:lnTo>
                <a:lnTo>
                  <a:pt x="377" y="2429"/>
                </a:lnTo>
                <a:lnTo>
                  <a:pt x="709" y="3110"/>
                </a:lnTo>
                <a:lnTo>
                  <a:pt x="744" y="2254"/>
                </a:lnTo>
                <a:lnTo>
                  <a:pt x="709" y="3110"/>
                </a:lnTo>
                <a:lnTo>
                  <a:pt x="893" y="3431"/>
                </a:lnTo>
                <a:lnTo>
                  <a:pt x="1080" y="3731"/>
                </a:lnTo>
                <a:lnTo>
                  <a:pt x="1280" y="4020"/>
                </a:lnTo>
                <a:lnTo>
                  <a:pt x="1485" y="4284"/>
                </a:lnTo>
                <a:lnTo>
                  <a:pt x="1699" y="4537"/>
                </a:lnTo>
                <a:lnTo>
                  <a:pt x="1917" y="4772"/>
                </a:lnTo>
                <a:lnTo>
                  <a:pt x="2146" y="4986"/>
                </a:lnTo>
                <a:lnTo>
                  <a:pt x="2381" y="5183"/>
                </a:lnTo>
                <a:lnTo>
                  <a:pt x="2620" y="5361"/>
                </a:lnTo>
                <a:lnTo>
                  <a:pt x="2869" y="5514"/>
                </a:lnTo>
                <a:lnTo>
                  <a:pt x="3066" y="5150"/>
                </a:lnTo>
                <a:lnTo>
                  <a:pt x="3295" y="5272"/>
                </a:lnTo>
                <a:lnTo>
                  <a:pt x="3080" y="5158"/>
                </a:lnTo>
                <a:lnTo>
                  <a:pt x="2855" y="5018"/>
                </a:lnTo>
                <a:lnTo>
                  <a:pt x="2623" y="4851"/>
                </a:lnTo>
                <a:lnTo>
                  <a:pt x="2409" y="4672"/>
                </a:lnTo>
                <a:lnTo>
                  <a:pt x="2208" y="4483"/>
                </a:lnTo>
                <a:lnTo>
                  <a:pt x="1997" y="4255"/>
                </a:lnTo>
                <a:lnTo>
                  <a:pt x="1796" y="4020"/>
                </a:lnTo>
                <a:lnTo>
                  <a:pt x="1606" y="3770"/>
                </a:lnTo>
                <a:lnTo>
                  <a:pt x="1415" y="3499"/>
                </a:lnTo>
                <a:lnTo>
                  <a:pt x="1235" y="3213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23" name="object 623"/>
          <p:cNvSpPr/>
          <p:nvPr/>
        </p:nvSpPr>
        <p:spPr>
          <a:xfrm>
            <a:off x="5419058" y="2164904"/>
            <a:ext cx="218" cy="203"/>
          </a:xfrm>
          <a:custGeom>
            <a:avLst/>
            <a:gdLst/>
            <a:ahLst/>
            <a:cxnLst/>
            <a:rect l="l" t="t" r="r" b="b"/>
            <a:pathLst>
              <a:path w="218" h="203">
                <a:moveTo>
                  <a:pt x="6" y="7"/>
                </a:moveTo>
                <a:lnTo>
                  <a:pt x="218" y="203"/>
                </a:lnTo>
                <a:lnTo>
                  <a:pt x="2" y="2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24" name="object 624"/>
          <p:cNvSpPr/>
          <p:nvPr/>
        </p:nvSpPr>
        <p:spPr>
          <a:xfrm>
            <a:off x="5419480" y="2165278"/>
            <a:ext cx="456" cy="306"/>
          </a:xfrm>
          <a:custGeom>
            <a:avLst/>
            <a:gdLst/>
            <a:ahLst/>
            <a:cxnLst/>
            <a:rect l="l" t="t" r="r" b="b"/>
            <a:pathLst>
              <a:path w="456" h="306">
                <a:moveTo>
                  <a:pt x="225" y="162"/>
                </a:moveTo>
                <a:lnTo>
                  <a:pt x="0" y="0"/>
                </a:lnTo>
                <a:lnTo>
                  <a:pt x="221" y="160"/>
                </a:lnTo>
                <a:lnTo>
                  <a:pt x="456" y="306"/>
                </a:lnTo>
                <a:lnTo>
                  <a:pt x="225" y="162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25" name="object 625"/>
          <p:cNvSpPr/>
          <p:nvPr/>
        </p:nvSpPr>
        <p:spPr>
          <a:xfrm>
            <a:off x="5419726" y="2165578"/>
            <a:ext cx="782" cy="699"/>
          </a:xfrm>
          <a:custGeom>
            <a:avLst/>
            <a:gdLst/>
            <a:ahLst/>
            <a:cxnLst/>
            <a:rect l="l" t="t" r="r" b="b"/>
            <a:pathLst>
              <a:path w="782" h="699">
                <a:moveTo>
                  <a:pt x="425" y="121"/>
                </a:moveTo>
                <a:lnTo>
                  <a:pt x="211" y="7"/>
                </a:lnTo>
                <a:lnTo>
                  <a:pt x="0" y="363"/>
                </a:lnTo>
                <a:lnTo>
                  <a:pt x="256" y="499"/>
                </a:lnTo>
                <a:lnTo>
                  <a:pt x="515" y="609"/>
                </a:lnTo>
                <a:lnTo>
                  <a:pt x="782" y="699"/>
                </a:lnTo>
                <a:lnTo>
                  <a:pt x="654" y="217"/>
                </a:lnTo>
                <a:lnTo>
                  <a:pt x="425" y="121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26" name="object 626"/>
          <p:cNvSpPr/>
          <p:nvPr/>
        </p:nvSpPr>
        <p:spPr>
          <a:xfrm>
            <a:off x="5420242" y="2147368"/>
            <a:ext cx="266" cy="481"/>
          </a:xfrm>
          <a:custGeom>
            <a:avLst/>
            <a:gdLst/>
            <a:ahLst/>
            <a:cxnLst/>
            <a:rect l="l" t="t" r="r" b="b"/>
            <a:pathLst>
              <a:path w="266" h="481">
                <a:moveTo>
                  <a:pt x="138" y="481"/>
                </a:moveTo>
                <a:lnTo>
                  <a:pt x="266" y="0"/>
                </a:lnTo>
                <a:lnTo>
                  <a:pt x="17" y="82"/>
                </a:lnTo>
                <a:lnTo>
                  <a:pt x="138" y="481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27" name="object 627"/>
          <p:cNvSpPr/>
          <p:nvPr/>
        </p:nvSpPr>
        <p:spPr>
          <a:xfrm>
            <a:off x="5420382" y="2165796"/>
            <a:ext cx="251" cy="81"/>
          </a:xfrm>
          <a:custGeom>
            <a:avLst/>
            <a:gdLst/>
            <a:ahLst/>
            <a:cxnLst/>
            <a:rect l="l" t="t" r="r" b="b"/>
            <a:pathLst>
              <a:path w="251" h="81">
                <a:moveTo>
                  <a:pt x="251" y="81"/>
                </a:moveTo>
                <a:lnTo>
                  <a:pt x="0" y="0"/>
                </a:lnTo>
                <a:lnTo>
                  <a:pt x="233" y="77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28" name="object 628"/>
          <p:cNvSpPr/>
          <p:nvPr/>
        </p:nvSpPr>
        <p:spPr>
          <a:xfrm>
            <a:off x="5420152" y="2165699"/>
            <a:ext cx="903" cy="677"/>
          </a:xfrm>
          <a:custGeom>
            <a:avLst/>
            <a:gdLst/>
            <a:ahLst/>
            <a:cxnLst/>
            <a:rect l="l" t="t" r="r" b="b"/>
            <a:pathLst>
              <a:path w="903" h="677">
                <a:moveTo>
                  <a:pt x="699" y="231"/>
                </a:moveTo>
                <a:lnTo>
                  <a:pt x="630" y="638"/>
                </a:lnTo>
                <a:lnTo>
                  <a:pt x="903" y="677"/>
                </a:lnTo>
                <a:lnTo>
                  <a:pt x="720" y="235"/>
                </a:lnTo>
                <a:lnTo>
                  <a:pt x="463" y="174"/>
                </a:lnTo>
                <a:lnTo>
                  <a:pt x="245" y="103"/>
                </a:lnTo>
                <a:lnTo>
                  <a:pt x="0" y="0"/>
                </a:lnTo>
                <a:lnTo>
                  <a:pt x="228" y="96"/>
                </a:lnTo>
                <a:lnTo>
                  <a:pt x="356" y="577"/>
                </a:lnTo>
                <a:lnTo>
                  <a:pt x="630" y="638"/>
                </a:lnTo>
                <a:lnTo>
                  <a:pt x="699" y="231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29" name="object 629"/>
          <p:cNvSpPr/>
          <p:nvPr/>
        </p:nvSpPr>
        <p:spPr>
          <a:xfrm>
            <a:off x="5420782" y="2147268"/>
            <a:ext cx="273" cy="445"/>
          </a:xfrm>
          <a:custGeom>
            <a:avLst/>
            <a:gdLst/>
            <a:ahLst/>
            <a:cxnLst/>
            <a:rect l="l" t="t" r="r" b="b"/>
            <a:pathLst>
              <a:path w="273" h="445">
                <a:moveTo>
                  <a:pt x="69" y="445"/>
                </a:moveTo>
                <a:lnTo>
                  <a:pt x="273" y="0"/>
                </a:lnTo>
                <a:lnTo>
                  <a:pt x="17" y="32"/>
                </a:lnTo>
                <a:lnTo>
                  <a:pt x="69" y="445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30" name="object 630"/>
          <p:cNvSpPr/>
          <p:nvPr/>
        </p:nvSpPr>
        <p:spPr>
          <a:xfrm>
            <a:off x="5421093" y="2165963"/>
            <a:ext cx="505" cy="14"/>
          </a:xfrm>
          <a:custGeom>
            <a:avLst/>
            <a:gdLst/>
            <a:ahLst/>
            <a:cxnLst/>
            <a:rect l="l" t="t" r="r" b="b"/>
            <a:pathLst>
              <a:path w="505" h="14">
                <a:moveTo>
                  <a:pt x="252" y="13"/>
                </a:moveTo>
                <a:lnTo>
                  <a:pt x="0" y="0"/>
                </a:lnTo>
                <a:lnTo>
                  <a:pt x="242" y="14"/>
                </a:lnTo>
                <a:lnTo>
                  <a:pt x="505" y="0"/>
                </a:lnTo>
                <a:lnTo>
                  <a:pt x="252" y="13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31" name="object 631"/>
          <p:cNvSpPr/>
          <p:nvPr/>
        </p:nvSpPr>
        <p:spPr>
          <a:xfrm>
            <a:off x="5419698" y="2154741"/>
            <a:ext cx="2835" cy="5407"/>
          </a:xfrm>
          <a:custGeom>
            <a:avLst/>
            <a:gdLst/>
            <a:ahLst/>
            <a:cxnLst/>
            <a:rect l="l" t="t" r="r" b="b"/>
            <a:pathLst>
              <a:path w="2835" h="5407">
                <a:moveTo>
                  <a:pt x="2835" y="2703"/>
                </a:moveTo>
                <a:lnTo>
                  <a:pt x="2835" y="1209"/>
                </a:lnTo>
                <a:lnTo>
                  <a:pt x="2198" y="0"/>
                </a:lnTo>
                <a:lnTo>
                  <a:pt x="633" y="0"/>
                </a:lnTo>
                <a:lnTo>
                  <a:pt x="0" y="1209"/>
                </a:lnTo>
                <a:lnTo>
                  <a:pt x="0" y="4198"/>
                </a:lnTo>
                <a:lnTo>
                  <a:pt x="633" y="5407"/>
                </a:lnTo>
                <a:lnTo>
                  <a:pt x="2198" y="5407"/>
                </a:lnTo>
                <a:lnTo>
                  <a:pt x="2835" y="4198"/>
                </a:lnTo>
                <a:lnTo>
                  <a:pt x="2835" y="2703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32" name="object 632"/>
          <p:cNvSpPr/>
          <p:nvPr/>
        </p:nvSpPr>
        <p:spPr>
          <a:xfrm>
            <a:off x="5420255" y="2154638"/>
            <a:ext cx="2783" cy="5407"/>
          </a:xfrm>
          <a:custGeom>
            <a:avLst/>
            <a:gdLst/>
            <a:ahLst/>
            <a:cxnLst/>
            <a:rect l="l" t="t" r="r" b="b"/>
            <a:pathLst>
              <a:path w="2783" h="5407">
                <a:moveTo>
                  <a:pt x="2783" y="2703"/>
                </a:moveTo>
                <a:lnTo>
                  <a:pt x="2783" y="1209"/>
                </a:lnTo>
                <a:lnTo>
                  <a:pt x="2160" y="0"/>
                </a:lnTo>
                <a:lnTo>
                  <a:pt x="623" y="0"/>
                </a:lnTo>
                <a:lnTo>
                  <a:pt x="0" y="1209"/>
                </a:lnTo>
                <a:lnTo>
                  <a:pt x="0" y="4198"/>
                </a:lnTo>
                <a:lnTo>
                  <a:pt x="623" y="5407"/>
                </a:lnTo>
                <a:lnTo>
                  <a:pt x="2160" y="5407"/>
                </a:lnTo>
                <a:lnTo>
                  <a:pt x="2783" y="4198"/>
                </a:lnTo>
                <a:lnTo>
                  <a:pt x="2783" y="2703"/>
                </a:lnTo>
                <a:close/>
              </a:path>
            </a:pathLst>
          </a:custGeom>
          <a:solidFill>
            <a:srgbClr val="DFDFD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33" name="object 633"/>
          <p:cNvSpPr/>
          <p:nvPr/>
        </p:nvSpPr>
        <p:spPr>
          <a:xfrm>
            <a:off x="5261841" y="2095084"/>
            <a:ext cx="31631" cy="26107"/>
          </a:xfrm>
          <a:custGeom>
            <a:avLst/>
            <a:gdLst/>
            <a:ahLst/>
            <a:cxnLst/>
            <a:rect l="l" t="t" r="r" b="b"/>
            <a:pathLst>
              <a:path w="31631" h="26107">
                <a:moveTo>
                  <a:pt x="29506" y="674"/>
                </a:moveTo>
                <a:lnTo>
                  <a:pt x="0" y="25483"/>
                </a:lnTo>
                <a:lnTo>
                  <a:pt x="1266" y="26107"/>
                </a:lnTo>
                <a:lnTo>
                  <a:pt x="3544" y="26107"/>
                </a:lnTo>
                <a:lnTo>
                  <a:pt x="31631" y="0"/>
                </a:lnTo>
                <a:lnTo>
                  <a:pt x="29506" y="674"/>
                </a:lnTo>
                <a:close/>
              </a:path>
            </a:pathLst>
          </a:custGeom>
          <a:solidFill>
            <a:srgbClr val="3B0022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34" name="object 634"/>
          <p:cNvSpPr/>
          <p:nvPr/>
        </p:nvSpPr>
        <p:spPr>
          <a:xfrm>
            <a:off x="5177016" y="2103457"/>
            <a:ext cx="162311" cy="30427"/>
          </a:xfrm>
          <a:custGeom>
            <a:avLst/>
            <a:gdLst/>
            <a:ahLst/>
            <a:cxnLst/>
            <a:rect l="l" t="t" r="r" b="b"/>
            <a:pathLst>
              <a:path w="162311" h="30427">
                <a:moveTo>
                  <a:pt x="157956" y="17371"/>
                </a:moveTo>
                <a:lnTo>
                  <a:pt x="158514" y="15759"/>
                </a:lnTo>
                <a:lnTo>
                  <a:pt x="162311" y="7490"/>
                </a:lnTo>
                <a:lnTo>
                  <a:pt x="162058" y="0"/>
                </a:lnTo>
                <a:lnTo>
                  <a:pt x="161601" y="1248"/>
                </a:lnTo>
                <a:lnTo>
                  <a:pt x="159981" y="5357"/>
                </a:lnTo>
                <a:lnTo>
                  <a:pt x="157956" y="17371"/>
                </a:lnTo>
                <a:close/>
              </a:path>
              <a:path w="162311" h="30427">
                <a:moveTo>
                  <a:pt x="122022" y="-8685"/>
                </a:moveTo>
                <a:lnTo>
                  <a:pt x="125767" y="-8996"/>
                </a:lnTo>
                <a:lnTo>
                  <a:pt x="129869" y="-9310"/>
                </a:lnTo>
                <a:lnTo>
                  <a:pt x="136851" y="-9310"/>
                </a:lnTo>
                <a:lnTo>
                  <a:pt x="142269" y="-9099"/>
                </a:lnTo>
                <a:lnTo>
                  <a:pt x="147482" y="-8842"/>
                </a:lnTo>
                <a:lnTo>
                  <a:pt x="151833" y="-8372"/>
                </a:lnTo>
                <a:lnTo>
                  <a:pt x="155731" y="-7747"/>
                </a:lnTo>
                <a:lnTo>
                  <a:pt x="159781" y="-6813"/>
                </a:lnTo>
                <a:lnTo>
                  <a:pt x="161501" y="-6085"/>
                </a:lnTo>
                <a:lnTo>
                  <a:pt x="162716" y="-4837"/>
                </a:lnTo>
                <a:lnTo>
                  <a:pt x="162917" y="-3898"/>
                </a:lnTo>
                <a:lnTo>
                  <a:pt x="162868" y="-2807"/>
                </a:lnTo>
                <a:lnTo>
                  <a:pt x="162612" y="-1612"/>
                </a:lnTo>
                <a:lnTo>
                  <a:pt x="162058" y="0"/>
                </a:lnTo>
                <a:lnTo>
                  <a:pt x="162311" y="7490"/>
                </a:lnTo>
                <a:lnTo>
                  <a:pt x="166209" y="-624"/>
                </a:lnTo>
                <a:lnTo>
                  <a:pt x="167119" y="-2286"/>
                </a:lnTo>
                <a:lnTo>
                  <a:pt x="167624" y="-2910"/>
                </a:lnTo>
                <a:lnTo>
                  <a:pt x="168182" y="-3588"/>
                </a:lnTo>
                <a:lnTo>
                  <a:pt x="169345" y="-4262"/>
                </a:lnTo>
                <a:lnTo>
                  <a:pt x="170913" y="-4836"/>
                </a:lnTo>
                <a:lnTo>
                  <a:pt x="173191" y="-5250"/>
                </a:lnTo>
                <a:lnTo>
                  <a:pt x="175420" y="-5668"/>
                </a:lnTo>
                <a:lnTo>
                  <a:pt x="178456" y="-5928"/>
                </a:lnTo>
                <a:lnTo>
                  <a:pt x="183312" y="-6499"/>
                </a:lnTo>
                <a:lnTo>
                  <a:pt x="187719" y="-6552"/>
                </a:lnTo>
                <a:lnTo>
                  <a:pt x="192527" y="-6813"/>
                </a:lnTo>
                <a:lnTo>
                  <a:pt x="210492" y="-6813"/>
                </a:lnTo>
                <a:lnTo>
                  <a:pt x="212365" y="-6759"/>
                </a:lnTo>
                <a:lnTo>
                  <a:pt x="213985" y="-6499"/>
                </a:lnTo>
                <a:lnTo>
                  <a:pt x="215148" y="-6135"/>
                </a:lnTo>
                <a:lnTo>
                  <a:pt x="216162" y="-5874"/>
                </a:lnTo>
                <a:lnTo>
                  <a:pt x="217374" y="-5250"/>
                </a:lnTo>
                <a:lnTo>
                  <a:pt x="218184" y="-4733"/>
                </a:lnTo>
                <a:lnTo>
                  <a:pt x="219046" y="-3952"/>
                </a:lnTo>
                <a:lnTo>
                  <a:pt x="223906" y="624"/>
                </a:lnTo>
                <a:lnTo>
                  <a:pt x="227548" y="5200"/>
                </a:lnTo>
                <a:lnTo>
                  <a:pt x="229268" y="7491"/>
                </a:lnTo>
                <a:lnTo>
                  <a:pt x="230331" y="8739"/>
                </a:lnTo>
                <a:lnTo>
                  <a:pt x="230840" y="9570"/>
                </a:lnTo>
                <a:lnTo>
                  <a:pt x="231345" y="10351"/>
                </a:lnTo>
                <a:lnTo>
                  <a:pt x="231546" y="11339"/>
                </a:lnTo>
                <a:lnTo>
                  <a:pt x="230435" y="14825"/>
                </a:lnTo>
                <a:lnTo>
                  <a:pt x="227700" y="16697"/>
                </a:lnTo>
                <a:lnTo>
                  <a:pt x="160691" y="22729"/>
                </a:lnTo>
                <a:lnTo>
                  <a:pt x="159275" y="22626"/>
                </a:lnTo>
                <a:lnTo>
                  <a:pt x="157503" y="20699"/>
                </a:lnTo>
                <a:lnTo>
                  <a:pt x="157503" y="20025"/>
                </a:lnTo>
                <a:lnTo>
                  <a:pt x="157603" y="18827"/>
                </a:lnTo>
                <a:lnTo>
                  <a:pt x="157956" y="17371"/>
                </a:lnTo>
                <a:lnTo>
                  <a:pt x="159981" y="5357"/>
                </a:lnTo>
                <a:lnTo>
                  <a:pt x="154263" y="17371"/>
                </a:lnTo>
                <a:lnTo>
                  <a:pt x="152743" y="19972"/>
                </a:lnTo>
                <a:lnTo>
                  <a:pt x="151833" y="20806"/>
                </a:lnTo>
                <a:lnTo>
                  <a:pt x="150974" y="21431"/>
                </a:lnTo>
                <a:lnTo>
                  <a:pt x="149860" y="21584"/>
                </a:lnTo>
                <a:lnTo>
                  <a:pt x="145152" y="21584"/>
                </a:lnTo>
                <a:lnTo>
                  <a:pt x="142269" y="21117"/>
                </a:lnTo>
                <a:lnTo>
                  <a:pt x="139738" y="20806"/>
                </a:lnTo>
                <a:lnTo>
                  <a:pt x="136498" y="20336"/>
                </a:lnTo>
                <a:lnTo>
                  <a:pt x="133362" y="20025"/>
                </a:lnTo>
                <a:lnTo>
                  <a:pt x="129565" y="19765"/>
                </a:lnTo>
                <a:lnTo>
                  <a:pt x="124857" y="19347"/>
                </a:lnTo>
                <a:lnTo>
                  <a:pt x="120454" y="18827"/>
                </a:lnTo>
                <a:lnTo>
                  <a:pt x="85734" y="17164"/>
                </a:lnTo>
                <a:lnTo>
                  <a:pt x="114078" y="-7487"/>
                </a:lnTo>
                <a:lnTo>
                  <a:pt x="84519" y="16383"/>
                </a:lnTo>
                <a:lnTo>
                  <a:pt x="83509" y="16697"/>
                </a:lnTo>
                <a:lnTo>
                  <a:pt x="82242" y="17111"/>
                </a:lnTo>
                <a:lnTo>
                  <a:pt x="80726" y="17475"/>
                </a:lnTo>
                <a:lnTo>
                  <a:pt x="77839" y="17789"/>
                </a:lnTo>
                <a:lnTo>
                  <a:pt x="76170" y="18049"/>
                </a:lnTo>
                <a:lnTo>
                  <a:pt x="74145" y="18206"/>
                </a:lnTo>
                <a:lnTo>
                  <a:pt x="72221" y="18516"/>
                </a:lnTo>
                <a:lnTo>
                  <a:pt x="69136" y="18984"/>
                </a:lnTo>
                <a:lnTo>
                  <a:pt x="65744" y="19661"/>
                </a:lnTo>
                <a:lnTo>
                  <a:pt x="57900" y="21013"/>
                </a:lnTo>
                <a:lnTo>
                  <a:pt x="53140" y="21948"/>
                </a:lnTo>
                <a:lnTo>
                  <a:pt x="48942" y="22783"/>
                </a:lnTo>
                <a:lnTo>
                  <a:pt x="43323" y="23977"/>
                </a:lnTo>
                <a:lnTo>
                  <a:pt x="40488" y="24602"/>
                </a:lnTo>
                <a:lnTo>
                  <a:pt x="37653" y="25329"/>
                </a:lnTo>
                <a:lnTo>
                  <a:pt x="34060" y="26268"/>
                </a:lnTo>
                <a:lnTo>
                  <a:pt x="30771" y="27306"/>
                </a:lnTo>
                <a:lnTo>
                  <a:pt x="20953" y="30480"/>
                </a:lnTo>
                <a:lnTo>
                  <a:pt x="17815" y="31415"/>
                </a:lnTo>
                <a:lnTo>
                  <a:pt x="15335" y="32353"/>
                </a:lnTo>
                <a:lnTo>
                  <a:pt x="12754" y="33341"/>
                </a:lnTo>
                <a:lnTo>
                  <a:pt x="10274" y="34222"/>
                </a:lnTo>
                <a:lnTo>
                  <a:pt x="7186" y="35367"/>
                </a:lnTo>
                <a:lnTo>
                  <a:pt x="2581" y="37447"/>
                </a:lnTo>
                <a:lnTo>
                  <a:pt x="1619" y="38021"/>
                </a:lnTo>
                <a:lnTo>
                  <a:pt x="809" y="38542"/>
                </a:lnTo>
                <a:lnTo>
                  <a:pt x="354" y="39009"/>
                </a:lnTo>
                <a:lnTo>
                  <a:pt x="50" y="39633"/>
                </a:lnTo>
                <a:lnTo>
                  <a:pt x="0" y="40308"/>
                </a:lnTo>
                <a:lnTo>
                  <a:pt x="0" y="41142"/>
                </a:lnTo>
                <a:lnTo>
                  <a:pt x="961" y="41920"/>
                </a:lnTo>
                <a:lnTo>
                  <a:pt x="1821" y="42494"/>
                </a:lnTo>
                <a:lnTo>
                  <a:pt x="2935" y="43169"/>
                </a:lnTo>
                <a:lnTo>
                  <a:pt x="4301" y="43793"/>
                </a:lnTo>
                <a:lnTo>
                  <a:pt x="5567" y="44367"/>
                </a:lnTo>
                <a:lnTo>
                  <a:pt x="6984" y="44884"/>
                </a:lnTo>
                <a:lnTo>
                  <a:pt x="8705" y="45405"/>
                </a:lnTo>
                <a:lnTo>
                  <a:pt x="10476" y="46029"/>
                </a:lnTo>
                <a:lnTo>
                  <a:pt x="12450" y="46654"/>
                </a:lnTo>
                <a:lnTo>
                  <a:pt x="13715" y="47174"/>
                </a:lnTo>
                <a:lnTo>
                  <a:pt x="18473" y="48526"/>
                </a:lnTo>
                <a:lnTo>
                  <a:pt x="21408" y="49204"/>
                </a:lnTo>
                <a:lnTo>
                  <a:pt x="24647" y="49878"/>
                </a:lnTo>
                <a:lnTo>
                  <a:pt x="27836" y="50453"/>
                </a:lnTo>
                <a:lnTo>
                  <a:pt x="31176" y="51077"/>
                </a:lnTo>
                <a:lnTo>
                  <a:pt x="34465" y="51544"/>
                </a:lnTo>
                <a:lnTo>
                  <a:pt x="36895" y="51958"/>
                </a:lnTo>
                <a:lnTo>
                  <a:pt x="39225" y="52218"/>
                </a:lnTo>
                <a:lnTo>
                  <a:pt x="42008" y="52532"/>
                </a:lnTo>
                <a:lnTo>
                  <a:pt x="44539" y="52739"/>
                </a:lnTo>
                <a:lnTo>
                  <a:pt x="46460" y="52843"/>
                </a:lnTo>
                <a:lnTo>
                  <a:pt x="48689" y="52896"/>
                </a:lnTo>
                <a:lnTo>
                  <a:pt x="68375" y="53206"/>
                </a:lnTo>
                <a:lnTo>
                  <a:pt x="65796" y="64493"/>
                </a:lnTo>
                <a:lnTo>
                  <a:pt x="65187" y="64860"/>
                </a:lnTo>
                <a:lnTo>
                  <a:pt x="64276" y="65014"/>
                </a:lnTo>
                <a:lnTo>
                  <a:pt x="69794" y="78798"/>
                </a:lnTo>
                <a:lnTo>
                  <a:pt x="71110" y="79318"/>
                </a:lnTo>
                <a:lnTo>
                  <a:pt x="72072" y="79318"/>
                </a:lnTo>
                <a:lnTo>
                  <a:pt x="81079" y="79006"/>
                </a:lnTo>
                <a:lnTo>
                  <a:pt x="82851" y="78642"/>
                </a:lnTo>
                <a:lnTo>
                  <a:pt x="84471" y="78382"/>
                </a:lnTo>
                <a:lnTo>
                  <a:pt x="85735" y="77965"/>
                </a:lnTo>
                <a:lnTo>
                  <a:pt x="87102" y="77289"/>
                </a:lnTo>
                <a:lnTo>
                  <a:pt x="87812" y="76717"/>
                </a:lnTo>
                <a:lnTo>
                  <a:pt x="88417" y="75833"/>
                </a:lnTo>
                <a:lnTo>
                  <a:pt x="89075" y="74169"/>
                </a:lnTo>
                <a:lnTo>
                  <a:pt x="89632" y="72244"/>
                </a:lnTo>
                <a:lnTo>
                  <a:pt x="90238" y="70216"/>
                </a:lnTo>
                <a:lnTo>
                  <a:pt x="91405" y="67303"/>
                </a:lnTo>
                <a:lnTo>
                  <a:pt x="92263" y="65377"/>
                </a:lnTo>
                <a:lnTo>
                  <a:pt x="93326" y="63351"/>
                </a:lnTo>
                <a:lnTo>
                  <a:pt x="94035" y="61739"/>
                </a:lnTo>
                <a:lnTo>
                  <a:pt x="95198" y="59656"/>
                </a:lnTo>
                <a:lnTo>
                  <a:pt x="96514" y="57630"/>
                </a:lnTo>
                <a:lnTo>
                  <a:pt x="97781" y="55497"/>
                </a:lnTo>
                <a:lnTo>
                  <a:pt x="99349" y="53677"/>
                </a:lnTo>
                <a:lnTo>
                  <a:pt x="100463" y="52218"/>
                </a:lnTo>
                <a:lnTo>
                  <a:pt x="101831" y="50920"/>
                </a:lnTo>
                <a:lnTo>
                  <a:pt x="103298" y="49775"/>
                </a:lnTo>
                <a:lnTo>
                  <a:pt x="104462" y="48787"/>
                </a:lnTo>
                <a:lnTo>
                  <a:pt x="105981" y="47695"/>
                </a:lnTo>
                <a:lnTo>
                  <a:pt x="107702" y="46757"/>
                </a:lnTo>
                <a:lnTo>
                  <a:pt x="109422" y="45980"/>
                </a:lnTo>
                <a:lnTo>
                  <a:pt x="111748" y="45095"/>
                </a:lnTo>
                <a:lnTo>
                  <a:pt x="113520" y="44678"/>
                </a:lnTo>
                <a:lnTo>
                  <a:pt x="115192" y="44264"/>
                </a:lnTo>
                <a:lnTo>
                  <a:pt x="116913" y="44053"/>
                </a:lnTo>
                <a:lnTo>
                  <a:pt x="118734" y="44003"/>
                </a:lnTo>
                <a:lnTo>
                  <a:pt x="120405" y="44003"/>
                </a:lnTo>
                <a:lnTo>
                  <a:pt x="122022" y="44157"/>
                </a:lnTo>
                <a:lnTo>
                  <a:pt x="123542" y="44628"/>
                </a:lnTo>
                <a:lnTo>
                  <a:pt x="125214" y="45095"/>
                </a:lnTo>
                <a:lnTo>
                  <a:pt x="126629" y="45666"/>
                </a:lnTo>
                <a:lnTo>
                  <a:pt x="127997" y="46343"/>
                </a:lnTo>
                <a:lnTo>
                  <a:pt x="129312" y="47381"/>
                </a:lnTo>
                <a:lnTo>
                  <a:pt x="130323" y="48320"/>
                </a:lnTo>
                <a:lnTo>
                  <a:pt x="131437" y="49618"/>
                </a:lnTo>
                <a:lnTo>
                  <a:pt x="132400" y="50866"/>
                </a:lnTo>
                <a:lnTo>
                  <a:pt x="133158" y="52429"/>
                </a:lnTo>
                <a:lnTo>
                  <a:pt x="134020" y="53831"/>
                </a:lnTo>
                <a:lnTo>
                  <a:pt x="134678" y="55654"/>
                </a:lnTo>
                <a:lnTo>
                  <a:pt x="135083" y="57369"/>
                </a:lnTo>
                <a:lnTo>
                  <a:pt x="135588" y="59242"/>
                </a:lnTo>
                <a:lnTo>
                  <a:pt x="135893" y="61115"/>
                </a:lnTo>
                <a:lnTo>
                  <a:pt x="136298" y="62727"/>
                </a:lnTo>
                <a:lnTo>
                  <a:pt x="136550" y="64443"/>
                </a:lnTo>
                <a:lnTo>
                  <a:pt x="136703" y="66939"/>
                </a:lnTo>
                <a:lnTo>
                  <a:pt x="136703" y="71620"/>
                </a:lnTo>
                <a:lnTo>
                  <a:pt x="136550" y="73128"/>
                </a:lnTo>
                <a:lnTo>
                  <a:pt x="136398" y="74013"/>
                </a:lnTo>
                <a:lnTo>
                  <a:pt x="225575" y="58514"/>
                </a:lnTo>
                <a:lnTo>
                  <a:pt x="228915" y="58304"/>
                </a:lnTo>
                <a:lnTo>
                  <a:pt x="230182" y="57006"/>
                </a:lnTo>
                <a:lnTo>
                  <a:pt x="231141" y="55497"/>
                </a:lnTo>
                <a:lnTo>
                  <a:pt x="232155" y="54195"/>
                </a:lnTo>
                <a:lnTo>
                  <a:pt x="232813" y="52896"/>
                </a:lnTo>
                <a:lnTo>
                  <a:pt x="233723" y="50817"/>
                </a:lnTo>
                <a:lnTo>
                  <a:pt x="234481" y="48840"/>
                </a:lnTo>
                <a:lnTo>
                  <a:pt x="234938" y="46757"/>
                </a:lnTo>
                <a:lnTo>
                  <a:pt x="235544" y="45145"/>
                </a:lnTo>
                <a:lnTo>
                  <a:pt x="236153" y="44053"/>
                </a:lnTo>
                <a:lnTo>
                  <a:pt x="236859" y="42495"/>
                </a:lnTo>
                <a:lnTo>
                  <a:pt x="237773" y="41143"/>
                </a:lnTo>
                <a:lnTo>
                  <a:pt x="238683" y="40101"/>
                </a:lnTo>
                <a:lnTo>
                  <a:pt x="239442" y="39166"/>
                </a:lnTo>
                <a:lnTo>
                  <a:pt x="240352" y="38228"/>
                </a:lnTo>
                <a:lnTo>
                  <a:pt x="241266" y="37344"/>
                </a:lnTo>
                <a:lnTo>
                  <a:pt x="242277" y="36670"/>
                </a:lnTo>
                <a:lnTo>
                  <a:pt x="243287" y="35942"/>
                </a:lnTo>
                <a:lnTo>
                  <a:pt x="244502" y="35264"/>
                </a:lnTo>
                <a:lnTo>
                  <a:pt x="245970" y="34900"/>
                </a:lnTo>
                <a:lnTo>
                  <a:pt x="247490" y="34586"/>
                </a:lnTo>
                <a:lnTo>
                  <a:pt x="249310" y="34379"/>
                </a:lnTo>
                <a:lnTo>
                  <a:pt x="250830" y="34379"/>
                </a:lnTo>
                <a:lnTo>
                  <a:pt x="252145" y="34586"/>
                </a:lnTo>
                <a:lnTo>
                  <a:pt x="253714" y="35161"/>
                </a:lnTo>
                <a:lnTo>
                  <a:pt x="255081" y="36409"/>
                </a:lnTo>
                <a:lnTo>
                  <a:pt x="256296" y="37918"/>
                </a:lnTo>
                <a:lnTo>
                  <a:pt x="257258" y="39530"/>
                </a:lnTo>
                <a:lnTo>
                  <a:pt x="257916" y="41246"/>
                </a:lnTo>
                <a:lnTo>
                  <a:pt x="258269" y="43119"/>
                </a:lnTo>
                <a:lnTo>
                  <a:pt x="258626" y="44678"/>
                </a:lnTo>
                <a:lnTo>
                  <a:pt x="259027" y="46447"/>
                </a:lnTo>
                <a:lnTo>
                  <a:pt x="259131" y="48320"/>
                </a:lnTo>
                <a:lnTo>
                  <a:pt x="259332" y="49932"/>
                </a:lnTo>
                <a:lnTo>
                  <a:pt x="259432" y="52532"/>
                </a:lnTo>
                <a:lnTo>
                  <a:pt x="260851" y="51908"/>
                </a:lnTo>
                <a:lnTo>
                  <a:pt x="262319" y="50920"/>
                </a:lnTo>
                <a:lnTo>
                  <a:pt x="263077" y="50346"/>
                </a:lnTo>
                <a:lnTo>
                  <a:pt x="263787" y="49618"/>
                </a:lnTo>
                <a:lnTo>
                  <a:pt x="264697" y="48266"/>
                </a:lnTo>
                <a:lnTo>
                  <a:pt x="265812" y="45876"/>
                </a:lnTo>
                <a:lnTo>
                  <a:pt x="271125" y="35161"/>
                </a:lnTo>
                <a:lnTo>
                  <a:pt x="270568" y="33341"/>
                </a:lnTo>
                <a:lnTo>
                  <a:pt x="270772" y="31676"/>
                </a:lnTo>
                <a:lnTo>
                  <a:pt x="271125" y="30374"/>
                </a:lnTo>
                <a:lnTo>
                  <a:pt x="271530" y="28972"/>
                </a:lnTo>
                <a:lnTo>
                  <a:pt x="272389" y="26839"/>
                </a:lnTo>
                <a:lnTo>
                  <a:pt x="270821" y="20807"/>
                </a:lnTo>
                <a:lnTo>
                  <a:pt x="270111" y="20439"/>
                </a:lnTo>
                <a:lnTo>
                  <a:pt x="269353" y="20025"/>
                </a:lnTo>
                <a:lnTo>
                  <a:pt x="268391" y="19194"/>
                </a:lnTo>
                <a:lnTo>
                  <a:pt x="267432" y="18723"/>
                </a:lnTo>
                <a:lnTo>
                  <a:pt x="266417" y="18206"/>
                </a:lnTo>
                <a:lnTo>
                  <a:pt x="265202" y="17735"/>
                </a:lnTo>
                <a:lnTo>
                  <a:pt x="262419" y="17061"/>
                </a:lnTo>
                <a:lnTo>
                  <a:pt x="259688" y="16540"/>
                </a:lnTo>
                <a:lnTo>
                  <a:pt x="257815" y="16123"/>
                </a:lnTo>
                <a:lnTo>
                  <a:pt x="255739" y="15863"/>
                </a:lnTo>
                <a:lnTo>
                  <a:pt x="253966" y="15499"/>
                </a:lnTo>
                <a:lnTo>
                  <a:pt x="252651" y="15292"/>
                </a:lnTo>
                <a:lnTo>
                  <a:pt x="251540" y="15238"/>
                </a:lnTo>
                <a:lnTo>
                  <a:pt x="249563" y="15031"/>
                </a:lnTo>
                <a:lnTo>
                  <a:pt x="247995" y="14874"/>
                </a:lnTo>
                <a:lnTo>
                  <a:pt x="246732" y="14825"/>
                </a:lnTo>
                <a:lnTo>
                  <a:pt x="244502" y="14614"/>
                </a:lnTo>
                <a:lnTo>
                  <a:pt x="242782" y="14407"/>
                </a:lnTo>
                <a:lnTo>
                  <a:pt x="241567" y="14147"/>
                </a:lnTo>
                <a:lnTo>
                  <a:pt x="240708" y="13733"/>
                </a:lnTo>
                <a:lnTo>
                  <a:pt x="239746" y="13212"/>
                </a:lnTo>
                <a:lnTo>
                  <a:pt x="238683" y="12328"/>
                </a:lnTo>
                <a:lnTo>
                  <a:pt x="237773" y="11546"/>
                </a:lnTo>
                <a:lnTo>
                  <a:pt x="236606" y="10248"/>
                </a:lnTo>
                <a:lnTo>
                  <a:pt x="235343" y="8739"/>
                </a:lnTo>
                <a:lnTo>
                  <a:pt x="225775" y="-2546"/>
                </a:lnTo>
                <a:lnTo>
                  <a:pt x="221272" y="-6813"/>
                </a:lnTo>
                <a:lnTo>
                  <a:pt x="220614" y="-7333"/>
                </a:lnTo>
                <a:lnTo>
                  <a:pt x="219956" y="-7958"/>
                </a:lnTo>
                <a:lnTo>
                  <a:pt x="219299" y="-8371"/>
                </a:lnTo>
                <a:lnTo>
                  <a:pt x="218693" y="-8789"/>
                </a:lnTo>
                <a:lnTo>
                  <a:pt x="217779" y="-9310"/>
                </a:lnTo>
                <a:lnTo>
                  <a:pt x="216820" y="-9516"/>
                </a:lnTo>
                <a:lnTo>
                  <a:pt x="215906" y="-9830"/>
                </a:lnTo>
                <a:lnTo>
                  <a:pt x="213933" y="-10298"/>
                </a:lnTo>
                <a:lnTo>
                  <a:pt x="211808" y="-10608"/>
                </a:lnTo>
                <a:lnTo>
                  <a:pt x="209482" y="-10972"/>
                </a:lnTo>
                <a:lnTo>
                  <a:pt x="206394" y="-11336"/>
                </a:lnTo>
                <a:lnTo>
                  <a:pt x="203607" y="-11650"/>
                </a:lnTo>
                <a:lnTo>
                  <a:pt x="201433" y="-11857"/>
                </a:lnTo>
                <a:lnTo>
                  <a:pt x="199104" y="-12067"/>
                </a:lnTo>
                <a:lnTo>
                  <a:pt x="196220" y="-12274"/>
                </a:lnTo>
                <a:lnTo>
                  <a:pt x="192676" y="-12431"/>
                </a:lnTo>
                <a:lnTo>
                  <a:pt x="187719" y="-12584"/>
                </a:lnTo>
                <a:lnTo>
                  <a:pt x="183617" y="-12741"/>
                </a:lnTo>
                <a:lnTo>
                  <a:pt x="180377" y="-12898"/>
                </a:lnTo>
                <a:lnTo>
                  <a:pt x="177393" y="-12948"/>
                </a:lnTo>
                <a:lnTo>
                  <a:pt x="173443" y="-13002"/>
                </a:lnTo>
                <a:lnTo>
                  <a:pt x="169598" y="-13055"/>
                </a:lnTo>
                <a:lnTo>
                  <a:pt x="158413" y="-13055"/>
                </a:lnTo>
                <a:lnTo>
                  <a:pt x="154010" y="-13002"/>
                </a:lnTo>
                <a:lnTo>
                  <a:pt x="150213" y="-12741"/>
                </a:lnTo>
                <a:lnTo>
                  <a:pt x="146166" y="-12431"/>
                </a:lnTo>
                <a:lnTo>
                  <a:pt x="142369" y="-12117"/>
                </a:lnTo>
                <a:lnTo>
                  <a:pt x="138471" y="-11857"/>
                </a:lnTo>
                <a:lnTo>
                  <a:pt x="135082" y="-11596"/>
                </a:lnTo>
                <a:lnTo>
                  <a:pt x="129312" y="-10972"/>
                </a:lnTo>
                <a:lnTo>
                  <a:pt x="125414" y="-10401"/>
                </a:lnTo>
                <a:lnTo>
                  <a:pt x="121416" y="-9777"/>
                </a:lnTo>
                <a:lnTo>
                  <a:pt x="119138" y="-9310"/>
                </a:lnTo>
                <a:lnTo>
                  <a:pt x="117418" y="-8996"/>
                </a:lnTo>
                <a:lnTo>
                  <a:pt x="115850" y="-8475"/>
                </a:lnTo>
                <a:lnTo>
                  <a:pt x="114078" y="-7697"/>
                </a:lnTo>
                <a:lnTo>
                  <a:pt x="116508" y="-8111"/>
                </a:lnTo>
                <a:lnTo>
                  <a:pt x="118834" y="-8372"/>
                </a:lnTo>
                <a:lnTo>
                  <a:pt x="122022" y="-8685"/>
                </a:lnTo>
                <a:close/>
              </a:path>
            </a:pathLst>
          </a:custGeom>
          <a:solidFill>
            <a:srgbClr val="CCCC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35" name="object 635"/>
          <p:cNvSpPr/>
          <p:nvPr/>
        </p:nvSpPr>
        <p:spPr>
          <a:xfrm>
            <a:off x="5236990" y="2129671"/>
            <a:ext cx="212214" cy="53571"/>
          </a:xfrm>
          <a:custGeom>
            <a:avLst/>
            <a:gdLst/>
            <a:ahLst/>
            <a:cxnLst/>
            <a:rect l="l" t="t" r="r" b="b"/>
            <a:pathLst>
              <a:path w="212214" h="53571">
                <a:moveTo>
                  <a:pt x="30115" y="45041"/>
                </a:moveTo>
                <a:lnTo>
                  <a:pt x="30316" y="43689"/>
                </a:lnTo>
                <a:lnTo>
                  <a:pt x="29963" y="41764"/>
                </a:lnTo>
                <a:lnTo>
                  <a:pt x="29862" y="40308"/>
                </a:lnTo>
                <a:lnTo>
                  <a:pt x="30115" y="37657"/>
                </a:lnTo>
                <a:lnTo>
                  <a:pt x="30925" y="34689"/>
                </a:lnTo>
                <a:lnTo>
                  <a:pt x="32137" y="31311"/>
                </a:lnTo>
                <a:lnTo>
                  <a:pt x="33251" y="28918"/>
                </a:lnTo>
                <a:lnTo>
                  <a:pt x="34771" y="26264"/>
                </a:lnTo>
                <a:lnTo>
                  <a:pt x="36592" y="23977"/>
                </a:lnTo>
                <a:lnTo>
                  <a:pt x="38464" y="21741"/>
                </a:lnTo>
                <a:lnTo>
                  <a:pt x="40437" y="20075"/>
                </a:lnTo>
                <a:lnTo>
                  <a:pt x="42057" y="18723"/>
                </a:lnTo>
                <a:lnTo>
                  <a:pt x="43778" y="17632"/>
                </a:lnTo>
                <a:lnTo>
                  <a:pt x="45903" y="16643"/>
                </a:lnTo>
                <a:lnTo>
                  <a:pt x="48080" y="15812"/>
                </a:lnTo>
                <a:lnTo>
                  <a:pt x="50358" y="15238"/>
                </a:lnTo>
                <a:lnTo>
                  <a:pt x="52788" y="14667"/>
                </a:lnTo>
                <a:lnTo>
                  <a:pt x="55319" y="14407"/>
                </a:lnTo>
                <a:lnTo>
                  <a:pt x="56987" y="14407"/>
                </a:lnTo>
                <a:lnTo>
                  <a:pt x="59417" y="14614"/>
                </a:lnTo>
                <a:lnTo>
                  <a:pt x="61442" y="15031"/>
                </a:lnTo>
                <a:lnTo>
                  <a:pt x="63367" y="15341"/>
                </a:lnTo>
                <a:lnTo>
                  <a:pt x="65136" y="15966"/>
                </a:lnTo>
                <a:lnTo>
                  <a:pt x="66351" y="16487"/>
                </a:lnTo>
                <a:lnTo>
                  <a:pt x="68985" y="17838"/>
                </a:lnTo>
                <a:lnTo>
                  <a:pt x="70958" y="19451"/>
                </a:lnTo>
                <a:lnTo>
                  <a:pt x="72727" y="21427"/>
                </a:lnTo>
                <a:lnTo>
                  <a:pt x="74146" y="23874"/>
                </a:lnTo>
                <a:lnTo>
                  <a:pt x="75666" y="26524"/>
                </a:lnTo>
                <a:lnTo>
                  <a:pt x="76524" y="29021"/>
                </a:lnTo>
                <a:lnTo>
                  <a:pt x="77133" y="31725"/>
                </a:lnTo>
                <a:lnTo>
                  <a:pt x="77234" y="34015"/>
                </a:lnTo>
                <a:lnTo>
                  <a:pt x="77133" y="37083"/>
                </a:lnTo>
                <a:lnTo>
                  <a:pt x="76877" y="41192"/>
                </a:lnTo>
                <a:lnTo>
                  <a:pt x="76524" y="47694"/>
                </a:lnTo>
                <a:lnTo>
                  <a:pt x="165095" y="32713"/>
                </a:lnTo>
                <a:lnTo>
                  <a:pt x="169093" y="32196"/>
                </a:lnTo>
                <a:lnTo>
                  <a:pt x="170256" y="30584"/>
                </a:lnTo>
                <a:lnTo>
                  <a:pt x="171118" y="29178"/>
                </a:lnTo>
                <a:lnTo>
                  <a:pt x="172281" y="27670"/>
                </a:lnTo>
                <a:lnTo>
                  <a:pt x="173143" y="25850"/>
                </a:lnTo>
                <a:lnTo>
                  <a:pt x="174054" y="23560"/>
                </a:lnTo>
                <a:lnTo>
                  <a:pt x="174659" y="20803"/>
                </a:lnTo>
                <a:lnTo>
                  <a:pt x="174912" y="18670"/>
                </a:lnTo>
                <a:lnTo>
                  <a:pt x="175521" y="16280"/>
                </a:lnTo>
                <a:lnTo>
                  <a:pt x="176027" y="14564"/>
                </a:lnTo>
                <a:lnTo>
                  <a:pt x="177089" y="12431"/>
                </a:lnTo>
                <a:lnTo>
                  <a:pt x="178204" y="10715"/>
                </a:lnTo>
                <a:lnTo>
                  <a:pt x="179973" y="8739"/>
                </a:lnTo>
                <a:lnTo>
                  <a:pt x="181693" y="7490"/>
                </a:lnTo>
                <a:lnTo>
                  <a:pt x="183618" y="6502"/>
                </a:lnTo>
                <a:lnTo>
                  <a:pt x="185743" y="5928"/>
                </a:lnTo>
                <a:lnTo>
                  <a:pt x="187716" y="5668"/>
                </a:lnTo>
                <a:lnTo>
                  <a:pt x="189793" y="5928"/>
                </a:lnTo>
                <a:lnTo>
                  <a:pt x="191818" y="6502"/>
                </a:lnTo>
                <a:lnTo>
                  <a:pt x="193539" y="7490"/>
                </a:lnTo>
                <a:lnTo>
                  <a:pt x="194754" y="8892"/>
                </a:lnTo>
                <a:lnTo>
                  <a:pt x="195612" y="10715"/>
                </a:lnTo>
                <a:lnTo>
                  <a:pt x="196727" y="12431"/>
                </a:lnTo>
                <a:lnTo>
                  <a:pt x="197585" y="14564"/>
                </a:lnTo>
                <a:lnTo>
                  <a:pt x="198447" y="17214"/>
                </a:lnTo>
                <a:lnTo>
                  <a:pt x="199004" y="19815"/>
                </a:lnTo>
                <a:lnTo>
                  <a:pt x="199358" y="23093"/>
                </a:lnTo>
                <a:lnTo>
                  <a:pt x="199458" y="26264"/>
                </a:lnTo>
                <a:lnTo>
                  <a:pt x="201383" y="25016"/>
                </a:lnTo>
                <a:lnTo>
                  <a:pt x="203103" y="24028"/>
                </a:lnTo>
                <a:lnTo>
                  <a:pt x="204218" y="22572"/>
                </a:lnTo>
                <a:lnTo>
                  <a:pt x="205228" y="21167"/>
                </a:lnTo>
                <a:lnTo>
                  <a:pt x="206038" y="18930"/>
                </a:lnTo>
                <a:lnTo>
                  <a:pt x="201687" y="17214"/>
                </a:lnTo>
                <a:lnTo>
                  <a:pt x="200168" y="16280"/>
                </a:lnTo>
                <a:lnTo>
                  <a:pt x="199053" y="15342"/>
                </a:lnTo>
                <a:lnTo>
                  <a:pt x="198700" y="13365"/>
                </a:lnTo>
                <a:lnTo>
                  <a:pt x="198194" y="10765"/>
                </a:lnTo>
                <a:lnTo>
                  <a:pt x="197332" y="8739"/>
                </a:lnTo>
                <a:lnTo>
                  <a:pt x="196522" y="7490"/>
                </a:lnTo>
                <a:lnTo>
                  <a:pt x="195865" y="6502"/>
                </a:lnTo>
                <a:lnTo>
                  <a:pt x="194501" y="5097"/>
                </a:lnTo>
                <a:lnTo>
                  <a:pt x="197132" y="4993"/>
                </a:lnTo>
                <a:lnTo>
                  <a:pt x="198700" y="4890"/>
                </a:lnTo>
                <a:lnTo>
                  <a:pt x="200119" y="4576"/>
                </a:lnTo>
                <a:lnTo>
                  <a:pt x="201383" y="3952"/>
                </a:lnTo>
                <a:lnTo>
                  <a:pt x="202497" y="3381"/>
                </a:lnTo>
                <a:lnTo>
                  <a:pt x="203459" y="2910"/>
                </a:lnTo>
                <a:lnTo>
                  <a:pt x="204927" y="2290"/>
                </a:lnTo>
                <a:lnTo>
                  <a:pt x="207305" y="1665"/>
                </a:lnTo>
                <a:lnTo>
                  <a:pt x="209836" y="1248"/>
                </a:lnTo>
                <a:lnTo>
                  <a:pt x="212214" y="988"/>
                </a:lnTo>
                <a:lnTo>
                  <a:pt x="209178" y="53"/>
                </a:lnTo>
                <a:lnTo>
                  <a:pt x="206648" y="0"/>
                </a:lnTo>
                <a:lnTo>
                  <a:pt x="201736" y="0"/>
                </a:lnTo>
                <a:lnTo>
                  <a:pt x="197990" y="310"/>
                </a:lnTo>
                <a:lnTo>
                  <a:pt x="192476" y="831"/>
                </a:lnTo>
                <a:lnTo>
                  <a:pt x="188021" y="1145"/>
                </a:lnTo>
                <a:lnTo>
                  <a:pt x="181035" y="1769"/>
                </a:lnTo>
                <a:lnTo>
                  <a:pt x="171118" y="2703"/>
                </a:lnTo>
                <a:lnTo>
                  <a:pt x="144547" y="5357"/>
                </a:lnTo>
                <a:lnTo>
                  <a:pt x="123189" y="7751"/>
                </a:lnTo>
                <a:lnTo>
                  <a:pt x="103448" y="9880"/>
                </a:lnTo>
                <a:lnTo>
                  <a:pt x="67465" y="13990"/>
                </a:lnTo>
                <a:lnTo>
                  <a:pt x="65187" y="13940"/>
                </a:lnTo>
                <a:lnTo>
                  <a:pt x="63162" y="13626"/>
                </a:lnTo>
                <a:lnTo>
                  <a:pt x="60227" y="13419"/>
                </a:lnTo>
                <a:lnTo>
                  <a:pt x="57596" y="13315"/>
                </a:lnTo>
                <a:lnTo>
                  <a:pt x="55218" y="13315"/>
                </a:lnTo>
                <a:lnTo>
                  <a:pt x="52788" y="13522"/>
                </a:lnTo>
                <a:lnTo>
                  <a:pt x="50054" y="13940"/>
                </a:lnTo>
                <a:lnTo>
                  <a:pt x="48690" y="14200"/>
                </a:lnTo>
                <a:lnTo>
                  <a:pt x="47170" y="14614"/>
                </a:lnTo>
                <a:lnTo>
                  <a:pt x="45349" y="15135"/>
                </a:lnTo>
                <a:lnTo>
                  <a:pt x="40489" y="16486"/>
                </a:lnTo>
                <a:lnTo>
                  <a:pt x="35629" y="17838"/>
                </a:lnTo>
                <a:lnTo>
                  <a:pt x="29153" y="19765"/>
                </a:lnTo>
                <a:lnTo>
                  <a:pt x="25407" y="20960"/>
                </a:lnTo>
                <a:lnTo>
                  <a:pt x="7643" y="27149"/>
                </a:lnTo>
                <a:lnTo>
                  <a:pt x="0" y="46914"/>
                </a:lnTo>
                <a:lnTo>
                  <a:pt x="10021" y="53363"/>
                </a:lnTo>
                <a:lnTo>
                  <a:pt x="13565" y="53519"/>
                </a:lnTo>
                <a:lnTo>
                  <a:pt x="17006" y="53571"/>
                </a:lnTo>
                <a:lnTo>
                  <a:pt x="19180" y="53571"/>
                </a:lnTo>
                <a:lnTo>
                  <a:pt x="20547" y="53519"/>
                </a:lnTo>
                <a:lnTo>
                  <a:pt x="22119" y="53363"/>
                </a:lnTo>
                <a:lnTo>
                  <a:pt x="23635" y="53103"/>
                </a:lnTo>
                <a:lnTo>
                  <a:pt x="25155" y="52843"/>
                </a:lnTo>
                <a:lnTo>
                  <a:pt x="26165" y="52375"/>
                </a:lnTo>
                <a:lnTo>
                  <a:pt x="26927" y="51751"/>
                </a:lnTo>
                <a:lnTo>
                  <a:pt x="27734" y="51075"/>
                </a:lnTo>
                <a:lnTo>
                  <a:pt x="28343" y="50190"/>
                </a:lnTo>
                <a:lnTo>
                  <a:pt x="29153" y="48318"/>
                </a:lnTo>
                <a:lnTo>
                  <a:pt x="29710" y="46446"/>
                </a:lnTo>
                <a:lnTo>
                  <a:pt x="30115" y="45041"/>
                </a:lnTo>
                <a:close/>
              </a:path>
            </a:pathLst>
          </a:custGeom>
          <a:solidFill>
            <a:srgbClr val="CCCC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36" name="object 636"/>
          <p:cNvSpPr/>
          <p:nvPr/>
        </p:nvSpPr>
        <p:spPr>
          <a:xfrm>
            <a:off x="5176712" y="2120204"/>
            <a:ext cx="150973" cy="36095"/>
          </a:xfrm>
          <a:custGeom>
            <a:avLst/>
            <a:gdLst/>
            <a:ahLst/>
            <a:cxnLst/>
            <a:rect l="l" t="t" r="r" b="b"/>
            <a:pathLst>
              <a:path w="150973" h="36095">
                <a:moveTo>
                  <a:pt x="1012" y="25173"/>
                </a:moveTo>
                <a:lnTo>
                  <a:pt x="1771" y="25747"/>
                </a:lnTo>
                <a:lnTo>
                  <a:pt x="2884" y="26421"/>
                </a:lnTo>
                <a:lnTo>
                  <a:pt x="4352" y="27045"/>
                </a:lnTo>
                <a:lnTo>
                  <a:pt x="5567" y="27566"/>
                </a:lnTo>
                <a:lnTo>
                  <a:pt x="6984" y="28087"/>
                </a:lnTo>
                <a:lnTo>
                  <a:pt x="8755" y="28608"/>
                </a:lnTo>
                <a:lnTo>
                  <a:pt x="10527" y="29232"/>
                </a:lnTo>
                <a:lnTo>
                  <a:pt x="12399" y="29856"/>
                </a:lnTo>
                <a:lnTo>
                  <a:pt x="13766" y="30373"/>
                </a:lnTo>
                <a:lnTo>
                  <a:pt x="18422" y="31729"/>
                </a:lnTo>
                <a:lnTo>
                  <a:pt x="21459" y="32403"/>
                </a:lnTo>
                <a:lnTo>
                  <a:pt x="24647" y="33081"/>
                </a:lnTo>
                <a:lnTo>
                  <a:pt x="27886" y="33652"/>
                </a:lnTo>
                <a:lnTo>
                  <a:pt x="31176" y="34276"/>
                </a:lnTo>
                <a:lnTo>
                  <a:pt x="34416" y="34743"/>
                </a:lnTo>
                <a:lnTo>
                  <a:pt x="36946" y="35160"/>
                </a:lnTo>
                <a:lnTo>
                  <a:pt x="39172" y="35421"/>
                </a:lnTo>
                <a:lnTo>
                  <a:pt x="41907" y="35731"/>
                </a:lnTo>
                <a:lnTo>
                  <a:pt x="44538" y="35942"/>
                </a:lnTo>
                <a:lnTo>
                  <a:pt x="46358" y="36045"/>
                </a:lnTo>
                <a:lnTo>
                  <a:pt x="48588" y="36095"/>
                </a:lnTo>
                <a:lnTo>
                  <a:pt x="55521" y="31155"/>
                </a:lnTo>
                <a:lnTo>
                  <a:pt x="58810" y="29492"/>
                </a:lnTo>
                <a:lnTo>
                  <a:pt x="62908" y="27670"/>
                </a:lnTo>
                <a:lnTo>
                  <a:pt x="74549" y="23353"/>
                </a:lnTo>
                <a:lnTo>
                  <a:pt x="80624" y="21170"/>
                </a:lnTo>
                <a:lnTo>
                  <a:pt x="89074" y="18620"/>
                </a:lnTo>
                <a:lnTo>
                  <a:pt x="94744" y="16904"/>
                </a:lnTo>
                <a:lnTo>
                  <a:pt x="98742" y="15813"/>
                </a:lnTo>
                <a:lnTo>
                  <a:pt x="103702" y="14511"/>
                </a:lnTo>
                <a:lnTo>
                  <a:pt x="110840" y="12952"/>
                </a:lnTo>
                <a:lnTo>
                  <a:pt x="116102" y="11964"/>
                </a:lnTo>
                <a:lnTo>
                  <a:pt x="121315" y="11182"/>
                </a:lnTo>
                <a:lnTo>
                  <a:pt x="130069" y="9777"/>
                </a:lnTo>
                <a:lnTo>
                  <a:pt x="139332" y="8322"/>
                </a:lnTo>
                <a:lnTo>
                  <a:pt x="148038" y="6813"/>
                </a:lnTo>
                <a:lnTo>
                  <a:pt x="149201" y="6189"/>
                </a:lnTo>
                <a:lnTo>
                  <a:pt x="150973" y="4733"/>
                </a:lnTo>
                <a:lnTo>
                  <a:pt x="149810" y="4890"/>
                </a:lnTo>
                <a:lnTo>
                  <a:pt x="145155" y="4890"/>
                </a:lnTo>
                <a:lnTo>
                  <a:pt x="142219" y="4423"/>
                </a:lnTo>
                <a:lnTo>
                  <a:pt x="139737" y="4109"/>
                </a:lnTo>
                <a:lnTo>
                  <a:pt x="136497" y="3642"/>
                </a:lnTo>
                <a:lnTo>
                  <a:pt x="133261" y="3328"/>
                </a:lnTo>
                <a:lnTo>
                  <a:pt x="129463" y="3071"/>
                </a:lnTo>
                <a:lnTo>
                  <a:pt x="124859" y="2653"/>
                </a:lnTo>
                <a:lnTo>
                  <a:pt x="120453" y="2133"/>
                </a:lnTo>
                <a:lnTo>
                  <a:pt x="85733" y="467"/>
                </a:lnTo>
                <a:lnTo>
                  <a:pt x="84775" y="467"/>
                </a:lnTo>
                <a:lnTo>
                  <a:pt x="83459" y="0"/>
                </a:lnTo>
                <a:lnTo>
                  <a:pt x="82244" y="417"/>
                </a:lnTo>
                <a:lnTo>
                  <a:pt x="80777" y="781"/>
                </a:lnTo>
                <a:lnTo>
                  <a:pt x="77841" y="1091"/>
                </a:lnTo>
                <a:lnTo>
                  <a:pt x="76121" y="1351"/>
                </a:lnTo>
                <a:lnTo>
                  <a:pt x="74096" y="1508"/>
                </a:lnTo>
                <a:lnTo>
                  <a:pt x="72171" y="1822"/>
                </a:lnTo>
                <a:lnTo>
                  <a:pt x="69135" y="2290"/>
                </a:lnTo>
                <a:lnTo>
                  <a:pt x="65643" y="2964"/>
                </a:lnTo>
                <a:lnTo>
                  <a:pt x="57847" y="4316"/>
                </a:lnTo>
                <a:lnTo>
                  <a:pt x="53039" y="5254"/>
                </a:lnTo>
                <a:lnTo>
                  <a:pt x="48941" y="6085"/>
                </a:lnTo>
                <a:lnTo>
                  <a:pt x="43222" y="7283"/>
                </a:lnTo>
                <a:lnTo>
                  <a:pt x="40387" y="7908"/>
                </a:lnTo>
                <a:lnTo>
                  <a:pt x="37656" y="8635"/>
                </a:lnTo>
                <a:lnTo>
                  <a:pt x="34111" y="9520"/>
                </a:lnTo>
                <a:lnTo>
                  <a:pt x="30822" y="10558"/>
                </a:lnTo>
                <a:lnTo>
                  <a:pt x="21003" y="13733"/>
                </a:lnTo>
                <a:lnTo>
                  <a:pt x="17815" y="14667"/>
                </a:lnTo>
                <a:lnTo>
                  <a:pt x="15335" y="15606"/>
                </a:lnTo>
                <a:lnTo>
                  <a:pt x="12804" y="16594"/>
                </a:lnTo>
                <a:lnTo>
                  <a:pt x="10223" y="17475"/>
                </a:lnTo>
                <a:lnTo>
                  <a:pt x="7288" y="18620"/>
                </a:lnTo>
                <a:lnTo>
                  <a:pt x="2581" y="20699"/>
                </a:lnTo>
                <a:lnTo>
                  <a:pt x="1670" y="21274"/>
                </a:lnTo>
                <a:lnTo>
                  <a:pt x="809" y="21794"/>
                </a:lnTo>
                <a:lnTo>
                  <a:pt x="354" y="22262"/>
                </a:lnTo>
                <a:lnTo>
                  <a:pt x="101" y="22886"/>
                </a:lnTo>
                <a:lnTo>
                  <a:pt x="0" y="23560"/>
                </a:lnTo>
                <a:lnTo>
                  <a:pt x="0" y="24395"/>
                </a:lnTo>
                <a:lnTo>
                  <a:pt x="1012" y="25173"/>
                </a:lnTo>
                <a:close/>
              </a:path>
            </a:pathLst>
          </a:custGeom>
          <a:solidFill>
            <a:srgbClr val="CCCC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37" name="object 637"/>
          <p:cNvSpPr/>
          <p:nvPr/>
        </p:nvSpPr>
        <p:spPr>
          <a:xfrm>
            <a:off x="5258653" y="2156250"/>
            <a:ext cx="6985" cy="4680"/>
          </a:xfrm>
          <a:custGeom>
            <a:avLst/>
            <a:gdLst/>
            <a:ahLst/>
            <a:cxnLst/>
            <a:rect l="l" t="t" r="r" b="b"/>
            <a:pathLst>
              <a:path w="6985" h="4680">
                <a:moveTo>
                  <a:pt x="0" y="1248"/>
                </a:moveTo>
                <a:lnTo>
                  <a:pt x="0" y="4473"/>
                </a:lnTo>
                <a:lnTo>
                  <a:pt x="456" y="4680"/>
                </a:lnTo>
                <a:lnTo>
                  <a:pt x="456" y="1558"/>
                </a:lnTo>
                <a:lnTo>
                  <a:pt x="6985" y="103"/>
                </a:lnTo>
                <a:lnTo>
                  <a:pt x="6071" y="0"/>
                </a:lnTo>
                <a:lnTo>
                  <a:pt x="0" y="1248"/>
                </a:lnTo>
                <a:close/>
              </a:path>
            </a:pathLst>
          </a:custGeom>
          <a:solidFill>
            <a:srgbClr val="FF8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38" name="object 638"/>
          <p:cNvSpPr/>
          <p:nvPr/>
        </p:nvSpPr>
        <p:spPr>
          <a:xfrm>
            <a:off x="5259109" y="2156353"/>
            <a:ext cx="6528" cy="4576"/>
          </a:xfrm>
          <a:custGeom>
            <a:avLst/>
            <a:gdLst/>
            <a:ahLst/>
            <a:cxnLst/>
            <a:rect l="l" t="t" r="r" b="b"/>
            <a:pathLst>
              <a:path w="6528" h="4576">
                <a:moveTo>
                  <a:pt x="0" y="1455"/>
                </a:moveTo>
                <a:lnTo>
                  <a:pt x="0" y="4576"/>
                </a:lnTo>
                <a:lnTo>
                  <a:pt x="6528" y="2964"/>
                </a:lnTo>
                <a:lnTo>
                  <a:pt x="6528" y="0"/>
                </a:lnTo>
                <a:lnTo>
                  <a:pt x="0" y="1455"/>
                </a:lnTo>
                <a:close/>
              </a:path>
            </a:pathLst>
          </a:custGeom>
          <a:solidFill>
            <a:srgbClr val="FFDFC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39" name="object 639"/>
          <p:cNvSpPr/>
          <p:nvPr/>
        </p:nvSpPr>
        <p:spPr>
          <a:xfrm>
            <a:off x="5339328" y="2124938"/>
            <a:ext cx="16144" cy="7177"/>
          </a:xfrm>
          <a:custGeom>
            <a:avLst/>
            <a:gdLst/>
            <a:ahLst/>
            <a:cxnLst/>
            <a:rect l="l" t="t" r="r" b="b"/>
            <a:pathLst>
              <a:path w="16144" h="7177">
                <a:moveTo>
                  <a:pt x="2478" y="5150"/>
                </a:moveTo>
                <a:lnTo>
                  <a:pt x="0" y="7177"/>
                </a:lnTo>
                <a:lnTo>
                  <a:pt x="2682" y="6866"/>
                </a:lnTo>
                <a:lnTo>
                  <a:pt x="4856" y="5668"/>
                </a:lnTo>
                <a:lnTo>
                  <a:pt x="7238" y="4787"/>
                </a:lnTo>
                <a:lnTo>
                  <a:pt x="9259" y="4526"/>
                </a:lnTo>
                <a:lnTo>
                  <a:pt x="9917" y="4526"/>
                </a:lnTo>
                <a:lnTo>
                  <a:pt x="11893" y="5043"/>
                </a:lnTo>
                <a:lnTo>
                  <a:pt x="14171" y="5928"/>
                </a:lnTo>
                <a:lnTo>
                  <a:pt x="15435" y="6188"/>
                </a:lnTo>
                <a:lnTo>
                  <a:pt x="15840" y="5928"/>
                </a:lnTo>
                <a:lnTo>
                  <a:pt x="16144" y="5357"/>
                </a:lnTo>
                <a:lnTo>
                  <a:pt x="16144" y="4212"/>
                </a:lnTo>
                <a:lnTo>
                  <a:pt x="15840" y="3381"/>
                </a:lnTo>
                <a:lnTo>
                  <a:pt x="14777" y="2029"/>
                </a:lnTo>
                <a:lnTo>
                  <a:pt x="13866" y="677"/>
                </a:lnTo>
                <a:lnTo>
                  <a:pt x="13614" y="0"/>
                </a:lnTo>
                <a:lnTo>
                  <a:pt x="3793" y="677"/>
                </a:lnTo>
                <a:lnTo>
                  <a:pt x="4756" y="1819"/>
                </a:lnTo>
                <a:lnTo>
                  <a:pt x="4856" y="2393"/>
                </a:lnTo>
                <a:lnTo>
                  <a:pt x="4655" y="3381"/>
                </a:lnTo>
                <a:lnTo>
                  <a:pt x="3793" y="4473"/>
                </a:lnTo>
                <a:lnTo>
                  <a:pt x="2478" y="5150"/>
                </a:lnTo>
                <a:close/>
              </a:path>
            </a:pathLst>
          </a:custGeom>
          <a:solidFill>
            <a:srgbClr val="003D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40" name="object 640"/>
          <p:cNvSpPr/>
          <p:nvPr/>
        </p:nvSpPr>
        <p:spPr>
          <a:xfrm>
            <a:off x="5337251" y="2116512"/>
            <a:ext cx="16348" cy="15656"/>
          </a:xfrm>
          <a:custGeom>
            <a:avLst/>
            <a:gdLst/>
            <a:ahLst/>
            <a:cxnLst/>
            <a:rect l="l" t="t" r="r" b="b"/>
            <a:pathLst>
              <a:path w="16348" h="15656">
                <a:moveTo>
                  <a:pt x="252" y="14093"/>
                </a:moveTo>
                <a:lnTo>
                  <a:pt x="456" y="14978"/>
                </a:lnTo>
                <a:lnTo>
                  <a:pt x="761" y="15342"/>
                </a:lnTo>
                <a:lnTo>
                  <a:pt x="1467" y="15602"/>
                </a:lnTo>
                <a:lnTo>
                  <a:pt x="2125" y="15656"/>
                </a:lnTo>
                <a:lnTo>
                  <a:pt x="3240" y="15602"/>
                </a:lnTo>
                <a:lnTo>
                  <a:pt x="3998" y="15135"/>
                </a:lnTo>
                <a:lnTo>
                  <a:pt x="4202" y="14667"/>
                </a:lnTo>
                <a:lnTo>
                  <a:pt x="4302" y="12898"/>
                </a:lnTo>
                <a:lnTo>
                  <a:pt x="4506" y="11339"/>
                </a:lnTo>
                <a:lnTo>
                  <a:pt x="4506" y="10244"/>
                </a:lnTo>
                <a:lnTo>
                  <a:pt x="4607" y="9674"/>
                </a:lnTo>
                <a:lnTo>
                  <a:pt x="4860" y="8685"/>
                </a:lnTo>
                <a:lnTo>
                  <a:pt x="5265" y="8375"/>
                </a:lnTo>
                <a:lnTo>
                  <a:pt x="5870" y="8375"/>
                </a:lnTo>
                <a:lnTo>
                  <a:pt x="7137" y="8528"/>
                </a:lnTo>
                <a:lnTo>
                  <a:pt x="9110" y="8999"/>
                </a:lnTo>
                <a:lnTo>
                  <a:pt x="10678" y="9256"/>
                </a:lnTo>
                <a:lnTo>
                  <a:pt x="11994" y="9310"/>
                </a:lnTo>
                <a:lnTo>
                  <a:pt x="13461" y="9256"/>
                </a:lnTo>
                <a:lnTo>
                  <a:pt x="14375" y="8999"/>
                </a:lnTo>
                <a:lnTo>
                  <a:pt x="15133" y="8528"/>
                </a:lnTo>
                <a:lnTo>
                  <a:pt x="15691" y="7958"/>
                </a:lnTo>
                <a:lnTo>
                  <a:pt x="15943" y="7230"/>
                </a:lnTo>
                <a:lnTo>
                  <a:pt x="16348" y="2914"/>
                </a:lnTo>
                <a:lnTo>
                  <a:pt x="16044" y="1872"/>
                </a:lnTo>
                <a:lnTo>
                  <a:pt x="15691" y="1405"/>
                </a:lnTo>
                <a:lnTo>
                  <a:pt x="15081" y="884"/>
                </a:lnTo>
                <a:lnTo>
                  <a:pt x="13918" y="624"/>
                </a:lnTo>
                <a:lnTo>
                  <a:pt x="9768" y="156"/>
                </a:lnTo>
                <a:lnTo>
                  <a:pt x="6175" y="0"/>
                </a:lnTo>
                <a:lnTo>
                  <a:pt x="4101" y="156"/>
                </a:lnTo>
                <a:lnTo>
                  <a:pt x="3444" y="570"/>
                </a:lnTo>
                <a:lnTo>
                  <a:pt x="3087" y="1145"/>
                </a:lnTo>
                <a:lnTo>
                  <a:pt x="2734" y="2236"/>
                </a:lnTo>
                <a:lnTo>
                  <a:pt x="2682" y="5254"/>
                </a:lnTo>
                <a:lnTo>
                  <a:pt x="2734" y="6763"/>
                </a:lnTo>
                <a:lnTo>
                  <a:pt x="3240" y="7383"/>
                </a:lnTo>
                <a:lnTo>
                  <a:pt x="3340" y="7540"/>
                </a:lnTo>
                <a:lnTo>
                  <a:pt x="1872" y="9570"/>
                </a:lnTo>
                <a:lnTo>
                  <a:pt x="761" y="10819"/>
                </a:lnTo>
                <a:lnTo>
                  <a:pt x="0" y="11493"/>
                </a:lnTo>
                <a:lnTo>
                  <a:pt x="0" y="12274"/>
                </a:lnTo>
                <a:lnTo>
                  <a:pt x="252" y="14093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41" name="object 641"/>
          <p:cNvSpPr/>
          <p:nvPr/>
        </p:nvSpPr>
        <p:spPr>
          <a:xfrm>
            <a:off x="5339933" y="2120882"/>
            <a:ext cx="861" cy="3328"/>
          </a:xfrm>
          <a:custGeom>
            <a:avLst/>
            <a:gdLst/>
            <a:ahLst/>
            <a:cxnLst/>
            <a:rect l="l" t="t" r="r" b="b"/>
            <a:pathLst>
              <a:path w="861" h="3328">
                <a:moveTo>
                  <a:pt x="0" y="0"/>
                </a:moveTo>
                <a:lnTo>
                  <a:pt x="0" y="1976"/>
                </a:lnTo>
                <a:lnTo>
                  <a:pt x="51" y="2600"/>
                </a:lnTo>
                <a:lnTo>
                  <a:pt x="609" y="3328"/>
                </a:lnTo>
                <a:lnTo>
                  <a:pt x="861" y="2236"/>
                </a:lnTo>
                <a:lnTo>
                  <a:pt x="861" y="1401"/>
                </a:lnTo>
                <a:lnTo>
                  <a:pt x="761" y="467"/>
                </a:lnTo>
                <a:lnTo>
                  <a:pt x="505" y="103"/>
                </a:lnTo>
                <a:lnTo>
                  <a:pt x="0" y="0"/>
                </a:lnTo>
                <a:close/>
              </a:path>
            </a:pathLst>
          </a:custGeom>
          <a:solidFill>
            <a:srgbClr val="5F5F5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42" name="object 642"/>
          <p:cNvSpPr/>
          <p:nvPr/>
        </p:nvSpPr>
        <p:spPr>
          <a:xfrm>
            <a:off x="5344184" y="2121246"/>
            <a:ext cx="8806" cy="3121"/>
          </a:xfrm>
          <a:custGeom>
            <a:avLst/>
            <a:gdLst/>
            <a:ahLst/>
            <a:cxnLst/>
            <a:rect l="l" t="t" r="r" b="b"/>
            <a:pathLst>
              <a:path w="8806" h="3121">
                <a:moveTo>
                  <a:pt x="4707" y="103"/>
                </a:moveTo>
                <a:lnTo>
                  <a:pt x="2786" y="781"/>
                </a:lnTo>
                <a:lnTo>
                  <a:pt x="0" y="1351"/>
                </a:lnTo>
                <a:lnTo>
                  <a:pt x="1872" y="2236"/>
                </a:lnTo>
                <a:lnTo>
                  <a:pt x="5365" y="3121"/>
                </a:lnTo>
                <a:lnTo>
                  <a:pt x="7238" y="2964"/>
                </a:lnTo>
                <a:lnTo>
                  <a:pt x="8657" y="1662"/>
                </a:lnTo>
                <a:lnTo>
                  <a:pt x="8806" y="0"/>
                </a:lnTo>
                <a:lnTo>
                  <a:pt x="7490" y="49"/>
                </a:lnTo>
                <a:lnTo>
                  <a:pt x="6227" y="0"/>
                </a:lnTo>
                <a:lnTo>
                  <a:pt x="4707" y="103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43" name="object 643"/>
          <p:cNvSpPr/>
          <p:nvPr/>
        </p:nvSpPr>
        <p:spPr>
          <a:xfrm>
            <a:off x="5337251" y="2117397"/>
            <a:ext cx="16348" cy="14771"/>
          </a:xfrm>
          <a:custGeom>
            <a:avLst/>
            <a:gdLst/>
            <a:ahLst/>
            <a:cxnLst/>
            <a:rect l="l" t="t" r="r" b="b"/>
            <a:pathLst>
              <a:path w="16348" h="14771">
                <a:moveTo>
                  <a:pt x="252" y="13208"/>
                </a:moveTo>
                <a:lnTo>
                  <a:pt x="456" y="14093"/>
                </a:lnTo>
                <a:lnTo>
                  <a:pt x="761" y="14457"/>
                </a:lnTo>
                <a:lnTo>
                  <a:pt x="1467" y="14717"/>
                </a:lnTo>
                <a:lnTo>
                  <a:pt x="2125" y="14771"/>
                </a:lnTo>
                <a:lnTo>
                  <a:pt x="3240" y="14717"/>
                </a:lnTo>
                <a:lnTo>
                  <a:pt x="3998" y="14250"/>
                </a:lnTo>
                <a:lnTo>
                  <a:pt x="4202" y="13783"/>
                </a:lnTo>
                <a:lnTo>
                  <a:pt x="4302" y="12014"/>
                </a:lnTo>
                <a:lnTo>
                  <a:pt x="4506" y="10455"/>
                </a:lnTo>
                <a:lnTo>
                  <a:pt x="4506" y="9360"/>
                </a:lnTo>
                <a:lnTo>
                  <a:pt x="4607" y="8789"/>
                </a:lnTo>
                <a:lnTo>
                  <a:pt x="4860" y="7801"/>
                </a:lnTo>
                <a:lnTo>
                  <a:pt x="5265" y="7490"/>
                </a:lnTo>
                <a:lnTo>
                  <a:pt x="5870" y="7490"/>
                </a:lnTo>
                <a:lnTo>
                  <a:pt x="7137" y="7644"/>
                </a:lnTo>
                <a:lnTo>
                  <a:pt x="9110" y="8115"/>
                </a:lnTo>
                <a:lnTo>
                  <a:pt x="10678" y="8372"/>
                </a:lnTo>
                <a:lnTo>
                  <a:pt x="11994" y="8425"/>
                </a:lnTo>
                <a:lnTo>
                  <a:pt x="13461" y="8372"/>
                </a:lnTo>
                <a:lnTo>
                  <a:pt x="14375" y="8115"/>
                </a:lnTo>
                <a:lnTo>
                  <a:pt x="15133" y="7644"/>
                </a:lnTo>
                <a:lnTo>
                  <a:pt x="15691" y="7073"/>
                </a:lnTo>
                <a:lnTo>
                  <a:pt x="15943" y="6345"/>
                </a:lnTo>
                <a:lnTo>
                  <a:pt x="16348" y="2029"/>
                </a:lnTo>
                <a:lnTo>
                  <a:pt x="16044" y="988"/>
                </a:lnTo>
                <a:lnTo>
                  <a:pt x="15691" y="520"/>
                </a:lnTo>
                <a:lnTo>
                  <a:pt x="15081" y="0"/>
                </a:lnTo>
                <a:lnTo>
                  <a:pt x="15691" y="1612"/>
                </a:lnTo>
                <a:lnTo>
                  <a:pt x="15691" y="2964"/>
                </a:lnTo>
                <a:lnTo>
                  <a:pt x="15590" y="3898"/>
                </a:lnTo>
                <a:lnTo>
                  <a:pt x="15286" y="5461"/>
                </a:lnTo>
                <a:lnTo>
                  <a:pt x="14780" y="6031"/>
                </a:lnTo>
                <a:lnTo>
                  <a:pt x="14019" y="6395"/>
                </a:lnTo>
                <a:lnTo>
                  <a:pt x="13108" y="6499"/>
                </a:lnTo>
                <a:lnTo>
                  <a:pt x="12250" y="6395"/>
                </a:lnTo>
                <a:lnTo>
                  <a:pt x="11288" y="6135"/>
                </a:lnTo>
                <a:lnTo>
                  <a:pt x="10021" y="5878"/>
                </a:lnTo>
                <a:lnTo>
                  <a:pt x="8705" y="5511"/>
                </a:lnTo>
                <a:lnTo>
                  <a:pt x="7643" y="5254"/>
                </a:lnTo>
                <a:lnTo>
                  <a:pt x="6528" y="4993"/>
                </a:lnTo>
                <a:lnTo>
                  <a:pt x="5316" y="5254"/>
                </a:lnTo>
                <a:lnTo>
                  <a:pt x="4860" y="5721"/>
                </a:lnTo>
                <a:lnTo>
                  <a:pt x="4506" y="7073"/>
                </a:lnTo>
                <a:lnTo>
                  <a:pt x="4101" y="8322"/>
                </a:lnTo>
                <a:lnTo>
                  <a:pt x="3340" y="9777"/>
                </a:lnTo>
                <a:lnTo>
                  <a:pt x="2783" y="10608"/>
                </a:lnTo>
                <a:lnTo>
                  <a:pt x="2229" y="11129"/>
                </a:lnTo>
                <a:lnTo>
                  <a:pt x="1315" y="11389"/>
                </a:lnTo>
                <a:lnTo>
                  <a:pt x="557" y="11546"/>
                </a:lnTo>
                <a:lnTo>
                  <a:pt x="0" y="11389"/>
                </a:lnTo>
                <a:lnTo>
                  <a:pt x="252" y="13208"/>
                </a:lnTo>
                <a:close/>
              </a:path>
            </a:pathLst>
          </a:custGeom>
          <a:solidFill>
            <a:srgbClr val="5F5F5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44" name="object 644"/>
          <p:cNvSpPr/>
          <p:nvPr/>
        </p:nvSpPr>
        <p:spPr>
          <a:xfrm>
            <a:off x="5367314" y="2128630"/>
            <a:ext cx="6985" cy="2083"/>
          </a:xfrm>
          <a:custGeom>
            <a:avLst/>
            <a:gdLst/>
            <a:ahLst/>
            <a:cxnLst/>
            <a:rect l="l" t="t" r="r" b="b"/>
            <a:pathLst>
              <a:path w="6985" h="2083">
                <a:moveTo>
                  <a:pt x="0" y="520"/>
                </a:moveTo>
                <a:lnTo>
                  <a:pt x="657" y="2083"/>
                </a:lnTo>
                <a:lnTo>
                  <a:pt x="6985" y="1612"/>
                </a:lnTo>
                <a:lnTo>
                  <a:pt x="6480" y="0"/>
                </a:lnTo>
                <a:lnTo>
                  <a:pt x="0" y="520"/>
                </a:lnTo>
                <a:close/>
              </a:path>
            </a:pathLst>
          </a:custGeom>
          <a:solidFill>
            <a:srgbClr val="003D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45" name="object 645"/>
          <p:cNvSpPr/>
          <p:nvPr/>
        </p:nvSpPr>
        <p:spPr>
          <a:xfrm>
            <a:off x="5366352" y="2126914"/>
            <a:ext cx="7947" cy="2186"/>
          </a:xfrm>
          <a:custGeom>
            <a:avLst/>
            <a:gdLst/>
            <a:ahLst/>
            <a:cxnLst/>
            <a:rect l="l" t="t" r="r" b="b"/>
            <a:pathLst>
              <a:path w="7947" h="2186">
                <a:moveTo>
                  <a:pt x="0" y="467"/>
                </a:moveTo>
                <a:lnTo>
                  <a:pt x="508" y="1872"/>
                </a:lnTo>
                <a:lnTo>
                  <a:pt x="1014" y="2186"/>
                </a:lnTo>
                <a:lnTo>
                  <a:pt x="7947" y="1822"/>
                </a:lnTo>
                <a:lnTo>
                  <a:pt x="7442" y="520"/>
                </a:lnTo>
                <a:lnTo>
                  <a:pt x="6632" y="0"/>
                </a:lnTo>
                <a:lnTo>
                  <a:pt x="0" y="467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46" name="object 646"/>
          <p:cNvSpPr/>
          <p:nvPr/>
        </p:nvSpPr>
        <p:spPr>
          <a:xfrm>
            <a:off x="5404664" y="2124938"/>
            <a:ext cx="6985" cy="2133"/>
          </a:xfrm>
          <a:custGeom>
            <a:avLst/>
            <a:gdLst/>
            <a:ahLst/>
            <a:cxnLst/>
            <a:rect l="l" t="t" r="r" b="b"/>
            <a:pathLst>
              <a:path w="6985" h="2133">
                <a:moveTo>
                  <a:pt x="0" y="574"/>
                </a:moveTo>
                <a:lnTo>
                  <a:pt x="661" y="2133"/>
                </a:lnTo>
                <a:lnTo>
                  <a:pt x="6985" y="1612"/>
                </a:lnTo>
                <a:lnTo>
                  <a:pt x="6379" y="0"/>
                </a:lnTo>
                <a:lnTo>
                  <a:pt x="0" y="574"/>
                </a:lnTo>
                <a:close/>
              </a:path>
            </a:pathLst>
          </a:custGeom>
          <a:solidFill>
            <a:srgbClr val="003D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47" name="object 647"/>
          <p:cNvSpPr/>
          <p:nvPr/>
        </p:nvSpPr>
        <p:spPr>
          <a:xfrm>
            <a:off x="5403706" y="2123275"/>
            <a:ext cx="7944" cy="2183"/>
          </a:xfrm>
          <a:custGeom>
            <a:avLst/>
            <a:gdLst/>
            <a:ahLst/>
            <a:cxnLst/>
            <a:rect l="l" t="t" r="r" b="b"/>
            <a:pathLst>
              <a:path w="7944" h="2183">
                <a:moveTo>
                  <a:pt x="0" y="310"/>
                </a:moveTo>
                <a:lnTo>
                  <a:pt x="453" y="1819"/>
                </a:lnTo>
                <a:lnTo>
                  <a:pt x="1062" y="2183"/>
                </a:lnTo>
                <a:lnTo>
                  <a:pt x="7944" y="1765"/>
                </a:lnTo>
                <a:lnTo>
                  <a:pt x="7338" y="517"/>
                </a:lnTo>
                <a:lnTo>
                  <a:pt x="6628" y="0"/>
                </a:lnTo>
                <a:lnTo>
                  <a:pt x="0" y="310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48" name="object 648"/>
          <p:cNvSpPr/>
          <p:nvPr/>
        </p:nvSpPr>
        <p:spPr>
          <a:xfrm>
            <a:off x="5376969" y="2134587"/>
            <a:ext cx="543" cy="1048"/>
          </a:xfrm>
          <a:custGeom>
            <a:avLst/>
            <a:gdLst/>
            <a:ahLst/>
            <a:cxnLst/>
            <a:rect l="l" t="t" r="r" b="b"/>
            <a:pathLst>
              <a:path w="543" h="1048">
                <a:moveTo>
                  <a:pt x="543" y="963"/>
                </a:moveTo>
                <a:lnTo>
                  <a:pt x="0" y="0"/>
                </a:lnTo>
                <a:lnTo>
                  <a:pt x="165" y="1048"/>
                </a:lnTo>
                <a:lnTo>
                  <a:pt x="543" y="963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49" name="object 649"/>
          <p:cNvSpPr/>
          <p:nvPr/>
        </p:nvSpPr>
        <p:spPr>
          <a:xfrm>
            <a:off x="5376560" y="2134562"/>
            <a:ext cx="1533" cy="27737"/>
          </a:xfrm>
          <a:custGeom>
            <a:avLst/>
            <a:gdLst/>
            <a:ahLst/>
            <a:cxnLst/>
            <a:rect l="l" t="t" r="r" b="b"/>
            <a:pathLst>
              <a:path w="1533" h="27737">
                <a:moveTo>
                  <a:pt x="578" y="24559"/>
                </a:moveTo>
                <a:lnTo>
                  <a:pt x="20" y="27473"/>
                </a:lnTo>
                <a:lnTo>
                  <a:pt x="69" y="27695"/>
                </a:lnTo>
                <a:lnTo>
                  <a:pt x="290" y="27737"/>
                </a:lnTo>
                <a:lnTo>
                  <a:pt x="418" y="27552"/>
                </a:lnTo>
                <a:lnTo>
                  <a:pt x="976" y="24641"/>
                </a:lnTo>
                <a:lnTo>
                  <a:pt x="1228" y="22073"/>
                </a:lnTo>
                <a:lnTo>
                  <a:pt x="1533" y="19212"/>
                </a:lnTo>
                <a:lnTo>
                  <a:pt x="1533" y="16323"/>
                </a:lnTo>
                <a:lnTo>
                  <a:pt x="1384" y="12474"/>
                </a:lnTo>
                <a:lnTo>
                  <a:pt x="1028" y="8197"/>
                </a:lnTo>
                <a:lnTo>
                  <a:pt x="775" y="5800"/>
                </a:lnTo>
                <a:lnTo>
                  <a:pt x="775" y="3913"/>
                </a:lnTo>
                <a:lnTo>
                  <a:pt x="875" y="2300"/>
                </a:lnTo>
                <a:lnTo>
                  <a:pt x="976" y="1109"/>
                </a:lnTo>
                <a:lnTo>
                  <a:pt x="574" y="1073"/>
                </a:lnTo>
                <a:lnTo>
                  <a:pt x="415" y="53"/>
                </a:lnTo>
                <a:lnTo>
                  <a:pt x="569" y="1136"/>
                </a:lnTo>
                <a:lnTo>
                  <a:pt x="775" y="3898"/>
                </a:lnTo>
                <a:lnTo>
                  <a:pt x="775" y="5825"/>
                </a:lnTo>
                <a:lnTo>
                  <a:pt x="979" y="12499"/>
                </a:lnTo>
                <a:lnTo>
                  <a:pt x="1131" y="16337"/>
                </a:lnTo>
                <a:lnTo>
                  <a:pt x="1128" y="19191"/>
                </a:lnTo>
                <a:lnTo>
                  <a:pt x="827" y="22030"/>
                </a:lnTo>
                <a:lnTo>
                  <a:pt x="574" y="24577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50" name="object 650"/>
          <p:cNvSpPr/>
          <p:nvPr/>
        </p:nvSpPr>
        <p:spPr>
          <a:xfrm>
            <a:off x="5373057" y="2123086"/>
            <a:ext cx="1014" cy="2108"/>
          </a:xfrm>
          <a:custGeom>
            <a:avLst/>
            <a:gdLst/>
            <a:ahLst/>
            <a:cxnLst/>
            <a:rect l="l" t="t" r="r" b="b"/>
            <a:pathLst>
              <a:path w="1014" h="2108">
                <a:moveTo>
                  <a:pt x="1007" y="2093"/>
                </a:moveTo>
                <a:lnTo>
                  <a:pt x="353" y="39"/>
                </a:lnTo>
                <a:lnTo>
                  <a:pt x="131" y="57"/>
                </a:lnTo>
                <a:lnTo>
                  <a:pt x="0" y="238"/>
                </a:lnTo>
                <a:lnTo>
                  <a:pt x="1011" y="2102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51" name="object 651"/>
          <p:cNvSpPr/>
          <p:nvPr/>
        </p:nvSpPr>
        <p:spPr>
          <a:xfrm>
            <a:off x="5374424" y="2124991"/>
            <a:ext cx="664" cy="1648"/>
          </a:xfrm>
          <a:custGeom>
            <a:avLst/>
            <a:gdLst/>
            <a:ahLst/>
            <a:cxnLst/>
            <a:rect l="l" t="t" r="r" b="b"/>
            <a:pathLst>
              <a:path w="664" h="1648">
                <a:moveTo>
                  <a:pt x="287" y="1612"/>
                </a:moveTo>
                <a:lnTo>
                  <a:pt x="664" y="1473"/>
                </a:lnTo>
                <a:lnTo>
                  <a:pt x="6" y="14"/>
                </a:lnTo>
                <a:lnTo>
                  <a:pt x="287" y="1612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52" name="object 652"/>
          <p:cNvSpPr/>
          <p:nvPr/>
        </p:nvSpPr>
        <p:spPr>
          <a:xfrm>
            <a:off x="5375456" y="2127841"/>
            <a:ext cx="353" cy="2714"/>
          </a:xfrm>
          <a:custGeom>
            <a:avLst/>
            <a:gdLst/>
            <a:ahLst/>
            <a:cxnLst/>
            <a:rect l="l" t="t" r="r" b="b"/>
            <a:pathLst>
              <a:path w="353" h="2714">
                <a:moveTo>
                  <a:pt x="315" y="2696"/>
                </a:moveTo>
                <a:lnTo>
                  <a:pt x="353" y="1198"/>
                </a:lnTo>
                <a:lnTo>
                  <a:pt x="0" y="0"/>
                </a:lnTo>
                <a:lnTo>
                  <a:pt x="315" y="2696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53" name="object 653"/>
          <p:cNvSpPr/>
          <p:nvPr/>
        </p:nvSpPr>
        <p:spPr>
          <a:xfrm>
            <a:off x="5373410" y="2123126"/>
            <a:ext cx="3719" cy="12572"/>
          </a:xfrm>
          <a:custGeom>
            <a:avLst/>
            <a:gdLst/>
            <a:ahLst/>
            <a:cxnLst/>
            <a:rect l="l" t="t" r="r" b="b"/>
            <a:pathLst>
              <a:path w="3719" h="12572">
                <a:moveTo>
                  <a:pt x="3260" y="10191"/>
                </a:moveTo>
                <a:lnTo>
                  <a:pt x="3011" y="8846"/>
                </a:lnTo>
                <a:lnTo>
                  <a:pt x="2758" y="7341"/>
                </a:lnTo>
                <a:lnTo>
                  <a:pt x="2402" y="5921"/>
                </a:lnTo>
                <a:lnTo>
                  <a:pt x="2364" y="7430"/>
                </a:lnTo>
                <a:lnTo>
                  <a:pt x="2045" y="4722"/>
                </a:lnTo>
                <a:lnTo>
                  <a:pt x="1692" y="3370"/>
                </a:lnTo>
                <a:lnTo>
                  <a:pt x="1311" y="3513"/>
                </a:lnTo>
                <a:lnTo>
                  <a:pt x="1014" y="1865"/>
                </a:lnTo>
                <a:lnTo>
                  <a:pt x="51" y="99"/>
                </a:lnTo>
                <a:lnTo>
                  <a:pt x="654" y="2054"/>
                </a:lnTo>
                <a:lnTo>
                  <a:pt x="1309" y="3507"/>
                </a:lnTo>
                <a:lnTo>
                  <a:pt x="1654" y="4829"/>
                </a:lnTo>
                <a:lnTo>
                  <a:pt x="2011" y="6035"/>
                </a:lnTo>
                <a:lnTo>
                  <a:pt x="2362" y="7424"/>
                </a:lnTo>
                <a:lnTo>
                  <a:pt x="2613" y="8921"/>
                </a:lnTo>
                <a:lnTo>
                  <a:pt x="2866" y="10276"/>
                </a:lnTo>
                <a:lnTo>
                  <a:pt x="3170" y="11585"/>
                </a:lnTo>
                <a:lnTo>
                  <a:pt x="3719" y="12572"/>
                </a:lnTo>
                <a:lnTo>
                  <a:pt x="3544" y="11436"/>
                </a:lnTo>
                <a:lnTo>
                  <a:pt x="3260" y="10191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54" name="object 654"/>
          <p:cNvSpPr/>
          <p:nvPr/>
        </p:nvSpPr>
        <p:spPr>
          <a:xfrm>
            <a:off x="5376931" y="2135698"/>
            <a:ext cx="609" cy="11362"/>
          </a:xfrm>
          <a:custGeom>
            <a:avLst/>
            <a:gdLst/>
            <a:ahLst/>
            <a:cxnLst/>
            <a:rect l="l" t="t" r="r" b="b"/>
            <a:pathLst>
              <a:path w="609" h="11362">
                <a:moveTo>
                  <a:pt x="256" y="7103"/>
                </a:moveTo>
                <a:lnTo>
                  <a:pt x="609" y="11362"/>
                </a:lnTo>
                <a:lnTo>
                  <a:pt x="405" y="4688"/>
                </a:lnTo>
                <a:lnTo>
                  <a:pt x="405" y="2762"/>
                </a:lnTo>
                <a:lnTo>
                  <a:pt x="231" y="58"/>
                </a:lnTo>
                <a:lnTo>
                  <a:pt x="103" y="1132"/>
                </a:lnTo>
                <a:lnTo>
                  <a:pt x="0" y="2748"/>
                </a:lnTo>
                <a:lnTo>
                  <a:pt x="0" y="4709"/>
                </a:lnTo>
                <a:lnTo>
                  <a:pt x="256" y="7103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55" name="object 655"/>
          <p:cNvSpPr/>
          <p:nvPr/>
        </p:nvSpPr>
        <p:spPr>
          <a:xfrm>
            <a:off x="5412820" y="2120907"/>
            <a:ext cx="1266" cy="1826"/>
          </a:xfrm>
          <a:custGeom>
            <a:avLst/>
            <a:gdLst/>
            <a:ahLst/>
            <a:cxnLst/>
            <a:rect l="l" t="t" r="r" b="b"/>
            <a:pathLst>
              <a:path w="1266" h="1826">
                <a:moveTo>
                  <a:pt x="924" y="1826"/>
                </a:moveTo>
                <a:lnTo>
                  <a:pt x="1266" y="1612"/>
                </a:lnTo>
                <a:lnTo>
                  <a:pt x="0" y="0"/>
                </a:lnTo>
                <a:lnTo>
                  <a:pt x="924" y="1826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56" name="object 656"/>
          <p:cNvSpPr/>
          <p:nvPr/>
        </p:nvSpPr>
        <p:spPr>
          <a:xfrm>
            <a:off x="5411704" y="2120101"/>
            <a:ext cx="796" cy="1063"/>
          </a:xfrm>
          <a:custGeom>
            <a:avLst/>
            <a:gdLst/>
            <a:ahLst/>
            <a:cxnLst/>
            <a:rect l="l" t="t" r="r" b="b"/>
            <a:pathLst>
              <a:path w="796" h="1063">
                <a:moveTo>
                  <a:pt x="796" y="1063"/>
                </a:moveTo>
                <a:lnTo>
                  <a:pt x="97" y="0"/>
                </a:lnTo>
                <a:lnTo>
                  <a:pt x="796" y="1063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57" name="object 657"/>
          <p:cNvSpPr/>
          <p:nvPr/>
        </p:nvSpPr>
        <p:spPr>
          <a:xfrm>
            <a:off x="5409396" y="2137027"/>
            <a:ext cx="4023" cy="6689"/>
          </a:xfrm>
          <a:custGeom>
            <a:avLst/>
            <a:gdLst/>
            <a:ahLst/>
            <a:cxnLst/>
            <a:rect l="l" t="t" r="r" b="b"/>
            <a:pathLst>
              <a:path w="4023" h="6689">
                <a:moveTo>
                  <a:pt x="1125" y="4230"/>
                </a:moveTo>
                <a:lnTo>
                  <a:pt x="4" y="6681"/>
                </a:lnTo>
                <a:lnTo>
                  <a:pt x="1461" y="4462"/>
                </a:lnTo>
                <a:lnTo>
                  <a:pt x="2578" y="2431"/>
                </a:lnTo>
                <a:lnTo>
                  <a:pt x="4023" y="0"/>
                </a:lnTo>
                <a:lnTo>
                  <a:pt x="2250" y="2186"/>
                </a:lnTo>
                <a:lnTo>
                  <a:pt x="2562" y="2450"/>
                </a:lnTo>
                <a:lnTo>
                  <a:pt x="2250" y="2186"/>
                </a:lnTo>
                <a:lnTo>
                  <a:pt x="1115" y="4244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58" name="object 658"/>
          <p:cNvSpPr/>
          <p:nvPr/>
        </p:nvSpPr>
        <p:spPr>
          <a:xfrm>
            <a:off x="5406894" y="2119683"/>
            <a:ext cx="4908" cy="335"/>
          </a:xfrm>
          <a:custGeom>
            <a:avLst/>
            <a:gdLst/>
            <a:ahLst/>
            <a:cxnLst/>
            <a:rect l="l" t="t" r="r" b="b"/>
            <a:pathLst>
              <a:path w="4908" h="335">
                <a:moveTo>
                  <a:pt x="4749" y="335"/>
                </a:moveTo>
                <a:lnTo>
                  <a:pt x="4908" y="0"/>
                </a:lnTo>
                <a:lnTo>
                  <a:pt x="0" y="0"/>
                </a:lnTo>
                <a:lnTo>
                  <a:pt x="4749" y="335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59" name="object 659"/>
          <p:cNvSpPr/>
          <p:nvPr/>
        </p:nvSpPr>
        <p:spPr>
          <a:xfrm>
            <a:off x="5405173" y="2141257"/>
            <a:ext cx="5348" cy="15506"/>
          </a:xfrm>
          <a:custGeom>
            <a:avLst/>
            <a:gdLst/>
            <a:ahLst/>
            <a:cxnLst/>
            <a:rect l="l" t="t" r="r" b="b"/>
            <a:pathLst>
              <a:path w="5348" h="15506">
                <a:moveTo>
                  <a:pt x="2914" y="5040"/>
                </a:moveTo>
                <a:lnTo>
                  <a:pt x="4222" y="2459"/>
                </a:lnTo>
                <a:lnTo>
                  <a:pt x="5348" y="0"/>
                </a:lnTo>
                <a:lnTo>
                  <a:pt x="3880" y="2236"/>
                </a:lnTo>
                <a:lnTo>
                  <a:pt x="4216" y="2468"/>
                </a:lnTo>
                <a:lnTo>
                  <a:pt x="3880" y="2236"/>
                </a:lnTo>
                <a:lnTo>
                  <a:pt x="2551" y="4858"/>
                </a:lnTo>
                <a:lnTo>
                  <a:pt x="1637" y="6895"/>
                </a:lnTo>
                <a:lnTo>
                  <a:pt x="1007" y="9663"/>
                </a:lnTo>
                <a:lnTo>
                  <a:pt x="619" y="9559"/>
                </a:lnTo>
                <a:lnTo>
                  <a:pt x="401" y="13555"/>
                </a:lnTo>
                <a:lnTo>
                  <a:pt x="356" y="11425"/>
                </a:lnTo>
                <a:lnTo>
                  <a:pt x="3" y="13551"/>
                </a:lnTo>
                <a:lnTo>
                  <a:pt x="276" y="15506"/>
                </a:lnTo>
                <a:lnTo>
                  <a:pt x="401" y="13622"/>
                </a:lnTo>
                <a:lnTo>
                  <a:pt x="754" y="11489"/>
                </a:lnTo>
                <a:lnTo>
                  <a:pt x="1003" y="9693"/>
                </a:lnTo>
                <a:lnTo>
                  <a:pt x="2007" y="7059"/>
                </a:lnTo>
                <a:lnTo>
                  <a:pt x="2914" y="504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60" name="object 660"/>
          <p:cNvSpPr/>
          <p:nvPr/>
        </p:nvSpPr>
        <p:spPr>
          <a:xfrm>
            <a:off x="5405530" y="2150864"/>
            <a:ext cx="252" cy="3948"/>
          </a:xfrm>
          <a:custGeom>
            <a:avLst/>
            <a:gdLst/>
            <a:ahLst/>
            <a:cxnLst/>
            <a:rect l="l" t="t" r="r" b="b"/>
            <a:pathLst>
              <a:path w="252" h="3948">
                <a:moveTo>
                  <a:pt x="0" y="1819"/>
                </a:moveTo>
                <a:lnTo>
                  <a:pt x="45" y="3948"/>
                </a:lnTo>
                <a:lnTo>
                  <a:pt x="252" y="0"/>
                </a:lnTo>
                <a:lnTo>
                  <a:pt x="0" y="1819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61" name="object 661"/>
          <p:cNvSpPr/>
          <p:nvPr/>
        </p:nvSpPr>
        <p:spPr>
          <a:xfrm>
            <a:off x="5330369" y="2167607"/>
            <a:ext cx="139" cy="1809"/>
          </a:xfrm>
          <a:custGeom>
            <a:avLst/>
            <a:gdLst/>
            <a:ahLst/>
            <a:cxnLst/>
            <a:rect l="l" t="t" r="r" b="b"/>
            <a:pathLst>
              <a:path w="139" h="1809">
                <a:moveTo>
                  <a:pt x="0" y="24"/>
                </a:moveTo>
                <a:lnTo>
                  <a:pt x="139" y="1809"/>
                </a:lnTo>
                <a:lnTo>
                  <a:pt x="3" y="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62" name="object 662"/>
          <p:cNvSpPr/>
          <p:nvPr/>
        </p:nvSpPr>
        <p:spPr>
          <a:xfrm>
            <a:off x="5330317" y="2141504"/>
            <a:ext cx="0" cy="2521"/>
          </a:xfrm>
          <a:custGeom>
            <a:avLst/>
            <a:gdLst/>
            <a:ahLst/>
            <a:cxnLst/>
            <a:rect l="l" t="t" r="r" b="b"/>
            <a:pathLst>
              <a:path w="0" h="2521">
                <a:moveTo>
                  <a:pt x="0" y="0"/>
                </a:moveTo>
                <a:lnTo>
                  <a:pt x="0" y="2521"/>
                </a:lnTo>
                <a:lnTo>
                  <a:pt x="0" y="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63" name="object 663"/>
          <p:cNvSpPr/>
          <p:nvPr/>
        </p:nvSpPr>
        <p:spPr>
          <a:xfrm>
            <a:off x="5327074" y="2126550"/>
            <a:ext cx="2676" cy="7490"/>
          </a:xfrm>
          <a:custGeom>
            <a:avLst/>
            <a:gdLst/>
            <a:ahLst/>
            <a:cxnLst/>
            <a:rect l="l" t="t" r="r" b="b"/>
            <a:pathLst>
              <a:path w="2676" h="7490">
                <a:moveTo>
                  <a:pt x="2225" y="7383"/>
                </a:moveTo>
                <a:lnTo>
                  <a:pt x="1568" y="4836"/>
                </a:lnTo>
                <a:lnTo>
                  <a:pt x="1010" y="2853"/>
                </a:lnTo>
                <a:lnTo>
                  <a:pt x="277" y="462"/>
                </a:lnTo>
                <a:lnTo>
                  <a:pt x="197" y="199"/>
                </a:lnTo>
                <a:lnTo>
                  <a:pt x="2676" y="0"/>
                </a:lnTo>
                <a:lnTo>
                  <a:pt x="0" y="53"/>
                </a:lnTo>
                <a:lnTo>
                  <a:pt x="10" y="467"/>
                </a:lnTo>
                <a:lnTo>
                  <a:pt x="623" y="2974"/>
                </a:lnTo>
                <a:lnTo>
                  <a:pt x="1176" y="4947"/>
                </a:lnTo>
                <a:lnTo>
                  <a:pt x="1831" y="7469"/>
                </a:lnTo>
                <a:lnTo>
                  <a:pt x="2225" y="7383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64" name="object 664"/>
          <p:cNvSpPr/>
          <p:nvPr/>
        </p:nvSpPr>
        <p:spPr>
          <a:xfrm>
            <a:off x="5327271" y="2126550"/>
            <a:ext cx="2495" cy="462"/>
          </a:xfrm>
          <a:custGeom>
            <a:avLst/>
            <a:gdLst/>
            <a:ahLst/>
            <a:cxnLst/>
            <a:rect l="l" t="t" r="r" b="b"/>
            <a:pathLst>
              <a:path w="2495" h="462">
                <a:moveTo>
                  <a:pt x="2457" y="3"/>
                </a:moveTo>
                <a:lnTo>
                  <a:pt x="0" y="199"/>
                </a:lnTo>
                <a:lnTo>
                  <a:pt x="80" y="462"/>
                </a:lnTo>
                <a:lnTo>
                  <a:pt x="2495" y="417"/>
                </a:lnTo>
                <a:lnTo>
                  <a:pt x="2485" y="0"/>
                </a:lnTo>
                <a:lnTo>
                  <a:pt x="0" y="199"/>
                </a:lnTo>
                <a:lnTo>
                  <a:pt x="2457" y="3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65" name="object 665"/>
          <p:cNvSpPr/>
          <p:nvPr/>
        </p:nvSpPr>
        <p:spPr>
          <a:xfrm>
            <a:off x="5329750" y="2125598"/>
            <a:ext cx="5745" cy="1369"/>
          </a:xfrm>
          <a:custGeom>
            <a:avLst/>
            <a:gdLst/>
            <a:ahLst/>
            <a:cxnLst/>
            <a:rect l="l" t="t" r="r" b="b"/>
            <a:pathLst>
              <a:path w="5745" h="1369">
                <a:moveTo>
                  <a:pt x="2318" y="1002"/>
                </a:moveTo>
                <a:lnTo>
                  <a:pt x="5561" y="428"/>
                </a:lnTo>
                <a:lnTo>
                  <a:pt x="5745" y="303"/>
                </a:lnTo>
                <a:lnTo>
                  <a:pt x="5707" y="74"/>
                </a:lnTo>
                <a:lnTo>
                  <a:pt x="5492" y="21"/>
                </a:lnTo>
                <a:lnTo>
                  <a:pt x="2256" y="592"/>
                </a:lnTo>
                <a:lnTo>
                  <a:pt x="0" y="952"/>
                </a:lnTo>
                <a:lnTo>
                  <a:pt x="16" y="1369"/>
                </a:lnTo>
                <a:lnTo>
                  <a:pt x="2318" y="1002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66" name="object 666"/>
          <p:cNvSpPr/>
          <p:nvPr/>
        </p:nvSpPr>
        <p:spPr>
          <a:xfrm>
            <a:off x="5326887" y="2126603"/>
            <a:ext cx="810" cy="2921"/>
          </a:xfrm>
          <a:custGeom>
            <a:avLst/>
            <a:gdLst/>
            <a:ahLst/>
            <a:cxnLst/>
            <a:rect l="l" t="t" r="r" b="b"/>
            <a:pathLst>
              <a:path w="810" h="2921">
                <a:moveTo>
                  <a:pt x="197" y="413"/>
                </a:moveTo>
                <a:lnTo>
                  <a:pt x="186" y="0"/>
                </a:lnTo>
                <a:lnTo>
                  <a:pt x="0" y="267"/>
                </a:lnTo>
                <a:lnTo>
                  <a:pt x="810" y="2921"/>
                </a:lnTo>
                <a:lnTo>
                  <a:pt x="197" y="413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67" name="object 667"/>
          <p:cNvSpPr/>
          <p:nvPr/>
        </p:nvSpPr>
        <p:spPr>
          <a:xfrm>
            <a:off x="5329656" y="2136245"/>
            <a:ext cx="1869" cy="4690"/>
          </a:xfrm>
          <a:custGeom>
            <a:avLst/>
            <a:gdLst/>
            <a:ahLst/>
            <a:cxnLst/>
            <a:rect l="l" t="t" r="r" b="b"/>
            <a:pathLst>
              <a:path w="1869" h="4690">
                <a:moveTo>
                  <a:pt x="0" y="0"/>
                </a:moveTo>
                <a:lnTo>
                  <a:pt x="401" y="2850"/>
                </a:lnTo>
                <a:lnTo>
                  <a:pt x="1637" y="4316"/>
                </a:lnTo>
                <a:lnTo>
                  <a:pt x="1813" y="4690"/>
                </a:lnTo>
                <a:lnTo>
                  <a:pt x="1869" y="4355"/>
                </a:lnTo>
                <a:lnTo>
                  <a:pt x="446" y="2896"/>
                </a:lnTo>
                <a:lnTo>
                  <a:pt x="0" y="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68" name="object 668"/>
          <p:cNvSpPr/>
          <p:nvPr/>
        </p:nvSpPr>
        <p:spPr>
          <a:xfrm>
            <a:off x="5329912" y="2140689"/>
            <a:ext cx="1325" cy="9389"/>
          </a:xfrm>
          <a:custGeom>
            <a:avLst/>
            <a:gdLst/>
            <a:ahLst/>
            <a:cxnLst/>
            <a:rect l="l" t="t" r="r" b="b"/>
            <a:pathLst>
              <a:path w="1325" h="9389">
                <a:moveTo>
                  <a:pt x="1325" y="208"/>
                </a:moveTo>
                <a:lnTo>
                  <a:pt x="1123" y="0"/>
                </a:lnTo>
                <a:lnTo>
                  <a:pt x="114" y="497"/>
                </a:lnTo>
                <a:lnTo>
                  <a:pt x="0" y="686"/>
                </a:lnTo>
                <a:lnTo>
                  <a:pt x="0" y="3350"/>
                </a:lnTo>
                <a:lnTo>
                  <a:pt x="152" y="6001"/>
                </a:lnTo>
                <a:lnTo>
                  <a:pt x="456" y="9389"/>
                </a:lnTo>
                <a:lnTo>
                  <a:pt x="290" y="871"/>
                </a:lnTo>
                <a:lnTo>
                  <a:pt x="405" y="686"/>
                </a:lnTo>
                <a:lnTo>
                  <a:pt x="1325" y="208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69" name="object 669"/>
          <p:cNvSpPr/>
          <p:nvPr/>
        </p:nvSpPr>
        <p:spPr>
          <a:xfrm>
            <a:off x="5330234" y="2154848"/>
            <a:ext cx="75645" cy="15024"/>
          </a:xfrm>
          <a:custGeom>
            <a:avLst/>
            <a:gdLst/>
            <a:ahLst/>
            <a:cxnLst/>
            <a:rect l="l" t="t" r="r" b="b"/>
            <a:pathLst>
              <a:path w="75645" h="15024">
                <a:moveTo>
                  <a:pt x="439" y="7055"/>
                </a:moveTo>
                <a:lnTo>
                  <a:pt x="235" y="10280"/>
                </a:lnTo>
                <a:lnTo>
                  <a:pt x="135" y="12781"/>
                </a:lnTo>
                <a:lnTo>
                  <a:pt x="0" y="14614"/>
                </a:lnTo>
                <a:lnTo>
                  <a:pt x="231" y="14851"/>
                </a:lnTo>
                <a:lnTo>
                  <a:pt x="65" y="15024"/>
                </a:lnTo>
                <a:lnTo>
                  <a:pt x="71934" y="3113"/>
                </a:lnTo>
                <a:lnTo>
                  <a:pt x="75489" y="2279"/>
                </a:lnTo>
                <a:lnTo>
                  <a:pt x="75645" y="2047"/>
                </a:lnTo>
                <a:lnTo>
                  <a:pt x="75346" y="0"/>
                </a:lnTo>
                <a:lnTo>
                  <a:pt x="75399" y="1872"/>
                </a:lnTo>
                <a:lnTo>
                  <a:pt x="75243" y="2107"/>
                </a:lnTo>
                <a:lnTo>
                  <a:pt x="75215" y="1915"/>
                </a:lnTo>
                <a:lnTo>
                  <a:pt x="71855" y="2707"/>
                </a:lnTo>
                <a:lnTo>
                  <a:pt x="274" y="14568"/>
                </a:lnTo>
                <a:lnTo>
                  <a:pt x="134" y="12784"/>
                </a:lnTo>
                <a:lnTo>
                  <a:pt x="274" y="14568"/>
                </a:lnTo>
                <a:lnTo>
                  <a:pt x="536" y="12823"/>
                </a:lnTo>
                <a:lnTo>
                  <a:pt x="439" y="7069"/>
                </a:lnTo>
                <a:lnTo>
                  <a:pt x="536" y="12823"/>
                </a:lnTo>
                <a:lnTo>
                  <a:pt x="439" y="1401"/>
                </a:lnTo>
                <a:lnTo>
                  <a:pt x="439" y="7055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70" name="object 670"/>
          <p:cNvSpPr/>
          <p:nvPr/>
        </p:nvSpPr>
        <p:spPr>
          <a:xfrm>
            <a:off x="5330068" y="2167630"/>
            <a:ext cx="398" cy="2243"/>
          </a:xfrm>
          <a:custGeom>
            <a:avLst/>
            <a:gdLst/>
            <a:ahLst/>
            <a:cxnLst/>
            <a:rect l="l" t="t" r="r" b="b"/>
            <a:pathLst>
              <a:path w="398" h="2243">
                <a:moveTo>
                  <a:pt x="166" y="1832"/>
                </a:moveTo>
                <a:lnTo>
                  <a:pt x="301" y="0"/>
                </a:lnTo>
                <a:lnTo>
                  <a:pt x="0" y="2006"/>
                </a:lnTo>
                <a:lnTo>
                  <a:pt x="231" y="2243"/>
                </a:lnTo>
                <a:lnTo>
                  <a:pt x="398" y="2069"/>
                </a:lnTo>
                <a:lnTo>
                  <a:pt x="166" y="1832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71" name="object 671"/>
          <p:cNvSpPr/>
          <p:nvPr/>
        </p:nvSpPr>
        <p:spPr>
          <a:xfrm>
            <a:off x="5328251" y="2131494"/>
            <a:ext cx="3219" cy="36177"/>
          </a:xfrm>
          <a:custGeom>
            <a:avLst/>
            <a:gdLst/>
            <a:ahLst/>
            <a:cxnLst/>
            <a:rect l="l" t="t" r="r" b="b"/>
            <a:pathLst>
              <a:path w="3219" h="36177">
                <a:moveTo>
                  <a:pt x="2523" y="18545"/>
                </a:moveTo>
                <a:lnTo>
                  <a:pt x="2218" y="15167"/>
                </a:lnTo>
                <a:lnTo>
                  <a:pt x="2066" y="12520"/>
                </a:lnTo>
                <a:lnTo>
                  <a:pt x="2066" y="10010"/>
                </a:lnTo>
                <a:lnTo>
                  <a:pt x="3219" y="9442"/>
                </a:lnTo>
                <a:lnTo>
                  <a:pt x="3042" y="9067"/>
                </a:lnTo>
                <a:lnTo>
                  <a:pt x="1862" y="7715"/>
                </a:lnTo>
                <a:lnTo>
                  <a:pt x="1405" y="4751"/>
                </a:lnTo>
                <a:lnTo>
                  <a:pt x="1052" y="2461"/>
                </a:lnTo>
                <a:lnTo>
                  <a:pt x="657" y="2546"/>
                </a:lnTo>
                <a:lnTo>
                  <a:pt x="0" y="0"/>
                </a:lnTo>
                <a:lnTo>
                  <a:pt x="657" y="2545"/>
                </a:lnTo>
                <a:lnTo>
                  <a:pt x="1007" y="4815"/>
                </a:lnTo>
                <a:lnTo>
                  <a:pt x="1460" y="7779"/>
                </a:lnTo>
                <a:lnTo>
                  <a:pt x="2784" y="9194"/>
                </a:lnTo>
                <a:lnTo>
                  <a:pt x="2987" y="9402"/>
                </a:lnTo>
                <a:lnTo>
                  <a:pt x="2066" y="9880"/>
                </a:lnTo>
                <a:lnTo>
                  <a:pt x="1952" y="10066"/>
                </a:lnTo>
                <a:lnTo>
                  <a:pt x="2118" y="18584"/>
                </a:lnTo>
                <a:lnTo>
                  <a:pt x="2423" y="24766"/>
                </a:lnTo>
                <a:lnTo>
                  <a:pt x="2520" y="36177"/>
                </a:lnTo>
                <a:lnTo>
                  <a:pt x="2623" y="33659"/>
                </a:lnTo>
                <a:lnTo>
                  <a:pt x="2824" y="30438"/>
                </a:lnTo>
                <a:lnTo>
                  <a:pt x="2824" y="24745"/>
                </a:lnTo>
                <a:lnTo>
                  <a:pt x="2523" y="18556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72" name="object 672"/>
          <p:cNvSpPr/>
          <p:nvPr/>
        </p:nvSpPr>
        <p:spPr>
          <a:xfrm>
            <a:off x="5405793" y="2148163"/>
            <a:ext cx="1014" cy="2803"/>
          </a:xfrm>
          <a:custGeom>
            <a:avLst/>
            <a:gdLst/>
            <a:ahLst/>
            <a:cxnLst/>
            <a:rect l="l" t="t" r="r" b="b"/>
            <a:pathLst>
              <a:path w="1014" h="2803">
                <a:moveTo>
                  <a:pt x="0" y="2653"/>
                </a:moveTo>
                <a:lnTo>
                  <a:pt x="377" y="2803"/>
                </a:lnTo>
                <a:lnTo>
                  <a:pt x="1014" y="0"/>
                </a:lnTo>
                <a:lnTo>
                  <a:pt x="0" y="2653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73" name="object 673"/>
          <p:cNvSpPr/>
          <p:nvPr/>
        </p:nvSpPr>
        <p:spPr>
          <a:xfrm>
            <a:off x="5406689" y="2119683"/>
            <a:ext cx="8335" cy="5115"/>
          </a:xfrm>
          <a:custGeom>
            <a:avLst/>
            <a:gdLst/>
            <a:ahLst/>
            <a:cxnLst/>
            <a:rect l="l" t="t" r="r" b="b"/>
            <a:pathLst>
              <a:path w="8335" h="5115">
                <a:moveTo>
                  <a:pt x="0" y="96"/>
                </a:moveTo>
                <a:lnTo>
                  <a:pt x="0" y="324"/>
                </a:lnTo>
                <a:lnTo>
                  <a:pt x="5112" y="417"/>
                </a:lnTo>
                <a:lnTo>
                  <a:pt x="5811" y="1480"/>
                </a:lnTo>
                <a:lnTo>
                  <a:pt x="7065" y="3074"/>
                </a:lnTo>
                <a:lnTo>
                  <a:pt x="7958" y="5115"/>
                </a:lnTo>
                <a:lnTo>
                  <a:pt x="8335" y="4961"/>
                </a:lnTo>
                <a:lnTo>
                  <a:pt x="7421" y="2882"/>
                </a:lnTo>
                <a:lnTo>
                  <a:pt x="7054" y="3049"/>
                </a:lnTo>
                <a:lnTo>
                  <a:pt x="6130" y="1223"/>
                </a:lnTo>
                <a:lnTo>
                  <a:pt x="5271" y="82"/>
                </a:lnTo>
                <a:lnTo>
                  <a:pt x="5112" y="0"/>
                </a:lnTo>
                <a:lnTo>
                  <a:pt x="4953" y="335"/>
                </a:lnTo>
                <a:lnTo>
                  <a:pt x="204" y="0"/>
                </a:lnTo>
                <a:lnTo>
                  <a:pt x="0" y="96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74" name="object 674"/>
          <p:cNvSpPr/>
          <p:nvPr/>
        </p:nvSpPr>
        <p:spPr>
          <a:xfrm>
            <a:off x="5413755" y="2122758"/>
            <a:ext cx="3495" cy="10694"/>
          </a:xfrm>
          <a:custGeom>
            <a:avLst/>
            <a:gdLst/>
            <a:ahLst/>
            <a:cxnLst/>
            <a:rect l="l" t="t" r="r" b="b"/>
            <a:pathLst>
              <a:path w="3495" h="10694">
                <a:moveTo>
                  <a:pt x="2034" y="4194"/>
                </a:moveTo>
                <a:lnTo>
                  <a:pt x="1276" y="1904"/>
                </a:lnTo>
                <a:lnTo>
                  <a:pt x="892" y="2040"/>
                </a:lnTo>
                <a:lnTo>
                  <a:pt x="16" y="21"/>
                </a:lnTo>
                <a:lnTo>
                  <a:pt x="895" y="2048"/>
                </a:lnTo>
                <a:lnTo>
                  <a:pt x="1647" y="4308"/>
                </a:lnTo>
                <a:lnTo>
                  <a:pt x="2250" y="6796"/>
                </a:lnTo>
                <a:lnTo>
                  <a:pt x="2502" y="8553"/>
                </a:lnTo>
                <a:lnTo>
                  <a:pt x="3071" y="9286"/>
                </a:lnTo>
                <a:lnTo>
                  <a:pt x="2886" y="10694"/>
                </a:lnTo>
                <a:lnTo>
                  <a:pt x="3495" y="9342"/>
                </a:lnTo>
                <a:lnTo>
                  <a:pt x="3464" y="9117"/>
                </a:lnTo>
                <a:lnTo>
                  <a:pt x="2903" y="8493"/>
                </a:lnTo>
                <a:lnTo>
                  <a:pt x="2647" y="6706"/>
                </a:lnTo>
                <a:lnTo>
                  <a:pt x="2252" y="6805"/>
                </a:lnTo>
                <a:lnTo>
                  <a:pt x="2034" y="4194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75" name="object 675"/>
          <p:cNvSpPr/>
          <p:nvPr/>
        </p:nvSpPr>
        <p:spPr>
          <a:xfrm>
            <a:off x="5416403" y="2129464"/>
            <a:ext cx="816" cy="2411"/>
          </a:xfrm>
          <a:custGeom>
            <a:avLst/>
            <a:gdLst/>
            <a:ahLst/>
            <a:cxnLst/>
            <a:rect l="l" t="t" r="r" b="b"/>
            <a:pathLst>
              <a:path w="816" h="2411">
                <a:moveTo>
                  <a:pt x="247" y="1727"/>
                </a:moveTo>
                <a:lnTo>
                  <a:pt x="3" y="21"/>
                </a:lnTo>
                <a:lnTo>
                  <a:pt x="211" y="1683"/>
                </a:lnTo>
                <a:lnTo>
                  <a:pt x="816" y="2411"/>
                </a:lnTo>
                <a:lnTo>
                  <a:pt x="247" y="1727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76" name="object 676"/>
          <p:cNvSpPr/>
          <p:nvPr/>
        </p:nvSpPr>
        <p:spPr>
          <a:xfrm>
            <a:off x="5415790" y="2126953"/>
            <a:ext cx="612" cy="2611"/>
          </a:xfrm>
          <a:custGeom>
            <a:avLst/>
            <a:gdLst/>
            <a:ahLst/>
            <a:cxnLst/>
            <a:rect l="l" t="t" r="r" b="b"/>
            <a:pathLst>
              <a:path w="612" h="2611">
                <a:moveTo>
                  <a:pt x="214" y="2593"/>
                </a:moveTo>
                <a:lnTo>
                  <a:pt x="612" y="2511"/>
                </a:lnTo>
                <a:lnTo>
                  <a:pt x="3" y="14"/>
                </a:lnTo>
                <a:lnTo>
                  <a:pt x="214" y="2593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77" name="object 677"/>
          <p:cNvSpPr/>
          <p:nvPr/>
        </p:nvSpPr>
        <p:spPr>
          <a:xfrm>
            <a:off x="5414650" y="2124807"/>
            <a:ext cx="755" cy="2278"/>
          </a:xfrm>
          <a:custGeom>
            <a:avLst/>
            <a:gdLst/>
            <a:ahLst/>
            <a:cxnLst/>
            <a:rect l="l" t="t" r="r" b="b"/>
            <a:pathLst>
              <a:path w="755" h="2278">
                <a:moveTo>
                  <a:pt x="4" y="9"/>
                </a:moveTo>
                <a:lnTo>
                  <a:pt x="755" y="2278"/>
                </a:lnTo>
                <a:lnTo>
                  <a:pt x="4" y="9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78" name="object 678"/>
          <p:cNvSpPr/>
          <p:nvPr/>
        </p:nvSpPr>
        <p:spPr>
          <a:xfrm>
            <a:off x="5405450" y="2154848"/>
            <a:ext cx="183" cy="2107"/>
          </a:xfrm>
          <a:custGeom>
            <a:avLst/>
            <a:gdLst/>
            <a:ahLst/>
            <a:cxnLst/>
            <a:rect l="l" t="t" r="r" b="b"/>
            <a:pathLst>
              <a:path w="183" h="2107">
                <a:moveTo>
                  <a:pt x="183" y="1872"/>
                </a:moveTo>
                <a:lnTo>
                  <a:pt x="130" y="0"/>
                </a:lnTo>
                <a:lnTo>
                  <a:pt x="0" y="1915"/>
                </a:lnTo>
                <a:lnTo>
                  <a:pt x="28" y="2107"/>
                </a:lnTo>
                <a:lnTo>
                  <a:pt x="183" y="1872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79" name="object 679"/>
          <p:cNvSpPr/>
          <p:nvPr/>
        </p:nvSpPr>
        <p:spPr>
          <a:xfrm>
            <a:off x="5415205" y="2133278"/>
            <a:ext cx="1415" cy="2186"/>
          </a:xfrm>
          <a:custGeom>
            <a:avLst/>
            <a:gdLst/>
            <a:ahLst/>
            <a:cxnLst/>
            <a:rect l="l" t="t" r="r" b="b"/>
            <a:pathLst>
              <a:path w="1415" h="2186">
                <a:moveTo>
                  <a:pt x="1415" y="210"/>
                </a:moveTo>
                <a:lnTo>
                  <a:pt x="1069" y="0"/>
                </a:lnTo>
                <a:lnTo>
                  <a:pt x="0" y="2186"/>
                </a:lnTo>
                <a:lnTo>
                  <a:pt x="1415" y="21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80" name="object 680"/>
          <p:cNvSpPr/>
          <p:nvPr/>
        </p:nvSpPr>
        <p:spPr>
          <a:xfrm>
            <a:off x="5411974" y="2131926"/>
            <a:ext cx="4937" cy="7532"/>
          </a:xfrm>
          <a:custGeom>
            <a:avLst/>
            <a:gdLst/>
            <a:ahLst/>
            <a:cxnLst/>
            <a:rect l="l" t="t" r="r" b="b"/>
            <a:pathLst>
              <a:path w="4937" h="7532">
                <a:moveTo>
                  <a:pt x="4937" y="221"/>
                </a:moveTo>
                <a:lnTo>
                  <a:pt x="4906" y="0"/>
                </a:lnTo>
                <a:lnTo>
                  <a:pt x="4321" y="1316"/>
                </a:lnTo>
                <a:lnTo>
                  <a:pt x="2905" y="3292"/>
                </a:lnTo>
                <a:lnTo>
                  <a:pt x="1445" y="5100"/>
                </a:lnTo>
                <a:lnTo>
                  <a:pt x="5" y="7523"/>
                </a:lnTo>
                <a:lnTo>
                  <a:pt x="1756" y="5368"/>
                </a:lnTo>
                <a:lnTo>
                  <a:pt x="3224" y="3545"/>
                </a:lnTo>
                <a:lnTo>
                  <a:pt x="4300" y="1351"/>
                </a:lnTo>
                <a:lnTo>
                  <a:pt x="4646" y="1562"/>
                </a:lnTo>
                <a:lnTo>
                  <a:pt x="4937" y="221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81" name="object 681"/>
          <p:cNvSpPr/>
          <p:nvPr/>
        </p:nvSpPr>
        <p:spPr>
          <a:xfrm>
            <a:off x="5416283" y="2132045"/>
            <a:ext cx="544" cy="1214"/>
          </a:xfrm>
          <a:custGeom>
            <a:avLst/>
            <a:gdLst/>
            <a:ahLst/>
            <a:cxnLst/>
            <a:rect l="l" t="t" r="r" b="b"/>
            <a:pathLst>
              <a:path w="544" h="1214">
                <a:moveTo>
                  <a:pt x="12" y="1196"/>
                </a:moveTo>
                <a:lnTo>
                  <a:pt x="544" y="0"/>
                </a:lnTo>
                <a:lnTo>
                  <a:pt x="0" y="1214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82" name="object 682"/>
          <p:cNvSpPr/>
          <p:nvPr/>
        </p:nvSpPr>
        <p:spPr>
          <a:xfrm>
            <a:off x="5184507" y="2146212"/>
            <a:ext cx="41804" cy="26212"/>
          </a:xfrm>
          <a:custGeom>
            <a:avLst/>
            <a:gdLst/>
            <a:ahLst/>
            <a:cxnLst/>
            <a:rect l="l" t="t" r="r" b="b"/>
            <a:pathLst>
              <a:path w="41804" h="26212">
                <a:moveTo>
                  <a:pt x="0" y="0"/>
                </a:moveTo>
                <a:lnTo>
                  <a:pt x="0" y="16069"/>
                </a:lnTo>
                <a:lnTo>
                  <a:pt x="41804" y="26212"/>
                </a:lnTo>
                <a:lnTo>
                  <a:pt x="41804" y="832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83" name="object 683"/>
          <p:cNvSpPr/>
          <p:nvPr/>
        </p:nvSpPr>
        <p:spPr>
          <a:xfrm>
            <a:off x="5188141" y="2150967"/>
            <a:ext cx="4401" cy="3517"/>
          </a:xfrm>
          <a:custGeom>
            <a:avLst/>
            <a:gdLst/>
            <a:ahLst/>
            <a:cxnLst/>
            <a:rect l="l" t="t" r="r" b="b"/>
            <a:pathLst>
              <a:path w="4401" h="3517">
                <a:moveTo>
                  <a:pt x="3806" y="2796"/>
                </a:moveTo>
                <a:lnTo>
                  <a:pt x="3112" y="2454"/>
                </a:lnTo>
                <a:lnTo>
                  <a:pt x="2472" y="2097"/>
                </a:lnTo>
                <a:lnTo>
                  <a:pt x="1886" y="1730"/>
                </a:lnTo>
                <a:lnTo>
                  <a:pt x="1355" y="1355"/>
                </a:lnTo>
                <a:lnTo>
                  <a:pt x="890" y="970"/>
                </a:lnTo>
                <a:lnTo>
                  <a:pt x="480" y="581"/>
                </a:lnTo>
                <a:lnTo>
                  <a:pt x="303" y="385"/>
                </a:lnTo>
                <a:lnTo>
                  <a:pt x="142" y="189"/>
                </a:lnTo>
                <a:lnTo>
                  <a:pt x="0" y="0"/>
                </a:lnTo>
                <a:lnTo>
                  <a:pt x="1" y="663"/>
                </a:lnTo>
                <a:lnTo>
                  <a:pt x="195" y="877"/>
                </a:lnTo>
                <a:lnTo>
                  <a:pt x="626" y="1287"/>
                </a:lnTo>
                <a:lnTo>
                  <a:pt x="1114" y="1690"/>
                </a:lnTo>
                <a:lnTo>
                  <a:pt x="1667" y="2079"/>
                </a:lnTo>
                <a:lnTo>
                  <a:pt x="2270" y="2457"/>
                </a:lnTo>
                <a:lnTo>
                  <a:pt x="2928" y="2825"/>
                </a:lnTo>
                <a:lnTo>
                  <a:pt x="3638" y="3174"/>
                </a:lnTo>
                <a:lnTo>
                  <a:pt x="4401" y="3517"/>
                </a:lnTo>
                <a:lnTo>
                  <a:pt x="3813" y="2800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84" name="object 684"/>
          <p:cNvSpPr/>
          <p:nvPr/>
        </p:nvSpPr>
        <p:spPr>
          <a:xfrm>
            <a:off x="5187705" y="2150146"/>
            <a:ext cx="437" cy="1483"/>
          </a:xfrm>
          <a:custGeom>
            <a:avLst/>
            <a:gdLst/>
            <a:ahLst/>
            <a:cxnLst/>
            <a:rect l="l" t="t" r="r" b="b"/>
            <a:pathLst>
              <a:path w="437" h="1483">
                <a:moveTo>
                  <a:pt x="0" y="0"/>
                </a:moveTo>
                <a:lnTo>
                  <a:pt x="81" y="203"/>
                </a:lnTo>
                <a:lnTo>
                  <a:pt x="99" y="1052"/>
                </a:lnTo>
                <a:lnTo>
                  <a:pt x="262" y="1269"/>
                </a:lnTo>
                <a:lnTo>
                  <a:pt x="437" y="1483"/>
                </a:lnTo>
                <a:lnTo>
                  <a:pt x="428" y="809"/>
                </a:lnTo>
                <a:lnTo>
                  <a:pt x="298" y="609"/>
                </a:lnTo>
                <a:lnTo>
                  <a:pt x="182" y="406"/>
                </a:lnTo>
                <a:lnTo>
                  <a:pt x="88" y="217"/>
                </a:lnTo>
                <a:lnTo>
                  <a:pt x="0" y="0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85" name="object 685"/>
          <p:cNvSpPr/>
          <p:nvPr/>
        </p:nvSpPr>
        <p:spPr>
          <a:xfrm>
            <a:off x="5187791" y="2150358"/>
            <a:ext cx="102" cy="205"/>
          </a:xfrm>
          <a:custGeom>
            <a:avLst/>
            <a:gdLst/>
            <a:ahLst/>
            <a:cxnLst/>
            <a:rect l="l" t="t" r="r" b="b"/>
            <a:pathLst>
              <a:path w="102" h="205">
                <a:moveTo>
                  <a:pt x="102" y="205"/>
                </a:moveTo>
                <a:lnTo>
                  <a:pt x="0" y="0"/>
                </a:lnTo>
                <a:lnTo>
                  <a:pt x="96" y="194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86" name="object 686"/>
          <p:cNvSpPr/>
          <p:nvPr/>
        </p:nvSpPr>
        <p:spPr>
          <a:xfrm>
            <a:off x="5188133" y="2150956"/>
            <a:ext cx="155" cy="674"/>
          </a:xfrm>
          <a:custGeom>
            <a:avLst/>
            <a:gdLst/>
            <a:ahLst/>
            <a:cxnLst/>
            <a:rect l="l" t="t" r="r" b="b"/>
            <a:pathLst>
              <a:path w="155" h="674">
                <a:moveTo>
                  <a:pt x="7" y="10"/>
                </a:moveTo>
                <a:lnTo>
                  <a:pt x="155" y="206"/>
                </a:lnTo>
                <a:lnTo>
                  <a:pt x="4" y="6"/>
                </a:lnTo>
                <a:lnTo>
                  <a:pt x="9" y="674"/>
                </a:lnTo>
                <a:lnTo>
                  <a:pt x="7" y="10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87" name="object 687"/>
          <p:cNvSpPr/>
          <p:nvPr/>
        </p:nvSpPr>
        <p:spPr>
          <a:xfrm>
            <a:off x="5191254" y="2153421"/>
            <a:ext cx="24298" cy="4548"/>
          </a:xfrm>
          <a:custGeom>
            <a:avLst/>
            <a:gdLst/>
            <a:ahLst/>
            <a:cxnLst/>
            <a:rect l="l" t="t" r="r" b="b"/>
            <a:pathLst>
              <a:path w="24298" h="4548">
                <a:moveTo>
                  <a:pt x="0" y="0"/>
                </a:moveTo>
                <a:lnTo>
                  <a:pt x="693" y="342"/>
                </a:lnTo>
                <a:lnTo>
                  <a:pt x="1288" y="1063"/>
                </a:lnTo>
                <a:lnTo>
                  <a:pt x="2096" y="1387"/>
                </a:lnTo>
                <a:lnTo>
                  <a:pt x="2951" y="1701"/>
                </a:lnTo>
                <a:lnTo>
                  <a:pt x="3853" y="2001"/>
                </a:lnTo>
                <a:lnTo>
                  <a:pt x="4798" y="2286"/>
                </a:lnTo>
                <a:lnTo>
                  <a:pt x="5784" y="2557"/>
                </a:lnTo>
                <a:lnTo>
                  <a:pt x="6809" y="2810"/>
                </a:lnTo>
                <a:lnTo>
                  <a:pt x="7870" y="3049"/>
                </a:lnTo>
                <a:lnTo>
                  <a:pt x="8969" y="3278"/>
                </a:lnTo>
                <a:lnTo>
                  <a:pt x="10102" y="3485"/>
                </a:lnTo>
                <a:lnTo>
                  <a:pt x="11269" y="3674"/>
                </a:lnTo>
                <a:lnTo>
                  <a:pt x="12465" y="3845"/>
                </a:lnTo>
                <a:lnTo>
                  <a:pt x="13688" y="4002"/>
                </a:lnTo>
                <a:lnTo>
                  <a:pt x="14940" y="4137"/>
                </a:lnTo>
                <a:lnTo>
                  <a:pt x="16218" y="4255"/>
                </a:lnTo>
                <a:lnTo>
                  <a:pt x="17517" y="4355"/>
                </a:lnTo>
                <a:lnTo>
                  <a:pt x="18839" y="4433"/>
                </a:lnTo>
                <a:lnTo>
                  <a:pt x="20179" y="4491"/>
                </a:lnTo>
                <a:lnTo>
                  <a:pt x="21536" y="4530"/>
                </a:lnTo>
                <a:lnTo>
                  <a:pt x="22910" y="4548"/>
                </a:lnTo>
                <a:lnTo>
                  <a:pt x="24298" y="4537"/>
                </a:lnTo>
                <a:lnTo>
                  <a:pt x="22917" y="4130"/>
                </a:lnTo>
                <a:lnTo>
                  <a:pt x="21546" y="4112"/>
                </a:lnTo>
                <a:lnTo>
                  <a:pt x="20193" y="4077"/>
                </a:lnTo>
                <a:lnTo>
                  <a:pt x="18860" y="4016"/>
                </a:lnTo>
                <a:lnTo>
                  <a:pt x="17545" y="3941"/>
                </a:lnTo>
                <a:lnTo>
                  <a:pt x="16251" y="3841"/>
                </a:lnTo>
                <a:lnTo>
                  <a:pt x="14980" y="3724"/>
                </a:lnTo>
                <a:lnTo>
                  <a:pt x="13734" y="3588"/>
                </a:lnTo>
                <a:lnTo>
                  <a:pt x="12518" y="3435"/>
                </a:lnTo>
                <a:lnTo>
                  <a:pt x="11329" y="3263"/>
                </a:lnTo>
                <a:lnTo>
                  <a:pt x="10170" y="3074"/>
                </a:lnTo>
                <a:lnTo>
                  <a:pt x="9044" y="2867"/>
                </a:lnTo>
                <a:lnTo>
                  <a:pt x="7952" y="2643"/>
                </a:lnTo>
                <a:lnTo>
                  <a:pt x="6900" y="2407"/>
                </a:lnTo>
                <a:lnTo>
                  <a:pt x="5884" y="2154"/>
                </a:lnTo>
                <a:lnTo>
                  <a:pt x="4907" y="1883"/>
                </a:lnTo>
                <a:lnTo>
                  <a:pt x="3972" y="1601"/>
                </a:lnTo>
                <a:lnTo>
                  <a:pt x="3081" y="1305"/>
                </a:lnTo>
                <a:lnTo>
                  <a:pt x="2238" y="998"/>
                </a:lnTo>
                <a:lnTo>
                  <a:pt x="1442" y="677"/>
                </a:lnTo>
                <a:lnTo>
                  <a:pt x="694" y="342"/>
                </a:lnTo>
                <a:lnTo>
                  <a:pt x="0" y="0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88" name="object 688"/>
          <p:cNvSpPr/>
          <p:nvPr/>
        </p:nvSpPr>
        <p:spPr>
          <a:xfrm>
            <a:off x="5212801" y="2157238"/>
            <a:ext cx="9180" cy="720"/>
          </a:xfrm>
          <a:custGeom>
            <a:avLst/>
            <a:gdLst/>
            <a:ahLst/>
            <a:cxnLst/>
            <a:rect l="l" t="t" r="r" b="b"/>
            <a:pathLst>
              <a:path w="9180" h="720">
                <a:moveTo>
                  <a:pt x="5379" y="652"/>
                </a:moveTo>
                <a:lnTo>
                  <a:pt x="6594" y="592"/>
                </a:lnTo>
                <a:lnTo>
                  <a:pt x="7791" y="513"/>
                </a:lnTo>
                <a:lnTo>
                  <a:pt x="8982" y="424"/>
                </a:lnTo>
                <a:lnTo>
                  <a:pt x="9180" y="317"/>
                </a:lnTo>
                <a:lnTo>
                  <a:pt x="9162" y="85"/>
                </a:lnTo>
                <a:lnTo>
                  <a:pt x="8955" y="10"/>
                </a:lnTo>
                <a:lnTo>
                  <a:pt x="7764" y="99"/>
                </a:lnTo>
                <a:lnTo>
                  <a:pt x="6573" y="178"/>
                </a:lnTo>
                <a:lnTo>
                  <a:pt x="5361" y="235"/>
                </a:lnTo>
                <a:lnTo>
                  <a:pt x="4140" y="278"/>
                </a:lnTo>
                <a:lnTo>
                  <a:pt x="2748" y="306"/>
                </a:lnTo>
                <a:lnTo>
                  <a:pt x="1369" y="313"/>
                </a:lnTo>
                <a:lnTo>
                  <a:pt x="0" y="296"/>
                </a:lnTo>
                <a:lnTo>
                  <a:pt x="1367" y="313"/>
                </a:lnTo>
                <a:lnTo>
                  <a:pt x="2751" y="720"/>
                </a:lnTo>
                <a:lnTo>
                  <a:pt x="4150" y="695"/>
                </a:lnTo>
                <a:lnTo>
                  <a:pt x="5379" y="652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89" name="object 689"/>
          <p:cNvSpPr/>
          <p:nvPr/>
        </p:nvSpPr>
        <p:spPr>
          <a:xfrm>
            <a:off x="5187221" y="2149775"/>
            <a:ext cx="583" cy="1423"/>
          </a:xfrm>
          <a:custGeom>
            <a:avLst/>
            <a:gdLst/>
            <a:ahLst/>
            <a:cxnLst/>
            <a:rect l="l" t="t" r="r" b="b"/>
            <a:pathLst>
              <a:path w="583" h="1423">
                <a:moveTo>
                  <a:pt x="104" y="517"/>
                </a:moveTo>
                <a:lnTo>
                  <a:pt x="198" y="749"/>
                </a:lnTo>
                <a:lnTo>
                  <a:pt x="205" y="763"/>
                </a:lnTo>
                <a:lnTo>
                  <a:pt x="311" y="977"/>
                </a:lnTo>
                <a:lnTo>
                  <a:pt x="439" y="1202"/>
                </a:lnTo>
                <a:lnTo>
                  <a:pt x="583" y="1423"/>
                </a:lnTo>
                <a:lnTo>
                  <a:pt x="565" y="574"/>
                </a:lnTo>
                <a:lnTo>
                  <a:pt x="489" y="388"/>
                </a:lnTo>
                <a:lnTo>
                  <a:pt x="419" y="167"/>
                </a:lnTo>
                <a:lnTo>
                  <a:pt x="270" y="0"/>
                </a:lnTo>
                <a:lnTo>
                  <a:pt x="57" y="71"/>
                </a:lnTo>
                <a:lnTo>
                  <a:pt x="34" y="299"/>
                </a:lnTo>
                <a:lnTo>
                  <a:pt x="104" y="517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90" name="object 690"/>
          <p:cNvSpPr/>
          <p:nvPr/>
        </p:nvSpPr>
        <p:spPr>
          <a:xfrm>
            <a:off x="5188887" y="2153574"/>
            <a:ext cx="27049" cy="6317"/>
          </a:xfrm>
          <a:custGeom>
            <a:avLst/>
            <a:gdLst/>
            <a:ahLst/>
            <a:cxnLst/>
            <a:rect l="l" t="t" r="r" b="b"/>
            <a:pathLst>
              <a:path w="27049" h="6317">
                <a:moveTo>
                  <a:pt x="6667" y="3431"/>
                </a:moveTo>
                <a:lnTo>
                  <a:pt x="5772" y="3139"/>
                </a:lnTo>
                <a:lnTo>
                  <a:pt x="4920" y="2832"/>
                </a:lnTo>
                <a:lnTo>
                  <a:pt x="4116" y="2514"/>
                </a:lnTo>
                <a:lnTo>
                  <a:pt x="3365" y="2187"/>
                </a:lnTo>
                <a:lnTo>
                  <a:pt x="2661" y="1844"/>
                </a:lnTo>
                <a:lnTo>
                  <a:pt x="2012" y="1487"/>
                </a:lnTo>
                <a:lnTo>
                  <a:pt x="1418" y="1127"/>
                </a:lnTo>
                <a:lnTo>
                  <a:pt x="883" y="756"/>
                </a:lnTo>
                <a:lnTo>
                  <a:pt x="406" y="378"/>
                </a:lnTo>
                <a:lnTo>
                  <a:pt x="0" y="0"/>
                </a:lnTo>
                <a:lnTo>
                  <a:pt x="146" y="695"/>
                </a:lnTo>
                <a:lnTo>
                  <a:pt x="646" y="1095"/>
                </a:lnTo>
                <a:lnTo>
                  <a:pt x="1202" y="1480"/>
                </a:lnTo>
                <a:lnTo>
                  <a:pt x="1814" y="1851"/>
                </a:lnTo>
                <a:lnTo>
                  <a:pt x="2479" y="2215"/>
                </a:lnTo>
                <a:lnTo>
                  <a:pt x="3196" y="2564"/>
                </a:lnTo>
                <a:lnTo>
                  <a:pt x="3964" y="2900"/>
                </a:lnTo>
                <a:lnTo>
                  <a:pt x="4781" y="3224"/>
                </a:lnTo>
                <a:lnTo>
                  <a:pt x="5644" y="3535"/>
                </a:lnTo>
                <a:lnTo>
                  <a:pt x="6550" y="3831"/>
                </a:lnTo>
                <a:lnTo>
                  <a:pt x="7500" y="4109"/>
                </a:lnTo>
                <a:lnTo>
                  <a:pt x="8492" y="4376"/>
                </a:lnTo>
                <a:lnTo>
                  <a:pt x="9524" y="4626"/>
                </a:lnTo>
                <a:lnTo>
                  <a:pt x="10590" y="4865"/>
                </a:lnTo>
                <a:lnTo>
                  <a:pt x="11695" y="5083"/>
                </a:lnTo>
                <a:lnTo>
                  <a:pt x="12833" y="5290"/>
                </a:lnTo>
                <a:lnTo>
                  <a:pt x="14003" y="5475"/>
                </a:lnTo>
                <a:lnTo>
                  <a:pt x="15200" y="5643"/>
                </a:lnTo>
                <a:lnTo>
                  <a:pt x="16429" y="5796"/>
                </a:lnTo>
                <a:lnTo>
                  <a:pt x="17684" y="5928"/>
                </a:lnTo>
                <a:lnTo>
                  <a:pt x="18962" y="6042"/>
                </a:lnTo>
                <a:lnTo>
                  <a:pt x="20265" y="6135"/>
                </a:lnTo>
                <a:lnTo>
                  <a:pt x="21587" y="6213"/>
                </a:lnTo>
                <a:lnTo>
                  <a:pt x="22926" y="6267"/>
                </a:lnTo>
                <a:lnTo>
                  <a:pt x="24287" y="6303"/>
                </a:lnTo>
                <a:lnTo>
                  <a:pt x="25661" y="6317"/>
                </a:lnTo>
                <a:lnTo>
                  <a:pt x="27049" y="6306"/>
                </a:lnTo>
                <a:lnTo>
                  <a:pt x="25668" y="5900"/>
                </a:lnTo>
                <a:lnTo>
                  <a:pt x="24294" y="5885"/>
                </a:lnTo>
                <a:lnTo>
                  <a:pt x="22940" y="5853"/>
                </a:lnTo>
                <a:lnTo>
                  <a:pt x="21608" y="5800"/>
                </a:lnTo>
                <a:lnTo>
                  <a:pt x="20289" y="5721"/>
                </a:lnTo>
                <a:lnTo>
                  <a:pt x="18993" y="5628"/>
                </a:lnTo>
                <a:lnTo>
                  <a:pt x="17722" y="5514"/>
                </a:lnTo>
                <a:lnTo>
                  <a:pt x="16474" y="5382"/>
                </a:lnTo>
                <a:lnTo>
                  <a:pt x="15252" y="5229"/>
                </a:lnTo>
                <a:lnTo>
                  <a:pt x="14061" y="5061"/>
                </a:lnTo>
                <a:lnTo>
                  <a:pt x="12899" y="4879"/>
                </a:lnTo>
                <a:lnTo>
                  <a:pt x="11768" y="4676"/>
                </a:lnTo>
                <a:lnTo>
                  <a:pt x="10671" y="4455"/>
                </a:lnTo>
                <a:lnTo>
                  <a:pt x="9614" y="4223"/>
                </a:lnTo>
                <a:lnTo>
                  <a:pt x="8590" y="3970"/>
                </a:lnTo>
                <a:lnTo>
                  <a:pt x="7607" y="3709"/>
                </a:lnTo>
                <a:lnTo>
                  <a:pt x="6667" y="3431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91" name="object 691"/>
          <p:cNvSpPr/>
          <p:nvPr/>
        </p:nvSpPr>
        <p:spPr>
          <a:xfrm>
            <a:off x="5187441" y="2151801"/>
            <a:ext cx="610" cy="1419"/>
          </a:xfrm>
          <a:custGeom>
            <a:avLst/>
            <a:gdLst/>
            <a:ahLst/>
            <a:cxnLst/>
            <a:rect l="l" t="t" r="r" b="b"/>
            <a:pathLst>
              <a:path w="610" h="1419">
                <a:moveTo>
                  <a:pt x="112" y="520"/>
                </a:moveTo>
                <a:lnTo>
                  <a:pt x="212" y="752"/>
                </a:lnTo>
                <a:lnTo>
                  <a:pt x="326" y="977"/>
                </a:lnTo>
                <a:lnTo>
                  <a:pt x="461" y="1202"/>
                </a:lnTo>
                <a:lnTo>
                  <a:pt x="610" y="1419"/>
                </a:lnTo>
                <a:lnTo>
                  <a:pt x="576" y="570"/>
                </a:lnTo>
                <a:lnTo>
                  <a:pt x="488" y="367"/>
                </a:lnTo>
                <a:lnTo>
                  <a:pt x="418" y="164"/>
                </a:lnTo>
                <a:lnTo>
                  <a:pt x="265" y="0"/>
                </a:lnTo>
                <a:lnTo>
                  <a:pt x="55" y="78"/>
                </a:lnTo>
                <a:lnTo>
                  <a:pt x="37" y="306"/>
                </a:lnTo>
                <a:lnTo>
                  <a:pt x="112" y="520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92" name="object 692"/>
          <p:cNvSpPr/>
          <p:nvPr/>
        </p:nvSpPr>
        <p:spPr>
          <a:xfrm>
            <a:off x="5188216" y="2152772"/>
            <a:ext cx="183" cy="881"/>
          </a:xfrm>
          <a:custGeom>
            <a:avLst/>
            <a:gdLst/>
            <a:ahLst/>
            <a:cxnLst/>
            <a:rect l="l" t="t" r="r" b="b"/>
            <a:pathLst>
              <a:path w="183" h="881">
                <a:moveTo>
                  <a:pt x="23" y="0"/>
                </a:moveTo>
                <a:lnTo>
                  <a:pt x="0" y="663"/>
                </a:lnTo>
                <a:lnTo>
                  <a:pt x="183" y="881"/>
                </a:lnTo>
                <a:lnTo>
                  <a:pt x="29" y="10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93" name="object 693"/>
          <p:cNvSpPr/>
          <p:nvPr/>
        </p:nvSpPr>
        <p:spPr>
          <a:xfrm>
            <a:off x="5188119" y="2152572"/>
            <a:ext cx="121" cy="201"/>
          </a:xfrm>
          <a:custGeom>
            <a:avLst/>
            <a:gdLst/>
            <a:ahLst/>
            <a:cxnLst/>
            <a:rect l="l" t="t" r="r" b="b"/>
            <a:pathLst>
              <a:path w="121" h="201">
                <a:moveTo>
                  <a:pt x="7" y="14"/>
                </a:moveTo>
                <a:lnTo>
                  <a:pt x="121" y="201"/>
                </a:lnTo>
                <a:lnTo>
                  <a:pt x="0" y="0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94" name="object 694"/>
          <p:cNvSpPr/>
          <p:nvPr/>
        </p:nvSpPr>
        <p:spPr>
          <a:xfrm>
            <a:off x="5188017" y="2152372"/>
            <a:ext cx="1288" cy="1897"/>
          </a:xfrm>
          <a:custGeom>
            <a:avLst/>
            <a:gdLst/>
            <a:ahLst/>
            <a:cxnLst/>
            <a:rect l="l" t="t" r="r" b="b"/>
            <a:pathLst>
              <a:path w="1288" h="1897">
                <a:moveTo>
                  <a:pt x="870" y="1202"/>
                </a:moveTo>
                <a:lnTo>
                  <a:pt x="1288" y="1587"/>
                </a:lnTo>
                <a:lnTo>
                  <a:pt x="860" y="1191"/>
                </a:lnTo>
                <a:lnTo>
                  <a:pt x="680" y="998"/>
                </a:lnTo>
                <a:lnTo>
                  <a:pt x="509" y="799"/>
                </a:lnTo>
                <a:lnTo>
                  <a:pt x="358" y="599"/>
                </a:lnTo>
                <a:lnTo>
                  <a:pt x="223" y="400"/>
                </a:lnTo>
                <a:lnTo>
                  <a:pt x="109" y="214"/>
                </a:lnTo>
                <a:lnTo>
                  <a:pt x="3" y="7"/>
                </a:lnTo>
                <a:lnTo>
                  <a:pt x="34" y="848"/>
                </a:lnTo>
                <a:lnTo>
                  <a:pt x="5" y="10"/>
                </a:lnTo>
                <a:lnTo>
                  <a:pt x="34" y="848"/>
                </a:lnTo>
                <a:lnTo>
                  <a:pt x="199" y="1062"/>
                </a:lnTo>
                <a:lnTo>
                  <a:pt x="222" y="399"/>
                </a:lnTo>
                <a:lnTo>
                  <a:pt x="382" y="1280"/>
                </a:lnTo>
                <a:lnTo>
                  <a:pt x="578" y="1487"/>
                </a:lnTo>
                <a:lnTo>
                  <a:pt x="1016" y="1897"/>
                </a:lnTo>
                <a:lnTo>
                  <a:pt x="870" y="1202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95" name="object 695"/>
          <p:cNvSpPr/>
          <p:nvPr/>
        </p:nvSpPr>
        <p:spPr>
          <a:xfrm>
            <a:off x="5213182" y="2159164"/>
            <a:ext cx="9000" cy="716"/>
          </a:xfrm>
          <a:custGeom>
            <a:avLst/>
            <a:gdLst/>
            <a:ahLst/>
            <a:cxnLst/>
            <a:rect l="l" t="t" r="r" b="b"/>
            <a:pathLst>
              <a:path w="9000" h="716">
                <a:moveTo>
                  <a:pt x="0" y="296"/>
                </a:moveTo>
                <a:lnTo>
                  <a:pt x="1370" y="310"/>
                </a:lnTo>
                <a:lnTo>
                  <a:pt x="2755" y="716"/>
                </a:lnTo>
                <a:lnTo>
                  <a:pt x="4153" y="688"/>
                </a:lnTo>
                <a:lnTo>
                  <a:pt x="6500" y="588"/>
                </a:lnTo>
                <a:lnTo>
                  <a:pt x="8806" y="424"/>
                </a:lnTo>
                <a:lnTo>
                  <a:pt x="9000" y="317"/>
                </a:lnTo>
                <a:lnTo>
                  <a:pt x="8986" y="89"/>
                </a:lnTo>
                <a:lnTo>
                  <a:pt x="8775" y="10"/>
                </a:lnTo>
                <a:lnTo>
                  <a:pt x="6480" y="171"/>
                </a:lnTo>
                <a:lnTo>
                  <a:pt x="4143" y="271"/>
                </a:lnTo>
                <a:lnTo>
                  <a:pt x="2751" y="299"/>
                </a:lnTo>
                <a:lnTo>
                  <a:pt x="1372" y="310"/>
                </a:lnTo>
                <a:lnTo>
                  <a:pt x="0" y="296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96" name="object 696"/>
          <p:cNvSpPr/>
          <p:nvPr/>
        </p:nvSpPr>
        <p:spPr>
          <a:xfrm>
            <a:off x="5188030" y="2154409"/>
            <a:ext cx="2389" cy="2864"/>
          </a:xfrm>
          <a:custGeom>
            <a:avLst/>
            <a:gdLst/>
            <a:ahLst/>
            <a:cxnLst/>
            <a:rect l="l" t="t" r="r" b="b"/>
            <a:pathLst>
              <a:path w="2389" h="2864">
                <a:moveTo>
                  <a:pt x="2028" y="2140"/>
                </a:moveTo>
                <a:lnTo>
                  <a:pt x="1802" y="2486"/>
                </a:lnTo>
                <a:lnTo>
                  <a:pt x="2389" y="2864"/>
                </a:lnTo>
                <a:lnTo>
                  <a:pt x="2038" y="2147"/>
                </a:lnTo>
                <a:lnTo>
                  <a:pt x="1519" y="1765"/>
                </a:lnTo>
                <a:lnTo>
                  <a:pt x="1071" y="1380"/>
                </a:lnTo>
                <a:lnTo>
                  <a:pt x="873" y="1188"/>
                </a:lnTo>
                <a:lnTo>
                  <a:pt x="687" y="991"/>
                </a:lnTo>
                <a:lnTo>
                  <a:pt x="516" y="795"/>
                </a:lnTo>
                <a:lnTo>
                  <a:pt x="362" y="599"/>
                </a:lnTo>
                <a:lnTo>
                  <a:pt x="223" y="399"/>
                </a:lnTo>
                <a:lnTo>
                  <a:pt x="110" y="210"/>
                </a:lnTo>
                <a:lnTo>
                  <a:pt x="0" y="0"/>
                </a:lnTo>
                <a:lnTo>
                  <a:pt x="104" y="199"/>
                </a:lnTo>
                <a:lnTo>
                  <a:pt x="207" y="1063"/>
                </a:lnTo>
                <a:lnTo>
                  <a:pt x="391" y="1277"/>
                </a:lnTo>
                <a:lnTo>
                  <a:pt x="589" y="1487"/>
                </a:lnTo>
                <a:lnTo>
                  <a:pt x="803" y="1694"/>
                </a:lnTo>
                <a:lnTo>
                  <a:pt x="1272" y="2094"/>
                </a:lnTo>
                <a:lnTo>
                  <a:pt x="1802" y="2486"/>
                </a:lnTo>
                <a:lnTo>
                  <a:pt x="2028" y="2140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97" name="object 697"/>
          <p:cNvSpPr/>
          <p:nvPr/>
        </p:nvSpPr>
        <p:spPr>
          <a:xfrm>
            <a:off x="5187392" y="2153624"/>
            <a:ext cx="846" cy="1847"/>
          </a:xfrm>
          <a:custGeom>
            <a:avLst/>
            <a:gdLst/>
            <a:ahLst/>
            <a:cxnLst/>
            <a:rect l="l" t="t" r="r" b="b"/>
            <a:pathLst>
              <a:path w="846" h="1847">
                <a:moveTo>
                  <a:pt x="90" y="506"/>
                </a:moveTo>
                <a:lnTo>
                  <a:pt x="173" y="738"/>
                </a:lnTo>
                <a:lnTo>
                  <a:pt x="274" y="966"/>
                </a:lnTo>
                <a:lnTo>
                  <a:pt x="392" y="1191"/>
                </a:lnTo>
                <a:lnTo>
                  <a:pt x="525" y="1412"/>
                </a:lnTo>
                <a:lnTo>
                  <a:pt x="546" y="577"/>
                </a:lnTo>
                <a:lnTo>
                  <a:pt x="636" y="781"/>
                </a:lnTo>
                <a:lnTo>
                  <a:pt x="678" y="1633"/>
                </a:lnTo>
                <a:lnTo>
                  <a:pt x="846" y="1847"/>
                </a:lnTo>
                <a:lnTo>
                  <a:pt x="742" y="984"/>
                </a:lnTo>
                <a:lnTo>
                  <a:pt x="643" y="795"/>
                </a:lnTo>
                <a:lnTo>
                  <a:pt x="548" y="582"/>
                </a:lnTo>
                <a:lnTo>
                  <a:pt x="479" y="395"/>
                </a:lnTo>
                <a:lnTo>
                  <a:pt x="420" y="174"/>
                </a:lnTo>
                <a:lnTo>
                  <a:pt x="278" y="0"/>
                </a:lnTo>
                <a:lnTo>
                  <a:pt x="63" y="60"/>
                </a:lnTo>
                <a:lnTo>
                  <a:pt x="30" y="288"/>
                </a:lnTo>
                <a:lnTo>
                  <a:pt x="90" y="506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98" name="object 698"/>
          <p:cNvSpPr/>
          <p:nvPr/>
        </p:nvSpPr>
        <p:spPr>
          <a:xfrm>
            <a:off x="5215335" y="2161479"/>
            <a:ext cx="1398" cy="21"/>
          </a:xfrm>
          <a:custGeom>
            <a:avLst/>
            <a:gdLst/>
            <a:ahLst/>
            <a:cxnLst/>
            <a:rect l="l" t="t" r="r" b="b"/>
            <a:pathLst>
              <a:path w="1398" h="21">
                <a:moveTo>
                  <a:pt x="3" y="21"/>
                </a:moveTo>
                <a:lnTo>
                  <a:pt x="1398" y="0"/>
                </a:lnTo>
                <a:lnTo>
                  <a:pt x="0" y="21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99" name="object 699"/>
          <p:cNvSpPr/>
          <p:nvPr/>
        </p:nvSpPr>
        <p:spPr>
          <a:xfrm>
            <a:off x="5190065" y="2156553"/>
            <a:ext cx="32252" cy="5364"/>
          </a:xfrm>
          <a:custGeom>
            <a:avLst/>
            <a:gdLst/>
            <a:ahLst/>
            <a:cxnLst/>
            <a:rect l="l" t="t" r="r" b="b"/>
            <a:pathLst>
              <a:path w="32252" h="5364">
                <a:moveTo>
                  <a:pt x="1864" y="1069"/>
                </a:moveTo>
                <a:lnTo>
                  <a:pt x="1186" y="720"/>
                </a:lnTo>
                <a:lnTo>
                  <a:pt x="561" y="363"/>
                </a:lnTo>
                <a:lnTo>
                  <a:pt x="0" y="0"/>
                </a:lnTo>
                <a:lnTo>
                  <a:pt x="355" y="720"/>
                </a:lnTo>
                <a:lnTo>
                  <a:pt x="997" y="1087"/>
                </a:lnTo>
                <a:lnTo>
                  <a:pt x="1691" y="1444"/>
                </a:lnTo>
                <a:lnTo>
                  <a:pt x="2436" y="1786"/>
                </a:lnTo>
                <a:lnTo>
                  <a:pt x="3230" y="2115"/>
                </a:lnTo>
                <a:lnTo>
                  <a:pt x="4069" y="2432"/>
                </a:lnTo>
                <a:lnTo>
                  <a:pt x="4955" y="2735"/>
                </a:lnTo>
                <a:lnTo>
                  <a:pt x="5887" y="3028"/>
                </a:lnTo>
                <a:lnTo>
                  <a:pt x="6860" y="3299"/>
                </a:lnTo>
                <a:lnTo>
                  <a:pt x="7873" y="3559"/>
                </a:lnTo>
                <a:lnTo>
                  <a:pt x="8923" y="3802"/>
                </a:lnTo>
                <a:lnTo>
                  <a:pt x="10012" y="4030"/>
                </a:lnTo>
                <a:lnTo>
                  <a:pt x="11135" y="4244"/>
                </a:lnTo>
                <a:lnTo>
                  <a:pt x="12289" y="4440"/>
                </a:lnTo>
                <a:lnTo>
                  <a:pt x="13476" y="4615"/>
                </a:lnTo>
                <a:lnTo>
                  <a:pt x="14695" y="4779"/>
                </a:lnTo>
                <a:lnTo>
                  <a:pt x="15939" y="4918"/>
                </a:lnTo>
                <a:lnTo>
                  <a:pt x="17209" y="5043"/>
                </a:lnTo>
                <a:lnTo>
                  <a:pt x="18503" y="5147"/>
                </a:lnTo>
                <a:lnTo>
                  <a:pt x="19821" y="5232"/>
                </a:lnTo>
                <a:lnTo>
                  <a:pt x="21157" y="5296"/>
                </a:lnTo>
                <a:lnTo>
                  <a:pt x="22514" y="5339"/>
                </a:lnTo>
                <a:lnTo>
                  <a:pt x="23885" y="5364"/>
                </a:lnTo>
                <a:lnTo>
                  <a:pt x="23888" y="4947"/>
                </a:lnTo>
                <a:lnTo>
                  <a:pt x="23885" y="5364"/>
                </a:lnTo>
                <a:lnTo>
                  <a:pt x="25277" y="5364"/>
                </a:lnTo>
                <a:lnTo>
                  <a:pt x="26675" y="5343"/>
                </a:lnTo>
                <a:lnTo>
                  <a:pt x="28046" y="5300"/>
                </a:lnTo>
                <a:lnTo>
                  <a:pt x="29396" y="5236"/>
                </a:lnTo>
                <a:lnTo>
                  <a:pt x="30732" y="5154"/>
                </a:lnTo>
                <a:lnTo>
                  <a:pt x="32058" y="5050"/>
                </a:lnTo>
                <a:lnTo>
                  <a:pt x="32252" y="4940"/>
                </a:lnTo>
                <a:lnTo>
                  <a:pt x="32234" y="4711"/>
                </a:lnTo>
                <a:lnTo>
                  <a:pt x="32027" y="4633"/>
                </a:lnTo>
                <a:lnTo>
                  <a:pt x="30704" y="4740"/>
                </a:lnTo>
                <a:lnTo>
                  <a:pt x="29375" y="4822"/>
                </a:lnTo>
                <a:lnTo>
                  <a:pt x="28035" y="4886"/>
                </a:lnTo>
                <a:lnTo>
                  <a:pt x="26665" y="4925"/>
                </a:lnTo>
                <a:lnTo>
                  <a:pt x="25273" y="4947"/>
                </a:lnTo>
                <a:lnTo>
                  <a:pt x="23892" y="4947"/>
                </a:lnTo>
                <a:lnTo>
                  <a:pt x="22521" y="4922"/>
                </a:lnTo>
                <a:lnTo>
                  <a:pt x="21175" y="4879"/>
                </a:lnTo>
                <a:lnTo>
                  <a:pt x="19842" y="4815"/>
                </a:lnTo>
                <a:lnTo>
                  <a:pt x="18530" y="4733"/>
                </a:lnTo>
                <a:lnTo>
                  <a:pt x="17244" y="4629"/>
                </a:lnTo>
                <a:lnTo>
                  <a:pt x="15981" y="4505"/>
                </a:lnTo>
                <a:lnTo>
                  <a:pt x="14743" y="4365"/>
                </a:lnTo>
                <a:lnTo>
                  <a:pt x="13531" y="4205"/>
                </a:lnTo>
                <a:lnTo>
                  <a:pt x="12351" y="4030"/>
                </a:lnTo>
                <a:lnTo>
                  <a:pt x="11205" y="3834"/>
                </a:lnTo>
                <a:lnTo>
                  <a:pt x="10089" y="3623"/>
                </a:lnTo>
                <a:lnTo>
                  <a:pt x="9008" y="3395"/>
                </a:lnTo>
                <a:lnTo>
                  <a:pt x="7966" y="3153"/>
                </a:lnTo>
                <a:lnTo>
                  <a:pt x="6962" y="2899"/>
                </a:lnTo>
                <a:lnTo>
                  <a:pt x="5999" y="2625"/>
                </a:lnTo>
                <a:lnTo>
                  <a:pt x="5077" y="2339"/>
                </a:lnTo>
                <a:lnTo>
                  <a:pt x="4202" y="2040"/>
                </a:lnTo>
                <a:lnTo>
                  <a:pt x="3375" y="1729"/>
                </a:lnTo>
                <a:lnTo>
                  <a:pt x="2594" y="1405"/>
                </a:lnTo>
                <a:lnTo>
                  <a:pt x="1864" y="1069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00" name="object 700"/>
          <p:cNvSpPr/>
          <p:nvPr/>
        </p:nvSpPr>
        <p:spPr>
          <a:xfrm>
            <a:off x="5187917" y="2154202"/>
            <a:ext cx="153" cy="1055"/>
          </a:xfrm>
          <a:custGeom>
            <a:avLst/>
            <a:gdLst/>
            <a:ahLst/>
            <a:cxnLst/>
            <a:rect l="l" t="t" r="r" b="b"/>
            <a:pathLst>
              <a:path w="153" h="1055">
                <a:moveTo>
                  <a:pt x="111" y="203"/>
                </a:moveTo>
                <a:lnTo>
                  <a:pt x="26" y="14"/>
                </a:lnTo>
                <a:lnTo>
                  <a:pt x="0" y="834"/>
                </a:lnTo>
                <a:lnTo>
                  <a:pt x="153" y="1055"/>
                </a:lnTo>
                <a:lnTo>
                  <a:pt x="111" y="203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01" name="object 701"/>
          <p:cNvSpPr/>
          <p:nvPr/>
        </p:nvSpPr>
        <p:spPr>
          <a:xfrm>
            <a:off x="5187866" y="2154002"/>
            <a:ext cx="74" cy="204"/>
          </a:xfrm>
          <a:custGeom>
            <a:avLst/>
            <a:gdLst/>
            <a:ahLst/>
            <a:cxnLst/>
            <a:rect l="l" t="t" r="r" b="b"/>
            <a:pathLst>
              <a:path w="74" h="204">
                <a:moveTo>
                  <a:pt x="5" y="17"/>
                </a:moveTo>
                <a:lnTo>
                  <a:pt x="74" y="204"/>
                </a:lnTo>
                <a:lnTo>
                  <a:pt x="1" y="4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02" name="object 702"/>
          <p:cNvSpPr/>
          <p:nvPr/>
        </p:nvSpPr>
        <p:spPr>
          <a:xfrm>
            <a:off x="5188137" y="2154612"/>
            <a:ext cx="125" cy="206"/>
          </a:xfrm>
          <a:custGeom>
            <a:avLst/>
            <a:gdLst/>
            <a:ahLst/>
            <a:cxnLst/>
            <a:rect l="l" t="t" r="r" b="b"/>
            <a:pathLst>
              <a:path w="125" h="206">
                <a:moveTo>
                  <a:pt x="125" y="206"/>
                </a:moveTo>
                <a:lnTo>
                  <a:pt x="0" y="0"/>
                </a:lnTo>
                <a:lnTo>
                  <a:pt x="117" y="196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03" name="object 703"/>
          <p:cNvSpPr/>
          <p:nvPr/>
        </p:nvSpPr>
        <p:spPr>
          <a:xfrm>
            <a:off x="5190183" y="2158576"/>
            <a:ext cx="26581" cy="5364"/>
          </a:xfrm>
          <a:custGeom>
            <a:avLst/>
            <a:gdLst/>
            <a:ahLst/>
            <a:cxnLst/>
            <a:rect l="l" t="t" r="r" b="b"/>
            <a:pathLst>
              <a:path w="26581" h="5364">
                <a:moveTo>
                  <a:pt x="8960" y="3395"/>
                </a:moveTo>
                <a:lnTo>
                  <a:pt x="7921" y="3152"/>
                </a:lnTo>
                <a:lnTo>
                  <a:pt x="6920" y="2892"/>
                </a:lnTo>
                <a:lnTo>
                  <a:pt x="5962" y="2621"/>
                </a:lnTo>
                <a:lnTo>
                  <a:pt x="5045" y="2335"/>
                </a:lnTo>
                <a:lnTo>
                  <a:pt x="4175" y="2039"/>
                </a:lnTo>
                <a:lnTo>
                  <a:pt x="3351" y="1725"/>
                </a:lnTo>
                <a:lnTo>
                  <a:pt x="2575" y="1401"/>
                </a:lnTo>
                <a:lnTo>
                  <a:pt x="1847" y="1065"/>
                </a:lnTo>
                <a:lnTo>
                  <a:pt x="1175" y="719"/>
                </a:lnTo>
                <a:lnTo>
                  <a:pt x="555" y="363"/>
                </a:lnTo>
                <a:lnTo>
                  <a:pt x="0" y="0"/>
                </a:lnTo>
                <a:lnTo>
                  <a:pt x="347" y="719"/>
                </a:lnTo>
                <a:lnTo>
                  <a:pt x="985" y="1087"/>
                </a:lnTo>
                <a:lnTo>
                  <a:pt x="1673" y="1443"/>
                </a:lnTo>
                <a:lnTo>
                  <a:pt x="2416" y="1782"/>
                </a:lnTo>
                <a:lnTo>
                  <a:pt x="3204" y="2114"/>
                </a:lnTo>
                <a:lnTo>
                  <a:pt x="4041" y="2431"/>
                </a:lnTo>
                <a:lnTo>
                  <a:pt x="4922" y="2731"/>
                </a:lnTo>
                <a:lnTo>
                  <a:pt x="5849" y="3020"/>
                </a:lnTo>
                <a:lnTo>
                  <a:pt x="6817" y="3295"/>
                </a:lnTo>
                <a:lnTo>
                  <a:pt x="7826" y="3555"/>
                </a:lnTo>
                <a:lnTo>
                  <a:pt x="8875" y="3801"/>
                </a:lnTo>
                <a:lnTo>
                  <a:pt x="9959" y="4030"/>
                </a:lnTo>
                <a:lnTo>
                  <a:pt x="11076" y="4240"/>
                </a:lnTo>
                <a:lnTo>
                  <a:pt x="12231" y="4433"/>
                </a:lnTo>
                <a:lnTo>
                  <a:pt x="13415" y="4615"/>
                </a:lnTo>
                <a:lnTo>
                  <a:pt x="14628" y="4775"/>
                </a:lnTo>
                <a:lnTo>
                  <a:pt x="15870" y="4918"/>
                </a:lnTo>
                <a:lnTo>
                  <a:pt x="17138" y="5039"/>
                </a:lnTo>
                <a:lnTo>
                  <a:pt x="18429" y="5146"/>
                </a:lnTo>
                <a:lnTo>
                  <a:pt x="19745" y="5232"/>
                </a:lnTo>
                <a:lnTo>
                  <a:pt x="21077" y="5296"/>
                </a:lnTo>
                <a:lnTo>
                  <a:pt x="22431" y="5339"/>
                </a:lnTo>
                <a:lnTo>
                  <a:pt x="23801" y="5364"/>
                </a:lnTo>
                <a:lnTo>
                  <a:pt x="25193" y="5364"/>
                </a:lnTo>
                <a:lnTo>
                  <a:pt x="25190" y="4950"/>
                </a:lnTo>
                <a:lnTo>
                  <a:pt x="26581" y="4928"/>
                </a:lnTo>
                <a:lnTo>
                  <a:pt x="25187" y="4950"/>
                </a:lnTo>
                <a:lnTo>
                  <a:pt x="23805" y="4946"/>
                </a:lnTo>
                <a:lnTo>
                  <a:pt x="22441" y="4921"/>
                </a:lnTo>
                <a:lnTo>
                  <a:pt x="21095" y="4879"/>
                </a:lnTo>
                <a:lnTo>
                  <a:pt x="19765" y="4814"/>
                </a:lnTo>
                <a:lnTo>
                  <a:pt x="18457" y="4729"/>
                </a:lnTo>
                <a:lnTo>
                  <a:pt x="17173" y="4625"/>
                </a:lnTo>
                <a:lnTo>
                  <a:pt x="15912" y="4504"/>
                </a:lnTo>
                <a:lnTo>
                  <a:pt x="14677" y="4361"/>
                </a:lnTo>
                <a:lnTo>
                  <a:pt x="13470" y="4201"/>
                </a:lnTo>
                <a:lnTo>
                  <a:pt x="12293" y="4022"/>
                </a:lnTo>
                <a:lnTo>
                  <a:pt x="11146" y="3830"/>
                </a:lnTo>
                <a:lnTo>
                  <a:pt x="10036" y="3619"/>
                </a:lnTo>
                <a:lnTo>
                  <a:pt x="8960" y="3395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04" name="object 704"/>
          <p:cNvSpPr/>
          <p:nvPr/>
        </p:nvSpPr>
        <p:spPr>
          <a:xfrm>
            <a:off x="5187540" y="2155657"/>
            <a:ext cx="2990" cy="3638"/>
          </a:xfrm>
          <a:custGeom>
            <a:avLst/>
            <a:gdLst/>
            <a:ahLst/>
            <a:cxnLst/>
            <a:rect l="l" t="t" r="r" b="b"/>
            <a:pathLst>
              <a:path w="2990" h="3638">
                <a:moveTo>
                  <a:pt x="858" y="1187"/>
                </a:moveTo>
                <a:lnTo>
                  <a:pt x="731" y="977"/>
                </a:lnTo>
                <a:lnTo>
                  <a:pt x="632" y="783"/>
                </a:lnTo>
                <a:lnTo>
                  <a:pt x="545" y="577"/>
                </a:lnTo>
                <a:lnTo>
                  <a:pt x="473" y="379"/>
                </a:lnTo>
                <a:lnTo>
                  <a:pt x="419" y="174"/>
                </a:lnTo>
                <a:lnTo>
                  <a:pt x="279" y="0"/>
                </a:lnTo>
                <a:lnTo>
                  <a:pt x="63" y="57"/>
                </a:lnTo>
                <a:lnTo>
                  <a:pt x="29" y="281"/>
                </a:lnTo>
                <a:lnTo>
                  <a:pt x="86" y="499"/>
                </a:lnTo>
                <a:lnTo>
                  <a:pt x="169" y="734"/>
                </a:lnTo>
                <a:lnTo>
                  <a:pt x="264" y="959"/>
                </a:lnTo>
                <a:lnTo>
                  <a:pt x="380" y="1184"/>
                </a:lnTo>
                <a:lnTo>
                  <a:pt x="515" y="1405"/>
                </a:lnTo>
                <a:lnTo>
                  <a:pt x="471" y="374"/>
                </a:lnTo>
                <a:lnTo>
                  <a:pt x="515" y="1405"/>
                </a:lnTo>
                <a:lnTo>
                  <a:pt x="663" y="1626"/>
                </a:lnTo>
                <a:lnTo>
                  <a:pt x="629" y="777"/>
                </a:lnTo>
                <a:lnTo>
                  <a:pt x="663" y="1626"/>
                </a:lnTo>
                <a:lnTo>
                  <a:pt x="829" y="1840"/>
                </a:lnTo>
                <a:lnTo>
                  <a:pt x="1009" y="2051"/>
                </a:lnTo>
                <a:lnTo>
                  <a:pt x="1205" y="2261"/>
                </a:lnTo>
                <a:lnTo>
                  <a:pt x="1417" y="2468"/>
                </a:lnTo>
                <a:lnTo>
                  <a:pt x="1883" y="2867"/>
                </a:lnTo>
                <a:lnTo>
                  <a:pt x="2408" y="3260"/>
                </a:lnTo>
                <a:lnTo>
                  <a:pt x="2635" y="2914"/>
                </a:lnTo>
                <a:lnTo>
                  <a:pt x="2408" y="3260"/>
                </a:lnTo>
                <a:lnTo>
                  <a:pt x="2990" y="3638"/>
                </a:lnTo>
                <a:lnTo>
                  <a:pt x="2646" y="2921"/>
                </a:lnTo>
                <a:lnTo>
                  <a:pt x="2131" y="2539"/>
                </a:lnTo>
                <a:lnTo>
                  <a:pt x="1686" y="2158"/>
                </a:lnTo>
                <a:lnTo>
                  <a:pt x="1489" y="1965"/>
                </a:lnTo>
                <a:lnTo>
                  <a:pt x="1308" y="1769"/>
                </a:lnTo>
                <a:lnTo>
                  <a:pt x="1139" y="1573"/>
                </a:lnTo>
                <a:lnTo>
                  <a:pt x="988" y="1376"/>
                </a:lnTo>
                <a:lnTo>
                  <a:pt x="852" y="1177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05" name="object 705"/>
          <p:cNvSpPr/>
          <p:nvPr/>
        </p:nvSpPr>
        <p:spPr>
          <a:xfrm>
            <a:off x="5188012" y="2156032"/>
            <a:ext cx="43" cy="1030"/>
          </a:xfrm>
          <a:custGeom>
            <a:avLst/>
            <a:gdLst/>
            <a:ahLst/>
            <a:cxnLst/>
            <a:rect l="l" t="t" r="r" b="b"/>
            <a:pathLst>
              <a:path w="43" h="1030">
                <a:moveTo>
                  <a:pt x="0" y="0"/>
                </a:moveTo>
                <a:lnTo>
                  <a:pt x="43" y="1030"/>
                </a:lnTo>
                <a:lnTo>
                  <a:pt x="5" y="17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06" name="object 706"/>
          <p:cNvSpPr/>
          <p:nvPr/>
        </p:nvSpPr>
        <p:spPr>
          <a:xfrm>
            <a:off x="5188170" y="2156435"/>
            <a:ext cx="34" cy="848"/>
          </a:xfrm>
          <a:custGeom>
            <a:avLst/>
            <a:gdLst/>
            <a:ahLst/>
            <a:cxnLst/>
            <a:rect l="l" t="t" r="r" b="b"/>
            <a:pathLst>
              <a:path w="34" h="848">
                <a:moveTo>
                  <a:pt x="0" y="0"/>
                </a:moveTo>
                <a:lnTo>
                  <a:pt x="34" y="848"/>
                </a:lnTo>
                <a:lnTo>
                  <a:pt x="6" y="14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07" name="object 707"/>
          <p:cNvSpPr/>
          <p:nvPr/>
        </p:nvSpPr>
        <p:spPr>
          <a:xfrm>
            <a:off x="5215373" y="2163220"/>
            <a:ext cx="6912" cy="720"/>
          </a:xfrm>
          <a:custGeom>
            <a:avLst/>
            <a:gdLst/>
            <a:ahLst/>
            <a:cxnLst/>
            <a:rect l="l" t="t" r="r" b="b"/>
            <a:pathLst>
              <a:path w="6912" h="720">
                <a:moveTo>
                  <a:pt x="1391" y="285"/>
                </a:moveTo>
                <a:lnTo>
                  <a:pt x="0" y="306"/>
                </a:lnTo>
                <a:lnTo>
                  <a:pt x="3" y="720"/>
                </a:lnTo>
                <a:lnTo>
                  <a:pt x="1398" y="699"/>
                </a:lnTo>
                <a:lnTo>
                  <a:pt x="2745" y="667"/>
                </a:lnTo>
                <a:lnTo>
                  <a:pt x="4081" y="606"/>
                </a:lnTo>
                <a:lnTo>
                  <a:pt x="5403" y="524"/>
                </a:lnTo>
                <a:lnTo>
                  <a:pt x="6715" y="424"/>
                </a:lnTo>
                <a:lnTo>
                  <a:pt x="6912" y="313"/>
                </a:lnTo>
                <a:lnTo>
                  <a:pt x="6895" y="85"/>
                </a:lnTo>
                <a:lnTo>
                  <a:pt x="6684" y="10"/>
                </a:lnTo>
                <a:lnTo>
                  <a:pt x="5379" y="110"/>
                </a:lnTo>
                <a:lnTo>
                  <a:pt x="4060" y="192"/>
                </a:lnTo>
                <a:lnTo>
                  <a:pt x="2731" y="249"/>
                </a:lnTo>
                <a:lnTo>
                  <a:pt x="1388" y="285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08" name="object 708"/>
          <p:cNvSpPr/>
          <p:nvPr/>
        </p:nvSpPr>
        <p:spPr>
          <a:xfrm>
            <a:off x="5187781" y="2157705"/>
            <a:ext cx="144" cy="1241"/>
          </a:xfrm>
          <a:custGeom>
            <a:avLst/>
            <a:gdLst/>
            <a:ahLst/>
            <a:cxnLst/>
            <a:rect l="l" t="t" r="r" b="b"/>
            <a:pathLst>
              <a:path w="144" h="1241">
                <a:moveTo>
                  <a:pt x="144" y="1241"/>
                </a:moveTo>
                <a:lnTo>
                  <a:pt x="61" y="199"/>
                </a:lnTo>
                <a:lnTo>
                  <a:pt x="4" y="14"/>
                </a:lnTo>
                <a:lnTo>
                  <a:pt x="3" y="1020"/>
                </a:lnTo>
                <a:lnTo>
                  <a:pt x="144" y="1241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09" name="object 709"/>
          <p:cNvSpPr/>
          <p:nvPr/>
        </p:nvSpPr>
        <p:spPr>
          <a:xfrm>
            <a:off x="5189099" y="2159870"/>
            <a:ext cx="744" cy="716"/>
          </a:xfrm>
          <a:custGeom>
            <a:avLst/>
            <a:gdLst/>
            <a:ahLst/>
            <a:cxnLst/>
            <a:rect l="l" t="t" r="r" b="b"/>
            <a:pathLst>
              <a:path w="744" h="716">
                <a:moveTo>
                  <a:pt x="744" y="378"/>
                </a:moveTo>
                <a:lnTo>
                  <a:pt x="266" y="10"/>
                </a:lnTo>
                <a:lnTo>
                  <a:pt x="0" y="324"/>
                </a:lnTo>
                <a:lnTo>
                  <a:pt x="513" y="716"/>
                </a:lnTo>
                <a:lnTo>
                  <a:pt x="744" y="378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10" name="object 710"/>
          <p:cNvSpPr/>
          <p:nvPr/>
        </p:nvSpPr>
        <p:spPr>
          <a:xfrm>
            <a:off x="5191481" y="2161326"/>
            <a:ext cx="30509" cy="4391"/>
          </a:xfrm>
          <a:custGeom>
            <a:avLst/>
            <a:gdLst/>
            <a:ahLst/>
            <a:cxnLst/>
            <a:rect l="l" t="t" r="r" b="b"/>
            <a:pathLst>
              <a:path w="30509" h="4391">
                <a:moveTo>
                  <a:pt x="0" y="370"/>
                </a:moveTo>
                <a:lnTo>
                  <a:pt x="726" y="716"/>
                </a:lnTo>
                <a:lnTo>
                  <a:pt x="888" y="338"/>
                </a:lnTo>
                <a:lnTo>
                  <a:pt x="1504" y="1052"/>
                </a:lnTo>
                <a:lnTo>
                  <a:pt x="2328" y="1369"/>
                </a:lnTo>
                <a:lnTo>
                  <a:pt x="3199" y="1676"/>
                </a:lnTo>
                <a:lnTo>
                  <a:pt x="4115" y="1969"/>
                </a:lnTo>
                <a:lnTo>
                  <a:pt x="5073" y="2247"/>
                </a:lnTo>
                <a:lnTo>
                  <a:pt x="6072" y="2511"/>
                </a:lnTo>
                <a:lnTo>
                  <a:pt x="7113" y="2757"/>
                </a:lnTo>
                <a:lnTo>
                  <a:pt x="8189" y="2992"/>
                </a:lnTo>
                <a:lnTo>
                  <a:pt x="9301" y="3210"/>
                </a:lnTo>
                <a:lnTo>
                  <a:pt x="10445" y="3406"/>
                </a:lnTo>
                <a:lnTo>
                  <a:pt x="11625" y="3588"/>
                </a:lnTo>
                <a:lnTo>
                  <a:pt x="12833" y="3756"/>
                </a:lnTo>
                <a:lnTo>
                  <a:pt x="14070" y="3902"/>
                </a:lnTo>
                <a:lnTo>
                  <a:pt x="15332" y="4034"/>
                </a:lnTo>
                <a:lnTo>
                  <a:pt x="16621" y="4141"/>
                </a:lnTo>
                <a:lnTo>
                  <a:pt x="17934" y="4230"/>
                </a:lnTo>
                <a:lnTo>
                  <a:pt x="19266" y="4301"/>
                </a:lnTo>
                <a:lnTo>
                  <a:pt x="20620" y="4351"/>
                </a:lnTo>
                <a:lnTo>
                  <a:pt x="21990" y="4380"/>
                </a:lnTo>
                <a:lnTo>
                  <a:pt x="23375" y="4391"/>
                </a:lnTo>
                <a:lnTo>
                  <a:pt x="24777" y="4373"/>
                </a:lnTo>
                <a:lnTo>
                  <a:pt x="26179" y="4337"/>
                </a:lnTo>
                <a:lnTo>
                  <a:pt x="27570" y="4280"/>
                </a:lnTo>
                <a:lnTo>
                  <a:pt x="28948" y="4198"/>
                </a:lnTo>
                <a:lnTo>
                  <a:pt x="30312" y="4095"/>
                </a:lnTo>
                <a:lnTo>
                  <a:pt x="30509" y="3988"/>
                </a:lnTo>
                <a:lnTo>
                  <a:pt x="30492" y="3756"/>
                </a:lnTo>
                <a:lnTo>
                  <a:pt x="30284" y="3681"/>
                </a:lnTo>
                <a:lnTo>
                  <a:pt x="28924" y="3784"/>
                </a:lnTo>
                <a:lnTo>
                  <a:pt x="27553" y="3863"/>
                </a:lnTo>
                <a:lnTo>
                  <a:pt x="26169" y="3923"/>
                </a:lnTo>
                <a:lnTo>
                  <a:pt x="24770" y="3955"/>
                </a:lnTo>
                <a:lnTo>
                  <a:pt x="23379" y="3973"/>
                </a:lnTo>
                <a:lnTo>
                  <a:pt x="21994" y="3966"/>
                </a:lnTo>
                <a:lnTo>
                  <a:pt x="20630" y="3934"/>
                </a:lnTo>
                <a:lnTo>
                  <a:pt x="19284" y="3888"/>
                </a:lnTo>
                <a:lnTo>
                  <a:pt x="17958" y="3816"/>
                </a:lnTo>
                <a:lnTo>
                  <a:pt x="16650" y="3727"/>
                </a:lnTo>
                <a:lnTo>
                  <a:pt x="15369" y="3617"/>
                </a:lnTo>
                <a:lnTo>
                  <a:pt x="14113" y="3488"/>
                </a:lnTo>
                <a:lnTo>
                  <a:pt x="12883" y="3342"/>
                </a:lnTo>
                <a:lnTo>
                  <a:pt x="11682" y="3178"/>
                </a:lnTo>
                <a:lnTo>
                  <a:pt x="10509" y="2996"/>
                </a:lnTo>
                <a:lnTo>
                  <a:pt x="9373" y="2800"/>
                </a:lnTo>
                <a:lnTo>
                  <a:pt x="8268" y="2582"/>
                </a:lnTo>
                <a:lnTo>
                  <a:pt x="7200" y="2350"/>
                </a:lnTo>
                <a:lnTo>
                  <a:pt x="6168" y="2104"/>
                </a:lnTo>
                <a:lnTo>
                  <a:pt x="5179" y="1844"/>
                </a:lnTo>
                <a:lnTo>
                  <a:pt x="4230" y="1569"/>
                </a:lnTo>
                <a:lnTo>
                  <a:pt x="3324" y="1280"/>
                </a:lnTo>
                <a:lnTo>
                  <a:pt x="2466" y="977"/>
                </a:lnTo>
                <a:lnTo>
                  <a:pt x="1653" y="663"/>
                </a:lnTo>
                <a:lnTo>
                  <a:pt x="890" y="339"/>
                </a:lnTo>
                <a:lnTo>
                  <a:pt x="184" y="3"/>
                </a:lnTo>
                <a:lnTo>
                  <a:pt x="0" y="370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11" name="object 711"/>
          <p:cNvSpPr/>
          <p:nvPr/>
        </p:nvSpPr>
        <p:spPr>
          <a:xfrm>
            <a:off x="5192208" y="2161664"/>
            <a:ext cx="778" cy="713"/>
          </a:xfrm>
          <a:custGeom>
            <a:avLst/>
            <a:gdLst/>
            <a:ahLst/>
            <a:cxnLst/>
            <a:rect l="l" t="t" r="r" b="b"/>
            <a:pathLst>
              <a:path w="778" h="713">
                <a:moveTo>
                  <a:pt x="162" y="0"/>
                </a:moveTo>
                <a:lnTo>
                  <a:pt x="0" y="378"/>
                </a:lnTo>
                <a:lnTo>
                  <a:pt x="778" y="713"/>
                </a:lnTo>
                <a:lnTo>
                  <a:pt x="170" y="3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12" name="object 712"/>
          <p:cNvSpPr/>
          <p:nvPr/>
        </p:nvSpPr>
        <p:spPr>
          <a:xfrm>
            <a:off x="5213476" y="2165282"/>
            <a:ext cx="2779" cy="17"/>
          </a:xfrm>
          <a:custGeom>
            <a:avLst/>
            <a:gdLst/>
            <a:ahLst/>
            <a:cxnLst/>
            <a:rect l="l" t="t" r="r" b="b"/>
            <a:pathLst>
              <a:path w="2779" h="17">
                <a:moveTo>
                  <a:pt x="1382" y="17"/>
                </a:moveTo>
                <a:lnTo>
                  <a:pt x="0" y="10"/>
                </a:lnTo>
                <a:lnTo>
                  <a:pt x="1381" y="17"/>
                </a:lnTo>
                <a:lnTo>
                  <a:pt x="2779" y="0"/>
                </a:lnTo>
                <a:lnTo>
                  <a:pt x="1382" y="17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13" name="object 713"/>
          <p:cNvSpPr/>
          <p:nvPr/>
        </p:nvSpPr>
        <p:spPr>
          <a:xfrm>
            <a:off x="5189850" y="2160252"/>
            <a:ext cx="552" cy="370"/>
          </a:xfrm>
          <a:custGeom>
            <a:avLst/>
            <a:gdLst/>
            <a:ahLst/>
            <a:cxnLst/>
            <a:rect l="l" t="t" r="r" b="b"/>
            <a:pathLst>
              <a:path w="552" h="370">
                <a:moveTo>
                  <a:pt x="4" y="3"/>
                </a:moveTo>
                <a:lnTo>
                  <a:pt x="552" y="370"/>
                </a:lnTo>
                <a:lnTo>
                  <a:pt x="0" y="0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14" name="object 714"/>
          <p:cNvSpPr/>
          <p:nvPr/>
        </p:nvSpPr>
        <p:spPr>
          <a:xfrm>
            <a:off x="5187316" y="2157323"/>
            <a:ext cx="5055" cy="4373"/>
          </a:xfrm>
          <a:custGeom>
            <a:avLst/>
            <a:gdLst/>
            <a:ahLst/>
            <a:cxnLst/>
            <a:rect l="l" t="t" r="r" b="b"/>
            <a:pathLst>
              <a:path w="5055" h="4373">
                <a:moveTo>
                  <a:pt x="3085" y="3299"/>
                </a:moveTo>
                <a:lnTo>
                  <a:pt x="2537" y="2932"/>
                </a:lnTo>
                <a:lnTo>
                  <a:pt x="2039" y="2549"/>
                </a:lnTo>
                <a:lnTo>
                  <a:pt x="1607" y="2161"/>
                </a:lnTo>
                <a:lnTo>
                  <a:pt x="1418" y="1972"/>
                </a:lnTo>
                <a:lnTo>
                  <a:pt x="1244" y="1776"/>
                </a:lnTo>
                <a:lnTo>
                  <a:pt x="1084" y="1580"/>
                </a:lnTo>
                <a:lnTo>
                  <a:pt x="940" y="1380"/>
                </a:lnTo>
                <a:lnTo>
                  <a:pt x="811" y="1180"/>
                </a:lnTo>
                <a:lnTo>
                  <a:pt x="702" y="984"/>
                </a:lnTo>
                <a:lnTo>
                  <a:pt x="607" y="784"/>
                </a:lnTo>
                <a:lnTo>
                  <a:pt x="531" y="593"/>
                </a:lnTo>
                <a:lnTo>
                  <a:pt x="468" y="392"/>
                </a:lnTo>
                <a:lnTo>
                  <a:pt x="419" y="178"/>
                </a:lnTo>
                <a:lnTo>
                  <a:pt x="285" y="0"/>
                </a:lnTo>
                <a:lnTo>
                  <a:pt x="67" y="49"/>
                </a:lnTo>
                <a:lnTo>
                  <a:pt x="25" y="274"/>
                </a:lnTo>
                <a:lnTo>
                  <a:pt x="74" y="492"/>
                </a:lnTo>
                <a:lnTo>
                  <a:pt x="146" y="724"/>
                </a:lnTo>
                <a:lnTo>
                  <a:pt x="238" y="952"/>
                </a:lnTo>
                <a:lnTo>
                  <a:pt x="344" y="1180"/>
                </a:lnTo>
                <a:lnTo>
                  <a:pt x="468" y="1401"/>
                </a:lnTo>
                <a:lnTo>
                  <a:pt x="464" y="381"/>
                </a:lnTo>
                <a:lnTo>
                  <a:pt x="526" y="581"/>
                </a:lnTo>
                <a:lnTo>
                  <a:pt x="609" y="1623"/>
                </a:lnTo>
                <a:lnTo>
                  <a:pt x="767" y="1837"/>
                </a:lnTo>
                <a:lnTo>
                  <a:pt x="939" y="2051"/>
                </a:lnTo>
                <a:lnTo>
                  <a:pt x="1127" y="2261"/>
                </a:lnTo>
                <a:lnTo>
                  <a:pt x="1332" y="2468"/>
                </a:lnTo>
                <a:lnTo>
                  <a:pt x="1782" y="2871"/>
                </a:lnTo>
                <a:lnTo>
                  <a:pt x="2036" y="2546"/>
                </a:lnTo>
                <a:lnTo>
                  <a:pt x="2527" y="2925"/>
                </a:lnTo>
                <a:lnTo>
                  <a:pt x="2295" y="3263"/>
                </a:lnTo>
                <a:lnTo>
                  <a:pt x="2864" y="3645"/>
                </a:lnTo>
                <a:lnTo>
                  <a:pt x="3486" y="4016"/>
                </a:lnTo>
                <a:lnTo>
                  <a:pt x="4164" y="4373"/>
                </a:lnTo>
                <a:lnTo>
                  <a:pt x="4342" y="4002"/>
                </a:lnTo>
                <a:lnTo>
                  <a:pt x="5055" y="4341"/>
                </a:lnTo>
                <a:lnTo>
                  <a:pt x="4347" y="4004"/>
                </a:lnTo>
                <a:lnTo>
                  <a:pt x="3679" y="3652"/>
                </a:lnTo>
                <a:lnTo>
                  <a:pt x="3075" y="3292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15" name="object 715"/>
          <p:cNvSpPr/>
          <p:nvPr/>
        </p:nvSpPr>
        <p:spPr>
          <a:xfrm>
            <a:off x="5187787" y="2148634"/>
            <a:ext cx="17" cy="845"/>
          </a:xfrm>
          <a:custGeom>
            <a:avLst/>
            <a:gdLst/>
            <a:ahLst/>
            <a:cxnLst/>
            <a:rect l="l" t="t" r="r" b="b"/>
            <a:pathLst>
              <a:path w="17" h="845">
                <a:moveTo>
                  <a:pt x="0" y="0"/>
                </a:moveTo>
                <a:lnTo>
                  <a:pt x="17" y="845"/>
                </a:lnTo>
                <a:lnTo>
                  <a:pt x="6" y="14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16" name="object 716"/>
          <p:cNvSpPr/>
          <p:nvPr/>
        </p:nvSpPr>
        <p:spPr>
          <a:xfrm>
            <a:off x="5187661" y="2148430"/>
            <a:ext cx="27891" cy="7812"/>
          </a:xfrm>
          <a:custGeom>
            <a:avLst/>
            <a:gdLst/>
            <a:ahLst/>
            <a:cxnLst/>
            <a:rect l="l" t="t" r="r" b="b"/>
            <a:pathLst>
              <a:path w="27891" h="7812">
                <a:moveTo>
                  <a:pt x="17327" y="6859"/>
                </a:moveTo>
                <a:lnTo>
                  <a:pt x="16110" y="6706"/>
                </a:lnTo>
                <a:lnTo>
                  <a:pt x="14923" y="6531"/>
                </a:lnTo>
                <a:lnTo>
                  <a:pt x="13763" y="6342"/>
                </a:lnTo>
                <a:lnTo>
                  <a:pt x="12637" y="6139"/>
                </a:lnTo>
                <a:lnTo>
                  <a:pt x="11545" y="5917"/>
                </a:lnTo>
                <a:lnTo>
                  <a:pt x="10493" y="5678"/>
                </a:lnTo>
                <a:lnTo>
                  <a:pt x="9477" y="5425"/>
                </a:lnTo>
                <a:lnTo>
                  <a:pt x="8500" y="5158"/>
                </a:lnTo>
                <a:lnTo>
                  <a:pt x="7564" y="4876"/>
                </a:lnTo>
                <a:lnTo>
                  <a:pt x="6675" y="4580"/>
                </a:lnTo>
                <a:lnTo>
                  <a:pt x="5831" y="4273"/>
                </a:lnTo>
                <a:lnTo>
                  <a:pt x="5035" y="3948"/>
                </a:lnTo>
                <a:lnTo>
                  <a:pt x="4287" y="3617"/>
                </a:lnTo>
                <a:lnTo>
                  <a:pt x="3593" y="3271"/>
                </a:lnTo>
                <a:lnTo>
                  <a:pt x="2952" y="2914"/>
                </a:lnTo>
                <a:lnTo>
                  <a:pt x="2366" y="2550"/>
                </a:lnTo>
                <a:lnTo>
                  <a:pt x="1836" y="2175"/>
                </a:lnTo>
                <a:lnTo>
                  <a:pt x="1382" y="1804"/>
                </a:lnTo>
                <a:lnTo>
                  <a:pt x="961" y="1398"/>
                </a:lnTo>
                <a:lnTo>
                  <a:pt x="783" y="1205"/>
                </a:lnTo>
                <a:lnTo>
                  <a:pt x="627" y="1016"/>
                </a:lnTo>
                <a:lnTo>
                  <a:pt x="477" y="813"/>
                </a:lnTo>
                <a:lnTo>
                  <a:pt x="342" y="606"/>
                </a:lnTo>
                <a:lnTo>
                  <a:pt x="226" y="403"/>
                </a:lnTo>
                <a:lnTo>
                  <a:pt x="130" y="211"/>
                </a:lnTo>
                <a:lnTo>
                  <a:pt x="49" y="14"/>
                </a:lnTo>
                <a:lnTo>
                  <a:pt x="0" y="827"/>
                </a:lnTo>
                <a:lnTo>
                  <a:pt x="143" y="1048"/>
                </a:lnTo>
                <a:lnTo>
                  <a:pt x="125" y="203"/>
                </a:lnTo>
                <a:lnTo>
                  <a:pt x="143" y="1048"/>
                </a:lnTo>
                <a:lnTo>
                  <a:pt x="307" y="1269"/>
                </a:lnTo>
                <a:lnTo>
                  <a:pt x="481" y="1483"/>
                </a:lnTo>
                <a:lnTo>
                  <a:pt x="472" y="806"/>
                </a:lnTo>
                <a:lnTo>
                  <a:pt x="622" y="1009"/>
                </a:lnTo>
                <a:lnTo>
                  <a:pt x="676" y="1694"/>
                </a:lnTo>
                <a:lnTo>
                  <a:pt x="1105" y="2108"/>
                </a:lnTo>
                <a:lnTo>
                  <a:pt x="1370" y="1794"/>
                </a:lnTo>
                <a:lnTo>
                  <a:pt x="1105" y="2108"/>
                </a:lnTo>
                <a:lnTo>
                  <a:pt x="1595" y="2507"/>
                </a:lnTo>
                <a:lnTo>
                  <a:pt x="2146" y="2900"/>
                </a:lnTo>
                <a:lnTo>
                  <a:pt x="2751" y="3274"/>
                </a:lnTo>
                <a:lnTo>
                  <a:pt x="3408" y="3642"/>
                </a:lnTo>
                <a:lnTo>
                  <a:pt x="4118" y="3995"/>
                </a:lnTo>
                <a:lnTo>
                  <a:pt x="4881" y="4334"/>
                </a:lnTo>
                <a:lnTo>
                  <a:pt x="5689" y="4662"/>
                </a:lnTo>
                <a:lnTo>
                  <a:pt x="6544" y="4972"/>
                </a:lnTo>
                <a:lnTo>
                  <a:pt x="7445" y="5275"/>
                </a:lnTo>
                <a:lnTo>
                  <a:pt x="8391" y="5557"/>
                </a:lnTo>
                <a:lnTo>
                  <a:pt x="9377" y="5828"/>
                </a:lnTo>
                <a:lnTo>
                  <a:pt x="10402" y="6085"/>
                </a:lnTo>
                <a:lnTo>
                  <a:pt x="11463" y="6324"/>
                </a:lnTo>
                <a:lnTo>
                  <a:pt x="12563" y="6545"/>
                </a:lnTo>
                <a:lnTo>
                  <a:pt x="13696" y="6752"/>
                </a:lnTo>
                <a:lnTo>
                  <a:pt x="14862" y="6945"/>
                </a:lnTo>
                <a:lnTo>
                  <a:pt x="16057" y="7119"/>
                </a:lnTo>
                <a:lnTo>
                  <a:pt x="17281" y="7273"/>
                </a:lnTo>
                <a:lnTo>
                  <a:pt x="18533" y="7408"/>
                </a:lnTo>
                <a:lnTo>
                  <a:pt x="19811" y="7526"/>
                </a:lnTo>
                <a:lnTo>
                  <a:pt x="21110" y="7622"/>
                </a:lnTo>
                <a:lnTo>
                  <a:pt x="22433" y="7701"/>
                </a:lnTo>
                <a:lnTo>
                  <a:pt x="23772" y="7758"/>
                </a:lnTo>
                <a:lnTo>
                  <a:pt x="25133" y="7794"/>
                </a:lnTo>
                <a:lnTo>
                  <a:pt x="26503" y="7812"/>
                </a:lnTo>
                <a:lnTo>
                  <a:pt x="27891" y="7804"/>
                </a:lnTo>
                <a:lnTo>
                  <a:pt x="26507" y="7394"/>
                </a:lnTo>
                <a:lnTo>
                  <a:pt x="25139" y="7380"/>
                </a:lnTo>
                <a:lnTo>
                  <a:pt x="23786" y="7344"/>
                </a:lnTo>
                <a:lnTo>
                  <a:pt x="22453" y="7284"/>
                </a:lnTo>
                <a:lnTo>
                  <a:pt x="21138" y="7209"/>
                </a:lnTo>
                <a:lnTo>
                  <a:pt x="19844" y="7112"/>
                </a:lnTo>
                <a:lnTo>
                  <a:pt x="18573" y="6995"/>
                </a:lnTo>
                <a:lnTo>
                  <a:pt x="17327" y="6859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17" name="object 717"/>
          <p:cNvSpPr/>
          <p:nvPr/>
        </p:nvSpPr>
        <p:spPr>
          <a:xfrm>
            <a:off x="5189038" y="2150230"/>
            <a:ext cx="471" cy="383"/>
          </a:xfrm>
          <a:custGeom>
            <a:avLst/>
            <a:gdLst/>
            <a:ahLst/>
            <a:cxnLst/>
            <a:rect l="l" t="t" r="r" b="b"/>
            <a:pathLst>
              <a:path w="471" h="383">
                <a:moveTo>
                  <a:pt x="5" y="5"/>
                </a:moveTo>
                <a:lnTo>
                  <a:pt x="471" y="383"/>
                </a:lnTo>
                <a:lnTo>
                  <a:pt x="0" y="0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18" name="object 718"/>
          <p:cNvSpPr/>
          <p:nvPr/>
        </p:nvSpPr>
        <p:spPr>
          <a:xfrm>
            <a:off x="5187221" y="2148060"/>
            <a:ext cx="569" cy="1198"/>
          </a:xfrm>
          <a:custGeom>
            <a:avLst/>
            <a:gdLst/>
            <a:ahLst/>
            <a:cxnLst/>
            <a:rect l="l" t="t" r="r" b="b"/>
            <a:pathLst>
              <a:path w="569" h="1198">
                <a:moveTo>
                  <a:pt x="0" y="189"/>
                </a:moveTo>
                <a:lnTo>
                  <a:pt x="104" y="517"/>
                </a:lnTo>
                <a:lnTo>
                  <a:pt x="198" y="749"/>
                </a:lnTo>
                <a:lnTo>
                  <a:pt x="311" y="977"/>
                </a:lnTo>
                <a:lnTo>
                  <a:pt x="439" y="1198"/>
                </a:lnTo>
                <a:lnTo>
                  <a:pt x="483" y="370"/>
                </a:lnTo>
                <a:lnTo>
                  <a:pt x="569" y="582"/>
                </a:lnTo>
                <a:lnTo>
                  <a:pt x="488" y="382"/>
                </a:lnTo>
                <a:lnTo>
                  <a:pt x="419" y="167"/>
                </a:lnTo>
                <a:lnTo>
                  <a:pt x="270" y="0"/>
                </a:lnTo>
                <a:lnTo>
                  <a:pt x="57" y="71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19" name="object 719"/>
          <p:cNvSpPr/>
          <p:nvPr/>
        </p:nvSpPr>
        <p:spPr>
          <a:xfrm>
            <a:off x="5188133" y="2149237"/>
            <a:ext cx="203" cy="888"/>
          </a:xfrm>
          <a:custGeom>
            <a:avLst/>
            <a:gdLst/>
            <a:ahLst/>
            <a:cxnLst/>
            <a:rect l="l" t="t" r="r" b="b"/>
            <a:pathLst>
              <a:path w="203" h="888">
                <a:moveTo>
                  <a:pt x="149" y="203"/>
                </a:moveTo>
                <a:lnTo>
                  <a:pt x="7" y="10"/>
                </a:lnTo>
                <a:lnTo>
                  <a:pt x="9" y="677"/>
                </a:lnTo>
                <a:lnTo>
                  <a:pt x="203" y="888"/>
                </a:lnTo>
                <a:lnTo>
                  <a:pt x="149" y="203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20" name="object 720"/>
          <p:cNvSpPr/>
          <p:nvPr/>
        </p:nvSpPr>
        <p:spPr>
          <a:xfrm>
            <a:off x="5212801" y="2155522"/>
            <a:ext cx="9180" cy="713"/>
          </a:xfrm>
          <a:custGeom>
            <a:avLst/>
            <a:gdLst/>
            <a:ahLst/>
            <a:cxnLst/>
            <a:rect l="l" t="t" r="r" b="b"/>
            <a:pathLst>
              <a:path w="9180" h="713">
                <a:moveTo>
                  <a:pt x="5379" y="652"/>
                </a:moveTo>
                <a:lnTo>
                  <a:pt x="6594" y="592"/>
                </a:lnTo>
                <a:lnTo>
                  <a:pt x="7791" y="517"/>
                </a:lnTo>
                <a:lnTo>
                  <a:pt x="8982" y="420"/>
                </a:lnTo>
                <a:lnTo>
                  <a:pt x="9180" y="313"/>
                </a:lnTo>
                <a:lnTo>
                  <a:pt x="9162" y="85"/>
                </a:lnTo>
                <a:lnTo>
                  <a:pt x="8955" y="7"/>
                </a:lnTo>
                <a:lnTo>
                  <a:pt x="7764" y="99"/>
                </a:lnTo>
                <a:lnTo>
                  <a:pt x="6573" y="178"/>
                </a:lnTo>
                <a:lnTo>
                  <a:pt x="5361" y="235"/>
                </a:lnTo>
                <a:lnTo>
                  <a:pt x="4143" y="267"/>
                </a:lnTo>
                <a:lnTo>
                  <a:pt x="2751" y="299"/>
                </a:lnTo>
                <a:lnTo>
                  <a:pt x="1370" y="303"/>
                </a:lnTo>
                <a:lnTo>
                  <a:pt x="0" y="288"/>
                </a:lnTo>
                <a:lnTo>
                  <a:pt x="1367" y="303"/>
                </a:lnTo>
                <a:lnTo>
                  <a:pt x="2751" y="713"/>
                </a:lnTo>
                <a:lnTo>
                  <a:pt x="4150" y="684"/>
                </a:lnTo>
                <a:lnTo>
                  <a:pt x="5379" y="652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21" name="object 721"/>
          <p:cNvSpPr/>
          <p:nvPr/>
        </p:nvSpPr>
        <p:spPr>
          <a:xfrm>
            <a:off x="5178129" y="2145067"/>
            <a:ext cx="9768" cy="16694"/>
          </a:xfrm>
          <a:custGeom>
            <a:avLst/>
            <a:gdLst/>
            <a:ahLst/>
            <a:cxnLst/>
            <a:rect l="l" t="t" r="r" b="b"/>
            <a:pathLst>
              <a:path w="9768" h="16694">
                <a:moveTo>
                  <a:pt x="0" y="0"/>
                </a:moveTo>
                <a:lnTo>
                  <a:pt x="1316" y="12584"/>
                </a:lnTo>
                <a:lnTo>
                  <a:pt x="9768" y="16694"/>
                </a:lnTo>
                <a:lnTo>
                  <a:pt x="9009" y="197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22" name="object 722"/>
          <p:cNvSpPr/>
          <p:nvPr/>
        </p:nvSpPr>
        <p:spPr>
          <a:xfrm>
            <a:off x="5177269" y="2144649"/>
            <a:ext cx="2075" cy="13783"/>
          </a:xfrm>
          <a:custGeom>
            <a:avLst/>
            <a:gdLst/>
            <a:ahLst/>
            <a:cxnLst/>
            <a:rect l="l" t="t" r="r" b="b"/>
            <a:pathLst>
              <a:path w="2075" h="13783">
                <a:moveTo>
                  <a:pt x="0" y="0"/>
                </a:moveTo>
                <a:lnTo>
                  <a:pt x="2075" y="13783"/>
                </a:lnTo>
                <a:lnTo>
                  <a:pt x="1164" y="781"/>
                </a:lnTo>
                <a:lnTo>
                  <a:pt x="0" y="0"/>
                </a:lnTo>
                <a:close/>
              </a:path>
            </a:pathLst>
          </a:custGeom>
          <a:solidFill>
            <a:srgbClr val="DF6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23" name="object 723"/>
          <p:cNvSpPr/>
          <p:nvPr/>
        </p:nvSpPr>
        <p:spPr>
          <a:xfrm>
            <a:off x="5185013" y="2146419"/>
            <a:ext cx="3340" cy="16590"/>
          </a:xfrm>
          <a:custGeom>
            <a:avLst/>
            <a:gdLst/>
            <a:ahLst/>
            <a:cxnLst/>
            <a:rect l="l" t="t" r="r" b="b"/>
            <a:pathLst>
              <a:path w="3340" h="16590">
                <a:moveTo>
                  <a:pt x="0" y="0"/>
                </a:moveTo>
                <a:lnTo>
                  <a:pt x="1062" y="15395"/>
                </a:lnTo>
                <a:lnTo>
                  <a:pt x="3340" y="16590"/>
                </a:lnTo>
                <a:lnTo>
                  <a:pt x="2429" y="206"/>
                </a:lnTo>
                <a:lnTo>
                  <a:pt x="0" y="0"/>
                </a:lnTo>
                <a:close/>
              </a:path>
            </a:pathLst>
          </a:custGeom>
          <a:solidFill>
            <a:srgbClr val="DFDFD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24" name="object 724"/>
          <p:cNvSpPr/>
          <p:nvPr/>
        </p:nvSpPr>
        <p:spPr>
          <a:xfrm>
            <a:off x="5220946" y="2154637"/>
            <a:ext cx="5213" cy="14874"/>
          </a:xfrm>
          <a:custGeom>
            <a:avLst/>
            <a:gdLst/>
            <a:ahLst/>
            <a:cxnLst/>
            <a:rect l="l" t="t" r="r" b="b"/>
            <a:pathLst>
              <a:path w="5213" h="14874">
                <a:moveTo>
                  <a:pt x="0" y="103"/>
                </a:moveTo>
                <a:lnTo>
                  <a:pt x="1215" y="14510"/>
                </a:lnTo>
                <a:lnTo>
                  <a:pt x="5213" y="14874"/>
                </a:lnTo>
                <a:lnTo>
                  <a:pt x="3696" y="0"/>
                </a:lnTo>
                <a:lnTo>
                  <a:pt x="0" y="103"/>
                </a:lnTo>
                <a:close/>
              </a:path>
            </a:pathLst>
          </a:custGeom>
          <a:solidFill>
            <a:srgbClr val="DFDFD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25" name="object 725"/>
          <p:cNvSpPr/>
          <p:nvPr/>
        </p:nvSpPr>
        <p:spPr>
          <a:xfrm>
            <a:off x="5223781" y="2154637"/>
            <a:ext cx="13361" cy="14926"/>
          </a:xfrm>
          <a:custGeom>
            <a:avLst/>
            <a:gdLst/>
            <a:ahLst/>
            <a:cxnLst/>
            <a:rect l="l" t="t" r="r" b="b"/>
            <a:pathLst>
              <a:path w="13361" h="14926">
                <a:moveTo>
                  <a:pt x="0" y="0"/>
                </a:moveTo>
                <a:lnTo>
                  <a:pt x="1519" y="14614"/>
                </a:lnTo>
                <a:lnTo>
                  <a:pt x="13361" y="14926"/>
                </a:lnTo>
                <a:lnTo>
                  <a:pt x="12046" y="10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26" name="object 726"/>
          <p:cNvSpPr/>
          <p:nvPr/>
        </p:nvSpPr>
        <p:spPr>
          <a:xfrm>
            <a:off x="5235775" y="2156146"/>
            <a:ext cx="9211" cy="12481"/>
          </a:xfrm>
          <a:custGeom>
            <a:avLst/>
            <a:gdLst/>
            <a:ahLst/>
            <a:cxnLst/>
            <a:rect l="l" t="t" r="r" b="b"/>
            <a:pathLst>
              <a:path w="9211" h="12481">
                <a:moveTo>
                  <a:pt x="0" y="0"/>
                </a:moveTo>
                <a:lnTo>
                  <a:pt x="1062" y="12481"/>
                </a:lnTo>
                <a:lnTo>
                  <a:pt x="6376" y="12481"/>
                </a:lnTo>
                <a:lnTo>
                  <a:pt x="9211" y="103"/>
                </a:lnTo>
                <a:lnTo>
                  <a:pt x="0" y="0"/>
                </a:lnTo>
                <a:close/>
              </a:path>
            </a:pathLst>
          </a:custGeom>
          <a:solidFill>
            <a:srgbClr val="DF6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27" name="object 727"/>
          <p:cNvSpPr/>
          <p:nvPr/>
        </p:nvSpPr>
        <p:spPr>
          <a:xfrm>
            <a:off x="5176712" y="2140437"/>
            <a:ext cx="68779" cy="16383"/>
          </a:xfrm>
          <a:custGeom>
            <a:avLst/>
            <a:gdLst/>
            <a:ahLst/>
            <a:cxnLst/>
            <a:rect l="l" t="t" r="r" b="b"/>
            <a:pathLst>
              <a:path w="68779" h="16383">
                <a:moveTo>
                  <a:pt x="506" y="1926"/>
                </a:moveTo>
                <a:lnTo>
                  <a:pt x="151" y="2600"/>
                </a:lnTo>
                <a:lnTo>
                  <a:pt x="0" y="3381"/>
                </a:lnTo>
                <a:lnTo>
                  <a:pt x="0" y="4109"/>
                </a:lnTo>
                <a:lnTo>
                  <a:pt x="506" y="4526"/>
                </a:lnTo>
                <a:lnTo>
                  <a:pt x="1113" y="5150"/>
                </a:lnTo>
                <a:lnTo>
                  <a:pt x="1973" y="5721"/>
                </a:lnTo>
                <a:lnTo>
                  <a:pt x="3340" y="6449"/>
                </a:lnTo>
                <a:lnTo>
                  <a:pt x="4757" y="7023"/>
                </a:lnTo>
                <a:lnTo>
                  <a:pt x="6377" y="7647"/>
                </a:lnTo>
                <a:lnTo>
                  <a:pt x="8350" y="8375"/>
                </a:lnTo>
                <a:lnTo>
                  <a:pt x="10223" y="8999"/>
                </a:lnTo>
                <a:lnTo>
                  <a:pt x="12602" y="9777"/>
                </a:lnTo>
                <a:lnTo>
                  <a:pt x="14829" y="10508"/>
                </a:lnTo>
                <a:lnTo>
                  <a:pt x="17207" y="11182"/>
                </a:lnTo>
                <a:lnTo>
                  <a:pt x="19333" y="11650"/>
                </a:lnTo>
                <a:lnTo>
                  <a:pt x="21358" y="12224"/>
                </a:lnTo>
                <a:lnTo>
                  <a:pt x="23635" y="12638"/>
                </a:lnTo>
                <a:lnTo>
                  <a:pt x="26014" y="13159"/>
                </a:lnTo>
                <a:lnTo>
                  <a:pt x="28241" y="13576"/>
                </a:lnTo>
                <a:lnTo>
                  <a:pt x="31379" y="14097"/>
                </a:lnTo>
                <a:lnTo>
                  <a:pt x="34111" y="14564"/>
                </a:lnTo>
                <a:lnTo>
                  <a:pt x="37504" y="15135"/>
                </a:lnTo>
                <a:lnTo>
                  <a:pt x="40387" y="15449"/>
                </a:lnTo>
                <a:lnTo>
                  <a:pt x="43018" y="15602"/>
                </a:lnTo>
                <a:lnTo>
                  <a:pt x="45804" y="15813"/>
                </a:lnTo>
                <a:lnTo>
                  <a:pt x="50761" y="16073"/>
                </a:lnTo>
                <a:lnTo>
                  <a:pt x="65137" y="16383"/>
                </a:lnTo>
                <a:lnTo>
                  <a:pt x="68779" y="16073"/>
                </a:lnTo>
                <a:lnTo>
                  <a:pt x="56279" y="10922"/>
                </a:lnTo>
                <a:lnTo>
                  <a:pt x="54912" y="10401"/>
                </a:lnTo>
                <a:lnTo>
                  <a:pt x="53344" y="10248"/>
                </a:lnTo>
                <a:lnTo>
                  <a:pt x="51824" y="10248"/>
                </a:lnTo>
                <a:lnTo>
                  <a:pt x="50408" y="10401"/>
                </a:lnTo>
                <a:lnTo>
                  <a:pt x="48688" y="10508"/>
                </a:lnTo>
                <a:lnTo>
                  <a:pt x="46968" y="10401"/>
                </a:lnTo>
                <a:lnTo>
                  <a:pt x="45043" y="10194"/>
                </a:lnTo>
                <a:lnTo>
                  <a:pt x="39729" y="9570"/>
                </a:lnTo>
                <a:lnTo>
                  <a:pt x="36237" y="9310"/>
                </a:lnTo>
                <a:lnTo>
                  <a:pt x="32896" y="8789"/>
                </a:lnTo>
                <a:lnTo>
                  <a:pt x="29354" y="8165"/>
                </a:lnTo>
                <a:lnTo>
                  <a:pt x="25710" y="7490"/>
                </a:lnTo>
                <a:lnTo>
                  <a:pt x="21358" y="6763"/>
                </a:lnTo>
                <a:lnTo>
                  <a:pt x="17764" y="5721"/>
                </a:lnTo>
                <a:lnTo>
                  <a:pt x="14980" y="4837"/>
                </a:lnTo>
                <a:lnTo>
                  <a:pt x="12298" y="4109"/>
                </a:lnTo>
                <a:lnTo>
                  <a:pt x="9919" y="3278"/>
                </a:lnTo>
                <a:lnTo>
                  <a:pt x="7996" y="2600"/>
                </a:lnTo>
                <a:lnTo>
                  <a:pt x="6377" y="1822"/>
                </a:lnTo>
                <a:lnTo>
                  <a:pt x="5516" y="1301"/>
                </a:lnTo>
                <a:lnTo>
                  <a:pt x="4757" y="781"/>
                </a:lnTo>
                <a:lnTo>
                  <a:pt x="3897" y="0"/>
                </a:lnTo>
                <a:lnTo>
                  <a:pt x="3036" y="313"/>
                </a:lnTo>
                <a:lnTo>
                  <a:pt x="2328" y="624"/>
                </a:lnTo>
                <a:lnTo>
                  <a:pt x="1720" y="988"/>
                </a:lnTo>
                <a:lnTo>
                  <a:pt x="1062" y="1562"/>
                </a:lnTo>
                <a:lnTo>
                  <a:pt x="506" y="1926"/>
                </a:lnTo>
                <a:close/>
              </a:path>
            </a:pathLst>
          </a:custGeom>
          <a:solidFill>
            <a:srgbClr val="3B0022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28" name="object 728"/>
          <p:cNvSpPr/>
          <p:nvPr/>
        </p:nvSpPr>
        <p:spPr>
          <a:xfrm>
            <a:off x="5435386" y="2136848"/>
            <a:ext cx="20194" cy="13522"/>
          </a:xfrm>
          <a:custGeom>
            <a:avLst/>
            <a:gdLst/>
            <a:ahLst/>
            <a:cxnLst/>
            <a:rect l="l" t="t" r="r" b="b"/>
            <a:pathLst>
              <a:path w="20194" h="13522">
                <a:moveTo>
                  <a:pt x="1419" y="12170"/>
                </a:moveTo>
                <a:lnTo>
                  <a:pt x="1723" y="12848"/>
                </a:lnTo>
                <a:lnTo>
                  <a:pt x="2381" y="13212"/>
                </a:lnTo>
                <a:lnTo>
                  <a:pt x="3087" y="13472"/>
                </a:lnTo>
                <a:lnTo>
                  <a:pt x="4202" y="13522"/>
                </a:lnTo>
                <a:lnTo>
                  <a:pt x="6075" y="13472"/>
                </a:lnTo>
                <a:lnTo>
                  <a:pt x="7338" y="13316"/>
                </a:lnTo>
                <a:lnTo>
                  <a:pt x="8958" y="13002"/>
                </a:lnTo>
                <a:lnTo>
                  <a:pt x="11592" y="12431"/>
                </a:lnTo>
                <a:lnTo>
                  <a:pt x="14375" y="11650"/>
                </a:lnTo>
                <a:lnTo>
                  <a:pt x="16196" y="10922"/>
                </a:lnTo>
                <a:lnTo>
                  <a:pt x="17764" y="10298"/>
                </a:lnTo>
                <a:lnTo>
                  <a:pt x="18727" y="9727"/>
                </a:lnTo>
                <a:lnTo>
                  <a:pt x="19232" y="9310"/>
                </a:lnTo>
                <a:lnTo>
                  <a:pt x="19789" y="8789"/>
                </a:lnTo>
                <a:lnTo>
                  <a:pt x="20094" y="8165"/>
                </a:lnTo>
                <a:lnTo>
                  <a:pt x="20194" y="7437"/>
                </a:lnTo>
                <a:lnTo>
                  <a:pt x="20042" y="4316"/>
                </a:lnTo>
                <a:lnTo>
                  <a:pt x="19741" y="3952"/>
                </a:lnTo>
                <a:lnTo>
                  <a:pt x="19083" y="3588"/>
                </a:lnTo>
                <a:lnTo>
                  <a:pt x="16248" y="2703"/>
                </a:lnTo>
                <a:lnTo>
                  <a:pt x="14677" y="2029"/>
                </a:lnTo>
                <a:lnTo>
                  <a:pt x="13413" y="1562"/>
                </a:lnTo>
                <a:lnTo>
                  <a:pt x="12755" y="1041"/>
                </a:lnTo>
                <a:lnTo>
                  <a:pt x="12298" y="0"/>
                </a:lnTo>
                <a:lnTo>
                  <a:pt x="12146" y="781"/>
                </a:lnTo>
                <a:lnTo>
                  <a:pt x="11793" y="1351"/>
                </a:lnTo>
                <a:lnTo>
                  <a:pt x="11187" y="1976"/>
                </a:lnTo>
                <a:lnTo>
                  <a:pt x="10273" y="2393"/>
                </a:lnTo>
                <a:lnTo>
                  <a:pt x="9567" y="2703"/>
                </a:lnTo>
                <a:lnTo>
                  <a:pt x="8352" y="3067"/>
                </a:lnTo>
                <a:lnTo>
                  <a:pt x="7338" y="3381"/>
                </a:lnTo>
                <a:lnTo>
                  <a:pt x="5870" y="3798"/>
                </a:lnTo>
                <a:lnTo>
                  <a:pt x="4607" y="4162"/>
                </a:lnTo>
                <a:lnTo>
                  <a:pt x="2177" y="4526"/>
                </a:lnTo>
                <a:lnTo>
                  <a:pt x="861" y="4836"/>
                </a:lnTo>
                <a:lnTo>
                  <a:pt x="0" y="5200"/>
                </a:lnTo>
                <a:lnTo>
                  <a:pt x="1419" y="1217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29" name="object 729"/>
          <p:cNvSpPr/>
          <p:nvPr/>
        </p:nvSpPr>
        <p:spPr>
          <a:xfrm>
            <a:off x="5436449" y="2138878"/>
            <a:ext cx="18020" cy="6031"/>
          </a:xfrm>
          <a:custGeom>
            <a:avLst/>
            <a:gdLst/>
            <a:ahLst/>
            <a:cxnLst/>
            <a:rect l="l" t="t" r="r" b="b"/>
            <a:pathLst>
              <a:path w="18020" h="6031">
                <a:moveTo>
                  <a:pt x="7947" y="5564"/>
                </a:moveTo>
                <a:lnTo>
                  <a:pt x="9515" y="5304"/>
                </a:lnTo>
                <a:lnTo>
                  <a:pt x="11083" y="4940"/>
                </a:lnTo>
                <a:lnTo>
                  <a:pt x="13060" y="4473"/>
                </a:lnTo>
                <a:lnTo>
                  <a:pt x="14829" y="3795"/>
                </a:lnTo>
                <a:lnTo>
                  <a:pt x="16348" y="3121"/>
                </a:lnTo>
                <a:lnTo>
                  <a:pt x="17210" y="2496"/>
                </a:lnTo>
                <a:lnTo>
                  <a:pt x="17816" y="2026"/>
                </a:lnTo>
                <a:lnTo>
                  <a:pt x="18020" y="1558"/>
                </a:lnTo>
                <a:lnTo>
                  <a:pt x="15185" y="674"/>
                </a:lnTo>
                <a:lnTo>
                  <a:pt x="13565" y="0"/>
                </a:lnTo>
                <a:lnTo>
                  <a:pt x="12755" y="831"/>
                </a:lnTo>
                <a:lnTo>
                  <a:pt x="11945" y="1351"/>
                </a:lnTo>
                <a:lnTo>
                  <a:pt x="11187" y="1922"/>
                </a:lnTo>
                <a:lnTo>
                  <a:pt x="10125" y="2286"/>
                </a:lnTo>
                <a:lnTo>
                  <a:pt x="9010" y="2703"/>
                </a:lnTo>
                <a:lnTo>
                  <a:pt x="7743" y="2910"/>
                </a:lnTo>
                <a:lnTo>
                  <a:pt x="6428" y="3171"/>
                </a:lnTo>
                <a:lnTo>
                  <a:pt x="5265" y="3431"/>
                </a:lnTo>
                <a:lnTo>
                  <a:pt x="3544" y="3745"/>
                </a:lnTo>
                <a:lnTo>
                  <a:pt x="2582" y="3745"/>
                </a:lnTo>
                <a:lnTo>
                  <a:pt x="1318" y="3795"/>
                </a:lnTo>
                <a:lnTo>
                  <a:pt x="404" y="3848"/>
                </a:lnTo>
                <a:lnTo>
                  <a:pt x="103" y="4316"/>
                </a:lnTo>
                <a:lnTo>
                  <a:pt x="0" y="4836"/>
                </a:lnTo>
                <a:lnTo>
                  <a:pt x="356" y="5407"/>
                </a:lnTo>
                <a:lnTo>
                  <a:pt x="1266" y="5982"/>
                </a:lnTo>
                <a:lnTo>
                  <a:pt x="2481" y="6031"/>
                </a:lnTo>
                <a:lnTo>
                  <a:pt x="4101" y="6031"/>
                </a:lnTo>
                <a:lnTo>
                  <a:pt x="6275" y="5771"/>
                </a:lnTo>
                <a:lnTo>
                  <a:pt x="7947" y="5564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30" name="object 730"/>
          <p:cNvSpPr/>
          <p:nvPr/>
        </p:nvSpPr>
        <p:spPr>
          <a:xfrm>
            <a:off x="5449190" y="2141814"/>
            <a:ext cx="4140" cy="2104"/>
          </a:xfrm>
          <a:custGeom>
            <a:avLst/>
            <a:gdLst/>
            <a:ahLst/>
            <a:cxnLst/>
            <a:rect l="l" t="t" r="r" b="b"/>
            <a:pathLst>
              <a:path w="4140" h="2104">
                <a:moveTo>
                  <a:pt x="4140" y="256"/>
                </a:moveTo>
                <a:lnTo>
                  <a:pt x="4050" y="46"/>
                </a:lnTo>
                <a:lnTo>
                  <a:pt x="3829" y="46"/>
                </a:lnTo>
                <a:lnTo>
                  <a:pt x="2209" y="774"/>
                </a:lnTo>
                <a:lnTo>
                  <a:pt x="0" y="1703"/>
                </a:lnTo>
                <a:lnTo>
                  <a:pt x="104" y="2104"/>
                </a:lnTo>
                <a:lnTo>
                  <a:pt x="2368" y="1155"/>
                </a:lnTo>
                <a:lnTo>
                  <a:pt x="3992" y="428"/>
                </a:lnTo>
                <a:lnTo>
                  <a:pt x="4140" y="256"/>
                </a:lnTo>
                <a:close/>
              </a:path>
            </a:pathLst>
          </a:custGeom>
          <a:solidFill>
            <a:srgbClr val="DFDFD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31" name="object 731"/>
          <p:cNvSpPr/>
          <p:nvPr/>
        </p:nvSpPr>
        <p:spPr>
          <a:xfrm>
            <a:off x="5438622" y="2143512"/>
            <a:ext cx="10671" cy="1712"/>
          </a:xfrm>
          <a:custGeom>
            <a:avLst/>
            <a:gdLst/>
            <a:ahLst/>
            <a:cxnLst/>
            <a:rect l="l" t="t" r="r" b="b"/>
            <a:pathLst>
              <a:path w="10671" h="1712">
                <a:moveTo>
                  <a:pt x="3" y="1508"/>
                </a:moveTo>
                <a:lnTo>
                  <a:pt x="100" y="1712"/>
                </a:lnTo>
                <a:lnTo>
                  <a:pt x="2689" y="1658"/>
                </a:lnTo>
                <a:lnTo>
                  <a:pt x="5794" y="1344"/>
                </a:lnTo>
                <a:lnTo>
                  <a:pt x="8691" y="824"/>
                </a:lnTo>
                <a:lnTo>
                  <a:pt x="10554" y="10"/>
                </a:lnTo>
                <a:lnTo>
                  <a:pt x="8691" y="824"/>
                </a:lnTo>
                <a:lnTo>
                  <a:pt x="10671" y="406"/>
                </a:lnTo>
                <a:lnTo>
                  <a:pt x="10592" y="0"/>
                </a:lnTo>
                <a:lnTo>
                  <a:pt x="8622" y="413"/>
                </a:lnTo>
                <a:lnTo>
                  <a:pt x="5739" y="934"/>
                </a:lnTo>
                <a:lnTo>
                  <a:pt x="2665" y="1244"/>
                </a:lnTo>
                <a:lnTo>
                  <a:pt x="200" y="1294"/>
                </a:lnTo>
                <a:lnTo>
                  <a:pt x="0" y="1391"/>
                </a:lnTo>
                <a:close/>
              </a:path>
            </a:pathLst>
          </a:custGeom>
          <a:solidFill>
            <a:srgbClr val="DFDFD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32" name="object 732"/>
          <p:cNvSpPr/>
          <p:nvPr/>
        </p:nvSpPr>
        <p:spPr>
          <a:xfrm>
            <a:off x="5173878" y="2156407"/>
            <a:ext cx="91707" cy="26836"/>
          </a:xfrm>
          <a:custGeom>
            <a:avLst/>
            <a:gdLst/>
            <a:ahLst/>
            <a:cxnLst/>
            <a:rect l="l" t="t" r="r" b="b"/>
            <a:pathLst>
              <a:path w="91707" h="26836">
                <a:moveTo>
                  <a:pt x="151" y="10505"/>
                </a:moveTo>
                <a:lnTo>
                  <a:pt x="708" y="11493"/>
                </a:lnTo>
                <a:lnTo>
                  <a:pt x="1568" y="12274"/>
                </a:lnTo>
                <a:lnTo>
                  <a:pt x="2581" y="13157"/>
                </a:lnTo>
                <a:lnTo>
                  <a:pt x="4099" y="14041"/>
                </a:lnTo>
                <a:lnTo>
                  <a:pt x="8603" y="15705"/>
                </a:lnTo>
                <a:lnTo>
                  <a:pt x="12146" y="17057"/>
                </a:lnTo>
                <a:lnTo>
                  <a:pt x="16954" y="18722"/>
                </a:lnTo>
                <a:lnTo>
                  <a:pt x="22269" y="20386"/>
                </a:lnTo>
                <a:lnTo>
                  <a:pt x="26469" y="21583"/>
                </a:lnTo>
                <a:lnTo>
                  <a:pt x="31632" y="22779"/>
                </a:lnTo>
                <a:lnTo>
                  <a:pt x="37555" y="23871"/>
                </a:lnTo>
                <a:lnTo>
                  <a:pt x="40438" y="24443"/>
                </a:lnTo>
                <a:lnTo>
                  <a:pt x="43169" y="24807"/>
                </a:lnTo>
                <a:lnTo>
                  <a:pt x="45651" y="25172"/>
                </a:lnTo>
                <a:lnTo>
                  <a:pt x="47372" y="25432"/>
                </a:lnTo>
                <a:lnTo>
                  <a:pt x="49598" y="25640"/>
                </a:lnTo>
                <a:lnTo>
                  <a:pt x="51422" y="25692"/>
                </a:lnTo>
                <a:lnTo>
                  <a:pt x="56126" y="26108"/>
                </a:lnTo>
                <a:lnTo>
                  <a:pt x="60328" y="26368"/>
                </a:lnTo>
                <a:lnTo>
                  <a:pt x="64022" y="26628"/>
                </a:lnTo>
                <a:lnTo>
                  <a:pt x="68224" y="26784"/>
                </a:lnTo>
                <a:lnTo>
                  <a:pt x="73032" y="26836"/>
                </a:lnTo>
                <a:lnTo>
                  <a:pt x="77335" y="26732"/>
                </a:lnTo>
                <a:lnTo>
                  <a:pt x="79966" y="26628"/>
                </a:lnTo>
                <a:lnTo>
                  <a:pt x="82597" y="26160"/>
                </a:lnTo>
                <a:lnTo>
                  <a:pt x="85127" y="25640"/>
                </a:lnTo>
                <a:lnTo>
                  <a:pt x="86647" y="25015"/>
                </a:lnTo>
                <a:lnTo>
                  <a:pt x="87709" y="24131"/>
                </a:lnTo>
                <a:lnTo>
                  <a:pt x="88924" y="23247"/>
                </a:lnTo>
                <a:lnTo>
                  <a:pt x="89935" y="21843"/>
                </a:lnTo>
                <a:lnTo>
                  <a:pt x="90645" y="20698"/>
                </a:lnTo>
                <a:lnTo>
                  <a:pt x="91354" y="18722"/>
                </a:lnTo>
                <a:lnTo>
                  <a:pt x="91607" y="16797"/>
                </a:lnTo>
                <a:lnTo>
                  <a:pt x="91707" y="15185"/>
                </a:lnTo>
                <a:lnTo>
                  <a:pt x="91607" y="13469"/>
                </a:lnTo>
                <a:lnTo>
                  <a:pt x="91403" y="12014"/>
                </a:lnTo>
                <a:lnTo>
                  <a:pt x="85785" y="13157"/>
                </a:lnTo>
                <a:lnTo>
                  <a:pt x="84016" y="13417"/>
                </a:lnTo>
                <a:lnTo>
                  <a:pt x="80876" y="13833"/>
                </a:lnTo>
                <a:lnTo>
                  <a:pt x="78398" y="13885"/>
                </a:lnTo>
                <a:lnTo>
                  <a:pt x="76220" y="13885"/>
                </a:lnTo>
                <a:lnTo>
                  <a:pt x="73943" y="13833"/>
                </a:lnTo>
                <a:lnTo>
                  <a:pt x="72222" y="13781"/>
                </a:lnTo>
                <a:lnTo>
                  <a:pt x="70654" y="13261"/>
                </a:lnTo>
                <a:lnTo>
                  <a:pt x="69488" y="13105"/>
                </a:lnTo>
                <a:lnTo>
                  <a:pt x="68325" y="12481"/>
                </a:lnTo>
                <a:lnTo>
                  <a:pt x="67615" y="11803"/>
                </a:lnTo>
                <a:lnTo>
                  <a:pt x="58456" y="11753"/>
                </a:lnTo>
                <a:lnTo>
                  <a:pt x="54305" y="11596"/>
                </a:lnTo>
                <a:lnTo>
                  <a:pt x="52080" y="11543"/>
                </a:lnTo>
                <a:lnTo>
                  <a:pt x="49598" y="11336"/>
                </a:lnTo>
                <a:lnTo>
                  <a:pt x="46004" y="10922"/>
                </a:lnTo>
                <a:lnTo>
                  <a:pt x="41854" y="10451"/>
                </a:lnTo>
                <a:lnTo>
                  <a:pt x="38766" y="9984"/>
                </a:lnTo>
                <a:lnTo>
                  <a:pt x="35831" y="9517"/>
                </a:lnTo>
                <a:lnTo>
                  <a:pt x="32947" y="9203"/>
                </a:lnTo>
                <a:lnTo>
                  <a:pt x="28645" y="8318"/>
                </a:lnTo>
                <a:lnTo>
                  <a:pt x="24242" y="7437"/>
                </a:lnTo>
                <a:lnTo>
                  <a:pt x="20042" y="6449"/>
                </a:lnTo>
                <a:lnTo>
                  <a:pt x="16802" y="5511"/>
                </a:lnTo>
                <a:lnTo>
                  <a:pt x="13361" y="4419"/>
                </a:lnTo>
                <a:lnTo>
                  <a:pt x="9818" y="3224"/>
                </a:lnTo>
                <a:lnTo>
                  <a:pt x="8047" y="2493"/>
                </a:lnTo>
                <a:lnTo>
                  <a:pt x="6782" y="1869"/>
                </a:lnTo>
                <a:lnTo>
                  <a:pt x="6073" y="1455"/>
                </a:lnTo>
                <a:lnTo>
                  <a:pt x="5364" y="0"/>
                </a:lnTo>
                <a:lnTo>
                  <a:pt x="4757" y="0"/>
                </a:lnTo>
                <a:lnTo>
                  <a:pt x="3846" y="310"/>
                </a:lnTo>
                <a:lnTo>
                  <a:pt x="2834" y="881"/>
                </a:lnTo>
                <a:lnTo>
                  <a:pt x="1720" y="1558"/>
                </a:lnTo>
                <a:lnTo>
                  <a:pt x="911" y="2340"/>
                </a:lnTo>
                <a:lnTo>
                  <a:pt x="455" y="3067"/>
                </a:lnTo>
                <a:lnTo>
                  <a:pt x="151" y="3638"/>
                </a:lnTo>
                <a:lnTo>
                  <a:pt x="0" y="4523"/>
                </a:lnTo>
                <a:lnTo>
                  <a:pt x="0" y="9674"/>
                </a:lnTo>
                <a:lnTo>
                  <a:pt x="151" y="10505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33" name="object 733"/>
          <p:cNvSpPr/>
          <p:nvPr/>
        </p:nvSpPr>
        <p:spPr>
          <a:xfrm>
            <a:off x="5173878" y="2160045"/>
            <a:ext cx="91707" cy="23198"/>
          </a:xfrm>
          <a:custGeom>
            <a:avLst/>
            <a:gdLst/>
            <a:ahLst/>
            <a:cxnLst/>
            <a:rect l="l" t="t" r="r" b="b"/>
            <a:pathLst>
              <a:path w="91707" h="23198">
                <a:moveTo>
                  <a:pt x="0" y="884"/>
                </a:moveTo>
                <a:lnTo>
                  <a:pt x="0" y="6035"/>
                </a:lnTo>
                <a:lnTo>
                  <a:pt x="151" y="6866"/>
                </a:lnTo>
                <a:lnTo>
                  <a:pt x="708" y="7854"/>
                </a:lnTo>
                <a:lnTo>
                  <a:pt x="1568" y="8635"/>
                </a:lnTo>
                <a:lnTo>
                  <a:pt x="2581" y="9518"/>
                </a:lnTo>
                <a:lnTo>
                  <a:pt x="4099" y="10403"/>
                </a:lnTo>
                <a:lnTo>
                  <a:pt x="8603" y="12067"/>
                </a:lnTo>
                <a:lnTo>
                  <a:pt x="12146" y="13419"/>
                </a:lnTo>
                <a:lnTo>
                  <a:pt x="16954" y="15083"/>
                </a:lnTo>
                <a:lnTo>
                  <a:pt x="22269" y="16800"/>
                </a:lnTo>
                <a:lnTo>
                  <a:pt x="26469" y="17944"/>
                </a:lnTo>
                <a:lnTo>
                  <a:pt x="31632" y="19140"/>
                </a:lnTo>
                <a:lnTo>
                  <a:pt x="36489" y="20129"/>
                </a:lnTo>
                <a:lnTo>
                  <a:pt x="40438" y="20805"/>
                </a:lnTo>
                <a:lnTo>
                  <a:pt x="43169" y="21273"/>
                </a:lnTo>
                <a:lnTo>
                  <a:pt x="45651" y="21533"/>
                </a:lnTo>
                <a:lnTo>
                  <a:pt x="47372" y="21793"/>
                </a:lnTo>
                <a:lnTo>
                  <a:pt x="49598" y="22001"/>
                </a:lnTo>
                <a:lnTo>
                  <a:pt x="51675" y="22157"/>
                </a:lnTo>
                <a:lnTo>
                  <a:pt x="56126" y="22469"/>
                </a:lnTo>
                <a:lnTo>
                  <a:pt x="60328" y="22729"/>
                </a:lnTo>
                <a:lnTo>
                  <a:pt x="64022" y="22989"/>
                </a:lnTo>
                <a:lnTo>
                  <a:pt x="68224" y="23146"/>
                </a:lnTo>
                <a:lnTo>
                  <a:pt x="73032" y="23198"/>
                </a:lnTo>
                <a:lnTo>
                  <a:pt x="77335" y="23093"/>
                </a:lnTo>
                <a:lnTo>
                  <a:pt x="79966" y="22989"/>
                </a:lnTo>
                <a:lnTo>
                  <a:pt x="81787" y="22729"/>
                </a:lnTo>
                <a:lnTo>
                  <a:pt x="83154" y="22521"/>
                </a:lnTo>
                <a:lnTo>
                  <a:pt x="85079" y="22053"/>
                </a:lnTo>
                <a:lnTo>
                  <a:pt x="86647" y="21377"/>
                </a:lnTo>
                <a:lnTo>
                  <a:pt x="87862" y="20493"/>
                </a:lnTo>
                <a:lnTo>
                  <a:pt x="88924" y="19609"/>
                </a:lnTo>
                <a:lnTo>
                  <a:pt x="89935" y="18204"/>
                </a:lnTo>
                <a:lnTo>
                  <a:pt x="90645" y="17112"/>
                </a:lnTo>
                <a:lnTo>
                  <a:pt x="91354" y="15084"/>
                </a:lnTo>
                <a:lnTo>
                  <a:pt x="91607" y="13159"/>
                </a:lnTo>
                <a:lnTo>
                  <a:pt x="91707" y="11547"/>
                </a:lnTo>
                <a:lnTo>
                  <a:pt x="91607" y="9831"/>
                </a:lnTo>
                <a:lnTo>
                  <a:pt x="91403" y="8375"/>
                </a:lnTo>
                <a:lnTo>
                  <a:pt x="91050" y="9622"/>
                </a:lnTo>
                <a:lnTo>
                  <a:pt x="90492" y="10715"/>
                </a:lnTo>
                <a:lnTo>
                  <a:pt x="89378" y="11391"/>
                </a:lnTo>
                <a:lnTo>
                  <a:pt x="87862" y="11859"/>
                </a:lnTo>
                <a:lnTo>
                  <a:pt x="86394" y="12275"/>
                </a:lnTo>
                <a:lnTo>
                  <a:pt x="84165" y="12691"/>
                </a:lnTo>
                <a:lnTo>
                  <a:pt x="81586" y="13003"/>
                </a:lnTo>
                <a:lnTo>
                  <a:pt x="79055" y="13159"/>
                </a:lnTo>
                <a:lnTo>
                  <a:pt x="75764" y="13419"/>
                </a:lnTo>
                <a:lnTo>
                  <a:pt x="72932" y="13419"/>
                </a:lnTo>
                <a:lnTo>
                  <a:pt x="70654" y="13367"/>
                </a:lnTo>
                <a:lnTo>
                  <a:pt x="67719" y="13159"/>
                </a:lnTo>
                <a:lnTo>
                  <a:pt x="58708" y="13159"/>
                </a:lnTo>
                <a:lnTo>
                  <a:pt x="56230" y="13055"/>
                </a:lnTo>
                <a:lnTo>
                  <a:pt x="53142" y="13003"/>
                </a:lnTo>
                <a:lnTo>
                  <a:pt x="50207" y="12795"/>
                </a:lnTo>
                <a:lnTo>
                  <a:pt x="46766" y="12535"/>
                </a:lnTo>
                <a:lnTo>
                  <a:pt x="43169" y="12119"/>
                </a:lnTo>
                <a:lnTo>
                  <a:pt x="39881" y="11807"/>
                </a:lnTo>
                <a:lnTo>
                  <a:pt x="36845" y="11287"/>
                </a:lnTo>
                <a:lnTo>
                  <a:pt x="33757" y="10767"/>
                </a:lnTo>
                <a:lnTo>
                  <a:pt x="30518" y="10194"/>
                </a:lnTo>
                <a:lnTo>
                  <a:pt x="27633" y="9622"/>
                </a:lnTo>
                <a:lnTo>
                  <a:pt x="25052" y="8999"/>
                </a:lnTo>
                <a:lnTo>
                  <a:pt x="22522" y="8322"/>
                </a:lnTo>
                <a:lnTo>
                  <a:pt x="19586" y="7490"/>
                </a:lnTo>
                <a:lnTo>
                  <a:pt x="16853" y="6709"/>
                </a:lnTo>
                <a:lnTo>
                  <a:pt x="14930" y="6085"/>
                </a:lnTo>
                <a:lnTo>
                  <a:pt x="12753" y="5618"/>
                </a:lnTo>
                <a:lnTo>
                  <a:pt x="11185" y="4993"/>
                </a:lnTo>
                <a:lnTo>
                  <a:pt x="9261" y="4369"/>
                </a:lnTo>
                <a:lnTo>
                  <a:pt x="7946" y="3848"/>
                </a:lnTo>
                <a:lnTo>
                  <a:pt x="6326" y="3381"/>
                </a:lnTo>
                <a:lnTo>
                  <a:pt x="4757" y="2757"/>
                </a:lnTo>
                <a:lnTo>
                  <a:pt x="3137" y="2029"/>
                </a:lnTo>
                <a:lnTo>
                  <a:pt x="1872" y="1248"/>
                </a:lnTo>
                <a:lnTo>
                  <a:pt x="759" y="520"/>
                </a:lnTo>
                <a:lnTo>
                  <a:pt x="151" y="0"/>
                </a:lnTo>
                <a:lnTo>
                  <a:pt x="0" y="884"/>
                </a:lnTo>
                <a:close/>
              </a:path>
            </a:pathLst>
          </a:custGeom>
          <a:solidFill>
            <a:srgbClr val="5F5F5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34" name="object 734"/>
          <p:cNvSpPr/>
          <p:nvPr/>
        </p:nvSpPr>
        <p:spPr>
          <a:xfrm>
            <a:off x="5180363" y="2163598"/>
            <a:ext cx="19551" cy="7176"/>
          </a:xfrm>
          <a:custGeom>
            <a:avLst/>
            <a:gdLst/>
            <a:ahLst/>
            <a:cxnLst/>
            <a:rect l="l" t="t" r="r" b="b"/>
            <a:pathLst>
              <a:path w="19551" h="7176">
                <a:moveTo>
                  <a:pt x="2971" y="1401"/>
                </a:moveTo>
                <a:lnTo>
                  <a:pt x="1613" y="734"/>
                </a:lnTo>
                <a:lnTo>
                  <a:pt x="323" y="53"/>
                </a:lnTo>
                <a:lnTo>
                  <a:pt x="102" y="39"/>
                </a:lnTo>
                <a:lnTo>
                  <a:pt x="0" y="242"/>
                </a:lnTo>
                <a:lnTo>
                  <a:pt x="39" y="370"/>
                </a:lnTo>
                <a:lnTo>
                  <a:pt x="1434" y="1105"/>
                </a:lnTo>
                <a:lnTo>
                  <a:pt x="2797" y="1776"/>
                </a:lnTo>
                <a:lnTo>
                  <a:pt x="4223" y="2422"/>
                </a:lnTo>
                <a:lnTo>
                  <a:pt x="5707" y="3042"/>
                </a:lnTo>
                <a:lnTo>
                  <a:pt x="7249" y="3642"/>
                </a:lnTo>
                <a:lnTo>
                  <a:pt x="8845" y="4219"/>
                </a:lnTo>
                <a:lnTo>
                  <a:pt x="10496" y="4772"/>
                </a:lnTo>
                <a:lnTo>
                  <a:pt x="12197" y="5304"/>
                </a:lnTo>
                <a:lnTo>
                  <a:pt x="13946" y="5806"/>
                </a:lnTo>
                <a:lnTo>
                  <a:pt x="15744" y="6289"/>
                </a:lnTo>
                <a:lnTo>
                  <a:pt x="17583" y="6745"/>
                </a:lnTo>
                <a:lnTo>
                  <a:pt x="19466" y="7176"/>
                </a:lnTo>
                <a:lnTo>
                  <a:pt x="19549" y="6769"/>
                </a:lnTo>
                <a:lnTo>
                  <a:pt x="17674" y="6339"/>
                </a:lnTo>
                <a:lnTo>
                  <a:pt x="15842" y="5885"/>
                </a:lnTo>
                <a:lnTo>
                  <a:pt x="14052" y="5404"/>
                </a:lnTo>
                <a:lnTo>
                  <a:pt x="12311" y="4904"/>
                </a:lnTo>
                <a:lnTo>
                  <a:pt x="10617" y="4373"/>
                </a:lnTo>
                <a:lnTo>
                  <a:pt x="8975" y="3823"/>
                </a:lnTo>
                <a:lnTo>
                  <a:pt x="7388" y="3249"/>
                </a:lnTo>
                <a:lnTo>
                  <a:pt x="5855" y="2657"/>
                </a:lnTo>
                <a:lnTo>
                  <a:pt x="4380" y="2036"/>
                </a:lnTo>
                <a:lnTo>
                  <a:pt x="2965" y="1398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35" name="object 735"/>
          <p:cNvSpPr/>
          <p:nvPr/>
        </p:nvSpPr>
        <p:spPr>
          <a:xfrm>
            <a:off x="5203713" y="2171150"/>
            <a:ext cx="4029" cy="1095"/>
          </a:xfrm>
          <a:custGeom>
            <a:avLst/>
            <a:gdLst/>
            <a:ahLst/>
            <a:cxnLst/>
            <a:rect l="l" t="t" r="r" b="b"/>
            <a:pathLst>
              <a:path w="4029" h="1095">
                <a:moveTo>
                  <a:pt x="72" y="0"/>
                </a:moveTo>
                <a:lnTo>
                  <a:pt x="0" y="409"/>
                </a:lnTo>
                <a:lnTo>
                  <a:pt x="4029" y="1095"/>
                </a:lnTo>
                <a:lnTo>
                  <a:pt x="78" y="1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36" name="object 736"/>
          <p:cNvSpPr/>
          <p:nvPr/>
        </p:nvSpPr>
        <p:spPr>
          <a:xfrm>
            <a:off x="5199830" y="2170368"/>
            <a:ext cx="34193" cy="3659"/>
          </a:xfrm>
          <a:custGeom>
            <a:avLst/>
            <a:gdLst/>
            <a:ahLst/>
            <a:cxnLst/>
            <a:rect l="l" t="t" r="r" b="b"/>
            <a:pathLst>
              <a:path w="34193" h="3659">
                <a:moveTo>
                  <a:pt x="29652" y="3235"/>
                </a:moveTo>
                <a:lnTo>
                  <a:pt x="25166" y="3107"/>
                </a:lnTo>
                <a:lnTo>
                  <a:pt x="20731" y="2864"/>
                </a:lnTo>
                <a:lnTo>
                  <a:pt x="16384" y="2509"/>
                </a:lnTo>
                <a:lnTo>
                  <a:pt x="12126" y="2041"/>
                </a:lnTo>
                <a:lnTo>
                  <a:pt x="7973" y="1466"/>
                </a:lnTo>
                <a:lnTo>
                  <a:pt x="3959" y="783"/>
                </a:lnTo>
                <a:lnTo>
                  <a:pt x="87" y="1"/>
                </a:lnTo>
                <a:lnTo>
                  <a:pt x="0" y="407"/>
                </a:lnTo>
                <a:lnTo>
                  <a:pt x="3883" y="1192"/>
                </a:lnTo>
                <a:lnTo>
                  <a:pt x="3955" y="782"/>
                </a:lnTo>
                <a:lnTo>
                  <a:pt x="7913" y="1878"/>
                </a:lnTo>
                <a:lnTo>
                  <a:pt x="12074" y="2454"/>
                </a:lnTo>
                <a:lnTo>
                  <a:pt x="16342" y="2922"/>
                </a:lnTo>
                <a:lnTo>
                  <a:pt x="16380" y="2508"/>
                </a:lnTo>
                <a:lnTo>
                  <a:pt x="16342" y="2922"/>
                </a:lnTo>
                <a:lnTo>
                  <a:pt x="20707" y="3279"/>
                </a:lnTo>
                <a:lnTo>
                  <a:pt x="25145" y="3523"/>
                </a:lnTo>
                <a:lnTo>
                  <a:pt x="29648" y="3651"/>
                </a:lnTo>
                <a:lnTo>
                  <a:pt x="34193" y="3659"/>
                </a:lnTo>
                <a:lnTo>
                  <a:pt x="34190" y="3243"/>
                </a:lnTo>
                <a:lnTo>
                  <a:pt x="29652" y="3235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37" name="object 737"/>
          <p:cNvSpPr/>
          <p:nvPr/>
        </p:nvSpPr>
        <p:spPr>
          <a:xfrm>
            <a:off x="5234020" y="2173255"/>
            <a:ext cx="9356" cy="772"/>
          </a:xfrm>
          <a:custGeom>
            <a:avLst/>
            <a:gdLst/>
            <a:ahLst/>
            <a:cxnLst/>
            <a:rect l="l" t="t" r="r" b="b"/>
            <a:pathLst>
              <a:path w="9356" h="772">
                <a:moveTo>
                  <a:pt x="0" y="356"/>
                </a:moveTo>
                <a:lnTo>
                  <a:pt x="3" y="772"/>
                </a:lnTo>
                <a:lnTo>
                  <a:pt x="4576" y="659"/>
                </a:lnTo>
                <a:lnTo>
                  <a:pt x="9155" y="421"/>
                </a:lnTo>
                <a:lnTo>
                  <a:pt x="9356" y="317"/>
                </a:lnTo>
                <a:lnTo>
                  <a:pt x="9342" y="88"/>
                </a:lnTo>
                <a:lnTo>
                  <a:pt x="9138" y="6"/>
                </a:lnTo>
                <a:lnTo>
                  <a:pt x="4558" y="243"/>
                </a:lnTo>
                <a:lnTo>
                  <a:pt x="3" y="356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38" name="object 738"/>
          <p:cNvSpPr/>
          <p:nvPr/>
        </p:nvSpPr>
        <p:spPr>
          <a:xfrm>
            <a:off x="5225096" y="2175857"/>
            <a:ext cx="11184" cy="4420"/>
          </a:xfrm>
          <a:custGeom>
            <a:avLst/>
            <a:gdLst/>
            <a:ahLst/>
            <a:cxnLst/>
            <a:rect l="l" t="t" r="r" b="b"/>
            <a:pathLst>
              <a:path w="11184" h="4420">
                <a:moveTo>
                  <a:pt x="1467" y="3068"/>
                </a:moveTo>
                <a:lnTo>
                  <a:pt x="1519" y="0"/>
                </a:lnTo>
                <a:lnTo>
                  <a:pt x="0" y="0"/>
                </a:lnTo>
                <a:lnTo>
                  <a:pt x="0" y="4056"/>
                </a:lnTo>
                <a:lnTo>
                  <a:pt x="11184" y="4420"/>
                </a:lnTo>
                <a:lnTo>
                  <a:pt x="11184" y="3588"/>
                </a:lnTo>
                <a:lnTo>
                  <a:pt x="1467" y="3068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39" name="object 739"/>
          <p:cNvSpPr/>
          <p:nvPr/>
        </p:nvSpPr>
        <p:spPr>
          <a:xfrm>
            <a:off x="5226363" y="2175857"/>
            <a:ext cx="9917" cy="3744"/>
          </a:xfrm>
          <a:custGeom>
            <a:avLst/>
            <a:gdLst/>
            <a:ahLst/>
            <a:cxnLst/>
            <a:rect l="l" t="t" r="r" b="b"/>
            <a:pathLst>
              <a:path w="9917" h="3744">
                <a:moveTo>
                  <a:pt x="0" y="0"/>
                </a:moveTo>
                <a:lnTo>
                  <a:pt x="0" y="3432"/>
                </a:lnTo>
                <a:lnTo>
                  <a:pt x="9917" y="3744"/>
                </a:lnTo>
                <a:lnTo>
                  <a:pt x="9716" y="0"/>
                </a:lnTo>
                <a:lnTo>
                  <a:pt x="0" y="0"/>
                </a:lnTo>
                <a:close/>
              </a:path>
            </a:pathLst>
          </a:custGeom>
          <a:solidFill>
            <a:srgbClr val="1F1F1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40" name="object 740"/>
          <p:cNvSpPr/>
          <p:nvPr/>
        </p:nvSpPr>
        <p:spPr>
          <a:xfrm>
            <a:off x="5177370" y="2164311"/>
            <a:ext cx="4504" cy="4836"/>
          </a:xfrm>
          <a:custGeom>
            <a:avLst/>
            <a:gdLst/>
            <a:ahLst/>
            <a:cxnLst/>
            <a:rect l="l" t="t" r="r" b="b"/>
            <a:pathLst>
              <a:path w="4504" h="4836">
                <a:moveTo>
                  <a:pt x="455" y="2600"/>
                </a:moveTo>
                <a:lnTo>
                  <a:pt x="455" y="206"/>
                </a:lnTo>
                <a:lnTo>
                  <a:pt x="0" y="0"/>
                </a:lnTo>
                <a:lnTo>
                  <a:pt x="0" y="3017"/>
                </a:lnTo>
                <a:lnTo>
                  <a:pt x="4504" y="4836"/>
                </a:lnTo>
                <a:lnTo>
                  <a:pt x="4504" y="4159"/>
                </a:lnTo>
                <a:lnTo>
                  <a:pt x="455" y="260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41" name="object 741"/>
          <p:cNvSpPr/>
          <p:nvPr/>
        </p:nvSpPr>
        <p:spPr>
          <a:xfrm>
            <a:off x="5177826" y="2164518"/>
            <a:ext cx="4048" cy="4055"/>
          </a:xfrm>
          <a:custGeom>
            <a:avLst/>
            <a:gdLst/>
            <a:ahLst/>
            <a:cxnLst/>
            <a:rect l="l" t="t" r="r" b="b"/>
            <a:pathLst>
              <a:path w="4048" h="4055">
                <a:moveTo>
                  <a:pt x="0" y="0"/>
                </a:moveTo>
                <a:lnTo>
                  <a:pt x="0" y="2703"/>
                </a:lnTo>
                <a:lnTo>
                  <a:pt x="4048" y="4055"/>
                </a:lnTo>
                <a:lnTo>
                  <a:pt x="4048" y="1351"/>
                </a:lnTo>
                <a:lnTo>
                  <a:pt x="0" y="0"/>
                </a:lnTo>
                <a:close/>
              </a:path>
            </a:pathLst>
          </a:custGeom>
          <a:solidFill>
            <a:srgbClr val="1F1F1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42" name="object 742"/>
          <p:cNvSpPr/>
          <p:nvPr/>
        </p:nvSpPr>
        <p:spPr>
          <a:xfrm>
            <a:off x="5257800" y="2052320"/>
            <a:ext cx="3429000" cy="1529079"/>
          </a:xfrm>
          <a:custGeom>
            <a:avLst/>
            <a:gdLst/>
            <a:ahLst/>
            <a:cxnLst/>
            <a:rect l="l" t="t" r="r" b="b"/>
            <a:pathLst>
              <a:path w="3429000" h="1529079">
                <a:moveTo>
                  <a:pt x="0" y="764539"/>
                </a:moveTo>
                <a:lnTo>
                  <a:pt x="5683" y="827248"/>
                </a:lnTo>
                <a:lnTo>
                  <a:pt x="22439" y="888559"/>
                </a:lnTo>
                <a:lnTo>
                  <a:pt x="49826" y="948277"/>
                </a:lnTo>
                <a:lnTo>
                  <a:pt x="87404" y="1006205"/>
                </a:lnTo>
                <a:lnTo>
                  <a:pt x="134731" y="1062146"/>
                </a:lnTo>
                <a:lnTo>
                  <a:pt x="191365" y="1115903"/>
                </a:lnTo>
                <a:lnTo>
                  <a:pt x="256866" y="1167280"/>
                </a:lnTo>
                <a:lnTo>
                  <a:pt x="330793" y="1216080"/>
                </a:lnTo>
                <a:lnTo>
                  <a:pt x="412704" y="1262107"/>
                </a:lnTo>
                <a:lnTo>
                  <a:pt x="502157" y="1305163"/>
                </a:lnTo>
                <a:lnTo>
                  <a:pt x="598713" y="1345051"/>
                </a:lnTo>
                <a:lnTo>
                  <a:pt x="701930" y="1381577"/>
                </a:lnTo>
                <a:lnTo>
                  <a:pt x="811365" y="1414541"/>
                </a:lnTo>
                <a:lnTo>
                  <a:pt x="926579" y="1443749"/>
                </a:lnTo>
                <a:lnTo>
                  <a:pt x="1047130" y="1469003"/>
                </a:lnTo>
                <a:lnTo>
                  <a:pt x="1172577" y="1490106"/>
                </a:lnTo>
                <a:lnTo>
                  <a:pt x="1302479" y="1506862"/>
                </a:lnTo>
                <a:lnTo>
                  <a:pt x="1436394" y="1519074"/>
                </a:lnTo>
                <a:lnTo>
                  <a:pt x="1573881" y="1526545"/>
                </a:lnTo>
                <a:lnTo>
                  <a:pt x="1714500" y="1529079"/>
                </a:lnTo>
                <a:lnTo>
                  <a:pt x="1855118" y="1526545"/>
                </a:lnTo>
                <a:lnTo>
                  <a:pt x="1992605" y="1519074"/>
                </a:lnTo>
                <a:lnTo>
                  <a:pt x="2126520" y="1506862"/>
                </a:lnTo>
                <a:lnTo>
                  <a:pt x="2256422" y="1490106"/>
                </a:lnTo>
                <a:lnTo>
                  <a:pt x="2381869" y="1469003"/>
                </a:lnTo>
                <a:lnTo>
                  <a:pt x="2502420" y="1443749"/>
                </a:lnTo>
                <a:lnTo>
                  <a:pt x="2617634" y="1414541"/>
                </a:lnTo>
                <a:lnTo>
                  <a:pt x="2727069" y="1381577"/>
                </a:lnTo>
                <a:lnTo>
                  <a:pt x="2830286" y="1345051"/>
                </a:lnTo>
                <a:lnTo>
                  <a:pt x="2926841" y="1305163"/>
                </a:lnTo>
                <a:lnTo>
                  <a:pt x="3016295" y="1262107"/>
                </a:lnTo>
                <a:lnTo>
                  <a:pt x="3098206" y="1216080"/>
                </a:lnTo>
                <a:lnTo>
                  <a:pt x="3172133" y="1167280"/>
                </a:lnTo>
                <a:lnTo>
                  <a:pt x="3237634" y="1115903"/>
                </a:lnTo>
                <a:lnTo>
                  <a:pt x="3294268" y="1062146"/>
                </a:lnTo>
                <a:lnTo>
                  <a:pt x="3341595" y="1006205"/>
                </a:lnTo>
                <a:lnTo>
                  <a:pt x="3379173" y="948277"/>
                </a:lnTo>
                <a:lnTo>
                  <a:pt x="3406560" y="888559"/>
                </a:lnTo>
                <a:lnTo>
                  <a:pt x="3423316" y="827248"/>
                </a:lnTo>
                <a:lnTo>
                  <a:pt x="3429000" y="764539"/>
                </a:lnTo>
                <a:lnTo>
                  <a:pt x="3423316" y="701831"/>
                </a:lnTo>
                <a:lnTo>
                  <a:pt x="3406560" y="640520"/>
                </a:lnTo>
                <a:lnTo>
                  <a:pt x="3379173" y="580802"/>
                </a:lnTo>
                <a:lnTo>
                  <a:pt x="3341595" y="522874"/>
                </a:lnTo>
                <a:lnTo>
                  <a:pt x="3294268" y="466933"/>
                </a:lnTo>
                <a:lnTo>
                  <a:pt x="3237634" y="413176"/>
                </a:lnTo>
                <a:lnTo>
                  <a:pt x="3172133" y="361799"/>
                </a:lnTo>
                <a:lnTo>
                  <a:pt x="3098206" y="312999"/>
                </a:lnTo>
                <a:lnTo>
                  <a:pt x="3016295" y="266972"/>
                </a:lnTo>
                <a:lnTo>
                  <a:pt x="2926841" y="223916"/>
                </a:lnTo>
                <a:lnTo>
                  <a:pt x="2830286" y="184028"/>
                </a:lnTo>
                <a:lnTo>
                  <a:pt x="2727069" y="147502"/>
                </a:lnTo>
                <a:lnTo>
                  <a:pt x="2617634" y="114538"/>
                </a:lnTo>
                <a:lnTo>
                  <a:pt x="2502420" y="85330"/>
                </a:lnTo>
                <a:lnTo>
                  <a:pt x="2381869" y="60076"/>
                </a:lnTo>
                <a:lnTo>
                  <a:pt x="2256422" y="38973"/>
                </a:lnTo>
                <a:lnTo>
                  <a:pt x="2126520" y="22217"/>
                </a:lnTo>
                <a:lnTo>
                  <a:pt x="1992605" y="10005"/>
                </a:lnTo>
                <a:lnTo>
                  <a:pt x="1855118" y="2534"/>
                </a:lnTo>
                <a:lnTo>
                  <a:pt x="1714500" y="0"/>
                </a:lnTo>
                <a:lnTo>
                  <a:pt x="1573881" y="2534"/>
                </a:lnTo>
                <a:lnTo>
                  <a:pt x="1436394" y="10005"/>
                </a:lnTo>
                <a:lnTo>
                  <a:pt x="1302479" y="22217"/>
                </a:lnTo>
                <a:lnTo>
                  <a:pt x="1172577" y="38973"/>
                </a:lnTo>
                <a:lnTo>
                  <a:pt x="1047130" y="60076"/>
                </a:lnTo>
                <a:lnTo>
                  <a:pt x="926579" y="85330"/>
                </a:lnTo>
                <a:lnTo>
                  <a:pt x="811365" y="114538"/>
                </a:lnTo>
                <a:lnTo>
                  <a:pt x="701930" y="147502"/>
                </a:lnTo>
                <a:lnTo>
                  <a:pt x="598713" y="184028"/>
                </a:lnTo>
                <a:lnTo>
                  <a:pt x="502157" y="223916"/>
                </a:lnTo>
                <a:lnTo>
                  <a:pt x="412704" y="266972"/>
                </a:lnTo>
                <a:lnTo>
                  <a:pt x="330793" y="312999"/>
                </a:lnTo>
                <a:lnTo>
                  <a:pt x="256866" y="361799"/>
                </a:lnTo>
                <a:lnTo>
                  <a:pt x="191365" y="413176"/>
                </a:lnTo>
                <a:lnTo>
                  <a:pt x="134731" y="466933"/>
                </a:lnTo>
                <a:lnTo>
                  <a:pt x="87404" y="522874"/>
                </a:lnTo>
                <a:lnTo>
                  <a:pt x="49826" y="580802"/>
                </a:lnTo>
                <a:lnTo>
                  <a:pt x="22439" y="640520"/>
                </a:lnTo>
                <a:lnTo>
                  <a:pt x="5683" y="701831"/>
                </a:lnTo>
                <a:lnTo>
                  <a:pt x="0" y="764539"/>
                </a:lnTo>
                <a:close/>
              </a:path>
            </a:pathLst>
          </a:custGeom>
          <a:solidFill>
            <a:srgbClr val="A1FFA2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43" name="object 743"/>
          <p:cNvSpPr/>
          <p:nvPr/>
        </p:nvSpPr>
        <p:spPr>
          <a:xfrm>
            <a:off x="5527040" y="2481579"/>
            <a:ext cx="1003300" cy="716280"/>
          </a:xfrm>
          <a:custGeom>
            <a:avLst/>
            <a:gdLst/>
            <a:ahLst/>
            <a:cxnLst/>
            <a:rect l="l" t="t" r="r" b="b"/>
            <a:pathLst>
              <a:path w="1003300" h="716280">
                <a:moveTo>
                  <a:pt x="0" y="358140"/>
                </a:moveTo>
                <a:lnTo>
                  <a:pt x="1662" y="387505"/>
                </a:lnTo>
                <a:lnTo>
                  <a:pt x="6564" y="416218"/>
                </a:lnTo>
                <a:lnTo>
                  <a:pt x="25568" y="471318"/>
                </a:lnTo>
                <a:lnTo>
                  <a:pt x="55981" y="522701"/>
                </a:lnTo>
                <a:lnTo>
                  <a:pt x="96771" y="569628"/>
                </a:lnTo>
                <a:lnTo>
                  <a:pt x="146907" y="611362"/>
                </a:lnTo>
                <a:lnTo>
                  <a:pt x="175156" y="630050"/>
                </a:lnTo>
                <a:lnTo>
                  <a:pt x="205355" y="647163"/>
                </a:lnTo>
                <a:lnTo>
                  <a:pt x="237375" y="662608"/>
                </a:lnTo>
                <a:lnTo>
                  <a:pt x="271086" y="676294"/>
                </a:lnTo>
                <a:lnTo>
                  <a:pt x="306359" y="688127"/>
                </a:lnTo>
                <a:lnTo>
                  <a:pt x="343066" y="698016"/>
                </a:lnTo>
                <a:lnTo>
                  <a:pt x="381078" y="705868"/>
                </a:lnTo>
                <a:lnTo>
                  <a:pt x="420265" y="711591"/>
                </a:lnTo>
                <a:lnTo>
                  <a:pt x="460498" y="715092"/>
                </a:lnTo>
                <a:lnTo>
                  <a:pt x="501650" y="716280"/>
                </a:lnTo>
                <a:lnTo>
                  <a:pt x="542801" y="715092"/>
                </a:lnTo>
                <a:lnTo>
                  <a:pt x="583034" y="711591"/>
                </a:lnTo>
                <a:lnTo>
                  <a:pt x="622221" y="705868"/>
                </a:lnTo>
                <a:lnTo>
                  <a:pt x="660233" y="698016"/>
                </a:lnTo>
                <a:lnTo>
                  <a:pt x="696940" y="688127"/>
                </a:lnTo>
                <a:lnTo>
                  <a:pt x="732213" y="676294"/>
                </a:lnTo>
                <a:lnTo>
                  <a:pt x="765924" y="662608"/>
                </a:lnTo>
                <a:lnTo>
                  <a:pt x="797944" y="647163"/>
                </a:lnTo>
                <a:lnTo>
                  <a:pt x="828143" y="630050"/>
                </a:lnTo>
                <a:lnTo>
                  <a:pt x="856392" y="611362"/>
                </a:lnTo>
                <a:lnTo>
                  <a:pt x="906528" y="569628"/>
                </a:lnTo>
                <a:lnTo>
                  <a:pt x="947318" y="522701"/>
                </a:lnTo>
                <a:lnTo>
                  <a:pt x="977731" y="471318"/>
                </a:lnTo>
                <a:lnTo>
                  <a:pt x="996735" y="416218"/>
                </a:lnTo>
                <a:lnTo>
                  <a:pt x="1003300" y="358140"/>
                </a:lnTo>
                <a:lnTo>
                  <a:pt x="1001637" y="328774"/>
                </a:lnTo>
                <a:lnTo>
                  <a:pt x="988724" y="272093"/>
                </a:lnTo>
                <a:lnTo>
                  <a:pt x="963886" y="218759"/>
                </a:lnTo>
                <a:lnTo>
                  <a:pt x="928155" y="169512"/>
                </a:lnTo>
                <a:lnTo>
                  <a:pt x="882564" y="125089"/>
                </a:lnTo>
                <a:lnTo>
                  <a:pt x="828143" y="86229"/>
                </a:lnTo>
                <a:lnTo>
                  <a:pt x="797944" y="69116"/>
                </a:lnTo>
                <a:lnTo>
                  <a:pt x="765924" y="53671"/>
                </a:lnTo>
                <a:lnTo>
                  <a:pt x="732213" y="39985"/>
                </a:lnTo>
                <a:lnTo>
                  <a:pt x="696940" y="28152"/>
                </a:lnTo>
                <a:lnTo>
                  <a:pt x="660233" y="18263"/>
                </a:lnTo>
                <a:lnTo>
                  <a:pt x="622221" y="10411"/>
                </a:lnTo>
                <a:lnTo>
                  <a:pt x="583034" y="4688"/>
                </a:lnTo>
                <a:lnTo>
                  <a:pt x="542801" y="1187"/>
                </a:lnTo>
                <a:lnTo>
                  <a:pt x="501650" y="0"/>
                </a:lnTo>
                <a:lnTo>
                  <a:pt x="460498" y="1187"/>
                </a:lnTo>
                <a:lnTo>
                  <a:pt x="420265" y="4688"/>
                </a:lnTo>
                <a:lnTo>
                  <a:pt x="381078" y="10411"/>
                </a:lnTo>
                <a:lnTo>
                  <a:pt x="343066" y="18263"/>
                </a:lnTo>
                <a:lnTo>
                  <a:pt x="306359" y="28152"/>
                </a:lnTo>
                <a:lnTo>
                  <a:pt x="271086" y="39985"/>
                </a:lnTo>
                <a:lnTo>
                  <a:pt x="237375" y="53671"/>
                </a:lnTo>
                <a:lnTo>
                  <a:pt x="205355" y="69116"/>
                </a:lnTo>
                <a:lnTo>
                  <a:pt x="175156" y="86229"/>
                </a:lnTo>
                <a:lnTo>
                  <a:pt x="146907" y="104917"/>
                </a:lnTo>
                <a:lnTo>
                  <a:pt x="96771" y="146651"/>
                </a:lnTo>
                <a:lnTo>
                  <a:pt x="55981" y="193578"/>
                </a:lnTo>
                <a:lnTo>
                  <a:pt x="25568" y="244961"/>
                </a:lnTo>
                <a:lnTo>
                  <a:pt x="6564" y="300061"/>
                </a:lnTo>
                <a:lnTo>
                  <a:pt x="1662" y="328774"/>
                </a:lnTo>
                <a:lnTo>
                  <a:pt x="0" y="358140"/>
                </a:lnTo>
                <a:close/>
              </a:path>
            </a:pathLst>
          </a:custGeom>
          <a:solidFill>
            <a:srgbClr val="DBFFB8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44" name="object 744"/>
          <p:cNvSpPr/>
          <p:nvPr/>
        </p:nvSpPr>
        <p:spPr>
          <a:xfrm>
            <a:off x="7005320" y="1907539"/>
            <a:ext cx="71120" cy="741680"/>
          </a:xfrm>
          <a:custGeom>
            <a:avLst/>
            <a:gdLst/>
            <a:ahLst/>
            <a:cxnLst/>
            <a:rect l="l" t="t" r="r" b="b"/>
            <a:pathLst>
              <a:path w="71120" h="741680">
                <a:moveTo>
                  <a:pt x="71120" y="0"/>
                </a:moveTo>
                <a:lnTo>
                  <a:pt x="0" y="741680"/>
                </a:lnTo>
              </a:path>
            </a:pathLst>
          </a:custGeom>
          <a:ln w="508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45" name="object 745"/>
          <p:cNvSpPr/>
          <p:nvPr/>
        </p:nvSpPr>
        <p:spPr>
          <a:xfrm>
            <a:off x="7068820" y="1907539"/>
            <a:ext cx="20320" cy="741680"/>
          </a:xfrm>
          <a:custGeom>
            <a:avLst/>
            <a:gdLst/>
            <a:ahLst/>
            <a:cxnLst/>
            <a:rect l="l" t="t" r="r" b="b"/>
            <a:pathLst>
              <a:path w="20320" h="741680">
                <a:moveTo>
                  <a:pt x="0" y="0"/>
                </a:moveTo>
                <a:lnTo>
                  <a:pt x="20320" y="741680"/>
                </a:lnTo>
              </a:path>
            </a:pathLst>
          </a:custGeom>
          <a:ln w="508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46" name="object 746"/>
          <p:cNvSpPr/>
          <p:nvPr/>
        </p:nvSpPr>
        <p:spPr>
          <a:xfrm>
            <a:off x="7001509" y="1883410"/>
            <a:ext cx="139700" cy="0"/>
          </a:xfrm>
          <a:custGeom>
            <a:avLst/>
            <a:gdLst/>
            <a:ahLst/>
            <a:cxnLst/>
            <a:rect l="l" t="t" r="r" b="b"/>
            <a:pathLst>
              <a:path w="139700" h="0">
                <a:moveTo>
                  <a:pt x="0" y="0"/>
                </a:moveTo>
                <a:lnTo>
                  <a:pt x="1397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47" name="object 747"/>
          <p:cNvSpPr/>
          <p:nvPr/>
        </p:nvSpPr>
        <p:spPr>
          <a:xfrm>
            <a:off x="6992620" y="1803400"/>
            <a:ext cx="0" cy="91439"/>
          </a:xfrm>
          <a:custGeom>
            <a:avLst/>
            <a:gdLst/>
            <a:ahLst/>
            <a:cxnLst/>
            <a:rect l="l" t="t" r="r" b="b"/>
            <a:pathLst>
              <a:path w="0" h="91439">
                <a:moveTo>
                  <a:pt x="0" y="91439"/>
                </a:moveTo>
                <a:lnTo>
                  <a:pt x="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48" name="object 748"/>
          <p:cNvSpPr/>
          <p:nvPr/>
        </p:nvSpPr>
        <p:spPr>
          <a:xfrm>
            <a:off x="7145020" y="1803400"/>
            <a:ext cx="0" cy="91439"/>
          </a:xfrm>
          <a:custGeom>
            <a:avLst/>
            <a:gdLst/>
            <a:ahLst/>
            <a:cxnLst/>
            <a:rect l="l" t="t" r="r" b="b"/>
            <a:pathLst>
              <a:path w="0" h="91439">
                <a:moveTo>
                  <a:pt x="0" y="91439"/>
                </a:moveTo>
                <a:lnTo>
                  <a:pt x="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49" name="object 749"/>
          <p:cNvSpPr/>
          <p:nvPr/>
        </p:nvSpPr>
        <p:spPr>
          <a:xfrm>
            <a:off x="7106920" y="1783079"/>
            <a:ext cx="0" cy="91440"/>
          </a:xfrm>
          <a:custGeom>
            <a:avLst/>
            <a:gdLst/>
            <a:ahLst/>
            <a:cxnLst/>
            <a:rect l="l" t="t" r="r" b="b"/>
            <a:pathLst>
              <a:path w="0" h="91440">
                <a:moveTo>
                  <a:pt x="0" y="91440"/>
                </a:moveTo>
                <a:lnTo>
                  <a:pt x="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50" name="object 750"/>
          <p:cNvSpPr/>
          <p:nvPr/>
        </p:nvSpPr>
        <p:spPr>
          <a:xfrm>
            <a:off x="7030720" y="1767839"/>
            <a:ext cx="0" cy="93980"/>
          </a:xfrm>
          <a:custGeom>
            <a:avLst/>
            <a:gdLst/>
            <a:ahLst/>
            <a:cxnLst/>
            <a:rect l="l" t="t" r="r" b="b"/>
            <a:pathLst>
              <a:path w="0" h="93980">
                <a:moveTo>
                  <a:pt x="0" y="93980"/>
                </a:moveTo>
                <a:lnTo>
                  <a:pt x="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51" name="object 751"/>
          <p:cNvSpPr/>
          <p:nvPr/>
        </p:nvSpPr>
        <p:spPr>
          <a:xfrm>
            <a:off x="7068820" y="1750060"/>
            <a:ext cx="0" cy="91439"/>
          </a:xfrm>
          <a:custGeom>
            <a:avLst/>
            <a:gdLst/>
            <a:ahLst/>
            <a:cxnLst/>
            <a:rect l="l" t="t" r="r" b="b"/>
            <a:pathLst>
              <a:path w="0" h="91439">
                <a:moveTo>
                  <a:pt x="0" y="91439"/>
                </a:moveTo>
                <a:lnTo>
                  <a:pt x="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52" name="object 752"/>
          <p:cNvSpPr/>
          <p:nvPr/>
        </p:nvSpPr>
        <p:spPr>
          <a:xfrm>
            <a:off x="7077709" y="1837689"/>
            <a:ext cx="43180" cy="38100"/>
          </a:xfrm>
          <a:custGeom>
            <a:avLst/>
            <a:gdLst/>
            <a:ahLst/>
            <a:cxnLst/>
            <a:rect l="l" t="t" r="r" b="b"/>
            <a:pathLst>
              <a:path w="43180" h="38100">
                <a:moveTo>
                  <a:pt x="0" y="0"/>
                </a:moveTo>
                <a:lnTo>
                  <a:pt x="43180" y="38100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53" name="object 753"/>
          <p:cNvSpPr/>
          <p:nvPr/>
        </p:nvSpPr>
        <p:spPr>
          <a:xfrm>
            <a:off x="6988809" y="1837689"/>
            <a:ext cx="88900" cy="38100"/>
          </a:xfrm>
          <a:custGeom>
            <a:avLst/>
            <a:gdLst/>
            <a:ahLst/>
            <a:cxnLst/>
            <a:rect l="l" t="t" r="r" b="b"/>
            <a:pathLst>
              <a:path w="88900" h="38100">
                <a:moveTo>
                  <a:pt x="88900" y="0"/>
                </a:moveTo>
                <a:lnTo>
                  <a:pt x="0" y="381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54" name="object 754"/>
          <p:cNvSpPr/>
          <p:nvPr/>
        </p:nvSpPr>
        <p:spPr>
          <a:xfrm>
            <a:off x="7089140" y="1803400"/>
            <a:ext cx="0" cy="91439"/>
          </a:xfrm>
          <a:custGeom>
            <a:avLst/>
            <a:gdLst/>
            <a:ahLst/>
            <a:cxnLst/>
            <a:rect l="l" t="t" r="r" b="b"/>
            <a:pathLst>
              <a:path w="0" h="91439">
                <a:moveTo>
                  <a:pt x="0" y="91439"/>
                </a:moveTo>
                <a:lnTo>
                  <a:pt x="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55" name="object 755"/>
          <p:cNvSpPr/>
          <p:nvPr/>
        </p:nvSpPr>
        <p:spPr>
          <a:xfrm>
            <a:off x="7051040" y="1803400"/>
            <a:ext cx="0" cy="91439"/>
          </a:xfrm>
          <a:custGeom>
            <a:avLst/>
            <a:gdLst/>
            <a:ahLst/>
            <a:cxnLst/>
            <a:rect l="l" t="t" r="r" b="b"/>
            <a:pathLst>
              <a:path w="0" h="91439">
                <a:moveTo>
                  <a:pt x="0" y="91439"/>
                </a:moveTo>
                <a:lnTo>
                  <a:pt x="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56" name="object 756"/>
          <p:cNvSpPr/>
          <p:nvPr/>
        </p:nvSpPr>
        <p:spPr>
          <a:xfrm>
            <a:off x="7056120" y="2674620"/>
            <a:ext cx="7620" cy="0"/>
          </a:xfrm>
          <a:custGeom>
            <a:avLst/>
            <a:gdLst/>
            <a:ahLst/>
            <a:cxnLst/>
            <a:rect l="l" t="t" r="r" b="b"/>
            <a:pathLst>
              <a:path w="7620" h="0">
                <a:moveTo>
                  <a:pt x="0" y="0"/>
                </a:moveTo>
                <a:lnTo>
                  <a:pt x="7620" y="0"/>
                </a:lnTo>
              </a:path>
            </a:pathLst>
          </a:custGeom>
          <a:ln w="508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57" name="object 757"/>
          <p:cNvSpPr/>
          <p:nvPr/>
        </p:nvSpPr>
        <p:spPr>
          <a:xfrm>
            <a:off x="6312721" y="2730487"/>
            <a:ext cx="7985" cy="13702"/>
          </a:xfrm>
          <a:custGeom>
            <a:avLst/>
            <a:gdLst/>
            <a:ahLst/>
            <a:cxnLst/>
            <a:rect l="l" t="t" r="r" b="b"/>
            <a:pathLst>
              <a:path w="7985" h="13702">
                <a:moveTo>
                  <a:pt x="5190" y="4072"/>
                </a:moveTo>
                <a:lnTo>
                  <a:pt x="4090" y="0"/>
                </a:lnTo>
                <a:lnTo>
                  <a:pt x="3704" y="2495"/>
                </a:lnTo>
                <a:lnTo>
                  <a:pt x="3192" y="5800"/>
                </a:lnTo>
                <a:lnTo>
                  <a:pt x="432" y="8254"/>
                </a:lnTo>
                <a:lnTo>
                  <a:pt x="0" y="8638"/>
                </a:lnTo>
                <a:lnTo>
                  <a:pt x="160" y="9397"/>
                </a:lnTo>
                <a:lnTo>
                  <a:pt x="498" y="10987"/>
                </a:lnTo>
                <a:lnTo>
                  <a:pt x="3492" y="11234"/>
                </a:lnTo>
                <a:lnTo>
                  <a:pt x="7985" y="13702"/>
                </a:lnTo>
                <a:lnTo>
                  <a:pt x="7890" y="13331"/>
                </a:lnTo>
                <a:lnTo>
                  <a:pt x="7384" y="11357"/>
                </a:lnTo>
                <a:lnTo>
                  <a:pt x="6486" y="9132"/>
                </a:lnTo>
                <a:lnTo>
                  <a:pt x="5688" y="6664"/>
                </a:lnTo>
                <a:lnTo>
                  <a:pt x="5190" y="4072"/>
                </a:lnTo>
                <a:close/>
              </a:path>
            </a:pathLst>
          </a:custGeom>
          <a:solidFill>
            <a:srgbClr val="3E1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58" name="object 758"/>
          <p:cNvSpPr/>
          <p:nvPr/>
        </p:nvSpPr>
        <p:spPr>
          <a:xfrm>
            <a:off x="6312721" y="2730487"/>
            <a:ext cx="7985" cy="13702"/>
          </a:xfrm>
          <a:custGeom>
            <a:avLst/>
            <a:gdLst/>
            <a:ahLst/>
            <a:cxnLst/>
            <a:rect l="l" t="t" r="r" b="b"/>
            <a:pathLst>
              <a:path w="7985" h="13702">
                <a:moveTo>
                  <a:pt x="5190" y="4072"/>
                </a:moveTo>
                <a:lnTo>
                  <a:pt x="5688" y="6664"/>
                </a:lnTo>
                <a:lnTo>
                  <a:pt x="6486" y="9132"/>
                </a:lnTo>
                <a:lnTo>
                  <a:pt x="7384" y="11357"/>
                </a:lnTo>
                <a:lnTo>
                  <a:pt x="7890" y="13331"/>
                </a:lnTo>
                <a:lnTo>
                  <a:pt x="7985" y="13702"/>
                </a:lnTo>
                <a:lnTo>
                  <a:pt x="3492" y="11234"/>
                </a:lnTo>
                <a:lnTo>
                  <a:pt x="498" y="10987"/>
                </a:lnTo>
                <a:lnTo>
                  <a:pt x="160" y="9397"/>
                </a:lnTo>
                <a:lnTo>
                  <a:pt x="0" y="8638"/>
                </a:lnTo>
                <a:lnTo>
                  <a:pt x="432" y="8254"/>
                </a:lnTo>
                <a:lnTo>
                  <a:pt x="3192" y="5800"/>
                </a:lnTo>
                <a:lnTo>
                  <a:pt x="3704" y="2495"/>
                </a:lnTo>
                <a:lnTo>
                  <a:pt x="4090" y="0"/>
                </a:lnTo>
                <a:lnTo>
                  <a:pt x="5190" y="4072"/>
                </a:lnTo>
                <a:close/>
              </a:path>
            </a:pathLst>
          </a:custGeom>
          <a:ln w="1057">
            <a:solidFill>
              <a:srgbClr val="3E1F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59" name="object 759"/>
          <p:cNvSpPr/>
          <p:nvPr/>
        </p:nvSpPr>
        <p:spPr>
          <a:xfrm>
            <a:off x="6257817" y="2900733"/>
            <a:ext cx="29050" cy="15063"/>
          </a:xfrm>
          <a:custGeom>
            <a:avLst/>
            <a:gdLst/>
            <a:ahLst/>
            <a:cxnLst/>
            <a:rect l="l" t="t" r="r" b="b"/>
            <a:pathLst>
              <a:path w="29050" h="15063">
                <a:moveTo>
                  <a:pt x="28949" y="0"/>
                </a:moveTo>
                <a:lnTo>
                  <a:pt x="19267" y="493"/>
                </a:lnTo>
                <a:lnTo>
                  <a:pt x="17669" y="493"/>
                </a:lnTo>
                <a:lnTo>
                  <a:pt x="5910" y="10189"/>
                </a:lnTo>
                <a:lnTo>
                  <a:pt x="0" y="15063"/>
                </a:lnTo>
                <a:lnTo>
                  <a:pt x="15173" y="15063"/>
                </a:lnTo>
                <a:lnTo>
                  <a:pt x="23081" y="6900"/>
                </a:lnTo>
                <a:lnTo>
                  <a:pt x="29050" y="740"/>
                </a:lnTo>
                <a:lnTo>
                  <a:pt x="28976" y="197"/>
                </a:lnTo>
                <a:lnTo>
                  <a:pt x="28949" y="0"/>
                </a:lnTo>
                <a:close/>
              </a:path>
            </a:pathLst>
          </a:custGeom>
          <a:solidFill>
            <a:srgbClr val="7E5F3E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60" name="object 760"/>
          <p:cNvSpPr/>
          <p:nvPr/>
        </p:nvSpPr>
        <p:spPr>
          <a:xfrm>
            <a:off x="6257817" y="2900733"/>
            <a:ext cx="29050" cy="15063"/>
          </a:xfrm>
          <a:custGeom>
            <a:avLst/>
            <a:gdLst/>
            <a:ahLst/>
            <a:cxnLst/>
            <a:rect l="l" t="t" r="r" b="b"/>
            <a:pathLst>
              <a:path w="29050" h="15063">
                <a:moveTo>
                  <a:pt x="28976" y="197"/>
                </a:moveTo>
                <a:lnTo>
                  <a:pt x="29050" y="740"/>
                </a:lnTo>
                <a:lnTo>
                  <a:pt x="23081" y="6900"/>
                </a:lnTo>
                <a:lnTo>
                  <a:pt x="15173" y="15063"/>
                </a:lnTo>
                <a:lnTo>
                  <a:pt x="1896" y="15063"/>
                </a:lnTo>
                <a:lnTo>
                  <a:pt x="0" y="15063"/>
                </a:lnTo>
                <a:lnTo>
                  <a:pt x="5910" y="10189"/>
                </a:lnTo>
                <a:lnTo>
                  <a:pt x="17669" y="493"/>
                </a:lnTo>
                <a:lnTo>
                  <a:pt x="19267" y="493"/>
                </a:lnTo>
                <a:lnTo>
                  <a:pt x="28949" y="0"/>
                </a:lnTo>
                <a:lnTo>
                  <a:pt x="28976" y="197"/>
                </a:lnTo>
                <a:close/>
              </a:path>
            </a:pathLst>
          </a:custGeom>
          <a:ln w="118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61" name="object 761"/>
          <p:cNvSpPr/>
          <p:nvPr/>
        </p:nvSpPr>
        <p:spPr>
          <a:xfrm>
            <a:off x="6272391" y="2901227"/>
            <a:ext cx="18467" cy="84076"/>
          </a:xfrm>
          <a:custGeom>
            <a:avLst/>
            <a:gdLst/>
            <a:ahLst/>
            <a:cxnLst/>
            <a:rect l="l" t="t" r="r" b="b"/>
            <a:pathLst>
              <a:path w="18467" h="84076">
                <a:moveTo>
                  <a:pt x="14516" y="24"/>
                </a:moveTo>
                <a:lnTo>
                  <a:pt x="14375" y="0"/>
                </a:lnTo>
                <a:lnTo>
                  <a:pt x="0" y="14569"/>
                </a:lnTo>
                <a:lnTo>
                  <a:pt x="2795" y="84076"/>
                </a:lnTo>
                <a:lnTo>
                  <a:pt x="17569" y="63459"/>
                </a:lnTo>
                <a:lnTo>
                  <a:pt x="18467" y="59136"/>
                </a:lnTo>
                <a:lnTo>
                  <a:pt x="18153" y="52280"/>
                </a:lnTo>
                <a:lnTo>
                  <a:pt x="15771" y="246"/>
                </a:lnTo>
                <a:lnTo>
                  <a:pt x="14516" y="24"/>
                </a:lnTo>
                <a:close/>
              </a:path>
            </a:pathLst>
          </a:custGeom>
          <a:solidFill>
            <a:srgbClr val="5F3E1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62" name="object 762"/>
          <p:cNvSpPr/>
          <p:nvPr/>
        </p:nvSpPr>
        <p:spPr>
          <a:xfrm>
            <a:off x="6272391" y="2901227"/>
            <a:ext cx="18467" cy="84076"/>
          </a:xfrm>
          <a:custGeom>
            <a:avLst/>
            <a:gdLst/>
            <a:ahLst/>
            <a:cxnLst/>
            <a:rect l="l" t="t" r="r" b="b"/>
            <a:pathLst>
              <a:path w="18467" h="84076">
                <a:moveTo>
                  <a:pt x="14516" y="24"/>
                </a:moveTo>
                <a:lnTo>
                  <a:pt x="15771" y="246"/>
                </a:lnTo>
                <a:lnTo>
                  <a:pt x="18153" y="52280"/>
                </a:lnTo>
                <a:lnTo>
                  <a:pt x="18467" y="59136"/>
                </a:lnTo>
                <a:lnTo>
                  <a:pt x="17569" y="63459"/>
                </a:lnTo>
                <a:lnTo>
                  <a:pt x="2795" y="84076"/>
                </a:lnTo>
                <a:lnTo>
                  <a:pt x="0" y="14569"/>
                </a:lnTo>
                <a:lnTo>
                  <a:pt x="14375" y="0"/>
                </a:lnTo>
                <a:lnTo>
                  <a:pt x="14516" y="24"/>
                </a:lnTo>
                <a:close/>
              </a:path>
            </a:pathLst>
          </a:custGeom>
          <a:ln w="100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63" name="object 763"/>
          <p:cNvSpPr/>
          <p:nvPr/>
        </p:nvSpPr>
        <p:spPr>
          <a:xfrm>
            <a:off x="6257019" y="2915179"/>
            <a:ext cx="19466" cy="70371"/>
          </a:xfrm>
          <a:custGeom>
            <a:avLst/>
            <a:gdLst/>
            <a:ahLst/>
            <a:cxnLst/>
            <a:rect l="l" t="t" r="r" b="b"/>
            <a:pathLst>
              <a:path w="19466" h="70371">
                <a:moveTo>
                  <a:pt x="16569" y="3701"/>
                </a:moveTo>
                <a:lnTo>
                  <a:pt x="13874" y="0"/>
                </a:lnTo>
                <a:lnTo>
                  <a:pt x="12566" y="72"/>
                </a:lnTo>
                <a:lnTo>
                  <a:pt x="2794" y="617"/>
                </a:lnTo>
                <a:lnTo>
                  <a:pt x="0" y="2468"/>
                </a:lnTo>
                <a:lnTo>
                  <a:pt x="0" y="5429"/>
                </a:lnTo>
                <a:lnTo>
                  <a:pt x="1634" y="39861"/>
                </a:lnTo>
                <a:lnTo>
                  <a:pt x="2794" y="64320"/>
                </a:lnTo>
                <a:lnTo>
                  <a:pt x="2794" y="66294"/>
                </a:lnTo>
                <a:lnTo>
                  <a:pt x="5390" y="70371"/>
                </a:lnTo>
                <a:lnTo>
                  <a:pt x="18466" y="70000"/>
                </a:lnTo>
                <a:lnTo>
                  <a:pt x="19466" y="67158"/>
                </a:lnTo>
                <a:lnTo>
                  <a:pt x="16569" y="3701"/>
                </a:lnTo>
                <a:close/>
              </a:path>
            </a:pathLst>
          </a:custGeom>
          <a:solidFill>
            <a:srgbClr val="BE7E1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64" name="object 764"/>
          <p:cNvSpPr/>
          <p:nvPr/>
        </p:nvSpPr>
        <p:spPr>
          <a:xfrm>
            <a:off x="6257019" y="2915179"/>
            <a:ext cx="19466" cy="70371"/>
          </a:xfrm>
          <a:custGeom>
            <a:avLst/>
            <a:gdLst/>
            <a:ahLst/>
            <a:cxnLst/>
            <a:rect l="l" t="t" r="r" b="b"/>
            <a:pathLst>
              <a:path w="19466" h="70371">
                <a:moveTo>
                  <a:pt x="16569" y="3701"/>
                </a:moveTo>
                <a:lnTo>
                  <a:pt x="19466" y="67158"/>
                </a:lnTo>
                <a:lnTo>
                  <a:pt x="18466" y="70000"/>
                </a:lnTo>
                <a:lnTo>
                  <a:pt x="5390" y="70371"/>
                </a:lnTo>
                <a:lnTo>
                  <a:pt x="2794" y="66294"/>
                </a:lnTo>
                <a:lnTo>
                  <a:pt x="2794" y="64320"/>
                </a:lnTo>
                <a:lnTo>
                  <a:pt x="1634" y="39861"/>
                </a:lnTo>
                <a:lnTo>
                  <a:pt x="0" y="5429"/>
                </a:lnTo>
                <a:lnTo>
                  <a:pt x="0" y="4416"/>
                </a:lnTo>
                <a:lnTo>
                  <a:pt x="0" y="2468"/>
                </a:lnTo>
                <a:lnTo>
                  <a:pt x="838" y="1325"/>
                </a:lnTo>
                <a:lnTo>
                  <a:pt x="2794" y="617"/>
                </a:lnTo>
                <a:lnTo>
                  <a:pt x="12566" y="72"/>
                </a:lnTo>
                <a:lnTo>
                  <a:pt x="13874" y="0"/>
                </a:lnTo>
                <a:lnTo>
                  <a:pt x="16569" y="3701"/>
                </a:lnTo>
                <a:close/>
              </a:path>
            </a:pathLst>
          </a:custGeom>
          <a:ln w="10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65" name="object 765"/>
          <p:cNvSpPr/>
          <p:nvPr/>
        </p:nvSpPr>
        <p:spPr>
          <a:xfrm>
            <a:off x="6265902" y="2900979"/>
            <a:ext cx="14674" cy="13952"/>
          </a:xfrm>
          <a:custGeom>
            <a:avLst/>
            <a:gdLst/>
            <a:ahLst/>
            <a:cxnLst/>
            <a:rect l="l" t="t" r="r" b="b"/>
            <a:pathLst>
              <a:path w="14674" h="13952">
                <a:moveTo>
                  <a:pt x="0" y="13952"/>
                </a:moveTo>
                <a:lnTo>
                  <a:pt x="0" y="13952"/>
                </a:lnTo>
                <a:lnTo>
                  <a:pt x="14674" y="0"/>
                </a:lnTo>
              </a:path>
            </a:pathLst>
          </a:custGeom>
          <a:ln w="56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66" name="object 766"/>
          <p:cNvSpPr/>
          <p:nvPr/>
        </p:nvSpPr>
        <p:spPr>
          <a:xfrm>
            <a:off x="6265104" y="2915673"/>
            <a:ext cx="3194" cy="69506"/>
          </a:xfrm>
          <a:custGeom>
            <a:avLst/>
            <a:gdLst/>
            <a:ahLst/>
            <a:cxnLst/>
            <a:rect l="l" t="t" r="r" b="b"/>
            <a:pathLst>
              <a:path w="3194" h="69506">
                <a:moveTo>
                  <a:pt x="3194" y="69506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49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67" name="object 767"/>
          <p:cNvSpPr/>
          <p:nvPr/>
        </p:nvSpPr>
        <p:spPr>
          <a:xfrm>
            <a:off x="6265104" y="2910362"/>
            <a:ext cx="9683" cy="2348"/>
          </a:xfrm>
          <a:custGeom>
            <a:avLst/>
            <a:gdLst/>
            <a:ahLst/>
            <a:cxnLst/>
            <a:rect l="l" t="t" r="r" b="b"/>
            <a:pathLst>
              <a:path w="9683" h="2348">
                <a:moveTo>
                  <a:pt x="9683" y="494"/>
                </a:moveTo>
                <a:lnTo>
                  <a:pt x="2496" y="0"/>
                </a:lnTo>
                <a:lnTo>
                  <a:pt x="0" y="1977"/>
                </a:lnTo>
                <a:lnTo>
                  <a:pt x="6888" y="2348"/>
                </a:lnTo>
                <a:lnTo>
                  <a:pt x="9683" y="494"/>
                </a:lnTo>
                <a:close/>
              </a:path>
            </a:pathLst>
          </a:custGeom>
          <a:solidFill>
            <a:srgbClr val="FFBE7E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68" name="object 768"/>
          <p:cNvSpPr/>
          <p:nvPr/>
        </p:nvSpPr>
        <p:spPr>
          <a:xfrm>
            <a:off x="6265104" y="2910362"/>
            <a:ext cx="9683" cy="2348"/>
          </a:xfrm>
          <a:custGeom>
            <a:avLst/>
            <a:gdLst/>
            <a:ahLst/>
            <a:cxnLst/>
            <a:rect l="l" t="t" r="r" b="b"/>
            <a:pathLst>
              <a:path w="9683" h="2348">
                <a:moveTo>
                  <a:pt x="9683" y="494"/>
                </a:moveTo>
                <a:lnTo>
                  <a:pt x="6888" y="2348"/>
                </a:lnTo>
                <a:lnTo>
                  <a:pt x="0" y="1977"/>
                </a:lnTo>
                <a:lnTo>
                  <a:pt x="2496" y="0"/>
                </a:lnTo>
                <a:lnTo>
                  <a:pt x="9683" y="494"/>
                </a:lnTo>
                <a:close/>
              </a:path>
            </a:pathLst>
          </a:custGeom>
          <a:ln w="122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69" name="object 769"/>
          <p:cNvSpPr/>
          <p:nvPr/>
        </p:nvSpPr>
        <p:spPr>
          <a:xfrm>
            <a:off x="6266304" y="2872339"/>
            <a:ext cx="13375" cy="28887"/>
          </a:xfrm>
          <a:custGeom>
            <a:avLst/>
            <a:gdLst/>
            <a:ahLst/>
            <a:cxnLst/>
            <a:rect l="l" t="t" r="r" b="b"/>
            <a:pathLst>
              <a:path w="13375" h="28887">
                <a:moveTo>
                  <a:pt x="9381" y="10740"/>
                </a:moveTo>
                <a:lnTo>
                  <a:pt x="9104" y="10054"/>
                </a:lnTo>
                <a:lnTo>
                  <a:pt x="8683" y="9009"/>
                </a:lnTo>
                <a:lnTo>
                  <a:pt x="8484" y="6171"/>
                </a:lnTo>
                <a:lnTo>
                  <a:pt x="8583" y="0"/>
                </a:lnTo>
                <a:lnTo>
                  <a:pt x="2994" y="0"/>
                </a:lnTo>
                <a:lnTo>
                  <a:pt x="2694" y="4196"/>
                </a:lnTo>
                <a:lnTo>
                  <a:pt x="2591" y="5474"/>
                </a:lnTo>
                <a:lnTo>
                  <a:pt x="2395" y="7898"/>
                </a:lnTo>
                <a:lnTo>
                  <a:pt x="2292" y="10000"/>
                </a:lnTo>
                <a:lnTo>
                  <a:pt x="1969" y="11471"/>
                </a:lnTo>
                <a:lnTo>
                  <a:pt x="1695" y="12715"/>
                </a:lnTo>
                <a:lnTo>
                  <a:pt x="1695" y="14814"/>
                </a:lnTo>
                <a:lnTo>
                  <a:pt x="1406" y="16784"/>
                </a:lnTo>
                <a:lnTo>
                  <a:pt x="1296" y="17529"/>
                </a:lnTo>
                <a:lnTo>
                  <a:pt x="598" y="19380"/>
                </a:lnTo>
                <a:lnTo>
                  <a:pt x="99" y="20494"/>
                </a:lnTo>
                <a:lnTo>
                  <a:pt x="0" y="23456"/>
                </a:lnTo>
                <a:lnTo>
                  <a:pt x="1096" y="24321"/>
                </a:lnTo>
                <a:lnTo>
                  <a:pt x="2292" y="26295"/>
                </a:lnTo>
                <a:lnTo>
                  <a:pt x="3991" y="28887"/>
                </a:lnTo>
                <a:lnTo>
                  <a:pt x="7487" y="28887"/>
                </a:lnTo>
                <a:lnTo>
                  <a:pt x="10780" y="25924"/>
                </a:lnTo>
                <a:lnTo>
                  <a:pt x="11577" y="24813"/>
                </a:lnTo>
                <a:lnTo>
                  <a:pt x="12114" y="24529"/>
                </a:lnTo>
                <a:lnTo>
                  <a:pt x="13375" y="23209"/>
                </a:lnTo>
                <a:lnTo>
                  <a:pt x="10181" y="20247"/>
                </a:lnTo>
                <a:lnTo>
                  <a:pt x="8683" y="20247"/>
                </a:lnTo>
                <a:lnTo>
                  <a:pt x="9182" y="18022"/>
                </a:lnTo>
                <a:lnTo>
                  <a:pt x="9528" y="14589"/>
                </a:lnTo>
                <a:lnTo>
                  <a:pt x="9581" y="14072"/>
                </a:lnTo>
                <a:lnTo>
                  <a:pt x="9381" y="10740"/>
                </a:lnTo>
                <a:close/>
              </a:path>
            </a:pathLst>
          </a:custGeom>
          <a:solidFill>
            <a:srgbClr val="F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70" name="object 770"/>
          <p:cNvSpPr/>
          <p:nvPr/>
        </p:nvSpPr>
        <p:spPr>
          <a:xfrm>
            <a:off x="6266304" y="2872339"/>
            <a:ext cx="13375" cy="28887"/>
          </a:xfrm>
          <a:custGeom>
            <a:avLst/>
            <a:gdLst/>
            <a:ahLst/>
            <a:cxnLst/>
            <a:rect l="l" t="t" r="r" b="b"/>
            <a:pathLst>
              <a:path w="13375" h="28887">
                <a:moveTo>
                  <a:pt x="8583" y="0"/>
                </a:moveTo>
                <a:lnTo>
                  <a:pt x="8484" y="6171"/>
                </a:lnTo>
                <a:lnTo>
                  <a:pt x="8683" y="9009"/>
                </a:lnTo>
                <a:lnTo>
                  <a:pt x="9104" y="10054"/>
                </a:lnTo>
                <a:lnTo>
                  <a:pt x="9381" y="10740"/>
                </a:lnTo>
                <a:lnTo>
                  <a:pt x="9581" y="14072"/>
                </a:lnTo>
                <a:lnTo>
                  <a:pt x="9528" y="14589"/>
                </a:lnTo>
                <a:lnTo>
                  <a:pt x="9182" y="18022"/>
                </a:lnTo>
                <a:lnTo>
                  <a:pt x="8683" y="20247"/>
                </a:lnTo>
                <a:lnTo>
                  <a:pt x="10181" y="20247"/>
                </a:lnTo>
                <a:lnTo>
                  <a:pt x="13375" y="23209"/>
                </a:lnTo>
                <a:lnTo>
                  <a:pt x="12114" y="24529"/>
                </a:lnTo>
                <a:lnTo>
                  <a:pt x="11577" y="24813"/>
                </a:lnTo>
                <a:lnTo>
                  <a:pt x="10780" y="25924"/>
                </a:lnTo>
                <a:lnTo>
                  <a:pt x="7487" y="28887"/>
                </a:lnTo>
                <a:lnTo>
                  <a:pt x="3991" y="28887"/>
                </a:lnTo>
                <a:lnTo>
                  <a:pt x="2292" y="26295"/>
                </a:lnTo>
                <a:lnTo>
                  <a:pt x="1096" y="24321"/>
                </a:lnTo>
                <a:lnTo>
                  <a:pt x="0" y="23456"/>
                </a:lnTo>
                <a:lnTo>
                  <a:pt x="99" y="20494"/>
                </a:lnTo>
                <a:lnTo>
                  <a:pt x="598" y="19380"/>
                </a:lnTo>
                <a:lnTo>
                  <a:pt x="1296" y="17529"/>
                </a:lnTo>
                <a:lnTo>
                  <a:pt x="1406" y="16784"/>
                </a:lnTo>
                <a:lnTo>
                  <a:pt x="1695" y="14814"/>
                </a:lnTo>
                <a:lnTo>
                  <a:pt x="1695" y="12715"/>
                </a:lnTo>
                <a:lnTo>
                  <a:pt x="1969" y="11471"/>
                </a:lnTo>
                <a:lnTo>
                  <a:pt x="2292" y="10000"/>
                </a:lnTo>
                <a:lnTo>
                  <a:pt x="2395" y="7898"/>
                </a:lnTo>
                <a:lnTo>
                  <a:pt x="2591" y="5474"/>
                </a:lnTo>
                <a:lnTo>
                  <a:pt x="2694" y="4196"/>
                </a:lnTo>
                <a:lnTo>
                  <a:pt x="2994" y="0"/>
                </a:lnTo>
                <a:lnTo>
                  <a:pt x="8583" y="0"/>
                </a:lnTo>
                <a:close/>
              </a:path>
            </a:pathLst>
          </a:custGeom>
          <a:ln w="103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71" name="object 771"/>
          <p:cNvSpPr/>
          <p:nvPr/>
        </p:nvSpPr>
        <p:spPr>
          <a:xfrm>
            <a:off x="6269098" y="2892094"/>
            <a:ext cx="7885" cy="16170"/>
          </a:xfrm>
          <a:custGeom>
            <a:avLst/>
            <a:gdLst/>
            <a:ahLst/>
            <a:cxnLst/>
            <a:rect l="l" t="t" r="r" b="b"/>
            <a:pathLst>
              <a:path w="7885" h="16170">
                <a:moveTo>
                  <a:pt x="3891" y="4566"/>
                </a:moveTo>
                <a:lnTo>
                  <a:pt x="4792" y="3455"/>
                </a:lnTo>
                <a:lnTo>
                  <a:pt x="6843" y="2145"/>
                </a:lnTo>
                <a:lnTo>
                  <a:pt x="7885" y="1480"/>
                </a:lnTo>
                <a:lnTo>
                  <a:pt x="5291" y="0"/>
                </a:lnTo>
                <a:lnTo>
                  <a:pt x="1994" y="1726"/>
                </a:lnTo>
                <a:lnTo>
                  <a:pt x="499" y="4318"/>
                </a:lnTo>
                <a:lnTo>
                  <a:pt x="199" y="5923"/>
                </a:lnTo>
                <a:lnTo>
                  <a:pt x="0" y="15059"/>
                </a:lnTo>
                <a:lnTo>
                  <a:pt x="3293" y="16170"/>
                </a:lnTo>
                <a:lnTo>
                  <a:pt x="3692" y="15553"/>
                </a:lnTo>
                <a:lnTo>
                  <a:pt x="3692" y="7898"/>
                </a:lnTo>
                <a:lnTo>
                  <a:pt x="3891" y="4566"/>
                </a:lnTo>
                <a:close/>
              </a:path>
            </a:pathLst>
          </a:custGeom>
          <a:solidFill>
            <a:srgbClr val="7E3E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72" name="object 772"/>
          <p:cNvSpPr/>
          <p:nvPr/>
        </p:nvSpPr>
        <p:spPr>
          <a:xfrm>
            <a:off x="6269098" y="2892094"/>
            <a:ext cx="7885" cy="16170"/>
          </a:xfrm>
          <a:custGeom>
            <a:avLst/>
            <a:gdLst/>
            <a:ahLst/>
            <a:cxnLst/>
            <a:rect l="l" t="t" r="r" b="b"/>
            <a:pathLst>
              <a:path w="7885" h="16170">
                <a:moveTo>
                  <a:pt x="7885" y="1480"/>
                </a:moveTo>
                <a:lnTo>
                  <a:pt x="6843" y="2145"/>
                </a:lnTo>
                <a:lnTo>
                  <a:pt x="4792" y="3455"/>
                </a:lnTo>
                <a:lnTo>
                  <a:pt x="3891" y="4566"/>
                </a:lnTo>
                <a:lnTo>
                  <a:pt x="3692" y="7898"/>
                </a:lnTo>
                <a:lnTo>
                  <a:pt x="3692" y="15553"/>
                </a:lnTo>
                <a:lnTo>
                  <a:pt x="3293" y="16170"/>
                </a:lnTo>
                <a:lnTo>
                  <a:pt x="0" y="15059"/>
                </a:lnTo>
                <a:lnTo>
                  <a:pt x="199" y="5923"/>
                </a:lnTo>
                <a:lnTo>
                  <a:pt x="499" y="4318"/>
                </a:lnTo>
                <a:lnTo>
                  <a:pt x="1994" y="1726"/>
                </a:lnTo>
                <a:lnTo>
                  <a:pt x="5291" y="0"/>
                </a:lnTo>
                <a:lnTo>
                  <a:pt x="7885" y="1480"/>
                </a:lnTo>
                <a:close/>
              </a:path>
            </a:pathLst>
          </a:custGeom>
          <a:ln w="104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73" name="object 773"/>
          <p:cNvSpPr/>
          <p:nvPr/>
        </p:nvSpPr>
        <p:spPr>
          <a:xfrm>
            <a:off x="6271093" y="2885549"/>
            <a:ext cx="3695" cy="8519"/>
          </a:xfrm>
          <a:custGeom>
            <a:avLst/>
            <a:gdLst/>
            <a:ahLst/>
            <a:cxnLst/>
            <a:rect l="l" t="t" r="r" b="b"/>
            <a:pathLst>
              <a:path w="3695" h="8519">
                <a:moveTo>
                  <a:pt x="501" y="8025"/>
                </a:moveTo>
                <a:lnTo>
                  <a:pt x="701" y="8519"/>
                </a:lnTo>
                <a:lnTo>
                  <a:pt x="2797" y="8519"/>
                </a:lnTo>
                <a:lnTo>
                  <a:pt x="3296" y="8025"/>
                </a:lnTo>
                <a:lnTo>
                  <a:pt x="3695" y="7160"/>
                </a:lnTo>
                <a:lnTo>
                  <a:pt x="3695" y="6294"/>
                </a:lnTo>
                <a:lnTo>
                  <a:pt x="3495" y="4443"/>
                </a:lnTo>
                <a:lnTo>
                  <a:pt x="3495" y="370"/>
                </a:lnTo>
                <a:lnTo>
                  <a:pt x="900" y="0"/>
                </a:lnTo>
                <a:lnTo>
                  <a:pt x="701" y="3208"/>
                </a:lnTo>
                <a:lnTo>
                  <a:pt x="202" y="6171"/>
                </a:lnTo>
                <a:lnTo>
                  <a:pt x="0" y="7531"/>
                </a:lnTo>
                <a:lnTo>
                  <a:pt x="501" y="8025"/>
                </a:lnTo>
                <a:close/>
              </a:path>
            </a:pathLst>
          </a:custGeom>
          <a:solidFill>
            <a:srgbClr val="F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74" name="object 774"/>
          <p:cNvSpPr/>
          <p:nvPr/>
        </p:nvSpPr>
        <p:spPr>
          <a:xfrm>
            <a:off x="6271093" y="2884685"/>
            <a:ext cx="3695" cy="9629"/>
          </a:xfrm>
          <a:custGeom>
            <a:avLst/>
            <a:gdLst/>
            <a:ahLst/>
            <a:cxnLst/>
            <a:rect l="l" t="t" r="r" b="b"/>
            <a:pathLst>
              <a:path w="3695" h="9629">
                <a:moveTo>
                  <a:pt x="900" y="0"/>
                </a:moveTo>
                <a:lnTo>
                  <a:pt x="900" y="2344"/>
                </a:lnTo>
                <a:lnTo>
                  <a:pt x="600" y="4318"/>
                </a:lnTo>
                <a:lnTo>
                  <a:pt x="501" y="5676"/>
                </a:lnTo>
                <a:lnTo>
                  <a:pt x="0" y="7901"/>
                </a:lnTo>
                <a:lnTo>
                  <a:pt x="501" y="8889"/>
                </a:lnTo>
                <a:lnTo>
                  <a:pt x="900" y="9629"/>
                </a:lnTo>
                <a:lnTo>
                  <a:pt x="2196" y="9629"/>
                </a:lnTo>
                <a:lnTo>
                  <a:pt x="3296" y="9383"/>
                </a:lnTo>
                <a:lnTo>
                  <a:pt x="3695" y="7901"/>
                </a:lnTo>
                <a:lnTo>
                  <a:pt x="3695" y="6170"/>
                </a:lnTo>
                <a:lnTo>
                  <a:pt x="3495" y="4072"/>
                </a:lnTo>
                <a:lnTo>
                  <a:pt x="3495" y="2468"/>
                </a:lnTo>
                <a:lnTo>
                  <a:pt x="3695" y="369"/>
                </a:lnTo>
              </a:path>
            </a:pathLst>
          </a:custGeom>
          <a:ln w="5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75" name="object 775"/>
          <p:cNvSpPr/>
          <p:nvPr/>
        </p:nvSpPr>
        <p:spPr>
          <a:xfrm>
            <a:off x="6271993" y="2891720"/>
            <a:ext cx="1695" cy="3088"/>
          </a:xfrm>
          <a:custGeom>
            <a:avLst/>
            <a:gdLst/>
            <a:ahLst/>
            <a:cxnLst/>
            <a:rect l="l" t="t" r="r" b="b"/>
            <a:pathLst>
              <a:path w="1695" h="3088">
                <a:moveTo>
                  <a:pt x="0" y="3088"/>
                </a:moveTo>
                <a:lnTo>
                  <a:pt x="1695" y="0"/>
                </a:lnTo>
                <a:lnTo>
                  <a:pt x="0" y="123"/>
                </a:lnTo>
                <a:lnTo>
                  <a:pt x="0" y="3088"/>
                </a:lnTo>
                <a:close/>
              </a:path>
            </a:pathLst>
          </a:custGeom>
          <a:solidFill>
            <a:srgbClr val="FF001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76" name="object 776"/>
          <p:cNvSpPr/>
          <p:nvPr/>
        </p:nvSpPr>
        <p:spPr>
          <a:xfrm>
            <a:off x="6271993" y="2891720"/>
            <a:ext cx="1695" cy="3088"/>
          </a:xfrm>
          <a:custGeom>
            <a:avLst/>
            <a:gdLst/>
            <a:ahLst/>
            <a:cxnLst/>
            <a:rect l="l" t="t" r="r" b="b"/>
            <a:pathLst>
              <a:path w="1695" h="3088">
                <a:moveTo>
                  <a:pt x="0" y="3088"/>
                </a:moveTo>
                <a:lnTo>
                  <a:pt x="0" y="123"/>
                </a:lnTo>
                <a:lnTo>
                  <a:pt x="1695" y="0"/>
                </a:lnTo>
                <a:lnTo>
                  <a:pt x="0" y="3088"/>
                </a:lnTo>
                <a:close/>
              </a:path>
            </a:pathLst>
          </a:custGeom>
          <a:ln w="105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77" name="object 777"/>
          <p:cNvSpPr/>
          <p:nvPr/>
        </p:nvSpPr>
        <p:spPr>
          <a:xfrm>
            <a:off x="6304633" y="3002833"/>
            <a:ext cx="20163" cy="28148"/>
          </a:xfrm>
          <a:custGeom>
            <a:avLst/>
            <a:gdLst/>
            <a:ahLst/>
            <a:cxnLst/>
            <a:rect l="l" t="t" r="r" b="b"/>
            <a:pathLst>
              <a:path w="20163" h="28148">
                <a:moveTo>
                  <a:pt x="0" y="6790"/>
                </a:moveTo>
                <a:lnTo>
                  <a:pt x="47" y="6946"/>
                </a:lnTo>
                <a:lnTo>
                  <a:pt x="900" y="9752"/>
                </a:lnTo>
                <a:lnTo>
                  <a:pt x="1110" y="10667"/>
                </a:lnTo>
                <a:lnTo>
                  <a:pt x="1497" y="12347"/>
                </a:lnTo>
                <a:lnTo>
                  <a:pt x="2369" y="15387"/>
                </a:lnTo>
                <a:lnTo>
                  <a:pt x="2594" y="16173"/>
                </a:lnTo>
                <a:lnTo>
                  <a:pt x="2994" y="16973"/>
                </a:lnTo>
                <a:lnTo>
                  <a:pt x="4691" y="20370"/>
                </a:lnTo>
                <a:lnTo>
                  <a:pt x="7586" y="23458"/>
                </a:lnTo>
                <a:lnTo>
                  <a:pt x="12079" y="26914"/>
                </a:lnTo>
                <a:lnTo>
                  <a:pt x="15172" y="28148"/>
                </a:lnTo>
                <a:lnTo>
                  <a:pt x="17668" y="27654"/>
                </a:lnTo>
                <a:lnTo>
                  <a:pt x="20163" y="24939"/>
                </a:lnTo>
                <a:lnTo>
                  <a:pt x="18468" y="21853"/>
                </a:lnTo>
                <a:lnTo>
                  <a:pt x="18192" y="21319"/>
                </a:lnTo>
                <a:lnTo>
                  <a:pt x="16870" y="18765"/>
                </a:lnTo>
                <a:lnTo>
                  <a:pt x="15872" y="13952"/>
                </a:lnTo>
                <a:lnTo>
                  <a:pt x="15315" y="12790"/>
                </a:lnTo>
                <a:lnTo>
                  <a:pt x="13976" y="9999"/>
                </a:lnTo>
                <a:lnTo>
                  <a:pt x="12566" y="6310"/>
                </a:lnTo>
                <a:lnTo>
                  <a:pt x="12277" y="5557"/>
                </a:lnTo>
                <a:lnTo>
                  <a:pt x="12027" y="4936"/>
                </a:lnTo>
                <a:lnTo>
                  <a:pt x="10882" y="2100"/>
                </a:lnTo>
                <a:lnTo>
                  <a:pt x="10030" y="521"/>
                </a:lnTo>
                <a:lnTo>
                  <a:pt x="6688" y="0"/>
                </a:lnTo>
                <a:lnTo>
                  <a:pt x="3295" y="866"/>
                </a:lnTo>
                <a:lnTo>
                  <a:pt x="1697" y="2348"/>
                </a:lnTo>
                <a:lnTo>
                  <a:pt x="765" y="4787"/>
                </a:lnTo>
                <a:lnTo>
                  <a:pt x="0" y="679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78" name="object 778"/>
          <p:cNvSpPr/>
          <p:nvPr/>
        </p:nvSpPr>
        <p:spPr>
          <a:xfrm>
            <a:off x="6304633" y="3002833"/>
            <a:ext cx="20163" cy="28148"/>
          </a:xfrm>
          <a:custGeom>
            <a:avLst/>
            <a:gdLst/>
            <a:ahLst/>
            <a:cxnLst/>
            <a:rect l="l" t="t" r="r" b="b"/>
            <a:pathLst>
              <a:path w="20163" h="28148">
                <a:moveTo>
                  <a:pt x="9882" y="246"/>
                </a:moveTo>
                <a:lnTo>
                  <a:pt x="10882" y="2100"/>
                </a:lnTo>
                <a:lnTo>
                  <a:pt x="12027" y="4936"/>
                </a:lnTo>
                <a:lnTo>
                  <a:pt x="12277" y="5557"/>
                </a:lnTo>
                <a:lnTo>
                  <a:pt x="12566" y="6310"/>
                </a:lnTo>
                <a:lnTo>
                  <a:pt x="13976" y="9999"/>
                </a:lnTo>
                <a:lnTo>
                  <a:pt x="15315" y="12790"/>
                </a:lnTo>
                <a:lnTo>
                  <a:pt x="15872" y="13952"/>
                </a:lnTo>
                <a:lnTo>
                  <a:pt x="16870" y="18765"/>
                </a:lnTo>
                <a:lnTo>
                  <a:pt x="18192" y="21319"/>
                </a:lnTo>
                <a:lnTo>
                  <a:pt x="18468" y="21853"/>
                </a:lnTo>
                <a:lnTo>
                  <a:pt x="20163" y="24939"/>
                </a:lnTo>
                <a:lnTo>
                  <a:pt x="17668" y="27654"/>
                </a:lnTo>
                <a:lnTo>
                  <a:pt x="15172" y="28148"/>
                </a:lnTo>
                <a:lnTo>
                  <a:pt x="12079" y="26914"/>
                </a:lnTo>
                <a:lnTo>
                  <a:pt x="7586" y="23458"/>
                </a:lnTo>
                <a:lnTo>
                  <a:pt x="4691" y="20370"/>
                </a:lnTo>
                <a:lnTo>
                  <a:pt x="2994" y="16973"/>
                </a:lnTo>
                <a:lnTo>
                  <a:pt x="2594" y="16173"/>
                </a:lnTo>
                <a:lnTo>
                  <a:pt x="2369" y="15387"/>
                </a:lnTo>
                <a:lnTo>
                  <a:pt x="1497" y="12347"/>
                </a:lnTo>
                <a:lnTo>
                  <a:pt x="1110" y="10667"/>
                </a:lnTo>
                <a:lnTo>
                  <a:pt x="900" y="9752"/>
                </a:lnTo>
                <a:lnTo>
                  <a:pt x="47" y="6946"/>
                </a:lnTo>
                <a:lnTo>
                  <a:pt x="765" y="4787"/>
                </a:lnTo>
                <a:lnTo>
                  <a:pt x="1697" y="2348"/>
                </a:lnTo>
                <a:lnTo>
                  <a:pt x="3295" y="866"/>
                </a:lnTo>
                <a:lnTo>
                  <a:pt x="6688" y="0"/>
                </a:lnTo>
                <a:lnTo>
                  <a:pt x="9882" y="246"/>
                </a:lnTo>
                <a:close/>
              </a:path>
            </a:pathLst>
          </a:custGeom>
          <a:ln w="107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79" name="object 779"/>
          <p:cNvSpPr/>
          <p:nvPr/>
        </p:nvSpPr>
        <p:spPr>
          <a:xfrm>
            <a:off x="6306430" y="2959129"/>
            <a:ext cx="15073" cy="61974"/>
          </a:xfrm>
          <a:custGeom>
            <a:avLst/>
            <a:gdLst/>
            <a:ahLst/>
            <a:cxnLst/>
            <a:rect l="l" t="t" r="r" b="b"/>
            <a:pathLst>
              <a:path w="15073" h="61974">
                <a:moveTo>
                  <a:pt x="8384" y="40494"/>
                </a:moveTo>
                <a:lnTo>
                  <a:pt x="9085" y="33085"/>
                </a:lnTo>
                <a:lnTo>
                  <a:pt x="10481" y="27038"/>
                </a:lnTo>
                <a:lnTo>
                  <a:pt x="11979" y="16174"/>
                </a:lnTo>
                <a:lnTo>
                  <a:pt x="14075" y="7778"/>
                </a:lnTo>
                <a:lnTo>
                  <a:pt x="14803" y="2105"/>
                </a:lnTo>
                <a:lnTo>
                  <a:pt x="15073" y="0"/>
                </a:lnTo>
                <a:lnTo>
                  <a:pt x="398" y="3208"/>
                </a:lnTo>
                <a:lnTo>
                  <a:pt x="1099" y="7778"/>
                </a:lnTo>
                <a:lnTo>
                  <a:pt x="1216" y="10528"/>
                </a:lnTo>
                <a:lnTo>
                  <a:pt x="1298" y="12467"/>
                </a:lnTo>
                <a:lnTo>
                  <a:pt x="1100" y="22468"/>
                </a:lnTo>
                <a:lnTo>
                  <a:pt x="398" y="36051"/>
                </a:lnTo>
                <a:lnTo>
                  <a:pt x="243" y="38795"/>
                </a:lnTo>
                <a:lnTo>
                  <a:pt x="0" y="43086"/>
                </a:lnTo>
                <a:lnTo>
                  <a:pt x="598" y="47409"/>
                </a:lnTo>
                <a:lnTo>
                  <a:pt x="1498" y="50987"/>
                </a:lnTo>
                <a:lnTo>
                  <a:pt x="1891" y="52072"/>
                </a:lnTo>
                <a:lnTo>
                  <a:pt x="2795" y="54570"/>
                </a:lnTo>
                <a:lnTo>
                  <a:pt x="4292" y="57655"/>
                </a:lnTo>
                <a:lnTo>
                  <a:pt x="6249" y="60513"/>
                </a:lnTo>
                <a:lnTo>
                  <a:pt x="8184" y="61974"/>
                </a:lnTo>
                <a:lnTo>
                  <a:pt x="12777" y="61234"/>
                </a:lnTo>
                <a:lnTo>
                  <a:pt x="12657" y="59668"/>
                </a:lnTo>
                <a:lnTo>
                  <a:pt x="12578" y="58642"/>
                </a:lnTo>
                <a:lnTo>
                  <a:pt x="12509" y="58395"/>
                </a:lnTo>
                <a:lnTo>
                  <a:pt x="11581" y="55064"/>
                </a:lnTo>
                <a:lnTo>
                  <a:pt x="10282" y="51358"/>
                </a:lnTo>
                <a:lnTo>
                  <a:pt x="9982" y="48149"/>
                </a:lnTo>
                <a:lnTo>
                  <a:pt x="8886" y="44200"/>
                </a:lnTo>
                <a:lnTo>
                  <a:pt x="8618" y="42222"/>
                </a:lnTo>
                <a:lnTo>
                  <a:pt x="8384" y="40494"/>
                </a:lnTo>
                <a:close/>
              </a:path>
            </a:pathLst>
          </a:custGeom>
          <a:solidFill>
            <a:srgbClr val="F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80" name="object 780"/>
          <p:cNvSpPr/>
          <p:nvPr/>
        </p:nvSpPr>
        <p:spPr>
          <a:xfrm>
            <a:off x="6306430" y="2959129"/>
            <a:ext cx="15073" cy="61974"/>
          </a:xfrm>
          <a:custGeom>
            <a:avLst/>
            <a:gdLst/>
            <a:ahLst/>
            <a:cxnLst/>
            <a:rect l="l" t="t" r="r" b="b"/>
            <a:pathLst>
              <a:path w="15073" h="61974">
                <a:moveTo>
                  <a:pt x="14803" y="2105"/>
                </a:moveTo>
                <a:lnTo>
                  <a:pt x="14075" y="7778"/>
                </a:lnTo>
                <a:lnTo>
                  <a:pt x="11979" y="16174"/>
                </a:lnTo>
                <a:lnTo>
                  <a:pt x="10481" y="27038"/>
                </a:lnTo>
                <a:lnTo>
                  <a:pt x="9085" y="33085"/>
                </a:lnTo>
                <a:lnTo>
                  <a:pt x="8720" y="36939"/>
                </a:lnTo>
                <a:lnTo>
                  <a:pt x="8384" y="40494"/>
                </a:lnTo>
                <a:lnTo>
                  <a:pt x="8618" y="42222"/>
                </a:lnTo>
                <a:lnTo>
                  <a:pt x="8886" y="44200"/>
                </a:lnTo>
                <a:lnTo>
                  <a:pt x="9982" y="48149"/>
                </a:lnTo>
                <a:lnTo>
                  <a:pt x="10161" y="50062"/>
                </a:lnTo>
                <a:lnTo>
                  <a:pt x="10282" y="51358"/>
                </a:lnTo>
                <a:lnTo>
                  <a:pt x="11581" y="55064"/>
                </a:lnTo>
                <a:lnTo>
                  <a:pt x="12509" y="58395"/>
                </a:lnTo>
                <a:lnTo>
                  <a:pt x="12657" y="59668"/>
                </a:lnTo>
                <a:lnTo>
                  <a:pt x="12777" y="61234"/>
                </a:lnTo>
                <a:lnTo>
                  <a:pt x="8184" y="61974"/>
                </a:lnTo>
                <a:lnTo>
                  <a:pt x="6489" y="60864"/>
                </a:lnTo>
                <a:lnTo>
                  <a:pt x="4292" y="57655"/>
                </a:lnTo>
                <a:lnTo>
                  <a:pt x="2795" y="54570"/>
                </a:lnTo>
                <a:lnTo>
                  <a:pt x="1891" y="52072"/>
                </a:lnTo>
                <a:lnTo>
                  <a:pt x="1498" y="50987"/>
                </a:lnTo>
                <a:lnTo>
                  <a:pt x="598" y="47409"/>
                </a:lnTo>
                <a:lnTo>
                  <a:pt x="0" y="43086"/>
                </a:lnTo>
                <a:lnTo>
                  <a:pt x="243" y="38795"/>
                </a:lnTo>
                <a:lnTo>
                  <a:pt x="398" y="36051"/>
                </a:lnTo>
                <a:lnTo>
                  <a:pt x="1100" y="22468"/>
                </a:lnTo>
                <a:lnTo>
                  <a:pt x="1298" y="12467"/>
                </a:lnTo>
                <a:lnTo>
                  <a:pt x="1216" y="10528"/>
                </a:lnTo>
                <a:lnTo>
                  <a:pt x="1099" y="7778"/>
                </a:lnTo>
                <a:lnTo>
                  <a:pt x="398" y="3208"/>
                </a:lnTo>
                <a:lnTo>
                  <a:pt x="15073" y="0"/>
                </a:lnTo>
                <a:lnTo>
                  <a:pt x="14803" y="2105"/>
                </a:lnTo>
                <a:close/>
              </a:path>
            </a:pathLst>
          </a:custGeom>
          <a:ln w="101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81" name="object 781"/>
          <p:cNvSpPr/>
          <p:nvPr/>
        </p:nvSpPr>
        <p:spPr>
          <a:xfrm>
            <a:off x="6298943" y="3016785"/>
            <a:ext cx="14674" cy="35060"/>
          </a:xfrm>
          <a:custGeom>
            <a:avLst/>
            <a:gdLst/>
            <a:ahLst/>
            <a:cxnLst/>
            <a:rect l="l" t="t" r="r" b="b"/>
            <a:pathLst>
              <a:path w="14674" h="35060">
                <a:moveTo>
                  <a:pt x="12578" y="1726"/>
                </a:moveTo>
                <a:lnTo>
                  <a:pt x="8284" y="0"/>
                </a:lnTo>
                <a:lnTo>
                  <a:pt x="4193" y="1974"/>
                </a:lnTo>
                <a:lnTo>
                  <a:pt x="2296" y="8518"/>
                </a:lnTo>
                <a:lnTo>
                  <a:pt x="1199" y="14319"/>
                </a:lnTo>
                <a:lnTo>
                  <a:pt x="1000" y="18889"/>
                </a:lnTo>
                <a:lnTo>
                  <a:pt x="388" y="21983"/>
                </a:lnTo>
                <a:lnTo>
                  <a:pt x="0" y="23949"/>
                </a:lnTo>
                <a:lnTo>
                  <a:pt x="600" y="27038"/>
                </a:lnTo>
                <a:lnTo>
                  <a:pt x="1078" y="29597"/>
                </a:lnTo>
                <a:lnTo>
                  <a:pt x="1199" y="30246"/>
                </a:lnTo>
                <a:lnTo>
                  <a:pt x="3296" y="32838"/>
                </a:lnTo>
                <a:lnTo>
                  <a:pt x="5390" y="34813"/>
                </a:lnTo>
                <a:lnTo>
                  <a:pt x="8284" y="35060"/>
                </a:lnTo>
                <a:lnTo>
                  <a:pt x="12877" y="32962"/>
                </a:lnTo>
                <a:lnTo>
                  <a:pt x="14275" y="30247"/>
                </a:lnTo>
                <a:lnTo>
                  <a:pt x="14467" y="28703"/>
                </a:lnTo>
                <a:lnTo>
                  <a:pt x="14674" y="27038"/>
                </a:lnTo>
                <a:lnTo>
                  <a:pt x="14674" y="16664"/>
                </a:lnTo>
                <a:lnTo>
                  <a:pt x="14275" y="11357"/>
                </a:lnTo>
                <a:lnTo>
                  <a:pt x="14275" y="7531"/>
                </a:lnTo>
                <a:lnTo>
                  <a:pt x="13777" y="3578"/>
                </a:lnTo>
                <a:lnTo>
                  <a:pt x="12578" y="172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82" name="object 782"/>
          <p:cNvSpPr/>
          <p:nvPr/>
        </p:nvSpPr>
        <p:spPr>
          <a:xfrm>
            <a:off x="6298943" y="3016785"/>
            <a:ext cx="14674" cy="35060"/>
          </a:xfrm>
          <a:custGeom>
            <a:avLst/>
            <a:gdLst/>
            <a:ahLst/>
            <a:cxnLst/>
            <a:rect l="l" t="t" r="r" b="b"/>
            <a:pathLst>
              <a:path w="14674" h="35060">
                <a:moveTo>
                  <a:pt x="12578" y="1726"/>
                </a:moveTo>
                <a:lnTo>
                  <a:pt x="13777" y="3578"/>
                </a:lnTo>
                <a:lnTo>
                  <a:pt x="14275" y="7531"/>
                </a:lnTo>
                <a:lnTo>
                  <a:pt x="14275" y="9056"/>
                </a:lnTo>
                <a:lnTo>
                  <a:pt x="14275" y="11357"/>
                </a:lnTo>
                <a:lnTo>
                  <a:pt x="14674" y="16664"/>
                </a:lnTo>
                <a:lnTo>
                  <a:pt x="14674" y="22221"/>
                </a:lnTo>
                <a:lnTo>
                  <a:pt x="14674" y="27038"/>
                </a:lnTo>
                <a:lnTo>
                  <a:pt x="14467" y="28703"/>
                </a:lnTo>
                <a:lnTo>
                  <a:pt x="14275" y="30247"/>
                </a:lnTo>
                <a:lnTo>
                  <a:pt x="12877" y="32962"/>
                </a:lnTo>
                <a:lnTo>
                  <a:pt x="8284" y="35060"/>
                </a:lnTo>
                <a:lnTo>
                  <a:pt x="5390" y="34813"/>
                </a:lnTo>
                <a:lnTo>
                  <a:pt x="3296" y="32838"/>
                </a:lnTo>
                <a:lnTo>
                  <a:pt x="1199" y="30246"/>
                </a:lnTo>
                <a:lnTo>
                  <a:pt x="1078" y="29597"/>
                </a:lnTo>
                <a:lnTo>
                  <a:pt x="600" y="27038"/>
                </a:lnTo>
                <a:lnTo>
                  <a:pt x="0" y="23949"/>
                </a:lnTo>
                <a:lnTo>
                  <a:pt x="388" y="21983"/>
                </a:lnTo>
                <a:lnTo>
                  <a:pt x="1000" y="18889"/>
                </a:lnTo>
                <a:lnTo>
                  <a:pt x="1199" y="14319"/>
                </a:lnTo>
                <a:lnTo>
                  <a:pt x="2296" y="8518"/>
                </a:lnTo>
                <a:lnTo>
                  <a:pt x="4193" y="1974"/>
                </a:lnTo>
                <a:lnTo>
                  <a:pt x="8284" y="0"/>
                </a:lnTo>
                <a:lnTo>
                  <a:pt x="12578" y="1726"/>
                </a:lnTo>
                <a:close/>
              </a:path>
            </a:pathLst>
          </a:custGeom>
          <a:ln w="103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83" name="object 783"/>
          <p:cNvSpPr/>
          <p:nvPr/>
        </p:nvSpPr>
        <p:spPr>
          <a:xfrm>
            <a:off x="6290859" y="2969253"/>
            <a:ext cx="22061" cy="73579"/>
          </a:xfrm>
          <a:custGeom>
            <a:avLst/>
            <a:gdLst/>
            <a:ahLst/>
            <a:cxnLst/>
            <a:rect l="l" t="t" r="r" b="b"/>
            <a:pathLst>
              <a:path w="22061" h="73579">
                <a:moveTo>
                  <a:pt x="22061" y="57038"/>
                </a:moveTo>
                <a:lnTo>
                  <a:pt x="21160" y="52344"/>
                </a:lnTo>
                <a:lnTo>
                  <a:pt x="21160" y="48518"/>
                </a:lnTo>
                <a:lnTo>
                  <a:pt x="20463" y="45927"/>
                </a:lnTo>
                <a:lnTo>
                  <a:pt x="19465" y="43332"/>
                </a:lnTo>
                <a:lnTo>
                  <a:pt x="19396" y="43018"/>
                </a:lnTo>
                <a:lnTo>
                  <a:pt x="18466" y="38766"/>
                </a:lnTo>
                <a:lnTo>
                  <a:pt x="18067" y="33208"/>
                </a:lnTo>
                <a:lnTo>
                  <a:pt x="17492" y="25387"/>
                </a:lnTo>
                <a:lnTo>
                  <a:pt x="17468" y="25064"/>
                </a:lnTo>
                <a:lnTo>
                  <a:pt x="17468" y="14569"/>
                </a:lnTo>
                <a:lnTo>
                  <a:pt x="17867" y="6914"/>
                </a:lnTo>
                <a:lnTo>
                  <a:pt x="17867" y="0"/>
                </a:lnTo>
                <a:lnTo>
                  <a:pt x="0" y="4692"/>
                </a:lnTo>
                <a:lnTo>
                  <a:pt x="2494" y="13578"/>
                </a:lnTo>
                <a:lnTo>
                  <a:pt x="4791" y="24076"/>
                </a:lnTo>
                <a:lnTo>
                  <a:pt x="6987" y="31851"/>
                </a:lnTo>
                <a:lnTo>
                  <a:pt x="9085" y="36791"/>
                </a:lnTo>
                <a:lnTo>
                  <a:pt x="10380" y="41604"/>
                </a:lnTo>
                <a:lnTo>
                  <a:pt x="10380" y="53085"/>
                </a:lnTo>
                <a:lnTo>
                  <a:pt x="10472" y="54738"/>
                </a:lnTo>
                <a:lnTo>
                  <a:pt x="10580" y="56667"/>
                </a:lnTo>
                <a:lnTo>
                  <a:pt x="10181" y="61851"/>
                </a:lnTo>
                <a:lnTo>
                  <a:pt x="10181" y="66421"/>
                </a:lnTo>
                <a:lnTo>
                  <a:pt x="10380" y="70370"/>
                </a:lnTo>
                <a:lnTo>
                  <a:pt x="11879" y="72592"/>
                </a:lnTo>
                <a:lnTo>
                  <a:pt x="14674" y="73579"/>
                </a:lnTo>
                <a:lnTo>
                  <a:pt x="18366" y="73579"/>
                </a:lnTo>
                <a:lnTo>
                  <a:pt x="20662" y="72592"/>
                </a:lnTo>
                <a:lnTo>
                  <a:pt x="21324" y="71031"/>
                </a:lnTo>
                <a:lnTo>
                  <a:pt x="21761" y="70000"/>
                </a:lnTo>
                <a:lnTo>
                  <a:pt x="21503" y="67614"/>
                </a:lnTo>
                <a:lnTo>
                  <a:pt x="21360" y="66297"/>
                </a:lnTo>
                <a:lnTo>
                  <a:pt x="21862" y="63208"/>
                </a:lnTo>
                <a:lnTo>
                  <a:pt x="21877" y="62982"/>
                </a:lnTo>
                <a:lnTo>
                  <a:pt x="22061" y="60247"/>
                </a:lnTo>
                <a:lnTo>
                  <a:pt x="22061" y="57038"/>
                </a:lnTo>
                <a:close/>
              </a:path>
            </a:pathLst>
          </a:custGeom>
          <a:solidFill>
            <a:srgbClr val="F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84" name="object 784"/>
          <p:cNvSpPr/>
          <p:nvPr/>
        </p:nvSpPr>
        <p:spPr>
          <a:xfrm>
            <a:off x="6290859" y="2969253"/>
            <a:ext cx="22061" cy="73579"/>
          </a:xfrm>
          <a:custGeom>
            <a:avLst/>
            <a:gdLst/>
            <a:ahLst/>
            <a:cxnLst/>
            <a:rect l="l" t="t" r="r" b="b"/>
            <a:pathLst>
              <a:path w="22061" h="73579">
                <a:moveTo>
                  <a:pt x="17867" y="5234"/>
                </a:moveTo>
                <a:lnTo>
                  <a:pt x="17867" y="6914"/>
                </a:lnTo>
                <a:lnTo>
                  <a:pt x="17468" y="14569"/>
                </a:lnTo>
                <a:lnTo>
                  <a:pt x="17468" y="25064"/>
                </a:lnTo>
                <a:lnTo>
                  <a:pt x="17492" y="25387"/>
                </a:lnTo>
                <a:lnTo>
                  <a:pt x="18067" y="33208"/>
                </a:lnTo>
                <a:lnTo>
                  <a:pt x="18466" y="38766"/>
                </a:lnTo>
                <a:lnTo>
                  <a:pt x="19396" y="43018"/>
                </a:lnTo>
                <a:lnTo>
                  <a:pt x="19465" y="43332"/>
                </a:lnTo>
                <a:lnTo>
                  <a:pt x="20463" y="45927"/>
                </a:lnTo>
                <a:lnTo>
                  <a:pt x="21160" y="48518"/>
                </a:lnTo>
                <a:lnTo>
                  <a:pt x="21160" y="52344"/>
                </a:lnTo>
                <a:lnTo>
                  <a:pt x="22061" y="57038"/>
                </a:lnTo>
                <a:lnTo>
                  <a:pt x="22061" y="58317"/>
                </a:lnTo>
                <a:lnTo>
                  <a:pt x="22061" y="60247"/>
                </a:lnTo>
                <a:lnTo>
                  <a:pt x="21877" y="62982"/>
                </a:lnTo>
                <a:lnTo>
                  <a:pt x="21862" y="63208"/>
                </a:lnTo>
                <a:lnTo>
                  <a:pt x="21360" y="66297"/>
                </a:lnTo>
                <a:lnTo>
                  <a:pt x="21503" y="67614"/>
                </a:lnTo>
                <a:lnTo>
                  <a:pt x="21761" y="70000"/>
                </a:lnTo>
                <a:lnTo>
                  <a:pt x="21324" y="71031"/>
                </a:lnTo>
                <a:lnTo>
                  <a:pt x="20662" y="72592"/>
                </a:lnTo>
                <a:lnTo>
                  <a:pt x="18366" y="73579"/>
                </a:lnTo>
                <a:lnTo>
                  <a:pt x="14674" y="73579"/>
                </a:lnTo>
                <a:lnTo>
                  <a:pt x="11879" y="72592"/>
                </a:lnTo>
                <a:lnTo>
                  <a:pt x="10380" y="70370"/>
                </a:lnTo>
                <a:lnTo>
                  <a:pt x="10181" y="66421"/>
                </a:lnTo>
                <a:lnTo>
                  <a:pt x="10181" y="64770"/>
                </a:lnTo>
                <a:lnTo>
                  <a:pt x="10181" y="61851"/>
                </a:lnTo>
                <a:lnTo>
                  <a:pt x="10580" y="56667"/>
                </a:lnTo>
                <a:lnTo>
                  <a:pt x="10472" y="54738"/>
                </a:lnTo>
                <a:lnTo>
                  <a:pt x="10380" y="53085"/>
                </a:lnTo>
                <a:lnTo>
                  <a:pt x="10380" y="41604"/>
                </a:lnTo>
                <a:lnTo>
                  <a:pt x="9085" y="36791"/>
                </a:lnTo>
                <a:lnTo>
                  <a:pt x="6987" y="31851"/>
                </a:lnTo>
                <a:lnTo>
                  <a:pt x="4791" y="24076"/>
                </a:lnTo>
                <a:lnTo>
                  <a:pt x="2494" y="13578"/>
                </a:lnTo>
                <a:lnTo>
                  <a:pt x="0" y="4692"/>
                </a:lnTo>
                <a:lnTo>
                  <a:pt x="17867" y="0"/>
                </a:lnTo>
                <a:lnTo>
                  <a:pt x="17867" y="5234"/>
                </a:lnTo>
                <a:close/>
              </a:path>
            </a:pathLst>
          </a:custGeom>
          <a:ln w="101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85" name="object 785"/>
          <p:cNvSpPr/>
          <p:nvPr/>
        </p:nvSpPr>
        <p:spPr>
          <a:xfrm>
            <a:off x="6275685" y="2879005"/>
            <a:ext cx="56898" cy="97656"/>
          </a:xfrm>
          <a:custGeom>
            <a:avLst/>
            <a:gdLst/>
            <a:ahLst/>
            <a:cxnLst/>
            <a:rect l="l" t="t" r="r" b="b"/>
            <a:pathLst>
              <a:path w="56898" h="97656">
                <a:moveTo>
                  <a:pt x="3594" y="3211"/>
                </a:moveTo>
                <a:lnTo>
                  <a:pt x="0" y="1726"/>
                </a:lnTo>
                <a:lnTo>
                  <a:pt x="1399" y="16544"/>
                </a:lnTo>
                <a:lnTo>
                  <a:pt x="2795" y="31851"/>
                </a:lnTo>
                <a:lnTo>
                  <a:pt x="3202" y="38894"/>
                </a:lnTo>
                <a:lnTo>
                  <a:pt x="3595" y="45680"/>
                </a:lnTo>
                <a:lnTo>
                  <a:pt x="3994" y="61480"/>
                </a:lnTo>
                <a:lnTo>
                  <a:pt x="4592" y="70494"/>
                </a:lnTo>
                <a:lnTo>
                  <a:pt x="4592" y="89382"/>
                </a:lnTo>
                <a:lnTo>
                  <a:pt x="5657" y="90605"/>
                </a:lnTo>
                <a:lnTo>
                  <a:pt x="8785" y="94199"/>
                </a:lnTo>
                <a:lnTo>
                  <a:pt x="14076" y="96544"/>
                </a:lnTo>
                <a:lnTo>
                  <a:pt x="22161" y="97656"/>
                </a:lnTo>
                <a:lnTo>
                  <a:pt x="32044" y="95310"/>
                </a:lnTo>
                <a:lnTo>
                  <a:pt x="38318" y="90919"/>
                </a:lnTo>
                <a:lnTo>
                  <a:pt x="39631" y="89999"/>
                </a:lnTo>
                <a:lnTo>
                  <a:pt x="42153" y="87360"/>
                </a:lnTo>
                <a:lnTo>
                  <a:pt x="43522" y="85927"/>
                </a:lnTo>
                <a:lnTo>
                  <a:pt x="46317" y="81235"/>
                </a:lnTo>
                <a:lnTo>
                  <a:pt x="48314" y="75803"/>
                </a:lnTo>
                <a:lnTo>
                  <a:pt x="49411" y="64816"/>
                </a:lnTo>
                <a:lnTo>
                  <a:pt x="51308" y="46174"/>
                </a:lnTo>
                <a:lnTo>
                  <a:pt x="53006" y="34322"/>
                </a:lnTo>
                <a:lnTo>
                  <a:pt x="54076" y="24802"/>
                </a:lnTo>
                <a:lnTo>
                  <a:pt x="55004" y="16544"/>
                </a:lnTo>
                <a:lnTo>
                  <a:pt x="55812" y="9480"/>
                </a:lnTo>
                <a:lnTo>
                  <a:pt x="56898" y="0"/>
                </a:lnTo>
                <a:lnTo>
                  <a:pt x="48314" y="740"/>
                </a:lnTo>
                <a:lnTo>
                  <a:pt x="41525" y="2344"/>
                </a:lnTo>
                <a:lnTo>
                  <a:pt x="31542" y="3457"/>
                </a:lnTo>
                <a:lnTo>
                  <a:pt x="26914" y="4152"/>
                </a:lnTo>
                <a:lnTo>
                  <a:pt x="21663" y="4939"/>
                </a:lnTo>
                <a:lnTo>
                  <a:pt x="9783" y="4939"/>
                </a:lnTo>
                <a:lnTo>
                  <a:pt x="3594" y="3211"/>
                </a:lnTo>
                <a:close/>
              </a:path>
            </a:pathLst>
          </a:custGeom>
          <a:solidFill>
            <a:srgbClr val="001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86" name="object 786"/>
          <p:cNvSpPr/>
          <p:nvPr/>
        </p:nvSpPr>
        <p:spPr>
          <a:xfrm>
            <a:off x="6275685" y="2879005"/>
            <a:ext cx="56898" cy="97656"/>
          </a:xfrm>
          <a:custGeom>
            <a:avLst/>
            <a:gdLst/>
            <a:ahLst/>
            <a:cxnLst/>
            <a:rect l="l" t="t" r="r" b="b"/>
            <a:pathLst>
              <a:path w="56898" h="97656">
                <a:moveTo>
                  <a:pt x="55812" y="9480"/>
                </a:moveTo>
                <a:lnTo>
                  <a:pt x="55004" y="16544"/>
                </a:lnTo>
                <a:lnTo>
                  <a:pt x="54076" y="24802"/>
                </a:lnTo>
                <a:lnTo>
                  <a:pt x="53006" y="34322"/>
                </a:lnTo>
                <a:lnTo>
                  <a:pt x="51308" y="46174"/>
                </a:lnTo>
                <a:lnTo>
                  <a:pt x="49411" y="64816"/>
                </a:lnTo>
                <a:lnTo>
                  <a:pt x="48314" y="75803"/>
                </a:lnTo>
                <a:lnTo>
                  <a:pt x="46317" y="81235"/>
                </a:lnTo>
                <a:lnTo>
                  <a:pt x="43522" y="85927"/>
                </a:lnTo>
                <a:lnTo>
                  <a:pt x="42153" y="87360"/>
                </a:lnTo>
                <a:lnTo>
                  <a:pt x="39631" y="89999"/>
                </a:lnTo>
                <a:lnTo>
                  <a:pt x="38318" y="90919"/>
                </a:lnTo>
                <a:lnTo>
                  <a:pt x="32044" y="95310"/>
                </a:lnTo>
                <a:lnTo>
                  <a:pt x="22161" y="97656"/>
                </a:lnTo>
                <a:lnTo>
                  <a:pt x="14076" y="96544"/>
                </a:lnTo>
                <a:lnTo>
                  <a:pt x="8785" y="94199"/>
                </a:lnTo>
                <a:lnTo>
                  <a:pt x="5657" y="90605"/>
                </a:lnTo>
                <a:lnTo>
                  <a:pt x="4592" y="89382"/>
                </a:lnTo>
                <a:lnTo>
                  <a:pt x="4592" y="84075"/>
                </a:lnTo>
                <a:lnTo>
                  <a:pt x="4592" y="70494"/>
                </a:lnTo>
                <a:lnTo>
                  <a:pt x="3994" y="61480"/>
                </a:lnTo>
                <a:lnTo>
                  <a:pt x="3595" y="45680"/>
                </a:lnTo>
                <a:lnTo>
                  <a:pt x="3202" y="38894"/>
                </a:lnTo>
                <a:lnTo>
                  <a:pt x="2795" y="31851"/>
                </a:lnTo>
                <a:lnTo>
                  <a:pt x="1399" y="16544"/>
                </a:lnTo>
                <a:lnTo>
                  <a:pt x="0" y="1726"/>
                </a:lnTo>
                <a:lnTo>
                  <a:pt x="3594" y="3211"/>
                </a:lnTo>
                <a:lnTo>
                  <a:pt x="9783" y="4939"/>
                </a:lnTo>
                <a:lnTo>
                  <a:pt x="15723" y="4939"/>
                </a:lnTo>
                <a:lnTo>
                  <a:pt x="21663" y="4939"/>
                </a:lnTo>
                <a:lnTo>
                  <a:pt x="26914" y="4152"/>
                </a:lnTo>
                <a:lnTo>
                  <a:pt x="31542" y="3457"/>
                </a:lnTo>
                <a:lnTo>
                  <a:pt x="41525" y="2344"/>
                </a:lnTo>
                <a:lnTo>
                  <a:pt x="48314" y="740"/>
                </a:lnTo>
                <a:lnTo>
                  <a:pt x="56898" y="0"/>
                </a:lnTo>
                <a:lnTo>
                  <a:pt x="55812" y="9480"/>
                </a:lnTo>
                <a:close/>
              </a:path>
            </a:pathLst>
          </a:custGeom>
          <a:ln w="105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87" name="object 787"/>
          <p:cNvSpPr/>
          <p:nvPr/>
        </p:nvSpPr>
        <p:spPr>
          <a:xfrm>
            <a:off x="6334381" y="2857647"/>
            <a:ext cx="11779" cy="45557"/>
          </a:xfrm>
          <a:custGeom>
            <a:avLst/>
            <a:gdLst/>
            <a:ahLst/>
            <a:cxnLst/>
            <a:rect l="l" t="t" r="r" b="b"/>
            <a:pathLst>
              <a:path w="11779" h="45557">
                <a:moveTo>
                  <a:pt x="0" y="33579"/>
                </a:moveTo>
                <a:lnTo>
                  <a:pt x="2195" y="34073"/>
                </a:lnTo>
                <a:lnTo>
                  <a:pt x="3192" y="31111"/>
                </a:lnTo>
                <a:lnTo>
                  <a:pt x="3293" y="28273"/>
                </a:lnTo>
                <a:lnTo>
                  <a:pt x="3293" y="26298"/>
                </a:lnTo>
                <a:lnTo>
                  <a:pt x="3492" y="24693"/>
                </a:lnTo>
                <a:lnTo>
                  <a:pt x="4990" y="27655"/>
                </a:lnTo>
                <a:lnTo>
                  <a:pt x="5395" y="30494"/>
                </a:lnTo>
                <a:lnTo>
                  <a:pt x="5589" y="31851"/>
                </a:lnTo>
                <a:lnTo>
                  <a:pt x="5589" y="34693"/>
                </a:lnTo>
                <a:lnTo>
                  <a:pt x="5888" y="36668"/>
                </a:lnTo>
                <a:lnTo>
                  <a:pt x="4491" y="40000"/>
                </a:lnTo>
                <a:lnTo>
                  <a:pt x="3793" y="43332"/>
                </a:lnTo>
                <a:lnTo>
                  <a:pt x="5500" y="44506"/>
                </a:lnTo>
                <a:lnTo>
                  <a:pt x="6087" y="43580"/>
                </a:lnTo>
                <a:lnTo>
                  <a:pt x="6489" y="45186"/>
                </a:lnTo>
                <a:lnTo>
                  <a:pt x="6954" y="45378"/>
                </a:lnTo>
                <a:lnTo>
                  <a:pt x="7386" y="45557"/>
                </a:lnTo>
                <a:lnTo>
                  <a:pt x="8882" y="42963"/>
                </a:lnTo>
                <a:lnTo>
                  <a:pt x="9763" y="41946"/>
                </a:lnTo>
                <a:lnTo>
                  <a:pt x="10380" y="41234"/>
                </a:lnTo>
                <a:lnTo>
                  <a:pt x="11779" y="36422"/>
                </a:lnTo>
                <a:lnTo>
                  <a:pt x="11779" y="33332"/>
                </a:lnTo>
                <a:lnTo>
                  <a:pt x="11643" y="31522"/>
                </a:lnTo>
                <a:lnTo>
                  <a:pt x="11278" y="26667"/>
                </a:lnTo>
                <a:lnTo>
                  <a:pt x="10251" y="21920"/>
                </a:lnTo>
                <a:lnTo>
                  <a:pt x="9783" y="19753"/>
                </a:lnTo>
                <a:lnTo>
                  <a:pt x="9184" y="15186"/>
                </a:lnTo>
                <a:lnTo>
                  <a:pt x="8284" y="11604"/>
                </a:lnTo>
                <a:lnTo>
                  <a:pt x="7941" y="8705"/>
                </a:lnTo>
                <a:lnTo>
                  <a:pt x="7685" y="6543"/>
                </a:lnTo>
                <a:lnTo>
                  <a:pt x="7386" y="0"/>
                </a:lnTo>
                <a:lnTo>
                  <a:pt x="1497" y="0"/>
                </a:lnTo>
                <a:lnTo>
                  <a:pt x="1897" y="9260"/>
                </a:lnTo>
                <a:lnTo>
                  <a:pt x="1623" y="10744"/>
                </a:lnTo>
                <a:lnTo>
                  <a:pt x="896" y="14692"/>
                </a:lnTo>
                <a:lnTo>
                  <a:pt x="639" y="18112"/>
                </a:lnTo>
                <a:lnTo>
                  <a:pt x="498" y="20000"/>
                </a:lnTo>
                <a:lnTo>
                  <a:pt x="498" y="25310"/>
                </a:lnTo>
                <a:lnTo>
                  <a:pt x="299" y="27161"/>
                </a:lnTo>
                <a:lnTo>
                  <a:pt x="273" y="27431"/>
                </a:lnTo>
                <a:lnTo>
                  <a:pt x="0" y="30247"/>
                </a:lnTo>
                <a:lnTo>
                  <a:pt x="0" y="33579"/>
                </a:lnTo>
                <a:close/>
              </a:path>
            </a:pathLst>
          </a:custGeom>
          <a:solidFill>
            <a:srgbClr val="F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88" name="object 788"/>
          <p:cNvSpPr/>
          <p:nvPr/>
        </p:nvSpPr>
        <p:spPr>
          <a:xfrm>
            <a:off x="6334381" y="2857647"/>
            <a:ext cx="11779" cy="45557"/>
          </a:xfrm>
          <a:custGeom>
            <a:avLst/>
            <a:gdLst/>
            <a:ahLst/>
            <a:cxnLst/>
            <a:rect l="l" t="t" r="r" b="b"/>
            <a:pathLst>
              <a:path w="11779" h="45557">
                <a:moveTo>
                  <a:pt x="7685" y="6543"/>
                </a:moveTo>
                <a:lnTo>
                  <a:pt x="7941" y="8705"/>
                </a:lnTo>
                <a:lnTo>
                  <a:pt x="8284" y="11604"/>
                </a:lnTo>
                <a:lnTo>
                  <a:pt x="9184" y="15186"/>
                </a:lnTo>
                <a:lnTo>
                  <a:pt x="9783" y="19753"/>
                </a:lnTo>
                <a:lnTo>
                  <a:pt x="10251" y="21920"/>
                </a:lnTo>
                <a:lnTo>
                  <a:pt x="11278" y="26667"/>
                </a:lnTo>
                <a:lnTo>
                  <a:pt x="11643" y="31522"/>
                </a:lnTo>
                <a:lnTo>
                  <a:pt x="11779" y="33332"/>
                </a:lnTo>
                <a:lnTo>
                  <a:pt x="11779" y="36422"/>
                </a:lnTo>
                <a:lnTo>
                  <a:pt x="10380" y="41234"/>
                </a:lnTo>
                <a:lnTo>
                  <a:pt x="9763" y="41946"/>
                </a:lnTo>
                <a:lnTo>
                  <a:pt x="8882" y="42963"/>
                </a:lnTo>
                <a:lnTo>
                  <a:pt x="7386" y="45557"/>
                </a:lnTo>
                <a:lnTo>
                  <a:pt x="6954" y="45378"/>
                </a:lnTo>
                <a:lnTo>
                  <a:pt x="6489" y="45186"/>
                </a:lnTo>
                <a:lnTo>
                  <a:pt x="6087" y="43580"/>
                </a:lnTo>
                <a:lnTo>
                  <a:pt x="5500" y="44506"/>
                </a:lnTo>
                <a:lnTo>
                  <a:pt x="3793" y="43332"/>
                </a:lnTo>
                <a:lnTo>
                  <a:pt x="4491" y="40000"/>
                </a:lnTo>
                <a:lnTo>
                  <a:pt x="5888" y="36668"/>
                </a:lnTo>
                <a:lnTo>
                  <a:pt x="5589" y="34693"/>
                </a:lnTo>
                <a:lnTo>
                  <a:pt x="5589" y="32759"/>
                </a:lnTo>
                <a:lnTo>
                  <a:pt x="5589" y="31851"/>
                </a:lnTo>
                <a:lnTo>
                  <a:pt x="5395" y="30494"/>
                </a:lnTo>
                <a:lnTo>
                  <a:pt x="4990" y="27655"/>
                </a:lnTo>
                <a:lnTo>
                  <a:pt x="3492" y="24693"/>
                </a:lnTo>
                <a:lnTo>
                  <a:pt x="3293" y="26298"/>
                </a:lnTo>
                <a:lnTo>
                  <a:pt x="3293" y="28273"/>
                </a:lnTo>
                <a:lnTo>
                  <a:pt x="3192" y="31111"/>
                </a:lnTo>
                <a:lnTo>
                  <a:pt x="2195" y="34073"/>
                </a:lnTo>
                <a:lnTo>
                  <a:pt x="0" y="33579"/>
                </a:lnTo>
                <a:lnTo>
                  <a:pt x="0" y="30247"/>
                </a:lnTo>
                <a:lnTo>
                  <a:pt x="273" y="27431"/>
                </a:lnTo>
                <a:lnTo>
                  <a:pt x="299" y="27161"/>
                </a:lnTo>
                <a:lnTo>
                  <a:pt x="498" y="25310"/>
                </a:lnTo>
                <a:lnTo>
                  <a:pt x="498" y="22838"/>
                </a:lnTo>
                <a:lnTo>
                  <a:pt x="498" y="21242"/>
                </a:lnTo>
                <a:lnTo>
                  <a:pt x="498" y="20000"/>
                </a:lnTo>
                <a:lnTo>
                  <a:pt x="639" y="18112"/>
                </a:lnTo>
                <a:lnTo>
                  <a:pt x="896" y="14692"/>
                </a:lnTo>
                <a:lnTo>
                  <a:pt x="1623" y="10744"/>
                </a:lnTo>
                <a:lnTo>
                  <a:pt x="1897" y="9260"/>
                </a:lnTo>
                <a:lnTo>
                  <a:pt x="1497" y="0"/>
                </a:lnTo>
                <a:lnTo>
                  <a:pt x="7386" y="0"/>
                </a:lnTo>
                <a:lnTo>
                  <a:pt x="7685" y="6543"/>
                </a:lnTo>
                <a:close/>
              </a:path>
            </a:pathLst>
          </a:custGeom>
          <a:ln w="101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89" name="object 789"/>
          <p:cNvSpPr/>
          <p:nvPr/>
        </p:nvSpPr>
        <p:spPr>
          <a:xfrm>
            <a:off x="6265304" y="2740857"/>
            <a:ext cx="80956" cy="152223"/>
          </a:xfrm>
          <a:custGeom>
            <a:avLst/>
            <a:gdLst/>
            <a:ahLst/>
            <a:cxnLst/>
            <a:rect l="l" t="t" r="r" b="b"/>
            <a:pathLst>
              <a:path w="80956" h="152223">
                <a:moveTo>
                  <a:pt x="10081" y="16295"/>
                </a:moveTo>
                <a:lnTo>
                  <a:pt x="8184" y="18269"/>
                </a:lnTo>
                <a:lnTo>
                  <a:pt x="7287" y="18762"/>
                </a:lnTo>
                <a:lnTo>
                  <a:pt x="6928" y="19607"/>
                </a:lnTo>
                <a:lnTo>
                  <a:pt x="6290" y="21111"/>
                </a:lnTo>
                <a:lnTo>
                  <a:pt x="5788" y="26664"/>
                </a:lnTo>
                <a:lnTo>
                  <a:pt x="5389" y="37775"/>
                </a:lnTo>
                <a:lnTo>
                  <a:pt x="5538" y="40221"/>
                </a:lnTo>
                <a:lnTo>
                  <a:pt x="5788" y="44320"/>
                </a:lnTo>
                <a:lnTo>
                  <a:pt x="4392" y="51975"/>
                </a:lnTo>
                <a:lnTo>
                  <a:pt x="4069" y="55457"/>
                </a:lnTo>
                <a:lnTo>
                  <a:pt x="3395" y="62716"/>
                </a:lnTo>
                <a:lnTo>
                  <a:pt x="3395" y="71605"/>
                </a:lnTo>
                <a:lnTo>
                  <a:pt x="3698" y="73741"/>
                </a:lnTo>
                <a:lnTo>
                  <a:pt x="4392" y="78640"/>
                </a:lnTo>
                <a:lnTo>
                  <a:pt x="4392" y="82840"/>
                </a:lnTo>
                <a:lnTo>
                  <a:pt x="3910" y="85106"/>
                </a:lnTo>
                <a:lnTo>
                  <a:pt x="3395" y="87529"/>
                </a:lnTo>
                <a:lnTo>
                  <a:pt x="2994" y="99257"/>
                </a:lnTo>
                <a:lnTo>
                  <a:pt x="2096" y="112346"/>
                </a:lnTo>
                <a:lnTo>
                  <a:pt x="2096" y="117160"/>
                </a:lnTo>
                <a:lnTo>
                  <a:pt x="1732" y="118923"/>
                </a:lnTo>
                <a:lnTo>
                  <a:pt x="999" y="122469"/>
                </a:lnTo>
                <a:lnTo>
                  <a:pt x="999" y="128270"/>
                </a:lnTo>
                <a:lnTo>
                  <a:pt x="918" y="129196"/>
                </a:lnTo>
                <a:lnTo>
                  <a:pt x="598" y="132839"/>
                </a:lnTo>
                <a:lnTo>
                  <a:pt x="0" y="135061"/>
                </a:lnTo>
                <a:lnTo>
                  <a:pt x="1386" y="136262"/>
                </a:lnTo>
                <a:lnTo>
                  <a:pt x="2994" y="137653"/>
                </a:lnTo>
                <a:lnTo>
                  <a:pt x="6689" y="138764"/>
                </a:lnTo>
                <a:lnTo>
                  <a:pt x="9583" y="137653"/>
                </a:lnTo>
                <a:lnTo>
                  <a:pt x="9896" y="145404"/>
                </a:lnTo>
                <a:lnTo>
                  <a:pt x="10081" y="149998"/>
                </a:lnTo>
                <a:lnTo>
                  <a:pt x="10979" y="150738"/>
                </a:lnTo>
                <a:lnTo>
                  <a:pt x="18466" y="151236"/>
                </a:lnTo>
                <a:lnTo>
                  <a:pt x="23058" y="151729"/>
                </a:lnTo>
                <a:lnTo>
                  <a:pt x="23274" y="150904"/>
                </a:lnTo>
                <a:lnTo>
                  <a:pt x="25155" y="143705"/>
                </a:lnTo>
                <a:lnTo>
                  <a:pt x="27452" y="151483"/>
                </a:lnTo>
                <a:lnTo>
                  <a:pt x="38231" y="152223"/>
                </a:lnTo>
                <a:lnTo>
                  <a:pt x="44419" y="151236"/>
                </a:lnTo>
                <a:lnTo>
                  <a:pt x="51208" y="150738"/>
                </a:lnTo>
                <a:lnTo>
                  <a:pt x="57196" y="148641"/>
                </a:lnTo>
                <a:lnTo>
                  <a:pt x="62889" y="147900"/>
                </a:lnTo>
                <a:lnTo>
                  <a:pt x="66581" y="145309"/>
                </a:lnTo>
                <a:lnTo>
                  <a:pt x="67979" y="134445"/>
                </a:lnTo>
                <a:lnTo>
                  <a:pt x="67677" y="131976"/>
                </a:lnTo>
                <a:lnTo>
                  <a:pt x="69974" y="131730"/>
                </a:lnTo>
                <a:lnTo>
                  <a:pt x="74666" y="131730"/>
                </a:lnTo>
                <a:lnTo>
                  <a:pt x="78162" y="133333"/>
                </a:lnTo>
                <a:lnTo>
                  <a:pt x="79059" y="134445"/>
                </a:lnTo>
                <a:lnTo>
                  <a:pt x="79457" y="136419"/>
                </a:lnTo>
                <a:lnTo>
                  <a:pt x="80956" y="131976"/>
                </a:lnTo>
                <a:lnTo>
                  <a:pt x="80956" y="82840"/>
                </a:lnTo>
                <a:lnTo>
                  <a:pt x="79993" y="73635"/>
                </a:lnTo>
                <a:lnTo>
                  <a:pt x="79457" y="68517"/>
                </a:lnTo>
                <a:lnTo>
                  <a:pt x="78695" y="63140"/>
                </a:lnTo>
                <a:lnTo>
                  <a:pt x="78460" y="61482"/>
                </a:lnTo>
                <a:lnTo>
                  <a:pt x="78460" y="38269"/>
                </a:lnTo>
                <a:lnTo>
                  <a:pt x="77062" y="21852"/>
                </a:lnTo>
                <a:lnTo>
                  <a:pt x="75515" y="16750"/>
                </a:lnTo>
                <a:lnTo>
                  <a:pt x="74666" y="13949"/>
                </a:lnTo>
                <a:lnTo>
                  <a:pt x="73868" y="9506"/>
                </a:lnTo>
                <a:lnTo>
                  <a:pt x="69973" y="8763"/>
                </a:lnTo>
                <a:lnTo>
                  <a:pt x="62689" y="5923"/>
                </a:lnTo>
                <a:lnTo>
                  <a:pt x="60392" y="6541"/>
                </a:lnTo>
                <a:lnTo>
                  <a:pt x="54501" y="2962"/>
                </a:lnTo>
                <a:lnTo>
                  <a:pt x="51986" y="1246"/>
                </a:lnTo>
                <a:lnTo>
                  <a:pt x="51607" y="988"/>
                </a:lnTo>
                <a:lnTo>
                  <a:pt x="50734" y="726"/>
                </a:lnTo>
                <a:lnTo>
                  <a:pt x="48313" y="0"/>
                </a:lnTo>
                <a:lnTo>
                  <a:pt x="43644" y="580"/>
                </a:lnTo>
                <a:lnTo>
                  <a:pt x="29448" y="2345"/>
                </a:lnTo>
                <a:lnTo>
                  <a:pt x="28321" y="4269"/>
                </a:lnTo>
                <a:lnTo>
                  <a:pt x="27351" y="5923"/>
                </a:lnTo>
                <a:lnTo>
                  <a:pt x="24371" y="9165"/>
                </a:lnTo>
                <a:lnTo>
                  <a:pt x="24058" y="9506"/>
                </a:lnTo>
                <a:lnTo>
                  <a:pt x="19166" y="12345"/>
                </a:lnTo>
                <a:lnTo>
                  <a:pt x="13475" y="14689"/>
                </a:lnTo>
                <a:lnTo>
                  <a:pt x="10081" y="16295"/>
                </a:lnTo>
                <a:close/>
              </a:path>
            </a:pathLst>
          </a:custGeom>
          <a:solidFill>
            <a:srgbClr val="001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90" name="object 790"/>
          <p:cNvSpPr/>
          <p:nvPr/>
        </p:nvSpPr>
        <p:spPr>
          <a:xfrm>
            <a:off x="6265304" y="2740857"/>
            <a:ext cx="80956" cy="152223"/>
          </a:xfrm>
          <a:custGeom>
            <a:avLst/>
            <a:gdLst/>
            <a:ahLst/>
            <a:cxnLst/>
            <a:rect l="l" t="t" r="r" b="b"/>
            <a:pathLst>
              <a:path w="80956" h="152223">
                <a:moveTo>
                  <a:pt x="50734" y="726"/>
                </a:moveTo>
                <a:lnTo>
                  <a:pt x="51607" y="988"/>
                </a:lnTo>
                <a:lnTo>
                  <a:pt x="51986" y="1246"/>
                </a:lnTo>
                <a:lnTo>
                  <a:pt x="54501" y="2962"/>
                </a:lnTo>
                <a:lnTo>
                  <a:pt x="60392" y="6541"/>
                </a:lnTo>
                <a:lnTo>
                  <a:pt x="62689" y="5923"/>
                </a:lnTo>
                <a:lnTo>
                  <a:pt x="69973" y="8763"/>
                </a:lnTo>
                <a:lnTo>
                  <a:pt x="73868" y="9506"/>
                </a:lnTo>
                <a:lnTo>
                  <a:pt x="74666" y="13949"/>
                </a:lnTo>
                <a:lnTo>
                  <a:pt x="75515" y="16750"/>
                </a:lnTo>
                <a:lnTo>
                  <a:pt x="77062" y="21852"/>
                </a:lnTo>
                <a:lnTo>
                  <a:pt x="78460" y="38269"/>
                </a:lnTo>
                <a:lnTo>
                  <a:pt x="78460" y="51481"/>
                </a:lnTo>
                <a:lnTo>
                  <a:pt x="78460" y="61482"/>
                </a:lnTo>
                <a:lnTo>
                  <a:pt x="78695" y="63140"/>
                </a:lnTo>
                <a:lnTo>
                  <a:pt x="79457" y="68517"/>
                </a:lnTo>
                <a:lnTo>
                  <a:pt x="79993" y="73635"/>
                </a:lnTo>
                <a:lnTo>
                  <a:pt x="80956" y="82840"/>
                </a:lnTo>
                <a:lnTo>
                  <a:pt x="80956" y="120492"/>
                </a:lnTo>
                <a:lnTo>
                  <a:pt x="80956" y="131730"/>
                </a:lnTo>
                <a:lnTo>
                  <a:pt x="80956" y="131976"/>
                </a:lnTo>
                <a:lnTo>
                  <a:pt x="79457" y="136419"/>
                </a:lnTo>
                <a:lnTo>
                  <a:pt x="79059" y="134445"/>
                </a:lnTo>
                <a:lnTo>
                  <a:pt x="78162" y="133333"/>
                </a:lnTo>
                <a:lnTo>
                  <a:pt x="74666" y="131730"/>
                </a:lnTo>
                <a:lnTo>
                  <a:pt x="72613" y="131730"/>
                </a:lnTo>
                <a:lnTo>
                  <a:pt x="69974" y="131730"/>
                </a:lnTo>
                <a:lnTo>
                  <a:pt x="67677" y="131976"/>
                </a:lnTo>
                <a:lnTo>
                  <a:pt x="67979" y="134445"/>
                </a:lnTo>
                <a:lnTo>
                  <a:pt x="66581" y="145309"/>
                </a:lnTo>
                <a:lnTo>
                  <a:pt x="62889" y="147900"/>
                </a:lnTo>
                <a:lnTo>
                  <a:pt x="57196" y="148641"/>
                </a:lnTo>
                <a:lnTo>
                  <a:pt x="51208" y="150738"/>
                </a:lnTo>
                <a:lnTo>
                  <a:pt x="44419" y="151236"/>
                </a:lnTo>
                <a:lnTo>
                  <a:pt x="38231" y="152223"/>
                </a:lnTo>
                <a:lnTo>
                  <a:pt x="27452" y="151483"/>
                </a:lnTo>
                <a:lnTo>
                  <a:pt x="25155" y="143705"/>
                </a:lnTo>
                <a:lnTo>
                  <a:pt x="23274" y="150904"/>
                </a:lnTo>
                <a:lnTo>
                  <a:pt x="23058" y="151729"/>
                </a:lnTo>
                <a:lnTo>
                  <a:pt x="18466" y="151236"/>
                </a:lnTo>
                <a:lnTo>
                  <a:pt x="10979" y="150738"/>
                </a:lnTo>
                <a:lnTo>
                  <a:pt x="10081" y="149998"/>
                </a:lnTo>
                <a:lnTo>
                  <a:pt x="9896" y="145404"/>
                </a:lnTo>
                <a:lnTo>
                  <a:pt x="9583" y="137653"/>
                </a:lnTo>
                <a:lnTo>
                  <a:pt x="6689" y="138764"/>
                </a:lnTo>
                <a:lnTo>
                  <a:pt x="2994" y="137653"/>
                </a:lnTo>
                <a:lnTo>
                  <a:pt x="1386" y="136262"/>
                </a:lnTo>
                <a:lnTo>
                  <a:pt x="0" y="135061"/>
                </a:lnTo>
                <a:lnTo>
                  <a:pt x="598" y="132839"/>
                </a:lnTo>
                <a:lnTo>
                  <a:pt x="918" y="129196"/>
                </a:lnTo>
                <a:lnTo>
                  <a:pt x="999" y="128270"/>
                </a:lnTo>
                <a:lnTo>
                  <a:pt x="999" y="127386"/>
                </a:lnTo>
                <a:lnTo>
                  <a:pt x="999" y="122469"/>
                </a:lnTo>
                <a:lnTo>
                  <a:pt x="1732" y="118923"/>
                </a:lnTo>
                <a:lnTo>
                  <a:pt x="2096" y="117160"/>
                </a:lnTo>
                <a:lnTo>
                  <a:pt x="2096" y="112346"/>
                </a:lnTo>
                <a:lnTo>
                  <a:pt x="2994" y="99257"/>
                </a:lnTo>
                <a:lnTo>
                  <a:pt x="3395" y="87529"/>
                </a:lnTo>
                <a:lnTo>
                  <a:pt x="3910" y="85106"/>
                </a:lnTo>
                <a:lnTo>
                  <a:pt x="4392" y="82840"/>
                </a:lnTo>
                <a:lnTo>
                  <a:pt x="4392" y="82003"/>
                </a:lnTo>
                <a:lnTo>
                  <a:pt x="4392" y="78640"/>
                </a:lnTo>
                <a:lnTo>
                  <a:pt x="3698" y="73741"/>
                </a:lnTo>
                <a:lnTo>
                  <a:pt x="3395" y="71605"/>
                </a:lnTo>
                <a:lnTo>
                  <a:pt x="3395" y="67700"/>
                </a:lnTo>
                <a:lnTo>
                  <a:pt x="3395" y="62716"/>
                </a:lnTo>
                <a:lnTo>
                  <a:pt x="4069" y="55457"/>
                </a:lnTo>
                <a:lnTo>
                  <a:pt x="4392" y="51975"/>
                </a:lnTo>
                <a:lnTo>
                  <a:pt x="5788" y="44320"/>
                </a:lnTo>
                <a:lnTo>
                  <a:pt x="5538" y="40221"/>
                </a:lnTo>
                <a:lnTo>
                  <a:pt x="5389" y="37775"/>
                </a:lnTo>
                <a:lnTo>
                  <a:pt x="5788" y="26664"/>
                </a:lnTo>
                <a:lnTo>
                  <a:pt x="6290" y="21111"/>
                </a:lnTo>
                <a:lnTo>
                  <a:pt x="6928" y="19607"/>
                </a:lnTo>
                <a:lnTo>
                  <a:pt x="7287" y="18762"/>
                </a:lnTo>
                <a:lnTo>
                  <a:pt x="8184" y="18269"/>
                </a:lnTo>
                <a:lnTo>
                  <a:pt x="10081" y="16295"/>
                </a:lnTo>
                <a:lnTo>
                  <a:pt x="13475" y="14689"/>
                </a:lnTo>
                <a:lnTo>
                  <a:pt x="19166" y="12345"/>
                </a:lnTo>
                <a:lnTo>
                  <a:pt x="24013" y="9532"/>
                </a:lnTo>
                <a:lnTo>
                  <a:pt x="24371" y="9165"/>
                </a:lnTo>
                <a:lnTo>
                  <a:pt x="27351" y="5923"/>
                </a:lnTo>
                <a:lnTo>
                  <a:pt x="28321" y="4269"/>
                </a:lnTo>
                <a:lnTo>
                  <a:pt x="29448" y="2345"/>
                </a:lnTo>
                <a:lnTo>
                  <a:pt x="43644" y="580"/>
                </a:lnTo>
                <a:lnTo>
                  <a:pt x="48313" y="0"/>
                </a:lnTo>
                <a:lnTo>
                  <a:pt x="50734" y="726"/>
                </a:lnTo>
                <a:close/>
              </a:path>
            </a:pathLst>
          </a:custGeom>
          <a:ln w="104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91" name="object 791"/>
          <p:cNvSpPr/>
          <p:nvPr/>
        </p:nvSpPr>
        <p:spPr>
          <a:xfrm>
            <a:off x="6274588" y="2771599"/>
            <a:ext cx="3791" cy="100740"/>
          </a:xfrm>
          <a:custGeom>
            <a:avLst/>
            <a:gdLst/>
            <a:ahLst/>
            <a:cxnLst/>
            <a:rect l="l" t="t" r="r" b="b"/>
            <a:pathLst>
              <a:path w="3791" h="100740">
                <a:moveTo>
                  <a:pt x="398" y="100740"/>
                </a:moveTo>
                <a:lnTo>
                  <a:pt x="398" y="90864"/>
                </a:lnTo>
                <a:lnTo>
                  <a:pt x="0" y="82838"/>
                </a:lnTo>
                <a:lnTo>
                  <a:pt x="1695" y="72715"/>
                </a:lnTo>
                <a:lnTo>
                  <a:pt x="3093" y="62345"/>
                </a:lnTo>
                <a:lnTo>
                  <a:pt x="3791" y="49630"/>
                </a:lnTo>
                <a:lnTo>
                  <a:pt x="3093" y="44443"/>
                </a:lnTo>
                <a:lnTo>
                  <a:pt x="2395" y="37775"/>
                </a:lnTo>
                <a:lnTo>
                  <a:pt x="1096" y="30123"/>
                </a:lnTo>
                <a:lnTo>
                  <a:pt x="3093" y="21356"/>
                </a:lnTo>
                <a:lnTo>
                  <a:pt x="3093" y="17528"/>
                </a:lnTo>
                <a:lnTo>
                  <a:pt x="3791" y="5553"/>
                </a:lnTo>
                <a:lnTo>
                  <a:pt x="3093" y="0"/>
                </a:lnTo>
              </a:path>
            </a:pathLst>
          </a:custGeom>
          <a:ln w="49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92" name="object 792"/>
          <p:cNvSpPr/>
          <p:nvPr/>
        </p:nvSpPr>
        <p:spPr>
          <a:xfrm>
            <a:off x="6331984" y="2758387"/>
            <a:ext cx="2695" cy="114446"/>
          </a:xfrm>
          <a:custGeom>
            <a:avLst/>
            <a:gdLst/>
            <a:ahLst/>
            <a:cxnLst/>
            <a:rect l="l" t="t" r="r" b="b"/>
            <a:pathLst>
              <a:path w="2695" h="114446">
                <a:moveTo>
                  <a:pt x="1399" y="114446"/>
                </a:moveTo>
                <a:lnTo>
                  <a:pt x="1798" y="100123"/>
                </a:lnTo>
                <a:lnTo>
                  <a:pt x="1798" y="87285"/>
                </a:lnTo>
                <a:lnTo>
                  <a:pt x="1798" y="78766"/>
                </a:lnTo>
                <a:lnTo>
                  <a:pt x="1298" y="67408"/>
                </a:lnTo>
                <a:lnTo>
                  <a:pt x="598" y="61357"/>
                </a:lnTo>
                <a:lnTo>
                  <a:pt x="0" y="52595"/>
                </a:lnTo>
                <a:lnTo>
                  <a:pt x="997" y="44940"/>
                </a:lnTo>
                <a:lnTo>
                  <a:pt x="2695" y="37037"/>
                </a:lnTo>
                <a:lnTo>
                  <a:pt x="2595" y="27408"/>
                </a:lnTo>
                <a:lnTo>
                  <a:pt x="1298" y="18642"/>
                </a:lnTo>
                <a:lnTo>
                  <a:pt x="1399" y="7654"/>
                </a:lnTo>
                <a:lnTo>
                  <a:pt x="1598" y="0"/>
                </a:lnTo>
              </a:path>
            </a:pathLst>
          </a:custGeom>
          <a:ln w="49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93" name="object 793"/>
          <p:cNvSpPr/>
          <p:nvPr/>
        </p:nvSpPr>
        <p:spPr>
          <a:xfrm>
            <a:off x="6293054" y="2822833"/>
            <a:ext cx="4193" cy="5554"/>
          </a:xfrm>
          <a:custGeom>
            <a:avLst/>
            <a:gdLst/>
            <a:ahLst/>
            <a:cxnLst/>
            <a:rect l="l" t="t" r="r" b="b"/>
            <a:pathLst>
              <a:path w="4193" h="5554">
                <a:moveTo>
                  <a:pt x="4193" y="1234"/>
                </a:moveTo>
                <a:lnTo>
                  <a:pt x="897" y="0"/>
                </a:lnTo>
                <a:lnTo>
                  <a:pt x="0" y="2716"/>
                </a:lnTo>
                <a:lnTo>
                  <a:pt x="897" y="5554"/>
                </a:lnTo>
                <a:lnTo>
                  <a:pt x="4193" y="4320"/>
                </a:lnTo>
                <a:lnTo>
                  <a:pt x="4193" y="123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94" name="object 794"/>
          <p:cNvSpPr/>
          <p:nvPr/>
        </p:nvSpPr>
        <p:spPr>
          <a:xfrm>
            <a:off x="6293054" y="2822833"/>
            <a:ext cx="4193" cy="5554"/>
          </a:xfrm>
          <a:custGeom>
            <a:avLst/>
            <a:gdLst/>
            <a:ahLst/>
            <a:cxnLst/>
            <a:rect l="l" t="t" r="r" b="b"/>
            <a:pathLst>
              <a:path w="4193" h="5554">
                <a:moveTo>
                  <a:pt x="4193" y="1234"/>
                </a:moveTo>
                <a:lnTo>
                  <a:pt x="4193" y="2716"/>
                </a:lnTo>
                <a:lnTo>
                  <a:pt x="4193" y="4320"/>
                </a:lnTo>
                <a:lnTo>
                  <a:pt x="897" y="5554"/>
                </a:lnTo>
                <a:lnTo>
                  <a:pt x="0" y="2716"/>
                </a:lnTo>
                <a:lnTo>
                  <a:pt x="897" y="0"/>
                </a:lnTo>
                <a:lnTo>
                  <a:pt x="4193" y="1234"/>
                </a:lnTo>
                <a:close/>
              </a:path>
            </a:pathLst>
          </a:custGeom>
          <a:ln w="108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95" name="object 795"/>
          <p:cNvSpPr/>
          <p:nvPr/>
        </p:nvSpPr>
        <p:spPr>
          <a:xfrm>
            <a:off x="6301937" y="2822833"/>
            <a:ext cx="4393" cy="5554"/>
          </a:xfrm>
          <a:custGeom>
            <a:avLst/>
            <a:gdLst/>
            <a:ahLst/>
            <a:cxnLst/>
            <a:rect l="l" t="t" r="r" b="b"/>
            <a:pathLst>
              <a:path w="4393" h="5554">
                <a:moveTo>
                  <a:pt x="4393" y="1234"/>
                </a:moveTo>
                <a:lnTo>
                  <a:pt x="1000" y="0"/>
                </a:lnTo>
                <a:lnTo>
                  <a:pt x="0" y="2716"/>
                </a:lnTo>
                <a:lnTo>
                  <a:pt x="1000" y="5554"/>
                </a:lnTo>
                <a:lnTo>
                  <a:pt x="4393" y="4320"/>
                </a:lnTo>
                <a:lnTo>
                  <a:pt x="4393" y="123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96" name="object 796"/>
          <p:cNvSpPr/>
          <p:nvPr/>
        </p:nvSpPr>
        <p:spPr>
          <a:xfrm>
            <a:off x="6301937" y="2822833"/>
            <a:ext cx="4393" cy="5554"/>
          </a:xfrm>
          <a:custGeom>
            <a:avLst/>
            <a:gdLst/>
            <a:ahLst/>
            <a:cxnLst/>
            <a:rect l="l" t="t" r="r" b="b"/>
            <a:pathLst>
              <a:path w="4393" h="5554">
                <a:moveTo>
                  <a:pt x="4393" y="1234"/>
                </a:moveTo>
                <a:lnTo>
                  <a:pt x="4393" y="4320"/>
                </a:lnTo>
                <a:lnTo>
                  <a:pt x="1000" y="5554"/>
                </a:lnTo>
                <a:lnTo>
                  <a:pt x="0" y="2716"/>
                </a:lnTo>
                <a:lnTo>
                  <a:pt x="1000" y="0"/>
                </a:lnTo>
                <a:lnTo>
                  <a:pt x="4393" y="1234"/>
                </a:lnTo>
                <a:close/>
              </a:path>
            </a:pathLst>
          </a:custGeom>
          <a:ln w="108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97" name="object 797"/>
          <p:cNvSpPr/>
          <p:nvPr/>
        </p:nvSpPr>
        <p:spPr>
          <a:xfrm>
            <a:off x="6293054" y="2841228"/>
            <a:ext cx="4193" cy="5308"/>
          </a:xfrm>
          <a:custGeom>
            <a:avLst/>
            <a:gdLst/>
            <a:ahLst/>
            <a:cxnLst/>
            <a:rect l="l" t="t" r="r" b="b"/>
            <a:pathLst>
              <a:path w="4193" h="5308">
                <a:moveTo>
                  <a:pt x="4193" y="1111"/>
                </a:moveTo>
                <a:lnTo>
                  <a:pt x="897" y="0"/>
                </a:lnTo>
                <a:lnTo>
                  <a:pt x="0" y="2591"/>
                </a:lnTo>
                <a:lnTo>
                  <a:pt x="897" y="5308"/>
                </a:lnTo>
                <a:lnTo>
                  <a:pt x="4193" y="4073"/>
                </a:lnTo>
                <a:lnTo>
                  <a:pt x="4193" y="111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98" name="object 798"/>
          <p:cNvSpPr/>
          <p:nvPr/>
        </p:nvSpPr>
        <p:spPr>
          <a:xfrm>
            <a:off x="6293054" y="2841228"/>
            <a:ext cx="4193" cy="5308"/>
          </a:xfrm>
          <a:custGeom>
            <a:avLst/>
            <a:gdLst/>
            <a:ahLst/>
            <a:cxnLst/>
            <a:rect l="l" t="t" r="r" b="b"/>
            <a:pathLst>
              <a:path w="4193" h="5308">
                <a:moveTo>
                  <a:pt x="4193" y="1111"/>
                </a:moveTo>
                <a:lnTo>
                  <a:pt x="4193" y="2591"/>
                </a:lnTo>
                <a:lnTo>
                  <a:pt x="4193" y="4073"/>
                </a:lnTo>
                <a:lnTo>
                  <a:pt x="897" y="5308"/>
                </a:lnTo>
                <a:lnTo>
                  <a:pt x="0" y="2591"/>
                </a:lnTo>
                <a:lnTo>
                  <a:pt x="897" y="0"/>
                </a:lnTo>
                <a:lnTo>
                  <a:pt x="4193" y="1111"/>
                </a:lnTo>
                <a:close/>
              </a:path>
            </a:pathLst>
          </a:custGeom>
          <a:ln w="108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99" name="object 799"/>
          <p:cNvSpPr/>
          <p:nvPr/>
        </p:nvSpPr>
        <p:spPr>
          <a:xfrm>
            <a:off x="6301937" y="2841228"/>
            <a:ext cx="4393" cy="5308"/>
          </a:xfrm>
          <a:custGeom>
            <a:avLst/>
            <a:gdLst/>
            <a:ahLst/>
            <a:cxnLst/>
            <a:rect l="l" t="t" r="r" b="b"/>
            <a:pathLst>
              <a:path w="4393" h="5308">
                <a:moveTo>
                  <a:pt x="4393" y="1111"/>
                </a:moveTo>
                <a:lnTo>
                  <a:pt x="1000" y="0"/>
                </a:lnTo>
                <a:lnTo>
                  <a:pt x="0" y="2591"/>
                </a:lnTo>
                <a:lnTo>
                  <a:pt x="1000" y="5308"/>
                </a:lnTo>
                <a:lnTo>
                  <a:pt x="4393" y="4073"/>
                </a:lnTo>
                <a:lnTo>
                  <a:pt x="4393" y="111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00" name="object 800"/>
          <p:cNvSpPr/>
          <p:nvPr/>
        </p:nvSpPr>
        <p:spPr>
          <a:xfrm>
            <a:off x="6301937" y="2841228"/>
            <a:ext cx="4393" cy="5308"/>
          </a:xfrm>
          <a:custGeom>
            <a:avLst/>
            <a:gdLst/>
            <a:ahLst/>
            <a:cxnLst/>
            <a:rect l="l" t="t" r="r" b="b"/>
            <a:pathLst>
              <a:path w="4393" h="5308">
                <a:moveTo>
                  <a:pt x="4393" y="1111"/>
                </a:moveTo>
                <a:lnTo>
                  <a:pt x="4393" y="2765"/>
                </a:lnTo>
                <a:lnTo>
                  <a:pt x="4393" y="4073"/>
                </a:lnTo>
                <a:lnTo>
                  <a:pt x="1000" y="5308"/>
                </a:lnTo>
                <a:lnTo>
                  <a:pt x="0" y="2591"/>
                </a:lnTo>
                <a:lnTo>
                  <a:pt x="1000" y="0"/>
                </a:lnTo>
                <a:lnTo>
                  <a:pt x="4393" y="1111"/>
                </a:lnTo>
                <a:close/>
              </a:path>
            </a:pathLst>
          </a:custGeom>
          <a:ln w="109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01" name="object 801"/>
          <p:cNvSpPr/>
          <p:nvPr/>
        </p:nvSpPr>
        <p:spPr>
          <a:xfrm>
            <a:off x="6290658" y="2697768"/>
            <a:ext cx="27751" cy="59261"/>
          </a:xfrm>
          <a:custGeom>
            <a:avLst/>
            <a:gdLst/>
            <a:ahLst/>
            <a:cxnLst/>
            <a:rect l="l" t="t" r="r" b="b"/>
            <a:pathLst>
              <a:path w="27751" h="59261">
                <a:moveTo>
                  <a:pt x="4767" y="52905"/>
                </a:moveTo>
                <a:lnTo>
                  <a:pt x="5389" y="55434"/>
                </a:lnTo>
                <a:lnTo>
                  <a:pt x="9085" y="58519"/>
                </a:lnTo>
                <a:lnTo>
                  <a:pt x="12677" y="59261"/>
                </a:lnTo>
                <a:lnTo>
                  <a:pt x="15472" y="57532"/>
                </a:lnTo>
                <a:lnTo>
                  <a:pt x="18067" y="54940"/>
                </a:lnTo>
                <a:lnTo>
                  <a:pt x="20862" y="51481"/>
                </a:lnTo>
                <a:lnTo>
                  <a:pt x="22261" y="48026"/>
                </a:lnTo>
                <a:lnTo>
                  <a:pt x="22062" y="43829"/>
                </a:lnTo>
                <a:lnTo>
                  <a:pt x="22161" y="41111"/>
                </a:lnTo>
                <a:lnTo>
                  <a:pt x="22536" y="40995"/>
                </a:lnTo>
                <a:lnTo>
                  <a:pt x="23357" y="40740"/>
                </a:lnTo>
                <a:lnTo>
                  <a:pt x="25255" y="37902"/>
                </a:lnTo>
                <a:lnTo>
                  <a:pt x="25953" y="35064"/>
                </a:lnTo>
                <a:lnTo>
                  <a:pt x="26252" y="32472"/>
                </a:lnTo>
                <a:lnTo>
                  <a:pt x="26422" y="30711"/>
                </a:lnTo>
                <a:lnTo>
                  <a:pt x="26551" y="29382"/>
                </a:lnTo>
                <a:lnTo>
                  <a:pt x="27253" y="26175"/>
                </a:lnTo>
                <a:lnTo>
                  <a:pt x="27751" y="23458"/>
                </a:lnTo>
                <a:lnTo>
                  <a:pt x="27352" y="19136"/>
                </a:lnTo>
                <a:lnTo>
                  <a:pt x="27551" y="15310"/>
                </a:lnTo>
                <a:lnTo>
                  <a:pt x="27751" y="11234"/>
                </a:lnTo>
                <a:lnTo>
                  <a:pt x="26850" y="6174"/>
                </a:lnTo>
                <a:lnTo>
                  <a:pt x="26159" y="5032"/>
                </a:lnTo>
                <a:lnTo>
                  <a:pt x="25056" y="3211"/>
                </a:lnTo>
                <a:lnTo>
                  <a:pt x="22260" y="988"/>
                </a:lnTo>
                <a:lnTo>
                  <a:pt x="18267" y="0"/>
                </a:lnTo>
                <a:lnTo>
                  <a:pt x="14874" y="246"/>
                </a:lnTo>
                <a:lnTo>
                  <a:pt x="9483" y="987"/>
                </a:lnTo>
                <a:lnTo>
                  <a:pt x="6287" y="2595"/>
                </a:lnTo>
                <a:lnTo>
                  <a:pt x="3592" y="3828"/>
                </a:lnTo>
                <a:lnTo>
                  <a:pt x="1996" y="5803"/>
                </a:lnTo>
                <a:lnTo>
                  <a:pt x="1107" y="8276"/>
                </a:lnTo>
                <a:lnTo>
                  <a:pt x="398" y="10246"/>
                </a:lnTo>
                <a:lnTo>
                  <a:pt x="0" y="16668"/>
                </a:lnTo>
                <a:lnTo>
                  <a:pt x="85" y="18882"/>
                </a:lnTo>
                <a:lnTo>
                  <a:pt x="199" y="21850"/>
                </a:lnTo>
                <a:lnTo>
                  <a:pt x="326" y="24683"/>
                </a:lnTo>
                <a:lnTo>
                  <a:pt x="398" y="26298"/>
                </a:lnTo>
                <a:lnTo>
                  <a:pt x="1897" y="30124"/>
                </a:lnTo>
                <a:lnTo>
                  <a:pt x="2429" y="32018"/>
                </a:lnTo>
                <a:lnTo>
                  <a:pt x="2694" y="32965"/>
                </a:lnTo>
                <a:lnTo>
                  <a:pt x="4990" y="35310"/>
                </a:lnTo>
                <a:lnTo>
                  <a:pt x="5190" y="38519"/>
                </a:lnTo>
                <a:lnTo>
                  <a:pt x="5190" y="42471"/>
                </a:lnTo>
                <a:lnTo>
                  <a:pt x="5028" y="45175"/>
                </a:lnTo>
                <a:lnTo>
                  <a:pt x="4990" y="45803"/>
                </a:lnTo>
                <a:lnTo>
                  <a:pt x="4891" y="49629"/>
                </a:lnTo>
                <a:lnTo>
                  <a:pt x="4691" y="52595"/>
                </a:lnTo>
                <a:lnTo>
                  <a:pt x="4767" y="52905"/>
                </a:lnTo>
                <a:close/>
              </a:path>
            </a:pathLst>
          </a:custGeom>
          <a:solidFill>
            <a:srgbClr val="FFBEBE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02" name="object 802"/>
          <p:cNvSpPr/>
          <p:nvPr/>
        </p:nvSpPr>
        <p:spPr>
          <a:xfrm>
            <a:off x="6290658" y="2697768"/>
            <a:ext cx="27751" cy="59261"/>
          </a:xfrm>
          <a:custGeom>
            <a:avLst/>
            <a:gdLst/>
            <a:ahLst/>
            <a:cxnLst/>
            <a:rect l="l" t="t" r="r" b="b"/>
            <a:pathLst>
              <a:path w="27751" h="59261">
                <a:moveTo>
                  <a:pt x="22260" y="988"/>
                </a:moveTo>
                <a:lnTo>
                  <a:pt x="25056" y="3211"/>
                </a:lnTo>
                <a:lnTo>
                  <a:pt x="26159" y="5032"/>
                </a:lnTo>
                <a:lnTo>
                  <a:pt x="26850" y="6174"/>
                </a:lnTo>
                <a:lnTo>
                  <a:pt x="27751" y="11234"/>
                </a:lnTo>
                <a:lnTo>
                  <a:pt x="27551" y="15310"/>
                </a:lnTo>
                <a:lnTo>
                  <a:pt x="27352" y="19136"/>
                </a:lnTo>
                <a:lnTo>
                  <a:pt x="27751" y="23458"/>
                </a:lnTo>
                <a:lnTo>
                  <a:pt x="27253" y="26175"/>
                </a:lnTo>
                <a:lnTo>
                  <a:pt x="26551" y="29382"/>
                </a:lnTo>
                <a:lnTo>
                  <a:pt x="26422" y="30711"/>
                </a:lnTo>
                <a:lnTo>
                  <a:pt x="26252" y="32472"/>
                </a:lnTo>
                <a:lnTo>
                  <a:pt x="25953" y="35064"/>
                </a:lnTo>
                <a:lnTo>
                  <a:pt x="25255" y="37902"/>
                </a:lnTo>
                <a:lnTo>
                  <a:pt x="23357" y="40740"/>
                </a:lnTo>
                <a:lnTo>
                  <a:pt x="22536" y="40995"/>
                </a:lnTo>
                <a:lnTo>
                  <a:pt x="22161" y="41111"/>
                </a:lnTo>
                <a:lnTo>
                  <a:pt x="22062" y="43829"/>
                </a:lnTo>
                <a:lnTo>
                  <a:pt x="22261" y="48026"/>
                </a:lnTo>
                <a:lnTo>
                  <a:pt x="20862" y="51481"/>
                </a:lnTo>
                <a:lnTo>
                  <a:pt x="18067" y="54940"/>
                </a:lnTo>
                <a:lnTo>
                  <a:pt x="15472" y="57532"/>
                </a:lnTo>
                <a:lnTo>
                  <a:pt x="12677" y="59261"/>
                </a:lnTo>
                <a:lnTo>
                  <a:pt x="9085" y="58519"/>
                </a:lnTo>
                <a:lnTo>
                  <a:pt x="5389" y="55434"/>
                </a:lnTo>
                <a:lnTo>
                  <a:pt x="4767" y="52905"/>
                </a:lnTo>
                <a:lnTo>
                  <a:pt x="4691" y="52595"/>
                </a:lnTo>
                <a:lnTo>
                  <a:pt x="4891" y="49629"/>
                </a:lnTo>
                <a:lnTo>
                  <a:pt x="4990" y="45803"/>
                </a:lnTo>
                <a:lnTo>
                  <a:pt x="5028" y="45175"/>
                </a:lnTo>
                <a:lnTo>
                  <a:pt x="5190" y="42471"/>
                </a:lnTo>
                <a:lnTo>
                  <a:pt x="5190" y="38519"/>
                </a:lnTo>
                <a:lnTo>
                  <a:pt x="4994" y="35360"/>
                </a:lnTo>
                <a:lnTo>
                  <a:pt x="2694" y="32965"/>
                </a:lnTo>
                <a:lnTo>
                  <a:pt x="2429" y="32018"/>
                </a:lnTo>
                <a:lnTo>
                  <a:pt x="1897" y="30124"/>
                </a:lnTo>
                <a:lnTo>
                  <a:pt x="398" y="26298"/>
                </a:lnTo>
                <a:lnTo>
                  <a:pt x="326" y="24683"/>
                </a:lnTo>
                <a:lnTo>
                  <a:pt x="199" y="21850"/>
                </a:lnTo>
                <a:lnTo>
                  <a:pt x="85" y="18882"/>
                </a:lnTo>
                <a:lnTo>
                  <a:pt x="0" y="16668"/>
                </a:lnTo>
                <a:lnTo>
                  <a:pt x="398" y="10246"/>
                </a:lnTo>
                <a:lnTo>
                  <a:pt x="1107" y="8276"/>
                </a:lnTo>
                <a:lnTo>
                  <a:pt x="1996" y="5803"/>
                </a:lnTo>
                <a:lnTo>
                  <a:pt x="3506" y="3935"/>
                </a:lnTo>
                <a:lnTo>
                  <a:pt x="6287" y="2595"/>
                </a:lnTo>
                <a:lnTo>
                  <a:pt x="9483" y="987"/>
                </a:lnTo>
                <a:lnTo>
                  <a:pt x="14874" y="246"/>
                </a:lnTo>
                <a:lnTo>
                  <a:pt x="18267" y="0"/>
                </a:lnTo>
                <a:lnTo>
                  <a:pt x="22260" y="988"/>
                </a:lnTo>
                <a:close/>
              </a:path>
            </a:pathLst>
          </a:custGeom>
          <a:ln w="1040">
            <a:solidFill>
              <a:srgbClr val="FF9F9F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03" name="object 803"/>
          <p:cNvSpPr/>
          <p:nvPr/>
        </p:nvSpPr>
        <p:spPr>
          <a:xfrm>
            <a:off x="6296946" y="2725424"/>
            <a:ext cx="15774" cy="24319"/>
          </a:xfrm>
          <a:custGeom>
            <a:avLst/>
            <a:gdLst/>
            <a:ahLst/>
            <a:cxnLst/>
            <a:rect l="l" t="t" r="r" b="b"/>
            <a:pathLst>
              <a:path w="15774" h="24319">
                <a:moveTo>
                  <a:pt x="0" y="0"/>
                </a:moveTo>
                <a:lnTo>
                  <a:pt x="800" y="6174"/>
                </a:lnTo>
                <a:lnTo>
                  <a:pt x="2395" y="10493"/>
                </a:lnTo>
                <a:lnTo>
                  <a:pt x="3196" y="12467"/>
                </a:lnTo>
                <a:lnTo>
                  <a:pt x="4891" y="14815"/>
                </a:lnTo>
                <a:lnTo>
                  <a:pt x="7287" y="16915"/>
                </a:lnTo>
                <a:lnTo>
                  <a:pt x="8885" y="18642"/>
                </a:lnTo>
                <a:lnTo>
                  <a:pt x="10982" y="20370"/>
                </a:lnTo>
                <a:lnTo>
                  <a:pt x="11979" y="23208"/>
                </a:lnTo>
                <a:lnTo>
                  <a:pt x="12279" y="24319"/>
                </a:lnTo>
                <a:lnTo>
                  <a:pt x="14674" y="21974"/>
                </a:lnTo>
                <a:lnTo>
                  <a:pt x="15774" y="20122"/>
                </a:lnTo>
                <a:lnTo>
                  <a:pt x="15674" y="18889"/>
                </a:lnTo>
                <a:lnTo>
                  <a:pt x="15674" y="13702"/>
                </a:lnTo>
                <a:lnTo>
                  <a:pt x="12477" y="13702"/>
                </a:lnTo>
                <a:lnTo>
                  <a:pt x="9384" y="12467"/>
                </a:lnTo>
                <a:lnTo>
                  <a:pt x="7486" y="12467"/>
                </a:lnTo>
                <a:lnTo>
                  <a:pt x="5492" y="10863"/>
                </a:lnTo>
                <a:lnTo>
                  <a:pt x="2997" y="8272"/>
                </a:lnTo>
                <a:lnTo>
                  <a:pt x="1697" y="5309"/>
                </a:lnTo>
                <a:lnTo>
                  <a:pt x="0" y="0"/>
                </a:lnTo>
                <a:close/>
              </a:path>
            </a:pathLst>
          </a:custGeom>
          <a:solidFill>
            <a:srgbClr val="FF7E7E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04" name="object 804"/>
          <p:cNvSpPr/>
          <p:nvPr/>
        </p:nvSpPr>
        <p:spPr>
          <a:xfrm>
            <a:off x="6295649" y="2726411"/>
            <a:ext cx="1197" cy="1851"/>
          </a:xfrm>
          <a:custGeom>
            <a:avLst/>
            <a:gdLst/>
            <a:ahLst/>
            <a:cxnLst/>
            <a:rect l="l" t="t" r="r" b="b"/>
            <a:pathLst>
              <a:path w="1197" h="1851">
                <a:moveTo>
                  <a:pt x="798" y="0"/>
                </a:moveTo>
                <a:lnTo>
                  <a:pt x="598" y="0"/>
                </a:lnTo>
                <a:lnTo>
                  <a:pt x="199" y="247"/>
                </a:lnTo>
                <a:lnTo>
                  <a:pt x="0" y="370"/>
                </a:lnTo>
                <a:lnTo>
                  <a:pt x="0" y="1605"/>
                </a:lnTo>
                <a:lnTo>
                  <a:pt x="199" y="1728"/>
                </a:lnTo>
                <a:lnTo>
                  <a:pt x="1197" y="1605"/>
                </a:lnTo>
                <a:lnTo>
                  <a:pt x="1197" y="247"/>
                </a:lnTo>
                <a:lnTo>
                  <a:pt x="798" y="0"/>
                </a:lnTo>
                <a:close/>
              </a:path>
            </a:pathLst>
          </a:custGeom>
          <a:solidFill>
            <a:srgbClr val="BEBE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05" name="object 805"/>
          <p:cNvSpPr/>
          <p:nvPr/>
        </p:nvSpPr>
        <p:spPr>
          <a:xfrm>
            <a:off x="6295649" y="2726411"/>
            <a:ext cx="1197" cy="1851"/>
          </a:xfrm>
          <a:custGeom>
            <a:avLst/>
            <a:gdLst/>
            <a:ahLst/>
            <a:cxnLst/>
            <a:rect l="l" t="t" r="r" b="b"/>
            <a:pathLst>
              <a:path w="1197" h="1851">
                <a:moveTo>
                  <a:pt x="798" y="0"/>
                </a:moveTo>
                <a:lnTo>
                  <a:pt x="1197" y="247"/>
                </a:lnTo>
                <a:lnTo>
                  <a:pt x="1197" y="1605"/>
                </a:lnTo>
                <a:lnTo>
                  <a:pt x="299" y="1851"/>
                </a:lnTo>
                <a:lnTo>
                  <a:pt x="0" y="1605"/>
                </a:lnTo>
                <a:lnTo>
                  <a:pt x="0" y="370"/>
                </a:lnTo>
                <a:lnTo>
                  <a:pt x="199" y="247"/>
                </a:lnTo>
                <a:lnTo>
                  <a:pt x="598" y="0"/>
                </a:lnTo>
                <a:lnTo>
                  <a:pt x="798" y="0"/>
                </a:lnTo>
                <a:close/>
              </a:path>
            </a:pathLst>
          </a:custGeom>
          <a:ln w="106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06" name="object 806"/>
          <p:cNvSpPr/>
          <p:nvPr/>
        </p:nvSpPr>
        <p:spPr>
          <a:xfrm>
            <a:off x="6294251" y="2723572"/>
            <a:ext cx="18568" cy="15553"/>
          </a:xfrm>
          <a:custGeom>
            <a:avLst/>
            <a:gdLst/>
            <a:ahLst/>
            <a:cxnLst/>
            <a:rect l="l" t="t" r="r" b="b"/>
            <a:pathLst>
              <a:path w="18568" h="15553">
                <a:moveTo>
                  <a:pt x="18568" y="15307"/>
                </a:moveTo>
                <a:lnTo>
                  <a:pt x="16471" y="15553"/>
                </a:lnTo>
                <a:lnTo>
                  <a:pt x="13776" y="14936"/>
                </a:lnTo>
                <a:lnTo>
                  <a:pt x="10782" y="14319"/>
                </a:lnTo>
                <a:lnTo>
                  <a:pt x="8486" y="12715"/>
                </a:lnTo>
                <a:lnTo>
                  <a:pt x="6888" y="11481"/>
                </a:lnTo>
                <a:lnTo>
                  <a:pt x="5692" y="10000"/>
                </a:lnTo>
                <a:lnTo>
                  <a:pt x="4691" y="8272"/>
                </a:lnTo>
                <a:lnTo>
                  <a:pt x="3794" y="5553"/>
                </a:lnTo>
                <a:lnTo>
                  <a:pt x="3295" y="3085"/>
                </a:lnTo>
                <a:lnTo>
                  <a:pt x="2996" y="740"/>
                </a:lnTo>
                <a:lnTo>
                  <a:pt x="2395" y="2097"/>
                </a:lnTo>
                <a:lnTo>
                  <a:pt x="1996" y="2345"/>
                </a:lnTo>
                <a:lnTo>
                  <a:pt x="1398" y="2468"/>
                </a:lnTo>
                <a:lnTo>
                  <a:pt x="1098" y="2220"/>
                </a:lnTo>
                <a:lnTo>
                  <a:pt x="700" y="2097"/>
                </a:lnTo>
                <a:lnTo>
                  <a:pt x="99" y="1234"/>
                </a:lnTo>
                <a:lnTo>
                  <a:pt x="0" y="0"/>
                </a:lnTo>
              </a:path>
            </a:pathLst>
          </a:custGeom>
          <a:ln w="568">
            <a:solidFill>
              <a:srgbClr val="FF9F9F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07" name="object 807"/>
          <p:cNvSpPr/>
          <p:nvPr/>
        </p:nvSpPr>
        <p:spPr>
          <a:xfrm>
            <a:off x="6301837" y="2711474"/>
            <a:ext cx="7586" cy="2962"/>
          </a:xfrm>
          <a:custGeom>
            <a:avLst/>
            <a:gdLst/>
            <a:ahLst/>
            <a:cxnLst/>
            <a:rect l="l" t="t" r="r" b="b"/>
            <a:pathLst>
              <a:path w="7586" h="2962">
                <a:moveTo>
                  <a:pt x="7586" y="494"/>
                </a:moveTo>
                <a:lnTo>
                  <a:pt x="6090" y="0"/>
                </a:lnTo>
                <a:lnTo>
                  <a:pt x="4990" y="0"/>
                </a:lnTo>
                <a:lnTo>
                  <a:pt x="3396" y="370"/>
                </a:lnTo>
                <a:lnTo>
                  <a:pt x="1697" y="863"/>
                </a:lnTo>
                <a:lnTo>
                  <a:pt x="701" y="2220"/>
                </a:lnTo>
                <a:lnTo>
                  <a:pt x="0" y="2962"/>
                </a:lnTo>
              </a:path>
            </a:pathLst>
          </a:custGeom>
          <a:ln w="601">
            <a:solidFill>
              <a:srgbClr val="3E1F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08" name="object 808"/>
          <p:cNvSpPr/>
          <p:nvPr/>
        </p:nvSpPr>
        <p:spPr>
          <a:xfrm>
            <a:off x="6313318" y="2710611"/>
            <a:ext cx="4593" cy="1480"/>
          </a:xfrm>
          <a:custGeom>
            <a:avLst/>
            <a:gdLst/>
            <a:ahLst/>
            <a:cxnLst/>
            <a:rect l="l" t="t" r="r" b="b"/>
            <a:pathLst>
              <a:path w="4593" h="1480">
                <a:moveTo>
                  <a:pt x="0" y="1357"/>
                </a:moveTo>
                <a:lnTo>
                  <a:pt x="798" y="740"/>
                </a:lnTo>
                <a:lnTo>
                  <a:pt x="1997" y="0"/>
                </a:lnTo>
                <a:lnTo>
                  <a:pt x="3293" y="246"/>
                </a:lnTo>
                <a:lnTo>
                  <a:pt x="3891" y="617"/>
                </a:lnTo>
                <a:lnTo>
                  <a:pt x="4593" y="1480"/>
                </a:lnTo>
              </a:path>
            </a:pathLst>
          </a:custGeom>
          <a:ln w="606">
            <a:solidFill>
              <a:srgbClr val="3E1F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09" name="object 809"/>
          <p:cNvSpPr/>
          <p:nvPr/>
        </p:nvSpPr>
        <p:spPr>
          <a:xfrm>
            <a:off x="6285368" y="2690981"/>
            <a:ext cx="34437" cy="61728"/>
          </a:xfrm>
          <a:custGeom>
            <a:avLst/>
            <a:gdLst/>
            <a:ahLst/>
            <a:cxnLst/>
            <a:rect l="l" t="t" r="r" b="b"/>
            <a:pathLst>
              <a:path w="34437" h="61728">
                <a:moveTo>
                  <a:pt x="11278" y="2714"/>
                </a:moveTo>
                <a:lnTo>
                  <a:pt x="9981" y="4072"/>
                </a:lnTo>
                <a:lnTo>
                  <a:pt x="8284" y="5552"/>
                </a:lnTo>
                <a:lnTo>
                  <a:pt x="7387" y="7158"/>
                </a:lnTo>
                <a:lnTo>
                  <a:pt x="5688" y="8392"/>
                </a:lnTo>
                <a:lnTo>
                  <a:pt x="4691" y="10246"/>
                </a:lnTo>
                <a:lnTo>
                  <a:pt x="3691" y="11973"/>
                </a:lnTo>
                <a:lnTo>
                  <a:pt x="2994" y="14195"/>
                </a:lnTo>
                <a:lnTo>
                  <a:pt x="2500" y="17794"/>
                </a:lnTo>
                <a:lnTo>
                  <a:pt x="2096" y="20739"/>
                </a:lnTo>
                <a:lnTo>
                  <a:pt x="1598" y="28638"/>
                </a:lnTo>
                <a:lnTo>
                  <a:pt x="1096" y="37527"/>
                </a:lnTo>
                <a:lnTo>
                  <a:pt x="598" y="44566"/>
                </a:lnTo>
                <a:lnTo>
                  <a:pt x="385" y="47359"/>
                </a:lnTo>
                <a:lnTo>
                  <a:pt x="99" y="51110"/>
                </a:lnTo>
                <a:lnTo>
                  <a:pt x="0" y="61728"/>
                </a:lnTo>
                <a:lnTo>
                  <a:pt x="3392" y="59753"/>
                </a:lnTo>
                <a:lnTo>
                  <a:pt x="6489" y="56171"/>
                </a:lnTo>
                <a:lnTo>
                  <a:pt x="9384" y="52715"/>
                </a:lnTo>
                <a:lnTo>
                  <a:pt x="10281" y="50247"/>
                </a:lnTo>
                <a:lnTo>
                  <a:pt x="10440" y="48863"/>
                </a:lnTo>
                <a:lnTo>
                  <a:pt x="10580" y="47651"/>
                </a:lnTo>
                <a:lnTo>
                  <a:pt x="10756" y="45979"/>
                </a:lnTo>
                <a:lnTo>
                  <a:pt x="10879" y="44813"/>
                </a:lnTo>
                <a:lnTo>
                  <a:pt x="10787" y="43329"/>
                </a:lnTo>
                <a:lnTo>
                  <a:pt x="10679" y="41604"/>
                </a:lnTo>
                <a:lnTo>
                  <a:pt x="10431" y="38623"/>
                </a:lnTo>
                <a:lnTo>
                  <a:pt x="10381" y="38021"/>
                </a:lnTo>
                <a:lnTo>
                  <a:pt x="10082" y="31851"/>
                </a:lnTo>
                <a:lnTo>
                  <a:pt x="10297" y="30337"/>
                </a:lnTo>
                <a:lnTo>
                  <a:pt x="10679" y="27651"/>
                </a:lnTo>
                <a:lnTo>
                  <a:pt x="11278" y="25430"/>
                </a:lnTo>
                <a:lnTo>
                  <a:pt x="11879" y="23456"/>
                </a:lnTo>
                <a:lnTo>
                  <a:pt x="13275" y="20122"/>
                </a:lnTo>
                <a:lnTo>
                  <a:pt x="14175" y="16293"/>
                </a:lnTo>
                <a:lnTo>
                  <a:pt x="14375" y="13578"/>
                </a:lnTo>
                <a:lnTo>
                  <a:pt x="14773" y="10863"/>
                </a:lnTo>
                <a:lnTo>
                  <a:pt x="16770" y="10246"/>
                </a:lnTo>
                <a:lnTo>
                  <a:pt x="18566" y="9999"/>
                </a:lnTo>
                <a:lnTo>
                  <a:pt x="21261" y="9999"/>
                </a:lnTo>
                <a:lnTo>
                  <a:pt x="24255" y="10863"/>
                </a:lnTo>
                <a:lnTo>
                  <a:pt x="26152" y="11727"/>
                </a:lnTo>
                <a:lnTo>
                  <a:pt x="27949" y="13332"/>
                </a:lnTo>
                <a:lnTo>
                  <a:pt x="29545" y="14565"/>
                </a:lnTo>
                <a:lnTo>
                  <a:pt x="31044" y="16047"/>
                </a:lnTo>
                <a:lnTo>
                  <a:pt x="31760" y="17546"/>
                </a:lnTo>
                <a:lnTo>
                  <a:pt x="32343" y="18765"/>
                </a:lnTo>
                <a:lnTo>
                  <a:pt x="33241" y="21851"/>
                </a:lnTo>
                <a:lnTo>
                  <a:pt x="34337" y="18268"/>
                </a:lnTo>
                <a:lnTo>
                  <a:pt x="34437" y="11973"/>
                </a:lnTo>
                <a:lnTo>
                  <a:pt x="33439" y="8641"/>
                </a:lnTo>
                <a:lnTo>
                  <a:pt x="31641" y="5183"/>
                </a:lnTo>
                <a:lnTo>
                  <a:pt x="27750" y="2467"/>
                </a:lnTo>
                <a:lnTo>
                  <a:pt x="24556" y="863"/>
                </a:lnTo>
                <a:lnTo>
                  <a:pt x="22859" y="0"/>
                </a:lnTo>
                <a:lnTo>
                  <a:pt x="17668" y="0"/>
                </a:lnTo>
                <a:lnTo>
                  <a:pt x="14773" y="863"/>
                </a:lnTo>
                <a:lnTo>
                  <a:pt x="11278" y="2714"/>
                </a:lnTo>
                <a:close/>
              </a:path>
            </a:pathLst>
          </a:custGeom>
          <a:solidFill>
            <a:srgbClr val="3E1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10" name="object 810"/>
          <p:cNvSpPr/>
          <p:nvPr/>
        </p:nvSpPr>
        <p:spPr>
          <a:xfrm>
            <a:off x="6285368" y="2690981"/>
            <a:ext cx="34437" cy="61728"/>
          </a:xfrm>
          <a:custGeom>
            <a:avLst/>
            <a:gdLst/>
            <a:ahLst/>
            <a:cxnLst/>
            <a:rect l="l" t="t" r="r" b="b"/>
            <a:pathLst>
              <a:path w="34437" h="61728">
                <a:moveTo>
                  <a:pt x="24556" y="863"/>
                </a:moveTo>
                <a:lnTo>
                  <a:pt x="27750" y="2467"/>
                </a:lnTo>
                <a:lnTo>
                  <a:pt x="31641" y="5183"/>
                </a:lnTo>
                <a:lnTo>
                  <a:pt x="33439" y="8641"/>
                </a:lnTo>
                <a:lnTo>
                  <a:pt x="34437" y="11973"/>
                </a:lnTo>
                <a:lnTo>
                  <a:pt x="34337" y="18268"/>
                </a:lnTo>
                <a:lnTo>
                  <a:pt x="33241" y="21851"/>
                </a:lnTo>
                <a:lnTo>
                  <a:pt x="32343" y="18765"/>
                </a:lnTo>
                <a:lnTo>
                  <a:pt x="31760" y="17546"/>
                </a:lnTo>
                <a:lnTo>
                  <a:pt x="31044" y="16047"/>
                </a:lnTo>
                <a:lnTo>
                  <a:pt x="29545" y="14565"/>
                </a:lnTo>
                <a:lnTo>
                  <a:pt x="27949" y="13332"/>
                </a:lnTo>
                <a:lnTo>
                  <a:pt x="26152" y="11727"/>
                </a:lnTo>
                <a:lnTo>
                  <a:pt x="24255" y="10863"/>
                </a:lnTo>
                <a:lnTo>
                  <a:pt x="21261" y="9999"/>
                </a:lnTo>
                <a:lnTo>
                  <a:pt x="18566" y="9999"/>
                </a:lnTo>
                <a:lnTo>
                  <a:pt x="16770" y="10246"/>
                </a:lnTo>
                <a:lnTo>
                  <a:pt x="14773" y="10863"/>
                </a:lnTo>
                <a:lnTo>
                  <a:pt x="14375" y="13578"/>
                </a:lnTo>
                <a:lnTo>
                  <a:pt x="14175" y="16293"/>
                </a:lnTo>
                <a:lnTo>
                  <a:pt x="13275" y="20122"/>
                </a:lnTo>
                <a:lnTo>
                  <a:pt x="11879" y="23456"/>
                </a:lnTo>
                <a:lnTo>
                  <a:pt x="11278" y="25430"/>
                </a:lnTo>
                <a:lnTo>
                  <a:pt x="10679" y="27651"/>
                </a:lnTo>
                <a:lnTo>
                  <a:pt x="10297" y="30337"/>
                </a:lnTo>
                <a:lnTo>
                  <a:pt x="10082" y="31851"/>
                </a:lnTo>
                <a:lnTo>
                  <a:pt x="10381" y="38021"/>
                </a:lnTo>
                <a:lnTo>
                  <a:pt x="10431" y="38623"/>
                </a:lnTo>
                <a:lnTo>
                  <a:pt x="10679" y="41604"/>
                </a:lnTo>
                <a:lnTo>
                  <a:pt x="10787" y="43329"/>
                </a:lnTo>
                <a:lnTo>
                  <a:pt x="10879" y="44813"/>
                </a:lnTo>
                <a:lnTo>
                  <a:pt x="10756" y="45979"/>
                </a:lnTo>
                <a:lnTo>
                  <a:pt x="10580" y="47651"/>
                </a:lnTo>
                <a:lnTo>
                  <a:pt x="10440" y="48863"/>
                </a:lnTo>
                <a:lnTo>
                  <a:pt x="10281" y="50247"/>
                </a:lnTo>
                <a:lnTo>
                  <a:pt x="9384" y="52715"/>
                </a:lnTo>
                <a:lnTo>
                  <a:pt x="6489" y="56171"/>
                </a:lnTo>
                <a:lnTo>
                  <a:pt x="3392" y="59753"/>
                </a:lnTo>
                <a:lnTo>
                  <a:pt x="0" y="61728"/>
                </a:lnTo>
                <a:lnTo>
                  <a:pt x="99" y="51110"/>
                </a:lnTo>
                <a:lnTo>
                  <a:pt x="385" y="47359"/>
                </a:lnTo>
                <a:lnTo>
                  <a:pt x="598" y="44566"/>
                </a:lnTo>
                <a:lnTo>
                  <a:pt x="1096" y="37527"/>
                </a:lnTo>
                <a:lnTo>
                  <a:pt x="1598" y="28638"/>
                </a:lnTo>
                <a:lnTo>
                  <a:pt x="2096" y="20739"/>
                </a:lnTo>
                <a:lnTo>
                  <a:pt x="2500" y="17794"/>
                </a:lnTo>
                <a:lnTo>
                  <a:pt x="2994" y="14195"/>
                </a:lnTo>
                <a:lnTo>
                  <a:pt x="3691" y="11973"/>
                </a:lnTo>
                <a:lnTo>
                  <a:pt x="4691" y="10246"/>
                </a:lnTo>
                <a:lnTo>
                  <a:pt x="5688" y="8392"/>
                </a:lnTo>
                <a:lnTo>
                  <a:pt x="7387" y="7158"/>
                </a:lnTo>
                <a:lnTo>
                  <a:pt x="8284" y="5552"/>
                </a:lnTo>
                <a:lnTo>
                  <a:pt x="9981" y="4072"/>
                </a:lnTo>
                <a:lnTo>
                  <a:pt x="11278" y="2714"/>
                </a:lnTo>
                <a:lnTo>
                  <a:pt x="14773" y="863"/>
                </a:lnTo>
                <a:lnTo>
                  <a:pt x="17668" y="0"/>
                </a:lnTo>
                <a:lnTo>
                  <a:pt x="22859" y="0"/>
                </a:lnTo>
                <a:lnTo>
                  <a:pt x="24556" y="863"/>
                </a:lnTo>
                <a:close/>
              </a:path>
            </a:pathLst>
          </a:custGeom>
          <a:ln w="1053">
            <a:solidFill>
              <a:srgbClr val="3E1F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11" name="object 811"/>
          <p:cNvSpPr/>
          <p:nvPr/>
        </p:nvSpPr>
        <p:spPr>
          <a:xfrm>
            <a:off x="6291656" y="2703696"/>
            <a:ext cx="5791" cy="40740"/>
          </a:xfrm>
          <a:custGeom>
            <a:avLst/>
            <a:gdLst/>
            <a:ahLst/>
            <a:cxnLst/>
            <a:rect l="l" t="t" r="r" b="b"/>
            <a:pathLst>
              <a:path w="5791" h="40740">
                <a:moveTo>
                  <a:pt x="5791" y="0"/>
                </a:moveTo>
                <a:lnTo>
                  <a:pt x="5591" y="2961"/>
                </a:lnTo>
                <a:lnTo>
                  <a:pt x="4990" y="5553"/>
                </a:lnTo>
                <a:lnTo>
                  <a:pt x="4392" y="8272"/>
                </a:lnTo>
                <a:lnTo>
                  <a:pt x="3295" y="11481"/>
                </a:lnTo>
                <a:lnTo>
                  <a:pt x="2495" y="14072"/>
                </a:lnTo>
                <a:lnTo>
                  <a:pt x="1697" y="16296"/>
                </a:lnTo>
                <a:lnTo>
                  <a:pt x="1199" y="18148"/>
                </a:lnTo>
                <a:lnTo>
                  <a:pt x="999" y="20862"/>
                </a:lnTo>
                <a:lnTo>
                  <a:pt x="700" y="26791"/>
                </a:lnTo>
                <a:lnTo>
                  <a:pt x="700" y="31603"/>
                </a:lnTo>
                <a:lnTo>
                  <a:pt x="501" y="35552"/>
                </a:lnTo>
                <a:lnTo>
                  <a:pt x="0" y="40740"/>
                </a:lnTo>
              </a:path>
            </a:pathLst>
          </a:custGeom>
          <a:ln w="500">
            <a:solidFill>
              <a:srgbClr val="5F3E1F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12" name="object 812"/>
          <p:cNvSpPr/>
          <p:nvPr/>
        </p:nvSpPr>
        <p:spPr>
          <a:xfrm>
            <a:off x="6288362" y="2701597"/>
            <a:ext cx="7187" cy="49631"/>
          </a:xfrm>
          <a:custGeom>
            <a:avLst/>
            <a:gdLst/>
            <a:ahLst/>
            <a:cxnLst/>
            <a:rect l="l" t="t" r="r" b="b"/>
            <a:pathLst>
              <a:path w="7187" h="49631">
                <a:moveTo>
                  <a:pt x="7187" y="0"/>
                </a:moveTo>
                <a:lnTo>
                  <a:pt x="6987" y="3826"/>
                </a:lnTo>
                <a:lnTo>
                  <a:pt x="5988" y="6665"/>
                </a:lnTo>
                <a:lnTo>
                  <a:pt x="4592" y="9630"/>
                </a:lnTo>
                <a:lnTo>
                  <a:pt x="3093" y="13332"/>
                </a:lnTo>
                <a:lnTo>
                  <a:pt x="2495" y="16789"/>
                </a:lnTo>
                <a:lnTo>
                  <a:pt x="1697" y="21852"/>
                </a:lnTo>
                <a:lnTo>
                  <a:pt x="1398" y="24813"/>
                </a:lnTo>
                <a:lnTo>
                  <a:pt x="1199" y="30370"/>
                </a:lnTo>
                <a:lnTo>
                  <a:pt x="1199" y="35554"/>
                </a:lnTo>
                <a:lnTo>
                  <a:pt x="697" y="39754"/>
                </a:lnTo>
                <a:lnTo>
                  <a:pt x="398" y="42469"/>
                </a:lnTo>
                <a:lnTo>
                  <a:pt x="0" y="49631"/>
                </a:lnTo>
              </a:path>
            </a:pathLst>
          </a:custGeom>
          <a:ln w="501">
            <a:solidFill>
              <a:srgbClr val="5F3E1F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13" name="object 813"/>
          <p:cNvSpPr/>
          <p:nvPr/>
        </p:nvSpPr>
        <p:spPr>
          <a:xfrm>
            <a:off x="6297945" y="2695299"/>
            <a:ext cx="21261" cy="13580"/>
          </a:xfrm>
          <a:custGeom>
            <a:avLst/>
            <a:gdLst/>
            <a:ahLst/>
            <a:cxnLst/>
            <a:rect l="l" t="t" r="r" b="b"/>
            <a:pathLst>
              <a:path w="21261" h="13580">
                <a:moveTo>
                  <a:pt x="0" y="3702"/>
                </a:moveTo>
                <a:lnTo>
                  <a:pt x="1997" y="1728"/>
                </a:lnTo>
                <a:lnTo>
                  <a:pt x="3393" y="864"/>
                </a:lnTo>
                <a:lnTo>
                  <a:pt x="5091" y="494"/>
                </a:lnTo>
                <a:lnTo>
                  <a:pt x="6388" y="0"/>
                </a:lnTo>
                <a:lnTo>
                  <a:pt x="7885" y="494"/>
                </a:lnTo>
                <a:lnTo>
                  <a:pt x="9484" y="740"/>
                </a:lnTo>
                <a:lnTo>
                  <a:pt x="11678" y="1482"/>
                </a:lnTo>
                <a:lnTo>
                  <a:pt x="14073" y="3085"/>
                </a:lnTo>
                <a:lnTo>
                  <a:pt x="16669" y="5064"/>
                </a:lnTo>
                <a:lnTo>
                  <a:pt x="18566" y="8025"/>
                </a:lnTo>
                <a:lnTo>
                  <a:pt x="20065" y="9877"/>
                </a:lnTo>
                <a:lnTo>
                  <a:pt x="20663" y="11975"/>
                </a:lnTo>
                <a:lnTo>
                  <a:pt x="21261" y="13580"/>
                </a:lnTo>
              </a:path>
            </a:pathLst>
          </a:custGeom>
          <a:ln w="583">
            <a:solidFill>
              <a:srgbClr val="5F3E1F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14" name="object 814"/>
          <p:cNvSpPr/>
          <p:nvPr/>
        </p:nvSpPr>
        <p:spPr>
          <a:xfrm>
            <a:off x="6301139" y="2700116"/>
            <a:ext cx="17668" cy="12344"/>
          </a:xfrm>
          <a:custGeom>
            <a:avLst/>
            <a:gdLst/>
            <a:ahLst/>
            <a:cxnLst/>
            <a:rect l="l" t="t" r="r" b="b"/>
            <a:pathLst>
              <a:path w="17668" h="12344">
                <a:moveTo>
                  <a:pt x="0" y="1111"/>
                </a:moveTo>
                <a:lnTo>
                  <a:pt x="3194" y="0"/>
                </a:lnTo>
                <a:lnTo>
                  <a:pt x="5190" y="0"/>
                </a:lnTo>
                <a:lnTo>
                  <a:pt x="8085" y="494"/>
                </a:lnTo>
                <a:lnTo>
                  <a:pt x="10879" y="1974"/>
                </a:lnTo>
                <a:lnTo>
                  <a:pt x="13375" y="4072"/>
                </a:lnTo>
                <a:lnTo>
                  <a:pt x="15572" y="7158"/>
                </a:lnTo>
                <a:lnTo>
                  <a:pt x="16970" y="10000"/>
                </a:lnTo>
                <a:lnTo>
                  <a:pt x="17469" y="11851"/>
                </a:lnTo>
                <a:lnTo>
                  <a:pt x="17668" y="12344"/>
                </a:lnTo>
              </a:path>
            </a:pathLst>
          </a:custGeom>
          <a:ln w="578">
            <a:solidFill>
              <a:srgbClr val="5F3E1F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15" name="object 815"/>
          <p:cNvSpPr/>
          <p:nvPr/>
        </p:nvSpPr>
        <p:spPr>
          <a:xfrm>
            <a:off x="6289761" y="2807646"/>
            <a:ext cx="7986" cy="74694"/>
          </a:xfrm>
          <a:custGeom>
            <a:avLst/>
            <a:gdLst/>
            <a:ahLst/>
            <a:cxnLst/>
            <a:rect l="l" t="t" r="r" b="b"/>
            <a:pathLst>
              <a:path w="7986" h="74694">
                <a:moveTo>
                  <a:pt x="7986" y="0"/>
                </a:moveTo>
                <a:lnTo>
                  <a:pt x="3891" y="8889"/>
                </a:lnTo>
                <a:lnTo>
                  <a:pt x="697" y="18395"/>
                </a:lnTo>
                <a:lnTo>
                  <a:pt x="0" y="33456"/>
                </a:lnTo>
                <a:lnTo>
                  <a:pt x="698" y="48520"/>
                </a:lnTo>
                <a:lnTo>
                  <a:pt x="698" y="62469"/>
                </a:lnTo>
                <a:lnTo>
                  <a:pt x="698" y="74694"/>
                </a:lnTo>
              </a:path>
            </a:pathLst>
          </a:custGeom>
          <a:ln w="49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16" name="object 816"/>
          <p:cNvSpPr/>
          <p:nvPr/>
        </p:nvSpPr>
        <p:spPr>
          <a:xfrm>
            <a:off x="6292655" y="2741722"/>
            <a:ext cx="21461" cy="65923"/>
          </a:xfrm>
          <a:custGeom>
            <a:avLst/>
            <a:gdLst/>
            <a:ahLst/>
            <a:cxnLst/>
            <a:rect l="l" t="t" r="r" b="b"/>
            <a:pathLst>
              <a:path w="21461" h="65923">
                <a:moveTo>
                  <a:pt x="1197" y="11481"/>
                </a:moveTo>
                <a:lnTo>
                  <a:pt x="798" y="17897"/>
                </a:lnTo>
                <a:lnTo>
                  <a:pt x="409" y="21553"/>
                </a:lnTo>
                <a:lnTo>
                  <a:pt x="299" y="22591"/>
                </a:lnTo>
                <a:lnTo>
                  <a:pt x="239" y="25678"/>
                </a:lnTo>
                <a:lnTo>
                  <a:pt x="0" y="38144"/>
                </a:lnTo>
                <a:lnTo>
                  <a:pt x="872" y="48517"/>
                </a:lnTo>
                <a:lnTo>
                  <a:pt x="997" y="49999"/>
                </a:lnTo>
                <a:lnTo>
                  <a:pt x="2994" y="56294"/>
                </a:lnTo>
                <a:lnTo>
                  <a:pt x="4272" y="63140"/>
                </a:lnTo>
                <a:lnTo>
                  <a:pt x="4792" y="65923"/>
                </a:lnTo>
                <a:lnTo>
                  <a:pt x="7686" y="58268"/>
                </a:lnTo>
                <a:lnTo>
                  <a:pt x="8629" y="55149"/>
                </a:lnTo>
                <a:lnTo>
                  <a:pt x="11977" y="44072"/>
                </a:lnTo>
                <a:lnTo>
                  <a:pt x="15671" y="29382"/>
                </a:lnTo>
                <a:lnTo>
                  <a:pt x="17160" y="23747"/>
                </a:lnTo>
                <a:lnTo>
                  <a:pt x="18965" y="16910"/>
                </a:lnTo>
                <a:lnTo>
                  <a:pt x="20264" y="12715"/>
                </a:lnTo>
                <a:lnTo>
                  <a:pt x="21161" y="9135"/>
                </a:lnTo>
                <a:lnTo>
                  <a:pt x="21461" y="6170"/>
                </a:lnTo>
                <a:lnTo>
                  <a:pt x="20862" y="3332"/>
                </a:lnTo>
                <a:lnTo>
                  <a:pt x="20563" y="0"/>
                </a:lnTo>
                <a:lnTo>
                  <a:pt x="20264" y="4566"/>
                </a:lnTo>
                <a:lnTo>
                  <a:pt x="19712" y="5156"/>
                </a:lnTo>
                <a:lnTo>
                  <a:pt x="18765" y="6170"/>
                </a:lnTo>
                <a:lnTo>
                  <a:pt x="15273" y="10493"/>
                </a:lnTo>
                <a:lnTo>
                  <a:pt x="11279" y="13825"/>
                </a:lnTo>
                <a:lnTo>
                  <a:pt x="8684" y="13825"/>
                </a:lnTo>
                <a:lnTo>
                  <a:pt x="5390" y="10987"/>
                </a:lnTo>
                <a:lnTo>
                  <a:pt x="4445" y="9492"/>
                </a:lnTo>
                <a:lnTo>
                  <a:pt x="3592" y="8144"/>
                </a:lnTo>
                <a:lnTo>
                  <a:pt x="3174" y="6960"/>
                </a:lnTo>
                <a:lnTo>
                  <a:pt x="2894" y="6170"/>
                </a:lnTo>
                <a:lnTo>
                  <a:pt x="2789" y="4360"/>
                </a:lnTo>
                <a:lnTo>
                  <a:pt x="2694" y="2714"/>
                </a:lnTo>
                <a:lnTo>
                  <a:pt x="1695" y="7158"/>
                </a:lnTo>
                <a:lnTo>
                  <a:pt x="1581" y="8144"/>
                </a:lnTo>
                <a:lnTo>
                  <a:pt x="1197" y="1148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17" name="object 817"/>
          <p:cNvSpPr/>
          <p:nvPr/>
        </p:nvSpPr>
        <p:spPr>
          <a:xfrm>
            <a:off x="6292655" y="2741722"/>
            <a:ext cx="21461" cy="65923"/>
          </a:xfrm>
          <a:custGeom>
            <a:avLst/>
            <a:gdLst/>
            <a:ahLst/>
            <a:cxnLst/>
            <a:rect l="l" t="t" r="r" b="b"/>
            <a:pathLst>
              <a:path w="21461" h="65923">
                <a:moveTo>
                  <a:pt x="20862" y="3332"/>
                </a:moveTo>
                <a:lnTo>
                  <a:pt x="21461" y="6170"/>
                </a:lnTo>
                <a:lnTo>
                  <a:pt x="21161" y="9135"/>
                </a:lnTo>
                <a:lnTo>
                  <a:pt x="20264" y="12715"/>
                </a:lnTo>
                <a:lnTo>
                  <a:pt x="18965" y="16910"/>
                </a:lnTo>
                <a:lnTo>
                  <a:pt x="17160" y="23747"/>
                </a:lnTo>
                <a:lnTo>
                  <a:pt x="15671" y="29382"/>
                </a:lnTo>
                <a:lnTo>
                  <a:pt x="11977" y="44072"/>
                </a:lnTo>
                <a:lnTo>
                  <a:pt x="8629" y="55149"/>
                </a:lnTo>
                <a:lnTo>
                  <a:pt x="7686" y="58268"/>
                </a:lnTo>
                <a:lnTo>
                  <a:pt x="4792" y="65923"/>
                </a:lnTo>
                <a:lnTo>
                  <a:pt x="4272" y="63140"/>
                </a:lnTo>
                <a:lnTo>
                  <a:pt x="2994" y="56294"/>
                </a:lnTo>
                <a:lnTo>
                  <a:pt x="1026" y="50091"/>
                </a:lnTo>
                <a:lnTo>
                  <a:pt x="872" y="48517"/>
                </a:lnTo>
                <a:lnTo>
                  <a:pt x="0" y="38144"/>
                </a:lnTo>
                <a:lnTo>
                  <a:pt x="239" y="25678"/>
                </a:lnTo>
                <a:lnTo>
                  <a:pt x="299" y="22591"/>
                </a:lnTo>
                <a:lnTo>
                  <a:pt x="409" y="21553"/>
                </a:lnTo>
                <a:lnTo>
                  <a:pt x="798" y="17897"/>
                </a:lnTo>
                <a:lnTo>
                  <a:pt x="1197" y="11481"/>
                </a:lnTo>
                <a:lnTo>
                  <a:pt x="1581" y="8144"/>
                </a:lnTo>
                <a:lnTo>
                  <a:pt x="1695" y="7158"/>
                </a:lnTo>
                <a:lnTo>
                  <a:pt x="2694" y="2714"/>
                </a:lnTo>
                <a:lnTo>
                  <a:pt x="2789" y="4360"/>
                </a:lnTo>
                <a:lnTo>
                  <a:pt x="2894" y="6170"/>
                </a:lnTo>
                <a:lnTo>
                  <a:pt x="3174" y="6960"/>
                </a:lnTo>
                <a:lnTo>
                  <a:pt x="3592" y="8144"/>
                </a:lnTo>
                <a:lnTo>
                  <a:pt x="4445" y="9492"/>
                </a:lnTo>
                <a:lnTo>
                  <a:pt x="5390" y="10987"/>
                </a:lnTo>
                <a:lnTo>
                  <a:pt x="8684" y="13825"/>
                </a:lnTo>
                <a:lnTo>
                  <a:pt x="11279" y="13825"/>
                </a:lnTo>
                <a:lnTo>
                  <a:pt x="15273" y="10493"/>
                </a:lnTo>
                <a:lnTo>
                  <a:pt x="18765" y="6170"/>
                </a:lnTo>
                <a:lnTo>
                  <a:pt x="19712" y="5156"/>
                </a:lnTo>
                <a:lnTo>
                  <a:pt x="20264" y="4566"/>
                </a:lnTo>
                <a:lnTo>
                  <a:pt x="20563" y="0"/>
                </a:lnTo>
                <a:lnTo>
                  <a:pt x="20862" y="3332"/>
                </a:lnTo>
                <a:close/>
              </a:path>
            </a:pathLst>
          </a:custGeom>
          <a:ln w="101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18" name="object 818"/>
          <p:cNvSpPr/>
          <p:nvPr/>
        </p:nvSpPr>
        <p:spPr>
          <a:xfrm>
            <a:off x="6299744" y="2755918"/>
            <a:ext cx="2795" cy="45927"/>
          </a:xfrm>
          <a:custGeom>
            <a:avLst/>
            <a:gdLst/>
            <a:ahLst/>
            <a:cxnLst/>
            <a:rect l="l" t="t" r="r" b="b"/>
            <a:pathLst>
              <a:path w="2795" h="45927">
                <a:moveTo>
                  <a:pt x="2795" y="0"/>
                </a:moveTo>
                <a:lnTo>
                  <a:pt x="2795" y="8518"/>
                </a:lnTo>
                <a:lnTo>
                  <a:pt x="1595" y="14940"/>
                </a:lnTo>
                <a:lnTo>
                  <a:pt x="1096" y="23208"/>
                </a:lnTo>
                <a:lnTo>
                  <a:pt x="598" y="31357"/>
                </a:lnTo>
                <a:lnTo>
                  <a:pt x="598" y="38642"/>
                </a:lnTo>
                <a:lnTo>
                  <a:pt x="398" y="43701"/>
                </a:lnTo>
                <a:lnTo>
                  <a:pt x="0" y="45927"/>
                </a:lnTo>
              </a:path>
            </a:pathLst>
          </a:custGeom>
          <a:ln w="49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19" name="object 819"/>
          <p:cNvSpPr/>
          <p:nvPr/>
        </p:nvSpPr>
        <p:spPr>
          <a:xfrm>
            <a:off x="6298544" y="2756781"/>
            <a:ext cx="2196" cy="47409"/>
          </a:xfrm>
          <a:custGeom>
            <a:avLst/>
            <a:gdLst/>
            <a:ahLst/>
            <a:cxnLst/>
            <a:rect l="l" t="t" r="r" b="b"/>
            <a:pathLst>
              <a:path w="2196" h="47409">
                <a:moveTo>
                  <a:pt x="2196" y="0"/>
                </a:moveTo>
                <a:lnTo>
                  <a:pt x="2196" y="4816"/>
                </a:lnTo>
                <a:lnTo>
                  <a:pt x="1996" y="7654"/>
                </a:lnTo>
                <a:lnTo>
                  <a:pt x="1199" y="15803"/>
                </a:lnTo>
                <a:lnTo>
                  <a:pt x="398" y="24446"/>
                </a:lnTo>
                <a:lnTo>
                  <a:pt x="99" y="32468"/>
                </a:lnTo>
                <a:lnTo>
                  <a:pt x="99" y="39630"/>
                </a:lnTo>
                <a:lnTo>
                  <a:pt x="99" y="44446"/>
                </a:lnTo>
                <a:lnTo>
                  <a:pt x="0" y="47409"/>
                </a:lnTo>
              </a:path>
            </a:pathLst>
          </a:custGeom>
          <a:ln w="49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20" name="object 820"/>
          <p:cNvSpPr/>
          <p:nvPr/>
        </p:nvSpPr>
        <p:spPr>
          <a:xfrm>
            <a:off x="6302837" y="2757029"/>
            <a:ext cx="5390" cy="8764"/>
          </a:xfrm>
          <a:custGeom>
            <a:avLst/>
            <a:gdLst/>
            <a:ahLst/>
            <a:cxnLst/>
            <a:rect l="l" t="t" r="r" b="b"/>
            <a:pathLst>
              <a:path w="5390" h="8764">
                <a:moveTo>
                  <a:pt x="2097" y="4692"/>
                </a:moveTo>
                <a:lnTo>
                  <a:pt x="0" y="0"/>
                </a:lnTo>
                <a:lnTo>
                  <a:pt x="0" y="3334"/>
                </a:lnTo>
                <a:lnTo>
                  <a:pt x="697" y="4815"/>
                </a:lnTo>
                <a:lnTo>
                  <a:pt x="1997" y="7037"/>
                </a:lnTo>
                <a:lnTo>
                  <a:pt x="3293" y="7654"/>
                </a:lnTo>
                <a:lnTo>
                  <a:pt x="5390" y="8764"/>
                </a:lnTo>
                <a:lnTo>
                  <a:pt x="2097" y="4692"/>
                </a:lnTo>
                <a:close/>
              </a:path>
            </a:pathLst>
          </a:custGeom>
          <a:solidFill>
            <a:srgbClr val="9F9FBE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21" name="object 821"/>
          <p:cNvSpPr/>
          <p:nvPr/>
        </p:nvSpPr>
        <p:spPr>
          <a:xfrm>
            <a:off x="6293454" y="2746411"/>
            <a:ext cx="8984" cy="19259"/>
          </a:xfrm>
          <a:custGeom>
            <a:avLst/>
            <a:gdLst/>
            <a:ahLst/>
            <a:cxnLst/>
            <a:rect l="l" t="t" r="r" b="b"/>
            <a:pathLst>
              <a:path w="8984" h="19259">
                <a:moveTo>
                  <a:pt x="1497" y="0"/>
                </a:moveTo>
                <a:lnTo>
                  <a:pt x="797" y="2591"/>
                </a:lnTo>
                <a:lnTo>
                  <a:pt x="697" y="5434"/>
                </a:lnTo>
                <a:lnTo>
                  <a:pt x="560" y="6170"/>
                </a:lnTo>
                <a:lnTo>
                  <a:pt x="398" y="7037"/>
                </a:lnTo>
                <a:lnTo>
                  <a:pt x="162" y="9081"/>
                </a:lnTo>
                <a:lnTo>
                  <a:pt x="99" y="9629"/>
                </a:lnTo>
                <a:lnTo>
                  <a:pt x="0" y="14692"/>
                </a:lnTo>
                <a:lnTo>
                  <a:pt x="198" y="16544"/>
                </a:lnTo>
                <a:lnTo>
                  <a:pt x="586" y="18052"/>
                </a:lnTo>
                <a:lnTo>
                  <a:pt x="896" y="19259"/>
                </a:lnTo>
                <a:lnTo>
                  <a:pt x="4791" y="15803"/>
                </a:lnTo>
                <a:lnTo>
                  <a:pt x="8984" y="8889"/>
                </a:lnTo>
                <a:lnTo>
                  <a:pt x="6888" y="8272"/>
                </a:lnTo>
                <a:lnTo>
                  <a:pt x="5290" y="6543"/>
                </a:lnTo>
                <a:lnTo>
                  <a:pt x="3392" y="4816"/>
                </a:lnTo>
                <a:lnTo>
                  <a:pt x="2395" y="2838"/>
                </a:lnTo>
                <a:lnTo>
                  <a:pt x="2078" y="1837"/>
                </a:lnTo>
                <a:lnTo>
                  <a:pt x="149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22" name="object 822"/>
          <p:cNvSpPr/>
          <p:nvPr/>
        </p:nvSpPr>
        <p:spPr>
          <a:xfrm>
            <a:off x="6293454" y="2746411"/>
            <a:ext cx="8984" cy="19259"/>
          </a:xfrm>
          <a:custGeom>
            <a:avLst/>
            <a:gdLst/>
            <a:ahLst/>
            <a:cxnLst/>
            <a:rect l="l" t="t" r="r" b="b"/>
            <a:pathLst>
              <a:path w="8984" h="19259">
                <a:moveTo>
                  <a:pt x="2078" y="1837"/>
                </a:moveTo>
                <a:lnTo>
                  <a:pt x="2395" y="2838"/>
                </a:lnTo>
                <a:lnTo>
                  <a:pt x="3392" y="4816"/>
                </a:lnTo>
                <a:lnTo>
                  <a:pt x="5290" y="6543"/>
                </a:lnTo>
                <a:lnTo>
                  <a:pt x="6888" y="8272"/>
                </a:lnTo>
                <a:lnTo>
                  <a:pt x="8984" y="8889"/>
                </a:lnTo>
                <a:lnTo>
                  <a:pt x="4791" y="15803"/>
                </a:lnTo>
                <a:lnTo>
                  <a:pt x="896" y="19259"/>
                </a:lnTo>
                <a:lnTo>
                  <a:pt x="586" y="18052"/>
                </a:lnTo>
                <a:lnTo>
                  <a:pt x="198" y="16544"/>
                </a:lnTo>
                <a:lnTo>
                  <a:pt x="0" y="14692"/>
                </a:lnTo>
                <a:lnTo>
                  <a:pt x="99" y="9629"/>
                </a:lnTo>
                <a:lnTo>
                  <a:pt x="162" y="9081"/>
                </a:lnTo>
                <a:lnTo>
                  <a:pt x="398" y="7037"/>
                </a:lnTo>
                <a:lnTo>
                  <a:pt x="560" y="6170"/>
                </a:lnTo>
                <a:lnTo>
                  <a:pt x="697" y="5434"/>
                </a:lnTo>
                <a:lnTo>
                  <a:pt x="797" y="2591"/>
                </a:lnTo>
                <a:lnTo>
                  <a:pt x="1497" y="0"/>
                </a:lnTo>
                <a:lnTo>
                  <a:pt x="2078" y="1837"/>
                </a:lnTo>
                <a:close/>
              </a:path>
            </a:pathLst>
          </a:custGeom>
          <a:ln w="103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23" name="object 823"/>
          <p:cNvSpPr/>
          <p:nvPr/>
        </p:nvSpPr>
        <p:spPr>
          <a:xfrm>
            <a:off x="6301339" y="2746658"/>
            <a:ext cx="12676" cy="19136"/>
          </a:xfrm>
          <a:custGeom>
            <a:avLst/>
            <a:gdLst/>
            <a:ahLst/>
            <a:cxnLst/>
            <a:rect l="l" t="t" r="r" b="b"/>
            <a:pathLst>
              <a:path w="12676" h="19136">
                <a:moveTo>
                  <a:pt x="2595" y="13209"/>
                </a:moveTo>
                <a:lnTo>
                  <a:pt x="3562" y="14606"/>
                </a:lnTo>
                <a:lnTo>
                  <a:pt x="4392" y="15803"/>
                </a:lnTo>
                <a:lnTo>
                  <a:pt x="7386" y="19136"/>
                </a:lnTo>
                <a:lnTo>
                  <a:pt x="8217" y="17595"/>
                </a:lnTo>
                <a:lnTo>
                  <a:pt x="9184" y="15803"/>
                </a:lnTo>
                <a:lnTo>
                  <a:pt x="10410" y="11696"/>
                </a:lnTo>
                <a:lnTo>
                  <a:pt x="10879" y="10123"/>
                </a:lnTo>
                <a:lnTo>
                  <a:pt x="11956" y="5804"/>
                </a:lnTo>
                <a:lnTo>
                  <a:pt x="12676" y="2591"/>
                </a:lnTo>
                <a:lnTo>
                  <a:pt x="12477" y="0"/>
                </a:lnTo>
                <a:lnTo>
                  <a:pt x="8785" y="2591"/>
                </a:lnTo>
                <a:lnTo>
                  <a:pt x="6987" y="4446"/>
                </a:lnTo>
                <a:lnTo>
                  <a:pt x="5488" y="5804"/>
                </a:lnTo>
                <a:lnTo>
                  <a:pt x="4093" y="7037"/>
                </a:lnTo>
                <a:lnTo>
                  <a:pt x="2395" y="8025"/>
                </a:lnTo>
                <a:lnTo>
                  <a:pt x="0" y="9260"/>
                </a:lnTo>
                <a:lnTo>
                  <a:pt x="2595" y="1320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24" name="object 824"/>
          <p:cNvSpPr/>
          <p:nvPr/>
        </p:nvSpPr>
        <p:spPr>
          <a:xfrm>
            <a:off x="6301339" y="2746658"/>
            <a:ext cx="12676" cy="19136"/>
          </a:xfrm>
          <a:custGeom>
            <a:avLst/>
            <a:gdLst/>
            <a:ahLst/>
            <a:cxnLst/>
            <a:rect l="l" t="t" r="r" b="b"/>
            <a:pathLst>
              <a:path w="12676" h="19136">
                <a:moveTo>
                  <a:pt x="12477" y="0"/>
                </a:moveTo>
                <a:lnTo>
                  <a:pt x="12676" y="2591"/>
                </a:lnTo>
                <a:lnTo>
                  <a:pt x="12079" y="5310"/>
                </a:lnTo>
                <a:lnTo>
                  <a:pt x="10879" y="10123"/>
                </a:lnTo>
                <a:lnTo>
                  <a:pt x="10410" y="11696"/>
                </a:lnTo>
                <a:lnTo>
                  <a:pt x="9184" y="15803"/>
                </a:lnTo>
                <a:lnTo>
                  <a:pt x="8217" y="17595"/>
                </a:lnTo>
                <a:lnTo>
                  <a:pt x="7386" y="19136"/>
                </a:lnTo>
                <a:lnTo>
                  <a:pt x="4392" y="15803"/>
                </a:lnTo>
                <a:lnTo>
                  <a:pt x="3562" y="14606"/>
                </a:lnTo>
                <a:lnTo>
                  <a:pt x="2595" y="13209"/>
                </a:lnTo>
                <a:lnTo>
                  <a:pt x="0" y="9260"/>
                </a:lnTo>
                <a:lnTo>
                  <a:pt x="2395" y="8025"/>
                </a:lnTo>
                <a:lnTo>
                  <a:pt x="4093" y="7037"/>
                </a:lnTo>
                <a:lnTo>
                  <a:pt x="5488" y="5804"/>
                </a:lnTo>
                <a:lnTo>
                  <a:pt x="6987" y="4446"/>
                </a:lnTo>
                <a:lnTo>
                  <a:pt x="8785" y="2591"/>
                </a:lnTo>
                <a:lnTo>
                  <a:pt x="12477" y="0"/>
                </a:lnTo>
                <a:close/>
              </a:path>
            </a:pathLst>
          </a:custGeom>
          <a:ln w="106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25" name="object 825"/>
          <p:cNvSpPr/>
          <p:nvPr/>
        </p:nvSpPr>
        <p:spPr>
          <a:xfrm>
            <a:off x="6299043" y="2702214"/>
            <a:ext cx="4292" cy="4073"/>
          </a:xfrm>
          <a:custGeom>
            <a:avLst/>
            <a:gdLst/>
            <a:ahLst/>
            <a:cxnLst/>
            <a:rect l="l" t="t" r="r" b="b"/>
            <a:pathLst>
              <a:path w="4292" h="4073">
                <a:moveTo>
                  <a:pt x="1598" y="0"/>
                </a:moveTo>
                <a:lnTo>
                  <a:pt x="0" y="493"/>
                </a:lnTo>
                <a:lnTo>
                  <a:pt x="2296" y="740"/>
                </a:lnTo>
                <a:lnTo>
                  <a:pt x="3793" y="2099"/>
                </a:lnTo>
                <a:lnTo>
                  <a:pt x="4292" y="4073"/>
                </a:lnTo>
                <a:lnTo>
                  <a:pt x="4292" y="2345"/>
                </a:lnTo>
                <a:lnTo>
                  <a:pt x="4093" y="740"/>
                </a:lnTo>
                <a:lnTo>
                  <a:pt x="3295" y="0"/>
                </a:lnTo>
                <a:lnTo>
                  <a:pt x="1598" y="0"/>
                </a:lnTo>
                <a:close/>
              </a:path>
            </a:pathLst>
          </a:custGeom>
          <a:solidFill>
            <a:srgbClr val="3E1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26" name="object 826"/>
          <p:cNvSpPr/>
          <p:nvPr/>
        </p:nvSpPr>
        <p:spPr>
          <a:xfrm>
            <a:off x="6301139" y="2701474"/>
            <a:ext cx="4393" cy="4072"/>
          </a:xfrm>
          <a:custGeom>
            <a:avLst/>
            <a:gdLst/>
            <a:ahLst/>
            <a:cxnLst/>
            <a:rect l="l" t="t" r="r" b="b"/>
            <a:pathLst>
              <a:path w="4393" h="4072">
                <a:moveTo>
                  <a:pt x="1897" y="0"/>
                </a:moveTo>
                <a:lnTo>
                  <a:pt x="0" y="370"/>
                </a:lnTo>
                <a:lnTo>
                  <a:pt x="2595" y="617"/>
                </a:lnTo>
                <a:lnTo>
                  <a:pt x="3794" y="2097"/>
                </a:lnTo>
                <a:lnTo>
                  <a:pt x="4393" y="4072"/>
                </a:lnTo>
                <a:lnTo>
                  <a:pt x="4393" y="2345"/>
                </a:lnTo>
                <a:lnTo>
                  <a:pt x="4094" y="617"/>
                </a:lnTo>
                <a:lnTo>
                  <a:pt x="3293" y="0"/>
                </a:lnTo>
                <a:lnTo>
                  <a:pt x="1897" y="0"/>
                </a:lnTo>
                <a:close/>
              </a:path>
            </a:pathLst>
          </a:custGeom>
          <a:solidFill>
            <a:srgbClr val="3E1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27" name="object 827"/>
          <p:cNvSpPr/>
          <p:nvPr/>
        </p:nvSpPr>
        <p:spPr>
          <a:xfrm>
            <a:off x="6303535" y="2701722"/>
            <a:ext cx="4094" cy="4072"/>
          </a:xfrm>
          <a:custGeom>
            <a:avLst/>
            <a:gdLst/>
            <a:ahLst/>
            <a:cxnLst/>
            <a:rect l="l" t="t" r="r" b="b"/>
            <a:pathLst>
              <a:path w="4094" h="4072">
                <a:moveTo>
                  <a:pt x="1598" y="0"/>
                </a:moveTo>
                <a:lnTo>
                  <a:pt x="0" y="369"/>
                </a:lnTo>
                <a:lnTo>
                  <a:pt x="2396" y="740"/>
                </a:lnTo>
                <a:lnTo>
                  <a:pt x="3493" y="2097"/>
                </a:lnTo>
                <a:lnTo>
                  <a:pt x="4094" y="4072"/>
                </a:lnTo>
                <a:lnTo>
                  <a:pt x="4094" y="2344"/>
                </a:lnTo>
                <a:lnTo>
                  <a:pt x="3895" y="740"/>
                </a:lnTo>
                <a:lnTo>
                  <a:pt x="2994" y="0"/>
                </a:lnTo>
                <a:lnTo>
                  <a:pt x="1598" y="0"/>
                </a:lnTo>
                <a:close/>
              </a:path>
            </a:pathLst>
          </a:custGeom>
          <a:solidFill>
            <a:srgbClr val="3E1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28" name="object 828"/>
          <p:cNvSpPr/>
          <p:nvPr/>
        </p:nvSpPr>
        <p:spPr>
          <a:xfrm>
            <a:off x="6307629" y="2729373"/>
            <a:ext cx="5490" cy="2842"/>
          </a:xfrm>
          <a:custGeom>
            <a:avLst/>
            <a:gdLst/>
            <a:ahLst/>
            <a:cxnLst/>
            <a:rect l="l" t="t" r="r" b="b"/>
            <a:pathLst>
              <a:path w="5490" h="2842">
                <a:moveTo>
                  <a:pt x="5290" y="2842"/>
                </a:moveTo>
                <a:lnTo>
                  <a:pt x="5490" y="0"/>
                </a:lnTo>
                <a:lnTo>
                  <a:pt x="4792" y="369"/>
                </a:lnTo>
                <a:lnTo>
                  <a:pt x="4191" y="123"/>
                </a:lnTo>
                <a:lnTo>
                  <a:pt x="3493" y="0"/>
                </a:lnTo>
                <a:lnTo>
                  <a:pt x="2894" y="0"/>
                </a:lnTo>
                <a:lnTo>
                  <a:pt x="0" y="1113"/>
                </a:lnTo>
                <a:lnTo>
                  <a:pt x="1895" y="2348"/>
                </a:lnTo>
                <a:lnTo>
                  <a:pt x="5290" y="2842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29" name="object 829"/>
          <p:cNvSpPr/>
          <p:nvPr/>
        </p:nvSpPr>
        <p:spPr>
          <a:xfrm>
            <a:off x="6307629" y="2729373"/>
            <a:ext cx="5490" cy="2842"/>
          </a:xfrm>
          <a:custGeom>
            <a:avLst/>
            <a:gdLst/>
            <a:ahLst/>
            <a:cxnLst/>
            <a:rect l="l" t="t" r="r" b="b"/>
            <a:pathLst>
              <a:path w="5490" h="2842">
                <a:moveTo>
                  <a:pt x="5290" y="2842"/>
                </a:moveTo>
                <a:lnTo>
                  <a:pt x="1895" y="2348"/>
                </a:lnTo>
                <a:lnTo>
                  <a:pt x="0" y="1113"/>
                </a:lnTo>
                <a:lnTo>
                  <a:pt x="2894" y="0"/>
                </a:lnTo>
                <a:lnTo>
                  <a:pt x="3493" y="0"/>
                </a:lnTo>
                <a:lnTo>
                  <a:pt x="4191" y="123"/>
                </a:lnTo>
                <a:lnTo>
                  <a:pt x="4792" y="369"/>
                </a:lnTo>
                <a:lnTo>
                  <a:pt x="5490" y="0"/>
                </a:lnTo>
                <a:lnTo>
                  <a:pt x="5290" y="2842"/>
                </a:lnTo>
                <a:close/>
              </a:path>
            </a:pathLst>
          </a:custGeom>
          <a:ln w="1185">
            <a:solidFill>
              <a:srgbClr val="FF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30" name="object 830"/>
          <p:cNvSpPr/>
          <p:nvPr/>
        </p:nvSpPr>
        <p:spPr>
          <a:xfrm>
            <a:off x="6308974" y="2730241"/>
            <a:ext cx="6142" cy="492"/>
          </a:xfrm>
          <a:custGeom>
            <a:avLst/>
            <a:gdLst/>
            <a:ahLst/>
            <a:cxnLst/>
            <a:rect l="l" t="t" r="r" b="b"/>
            <a:pathLst>
              <a:path w="6142" h="492">
                <a:moveTo>
                  <a:pt x="6142" y="0"/>
                </a:moveTo>
                <a:lnTo>
                  <a:pt x="4444" y="0"/>
                </a:lnTo>
                <a:lnTo>
                  <a:pt x="3447" y="246"/>
                </a:lnTo>
                <a:lnTo>
                  <a:pt x="2347" y="246"/>
                </a:lnTo>
                <a:lnTo>
                  <a:pt x="1550" y="0"/>
                </a:lnTo>
                <a:lnTo>
                  <a:pt x="350" y="0"/>
                </a:lnTo>
                <a:lnTo>
                  <a:pt x="0" y="50"/>
                </a:lnTo>
                <a:lnTo>
                  <a:pt x="951" y="246"/>
                </a:lnTo>
                <a:lnTo>
                  <a:pt x="1849" y="246"/>
                </a:lnTo>
                <a:lnTo>
                  <a:pt x="3245" y="492"/>
                </a:lnTo>
                <a:lnTo>
                  <a:pt x="4244" y="246"/>
                </a:lnTo>
                <a:lnTo>
                  <a:pt x="5242" y="246"/>
                </a:lnTo>
                <a:lnTo>
                  <a:pt x="6142" y="0"/>
                </a:lnTo>
                <a:close/>
              </a:path>
            </a:pathLst>
          </a:custGeom>
          <a:solidFill>
            <a:srgbClr val="8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31" name="object 831"/>
          <p:cNvSpPr/>
          <p:nvPr/>
        </p:nvSpPr>
        <p:spPr>
          <a:xfrm>
            <a:off x="6307629" y="2730241"/>
            <a:ext cx="1344" cy="246"/>
          </a:xfrm>
          <a:custGeom>
            <a:avLst/>
            <a:gdLst/>
            <a:ahLst/>
            <a:cxnLst/>
            <a:rect l="l" t="t" r="r" b="b"/>
            <a:pathLst>
              <a:path w="1344" h="246">
                <a:moveTo>
                  <a:pt x="1344" y="50"/>
                </a:moveTo>
                <a:lnTo>
                  <a:pt x="1096" y="0"/>
                </a:lnTo>
                <a:lnTo>
                  <a:pt x="0" y="246"/>
                </a:lnTo>
                <a:lnTo>
                  <a:pt x="1344" y="50"/>
                </a:lnTo>
                <a:close/>
              </a:path>
            </a:pathLst>
          </a:custGeom>
          <a:solidFill>
            <a:srgbClr val="8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32" name="object 832"/>
          <p:cNvSpPr/>
          <p:nvPr/>
        </p:nvSpPr>
        <p:spPr>
          <a:xfrm>
            <a:off x="6309225" y="2724190"/>
            <a:ext cx="3594" cy="1234"/>
          </a:xfrm>
          <a:custGeom>
            <a:avLst/>
            <a:gdLst/>
            <a:ahLst/>
            <a:cxnLst/>
            <a:rect l="l" t="t" r="r" b="b"/>
            <a:pathLst>
              <a:path w="3594" h="1234">
                <a:moveTo>
                  <a:pt x="0" y="0"/>
                </a:moveTo>
                <a:lnTo>
                  <a:pt x="99" y="617"/>
                </a:lnTo>
                <a:lnTo>
                  <a:pt x="498" y="986"/>
                </a:lnTo>
                <a:lnTo>
                  <a:pt x="799" y="1234"/>
                </a:lnTo>
                <a:lnTo>
                  <a:pt x="1897" y="1234"/>
                </a:lnTo>
                <a:lnTo>
                  <a:pt x="2096" y="986"/>
                </a:lnTo>
                <a:lnTo>
                  <a:pt x="2395" y="986"/>
                </a:lnTo>
                <a:lnTo>
                  <a:pt x="2794" y="1234"/>
                </a:lnTo>
                <a:lnTo>
                  <a:pt x="3594" y="1234"/>
                </a:lnTo>
                <a:lnTo>
                  <a:pt x="3594" y="986"/>
                </a:lnTo>
                <a:lnTo>
                  <a:pt x="3495" y="617"/>
                </a:lnTo>
                <a:lnTo>
                  <a:pt x="3196" y="369"/>
                </a:lnTo>
                <a:lnTo>
                  <a:pt x="2794" y="0"/>
                </a:lnTo>
                <a:lnTo>
                  <a:pt x="2096" y="0"/>
                </a:lnTo>
                <a:lnTo>
                  <a:pt x="1796" y="123"/>
                </a:lnTo>
                <a:lnTo>
                  <a:pt x="1098" y="369"/>
                </a:lnTo>
                <a:lnTo>
                  <a:pt x="799" y="494"/>
                </a:lnTo>
                <a:lnTo>
                  <a:pt x="398" y="369"/>
                </a:lnTo>
                <a:lnTo>
                  <a:pt x="198" y="123"/>
                </a:lnTo>
                <a:lnTo>
                  <a:pt x="0" y="0"/>
                </a:lnTo>
                <a:close/>
              </a:path>
            </a:pathLst>
          </a:custGeom>
          <a:solidFill>
            <a:srgbClr val="FF7E7E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33" name="object 833"/>
          <p:cNvSpPr/>
          <p:nvPr/>
        </p:nvSpPr>
        <p:spPr>
          <a:xfrm>
            <a:off x="6307227" y="2713695"/>
            <a:ext cx="2898" cy="5308"/>
          </a:xfrm>
          <a:custGeom>
            <a:avLst/>
            <a:gdLst/>
            <a:ahLst/>
            <a:cxnLst/>
            <a:rect l="l" t="t" r="r" b="b"/>
            <a:pathLst>
              <a:path w="2898" h="5308">
                <a:moveTo>
                  <a:pt x="2595" y="1234"/>
                </a:moveTo>
                <a:lnTo>
                  <a:pt x="0" y="0"/>
                </a:lnTo>
                <a:lnTo>
                  <a:pt x="1698" y="1234"/>
                </a:lnTo>
                <a:lnTo>
                  <a:pt x="2496" y="1974"/>
                </a:lnTo>
                <a:lnTo>
                  <a:pt x="2496" y="4073"/>
                </a:lnTo>
                <a:lnTo>
                  <a:pt x="2797" y="5308"/>
                </a:lnTo>
                <a:lnTo>
                  <a:pt x="2898" y="3579"/>
                </a:lnTo>
                <a:lnTo>
                  <a:pt x="2595" y="1234"/>
                </a:lnTo>
                <a:close/>
              </a:path>
            </a:pathLst>
          </a:custGeom>
          <a:solidFill>
            <a:srgbClr val="FF7E7E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34" name="object 834"/>
          <p:cNvSpPr/>
          <p:nvPr/>
        </p:nvSpPr>
        <p:spPr>
          <a:xfrm>
            <a:off x="6303535" y="2714312"/>
            <a:ext cx="4393" cy="2591"/>
          </a:xfrm>
          <a:custGeom>
            <a:avLst/>
            <a:gdLst/>
            <a:ahLst/>
            <a:cxnLst/>
            <a:rect l="l" t="t" r="r" b="b"/>
            <a:pathLst>
              <a:path w="4393" h="2591">
                <a:moveTo>
                  <a:pt x="3293" y="0"/>
                </a:moveTo>
                <a:lnTo>
                  <a:pt x="0" y="1851"/>
                </a:lnTo>
                <a:lnTo>
                  <a:pt x="1498" y="2468"/>
                </a:lnTo>
                <a:lnTo>
                  <a:pt x="4393" y="2591"/>
                </a:lnTo>
                <a:lnTo>
                  <a:pt x="329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35" name="object 835"/>
          <p:cNvSpPr/>
          <p:nvPr/>
        </p:nvSpPr>
        <p:spPr>
          <a:xfrm>
            <a:off x="6303535" y="2714312"/>
            <a:ext cx="4393" cy="2591"/>
          </a:xfrm>
          <a:custGeom>
            <a:avLst/>
            <a:gdLst/>
            <a:ahLst/>
            <a:cxnLst/>
            <a:rect l="l" t="t" r="r" b="b"/>
            <a:pathLst>
              <a:path w="4393" h="2591">
                <a:moveTo>
                  <a:pt x="3293" y="0"/>
                </a:moveTo>
                <a:lnTo>
                  <a:pt x="4393" y="2591"/>
                </a:lnTo>
                <a:lnTo>
                  <a:pt x="1498" y="2468"/>
                </a:lnTo>
                <a:lnTo>
                  <a:pt x="0" y="1851"/>
                </a:lnTo>
                <a:lnTo>
                  <a:pt x="3293" y="0"/>
                </a:lnTo>
                <a:close/>
              </a:path>
            </a:pathLst>
          </a:custGeom>
          <a:ln w="1173">
            <a:solidFill>
              <a:srgbClr val="FF9F9F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36" name="object 836"/>
          <p:cNvSpPr/>
          <p:nvPr/>
        </p:nvSpPr>
        <p:spPr>
          <a:xfrm>
            <a:off x="6305234" y="2714683"/>
            <a:ext cx="3093" cy="2344"/>
          </a:xfrm>
          <a:custGeom>
            <a:avLst/>
            <a:gdLst/>
            <a:ahLst/>
            <a:cxnLst/>
            <a:rect l="l" t="t" r="r" b="b"/>
            <a:pathLst>
              <a:path w="3093" h="2344">
                <a:moveTo>
                  <a:pt x="299" y="369"/>
                </a:moveTo>
                <a:lnTo>
                  <a:pt x="0" y="617"/>
                </a:lnTo>
                <a:lnTo>
                  <a:pt x="0" y="1111"/>
                </a:lnTo>
                <a:lnTo>
                  <a:pt x="99" y="1480"/>
                </a:lnTo>
                <a:lnTo>
                  <a:pt x="299" y="1851"/>
                </a:lnTo>
                <a:lnTo>
                  <a:pt x="498" y="2097"/>
                </a:lnTo>
                <a:lnTo>
                  <a:pt x="797" y="2344"/>
                </a:lnTo>
                <a:lnTo>
                  <a:pt x="2395" y="2344"/>
                </a:lnTo>
                <a:lnTo>
                  <a:pt x="2694" y="2097"/>
                </a:lnTo>
                <a:lnTo>
                  <a:pt x="2694" y="1851"/>
                </a:lnTo>
                <a:lnTo>
                  <a:pt x="2894" y="1851"/>
                </a:lnTo>
                <a:lnTo>
                  <a:pt x="3093" y="1111"/>
                </a:lnTo>
                <a:lnTo>
                  <a:pt x="2994" y="740"/>
                </a:lnTo>
                <a:lnTo>
                  <a:pt x="2894" y="494"/>
                </a:lnTo>
                <a:lnTo>
                  <a:pt x="2694" y="246"/>
                </a:lnTo>
                <a:lnTo>
                  <a:pt x="2096" y="0"/>
                </a:lnTo>
                <a:lnTo>
                  <a:pt x="797" y="0"/>
                </a:lnTo>
                <a:lnTo>
                  <a:pt x="797" y="246"/>
                </a:lnTo>
                <a:lnTo>
                  <a:pt x="299" y="246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37" name="object 837"/>
          <p:cNvSpPr/>
          <p:nvPr/>
        </p:nvSpPr>
        <p:spPr>
          <a:xfrm>
            <a:off x="6306031" y="2714683"/>
            <a:ext cx="1697" cy="1974"/>
          </a:xfrm>
          <a:custGeom>
            <a:avLst/>
            <a:gdLst/>
            <a:ahLst/>
            <a:cxnLst/>
            <a:rect l="l" t="t" r="r" b="b"/>
            <a:pathLst>
              <a:path w="1697" h="1974">
                <a:moveTo>
                  <a:pt x="0" y="986"/>
                </a:moveTo>
                <a:lnTo>
                  <a:pt x="0" y="1480"/>
                </a:lnTo>
                <a:lnTo>
                  <a:pt x="398" y="1974"/>
                </a:lnTo>
                <a:lnTo>
                  <a:pt x="1298" y="1974"/>
                </a:lnTo>
                <a:lnTo>
                  <a:pt x="1697" y="1480"/>
                </a:lnTo>
                <a:lnTo>
                  <a:pt x="1697" y="494"/>
                </a:lnTo>
                <a:lnTo>
                  <a:pt x="1298" y="0"/>
                </a:lnTo>
                <a:lnTo>
                  <a:pt x="398" y="0"/>
                </a:lnTo>
                <a:lnTo>
                  <a:pt x="0" y="494"/>
                </a:lnTo>
                <a:lnTo>
                  <a:pt x="0" y="98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38" name="object 838"/>
          <p:cNvSpPr/>
          <p:nvPr/>
        </p:nvSpPr>
        <p:spPr>
          <a:xfrm>
            <a:off x="6305732" y="2714930"/>
            <a:ext cx="499" cy="740"/>
          </a:xfrm>
          <a:custGeom>
            <a:avLst/>
            <a:gdLst/>
            <a:ahLst/>
            <a:cxnLst/>
            <a:rect l="l" t="t" r="r" b="b"/>
            <a:pathLst>
              <a:path w="499" h="740">
                <a:moveTo>
                  <a:pt x="0" y="370"/>
                </a:moveTo>
                <a:lnTo>
                  <a:pt x="0" y="617"/>
                </a:lnTo>
                <a:lnTo>
                  <a:pt x="398" y="740"/>
                </a:lnTo>
                <a:lnTo>
                  <a:pt x="499" y="123"/>
                </a:lnTo>
                <a:lnTo>
                  <a:pt x="99" y="0"/>
                </a:lnTo>
                <a:lnTo>
                  <a:pt x="0" y="37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39" name="object 839"/>
          <p:cNvSpPr/>
          <p:nvPr/>
        </p:nvSpPr>
        <p:spPr>
          <a:xfrm>
            <a:off x="6303735" y="2714437"/>
            <a:ext cx="5190" cy="1603"/>
          </a:xfrm>
          <a:custGeom>
            <a:avLst/>
            <a:gdLst/>
            <a:ahLst/>
            <a:cxnLst/>
            <a:rect l="l" t="t" r="r" b="b"/>
            <a:pathLst>
              <a:path w="5190" h="1603">
                <a:moveTo>
                  <a:pt x="5190" y="1232"/>
                </a:moveTo>
                <a:lnTo>
                  <a:pt x="4193" y="0"/>
                </a:lnTo>
                <a:lnTo>
                  <a:pt x="2395" y="246"/>
                </a:lnTo>
                <a:lnTo>
                  <a:pt x="897" y="740"/>
                </a:lnTo>
                <a:lnTo>
                  <a:pt x="0" y="1603"/>
                </a:lnTo>
                <a:lnTo>
                  <a:pt x="2395" y="492"/>
                </a:lnTo>
                <a:lnTo>
                  <a:pt x="3894" y="246"/>
                </a:lnTo>
                <a:lnTo>
                  <a:pt x="5190" y="123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40" name="object 840"/>
          <p:cNvSpPr/>
          <p:nvPr/>
        </p:nvSpPr>
        <p:spPr>
          <a:xfrm>
            <a:off x="6303735" y="2716041"/>
            <a:ext cx="4792" cy="863"/>
          </a:xfrm>
          <a:custGeom>
            <a:avLst/>
            <a:gdLst/>
            <a:ahLst/>
            <a:cxnLst/>
            <a:rect l="l" t="t" r="r" b="b"/>
            <a:pathLst>
              <a:path w="4792" h="863">
                <a:moveTo>
                  <a:pt x="897" y="370"/>
                </a:moveTo>
                <a:lnTo>
                  <a:pt x="2296" y="863"/>
                </a:lnTo>
                <a:lnTo>
                  <a:pt x="3894" y="863"/>
                </a:lnTo>
                <a:lnTo>
                  <a:pt x="4792" y="123"/>
                </a:lnTo>
                <a:lnTo>
                  <a:pt x="3695" y="740"/>
                </a:lnTo>
                <a:lnTo>
                  <a:pt x="2296" y="617"/>
                </a:lnTo>
                <a:lnTo>
                  <a:pt x="0" y="0"/>
                </a:lnTo>
                <a:lnTo>
                  <a:pt x="897" y="3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41" name="object 841"/>
          <p:cNvSpPr/>
          <p:nvPr/>
        </p:nvSpPr>
        <p:spPr>
          <a:xfrm>
            <a:off x="6314416" y="2713943"/>
            <a:ext cx="3295" cy="2591"/>
          </a:xfrm>
          <a:custGeom>
            <a:avLst/>
            <a:gdLst/>
            <a:ahLst/>
            <a:cxnLst/>
            <a:rect l="l" t="t" r="r" b="b"/>
            <a:pathLst>
              <a:path w="3295" h="2591">
                <a:moveTo>
                  <a:pt x="700" y="0"/>
                </a:moveTo>
                <a:lnTo>
                  <a:pt x="0" y="2591"/>
                </a:lnTo>
                <a:lnTo>
                  <a:pt x="3295" y="1726"/>
                </a:lnTo>
                <a:lnTo>
                  <a:pt x="7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42" name="object 842"/>
          <p:cNvSpPr/>
          <p:nvPr/>
        </p:nvSpPr>
        <p:spPr>
          <a:xfrm>
            <a:off x="6314416" y="2713943"/>
            <a:ext cx="3295" cy="2591"/>
          </a:xfrm>
          <a:custGeom>
            <a:avLst/>
            <a:gdLst/>
            <a:ahLst/>
            <a:cxnLst/>
            <a:rect l="l" t="t" r="r" b="b"/>
            <a:pathLst>
              <a:path w="3295" h="2591">
                <a:moveTo>
                  <a:pt x="700" y="0"/>
                </a:moveTo>
                <a:lnTo>
                  <a:pt x="3295" y="1726"/>
                </a:lnTo>
                <a:lnTo>
                  <a:pt x="0" y="2591"/>
                </a:lnTo>
                <a:lnTo>
                  <a:pt x="700" y="0"/>
                </a:lnTo>
                <a:close/>
              </a:path>
            </a:pathLst>
          </a:custGeom>
          <a:ln w="1144">
            <a:solidFill>
              <a:srgbClr val="FF9F9F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43" name="object 843"/>
          <p:cNvSpPr/>
          <p:nvPr/>
        </p:nvSpPr>
        <p:spPr>
          <a:xfrm>
            <a:off x="6314116" y="2714560"/>
            <a:ext cx="2595" cy="2097"/>
          </a:xfrm>
          <a:custGeom>
            <a:avLst/>
            <a:gdLst/>
            <a:ahLst/>
            <a:cxnLst/>
            <a:rect l="l" t="t" r="r" b="b"/>
            <a:pathLst>
              <a:path w="2595" h="2097">
                <a:moveTo>
                  <a:pt x="0" y="863"/>
                </a:moveTo>
                <a:lnTo>
                  <a:pt x="0" y="1109"/>
                </a:lnTo>
                <a:lnTo>
                  <a:pt x="299" y="1603"/>
                </a:lnTo>
                <a:lnTo>
                  <a:pt x="498" y="1726"/>
                </a:lnTo>
                <a:lnTo>
                  <a:pt x="697" y="1851"/>
                </a:lnTo>
                <a:lnTo>
                  <a:pt x="900" y="2097"/>
                </a:lnTo>
                <a:lnTo>
                  <a:pt x="1697" y="2097"/>
                </a:lnTo>
                <a:lnTo>
                  <a:pt x="1996" y="1726"/>
                </a:lnTo>
                <a:lnTo>
                  <a:pt x="2195" y="1726"/>
                </a:lnTo>
                <a:lnTo>
                  <a:pt x="2494" y="1603"/>
                </a:lnTo>
                <a:lnTo>
                  <a:pt x="2595" y="986"/>
                </a:lnTo>
                <a:lnTo>
                  <a:pt x="2595" y="492"/>
                </a:lnTo>
                <a:lnTo>
                  <a:pt x="2296" y="246"/>
                </a:lnTo>
                <a:lnTo>
                  <a:pt x="1697" y="0"/>
                </a:lnTo>
                <a:lnTo>
                  <a:pt x="697" y="0"/>
                </a:lnTo>
                <a:lnTo>
                  <a:pt x="299" y="246"/>
                </a:lnTo>
                <a:lnTo>
                  <a:pt x="99" y="246"/>
                </a:lnTo>
                <a:lnTo>
                  <a:pt x="0" y="863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44" name="object 844"/>
          <p:cNvSpPr/>
          <p:nvPr/>
        </p:nvSpPr>
        <p:spPr>
          <a:xfrm>
            <a:off x="6314814" y="2714312"/>
            <a:ext cx="1697" cy="2099"/>
          </a:xfrm>
          <a:custGeom>
            <a:avLst/>
            <a:gdLst/>
            <a:ahLst/>
            <a:cxnLst/>
            <a:rect l="l" t="t" r="r" b="b"/>
            <a:pathLst>
              <a:path w="1697" h="2099">
                <a:moveTo>
                  <a:pt x="0" y="1111"/>
                </a:moveTo>
                <a:lnTo>
                  <a:pt x="0" y="1605"/>
                </a:lnTo>
                <a:lnTo>
                  <a:pt x="400" y="2099"/>
                </a:lnTo>
                <a:lnTo>
                  <a:pt x="1298" y="2099"/>
                </a:lnTo>
                <a:lnTo>
                  <a:pt x="1697" y="1605"/>
                </a:lnTo>
                <a:lnTo>
                  <a:pt x="1697" y="494"/>
                </a:lnTo>
                <a:lnTo>
                  <a:pt x="1298" y="0"/>
                </a:lnTo>
                <a:lnTo>
                  <a:pt x="400" y="0"/>
                </a:lnTo>
                <a:lnTo>
                  <a:pt x="0" y="494"/>
                </a:lnTo>
                <a:lnTo>
                  <a:pt x="0" y="111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45" name="object 845"/>
          <p:cNvSpPr/>
          <p:nvPr/>
        </p:nvSpPr>
        <p:spPr>
          <a:xfrm>
            <a:off x="6314814" y="2714560"/>
            <a:ext cx="501" cy="617"/>
          </a:xfrm>
          <a:custGeom>
            <a:avLst/>
            <a:gdLst/>
            <a:ahLst/>
            <a:cxnLst/>
            <a:rect l="l" t="t" r="r" b="b"/>
            <a:pathLst>
              <a:path w="501" h="617">
                <a:moveTo>
                  <a:pt x="0" y="369"/>
                </a:moveTo>
                <a:lnTo>
                  <a:pt x="99" y="617"/>
                </a:lnTo>
                <a:lnTo>
                  <a:pt x="400" y="617"/>
                </a:lnTo>
                <a:lnTo>
                  <a:pt x="501" y="123"/>
                </a:lnTo>
                <a:lnTo>
                  <a:pt x="99" y="0"/>
                </a:lnTo>
                <a:lnTo>
                  <a:pt x="0" y="36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46" name="object 846"/>
          <p:cNvSpPr/>
          <p:nvPr/>
        </p:nvSpPr>
        <p:spPr>
          <a:xfrm>
            <a:off x="6313718" y="2714312"/>
            <a:ext cx="4193" cy="1357"/>
          </a:xfrm>
          <a:custGeom>
            <a:avLst/>
            <a:gdLst/>
            <a:ahLst/>
            <a:cxnLst/>
            <a:rect l="l" t="t" r="r" b="b"/>
            <a:pathLst>
              <a:path w="4193" h="1357">
                <a:moveTo>
                  <a:pt x="2195" y="124"/>
                </a:moveTo>
                <a:lnTo>
                  <a:pt x="896" y="0"/>
                </a:lnTo>
                <a:lnTo>
                  <a:pt x="0" y="1111"/>
                </a:lnTo>
                <a:lnTo>
                  <a:pt x="1096" y="370"/>
                </a:lnTo>
                <a:lnTo>
                  <a:pt x="2195" y="370"/>
                </a:lnTo>
                <a:lnTo>
                  <a:pt x="4193" y="1357"/>
                </a:lnTo>
                <a:lnTo>
                  <a:pt x="3492" y="617"/>
                </a:lnTo>
                <a:lnTo>
                  <a:pt x="2195" y="1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47" name="object 847"/>
          <p:cNvSpPr/>
          <p:nvPr/>
        </p:nvSpPr>
        <p:spPr>
          <a:xfrm>
            <a:off x="6314116" y="2715670"/>
            <a:ext cx="3694" cy="864"/>
          </a:xfrm>
          <a:custGeom>
            <a:avLst/>
            <a:gdLst/>
            <a:ahLst/>
            <a:cxnLst/>
            <a:rect l="l" t="t" r="r" b="b"/>
            <a:pathLst>
              <a:path w="3694" h="864">
                <a:moveTo>
                  <a:pt x="0" y="247"/>
                </a:moveTo>
                <a:lnTo>
                  <a:pt x="697" y="864"/>
                </a:lnTo>
                <a:lnTo>
                  <a:pt x="1996" y="864"/>
                </a:lnTo>
                <a:lnTo>
                  <a:pt x="3093" y="370"/>
                </a:lnTo>
                <a:lnTo>
                  <a:pt x="3694" y="0"/>
                </a:lnTo>
                <a:lnTo>
                  <a:pt x="1996" y="617"/>
                </a:lnTo>
                <a:lnTo>
                  <a:pt x="999" y="741"/>
                </a:lnTo>
                <a:lnTo>
                  <a:pt x="0" y="24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48" name="object 848"/>
          <p:cNvSpPr/>
          <p:nvPr/>
        </p:nvSpPr>
        <p:spPr>
          <a:xfrm>
            <a:off x="6106160" y="2593340"/>
            <a:ext cx="0" cy="304800"/>
          </a:xfrm>
          <a:custGeom>
            <a:avLst/>
            <a:gdLst/>
            <a:ahLst/>
            <a:cxnLst/>
            <a:rect l="l" t="t" r="r" b="b"/>
            <a:pathLst>
              <a:path w="0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49" name="object 849"/>
          <p:cNvSpPr/>
          <p:nvPr/>
        </p:nvSpPr>
        <p:spPr>
          <a:xfrm>
            <a:off x="6106160" y="2418079"/>
            <a:ext cx="0" cy="175260"/>
          </a:xfrm>
          <a:custGeom>
            <a:avLst/>
            <a:gdLst/>
            <a:ahLst/>
            <a:cxnLst/>
            <a:rect l="l" t="t" r="r" b="b"/>
            <a:pathLst>
              <a:path w="0" h="175260">
                <a:moveTo>
                  <a:pt x="0" y="175260"/>
                </a:moveTo>
                <a:lnTo>
                  <a:pt x="0" y="0"/>
                </a:lnTo>
              </a:path>
            </a:pathLst>
          </a:custGeom>
          <a:ln w="1270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50" name="object 850"/>
          <p:cNvSpPr/>
          <p:nvPr/>
        </p:nvSpPr>
        <p:spPr>
          <a:xfrm>
            <a:off x="7377430" y="1898650"/>
            <a:ext cx="501396" cy="226949"/>
          </a:xfrm>
          <a:custGeom>
            <a:avLst/>
            <a:gdLst/>
            <a:ahLst/>
            <a:cxnLst/>
            <a:rect l="l" t="t" r="r" b="b"/>
            <a:pathLst>
              <a:path w="501396" h="226949">
                <a:moveTo>
                  <a:pt x="0" y="0"/>
                </a:moveTo>
                <a:lnTo>
                  <a:pt x="134874" y="77724"/>
                </a:lnTo>
                <a:lnTo>
                  <a:pt x="141224" y="39624"/>
                </a:lnTo>
                <a:lnTo>
                  <a:pt x="345821" y="166624"/>
                </a:lnTo>
                <a:lnTo>
                  <a:pt x="356997" y="146050"/>
                </a:lnTo>
                <a:lnTo>
                  <a:pt x="501396" y="226949"/>
                </a:lnTo>
              </a:path>
            </a:pathLst>
          </a:custGeom>
          <a:ln w="12700">
            <a:solidFill>
              <a:srgbClr val="414141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51" name="object 851"/>
          <p:cNvSpPr/>
          <p:nvPr/>
        </p:nvSpPr>
        <p:spPr>
          <a:xfrm>
            <a:off x="7153909" y="1946910"/>
            <a:ext cx="346329" cy="346328"/>
          </a:xfrm>
          <a:custGeom>
            <a:avLst/>
            <a:gdLst/>
            <a:ahLst/>
            <a:cxnLst/>
            <a:rect l="l" t="t" r="r" b="b"/>
            <a:pathLst>
              <a:path w="346329" h="346328">
                <a:moveTo>
                  <a:pt x="0" y="0"/>
                </a:moveTo>
                <a:lnTo>
                  <a:pt x="49275" y="100075"/>
                </a:lnTo>
                <a:lnTo>
                  <a:pt x="108076" y="68325"/>
                </a:lnTo>
                <a:lnTo>
                  <a:pt x="219329" y="247903"/>
                </a:lnTo>
                <a:lnTo>
                  <a:pt x="265303" y="225678"/>
                </a:lnTo>
                <a:lnTo>
                  <a:pt x="346329" y="346328"/>
                </a:lnTo>
              </a:path>
            </a:pathLst>
          </a:custGeom>
          <a:ln w="12700">
            <a:solidFill>
              <a:srgbClr val="414141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52" name="object 852"/>
          <p:cNvSpPr/>
          <p:nvPr/>
        </p:nvSpPr>
        <p:spPr>
          <a:xfrm>
            <a:off x="6633209" y="1946910"/>
            <a:ext cx="351536" cy="346328"/>
          </a:xfrm>
          <a:custGeom>
            <a:avLst/>
            <a:gdLst/>
            <a:ahLst/>
            <a:cxnLst/>
            <a:rect l="l" t="t" r="r" b="b"/>
            <a:pathLst>
              <a:path w="351536" h="346328">
                <a:moveTo>
                  <a:pt x="351536" y="0"/>
                </a:moveTo>
                <a:lnTo>
                  <a:pt x="299212" y="96900"/>
                </a:lnTo>
                <a:lnTo>
                  <a:pt x="235839" y="68325"/>
                </a:lnTo>
                <a:lnTo>
                  <a:pt x="121920" y="247903"/>
                </a:lnTo>
                <a:lnTo>
                  <a:pt x="79121" y="220852"/>
                </a:lnTo>
                <a:lnTo>
                  <a:pt x="0" y="346328"/>
                </a:lnTo>
              </a:path>
            </a:pathLst>
          </a:custGeom>
          <a:ln w="12700">
            <a:solidFill>
              <a:srgbClr val="414141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53" name="object 853"/>
          <p:cNvSpPr/>
          <p:nvPr/>
        </p:nvSpPr>
        <p:spPr>
          <a:xfrm>
            <a:off x="6262370" y="1896110"/>
            <a:ext cx="496188" cy="226949"/>
          </a:xfrm>
          <a:custGeom>
            <a:avLst/>
            <a:gdLst/>
            <a:ahLst/>
            <a:cxnLst/>
            <a:rect l="l" t="t" r="r" b="b"/>
            <a:pathLst>
              <a:path w="496188" h="226949">
                <a:moveTo>
                  <a:pt x="496188" y="0"/>
                </a:moveTo>
                <a:lnTo>
                  <a:pt x="362584" y="82550"/>
                </a:lnTo>
                <a:lnTo>
                  <a:pt x="359409" y="45974"/>
                </a:lnTo>
                <a:lnTo>
                  <a:pt x="155828" y="174625"/>
                </a:lnTo>
                <a:lnTo>
                  <a:pt x="143128" y="144399"/>
                </a:lnTo>
                <a:lnTo>
                  <a:pt x="0" y="226949"/>
                </a:lnTo>
              </a:path>
            </a:pathLst>
          </a:custGeom>
          <a:ln w="12699">
            <a:solidFill>
              <a:srgbClr val="414141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54" name="object 854"/>
          <p:cNvSpPr/>
          <p:nvPr/>
        </p:nvSpPr>
        <p:spPr>
          <a:xfrm>
            <a:off x="6224270" y="2566670"/>
            <a:ext cx="188975" cy="59435"/>
          </a:xfrm>
          <a:custGeom>
            <a:avLst/>
            <a:gdLst/>
            <a:ahLst/>
            <a:cxnLst/>
            <a:rect l="l" t="t" r="r" b="b"/>
            <a:pathLst>
              <a:path w="188975" h="59435">
                <a:moveTo>
                  <a:pt x="0" y="0"/>
                </a:moveTo>
                <a:lnTo>
                  <a:pt x="50800" y="20319"/>
                </a:lnTo>
                <a:lnTo>
                  <a:pt x="53975" y="10921"/>
                </a:lnTo>
                <a:lnTo>
                  <a:pt x="130175" y="43814"/>
                </a:lnTo>
                <a:lnTo>
                  <a:pt x="135000" y="37464"/>
                </a:lnTo>
                <a:lnTo>
                  <a:pt x="188975" y="59435"/>
                </a:lnTo>
              </a:path>
            </a:pathLst>
          </a:custGeom>
          <a:ln w="12700">
            <a:solidFill>
              <a:srgbClr val="414141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55" name="object 855"/>
          <p:cNvSpPr/>
          <p:nvPr/>
        </p:nvSpPr>
        <p:spPr>
          <a:xfrm>
            <a:off x="6140450" y="2579370"/>
            <a:ext cx="133096" cy="94995"/>
          </a:xfrm>
          <a:custGeom>
            <a:avLst/>
            <a:gdLst/>
            <a:ahLst/>
            <a:cxnLst/>
            <a:rect l="l" t="t" r="r" b="b"/>
            <a:pathLst>
              <a:path w="133096" h="94995">
                <a:moveTo>
                  <a:pt x="0" y="0"/>
                </a:moveTo>
                <a:lnTo>
                  <a:pt x="19050" y="26924"/>
                </a:lnTo>
                <a:lnTo>
                  <a:pt x="41148" y="19050"/>
                </a:lnTo>
                <a:lnTo>
                  <a:pt x="83947" y="68071"/>
                </a:lnTo>
                <a:lnTo>
                  <a:pt x="101346" y="61721"/>
                </a:lnTo>
                <a:lnTo>
                  <a:pt x="133096" y="94995"/>
                </a:lnTo>
              </a:path>
            </a:pathLst>
          </a:custGeom>
          <a:ln w="12700">
            <a:solidFill>
              <a:srgbClr val="414141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56" name="object 856"/>
          <p:cNvSpPr/>
          <p:nvPr/>
        </p:nvSpPr>
        <p:spPr>
          <a:xfrm>
            <a:off x="5942330" y="2579370"/>
            <a:ext cx="132969" cy="94995"/>
          </a:xfrm>
          <a:custGeom>
            <a:avLst/>
            <a:gdLst/>
            <a:ahLst/>
            <a:cxnLst/>
            <a:rect l="l" t="t" r="r" b="b"/>
            <a:pathLst>
              <a:path w="132969" h="94995">
                <a:moveTo>
                  <a:pt x="132969" y="0"/>
                </a:moveTo>
                <a:lnTo>
                  <a:pt x="113792" y="26924"/>
                </a:lnTo>
                <a:lnTo>
                  <a:pt x="89789" y="19050"/>
                </a:lnTo>
                <a:lnTo>
                  <a:pt x="46482" y="68071"/>
                </a:lnTo>
                <a:lnTo>
                  <a:pt x="30480" y="60070"/>
                </a:lnTo>
                <a:lnTo>
                  <a:pt x="0" y="94995"/>
                </a:lnTo>
              </a:path>
            </a:pathLst>
          </a:custGeom>
          <a:ln w="12699">
            <a:solidFill>
              <a:srgbClr val="414141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57" name="object 857"/>
          <p:cNvSpPr/>
          <p:nvPr/>
        </p:nvSpPr>
        <p:spPr>
          <a:xfrm>
            <a:off x="5800090" y="2566670"/>
            <a:ext cx="188849" cy="59435"/>
          </a:xfrm>
          <a:custGeom>
            <a:avLst/>
            <a:gdLst/>
            <a:ahLst/>
            <a:cxnLst/>
            <a:rect l="l" t="t" r="r" b="b"/>
            <a:pathLst>
              <a:path w="188849" h="59435">
                <a:moveTo>
                  <a:pt x="188849" y="0"/>
                </a:moveTo>
                <a:lnTo>
                  <a:pt x="137668" y="21843"/>
                </a:lnTo>
                <a:lnTo>
                  <a:pt x="137668" y="12445"/>
                </a:lnTo>
                <a:lnTo>
                  <a:pt x="59182" y="45338"/>
                </a:lnTo>
                <a:lnTo>
                  <a:pt x="54483" y="37464"/>
                </a:lnTo>
                <a:lnTo>
                  <a:pt x="0" y="59435"/>
                </a:lnTo>
              </a:path>
            </a:pathLst>
          </a:custGeom>
          <a:ln w="12700">
            <a:solidFill>
              <a:srgbClr val="414141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58" name="object 858"/>
          <p:cNvSpPr/>
          <p:nvPr/>
        </p:nvSpPr>
        <p:spPr>
          <a:xfrm>
            <a:off x="8570277" y="1522982"/>
            <a:ext cx="61929" cy="1197300"/>
          </a:xfrm>
          <a:custGeom>
            <a:avLst/>
            <a:gdLst/>
            <a:ahLst/>
            <a:cxnLst/>
            <a:rect l="l" t="t" r="r" b="b"/>
            <a:pathLst>
              <a:path w="61929" h="1197300">
                <a:moveTo>
                  <a:pt x="61928" y="189631"/>
                </a:moveTo>
                <a:lnTo>
                  <a:pt x="221" y="0"/>
                </a:lnTo>
                <a:lnTo>
                  <a:pt x="0" y="0"/>
                </a:lnTo>
                <a:lnTo>
                  <a:pt x="0" y="1197300"/>
                </a:lnTo>
                <a:lnTo>
                  <a:pt x="61929" y="1197300"/>
                </a:lnTo>
                <a:lnTo>
                  <a:pt x="61928" y="189631"/>
                </a:lnTo>
                <a:close/>
              </a:path>
            </a:pathLst>
          </a:custGeom>
          <a:solidFill>
            <a:srgbClr val="5F5F7E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59" name="object 859"/>
          <p:cNvSpPr/>
          <p:nvPr/>
        </p:nvSpPr>
        <p:spPr>
          <a:xfrm>
            <a:off x="8344217" y="1522982"/>
            <a:ext cx="225791" cy="1196622"/>
          </a:xfrm>
          <a:custGeom>
            <a:avLst/>
            <a:gdLst/>
            <a:ahLst/>
            <a:cxnLst/>
            <a:rect l="l" t="t" r="r" b="b"/>
            <a:pathLst>
              <a:path w="225791" h="1196622">
                <a:moveTo>
                  <a:pt x="225791" y="1196622"/>
                </a:moveTo>
                <a:lnTo>
                  <a:pt x="225790" y="0"/>
                </a:lnTo>
                <a:lnTo>
                  <a:pt x="0" y="0"/>
                </a:lnTo>
                <a:lnTo>
                  <a:pt x="0" y="1196622"/>
                </a:lnTo>
                <a:lnTo>
                  <a:pt x="225791" y="1196622"/>
                </a:lnTo>
                <a:close/>
              </a:path>
            </a:pathLst>
          </a:custGeom>
          <a:solidFill>
            <a:srgbClr val="464646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60" name="object 860"/>
          <p:cNvSpPr/>
          <p:nvPr/>
        </p:nvSpPr>
        <p:spPr>
          <a:xfrm>
            <a:off x="8555641" y="1619069"/>
            <a:ext cx="266" cy="1197999"/>
          </a:xfrm>
          <a:custGeom>
            <a:avLst/>
            <a:gdLst/>
            <a:ahLst/>
            <a:cxnLst/>
            <a:rect l="l" t="t" r="r" b="b"/>
            <a:pathLst>
              <a:path w="266" h="1197999">
                <a:moveTo>
                  <a:pt x="0" y="1197999"/>
                </a:moveTo>
                <a:lnTo>
                  <a:pt x="266" y="1197999"/>
                </a:lnTo>
                <a:lnTo>
                  <a:pt x="265" y="0"/>
                </a:lnTo>
                <a:lnTo>
                  <a:pt x="0" y="0"/>
                </a:lnTo>
                <a:lnTo>
                  <a:pt x="0" y="1197999"/>
                </a:lnTo>
                <a:close/>
              </a:path>
            </a:pathLst>
          </a:custGeom>
          <a:solidFill>
            <a:srgbClr val="4E4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61" name="object 861"/>
          <p:cNvSpPr/>
          <p:nvPr/>
        </p:nvSpPr>
        <p:spPr>
          <a:xfrm>
            <a:off x="8204667" y="1619069"/>
            <a:ext cx="276232" cy="1197999"/>
          </a:xfrm>
          <a:custGeom>
            <a:avLst/>
            <a:gdLst/>
            <a:ahLst/>
            <a:cxnLst/>
            <a:rect l="l" t="t" r="r" b="b"/>
            <a:pathLst>
              <a:path w="276232" h="1197999">
                <a:moveTo>
                  <a:pt x="0" y="1197999"/>
                </a:moveTo>
                <a:lnTo>
                  <a:pt x="276232" y="1197999"/>
                </a:lnTo>
                <a:lnTo>
                  <a:pt x="276232" y="0"/>
                </a:lnTo>
                <a:lnTo>
                  <a:pt x="0" y="0"/>
                </a:lnTo>
                <a:lnTo>
                  <a:pt x="0" y="1197999"/>
                </a:lnTo>
                <a:close/>
              </a:path>
            </a:pathLst>
          </a:custGeom>
          <a:solidFill>
            <a:srgbClr val="4E4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62" name="object 862"/>
          <p:cNvSpPr/>
          <p:nvPr/>
        </p:nvSpPr>
        <p:spPr>
          <a:xfrm>
            <a:off x="8480899" y="1619087"/>
            <a:ext cx="74742" cy="128432"/>
          </a:xfrm>
          <a:custGeom>
            <a:avLst/>
            <a:gdLst/>
            <a:ahLst/>
            <a:cxnLst/>
            <a:rect l="l" t="t" r="r" b="b"/>
            <a:pathLst>
              <a:path w="74742" h="128432">
                <a:moveTo>
                  <a:pt x="0" y="128432"/>
                </a:moveTo>
                <a:lnTo>
                  <a:pt x="74742" y="128432"/>
                </a:lnTo>
                <a:lnTo>
                  <a:pt x="74742" y="0"/>
                </a:lnTo>
                <a:lnTo>
                  <a:pt x="0" y="0"/>
                </a:lnTo>
                <a:lnTo>
                  <a:pt x="0" y="128432"/>
                </a:lnTo>
                <a:close/>
              </a:path>
            </a:pathLst>
          </a:custGeom>
          <a:solidFill>
            <a:srgbClr val="5F5F7E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63" name="object 863"/>
          <p:cNvSpPr/>
          <p:nvPr/>
        </p:nvSpPr>
        <p:spPr>
          <a:xfrm>
            <a:off x="8480899" y="1925319"/>
            <a:ext cx="74743" cy="396240"/>
          </a:xfrm>
          <a:custGeom>
            <a:avLst/>
            <a:gdLst/>
            <a:ahLst/>
            <a:cxnLst/>
            <a:rect l="l" t="t" r="r" b="b"/>
            <a:pathLst>
              <a:path w="74743" h="396240">
                <a:moveTo>
                  <a:pt x="0" y="396240"/>
                </a:moveTo>
                <a:lnTo>
                  <a:pt x="74743" y="396240"/>
                </a:lnTo>
                <a:lnTo>
                  <a:pt x="74743" y="0"/>
                </a:lnTo>
                <a:lnTo>
                  <a:pt x="0" y="0"/>
                </a:lnTo>
                <a:lnTo>
                  <a:pt x="0" y="396240"/>
                </a:lnTo>
                <a:close/>
              </a:path>
            </a:pathLst>
          </a:custGeom>
          <a:solidFill>
            <a:srgbClr val="5F5F7E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64" name="object 864"/>
          <p:cNvSpPr/>
          <p:nvPr/>
        </p:nvSpPr>
        <p:spPr>
          <a:xfrm>
            <a:off x="8480899" y="2496819"/>
            <a:ext cx="74743" cy="319570"/>
          </a:xfrm>
          <a:custGeom>
            <a:avLst/>
            <a:gdLst/>
            <a:ahLst/>
            <a:cxnLst/>
            <a:rect l="l" t="t" r="r" b="b"/>
            <a:pathLst>
              <a:path w="74743" h="319570">
                <a:moveTo>
                  <a:pt x="0" y="319570"/>
                </a:moveTo>
                <a:lnTo>
                  <a:pt x="74743" y="319570"/>
                </a:lnTo>
                <a:lnTo>
                  <a:pt x="74743" y="0"/>
                </a:lnTo>
                <a:lnTo>
                  <a:pt x="0" y="0"/>
                </a:lnTo>
                <a:lnTo>
                  <a:pt x="0" y="319570"/>
                </a:lnTo>
                <a:close/>
              </a:path>
            </a:pathLst>
          </a:custGeom>
          <a:solidFill>
            <a:srgbClr val="5F5F7E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65" name="object 865"/>
          <p:cNvSpPr/>
          <p:nvPr/>
        </p:nvSpPr>
        <p:spPr>
          <a:xfrm>
            <a:off x="8242297" y="1616362"/>
            <a:ext cx="0" cy="1203412"/>
          </a:xfrm>
          <a:custGeom>
            <a:avLst/>
            <a:gdLst/>
            <a:ahLst/>
            <a:cxnLst/>
            <a:rect l="l" t="t" r="r" b="b"/>
            <a:pathLst>
              <a:path w="0" h="1203412">
                <a:moveTo>
                  <a:pt x="0" y="0"/>
                </a:moveTo>
                <a:lnTo>
                  <a:pt x="0" y="1203412"/>
                </a:lnTo>
              </a:path>
            </a:pathLst>
          </a:custGeom>
          <a:ln w="334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66" name="object 866"/>
          <p:cNvSpPr/>
          <p:nvPr/>
        </p:nvSpPr>
        <p:spPr>
          <a:xfrm>
            <a:off x="8292469" y="1616362"/>
            <a:ext cx="0" cy="99506"/>
          </a:xfrm>
          <a:custGeom>
            <a:avLst/>
            <a:gdLst/>
            <a:ahLst/>
            <a:cxnLst/>
            <a:rect l="l" t="t" r="r" b="b"/>
            <a:pathLst>
              <a:path w="0" h="99506">
                <a:moveTo>
                  <a:pt x="0" y="0"/>
                </a:moveTo>
                <a:lnTo>
                  <a:pt x="0" y="99506"/>
                </a:lnTo>
              </a:path>
            </a:pathLst>
          </a:custGeom>
          <a:ln w="334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67" name="object 867"/>
          <p:cNvSpPr/>
          <p:nvPr/>
        </p:nvSpPr>
        <p:spPr>
          <a:xfrm>
            <a:off x="8290794" y="2818421"/>
            <a:ext cx="3349" cy="0"/>
          </a:xfrm>
          <a:custGeom>
            <a:avLst/>
            <a:gdLst/>
            <a:ahLst/>
            <a:cxnLst/>
            <a:rect l="l" t="t" r="r" b="b"/>
            <a:pathLst>
              <a:path w="3349" h="0">
                <a:moveTo>
                  <a:pt x="0" y="0"/>
                </a:moveTo>
                <a:lnTo>
                  <a:pt x="3349" y="0"/>
                </a:lnTo>
              </a:path>
            </a:pathLst>
          </a:custGeom>
          <a:ln w="867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68" name="object 868"/>
          <p:cNvSpPr/>
          <p:nvPr/>
        </p:nvSpPr>
        <p:spPr>
          <a:xfrm>
            <a:off x="8342650" y="1616362"/>
            <a:ext cx="0" cy="99506"/>
          </a:xfrm>
          <a:custGeom>
            <a:avLst/>
            <a:gdLst/>
            <a:ahLst/>
            <a:cxnLst/>
            <a:rect l="l" t="t" r="r" b="b"/>
            <a:pathLst>
              <a:path w="0" h="99506">
                <a:moveTo>
                  <a:pt x="0" y="0"/>
                </a:moveTo>
                <a:lnTo>
                  <a:pt x="0" y="99506"/>
                </a:lnTo>
              </a:path>
            </a:pathLst>
          </a:custGeom>
          <a:ln w="336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69" name="object 869"/>
          <p:cNvSpPr/>
          <p:nvPr/>
        </p:nvSpPr>
        <p:spPr>
          <a:xfrm>
            <a:off x="8340966" y="2818421"/>
            <a:ext cx="3367" cy="0"/>
          </a:xfrm>
          <a:custGeom>
            <a:avLst/>
            <a:gdLst/>
            <a:ahLst/>
            <a:cxnLst/>
            <a:rect l="l" t="t" r="r" b="b"/>
            <a:pathLst>
              <a:path w="3367" h="0">
                <a:moveTo>
                  <a:pt x="0" y="0"/>
                </a:moveTo>
                <a:lnTo>
                  <a:pt x="3367" y="0"/>
                </a:lnTo>
              </a:path>
            </a:pathLst>
          </a:custGeom>
          <a:ln w="87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70" name="object 870"/>
          <p:cNvSpPr/>
          <p:nvPr/>
        </p:nvSpPr>
        <p:spPr>
          <a:xfrm>
            <a:off x="8392821" y="1616362"/>
            <a:ext cx="0" cy="99506"/>
          </a:xfrm>
          <a:custGeom>
            <a:avLst/>
            <a:gdLst/>
            <a:ahLst/>
            <a:cxnLst/>
            <a:rect l="l" t="t" r="r" b="b"/>
            <a:pathLst>
              <a:path w="0" h="99506">
                <a:moveTo>
                  <a:pt x="0" y="0"/>
                </a:moveTo>
                <a:lnTo>
                  <a:pt x="0" y="99506"/>
                </a:lnTo>
              </a:path>
            </a:pathLst>
          </a:custGeom>
          <a:ln w="336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71" name="object 871"/>
          <p:cNvSpPr/>
          <p:nvPr/>
        </p:nvSpPr>
        <p:spPr>
          <a:xfrm>
            <a:off x="8391138" y="2818421"/>
            <a:ext cx="3367" cy="0"/>
          </a:xfrm>
          <a:custGeom>
            <a:avLst/>
            <a:gdLst/>
            <a:ahLst/>
            <a:cxnLst/>
            <a:rect l="l" t="t" r="r" b="b"/>
            <a:pathLst>
              <a:path w="3367" h="0">
                <a:moveTo>
                  <a:pt x="0" y="0"/>
                </a:moveTo>
                <a:lnTo>
                  <a:pt x="3367" y="0"/>
                </a:lnTo>
              </a:path>
            </a:pathLst>
          </a:custGeom>
          <a:ln w="87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72" name="object 872"/>
          <p:cNvSpPr/>
          <p:nvPr/>
        </p:nvSpPr>
        <p:spPr>
          <a:xfrm>
            <a:off x="8443002" y="1616362"/>
            <a:ext cx="0" cy="99506"/>
          </a:xfrm>
          <a:custGeom>
            <a:avLst/>
            <a:gdLst/>
            <a:ahLst/>
            <a:cxnLst/>
            <a:rect l="l" t="t" r="r" b="b"/>
            <a:pathLst>
              <a:path w="0" h="99506">
                <a:moveTo>
                  <a:pt x="0" y="0"/>
                </a:moveTo>
                <a:lnTo>
                  <a:pt x="0" y="99506"/>
                </a:lnTo>
              </a:path>
            </a:pathLst>
          </a:custGeom>
          <a:ln w="334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73" name="object 873"/>
          <p:cNvSpPr/>
          <p:nvPr/>
        </p:nvSpPr>
        <p:spPr>
          <a:xfrm>
            <a:off x="8441327" y="2818421"/>
            <a:ext cx="3349" cy="0"/>
          </a:xfrm>
          <a:custGeom>
            <a:avLst/>
            <a:gdLst/>
            <a:ahLst/>
            <a:cxnLst/>
            <a:rect l="l" t="t" r="r" b="b"/>
            <a:pathLst>
              <a:path w="3349" h="0">
                <a:moveTo>
                  <a:pt x="0" y="0"/>
                </a:moveTo>
                <a:lnTo>
                  <a:pt x="3349" y="0"/>
                </a:lnTo>
              </a:path>
            </a:pathLst>
          </a:custGeom>
          <a:ln w="867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74" name="object 874"/>
          <p:cNvSpPr/>
          <p:nvPr/>
        </p:nvSpPr>
        <p:spPr>
          <a:xfrm>
            <a:off x="8248568" y="1780156"/>
            <a:ext cx="181692" cy="130649"/>
          </a:xfrm>
          <a:custGeom>
            <a:avLst/>
            <a:gdLst/>
            <a:ahLst/>
            <a:cxnLst/>
            <a:rect l="l" t="t" r="r" b="b"/>
            <a:pathLst>
              <a:path w="181692" h="130649">
                <a:moveTo>
                  <a:pt x="0" y="130649"/>
                </a:moveTo>
                <a:lnTo>
                  <a:pt x="181692" y="130649"/>
                </a:lnTo>
                <a:lnTo>
                  <a:pt x="181691" y="0"/>
                </a:lnTo>
                <a:lnTo>
                  <a:pt x="0" y="0"/>
                </a:lnTo>
                <a:lnTo>
                  <a:pt x="0" y="130649"/>
                </a:lnTo>
                <a:close/>
              </a:path>
            </a:pathLst>
          </a:custGeom>
          <a:solidFill>
            <a:srgbClr val="371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75" name="object 875"/>
          <p:cNvSpPr/>
          <p:nvPr/>
        </p:nvSpPr>
        <p:spPr>
          <a:xfrm>
            <a:off x="8248568" y="1975103"/>
            <a:ext cx="290084" cy="129930"/>
          </a:xfrm>
          <a:custGeom>
            <a:avLst/>
            <a:gdLst/>
            <a:ahLst/>
            <a:cxnLst/>
            <a:rect l="l" t="t" r="r" b="b"/>
            <a:pathLst>
              <a:path w="290084" h="129930">
                <a:moveTo>
                  <a:pt x="0" y="129930"/>
                </a:moveTo>
                <a:lnTo>
                  <a:pt x="290084" y="129930"/>
                </a:lnTo>
                <a:lnTo>
                  <a:pt x="290084" y="0"/>
                </a:lnTo>
                <a:lnTo>
                  <a:pt x="0" y="0"/>
                </a:lnTo>
                <a:lnTo>
                  <a:pt x="0" y="129930"/>
                </a:lnTo>
                <a:close/>
              </a:path>
            </a:pathLst>
          </a:custGeom>
          <a:solidFill>
            <a:srgbClr val="371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76" name="object 876"/>
          <p:cNvSpPr/>
          <p:nvPr/>
        </p:nvSpPr>
        <p:spPr>
          <a:xfrm>
            <a:off x="8248567" y="2168656"/>
            <a:ext cx="290084" cy="130626"/>
          </a:xfrm>
          <a:custGeom>
            <a:avLst/>
            <a:gdLst/>
            <a:ahLst/>
            <a:cxnLst/>
            <a:rect l="l" t="t" r="r" b="b"/>
            <a:pathLst>
              <a:path w="290084" h="130626">
                <a:moveTo>
                  <a:pt x="0" y="130626"/>
                </a:moveTo>
                <a:lnTo>
                  <a:pt x="290084" y="130626"/>
                </a:lnTo>
                <a:lnTo>
                  <a:pt x="290084" y="0"/>
                </a:lnTo>
                <a:lnTo>
                  <a:pt x="0" y="0"/>
                </a:lnTo>
                <a:lnTo>
                  <a:pt x="0" y="130626"/>
                </a:lnTo>
                <a:close/>
              </a:path>
            </a:pathLst>
          </a:custGeom>
          <a:solidFill>
            <a:srgbClr val="371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77" name="object 877"/>
          <p:cNvSpPr/>
          <p:nvPr/>
        </p:nvSpPr>
        <p:spPr>
          <a:xfrm>
            <a:off x="8248567" y="2362906"/>
            <a:ext cx="181692" cy="129962"/>
          </a:xfrm>
          <a:custGeom>
            <a:avLst/>
            <a:gdLst/>
            <a:ahLst/>
            <a:cxnLst/>
            <a:rect l="l" t="t" r="r" b="b"/>
            <a:pathLst>
              <a:path w="181692" h="129962">
                <a:moveTo>
                  <a:pt x="0" y="129962"/>
                </a:moveTo>
                <a:lnTo>
                  <a:pt x="181692" y="129962"/>
                </a:lnTo>
                <a:lnTo>
                  <a:pt x="181692" y="0"/>
                </a:lnTo>
                <a:lnTo>
                  <a:pt x="0" y="0"/>
                </a:lnTo>
                <a:lnTo>
                  <a:pt x="0" y="129962"/>
                </a:lnTo>
                <a:close/>
              </a:path>
            </a:pathLst>
          </a:custGeom>
          <a:solidFill>
            <a:srgbClr val="371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78" name="object 878"/>
          <p:cNvSpPr/>
          <p:nvPr/>
        </p:nvSpPr>
        <p:spPr>
          <a:xfrm>
            <a:off x="8248567" y="2557166"/>
            <a:ext cx="290085" cy="130631"/>
          </a:xfrm>
          <a:custGeom>
            <a:avLst/>
            <a:gdLst/>
            <a:ahLst/>
            <a:cxnLst/>
            <a:rect l="l" t="t" r="r" b="b"/>
            <a:pathLst>
              <a:path w="290085" h="130631">
                <a:moveTo>
                  <a:pt x="0" y="130631"/>
                </a:moveTo>
                <a:lnTo>
                  <a:pt x="290085" y="130631"/>
                </a:lnTo>
                <a:lnTo>
                  <a:pt x="290085" y="0"/>
                </a:lnTo>
                <a:lnTo>
                  <a:pt x="0" y="0"/>
                </a:lnTo>
                <a:lnTo>
                  <a:pt x="0" y="130631"/>
                </a:lnTo>
                <a:close/>
              </a:path>
            </a:pathLst>
          </a:custGeom>
          <a:solidFill>
            <a:srgbClr val="371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79" name="object 879"/>
          <p:cNvSpPr/>
          <p:nvPr/>
        </p:nvSpPr>
        <p:spPr>
          <a:xfrm>
            <a:off x="8248567" y="2752094"/>
            <a:ext cx="290085" cy="64974"/>
          </a:xfrm>
          <a:custGeom>
            <a:avLst/>
            <a:gdLst/>
            <a:ahLst/>
            <a:cxnLst/>
            <a:rect l="l" t="t" r="r" b="b"/>
            <a:pathLst>
              <a:path w="290085" h="64974">
                <a:moveTo>
                  <a:pt x="0" y="64974"/>
                </a:moveTo>
                <a:lnTo>
                  <a:pt x="290085" y="64974"/>
                </a:lnTo>
                <a:lnTo>
                  <a:pt x="290085" y="0"/>
                </a:lnTo>
                <a:lnTo>
                  <a:pt x="0" y="0"/>
                </a:lnTo>
                <a:lnTo>
                  <a:pt x="0" y="64974"/>
                </a:lnTo>
                <a:close/>
              </a:path>
            </a:pathLst>
          </a:custGeom>
          <a:solidFill>
            <a:srgbClr val="371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80" name="object 880"/>
          <p:cNvSpPr/>
          <p:nvPr/>
        </p:nvSpPr>
        <p:spPr>
          <a:xfrm>
            <a:off x="8256398" y="1780156"/>
            <a:ext cx="173861" cy="130649"/>
          </a:xfrm>
          <a:custGeom>
            <a:avLst/>
            <a:gdLst/>
            <a:ahLst/>
            <a:cxnLst/>
            <a:rect l="l" t="t" r="r" b="b"/>
            <a:pathLst>
              <a:path w="173861" h="130649">
                <a:moveTo>
                  <a:pt x="0" y="130649"/>
                </a:moveTo>
                <a:lnTo>
                  <a:pt x="173861" y="130649"/>
                </a:lnTo>
                <a:lnTo>
                  <a:pt x="173861" y="0"/>
                </a:lnTo>
                <a:lnTo>
                  <a:pt x="0" y="0"/>
                </a:lnTo>
                <a:lnTo>
                  <a:pt x="0" y="130649"/>
                </a:lnTo>
                <a:close/>
              </a:path>
            </a:pathLst>
          </a:custGeom>
          <a:solidFill>
            <a:srgbClr val="5F5F7E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81" name="object 881"/>
          <p:cNvSpPr/>
          <p:nvPr/>
        </p:nvSpPr>
        <p:spPr>
          <a:xfrm>
            <a:off x="8256398" y="1975103"/>
            <a:ext cx="275964" cy="129930"/>
          </a:xfrm>
          <a:custGeom>
            <a:avLst/>
            <a:gdLst/>
            <a:ahLst/>
            <a:cxnLst/>
            <a:rect l="l" t="t" r="r" b="b"/>
            <a:pathLst>
              <a:path w="275964" h="129930">
                <a:moveTo>
                  <a:pt x="0" y="129930"/>
                </a:moveTo>
                <a:lnTo>
                  <a:pt x="275964" y="129930"/>
                </a:lnTo>
                <a:lnTo>
                  <a:pt x="275964" y="0"/>
                </a:lnTo>
                <a:lnTo>
                  <a:pt x="0" y="0"/>
                </a:lnTo>
                <a:lnTo>
                  <a:pt x="0" y="129930"/>
                </a:lnTo>
                <a:close/>
              </a:path>
            </a:pathLst>
          </a:custGeom>
          <a:solidFill>
            <a:srgbClr val="5F5F7E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82" name="object 882"/>
          <p:cNvSpPr/>
          <p:nvPr/>
        </p:nvSpPr>
        <p:spPr>
          <a:xfrm>
            <a:off x="8256398" y="2168656"/>
            <a:ext cx="275964" cy="130626"/>
          </a:xfrm>
          <a:custGeom>
            <a:avLst/>
            <a:gdLst/>
            <a:ahLst/>
            <a:cxnLst/>
            <a:rect l="l" t="t" r="r" b="b"/>
            <a:pathLst>
              <a:path w="275964" h="130626">
                <a:moveTo>
                  <a:pt x="0" y="130626"/>
                </a:moveTo>
                <a:lnTo>
                  <a:pt x="275964" y="130626"/>
                </a:lnTo>
                <a:lnTo>
                  <a:pt x="275964" y="0"/>
                </a:lnTo>
                <a:lnTo>
                  <a:pt x="0" y="0"/>
                </a:lnTo>
                <a:lnTo>
                  <a:pt x="0" y="130626"/>
                </a:lnTo>
                <a:close/>
              </a:path>
            </a:pathLst>
          </a:custGeom>
          <a:solidFill>
            <a:srgbClr val="5F5F7E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83" name="object 883"/>
          <p:cNvSpPr/>
          <p:nvPr/>
        </p:nvSpPr>
        <p:spPr>
          <a:xfrm>
            <a:off x="8256398" y="2362906"/>
            <a:ext cx="173861" cy="129962"/>
          </a:xfrm>
          <a:custGeom>
            <a:avLst/>
            <a:gdLst/>
            <a:ahLst/>
            <a:cxnLst/>
            <a:rect l="l" t="t" r="r" b="b"/>
            <a:pathLst>
              <a:path w="173861" h="129962">
                <a:moveTo>
                  <a:pt x="0" y="129962"/>
                </a:moveTo>
                <a:lnTo>
                  <a:pt x="173861" y="129962"/>
                </a:lnTo>
                <a:lnTo>
                  <a:pt x="173861" y="0"/>
                </a:lnTo>
                <a:lnTo>
                  <a:pt x="0" y="0"/>
                </a:lnTo>
                <a:lnTo>
                  <a:pt x="0" y="129962"/>
                </a:lnTo>
                <a:close/>
              </a:path>
            </a:pathLst>
          </a:custGeom>
          <a:solidFill>
            <a:srgbClr val="5F5F7E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84" name="object 884"/>
          <p:cNvSpPr/>
          <p:nvPr/>
        </p:nvSpPr>
        <p:spPr>
          <a:xfrm>
            <a:off x="8256398" y="2557166"/>
            <a:ext cx="275965" cy="130631"/>
          </a:xfrm>
          <a:custGeom>
            <a:avLst/>
            <a:gdLst/>
            <a:ahLst/>
            <a:cxnLst/>
            <a:rect l="l" t="t" r="r" b="b"/>
            <a:pathLst>
              <a:path w="275965" h="130631">
                <a:moveTo>
                  <a:pt x="0" y="130631"/>
                </a:moveTo>
                <a:lnTo>
                  <a:pt x="275965" y="130631"/>
                </a:lnTo>
                <a:lnTo>
                  <a:pt x="275965" y="0"/>
                </a:lnTo>
                <a:lnTo>
                  <a:pt x="0" y="0"/>
                </a:lnTo>
                <a:lnTo>
                  <a:pt x="0" y="130631"/>
                </a:lnTo>
                <a:close/>
              </a:path>
            </a:pathLst>
          </a:custGeom>
          <a:solidFill>
            <a:srgbClr val="5F5F7E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85" name="object 885"/>
          <p:cNvSpPr/>
          <p:nvPr/>
        </p:nvSpPr>
        <p:spPr>
          <a:xfrm>
            <a:off x="8243856" y="1715860"/>
            <a:ext cx="301066" cy="64296"/>
          </a:xfrm>
          <a:custGeom>
            <a:avLst/>
            <a:gdLst/>
            <a:ahLst/>
            <a:cxnLst/>
            <a:rect l="l" t="t" r="r" b="b"/>
            <a:pathLst>
              <a:path w="301066" h="64296">
                <a:moveTo>
                  <a:pt x="0" y="64296"/>
                </a:moveTo>
                <a:lnTo>
                  <a:pt x="301066" y="64296"/>
                </a:lnTo>
                <a:lnTo>
                  <a:pt x="301066" y="0"/>
                </a:lnTo>
                <a:lnTo>
                  <a:pt x="0" y="0"/>
                </a:lnTo>
                <a:lnTo>
                  <a:pt x="0" y="64296"/>
                </a:lnTo>
                <a:close/>
              </a:path>
            </a:pathLst>
          </a:custGeom>
          <a:solidFill>
            <a:srgbClr val="464646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86" name="object 886"/>
          <p:cNvSpPr/>
          <p:nvPr/>
        </p:nvSpPr>
        <p:spPr>
          <a:xfrm>
            <a:off x="8243856" y="2105033"/>
            <a:ext cx="301066" cy="63623"/>
          </a:xfrm>
          <a:custGeom>
            <a:avLst/>
            <a:gdLst/>
            <a:ahLst/>
            <a:cxnLst/>
            <a:rect l="l" t="t" r="r" b="b"/>
            <a:pathLst>
              <a:path w="301066" h="63623">
                <a:moveTo>
                  <a:pt x="0" y="63623"/>
                </a:moveTo>
                <a:lnTo>
                  <a:pt x="301066" y="63623"/>
                </a:lnTo>
                <a:lnTo>
                  <a:pt x="301066" y="0"/>
                </a:lnTo>
                <a:lnTo>
                  <a:pt x="0" y="0"/>
                </a:lnTo>
                <a:lnTo>
                  <a:pt x="0" y="63623"/>
                </a:lnTo>
                <a:close/>
              </a:path>
            </a:pathLst>
          </a:custGeom>
          <a:solidFill>
            <a:srgbClr val="464646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87" name="object 887"/>
          <p:cNvSpPr/>
          <p:nvPr/>
        </p:nvSpPr>
        <p:spPr>
          <a:xfrm>
            <a:off x="8243856" y="2299283"/>
            <a:ext cx="301066" cy="63623"/>
          </a:xfrm>
          <a:custGeom>
            <a:avLst/>
            <a:gdLst/>
            <a:ahLst/>
            <a:cxnLst/>
            <a:rect l="l" t="t" r="r" b="b"/>
            <a:pathLst>
              <a:path w="301066" h="63623">
                <a:moveTo>
                  <a:pt x="0" y="63623"/>
                </a:moveTo>
                <a:lnTo>
                  <a:pt x="301066" y="63623"/>
                </a:lnTo>
                <a:lnTo>
                  <a:pt x="301066" y="0"/>
                </a:lnTo>
                <a:lnTo>
                  <a:pt x="0" y="0"/>
                </a:lnTo>
                <a:lnTo>
                  <a:pt x="0" y="63623"/>
                </a:lnTo>
                <a:close/>
              </a:path>
            </a:pathLst>
          </a:custGeom>
          <a:solidFill>
            <a:srgbClr val="464646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88" name="object 888"/>
          <p:cNvSpPr/>
          <p:nvPr/>
        </p:nvSpPr>
        <p:spPr>
          <a:xfrm>
            <a:off x="8243856" y="2492869"/>
            <a:ext cx="301066" cy="64296"/>
          </a:xfrm>
          <a:custGeom>
            <a:avLst/>
            <a:gdLst/>
            <a:ahLst/>
            <a:cxnLst/>
            <a:rect l="l" t="t" r="r" b="b"/>
            <a:pathLst>
              <a:path w="301066" h="64296">
                <a:moveTo>
                  <a:pt x="0" y="64296"/>
                </a:moveTo>
                <a:lnTo>
                  <a:pt x="301066" y="64296"/>
                </a:lnTo>
                <a:lnTo>
                  <a:pt x="301066" y="0"/>
                </a:lnTo>
                <a:lnTo>
                  <a:pt x="0" y="0"/>
                </a:lnTo>
                <a:lnTo>
                  <a:pt x="0" y="64296"/>
                </a:lnTo>
                <a:close/>
              </a:path>
            </a:pathLst>
          </a:custGeom>
          <a:solidFill>
            <a:srgbClr val="464646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89" name="object 889"/>
          <p:cNvSpPr/>
          <p:nvPr/>
        </p:nvSpPr>
        <p:spPr>
          <a:xfrm>
            <a:off x="8243856" y="2687797"/>
            <a:ext cx="301066" cy="64296"/>
          </a:xfrm>
          <a:custGeom>
            <a:avLst/>
            <a:gdLst/>
            <a:ahLst/>
            <a:cxnLst/>
            <a:rect l="l" t="t" r="r" b="b"/>
            <a:pathLst>
              <a:path w="301066" h="64296">
                <a:moveTo>
                  <a:pt x="0" y="64296"/>
                </a:moveTo>
                <a:lnTo>
                  <a:pt x="301066" y="64296"/>
                </a:lnTo>
                <a:lnTo>
                  <a:pt x="301066" y="0"/>
                </a:lnTo>
                <a:lnTo>
                  <a:pt x="0" y="0"/>
                </a:lnTo>
                <a:lnTo>
                  <a:pt x="0" y="64296"/>
                </a:lnTo>
                <a:close/>
              </a:path>
            </a:pathLst>
          </a:custGeom>
          <a:solidFill>
            <a:srgbClr val="464646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90" name="object 890"/>
          <p:cNvSpPr/>
          <p:nvPr/>
        </p:nvSpPr>
        <p:spPr>
          <a:xfrm>
            <a:off x="8243856" y="1910806"/>
            <a:ext cx="301066" cy="64296"/>
          </a:xfrm>
          <a:custGeom>
            <a:avLst/>
            <a:gdLst/>
            <a:ahLst/>
            <a:cxnLst/>
            <a:rect l="l" t="t" r="r" b="b"/>
            <a:pathLst>
              <a:path w="301066" h="64296">
                <a:moveTo>
                  <a:pt x="0" y="64296"/>
                </a:moveTo>
                <a:lnTo>
                  <a:pt x="301066" y="64296"/>
                </a:lnTo>
                <a:lnTo>
                  <a:pt x="301066" y="0"/>
                </a:lnTo>
                <a:lnTo>
                  <a:pt x="0" y="0"/>
                </a:lnTo>
                <a:lnTo>
                  <a:pt x="0" y="64296"/>
                </a:lnTo>
                <a:close/>
              </a:path>
            </a:pathLst>
          </a:custGeom>
          <a:solidFill>
            <a:srgbClr val="464646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91" name="object 891"/>
          <p:cNvSpPr/>
          <p:nvPr/>
        </p:nvSpPr>
        <p:spPr>
          <a:xfrm>
            <a:off x="8309594" y="1756502"/>
            <a:ext cx="0" cy="959040"/>
          </a:xfrm>
          <a:custGeom>
            <a:avLst/>
            <a:gdLst/>
            <a:ahLst/>
            <a:cxnLst/>
            <a:rect l="l" t="t" r="r" b="b"/>
            <a:pathLst>
              <a:path w="0" h="959040">
                <a:moveTo>
                  <a:pt x="0" y="0"/>
                </a:moveTo>
                <a:lnTo>
                  <a:pt x="0" y="959040"/>
                </a:lnTo>
              </a:path>
            </a:pathLst>
          </a:custGeom>
          <a:ln w="7280">
            <a:solidFill>
              <a:srgbClr val="464646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92" name="object 892"/>
          <p:cNvSpPr/>
          <p:nvPr/>
        </p:nvSpPr>
        <p:spPr>
          <a:xfrm>
            <a:off x="8364478" y="1760564"/>
            <a:ext cx="0" cy="959040"/>
          </a:xfrm>
          <a:custGeom>
            <a:avLst/>
            <a:gdLst/>
            <a:ahLst/>
            <a:cxnLst/>
            <a:rect l="l" t="t" r="r" b="b"/>
            <a:pathLst>
              <a:path w="0" h="959040">
                <a:moveTo>
                  <a:pt x="0" y="0"/>
                </a:moveTo>
                <a:lnTo>
                  <a:pt x="0" y="959040"/>
                </a:lnTo>
              </a:path>
            </a:pathLst>
          </a:custGeom>
          <a:ln w="7280">
            <a:solidFill>
              <a:srgbClr val="464646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93" name="object 893"/>
          <p:cNvSpPr/>
          <p:nvPr/>
        </p:nvSpPr>
        <p:spPr>
          <a:xfrm>
            <a:off x="8420921" y="1764626"/>
            <a:ext cx="0" cy="959040"/>
          </a:xfrm>
          <a:custGeom>
            <a:avLst/>
            <a:gdLst/>
            <a:ahLst/>
            <a:cxnLst/>
            <a:rect l="l" t="t" r="r" b="b"/>
            <a:pathLst>
              <a:path w="0" h="959040">
                <a:moveTo>
                  <a:pt x="0" y="0"/>
                </a:moveTo>
                <a:lnTo>
                  <a:pt x="0" y="959040"/>
                </a:lnTo>
              </a:path>
            </a:pathLst>
          </a:custGeom>
          <a:ln w="7280">
            <a:solidFill>
              <a:srgbClr val="464646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94" name="object 894"/>
          <p:cNvSpPr/>
          <p:nvPr/>
        </p:nvSpPr>
        <p:spPr>
          <a:xfrm>
            <a:off x="8477634" y="1925319"/>
            <a:ext cx="0" cy="396240"/>
          </a:xfrm>
          <a:custGeom>
            <a:avLst/>
            <a:gdLst/>
            <a:ahLst/>
            <a:cxnLst/>
            <a:rect l="l" t="t" r="r" b="b"/>
            <a:pathLst>
              <a:path w="0" h="396240">
                <a:moveTo>
                  <a:pt x="0" y="0"/>
                </a:moveTo>
                <a:lnTo>
                  <a:pt x="0" y="396240"/>
                </a:lnTo>
              </a:path>
            </a:pathLst>
          </a:custGeom>
          <a:ln w="7280">
            <a:solidFill>
              <a:srgbClr val="464646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95" name="object 895"/>
          <p:cNvSpPr/>
          <p:nvPr/>
        </p:nvSpPr>
        <p:spPr>
          <a:xfrm>
            <a:off x="8477634" y="2496819"/>
            <a:ext cx="0" cy="226847"/>
          </a:xfrm>
          <a:custGeom>
            <a:avLst/>
            <a:gdLst/>
            <a:ahLst/>
            <a:cxnLst/>
            <a:rect l="l" t="t" r="r" b="b"/>
            <a:pathLst>
              <a:path w="0" h="226847">
                <a:moveTo>
                  <a:pt x="0" y="0"/>
                </a:moveTo>
                <a:lnTo>
                  <a:pt x="0" y="226847"/>
                </a:lnTo>
              </a:path>
            </a:pathLst>
          </a:custGeom>
          <a:ln w="7280">
            <a:solidFill>
              <a:srgbClr val="464646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96" name="object 896"/>
          <p:cNvSpPr/>
          <p:nvPr/>
        </p:nvSpPr>
        <p:spPr>
          <a:xfrm>
            <a:off x="7973901" y="1841107"/>
            <a:ext cx="251146" cy="98098"/>
          </a:xfrm>
          <a:custGeom>
            <a:avLst/>
            <a:gdLst/>
            <a:ahLst/>
            <a:cxnLst/>
            <a:rect l="l" t="t" r="r" b="b"/>
            <a:pathLst>
              <a:path w="251146" h="98098">
                <a:moveTo>
                  <a:pt x="0" y="98098"/>
                </a:moveTo>
                <a:lnTo>
                  <a:pt x="251146" y="98098"/>
                </a:lnTo>
                <a:lnTo>
                  <a:pt x="251146" y="0"/>
                </a:lnTo>
                <a:lnTo>
                  <a:pt x="0" y="0"/>
                </a:lnTo>
                <a:lnTo>
                  <a:pt x="0" y="98098"/>
                </a:lnTo>
                <a:close/>
              </a:path>
            </a:pathLst>
          </a:custGeom>
          <a:solidFill>
            <a:srgbClr val="7679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97" name="object 897"/>
          <p:cNvSpPr/>
          <p:nvPr/>
        </p:nvSpPr>
        <p:spPr>
          <a:xfrm>
            <a:off x="7973901" y="2910469"/>
            <a:ext cx="251146" cy="31132"/>
          </a:xfrm>
          <a:custGeom>
            <a:avLst/>
            <a:gdLst/>
            <a:ahLst/>
            <a:cxnLst/>
            <a:rect l="l" t="t" r="r" b="b"/>
            <a:pathLst>
              <a:path w="251146" h="31132">
                <a:moveTo>
                  <a:pt x="0" y="31132"/>
                </a:moveTo>
                <a:lnTo>
                  <a:pt x="251146" y="31132"/>
                </a:lnTo>
                <a:lnTo>
                  <a:pt x="251146" y="0"/>
                </a:lnTo>
                <a:lnTo>
                  <a:pt x="0" y="0"/>
                </a:lnTo>
                <a:lnTo>
                  <a:pt x="0" y="31132"/>
                </a:lnTo>
                <a:close/>
              </a:path>
            </a:pathLst>
          </a:custGeom>
          <a:solidFill>
            <a:srgbClr val="7679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98" name="object 898"/>
          <p:cNvSpPr/>
          <p:nvPr/>
        </p:nvSpPr>
        <p:spPr>
          <a:xfrm>
            <a:off x="7936270" y="1841068"/>
            <a:ext cx="37632" cy="1100533"/>
          </a:xfrm>
          <a:custGeom>
            <a:avLst/>
            <a:gdLst/>
            <a:ahLst/>
            <a:cxnLst/>
            <a:rect l="l" t="t" r="r" b="b"/>
            <a:pathLst>
              <a:path w="37632" h="1100533">
                <a:moveTo>
                  <a:pt x="37632" y="1100533"/>
                </a:moveTo>
                <a:lnTo>
                  <a:pt x="37631" y="0"/>
                </a:lnTo>
                <a:lnTo>
                  <a:pt x="0" y="65694"/>
                </a:lnTo>
                <a:lnTo>
                  <a:pt x="0" y="1069400"/>
                </a:lnTo>
                <a:lnTo>
                  <a:pt x="36063" y="1100533"/>
                </a:lnTo>
                <a:lnTo>
                  <a:pt x="37632" y="1100533"/>
                </a:lnTo>
                <a:close/>
              </a:path>
            </a:pathLst>
          </a:custGeom>
          <a:solidFill>
            <a:srgbClr val="371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99" name="object 899"/>
          <p:cNvSpPr/>
          <p:nvPr/>
        </p:nvSpPr>
        <p:spPr>
          <a:xfrm>
            <a:off x="7973901" y="1939205"/>
            <a:ext cx="149018" cy="32498"/>
          </a:xfrm>
          <a:custGeom>
            <a:avLst/>
            <a:gdLst/>
            <a:ahLst/>
            <a:cxnLst/>
            <a:rect l="l" t="t" r="r" b="b"/>
            <a:pathLst>
              <a:path w="149018" h="32498">
                <a:moveTo>
                  <a:pt x="0" y="32498"/>
                </a:moveTo>
                <a:lnTo>
                  <a:pt x="149018" y="32498"/>
                </a:lnTo>
                <a:lnTo>
                  <a:pt x="149018" y="0"/>
                </a:lnTo>
                <a:lnTo>
                  <a:pt x="0" y="0"/>
                </a:lnTo>
                <a:lnTo>
                  <a:pt x="0" y="32498"/>
                </a:lnTo>
                <a:close/>
              </a:path>
            </a:pathLst>
          </a:custGeom>
          <a:solidFill>
            <a:srgbClr val="464646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00" name="object 900"/>
          <p:cNvSpPr/>
          <p:nvPr/>
        </p:nvSpPr>
        <p:spPr>
          <a:xfrm>
            <a:off x="7973901" y="2133465"/>
            <a:ext cx="251146" cy="31839"/>
          </a:xfrm>
          <a:custGeom>
            <a:avLst/>
            <a:gdLst/>
            <a:ahLst/>
            <a:cxnLst/>
            <a:rect l="l" t="t" r="r" b="b"/>
            <a:pathLst>
              <a:path w="251146" h="31839">
                <a:moveTo>
                  <a:pt x="0" y="31839"/>
                </a:moveTo>
                <a:lnTo>
                  <a:pt x="251146" y="31839"/>
                </a:lnTo>
                <a:lnTo>
                  <a:pt x="251146" y="0"/>
                </a:lnTo>
                <a:lnTo>
                  <a:pt x="0" y="0"/>
                </a:lnTo>
                <a:lnTo>
                  <a:pt x="0" y="31839"/>
                </a:lnTo>
                <a:close/>
              </a:path>
            </a:pathLst>
          </a:custGeom>
          <a:solidFill>
            <a:srgbClr val="464646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01" name="object 901"/>
          <p:cNvSpPr/>
          <p:nvPr/>
        </p:nvSpPr>
        <p:spPr>
          <a:xfrm>
            <a:off x="7973901" y="2327065"/>
            <a:ext cx="149018" cy="32470"/>
          </a:xfrm>
          <a:custGeom>
            <a:avLst/>
            <a:gdLst/>
            <a:ahLst/>
            <a:cxnLst/>
            <a:rect l="l" t="t" r="r" b="b"/>
            <a:pathLst>
              <a:path w="149018" h="32470">
                <a:moveTo>
                  <a:pt x="0" y="32470"/>
                </a:moveTo>
                <a:lnTo>
                  <a:pt x="149018" y="32470"/>
                </a:lnTo>
                <a:lnTo>
                  <a:pt x="149018" y="0"/>
                </a:lnTo>
                <a:lnTo>
                  <a:pt x="0" y="0"/>
                </a:lnTo>
                <a:lnTo>
                  <a:pt x="0" y="32470"/>
                </a:lnTo>
                <a:close/>
              </a:path>
            </a:pathLst>
          </a:custGeom>
          <a:solidFill>
            <a:srgbClr val="464646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02" name="object 902"/>
          <p:cNvSpPr/>
          <p:nvPr/>
        </p:nvSpPr>
        <p:spPr>
          <a:xfrm>
            <a:off x="7973901" y="2521296"/>
            <a:ext cx="251147" cy="32484"/>
          </a:xfrm>
          <a:custGeom>
            <a:avLst/>
            <a:gdLst/>
            <a:ahLst/>
            <a:cxnLst/>
            <a:rect l="l" t="t" r="r" b="b"/>
            <a:pathLst>
              <a:path w="251147" h="32484">
                <a:moveTo>
                  <a:pt x="0" y="32484"/>
                </a:moveTo>
                <a:lnTo>
                  <a:pt x="251147" y="32484"/>
                </a:lnTo>
                <a:lnTo>
                  <a:pt x="251147" y="0"/>
                </a:lnTo>
                <a:lnTo>
                  <a:pt x="0" y="0"/>
                </a:lnTo>
                <a:lnTo>
                  <a:pt x="0" y="32484"/>
                </a:lnTo>
                <a:close/>
              </a:path>
            </a:pathLst>
          </a:custGeom>
          <a:solidFill>
            <a:srgbClr val="464646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03" name="object 903"/>
          <p:cNvSpPr/>
          <p:nvPr/>
        </p:nvSpPr>
        <p:spPr>
          <a:xfrm>
            <a:off x="7973900" y="2716220"/>
            <a:ext cx="149019" cy="32488"/>
          </a:xfrm>
          <a:custGeom>
            <a:avLst/>
            <a:gdLst/>
            <a:ahLst/>
            <a:cxnLst/>
            <a:rect l="l" t="t" r="r" b="b"/>
            <a:pathLst>
              <a:path w="149019" h="32488">
                <a:moveTo>
                  <a:pt x="0" y="32488"/>
                </a:moveTo>
                <a:lnTo>
                  <a:pt x="149019" y="32488"/>
                </a:lnTo>
                <a:lnTo>
                  <a:pt x="149019" y="0"/>
                </a:lnTo>
                <a:lnTo>
                  <a:pt x="0" y="0"/>
                </a:lnTo>
                <a:lnTo>
                  <a:pt x="0" y="32488"/>
                </a:lnTo>
                <a:close/>
              </a:path>
            </a:pathLst>
          </a:custGeom>
          <a:solidFill>
            <a:srgbClr val="464646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04" name="object 904"/>
          <p:cNvSpPr/>
          <p:nvPr/>
        </p:nvSpPr>
        <p:spPr>
          <a:xfrm>
            <a:off x="7973901" y="1971704"/>
            <a:ext cx="251145" cy="161760"/>
          </a:xfrm>
          <a:custGeom>
            <a:avLst/>
            <a:gdLst/>
            <a:ahLst/>
            <a:cxnLst/>
            <a:rect l="l" t="t" r="r" b="b"/>
            <a:pathLst>
              <a:path w="251145" h="161760">
                <a:moveTo>
                  <a:pt x="0" y="161760"/>
                </a:moveTo>
                <a:lnTo>
                  <a:pt x="251145" y="161760"/>
                </a:lnTo>
                <a:lnTo>
                  <a:pt x="251145" y="0"/>
                </a:lnTo>
                <a:lnTo>
                  <a:pt x="0" y="0"/>
                </a:lnTo>
                <a:lnTo>
                  <a:pt x="0" y="161760"/>
                </a:lnTo>
                <a:close/>
              </a:path>
            </a:pathLst>
          </a:custGeom>
          <a:solidFill>
            <a:srgbClr val="5F5F7E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05" name="object 905"/>
          <p:cNvSpPr/>
          <p:nvPr/>
        </p:nvSpPr>
        <p:spPr>
          <a:xfrm>
            <a:off x="7973901" y="2165304"/>
            <a:ext cx="251145" cy="161760"/>
          </a:xfrm>
          <a:custGeom>
            <a:avLst/>
            <a:gdLst/>
            <a:ahLst/>
            <a:cxnLst/>
            <a:rect l="l" t="t" r="r" b="b"/>
            <a:pathLst>
              <a:path w="251145" h="161760">
                <a:moveTo>
                  <a:pt x="0" y="161760"/>
                </a:moveTo>
                <a:lnTo>
                  <a:pt x="251145" y="161760"/>
                </a:lnTo>
                <a:lnTo>
                  <a:pt x="251145" y="0"/>
                </a:lnTo>
                <a:lnTo>
                  <a:pt x="0" y="0"/>
                </a:lnTo>
                <a:lnTo>
                  <a:pt x="0" y="161760"/>
                </a:lnTo>
                <a:close/>
              </a:path>
            </a:pathLst>
          </a:custGeom>
          <a:solidFill>
            <a:srgbClr val="5F5F7E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06" name="object 906"/>
          <p:cNvSpPr/>
          <p:nvPr/>
        </p:nvSpPr>
        <p:spPr>
          <a:xfrm>
            <a:off x="7973901" y="2359536"/>
            <a:ext cx="251145" cy="161760"/>
          </a:xfrm>
          <a:custGeom>
            <a:avLst/>
            <a:gdLst/>
            <a:ahLst/>
            <a:cxnLst/>
            <a:rect l="l" t="t" r="r" b="b"/>
            <a:pathLst>
              <a:path w="251145" h="161760">
                <a:moveTo>
                  <a:pt x="0" y="161760"/>
                </a:moveTo>
                <a:lnTo>
                  <a:pt x="251145" y="161760"/>
                </a:lnTo>
                <a:lnTo>
                  <a:pt x="251145" y="0"/>
                </a:lnTo>
                <a:lnTo>
                  <a:pt x="0" y="0"/>
                </a:lnTo>
                <a:lnTo>
                  <a:pt x="0" y="161760"/>
                </a:lnTo>
                <a:close/>
              </a:path>
            </a:pathLst>
          </a:custGeom>
          <a:solidFill>
            <a:srgbClr val="5F5F7E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07" name="object 907"/>
          <p:cNvSpPr/>
          <p:nvPr/>
        </p:nvSpPr>
        <p:spPr>
          <a:xfrm>
            <a:off x="7973902" y="2553781"/>
            <a:ext cx="251145" cy="162438"/>
          </a:xfrm>
          <a:custGeom>
            <a:avLst/>
            <a:gdLst/>
            <a:ahLst/>
            <a:cxnLst/>
            <a:rect l="l" t="t" r="r" b="b"/>
            <a:pathLst>
              <a:path w="251145" h="162438">
                <a:moveTo>
                  <a:pt x="0" y="162438"/>
                </a:moveTo>
                <a:lnTo>
                  <a:pt x="251145" y="162438"/>
                </a:lnTo>
                <a:lnTo>
                  <a:pt x="251145" y="0"/>
                </a:lnTo>
                <a:lnTo>
                  <a:pt x="0" y="0"/>
                </a:lnTo>
                <a:lnTo>
                  <a:pt x="0" y="162438"/>
                </a:lnTo>
                <a:close/>
              </a:path>
            </a:pathLst>
          </a:custGeom>
          <a:solidFill>
            <a:srgbClr val="5F5F7E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08" name="object 908"/>
          <p:cNvSpPr/>
          <p:nvPr/>
        </p:nvSpPr>
        <p:spPr>
          <a:xfrm>
            <a:off x="7973902" y="2748708"/>
            <a:ext cx="251145" cy="161760"/>
          </a:xfrm>
          <a:custGeom>
            <a:avLst/>
            <a:gdLst/>
            <a:ahLst/>
            <a:cxnLst/>
            <a:rect l="l" t="t" r="r" b="b"/>
            <a:pathLst>
              <a:path w="251145" h="161760">
                <a:moveTo>
                  <a:pt x="0" y="161760"/>
                </a:moveTo>
                <a:lnTo>
                  <a:pt x="251145" y="161760"/>
                </a:lnTo>
                <a:lnTo>
                  <a:pt x="251145" y="0"/>
                </a:lnTo>
                <a:lnTo>
                  <a:pt x="0" y="0"/>
                </a:lnTo>
                <a:lnTo>
                  <a:pt x="0" y="161760"/>
                </a:lnTo>
                <a:close/>
              </a:path>
            </a:pathLst>
          </a:custGeom>
          <a:solidFill>
            <a:srgbClr val="5F5F7E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09" name="object 909"/>
          <p:cNvSpPr/>
          <p:nvPr/>
        </p:nvSpPr>
        <p:spPr>
          <a:xfrm>
            <a:off x="7942542" y="2752767"/>
            <a:ext cx="25088" cy="184774"/>
          </a:xfrm>
          <a:custGeom>
            <a:avLst/>
            <a:gdLst/>
            <a:ahLst/>
            <a:cxnLst/>
            <a:rect l="l" t="t" r="r" b="b"/>
            <a:pathLst>
              <a:path w="25088" h="184774">
                <a:moveTo>
                  <a:pt x="0" y="161762"/>
                </a:moveTo>
                <a:lnTo>
                  <a:pt x="25088" y="184774"/>
                </a:lnTo>
                <a:lnTo>
                  <a:pt x="25088" y="0"/>
                </a:lnTo>
                <a:lnTo>
                  <a:pt x="0" y="0"/>
                </a:lnTo>
                <a:lnTo>
                  <a:pt x="0" y="161762"/>
                </a:lnTo>
                <a:close/>
              </a:path>
            </a:pathLst>
          </a:custGeom>
          <a:solidFill>
            <a:srgbClr val="464646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10" name="object 910"/>
          <p:cNvSpPr/>
          <p:nvPr/>
        </p:nvSpPr>
        <p:spPr>
          <a:xfrm>
            <a:off x="8186420" y="1938020"/>
            <a:ext cx="0" cy="177800"/>
          </a:xfrm>
          <a:custGeom>
            <a:avLst/>
            <a:gdLst/>
            <a:ahLst/>
            <a:cxnLst/>
            <a:rect l="l" t="t" r="r" b="b"/>
            <a:pathLst>
              <a:path w="0" h="177800">
                <a:moveTo>
                  <a:pt x="0" y="177800"/>
                </a:moveTo>
                <a:lnTo>
                  <a:pt x="0" y="0"/>
                </a:lnTo>
              </a:path>
            </a:pathLst>
          </a:custGeom>
          <a:ln w="1270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11" name="object 911"/>
          <p:cNvSpPr/>
          <p:nvPr/>
        </p:nvSpPr>
        <p:spPr>
          <a:xfrm>
            <a:off x="8186420" y="2321560"/>
            <a:ext cx="0" cy="175260"/>
          </a:xfrm>
          <a:custGeom>
            <a:avLst/>
            <a:gdLst/>
            <a:ahLst/>
            <a:cxnLst/>
            <a:rect l="l" t="t" r="r" b="b"/>
            <a:pathLst>
              <a:path w="0" h="175260">
                <a:moveTo>
                  <a:pt x="0" y="175260"/>
                </a:moveTo>
                <a:lnTo>
                  <a:pt x="0" y="0"/>
                </a:lnTo>
              </a:path>
            </a:pathLst>
          </a:custGeom>
          <a:ln w="1270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12" name="object 912"/>
          <p:cNvSpPr/>
          <p:nvPr/>
        </p:nvSpPr>
        <p:spPr>
          <a:xfrm>
            <a:off x="8186420" y="2702560"/>
            <a:ext cx="0" cy="175260"/>
          </a:xfrm>
          <a:custGeom>
            <a:avLst/>
            <a:gdLst/>
            <a:ahLst/>
            <a:cxnLst/>
            <a:rect l="l" t="t" r="r" b="b"/>
            <a:pathLst>
              <a:path w="0" h="175260">
                <a:moveTo>
                  <a:pt x="0" y="175260"/>
                </a:moveTo>
                <a:lnTo>
                  <a:pt x="0" y="0"/>
                </a:lnTo>
              </a:path>
            </a:pathLst>
          </a:custGeom>
          <a:ln w="1270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13" name="object 913"/>
          <p:cNvSpPr/>
          <p:nvPr/>
        </p:nvSpPr>
        <p:spPr>
          <a:xfrm>
            <a:off x="8493760" y="1747520"/>
            <a:ext cx="0" cy="177800"/>
          </a:xfrm>
          <a:custGeom>
            <a:avLst/>
            <a:gdLst/>
            <a:ahLst/>
            <a:cxnLst/>
            <a:rect l="l" t="t" r="r" b="b"/>
            <a:pathLst>
              <a:path w="0" h="177800">
                <a:moveTo>
                  <a:pt x="0" y="177800"/>
                </a:moveTo>
                <a:lnTo>
                  <a:pt x="0" y="0"/>
                </a:lnTo>
              </a:path>
            </a:pathLst>
          </a:custGeom>
          <a:ln w="1270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14" name="object 914"/>
          <p:cNvSpPr/>
          <p:nvPr/>
        </p:nvSpPr>
        <p:spPr>
          <a:xfrm>
            <a:off x="8493760" y="2321560"/>
            <a:ext cx="0" cy="175260"/>
          </a:xfrm>
          <a:custGeom>
            <a:avLst/>
            <a:gdLst/>
            <a:ahLst/>
            <a:cxnLst/>
            <a:rect l="l" t="t" r="r" b="b"/>
            <a:pathLst>
              <a:path w="0" h="175260">
                <a:moveTo>
                  <a:pt x="0" y="175260"/>
                </a:moveTo>
                <a:lnTo>
                  <a:pt x="0" y="0"/>
                </a:lnTo>
              </a:path>
            </a:pathLst>
          </a:custGeom>
          <a:ln w="1270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15" name="object 915"/>
          <p:cNvSpPr/>
          <p:nvPr/>
        </p:nvSpPr>
        <p:spPr>
          <a:xfrm>
            <a:off x="8028715" y="2057538"/>
            <a:ext cx="31625" cy="65179"/>
          </a:xfrm>
          <a:custGeom>
            <a:avLst/>
            <a:gdLst/>
            <a:ahLst/>
            <a:cxnLst/>
            <a:rect l="l" t="t" r="r" b="b"/>
            <a:pathLst>
              <a:path w="31625" h="65179">
                <a:moveTo>
                  <a:pt x="20997" y="1157"/>
                </a:moveTo>
                <a:lnTo>
                  <a:pt x="31625" y="59440"/>
                </a:lnTo>
                <a:lnTo>
                  <a:pt x="0" y="65179"/>
                </a:lnTo>
                <a:lnTo>
                  <a:pt x="8126" y="0"/>
                </a:lnTo>
              </a:path>
            </a:pathLst>
          </a:custGeom>
          <a:ln w="188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16" name="object 916"/>
          <p:cNvSpPr/>
          <p:nvPr/>
        </p:nvSpPr>
        <p:spPr>
          <a:xfrm>
            <a:off x="8008306" y="2043796"/>
            <a:ext cx="88658" cy="23002"/>
          </a:xfrm>
          <a:custGeom>
            <a:avLst/>
            <a:gdLst/>
            <a:ahLst/>
            <a:cxnLst/>
            <a:rect l="l" t="t" r="r" b="b"/>
            <a:pathLst>
              <a:path w="88658" h="23002">
                <a:moveTo>
                  <a:pt x="88658" y="11878"/>
                </a:moveTo>
                <a:lnTo>
                  <a:pt x="41956" y="0"/>
                </a:lnTo>
                <a:lnTo>
                  <a:pt x="0" y="5788"/>
                </a:lnTo>
                <a:lnTo>
                  <a:pt x="32727" y="23002"/>
                </a:lnTo>
                <a:lnTo>
                  <a:pt x="88658" y="1187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17" name="object 917"/>
          <p:cNvSpPr/>
          <p:nvPr/>
        </p:nvSpPr>
        <p:spPr>
          <a:xfrm>
            <a:off x="8008306" y="2043796"/>
            <a:ext cx="88658" cy="23002"/>
          </a:xfrm>
          <a:custGeom>
            <a:avLst/>
            <a:gdLst/>
            <a:ahLst/>
            <a:cxnLst/>
            <a:rect l="l" t="t" r="r" b="b"/>
            <a:pathLst>
              <a:path w="88658" h="23002">
                <a:moveTo>
                  <a:pt x="88658" y="11878"/>
                </a:moveTo>
                <a:lnTo>
                  <a:pt x="32727" y="23002"/>
                </a:lnTo>
                <a:lnTo>
                  <a:pt x="0" y="5788"/>
                </a:lnTo>
                <a:lnTo>
                  <a:pt x="41956" y="0"/>
                </a:lnTo>
                <a:lnTo>
                  <a:pt x="88658" y="11878"/>
                </a:lnTo>
                <a:close/>
              </a:path>
            </a:pathLst>
          </a:custGeom>
          <a:ln w="79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18" name="object 918"/>
          <p:cNvSpPr/>
          <p:nvPr/>
        </p:nvSpPr>
        <p:spPr>
          <a:xfrm>
            <a:off x="8041033" y="2055725"/>
            <a:ext cx="55711" cy="14898"/>
          </a:xfrm>
          <a:custGeom>
            <a:avLst/>
            <a:gdLst/>
            <a:ahLst/>
            <a:cxnLst/>
            <a:rect l="l" t="t" r="r" b="b"/>
            <a:pathLst>
              <a:path w="55711" h="14898">
                <a:moveTo>
                  <a:pt x="55711" y="3875"/>
                </a:moveTo>
                <a:lnTo>
                  <a:pt x="55711" y="0"/>
                </a:lnTo>
                <a:lnTo>
                  <a:pt x="0" y="11073"/>
                </a:lnTo>
                <a:lnTo>
                  <a:pt x="0" y="14898"/>
                </a:lnTo>
                <a:lnTo>
                  <a:pt x="55711" y="3875"/>
                </a:lnTo>
                <a:close/>
              </a:path>
            </a:pathLst>
          </a:custGeom>
          <a:solidFill>
            <a:srgbClr val="DFDFD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19" name="object 919"/>
          <p:cNvSpPr/>
          <p:nvPr/>
        </p:nvSpPr>
        <p:spPr>
          <a:xfrm>
            <a:off x="8041033" y="2055725"/>
            <a:ext cx="55711" cy="14898"/>
          </a:xfrm>
          <a:custGeom>
            <a:avLst/>
            <a:gdLst/>
            <a:ahLst/>
            <a:cxnLst/>
            <a:rect l="l" t="t" r="r" b="b"/>
            <a:pathLst>
              <a:path w="55711" h="14898">
                <a:moveTo>
                  <a:pt x="55711" y="3875"/>
                </a:moveTo>
                <a:lnTo>
                  <a:pt x="0" y="14898"/>
                </a:lnTo>
                <a:lnTo>
                  <a:pt x="0" y="13524"/>
                </a:lnTo>
                <a:lnTo>
                  <a:pt x="0" y="11073"/>
                </a:lnTo>
                <a:lnTo>
                  <a:pt x="55711" y="0"/>
                </a:lnTo>
                <a:lnTo>
                  <a:pt x="55711" y="3875"/>
                </a:lnTo>
                <a:close/>
              </a:path>
            </a:pathLst>
          </a:custGeom>
          <a:ln w="79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20" name="object 920"/>
          <p:cNvSpPr/>
          <p:nvPr/>
        </p:nvSpPr>
        <p:spPr>
          <a:xfrm>
            <a:off x="8008306" y="2049585"/>
            <a:ext cx="32727" cy="21039"/>
          </a:xfrm>
          <a:custGeom>
            <a:avLst/>
            <a:gdLst/>
            <a:ahLst/>
            <a:cxnLst/>
            <a:rect l="l" t="t" r="r" b="b"/>
            <a:pathLst>
              <a:path w="32727" h="21039">
                <a:moveTo>
                  <a:pt x="32727" y="17213"/>
                </a:moveTo>
                <a:lnTo>
                  <a:pt x="0" y="0"/>
                </a:lnTo>
                <a:lnTo>
                  <a:pt x="0" y="2666"/>
                </a:lnTo>
                <a:lnTo>
                  <a:pt x="32727" y="21039"/>
                </a:lnTo>
                <a:lnTo>
                  <a:pt x="32727" y="17213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21" name="object 921"/>
          <p:cNvSpPr/>
          <p:nvPr/>
        </p:nvSpPr>
        <p:spPr>
          <a:xfrm>
            <a:off x="8008306" y="2049585"/>
            <a:ext cx="32727" cy="21039"/>
          </a:xfrm>
          <a:custGeom>
            <a:avLst/>
            <a:gdLst/>
            <a:ahLst/>
            <a:cxnLst/>
            <a:rect l="l" t="t" r="r" b="b"/>
            <a:pathLst>
              <a:path w="32727" h="21039">
                <a:moveTo>
                  <a:pt x="32727" y="17213"/>
                </a:moveTo>
                <a:lnTo>
                  <a:pt x="32727" y="19664"/>
                </a:lnTo>
                <a:lnTo>
                  <a:pt x="32727" y="21039"/>
                </a:lnTo>
                <a:lnTo>
                  <a:pt x="0" y="2666"/>
                </a:lnTo>
                <a:lnTo>
                  <a:pt x="0" y="0"/>
                </a:lnTo>
                <a:lnTo>
                  <a:pt x="32727" y="17213"/>
                </a:lnTo>
                <a:close/>
              </a:path>
            </a:pathLst>
          </a:custGeom>
          <a:ln w="74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22" name="object 922"/>
          <p:cNvSpPr/>
          <p:nvPr/>
        </p:nvSpPr>
        <p:spPr>
          <a:xfrm>
            <a:off x="8059494" y="2062520"/>
            <a:ext cx="38500" cy="83549"/>
          </a:xfrm>
          <a:custGeom>
            <a:avLst/>
            <a:gdLst/>
            <a:ahLst/>
            <a:cxnLst/>
            <a:rect l="l" t="t" r="r" b="b"/>
            <a:pathLst>
              <a:path w="38500" h="83549">
                <a:moveTo>
                  <a:pt x="21254" y="0"/>
                </a:moveTo>
                <a:lnTo>
                  <a:pt x="38500" y="77108"/>
                </a:lnTo>
                <a:lnTo>
                  <a:pt x="0" y="83549"/>
                </a:lnTo>
                <a:lnTo>
                  <a:pt x="6140" y="1559"/>
                </a:lnTo>
              </a:path>
            </a:pathLst>
          </a:custGeom>
          <a:ln w="187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23" name="object 923"/>
          <p:cNvSpPr/>
          <p:nvPr/>
        </p:nvSpPr>
        <p:spPr>
          <a:xfrm>
            <a:off x="8035039" y="2035240"/>
            <a:ext cx="27358" cy="23354"/>
          </a:xfrm>
          <a:custGeom>
            <a:avLst/>
            <a:gdLst/>
            <a:ahLst/>
            <a:cxnLst/>
            <a:rect l="l" t="t" r="r" b="b"/>
            <a:pathLst>
              <a:path w="27358" h="23354">
                <a:moveTo>
                  <a:pt x="27358" y="7147"/>
                </a:moveTo>
                <a:lnTo>
                  <a:pt x="0" y="0"/>
                </a:lnTo>
                <a:lnTo>
                  <a:pt x="0" y="11375"/>
                </a:lnTo>
                <a:lnTo>
                  <a:pt x="27358" y="23354"/>
                </a:lnTo>
                <a:lnTo>
                  <a:pt x="27358" y="7147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24" name="object 924"/>
          <p:cNvSpPr/>
          <p:nvPr/>
        </p:nvSpPr>
        <p:spPr>
          <a:xfrm>
            <a:off x="8035039" y="2035240"/>
            <a:ext cx="27358" cy="23354"/>
          </a:xfrm>
          <a:custGeom>
            <a:avLst/>
            <a:gdLst/>
            <a:ahLst/>
            <a:cxnLst/>
            <a:rect l="l" t="t" r="r" b="b"/>
            <a:pathLst>
              <a:path w="27358" h="23354">
                <a:moveTo>
                  <a:pt x="27358" y="7147"/>
                </a:moveTo>
                <a:lnTo>
                  <a:pt x="27358" y="23354"/>
                </a:lnTo>
                <a:lnTo>
                  <a:pt x="0" y="11375"/>
                </a:lnTo>
                <a:lnTo>
                  <a:pt x="0" y="0"/>
                </a:lnTo>
                <a:lnTo>
                  <a:pt x="27358" y="7147"/>
                </a:lnTo>
                <a:close/>
              </a:path>
            </a:pathLst>
          </a:custGeom>
          <a:ln w="7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25" name="object 925"/>
          <p:cNvSpPr/>
          <p:nvPr/>
        </p:nvSpPr>
        <p:spPr>
          <a:xfrm>
            <a:off x="8062398" y="2040777"/>
            <a:ext cx="20335" cy="17817"/>
          </a:xfrm>
          <a:custGeom>
            <a:avLst/>
            <a:gdLst/>
            <a:ahLst/>
            <a:cxnLst/>
            <a:rect l="l" t="t" r="r" b="b"/>
            <a:pathLst>
              <a:path w="20335" h="17817">
                <a:moveTo>
                  <a:pt x="20335" y="13791"/>
                </a:moveTo>
                <a:lnTo>
                  <a:pt x="20335" y="0"/>
                </a:lnTo>
                <a:lnTo>
                  <a:pt x="0" y="1610"/>
                </a:lnTo>
                <a:lnTo>
                  <a:pt x="0" y="17817"/>
                </a:lnTo>
                <a:lnTo>
                  <a:pt x="20335" y="13791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26" name="object 926"/>
          <p:cNvSpPr/>
          <p:nvPr/>
        </p:nvSpPr>
        <p:spPr>
          <a:xfrm>
            <a:off x="8062398" y="2040777"/>
            <a:ext cx="20335" cy="17817"/>
          </a:xfrm>
          <a:custGeom>
            <a:avLst/>
            <a:gdLst/>
            <a:ahLst/>
            <a:cxnLst/>
            <a:rect l="l" t="t" r="r" b="b"/>
            <a:pathLst>
              <a:path w="20335" h="17817">
                <a:moveTo>
                  <a:pt x="20335" y="13791"/>
                </a:moveTo>
                <a:lnTo>
                  <a:pt x="0" y="17817"/>
                </a:lnTo>
                <a:lnTo>
                  <a:pt x="0" y="1610"/>
                </a:lnTo>
                <a:lnTo>
                  <a:pt x="20335" y="0"/>
                </a:lnTo>
                <a:lnTo>
                  <a:pt x="20335" y="13791"/>
                </a:lnTo>
                <a:close/>
              </a:path>
            </a:pathLst>
          </a:custGeom>
          <a:ln w="71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27" name="object 927"/>
          <p:cNvSpPr/>
          <p:nvPr/>
        </p:nvSpPr>
        <p:spPr>
          <a:xfrm>
            <a:off x="8035039" y="2035240"/>
            <a:ext cx="47694" cy="7147"/>
          </a:xfrm>
          <a:custGeom>
            <a:avLst/>
            <a:gdLst/>
            <a:ahLst/>
            <a:cxnLst/>
            <a:rect l="l" t="t" r="r" b="b"/>
            <a:pathLst>
              <a:path w="47694" h="7147">
                <a:moveTo>
                  <a:pt x="47694" y="5537"/>
                </a:moveTo>
                <a:lnTo>
                  <a:pt x="19967" y="0"/>
                </a:lnTo>
                <a:lnTo>
                  <a:pt x="0" y="0"/>
                </a:lnTo>
                <a:lnTo>
                  <a:pt x="27138" y="7147"/>
                </a:lnTo>
                <a:lnTo>
                  <a:pt x="47694" y="5537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28" name="object 928"/>
          <p:cNvSpPr/>
          <p:nvPr/>
        </p:nvSpPr>
        <p:spPr>
          <a:xfrm>
            <a:off x="8035039" y="2035240"/>
            <a:ext cx="47694" cy="7147"/>
          </a:xfrm>
          <a:custGeom>
            <a:avLst/>
            <a:gdLst/>
            <a:ahLst/>
            <a:cxnLst/>
            <a:rect l="l" t="t" r="r" b="b"/>
            <a:pathLst>
              <a:path w="47694" h="7147">
                <a:moveTo>
                  <a:pt x="47694" y="5537"/>
                </a:moveTo>
                <a:lnTo>
                  <a:pt x="27138" y="7147"/>
                </a:lnTo>
                <a:lnTo>
                  <a:pt x="0" y="0"/>
                </a:lnTo>
                <a:lnTo>
                  <a:pt x="19967" y="0"/>
                </a:lnTo>
                <a:lnTo>
                  <a:pt x="47694" y="5537"/>
                </a:lnTo>
                <a:close/>
              </a:path>
            </a:pathLst>
          </a:custGeom>
          <a:ln w="80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29" name="object 929"/>
          <p:cNvSpPr/>
          <p:nvPr/>
        </p:nvSpPr>
        <p:spPr>
          <a:xfrm>
            <a:off x="8049895" y="2033328"/>
            <a:ext cx="17320" cy="6642"/>
          </a:xfrm>
          <a:custGeom>
            <a:avLst/>
            <a:gdLst/>
            <a:ahLst/>
            <a:cxnLst/>
            <a:rect l="l" t="t" r="r" b="b"/>
            <a:pathLst>
              <a:path w="17320" h="6642">
                <a:moveTo>
                  <a:pt x="17320" y="3774"/>
                </a:moveTo>
                <a:lnTo>
                  <a:pt x="0" y="0"/>
                </a:lnTo>
                <a:lnTo>
                  <a:pt x="0" y="4277"/>
                </a:lnTo>
                <a:lnTo>
                  <a:pt x="9230" y="6642"/>
                </a:lnTo>
                <a:lnTo>
                  <a:pt x="17320" y="5938"/>
                </a:lnTo>
                <a:lnTo>
                  <a:pt x="17320" y="3774"/>
                </a:lnTo>
                <a:close/>
              </a:path>
            </a:pathLst>
          </a:custGeom>
          <a:solidFill>
            <a:srgbClr val="5F5F5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30" name="object 930"/>
          <p:cNvSpPr/>
          <p:nvPr/>
        </p:nvSpPr>
        <p:spPr>
          <a:xfrm>
            <a:off x="8049895" y="2033328"/>
            <a:ext cx="17320" cy="6642"/>
          </a:xfrm>
          <a:custGeom>
            <a:avLst/>
            <a:gdLst/>
            <a:ahLst/>
            <a:cxnLst/>
            <a:rect l="l" t="t" r="r" b="b"/>
            <a:pathLst>
              <a:path w="17320" h="6642">
                <a:moveTo>
                  <a:pt x="17320" y="3774"/>
                </a:moveTo>
                <a:lnTo>
                  <a:pt x="17320" y="5684"/>
                </a:lnTo>
                <a:lnTo>
                  <a:pt x="17320" y="5938"/>
                </a:lnTo>
                <a:lnTo>
                  <a:pt x="9230" y="6642"/>
                </a:lnTo>
                <a:lnTo>
                  <a:pt x="0" y="4277"/>
                </a:lnTo>
                <a:lnTo>
                  <a:pt x="0" y="0"/>
                </a:lnTo>
                <a:lnTo>
                  <a:pt x="17320" y="3774"/>
                </a:lnTo>
                <a:close/>
              </a:path>
            </a:pathLst>
          </a:custGeom>
          <a:ln w="77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31" name="object 931"/>
          <p:cNvSpPr/>
          <p:nvPr/>
        </p:nvSpPr>
        <p:spPr>
          <a:xfrm>
            <a:off x="8040482" y="2004991"/>
            <a:ext cx="22099" cy="32665"/>
          </a:xfrm>
          <a:custGeom>
            <a:avLst/>
            <a:gdLst/>
            <a:ahLst/>
            <a:cxnLst/>
            <a:rect l="l" t="t" r="r" b="b"/>
            <a:pathLst>
              <a:path w="22099" h="32665">
                <a:moveTo>
                  <a:pt x="22099" y="1057"/>
                </a:moveTo>
                <a:lnTo>
                  <a:pt x="3052" y="0"/>
                </a:lnTo>
                <a:lnTo>
                  <a:pt x="0" y="28136"/>
                </a:lnTo>
                <a:lnTo>
                  <a:pt x="18974" y="32665"/>
                </a:lnTo>
                <a:lnTo>
                  <a:pt x="22099" y="1057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32" name="object 932"/>
          <p:cNvSpPr/>
          <p:nvPr/>
        </p:nvSpPr>
        <p:spPr>
          <a:xfrm>
            <a:off x="8040482" y="2004991"/>
            <a:ext cx="22099" cy="32665"/>
          </a:xfrm>
          <a:custGeom>
            <a:avLst/>
            <a:gdLst/>
            <a:ahLst/>
            <a:cxnLst/>
            <a:rect l="l" t="t" r="r" b="b"/>
            <a:pathLst>
              <a:path w="22099" h="32665">
                <a:moveTo>
                  <a:pt x="22099" y="1057"/>
                </a:moveTo>
                <a:lnTo>
                  <a:pt x="18974" y="32665"/>
                </a:lnTo>
                <a:lnTo>
                  <a:pt x="0" y="28136"/>
                </a:lnTo>
                <a:lnTo>
                  <a:pt x="3052" y="0"/>
                </a:lnTo>
                <a:lnTo>
                  <a:pt x="22099" y="1057"/>
                </a:lnTo>
                <a:close/>
              </a:path>
            </a:pathLst>
          </a:custGeom>
          <a:ln w="65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33" name="object 933"/>
          <p:cNvSpPr/>
          <p:nvPr/>
        </p:nvSpPr>
        <p:spPr>
          <a:xfrm>
            <a:off x="8059456" y="2005998"/>
            <a:ext cx="19600" cy="32463"/>
          </a:xfrm>
          <a:custGeom>
            <a:avLst/>
            <a:gdLst/>
            <a:ahLst/>
            <a:cxnLst/>
            <a:rect l="l" t="t" r="r" b="b"/>
            <a:pathLst>
              <a:path w="19600" h="32463">
                <a:moveTo>
                  <a:pt x="19600" y="7196"/>
                </a:moveTo>
                <a:lnTo>
                  <a:pt x="3125" y="0"/>
                </a:lnTo>
                <a:lnTo>
                  <a:pt x="0" y="31657"/>
                </a:lnTo>
                <a:lnTo>
                  <a:pt x="17283" y="32463"/>
                </a:lnTo>
                <a:lnTo>
                  <a:pt x="18852" y="15350"/>
                </a:lnTo>
                <a:lnTo>
                  <a:pt x="19600" y="7196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34" name="object 934"/>
          <p:cNvSpPr/>
          <p:nvPr/>
        </p:nvSpPr>
        <p:spPr>
          <a:xfrm>
            <a:off x="8059456" y="2005998"/>
            <a:ext cx="19600" cy="32463"/>
          </a:xfrm>
          <a:custGeom>
            <a:avLst/>
            <a:gdLst/>
            <a:ahLst/>
            <a:cxnLst/>
            <a:rect l="l" t="t" r="r" b="b"/>
            <a:pathLst>
              <a:path w="19600" h="32463">
                <a:moveTo>
                  <a:pt x="19600" y="7196"/>
                </a:moveTo>
                <a:lnTo>
                  <a:pt x="18852" y="15350"/>
                </a:lnTo>
                <a:lnTo>
                  <a:pt x="17283" y="32463"/>
                </a:lnTo>
                <a:lnTo>
                  <a:pt x="0" y="31657"/>
                </a:lnTo>
                <a:lnTo>
                  <a:pt x="3125" y="0"/>
                </a:lnTo>
                <a:lnTo>
                  <a:pt x="19600" y="7196"/>
                </a:lnTo>
                <a:close/>
              </a:path>
            </a:pathLst>
          </a:custGeom>
          <a:ln w="64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35" name="object 935"/>
          <p:cNvSpPr/>
          <p:nvPr/>
        </p:nvSpPr>
        <p:spPr>
          <a:xfrm>
            <a:off x="8042982" y="2008212"/>
            <a:ext cx="15885" cy="24562"/>
          </a:xfrm>
          <a:custGeom>
            <a:avLst/>
            <a:gdLst/>
            <a:ahLst/>
            <a:cxnLst/>
            <a:rect l="l" t="t" r="r" b="b"/>
            <a:pathLst>
              <a:path w="15885" h="24562">
                <a:moveTo>
                  <a:pt x="15885" y="1106"/>
                </a:moveTo>
                <a:lnTo>
                  <a:pt x="2353" y="0"/>
                </a:lnTo>
                <a:lnTo>
                  <a:pt x="0" y="21793"/>
                </a:lnTo>
                <a:lnTo>
                  <a:pt x="13643" y="24562"/>
                </a:lnTo>
                <a:lnTo>
                  <a:pt x="15885" y="1106"/>
                </a:lnTo>
                <a:close/>
              </a:path>
            </a:pathLst>
          </a:custGeom>
          <a:solidFill>
            <a:srgbClr val="00C0C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36" name="object 936"/>
          <p:cNvSpPr/>
          <p:nvPr/>
        </p:nvSpPr>
        <p:spPr>
          <a:xfrm>
            <a:off x="8042982" y="2008212"/>
            <a:ext cx="15885" cy="24562"/>
          </a:xfrm>
          <a:custGeom>
            <a:avLst/>
            <a:gdLst/>
            <a:ahLst/>
            <a:cxnLst/>
            <a:rect l="l" t="t" r="r" b="b"/>
            <a:pathLst>
              <a:path w="15885" h="24562">
                <a:moveTo>
                  <a:pt x="15885" y="1106"/>
                </a:moveTo>
                <a:lnTo>
                  <a:pt x="13643" y="24562"/>
                </a:lnTo>
                <a:lnTo>
                  <a:pt x="0" y="21793"/>
                </a:lnTo>
                <a:lnTo>
                  <a:pt x="2353" y="0"/>
                </a:lnTo>
                <a:lnTo>
                  <a:pt x="15885" y="1106"/>
                </a:lnTo>
                <a:close/>
              </a:path>
            </a:pathLst>
          </a:custGeom>
          <a:ln w="65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37" name="object 937"/>
          <p:cNvSpPr/>
          <p:nvPr/>
        </p:nvSpPr>
        <p:spPr>
          <a:xfrm>
            <a:off x="8036988" y="2037706"/>
            <a:ext cx="15554" cy="15251"/>
          </a:xfrm>
          <a:custGeom>
            <a:avLst/>
            <a:gdLst/>
            <a:ahLst/>
            <a:cxnLst/>
            <a:rect l="l" t="t" r="r" b="b"/>
            <a:pathLst>
              <a:path w="15554" h="15251">
                <a:moveTo>
                  <a:pt x="15554" y="4580"/>
                </a:moveTo>
                <a:lnTo>
                  <a:pt x="0" y="0"/>
                </a:lnTo>
                <a:lnTo>
                  <a:pt x="0" y="8607"/>
                </a:lnTo>
                <a:lnTo>
                  <a:pt x="15554" y="15251"/>
                </a:lnTo>
                <a:lnTo>
                  <a:pt x="15554" y="458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38" name="object 938"/>
          <p:cNvSpPr/>
          <p:nvPr/>
        </p:nvSpPr>
        <p:spPr>
          <a:xfrm>
            <a:off x="8036988" y="2037706"/>
            <a:ext cx="15554" cy="15251"/>
          </a:xfrm>
          <a:custGeom>
            <a:avLst/>
            <a:gdLst/>
            <a:ahLst/>
            <a:cxnLst/>
            <a:rect l="l" t="t" r="r" b="b"/>
            <a:pathLst>
              <a:path w="15554" h="15251">
                <a:moveTo>
                  <a:pt x="15554" y="4580"/>
                </a:moveTo>
                <a:lnTo>
                  <a:pt x="15554" y="15251"/>
                </a:lnTo>
                <a:lnTo>
                  <a:pt x="0" y="8607"/>
                </a:lnTo>
                <a:lnTo>
                  <a:pt x="0" y="7264"/>
                </a:lnTo>
                <a:lnTo>
                  <a:pt x="0" y="0"/>
                </a:lnTo>
                <a:lnTo>
                  <a:pt x="15554" y="4580"/>
                </a:lnTo>
                <a:close/>
              </a:path>
            </a:pathLst>
          </a:custGeom>
          <a:ln w="69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39" name="object 939"/>
          <p:cNvSpPr/>
          <p:nvPr/>
        </p:nvSpPr>
        <p:spPr>
          <a:xfrm>
            <a:off x="8038349" y="2041330"/>
            <a:ext cx="4229" cy="1460"/>
          </a:xfrm>
          <a:custGeom>
            <a:avLst/>
            <a:gdLst/>
            <a:ahLst/>
            <a:cxnLst/>
            <a:rect l="l" t="t" r="r" b="b"/>
            <a:pathLst>
              <a:path w="4229" h="1460">
                <a:moveTo>
                  <a:pt x="4229" y="1460"/>
                </a:moveTo>
                <a:lnTo>
                  <a:pt x="0" y="0"/>
                </a:lnTo>
              </a:path>
            </a:pathLst>
          </a:custGeom>
          <a:ln w="78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40" name="object 940"/>
          <p:cNvSpPr/>
          <p:nvPr/>
        </p:nvSpPr>
        <p:spPr>
          <a:xfrm>
            <a:off x="8044601" y="2043495"/>
            <a:ext cx="5551" cy="1806"/>
          </a:xfrm>
          <a:custGeom>
            <a:avLst/>
            <a:gdLst/>
            <a:ahLst/>
            <a:cxnLst/>
            <a:rect l="l" t="t" r="r" b="b"/>
            <a:pathLst>
              <a:path w="5551" h="1806">
                <a:moveTo>
                  <a:pt x="5551" y="1806"/>
                </a:moveTo>
                <a:lnTo>
                  <a:pt x="0" y="0"/>
                </a:lnTo>
              </a:path>
            </a:pathLst>
          </a:custGeom>
          <a:ln w="78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41" name="object 941"/>
          <p:cNvSpPr/>
          <p:nvPr/>
        </p:nvSpPr>
        <p:spPr>
          <a:xfrm>
            <a:off x="8043534" y="2039618"/>
            <a:ext cx="0" cy="9966"/>
          </a:xfrm>
          <a:custGeom>
            <a:avLst/>
            <a:gdLst/>
            <a:ahLst/>
            <a:cxnLst/>
            <a:rect l="l" t="t" r="r" b="b"/>
            <a:pathLst>
              <a:path w="0" h="9966">
                <a:moveTo>
                  <a:pt x="0" y="9966"/>
                </a:moveTo>
                <a:lnTo>
                  <a:pt x="0" y="0"/>
                </a:lnTo>
              </a:path>
            </a:pathLst>
          </a:custGeom>
          <a:ln w="29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42" name="object 942"/>
          <p:cNvSpPr/>
          <p:nvPr/>
        </p:nvSpPr>
        <p:spPr>
          <a:xfrm>
            <a:off x="8050999" y="2041884"/>
            <a:ext cx="0" cy="10871"/>
          </a:xfrm>
          <a:custGeom>
            <a:avLst/>
            <a:gdLst/>
            <a:ahLst/>
            <a:cxnLst/>
            <a:rect l="l" t="t" r="r" b="b"/>
            <a:pathLst>
              <a:path w="0" h="10871">
                <a:moveTo>
                  <a:pt x="0" y="10871"/>
                </a:moveTo>
                <a:lnTo>
                  <a:pt x="0" y="0"/>
                </a:lnTo>
              </a:path>
            </a:pathLst>
          </a:custGeom>
          <a:ln w="29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43" name="object 943"/>
          <p:cNvSpPr/>
          <p:nvPr/>
        </p:nvSpPr>
        <p:spPr>
          <a:xfrm>
            <a:off x="8037062" y="2041683"/>
            <a:ext cx="14231" cy="5087"/>
          </a:xfrm>
          <a:custGeom>
            <a:avLst/>
            <a:gdLst/>
            <a:ahLst/>
            <a:cxnLst/>
            <a:rect l="l" t="t" r="r" b="b"/>
            <a:pathLst>
              <a:path w="14231" h="5087">
                <a:moveTo>
                  <a:pt x="14231" y="5087"/>
                </a:moveTo>
                <a:lnTo>
                  <a:pt x="0" y="0"/>
                </a:lnTo>
              </a:path>
            </a:pathLst>
          </a:custGeom>
          <a:ln w="39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44" name="object 944"/>
          <p:cNvSpPr/>
          <p:nvPr/>
        </p:nvSpPr>
        <p:spPr>
          <a:xfrm>
            <a:off x="8036988" y="2040022"/>
            <a:ext cx="14304" cy="4676"/>
          </a:xfrm>
          <a:custGeom>
            <a:avLst/>
            <a:gdLst/>
            <a:ahLst/>
            <a:cxnLst/>
            <a:rect l="l" t="t" r="r" b="b"/>
            <a:pathLst>
              <a:path w="14304" h="4676">
                <a:moveTo>
                  <a:pt x="14304" y="4676"/>
                </a:moveTo>
                <a:lnTo>
                  <a:pt x="0" y="0"/>
                </a:lnTo>
              </a:path>
            </a:pathLst>
          </a:custGeom>
          <a:ln w="39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45" name="object 945"/>
          <p:cNvSpPr/>
          <p:nvPr/>
        </p:nvSpPr>
        <p:spPr>
          <a:xfrm>
            <a:off x="8054088" y="2052302"/>
            <a:ext cx="1727" cy="6191"/>
          </a:xfrm>
          <a:custGeom>
            <a:avLst/>
            <a:gdLst/>
            <a:ahLst/>
            <a:cxnLst/>
            <a:rect l="l" t="t" r="r" b="b"/>
            <a:pathLst>
              <a:path w="1727" h="6191">
                <a:moveTo>
                  <a:pt x="1727" y="5788"/>
                </a:moveTo>
                <a:lnTo>
                  <a:pt x="1212" y="0"/>
                </a:lnTo>
                <a:lnTo>
                  <a:pt x="0" y="251"/>
                </a:lnTo>
                <a:lnTo>
                  <a:pt x="21" y="513"/>
                </a:lnTo>
                <a:lnTo>
                  <a:pt x="478" y="6191"/>
                </a:lnTo>
                <a:lnTo>
                  <a:pt x="1727" y="5788"/>
                </a:lnTo>
                <a:close/>
              </a:path>
            </a:pathLst>
          </a:custGeom>
          <a:solidFill>
            <a:srgbClr val="5F5F5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46" name="object 946"/>
          <p:cNvSpPr/>
          <p:nvPr/>
        </p:nvSpPr>
        <p:spPr>
          <a:xfrm>
            <a:off x="8054088" y="2052302"/>
            <a:ext cx="1727" cy="6191"/>
          </a:xfrm>
          <a:custGeom>
            <a:avLst/>
            <a:gdLst/>
            <a:ahLst/>
            <a:cxnLst/>
            <a:rect l="l" t="t" r="r" b="b"/>
            <a:pathLst>
              <a:path w="1727" h="6191">
                <a:moveTo>
                  <a:pt x="1727" y="5788"/>
                </a:moveTo>
                <a:lnTo>
                  <a:pt x="478" y="6191"/>
                </a:lnTo>
                <a:lnTo>
                  <a:pt x="21" y="513"/>
                </a:lnTo>
                <a:lnTo>
                  <a:pt x="0" y="251"/>
                </a:lnTo>
                <a:lnTo>
                  <a:pt x="1212" y="0"/>
                </a:lnTo>
                <a:lnTo>
                  <a:pt x="1727" y="5788"/>
                </a:lnTo>
                <a:close/>
              </a:path>
            </a:pathLst>
          </a:custGeom>
          <a:ln w="60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47" name="object 947"/>
          <p:cNvSpPr/>
          <p:nvPr/>
        </p:nvSpPr>
        <p:spPr>
          <a:xfrm>
            <a:off x="8049785" y="2053109"/>
            <a:ext cx="4781" cy="5385"/>
          </a:xfrm>
          <a:custGeom>
            <a:avLst/>
            <a:gdLst/>
            <a:ahLst/>
            <a:cxnLst/>
            <a:rect l="l" t="t" r="r" b="b"/>
            <a:pathLst>
              <a:path w="4781" h="5385">
                <a:moveTo>
                  <a:pt x="3567" y="3069"/>
                </a:moveTo>
                <a:lnTo>
                  <a:pt x="0" y="2666"/>
                </a:lnTo>
                <a:lnTo>
                  <a:pt x="4781" y="5385"/>
                </a:lnTo>
                <a:lnTo>
                  <a:pt x="4376" y="201"/>
                </a:lnTo>
                <a:lnTo>
                  <a:pt x="3015" y="0"/>
                </a:lnTo>
                <a:lnTo>
                  <a:pt x="3567" y="3069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48" name="object 948"/>
          <p:cNvSpPr/>
          <p:nvPr/>
        </p:nvSpPr>
        <p:spPr>
          <a:xfrm>
            <a:off x="8049785" y="2053109"/>
            <a:ext cx="4781" cy="5385"/>
          </a:xfrm>
          <a:custGeom>
            <a:avLst/>
            <a:gdLst/>
            <a:ahLst/>
            <a:cxnLst/>
            <a:rect l="l" t="t" r="r" b="b"/>
            <a:pathLst>
              <a:path w="4781" h="5385">
                <a:moveTo>
                  <a:pt x="4376" y="201"/>
                </a:moveTo>
                <a:lnTo>
                  <a:pt x="4781" y="5385"/>
                </a:lnTo>
                <a:lnTo>
                  <a:pt x="0" y="2666"/>
                </a:lnTo>
                <a:lnTo>
                  <a:pt x="3567" y="3069"/>
                </a:lnTo>
                <a:lnTo>
                  <a:pt x="3015" y="0"/>
                </a:lnTo>
                <a:lnTo>
                  <a:pt x="4376" y="201"/>
                </a:lnTo>
                <a:close/>
              </a:path>
            </a:pathLst>
          </a:custGeom>
          <a:ln w="68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49" name="object 949"/>
          <p:cNvSpPr/>
          <p:nvPr/>
        </p:nvSpPr>
        <p:spPr>
          <a:xfrm>
            <a:off x="8021066" y="2038059"/>
            <a:ext cx="36478" cy="23151"/>
          </a:xfrm>
          <a:custGeom>
            <a:avLst/>
            <a:gdLst/>
            <a:ahLst/>
            <a:cxnLst/>
            <a:rect l="l" t="t" r="r" b="b"/>
            <a:pathLst>
              <a:path w="36478" h="23151">
                <a:moveTo>
                  <a:pt x="36478" y="9814"/>
                </a:moveTo>
                <a:lnTo>
                  <a:pt x="14562" y="0"/>
                </a:lnTo>
                <a:lnTo>
                  <a:pt x="4540" y="6961"/>
                </a:lnTo>
                <a:lnTo>
                  <a:pt x="0" y="10116"/>
                </a:lnTo>
                <a:lnTo>
                  <a:pt x="18974" y="23151"/>
                </a:lnTo>
                <a:lnTo>
                  <a:pt x="36478" y="9814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50" name="object 950"/>
          <p:cNvSpPr/>
          <p:nvPr/>
        </p:nvSpPr>
        <p:spPr>
          <a:xfrm>
            <a:off x="8021066" y="2038059"/>
            <a:ext cx="36478" cy="23151"/>
          </a:xfrm>
          <a:custGeom>
            <a:avLst/>
            <a:gdLst/>
            <a:ahLst/>
            <a:cxnLst/>
            <a:rect l="l" t="t" r="r" b="b"/>
            <a:pathLst>
              <a:path w="36478" h="23151">
                <a:moveTo>
                  <a:pt x="36478" y="9814"/>
                </a:moveTo>
                <a:lnTo>
                  <a:pt x="18974" y="23151"/>
                </a:lnTo>
                <a:lnTo>
                  <a:pt x="0" y="10116"/>
                </a:lnTo>
                <a:lnTo>
                  <a:pt x="4540" y="6961"/>
                </a:lnTo>
                <a:lnTo>
                  <a:pt x="14562" y="0"/>
                </a:lnTo>
                <a:lnTo>
                  <a:pt x="36478" y="9814"/>
                </a:lnTo>
                <a:close/>
              </a:path>
            </a:pathLst>
          </a:custGeom>
          <a:ln w="74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51" name="object 951"/>
          <p:cNvSpPr/>
          <p:nvPr/>
        </p:nvSpPr>
        <p:spPr>
          <a:xfrm>
            <a:off x="8039967" y="2047772"/>
            <a:ext cx="18239" cy="16357"/>
          </a:xfrm>
          <a:custGeom>
            <a:avLst/>
            <a:gdLst/>
            <a:ahLst/>
            <a:cxnLst/>
            <a:rect l="l" t="t" r="r" b="b"/>
            <a:pathLst>
              <a:path w="18239" h="16357">
                <a:moveTo>
                  <a:pt x="17675" y="257"/>
                </a:moveTo>
                <a:lnTo>
                  <a:pt x="17614" y="0"/>
                </a:lnTo>
                <a:lnTo>
                  <a:pt x="0" y="13538"/>
                </a:lnTo>
                <a:lnTo>
                  <a:pt x="514" y="16357"/>
                </a:lnTo>
                <a:lnTo>
                  <a:pt x="4151" y="13538"/>
                </a:lnTo>
                <a:lnTo>
                  <a:pt x="18239" y="2617"/>
                </a:lnTo>
                <a:lnTo>
                  <a:pt x="17675" y="257"/>
                </a:lnTo>
                <a:close/>
              </a:path>
            </a:pathLst>
          </a:custGeom>
          <a:solidFill>
            <a:srgbClr val="5F5F5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52" name="object 952"/>
          <p:cNvSpPr/>
          <p:nvPr/>
        </p:nvSpPr>
        <p:spPr>
          <a:xfrm>
            <a:off x="8039967" y="2047772"/>
            <a:ext cx="18239" cy="16357"/>
          </a:xfrm>
          <a:custGeom>
            <a:avLst/>
            <a:gdLst/>
            <a:ahLst/>
            <a:cxnLst/>
            <a:rect l="l" t="t" r="r" b="b"/>
            <a:pathLst>
              <a:path w="18239" h="16357">
                <a:moveTo>
                  <a:pt x="17675" y="257"/>
                </a:moveTo>
                <a:lnTo>
                  <a:pt x="18239" y="2617"/>
                </a:lnTo>
                <a:lnTo>
                  <a:pt x="4151" y="13538"/>
                </a:lnTo>
                <a:lnTo>
                  <a:pt x="514" y="16357"/>
                </a:lnTo>
                <a:lnTo>
                  <a:pt x="0" y="13538"/>
                </a:lnTo>
                <a:lnTo>
                  <a:pt x="17614" y="0"/>
                </a:lnTo>
                <a:lnTo>
                  <a:pt x="17675" y="257"/>
                </a:lnTo>
                <a:close/>
              </a:path>
            </a:pathLst>
          </a:custGeom>
          <a:ln w="70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53" name="object 953"/>
          <p:cNvSpPr/>
          <p:nvPr/>
        </p:nvSpPr>
        <p:spPr>
          <a:xfrm>
            <a:off x="8020956" y="2048175"/>
            <a:ext cx="19525" cy="16056"/>
          </a:xfrm>
          <a:custGeom>
            <a:avLst/>
            <a:gdLst/>
            <a:ahLst/>
            <a:cxnLst/>
            <a:rect l="l" t="t" r="r" b="b"/>
            <a:pathLst>
              <a:path w="19525" h="16056">
                <a:moveTo>
                  <a:pt x="18937" y="13035"/>
                </a:moveTo>
                <a:lnTo>
                  <a:pt x="0" y="0"/>
                </a:lnTo>
                <a:lnTo>
                  <a:pt x="698" y="2366"/>
                </a:lnTo>
                <a:lnTo>
                  <a:pt x="19525" y="16056"/>
                </a:lnTo>
                <a:lnTo>
                  <a:pt x="18937" y="13035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54" name="object 954"/>
          <p:cNvSpPr/>
          <p:nvPr/>
        </p:nvSpPr>
        <p:spPr>
          <a:xfrm>
            <a:off x="8020956" y="2048175"/>
            <a:ext cx="19525" cy="16056"/>
          </a:xfrm>
          <a:custGeom>
            <a:avLst/>
            <a:gdLst/>
            <a:ahLst/>
            <a:cxnLst/>
            <a:rect l="l" t="t" r="r" b="b"/>
            <a:pathLst>
              <a:path w="19525" h="16056">
                <a:moveTo>
                  <a:pt x="18937" y="13035"/>
                </a:moveTo>
                <a:lnTo>
                  <a:pt x="19525" y="16056"/>
                </a:lnTo>
                <a:lnTo>
                  <a:pt x="698" y="2366"/>
                </a:lnTo>
                <a:lnTo>
                  <a:pt x="0" y="0"/>
                </a:lnTo>
                <a:lnTo>
                  <a:pt x="18937" y="13035"/>
                </a:lnTo>
                <a:close/>
              </a:path>
            </a:pathLst>
          </a:custGeom>
          <a:ln w="71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55" name="object 955"/>
          <p:cNvSpPr/>
          <p:nvPr/>
        </p:nvSpPr>
        <p:spPr>
          <a:xfrm>
            <a:off x="8035739" y="2048981"/>
            <a:ext cx="14634" cy="10166"/>
          </a:xfrm>
          <a:custGeom>
            <a:avLst/>
            <a:gdLst/>
            <a:ahLst/>
            <a:cxnLst/>
            <a:rect l="l" t="t" r="r" b="b"/>
            <a:pathLst>
              <a:path w="14634" h="10166">
                <a:moveTo>
                  <a:pt x="14634" y="2616"/>
                </a:moveTo>
                <a:lnTo>
                  <a:pt x="9560" y="0"/>
                </a:lnTo>
                <a:lnTo>
                  <a:pt x="0" y="7095"/>
                </a:lnTo>
                <a:lnTo>
                  <a:pt x="4853" y="10166"/>
                </a:lnTo>
                <a:lnTo>
                  <a:pt x="14634" y="2616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56" name="object 956"/>
          <p:cNvSpPr/>
          <p:nvPr/>
        </p:nvSpPr>
        <p:spPr>
          <a:xfrm>
            <a:off x="8022794" y="2041783"/>
            <a:ext cx="21585" cy="13639"/>
          </a:xfrm>
          <a:custGeom>
            <a:avLst/>
            <a:gdLst/>
            <a:ahLst/>
            <a:cxnLst/>
            <a:rect l="l" t="t" r="r" b="b"/>
            <a:pathLst>
              <a:path w="21585" h="13639">
                <a:moveTo>
                  <a:pt x="21585" y="6643"/>
                </a:moveTo>
                <a:lnTo>
                  <a:pt x="8825" y="0"/>
                </a:lnTo>
                <a:lnTo>
                  <a:pt x="0" y="5838"/>
                </a:lnTo>
                <a:lnTo>
                  <a:pt x="12171" y="13639"/>
                </a:lnTo>
                <a:lnTo>
                  <a:pt x="21585" y="6643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57" name="object 957"/>
          <p:cNvSpPr/>
          <p:nvPr/>
        </p:nvSpPr>
        <p:spPr>
          <a:xfrm>
            <a:off x="8031950" y="2038814"/>
            <a:ext cx="23792" cy="12482"/>
          </a:xfrm>
          <a:custGeom>
            <a:avLst/>
            <a:gdLst/>
            <a:ahLst/>
            <a:cxnLst/>
            <a:rect l="l" t="t" r="r" b="b"/>
            <a:pathLst>
              <a:path w="23792" h="12482">
                <a:moveTo>
                  <a:pt x="18828" y="12482"/>
                </a:moveTo>
                <a:lnTo>
                  <a:pt x="23792" y="9008"/>
                </a:lnTo>
                <a:lnTo>
                  <a:pt x="3825" y="0"/>
                </a:lnTo>
                <a:lnTo>
                  <a:pt x="0" y="2617"/>
                </a:lnTo>
                <a:lnTo>
                  <a:pt x="18828" y="12482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58" name="object 958"/>
          <p:cNvSpPr/>
          <p:nvPr/>
        </p:nvSpPr>
        <p:spPr>
          <a:xfrm>
            <a:off x="8034782" y="2039216"/>
            <a:ext cx="20666" cy="9905"/>
          </a:xfrm>
          <a:custGeom>
            <a:avLst/>
            <a:gdLst/>
            <a:ahLst/>
            <a:cxnLst/>
            <a:rect l="l" t="t" r="r" b="b"/>
            <a:pathLst>
              <a:path w="20666" h="9905">
                <a:moveTo>
                  <a:pt x="20666" y="9905"/>
                </a:moveTo>
                <a:lnTo>
                  <a:pt x="0" y="0"/>
                </a:lnTo>
              </a:path>
            </a:pathLst>
          </a:custGeom>
          <a:ln w="765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59" name="object 959"/>
          <p:cNvSpPr/>
          <p:nvPr/>
        </p:nvSpPr>
        <p:spPr>
          <a:xfrm>
            <a:off x="8033679" y="2039871"/>
            <a:ext cx="20041" cy="10012"/>
          </a:xfrm>
          <a:custGeom>
            <a:avLst/>
            <a:gdLst/>
            <a:ahLst/>
            <a:cxnLst/>
            <a:rect l="l" t="t" r="r" b="b"/>
            <a:pathLst>
              <a:path w="20041" h="10012">
                <a:moveTo>
                  <a:pt x="20041" y="10012"/>
                </a:moveTo>
                <a:lnTo>
                  <a:pt x="0" y="0"/>
                </a:lnTo>
              </a:path>
            </a:pathLst>
          </a:custGeom>
          <a:ln w="762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60" name="object 960"/>
          <p:cNvSpPr/>
          <p:nvPr/>
        </p:nvSpPr>
        <p:spPr>
          <a:xfrm>
            <a:off x="8032907" y="2040676"/>
            <a:ext cx="19562" cy="10321"/>
          </a:xfrm>
          <a:custGeom>
            <a:avLst/>
            <a:gdLst/>
            <a:ahLst/>
            <a:cxnLst/>
            <a:rect l="l" t="t" r="r" b="b"/>
            <a:pathLst>
              <a:path w="19562" h="10321">
                <a:moveTo>
                  <a:pt x="19562" y="10321"/>
                </a:moveTo>
                <a:lnTo>
                  <a:pt x="0" y="0"/>
                </a:lnTo>
              </a:path>
            </a:pathLst>
          </a:custGeom>
          <a:ln w="758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61" name="object 961"/>
          <p:cNvSpPr/>
          <p:nvPr/>
        </p:nvSpPr>
        <p:spPr>
          <a:xfrm>
            <a:off x="8030406" y="2042387"/>
            <a:ext cx="19195" cy="10631"/>
          </a:xfrm>
          <a:custGeom>
            <a:avLst/>
            <a:gdLst/>
            <a:ahLst/>
            <a:cxnLst/>
            <a:rect l="l" t="t" r="r" b="b"/>
            <a:pathLst>
              <a:path w="19195" h="10631">
                <a:moveTo>
                  <a:pt x="19195" y="10631"/>
                </a:moveTo>
                <a:lnTo>
                  <a:pt x="0" y="0"/>
                </a:lnTo>
              </a:path>
            </a:pathLst>
          </a:custGeom>
          <a:ln w="754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62" name="object 962"/>
          <p:cNvSpPr/>
          <p:nvPr/>
        </p:nvSpPr>
        <p:spPr>
          <a:xfrm>
            <a:off x="8028971" y="2043494"/>
            <a:ext cx="19085" cy="10735"/>
          </a:xfrm>
          <a:custGeom>
            <a:avLst/>
            <a:gdLst/>
            <a:ahLst/>
            <a:cxnLst/>
            <a:rect l="l" t="t" r="r" b="b"/>
            <a:pathLst>
              <a:path w="19085" h="10735">
                <a:moveTo>
                  <a:pt x="19085" y="10735"/>
                </a:moveTo>
                <a:lnTo>
                  <a:pt x="0" y="0"/>
                </a:lnTo>
              </a:path>
            </a:pathLst>
          </a:custGeom>
          <a:ln w="753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63" name="object 963"/>
          <p:cNvSpPr/>
          <p:nvPr/>
        </p:nvSpPr>
        <p:spPr>
          <a:xfrm>
            <a:off x="8027428" y="2044401"/>
            <a:ext cx="19158" cy="11245"/>
          </a:xfrm>
          <a:custGeom>
            <a:avLst/>
            <a:gdLst/>
            <a:ahLst/>
            <a:cxnLst/>
            <a:rect l="l" t="t" r="r" b="b"/>
            <a:pathLst>
              <a:path w="19158" h="11245">
                <a:moveTo>
                  <a:pt x="19158" y="11245"/>
                </a:moveTo>
                <a:lnTo>
                  <a:pt x="0" y="0"/>
                </a:lnTo>
              </a:path>
            </a:pathLst>
          </a:custGeom>
          <a:ln w="750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64" name="object 964"/>
          <p:cNvSpPr/>
          <p:nvPr/>
        </p:nvSpPr>
        <p:spPr>
          <a:xfrm>
            <a:off x="8026213" y="2045407"/>
            <a:ext cx="18460" cy="11253"/>
          </a:xfrm>
          <a:custGeom>
            <a:avLst/>
            <a:gdLst/>
            <a:ahLst/>
            <a:cxnLst/>
            <a:rect l="l" t="t" r="r" b="b"/>
            <a:pathLst>
              <a:path w="18460" h="11253">
                <a:moveTo>
                  <a:pt x="18460" y="11253"/>
                </a:moveTo>
                <a:lnTo>
                  <a:pt x="0" y="0"/>
                </a:lnTo>
              </a:path>
            </a:pathLst>
          </a:custGeom>
          <a:ln w="746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65" name="object 965"/>
          <p:cNvSpPr/>
          <p:nvPr/>
        </p:nvSpPr>
        <p:spPr>
          <a:xfrm>
            <a:off x="8024596" y="2046564"/>
            <a:ext cx="18349" cy="11355"/>
          </a:xfrm>
          <a:custGeom>
            <a:avLst/>
            <a:gdLst/>
            <a:ahLst/>
            <a:cxnLst/>
            <a:rect l="l" t="t" r="r" b="b"/>
            <a:pathLst>
              <a:path w="18349" h="11355">
                <a:moveTo>
                  <a:pt x="18349" y="11355"/>
                </a:moveTo>
                <a:lnTo>
                  <a:pt x="0" y="0"/>
                </a:lnTo>
              </a:path>
            </a:pathLst>
          </a:custGeom>
          <a:ln w="745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66" name="object 966"/>
          <p:cNvSpPr/>
          <p:nvPr/>
        </p:nvSpPr>
        <p:spPr>
          <a:xfrm>
            <a:off x="8039085" y="2050743"/>
            <a:ext cx="9670" cy="7599"/>
          </a:xfrm>
          <a:custGeom>
            <a:avLst/>
            <a:gdLst/>
            <a:ahLst/>
            <a:cxnLst/>
            <a:rect l="l" t="t" r="r" b="b"/>
            <a:pathLst>
              <a:path w="9670" h="7599">
                <a:moveTo>
                  <a:pt x="0" y="7599"/>
                </a:moveTo>
                <a:lnTo>
                  <a:pt x="9670" y="0"/>
                </a:lnTo>
              </a:path>
            </a:pathLst>
          </a:custGeom>
          <a:ln w="722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67" name="object 967"/>
          <p:cNvSpPr/>
          <p:nvPr/>
        </p:nvSpPr>
        <p:spPr>
          <a:xfrm>
            <a:off x="8037209" y="2049736"/>
            <a:ext cx="9523" cy="7297"/>
          </a:xfrm>
          <a:custGeom>
            <a:avLst/>
            <a:gdLst/>
            <a:ahLst/>
            <a:cxnLst/>
            <a:rect l="l" t="t" r="r" b="b"/>
            <a:pathLst>
              <a:path w="9523" h="7297">
                <a:moveTo>
                  <a:pt x="9523" y="0"/>
                </a:moveTo>
                <a:lnTo>
                  <a:pt x="0" y="7297"/>
                </a:lnTo>
                <a:lnTo>
                  <a:pt x="9523" y="0"/>
                </a:lnTo>
              </a:path>
            </a:pathLst>
          </a:custGeom>
          <a:ln w="725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68" name="object 968"/>
          <p:cNvSpPr/>
          <p:nvPr/>
        </p:nvSpPr>
        <p:spPr>
          <a:xfrm>
            <a:off x="8033164" y="2047471"/>
            <a:ext cx="9267" cy="6895"/>
          </a:xfrm>
          <a:custGeom>
            <a:avLst/>
            <a:gdLst/>
            <a:ahLst/>
            <a:cxnLst/>
            <a:rect l="l" t="t" r="r" b="b"/>
            <a:pathLst>
              <a:path w="9267" h="6895">
                <a:moveTo>
                  <a:pt x="0" y="6895"/>
                </a:moveTo>
                <a:lnTo>
                  <a:pt x="9267" y="0"/>
                </a:lnTo>
              </a:path>
            </a:pathLst>
          </a:custGeom>
          <a:ln w="728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69" name="object 969"/>
          <p:cNvSpPr/>
          <p:nvPr/>
        </p:nvSpPr>
        <p:spPr>
          <a:xfrm>
            <a:off x="8031031" y="2046313"/>
            <a:ext cx="9191" cy="6844"/>
          </a:xfrm>
          <a:custGeom>
            <a:avLst/>
            <a:gdLst/>
            <a:ahLst/>
            <a:cxnLst/>
            <a:rect l="l" t="t" r="r" b="b"/>
            <a:pathLst>
              <a:path w="9191" h="6844">
                <a:moveTo>
                  <a:pt x="0" y="6844"/>
                </a:moveTo>
                <a:lnTo>
                  <a:pt x="9191" y="0"/>
                </a:lnTo>
              </a:path>
            </a:pathLst>
          </a:custGeom>
          <a:ln w="728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70" name="object 970"/>
          <p:cNvSpPr/>
          <p:nvPr/>
        </p:nvSpPr>
        <p:spPr>
          <a:xfrm>
            <a:off x="8029045" y="2045206"/>
            <a:ext cx="8935" cy="6844"/>
          </a:xfrm>
          <a:custGeom>
            <a:avLst/>
            <a:gdLst/>
            <a:ahLst/>
            <a:cxnLst/>
            <a:rect l="l" t="t" r="r" b="b"/>
            <a:pathLst>
              <a:path w="8935" h="6844">
                <a:moveTo>
                  <a:pt x="8935" y="0"/>
                </a:moveTo>
                <a:lnTo>
                  <a:pt x="0" y="6844"/>
                </a:lnTo>
                <a:lnTo>
                  <a:pt x="8935" y="0"/>
                </a:lnTo>
              </a:path>
            </a:pathLst>
          </a:custGeom>
          <a:ln w="725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71" name="object 971"/>
          <p:cNvSpPr/>
          <p:nvPr/>
        </p:nvSpPr>
        <p:spPr>
          <a:xfrm>
            <a:off x="8027244" y="2044098"/>
            <a:ext cx="8789" cy="6543"/>
          </a:xfrm>
          <a:custGeom>
            <a:avLst/>
            <a:gdLst/>
            <a:ahLst/>
            <a:cxnLst/>
            <a:rect l="l" t="t" r="r" b="b"/>
            <a:pathLst>
              <a:path w="8789" h="6543">
                <a:moveTo>
                  <a:pt x="0" y="6543"/>
                </a:moveTo>
                <a:lnTo>
                  <a:pt x="8789" y="0"/>
                </a:lnTo>
              </a:path>
            </a:pathLst>
          </a:custGeom>
          <a:ln w="728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72" name="object 972"/>
          <p:cNvSpPr/>
          <p:nvPr/>
        </p:nvSpPr>
        <p:spPr>
          <a:xfrm>
            <a:off x="8025258" y="2042991"/>
            <a:ext cx="8789" cy="6291"/>
          </a:xfrm>
          <a:custGeom>
            <a:avLst/>
            <a:gdLst/>
            <a:ahLst/>
            <a:cxnLst/>
            <a:rect l="l" t="t" r="r" b="b"/>
            <a:pathLst>
              <a:path w="8789" h="6291">
                <a:moveTo>
                  <a:pt x="0" y="6291"/>
                </a:moveTo>
                <a:lnTo>
                  <a:pt x="8789" y="0"/>
                </a:lnTo>
              </a:path>
            </a:pathLst>
          </a:custGeom>
          <a:ln w="732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73" name="object 973"/>
          <p:cNvSpPr/>
          <p:nvPr/>
        </p:nvSpPr>
        <p:spPr>
          <a:xfrm>
            <a:off x="8048241" y="2046515"/>
            <a:ext cx="4633" cy="3321"/>
          </a:xfrm>
          <a:custGeom>
            <a:avLst/>
            <a:gdLst/>
            <a:ahLst/>
            <a:cxnLst/>
            <a:rect l="l" t="t" r="r" b="b"/>
            <a:pathLst>
              <a:path w="4633" h="3321">
                <a:moveTo>
                  <a:pt x="0" y="3321"/>
                </a:moveTo>
                <a:lnTo>
                  <a:pt x="4633" y="0"/>
                </a:lnTo>
              </a:path>
            </a:pathLst>
          </a:custGeom>
          <a:ln w="732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74" name="object 974"/>
          <p:cNvSpPr/>
          <p:nvPr/>
        </p:nvSpPr>
        <p:spPr>
          <a:xfrm>
            <a:off x="8045483" y="2045106"/>
            <a:ext cx="4375" cy="3371"/>
          </a:xfrm>
          <a:custGeom>
            <a:avLst/>
            <a:gdLst/>
            <a:ahLst/>
            <a:cxnLst/>
            <a:rect l="l" t="t" r="r" b="b"/>
            <a:pathLst>
              <a:path w="4375" h="3371">
                <a:moveTo>
                  <a:pt x="4375" y="0"/>
                </a:moveTo>
                <a:lnTo>
                  <a:pt x="0" y="3371"/>
                </a:lnTo>
                <a:lnTo>
                  <a:pt x="4375" y="0"/>
                </a:lnTo>
              </a:path>
            </a:pathLst>
          </a:custGeom>
          <a:ln w="724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75" name="object 975"/>
          <p:cNvSpPr/>
          <p:nvPr/>
        </p:nvSpPr>
        <p:spPr>
          <a:xfrm>
            <a:off x="8042652" y="2043897"/>
            <a:ext cx="4450" cy="3171"/>
          </a:xfrm>
          <a:custGeom>
            <a:avLst/>
            <a:gdLst/>
            <a:ahLst/>
            <a:cxnLst/>
            <a:rect l="l" t="t" r="r" b="b"/>
            <a:pathLst>
              <a:path w="4450" h="3171">
                <a:moveTo>
                  <a:pt x="0" y="3171"/>
                </a:moveTo>
                <a:lnTo>
                  <a:pt x="4450" y="0"/>
                </a:lnTo>
              </a:path>
            </a:pathLst>
          </a:custGeom>
          <a:ln w="732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76" name="object 976"/>
          <p:cNvSpPr/>
          <p:nvPr/>
        </p:nvSpPr>
        <p:spPr>
          <a:xfrm>
            <a:off x="8039967" y="2042639"/>
            <a:ext cx="4413" cy="3020"/>
          </a:xfrm>
          <a:custGeom>
            <a:avLst/>
            <a:gdLst/>
            <a:ahLst/>
            <a:cxnLst/>
            <a:rect l="l" t="t" r="r" b="b"/>
            <a:pathLst>
              <a:path w="4413" h="3020">
                <a:moveTo>
                  <a:pt x="0" y="3020"/>
                </a:moveTo>
                <a:lnTo>
                  <a:pt x="4413" y="0"/>
                </a:lnTo>
              </a:path>
            </a:pathLst>
          </a:custGeom>
          <a:ln w="736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77" name="object 977"/>
          <p:cNvSpPr/>
          <p:nvPr/>
        </p:nvSpPr>
        <p:spPr>
          <a:xfrm>
            <a:off x="8037393" y="2041331"/>
            <a:ext cx="4081" cy="3069"/>
          </a:xfrm>
          <a:custGeom>
            <a:avLst/>
            <a:gdLst/>
            <a:ahLst/>
            <a:cxnLst/>
            <a:rect l="l" t="t" r="r" b="b"/>
            <a:pathLst>
              <a:path w="4081" h="3069">
                <a:moveTo>
                  <a:pt x="4081" y="0"/>
                </a:moveTo>
                <a:lnTo>
                  <a:pt x="0" y="3069"/>
                </a:lnTo>
                <a:lnTo>
                  <a:pt x="4081" y="0"/>
                </a:lnTo>
              </a:path>
            </a:pathLst>
          </a:custGeom>
          <a:ln w="727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78" name="object 978"/>
          <p:cNvSpPr/>
          <p:nvPr/>
        </p:nvSpPr>
        <p:spPr>
          <a:xfrm>
            <a:off x="8034414" y="2039870"/>
            <a:ext cx="4009" cy="3020"/>
          </a:xfrm>
          <a:custGeom>
            <a:avLst/>
            <a:gdLst/>
            <a:ahLst/>
            <a:cxnLst/>
            <a:rect l="l" t="t" r="r" b="b"/>
            <a:pathLst>
              <a:path w="4009" h="3020">
                <a:moveTo>
                  <a:pt x="0" y="3020"/>
                </a:moveTo>
                <a:lnTo>
                  <a:pt x="4009" y="0"/>
                </a:lnTo>
              </a:path>
            </a:pathLst>
          </a:custGeom>
          <a:ln w="727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79" name="object 979"/>
          <p:cNvSpPr/>
          <p:nvPr/>
        </p:nvSpPr>
        <p:spPr>
          <a:xfrm>
            <a:off x="8014889" y="2028144"/>
            <a:ext cx="8898" cy="23856"/>
          </a:xfrm>
          <a:custGeom>
            <a:avLst/>
            <a:gdLst/>
            <a:ahLst/>
            <a:cxnLst/>
            <a:rect l="l" t="t" r="r" b="b"/>
            <a:pathLst>
              <a:path w="8898" h="23856">
                <a:moveTo>
                  <a:pt x="8898" y="2012"/>
                </a:moveTo>
                <a:lnTo>
                  <a:pt x="6287" y="0"/>
                </a:lnTo>
                <a:lnTo>
                  <a:pt x="4007" y="1358"/>
                </a:lnTo>
                <a:lnTo>
                  <a:pt x="3345" y="3724"/>
                </a:lnTo>
                <a:lnTo>
                  <a:pt x="1690" y="5334"/>
                </a:lnTo>
                <a:lnTo>
                  <a:pt x="0" y="8506"/>
                </a:lnTo>
                <a:lnTo>
                  <a:pt x="2941" y="23856"/>
                </a:lnTo>
                <a:lnTo>
                  <a:pt x="5773" y="16104"/>
                </a:lnTo>
                <a:lnTo>
                  <a:pt x="7464" y="8757"/>
                </a:lnTo>
                <a:lnTo>
                  <a:pt x="8199" y="6340"/>
                </a:lnTo>
                <a:lnTo>
                  <a:pt x="8898" y="2012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80" name="object 980"/>
          <p:cNvSpPr/>
          <p:nvPr/>
        </p:nvSpPr>
        <p:spPr>
          <a:xfrm>
            <a:off x="8014889" y="2028144"/>
            <a:ext cx="8898" cy="23856"/>
          </a:xfrm>
          <a:custGeom>
            <a:avLst/>
            <a:gdLst/>
            <a:ahLst/>
            <a:cxnLst/>
            <a:rect l="l" t="t" r="r" b="b"/>
            <a:pathLst>
              <a:path w="8898" h="23856">
                <a:moveTo>
                  <a:pt x="8898" y="2012"/>
                </a:moveTo>
                <a:lnTo>
                  <a:pt x="8199" y="6340"/>
                </a:lnTo>
                <a:lnTo>
                  <a:pt x="7464" y="8757"/>
                </a:lnTo>
                <a:lnTo>
                  <a:pt x="5773" y="16104"/>
                </a:lnTo>
                <a:lnTo>
                  <a:pt x="2941" y="23856"/>
                </a:lnTo>
                <a:lnTo>
                  <a:pt x="0" y="8506"/>
                </a:lnTo>
                <a:lnTo>
                  <a:pt x="1690" y="5334"/>
                </a:lnTo>
                <a:lnTo>
                  <a:pt x="3345" y="3724"/>
                </a:lnTo>
                <a:lnTo>
                  <a:pt x="4007" y="1358"/>
                </a:lnTo>
                <a:lnTo>
                  <a:pt x="6287" y="0"/>
                </a:lnTo>
                <a:lnTo>
                  <a:pt x="8898" y="2012"/>
                </a:lnTo>
                <a:close/>
              </a:path>
            </a:pathLst>
          </a:custGeom>
          <a:ln w="6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81" name="object 981"/>
          <p:cNvSpPr/>
          <p:nvPr/>
        </p:nvSpPr>
        <p:spPr>
          <a:xfrm>
            <a:off x="8016248" y="2030056"/>
            <a:ext cx="6949" cy="17012"/>
          </a:xfrm>
          <a:custGeom>
            <a:avLst/>
            <a:gdLst/>
            <a:ahLst/>
            <a:cxnLst/>
            <a:rect l="l" t="t" r="r" b="b"/>
            <a:pathLst>
              <a:path w="6949" h="17012">
                <a:moveTo>
                  <a:pt x="514" y="3875"/>
                </a:moveTo>
                <a:lnTo>
                  <a:pt x="0" y="5082"/>
                </a:lnTo>
                <a:lnTo>
                  <a:pt x="367" y="5939"/>
                </a:lnTo>
                <a:lnTo>
                  <a:pt x="1250" y="9009"/>
                </a:lnTo>
                <a:lnTo>
                  <a:pt x="1765" y="11023"/>
                </a:lnTo>
                <a:lnTo>
                  <a:pt x="2905" y="17012"/>
                </a:lnTo>
                <a:lnTo>
                  <a:pt x="3530" y="14697"/>
                </a:lnTo>
                <a:lnTo>
                  <a:pt x="3309" y="12784"/>
                </a:lnTo>
                <a:lnTo>
                  <a:pt x="3015" y="9814"/>
                </a:lnTo>
                <a:lnTo>
                  <a:pt x="3015" y="7650"/>
                </a:lnTo>
                <a:lnTo>
                  <a:pt x="3272" y="6845"/>
                </a:lnTo>
                <a:lnTo>
                  <a:pt x="3309" y="8706"/>
                </a:lnTo>
                <a:lnTo>
                  <a:pt x="3676" y="11979"/>
                </a:lnTo>
                <a:lnTo>
                  <a:pt x="3971" y="13790"/>
                </a:lnTo>
                <a:lnTo>
                  <a:pt x="4670" y="10670"/>
                </a:lnTo>
                <a:lnTo>
                  <a:pt x="5700" y="6443"/>
                </a:lnTo>
                <a:lnTo>
                  <a:pt x="4303" y="6091"/>
                </a:lnTo>
                <a:lnTo>
                  <a:pt x="3787" y="4932"/>
                </a:lnTo>
                <a:lnTo>
                  <a:pt x="4707" y="5636"/>
                </a:lnTo>
                <a:lnTo>
                  <a:pt x="5957" y="5839"/>
                </a:lnTo>
                <a:lnTo>
                  <a:pt x="6949" y="1963"/>
                </a:lnTo>
                <a:lnTo>
                  <a:pt x="5295" y="2014"/>
                </a:lnTo>
                <a:lnTo>
                  <a:pt x="3676" y="1106"/>
                </a:lnTo>
                <a:lnTo>
                  <a:pt x="2904" y="0"/>
                </a:lnTo>
                <a:lnTo>
                  <a:pt x="2280" y="2013"/>
                </a:lnTo>
                <a:lnTo>
                  <a:pt x="2611" y="3825"/>
                </a:lnTo>
                <a:lnTo>
                  <a:pt x="2059" y="2819"/>
                </a:lnTo>
                <a:lnTo>
                  <a:pt x="514" y="3875"/>
                </a:lnTo>
                <a:close/>
              </a:path>
            </a:pathLst>
          </a:custGeom>
          <a:solidFill>
            <a:srgbClr val="DFDFD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82" name="object 982"/>
          <p:cNvSpPr/>
          <p:nvPr/>
        </p:nvSpPr>
        <p:spPr>
          <a:xfrm>
            <a:off x="8016579" y="2016718"/>
            <a:ext cx="8163" cy="14596"/>
          </a:xfrm>
          <a:custGeom>
            <a:avLst/>
            <a:gdLst/>
            <a:ahLst/>
            <a:cxnLst/>
            <a:rect l="l" t="t" r="r" b="b"/>
            <a:pathLst>
              <a:path w="8163" h="14596">
                <a:moveTo>
                  <a:pt x="1239" y="3550"/>
                </a:moveTo>
                <a:lnTo>
                  <a:pt x="0" y="4680"/>
                </a:lnTo>
                <a:lnTo>
                  <a:pt x="670" y="6267"/>
                </a:lnTo>
                <a:lnTo>
                  <a:pt x="882" y="6769"/>
                </a:lnTo>
                <a:lnTo>
                  <a:pt x="1361" y="7902"/>
                </a:lnTo>
                <a:lnTo>
                  <a:pt x="1875" y="8556"/>
                </a:lnTo>
                <a:lnTo>
                  <a:pt x="2280" y="8959"/>
                </a:lnTo>
                <a:lnTo>
                  <a:pt x="2905" y="9462"/>
                </a:lnTo>
                <a:lnTo>
                  <a:pt x="3015" y="10065"/>
                </a:lnTo>
                <a:lnTo>
                  <a:pt x="3015" y="10872"/>
                </a:lnTo>
                <a:lnTo>
                  <a:pt x="4008" y="13991"/>
                </a:lnTo>
                <a:lnTo>
                  <a:pt x="6582" y="14596"/>
                </a:lnTo>
                <a:lnTo>
                  <a:pt x="6877" y="13287"/>
                </a:lnTo>
                <a:lnTo>
                  <a:pt x="7060" y="10419"/>
                </a:lnTo>
                <a:lnTo>
                  <a:pt x="7980" y="6594"/>
                </a:lnTo>
                <a:lnTo>
                  <a:pt x="8163" y="3674"/>
                </a:lnTo>
                <a:lnTo>
                  <a:pt x="6840" y="1056"/>
                </a:lnTo>
                <a:lnTo>
                  <a:pt x="3713" y="0"/>
                </a:lnTo>
                <a:lnTo>
                  <a:pt x="1765" y="3070"/>
                </a:lnTo>
                <a:lnTo>
                  <a:pt x="1544" y="4731"/>
                </a:lnTo>
                <a:lnTo>
                  <a:pt x="1287" y="4077"/>
                </a:lnTo>
                <a:lnTo>
                  <a:pt x="1239" y="3550"/>
                </a:lnTo>
                <a:close/>
              </a:path>
            </a:pathLst>
          </a:custGeom>
          <a:solidFill>
            <a:srgbClr val="FFC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83" name="object 983"/>
          <p:cNvSpPr/>
          <p:nvPr/>
        </p:nvSpPr>
        <p:spPr>
          <a:xfrm>
            <a:off x="8016579" y="2016718"/>
            <a:ext cx="8163" cy="14596"/>
          </a:xfrm>
          <a:custGeom>
            <a:avLst/>
            <a:gdLst/>
            <a:ahLst/>
            <a:cxnLst/>
            <a:rect l="l" t="t" r="r" b="b"/>
            <a:pathLst>
              <a:path w="8163" h="14596">
                <a:moveTo>
                  <a:pt x="6840" y="1056"/>
                </a:moveTo>
                <a:lnTo>
                  <a:pt x="8163" y="3674"/>
                </a:lnTo>
                <a:lnTo>
                  <a:pt x="7980" y="6594"/>
                </a:lnTo>
                <a:lnTo>
                  <a:pt x="7060" y="10419"/>
                </a:lnTo>
                <a:lnTo>
                  <a:pt x="6877" y="13287"/>
                </a:lnTo>
                <a:lnTo>
                  <a:pt x="6582" y="14596"/>
                </a:lnTo>
                <a:lnTo>
                  <a:pt x="4008" y="13991"/>
                </a:lnTo>
                <a:lnTo>
                  <a:pt x="3015" y="10872"/>
                </a:lnTo>
                <a:lnTo>
                  <a:pt x="3015" y="10065"/>
                </a:lnTo>
                <a:lnTo>
                  <a:pt x="2905" y="9462"/>
                </a:lnTo>
                <a:lnTo>
                  <a:pt x="2280" y="8959"/>
                </a:lnTo>
                <a:lnTo>
                  <a:pt x="1875" y="8556"/>
                </a:lnTo>
                <a:lnTo>
                  <a:pt x="1361" y="7902"/>
                </a:lnTo>
                <a:lnTo>
                  <a:pt x="882" y="6769"/>
                </a:lnTo>
                <a:lnTo>
                  <a:pt x="735" y="6342"/>
                </a:lnTo>
                <a:lnTo>
                  <a:pt x="0" y="4680"/>
                </a:lnTo>
                <a:lnTo>
                  <a:pt x="1239" y="3550"/>
                </a:lnTo>
                <a:lnTo>
                  <a:pt x="1287" y="4077"/>
                </a:lnTo>
                <a:lnTo>
                  <a:pt x="1544" y="4731"/>
                </a:lnTo>
                <a:lnTo>
                  <a:pt x="1765" y="3070"/>
                </a:lnTo>
                <a:lnTo>
                  <a:pt x="3713" y="0"/>
                </a:lnTo>
                <a:lnTo>
                  <a:pt x="6840" y="1056"/>
                </a:lnTo>
                <a:close/>
              </a:path>
            </a:pathLst>
          </a:custGeom>
          <a:ln w="640">
            <a:solidFill>
              <a:srgbClr val="401F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84" name="object 984"/>
          <p:cNvSpPr/>
          <p:nvPr/>
        </p:nvSpPr>
        <p:spPr>
          <a:xfrm>
            <a:off x="8020146" y="2016668"/>
            <a:ext cx="4156" cy="5938"/>
          </a:xfrm>
          <a:custGeom>
            <a:avLst/>
            <a:gdLst/>
            <a:ahLst/>
            <a:cxnLst/>
            <a:rect l="l" t="t" r="r" b="b"/>
            <a:pathLst>
              <a:path w="4156" h="5938">
                <a:moveTo>
                  <a:pt x="331" y="4026"/>
                </a:moveTo>
                <a:lnTo>
                  <a:pt x="699" y="2165"/>
                </a:lnTo>
                <a:lnTo>
                  <a:pt x="405" y="1358"/>
                </a:lnTo>
                <a:lnTo>
                  <a:pt x="184" y="100"/>
                </a:lnTo>
                <a:lnTo>
                  <a:pt x="0" y="0"/>
                </a:lnTo>
                <a:lnTo>
                  <a:pt x="221" y="1308"/>
                </a:lnTo>
                <a:lnTo>
                  <a:pt x="552" y="2265"/>
                </a:lnTo>
                <a:lnTo>
                  <a:pt x="258" y="3825"/>
                </a:lnTo>
                <a:lnTo>
                  <a:pt x="331" y="4479"/>
                </a:lnTo>
                <a:lnTo>
                  <a:pt x="773" y="4831"/>
                </a:lnTo>
                <a:lnTo>
                  <a:pt x="1103" y="4831"/>
                </a:lnTo>
                <a:lnTo>
                  <a:pt x="1324" y="4680"/>
                </a:lnTo>
                <a:lnTo>
                  <a:pt x="1361" y="5133"/>
                </a:lnTo>
                <a:lnTo>
                  <a:pt x="1581" y="5636"/>
                </a:lnTo>
                <a:lnTo>
                  <a:pt x="2022" y="5636"/>
                </a:lnTo>
                <a:lnTo>
                  <a:pt x="2537" y="5535"/>
                </a:lnTo>
                <a:lnTo>
                  <a:pt x="2794" y="5033"/>
                </a:lnTo>
                <a:lnTo>
                  <a:pt x="2905" y="5586"/>
                </a:lnTo>
                <a:lnTo>
                  <a:pt x="3125" y="5938"/>
                </a:lnTo>
                <a:lnTo>
                  <a:pt x="3567" y="5938"/>
                </a:lnTo>
                <a:lnTo>
                  <a:pt x="3714" y="5636"/>
                </a:lnTo>
                <a:lnTo>
                  <a:pt x="4156" y="4831"/>
                </a:lnTo>
                <a:lnTo>
                  <a:pt x="3641" y="5535"/>
                </a:lnTo>
                <a:lnTo>
                  <a:pt x="3347" y="5787"/>
                </a:lnTo>
                <a:lnTo>
                  <a:pt x="3089" y="5687"/>
                </a:lnTo>
                <a:lnTo>
                  <a:pt x="2978" y="5183"/>
                </a:lnTo>
                <a:lnTo>
                  <a:pt x="3015" y="4580"/>
                </a:lnTo>
                <a:lnTo>
                  <a:pt x="3457" y="3725"/>
                </a:lnTo>
                <a:lnTo>
                  <a:pt x="3420" y="2869"/>
                </a:lnTo>
                <a:lnTo>
                  <a:pt x="3236" y="2014"/>
                </a:lnTo>
                <a:lnTo>
                  <a:pt x="3310" y="3120"/>
                </a:lnTo>
                <a:lnTo>
                  <a:pt x="3347" y="3725"/>
                </a:lnTo>
                <a:lnTo>
                  <a:pt x="2758" y="4680"/>
                </a:lnTo>
                <a:lnTo>
                  <a:pt x="2390" y="5335"/>
                </a:lnTo>
                <a:lnTo>
                  <a:pt x="1802" y="5435"/>
                </a:lnTo>
                <a:lnTo>
                  <a:pt x="1471" y="5133"/>
                </a:lnTo>
                <a:lnTo>
                  <a:pt x="1508" y="4429"/>
                </a:lnTo>
                <a:lnTo>
                  <a:pt x="1802" y="3674"/>
                </a:lnTo>
                <a:lnTo>
                  <a:pt x="2096" y="3020"/>
                </a:lnTo>
                <a:lnTo>
                  <a:pt x="2096" y="2416"/>
                </a:lnTo>
                <a:lnTo>
                  <a:pt x="1986" y="1660"/>
                </a:lnTo>
                <a:lnTo>
                  <a:pt x="1912" y="553"/>
                </a:lnTo>
                <a:lnTo>
                  <a:pt x="1692" y="402"/>
                </a:lnTo>
                <a:lnTo>
                  <a:pt x="1765" y="1610"/>
                </a:lnTo>
                <a:lnTo>
                  <a:pt x="1912" y="2718"/>
                </a:lnTo>
                <a:lnTo>
                  <a:pt x="1618" y="3523"/>
                </a:lnTo>
                <a:lnTo>
                  <a:pt x="1324" y="4530"/>
                </a:lnTo>
                <a:lnTo>
                  <a:pt x="883" y="4630"/>
                </a:lnTo>
                <a:lnTo>
                  <a:pt x="552" y="4429"/>
                </a:lnTo>
                <a:lnTo>
                  <a:pt x="331" y="4026"/>
                </a:lnTo>
                <a:close/>
              </a:path>
            </a:pathLst>
          </a:custGeom>
          <a:solidFill>
            <a:srgbClr val="401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85" name="object 985"/>
          <p:cNvSpPr/>
          <p:nvPr/>
        </p:nvSpPr>
        <p:spPr>
          <a:xfrm>
            <a:off x="8020956" y="2019890"/>
            <a:ext cx="661" cy="251"/>
          </a:xfrm>
          <a:custGeom>
            <a:avLst/>
            <a:gdLst/>
            <a:ahLst/>
            <a:cxnLst/>
            <a:rect l="l" t="t" r="r" b="b"/>
            <a:pathLst>
              <a:path w="661" h="251">
                <a:moveTo>
                  <a:pt x="183" y="0"/>
                </a:moveTo>
                <a:lnTo>
                  <a:pt x="0" y="251"/>
                </a:lnTo>
                <a:lnTo>
                  <a:pt x="220" y="201"/>
                </a:lnTo>
                <a:lnTo>
                  <a:pt x="661" y="201"/>
                </a:lnTo>
                <a:lnTo>
                  <a:pt x="183" y="0"/>
                </a:lnTo>
                <a:close/>
              </a:path>
            </a:pathLst>
          </a:custGeom>
          <a:solidFill>
            <a:srgbClr val="401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86" name="object 986"/>
          <p:cNvSpPr/>
          <p:nvPr/>
        </p:nvSpPr>
        <p:spPr>
          <a:xfrm>
            <a:off x="8021838" y="2020795"/>
            <a:ext cx="882" cy="402"/>
          </a:xfrm>
          <a:custGeom>
            <a:avLst/>
            <a:gdLst/>
            <a:ahLst/>
            <a:cxnLst/>
            <a:rect l="l" t="t" r="r" b="b"/>
            <a:pathLst>
              <a:path w="882" h="402">
                <a:moveTo>
                  <a:pt x="551" y="50"/>
                </a:moveTo>
                <a:lnTo>
                  <a:pt x="183" y="0"/>
                </a:lnTo>
                <a:lnTo>
                  <a:pt x="0" y="402"/>
                </a:lnTo>
                <a:lnTo>
                  <a:pt x="257" y="151"/>
                </a:lnTo>
                <a:lnTo>
                  <a:pt x="477" y="100"/>
                </a:lnTo>
                <a:lnTo>
                  <a:pt x="882" y="301"/>
                </a:lnTo>
                <a:lnTo>
                  <a:pt x="735" y="151"/>
                </a:lnTo>
                <a:lnTo>
                  <a:pt x="551" y="50"/>
                </a:lnTo>
                <a:close/>
              </a:path>
            </a:pathLst>
          </a:custGeom>
          <a:solidFill>
            <a:srgbClr val="401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87" name="object 987"/>
          <p:cNvSpPr/>
          <p:nvPr/>
        </p:nvSpPr>
        <p:spPr>
          <a:xfrm>
            <a:off x="8023383" y="2021449"/>
            <a:ext cx="662" cy="200"/>
          </a:xfrm>
          <a:custGeom>
            <a:avLst/>
            <a:gdLst/>
            <a:ahLst/>
            <a:cxnLst/>
            <a:rect l="l" t="t" r="r" b="b"/>
            <a:pathLst>
              <a:path w="662" h="200">
                <a:moveTo>
                  <a:pt x="367" y="0"/>
                </a:moveTo>
                <a:lnTo>
                  <a:pt x="146" y="0"/>
                </a:lnTo>
                <a:lnTo>
                  <a:pt x="0" y="100"/>
                </a:lnTo>
                <a:lnTo>
                  <a:pt x="367" y="50"/>
                </a:lnTo>
                <a:lnTo>
                  <a:pt x="662" y="200"/>
                </a:lnTo>
                <a:lnTo>
                  <a:pt x="367" y="0"/>
                </a:lnTo>
                <a:close/>
              </a:path>
            </a:pathLst>
          </a:custGeom>
          <a:solidFill>
            <a:srgbClr val="401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88" name="object 988"/>
          <p:cNvSpPr/>
          <p:nvPr/>
        </p:nvSpPr>
        <p:spPr>
          <a:xfrm>
            <a:off x="8020588" y="2022305"/>
            <a:ext cx="992" cy="3272"/>
          </a:xfrm>
          <a:custGeom>
            <a:avLst/>
            <a:gdLst/>
            <a:ahLst/>
            <a:cxnLst/>
            <a:rect l="l" t="t" r="r" b="b"/>
            <a:pathLst>
              <a:path w="992" h="3272">
                <a:moveTo>
                  <a:pt x="0" y="0"/>
                </a:moveTo>
                <a:lnTo>
                  <a:pt x="551" y="806"/>
                </a:lnTo>
                <a:lnTo>
                  <a:pt x="808" y="1862"/>
                </a:lnTo>
                <a:lnTo>
                  <a:pt x="845" y="3272"/>
                </a:lnTo>
                <a:lnTo>
                  <a:pt x="992" y="2164"/>
                </a:lnTo>
                <a:lnTo>
                  <a:pt x="918" y="1259"/>
                </a:lnTo>
                <a:lnTo>
                  <a:pt x="771" y="856"/>
                </a:lnTo>
                <a:lnTo>
                  <a:pt x="0" y="0"/>
                </a:lnTo>
                <a:close/>
              </a:path>
            </a:pathLst>
          </a:custGeom>
          <a:solidFill>
            <a:srgbClr val="401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89" name="object 989"/>
          <p:cNvSpPr/>
          <p:nvPr/>
        </p:nvSpPr>
        <p:spPr>
          <a:xfrm>
            <a:off x="8018198" y="2020996"/>
            <a:ext cx="1617" cy="1106"/>
          </a:xfrm>
          <a:custGeom>
            <a:avLst/>
            <a:gdLst/>
            <a:ahLst/>
            <a:cxnLst/>
            <a:rect l="l" t="t" r="r" b="b"/>
            <a:pathLst>
              <a:path w="1617" h="1106">
                <a:moveTo>
                  <a:pt x="624" y="603"/>
                </a:moveTo>
                <a:lnTo>
                  <a:pt x="1617" y="1106"/>
                </a:lnTo>
                <a:lnTo>
                  <a:pt x="918" y="402"/>
                </a:lnTo>
                <a:lnTo>
                  <a:pt x="36" y="0"/>
                </a:lnTo>
                <a:lnTo>
                  <a:pt x="0" y="503"/>
                </a:lnTo>
                <a:lnTo>
                  <a:pt x="624" y="603"/>
                </a:lnTo>
                <a:close/>
              </a:path>
            </a:pathLst>
          </a:custGeom>
          <a:solidFill>
            <a:srgbClr val="401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90" name="object 990"/>
          <p:cNvSpPr/>
          <p:nvPr/>
        </p:nvSpPr>
        <p:spPr>
          <a:xfrm>
            <a:off x="8020256" y="2025979"/>
            <a:ext cx="1250" cy="1460"/>
          </a:xfrm>
          <a:custGeom>
            <a:avLst/>
            <a:gdLst/>
            <a:ahLst/>
            <a:cxnLst/>
            <a:rect l="l" t="t" r="r" b="b"/>
            <a:pathLst>
              <a:path w="1250" h="1460">
                <a:moveTo>
                  <a:pt x="662" y="956"/>
                </a:moveTo>
                <a:lnTo>
                  <a:pt x="0" y="1460"/>
                </a:lnTo>
                <a:lnTo>
                  <a:pt x="846" y="1108"/>
                </a:lnTo>
                <a:lnTo>
                  <a:pt x="1250" y="0"/>
                </a:lnTo>
                <a:lnTo>
                  <a:pt x="662" y="956"/>
                </a:lnTo>
                <a:close/>
              </a:path>
            </a:pathLst>
          </a:custGeom>
          <a:solidFill>
            <a:srgbClr val="401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91" name="object 991"/>
          <p:cNvSpPr/>
          <p:nvPr/>
        </p:nvSpPr>
        <p:spPr>
          <a:xfrm>
            <a:off x="8022022" y="2025073"/>
            <a:ext cx="1249" cy="1559"/>
          </a:xfrm>
          <a:custGeom>
            <a:avLst/>
            <a:gdLst/>
            <a:ahLst/>
            <a:cxnLst/>
            <a:rect l="l" t="t" r="r" b="b"/>
            <a:pathLst>
              <a:path w="1249" h="1559">
                <a:moveTo>
                  <a:pt x="73" y="402"/>
                </a:moveTo>
                <a:lnTo>
                  <a:pt x="110" y="905"/>
                </a:lnTo>
                <a:lnTo>
                  <a:pt x="404" y="1408"/>
                </a:lnTo>
                <a:lnTo>
                  <a:pt x="1249" y="1559"/>
                </a:lnTo>
                <a:lnTo>
                  <a:pt x="735" y="1257"/>
                </a:lnTo>
                <a:lnTo>
                  <a:pt x="110" y="553"/>
                </a:lnTo>
                <a:lnTo>
                  <a:pt x="0" y="0"/>
                </a:lnTo>
                <a:lnTo>
                  <a:pt x="73" y="402"/>
                </a:lnTo>
                <a:close/>
              </a:path>
            </a:pathLst>
          </a:custGeom>
          <a:solidFill>
            <a:srgbClr val="401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92" name="object 992"/>
          <p:cNvSpPr/>
          <p:nvPr/>
        </p:nvSpPr>
        <p:spPr>
          <a:xfrm>
            <a:off x="8013454" y="2014454"/>
            <a:ext cx="6471" cy="6944"/>
          </a:xfrm>
          <a:custGeom>
            <a:avLst/>
            <a:gdLst/>
            <a:ahLst/>
            <a:cxnLst/>
            <a:rect l="l" t="t" r="r" b="b"/>
            <a:pathLst>
              <a:path w="6471" h="6944">
                <a:moveTo>
                  <a:pt x="4266" y="1358"/>
                </a:moveTo>
                <a:lnTo>
                  <a:pt x="956" y="0"/>
                </a:lnTo>
                <a:lnTo>
                  <a:pt x="0" y="3823"/>
                </a:lnTo>
                <a:lnTo>
                  <a:pt x="3052" y="5032"/>
                </a:lnTo>
                <a:lnTo>
                  <a:pt x="5332" y="6944"/>
                </a:lnTo>
                <a:lnTo>
                  <a:pt x="6471" y="3320"/>
                </a:lnTo>
                <a:lnTo>
                  <a:pt x="4266" y="135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93" name="object 993"/>
          <p:cNvSpPr/>
          <p:nvPr/>
        </p:nvSpPr>
        <p:spPr>
          <a:xfrm>
            <a:off x="8013454" y="2014454"/>
            <a:ext cx="6471" cy="6944"/>
          </a:xfrm>
          <a:custGeom>
            <a:avLst/>
            <a:gdLst/>
            <a:ahLst/>
            <a:cxnLst/>
            <a:rect l="l" t="t" r="r" b="b"/>
            <a:pathLst>
              <a:path w="6471" h="6944">
                <a:moveTo>
                  <a:pt x="4266" y="1358"/>
                </a:moveTo>
                <a:lnTo>
                  <a:pt x="6471" y="3320"/>
                </a:lnTo>
                <a:lnTo>
                  <a:pt x="5332" y="6944"/>
                </a:lnTo>
                <a:lnTo>
                  <a:pt x="3052" y="5032"/>
                </a:lnTo>
                <a:lnTo>
                  <a:pt x="0" y="3823"/>
                </a:lnTo>
                <a:lnTo>
                  <a:pt x="956" y="0"/>
                </a:lnTo>
                <a:lnTo>
                  <a:pt x="4266" y="1358"/>
                </a:lnTo>
                <a:close/>
              </a:path>
            </a:pathLst>
          </a:custGeom>
          <a:ln w="68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94" name="object 994"/>
          <p:cNvSpPr/>
          <p:nvPr/>
        </p:nvSpPr>
        <p:spPr>
          <a:xfrm>
            <a:off x="8017352" y="2017372"/>
            <a:ext cx="1543" cy="2416"/>
          </a:xfrm>
          <a:custGeom>
            <a:avLst/>
            <a:gdLst/>
            <a:ahLst/>
            <a:cxnLst/>
            <a:rect l="l" t="t" r="r" b="b"/>
            <a:pathLst>
              <a:path w="1543" h="2416">
                <a:moveTo>
                  <a:pt x="1543" y="553"/>
                </a:moveTo>
                <a:lnTo>
                  <a:pt x="1213" y="0"/>
                </a:lnTo>
                <a:lnTo>
                  <a:pt x="331" y="0"/>
                </a:lnTo>
                <a:lnTo>
                  <a:pt x="0" y="553"/>
                </a:lnTo>
                <a:lnTo>
                  <a:pt x="0" y="1862"/>
                </a:lnTo>
                <a:lnTo>
                  <a:pt x="331" y="2416"/>
                </a:lnTo>
                <a:lnTo>
                  <a:pt x="1213" y="2416"/>
                </a:lnTo>
                <a:lnTo>
                  <a:pt x="1543" y="1862"/>
                </a:lnTo>
                <a:lnTo>
                  <a:pt x="1543" y="55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95" name="object 995"/>
          <p:cNvSpPr/>
          <p:nvPr/>
        </p:nvSpPr>
        <p:spPr>
          <a:xfrm>
            <a:off x="8017352" y="2017372"/>
            <a:ext cx="1543" cy="2416"/>
          </a:xfrm>
          <a:custGeom>
            <a:avLst/>
            <a:gdLst/>
            <a:ahLst/>
            <a:cxnLst/>
            <a:rect l="l" t="t" r="r" b="b"/>
            <a:pathLst>
              <a:path w="1543" h="2416">
                <a:moveTo>
                  <a:pt x="1543" y="553"/>
                </a:moveTo>
                <a:lnTo>
                  <a:pt x="1543" y="1208"/>
                </a:lnTo>
                <a:lnTo>
                  <a:pt x="1543" y="1862"/>
                </a:lnTo>
                <a:lnTo>
                  <a:pt x="1213" y="2416"/>
                </a:lnTo>
                <a:lnTo>
                  <a:pt x="331" y="2416"/>
                </a:lnTo>
                <a:lnTo>
                  <a:pt x="0" y="1862"/>
                </a:lnTo>
                <a:lnTo>
                  <a:pt x="0" y="1208"/>
                </a:lnTo>
                <a:lnTo>
                  <a:pt x="0" y="553"/>
                </a:lnTo>
                <a:lnTo>
                  <a:pt x="331" y="0"/>
                </a:lnTo>
                <a:lnTo>
                  <a:pt x="1213" y="0"/>
                </a:lnTo>
                <a:lnTo>
                  <a:pt x="1543" y="553"/>
                </a:lnTo>
                <a:close/>
              </a:path>
            </a:pathLst>
          </a:custGeom>
          <a:ln w="65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96" name="object 996"/>
          <p:cNvSpPr/>
          <p:nvPr/>
        </p:nvSpPr>
        <p:spPr>
          <a:xfrm>
            <a:off x="8016469" y="2018581"/>
            <a:ext cx="1655" cy="2918"/>
          </a:xfrm>
          <a:custGeom>
            <a:avLst/>
            <a:gdLst/>
            <a:ahLst/>
            <a:cxnLst/>
            <a:rect l="l" t="t" r="r" b="b"/>
            <a:pathLst>
              <a:path w="1655" h="2918">
                <a:moveTo>
                  <a:pt x="1655" y="2918"/>
                </a:moveTo>
                <a:lnTo>
                  <a:pt x="0" y="0"/>
                </a:lnTo>
                <a:lnTo>
                  <a:pt x="110" y="453"/>
                </a:lnTo>
                <a:lnTo>
                  <a:pt x="146" y="1006"/>
                </a:lnTo>
                <a:lnTo>
                  <a:pt x="220" y="1861"/>
                </a:lnTo>
                <a:lnTo>
                  <a:pt x="110" y="2716"/>
                </a:lnTo>
                <a:lnTo>
                  <a:pt x="1655" y="2918"/>
                </a:lnTo>
                <a:close/>
              </a:path>
            </a:pathLst>
          </a:custGeom>
          <a:solidFill>
            <a:srgbClr val="FFC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97" name="object 997"/>
          <p:cNvSpPr/>
          <p:nvPr/>
        </p:nvSpPr>
        <p:spPr>
          <a:xfrm>
            <a:off x="8016469" y="2018581"/>
            <a:ext cx="1655" cy="2918"/>
          </a:xfrm>
          <a:custGeom>
            <a:avLst/>
            <a:gdLst/>
            <a:ahLst/>
            <a:cxnLst/>
            <a:rect l="l" t="t" r="r" b="b"/>
            <a:pathLst>
              <a:path w="1655" h="2918">
                <a:moveTo>
                  <a:pt x="1655" y="2918"/>
                </a:moveTo>
                <a:lnTo>
                  <a:pt x="110" y="2716"/>
                </a:lnTo>
                <a:lnTo>
                  <a:pt x="220" y="1861"/>
                </a:lnTo>
                <a:lnTo>
                  <a:pt x="146" y="1006"/>
                </a:lnTo>
                <a:lnTo>
                  <a:pt x="110" y="453"/>
                </a:lnTo>
                <a:lnTo>
                  <a:pt x="0" y="0"/>
                </a:lnTo>
                <a:lnTo>
                  <a:pt x="1655" y="2918"/>
                </a:lnTo>
                <a:close/>
              </a:path>
            </a:pathLst>
          </a:custGeom>
          <a:ln w="641">
            <a:solidFill>
              <a:srgbClr val="401F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98" name="object 998"/>
          <p:cNvSpPr/>
          <p:nvPr/>
        </p:nvSpPr>
        <p:spPr>
          <a:xfrm>
            <a:off x="8017131" y="2021399"/>
            <a:ext cx="1140" cy="1511"/>
          </a:xfrm>
          <a:custGeom>
            <a:avLst/>
            <a:gdLst/>
            <a:ahLst/>
            <a:cxnLst/>
            <a:rect l="l" t="t" r="r" b="b"/>
            <a:pathLst>
              <a:path w="1140" h="1511">
                <a:moveTo>
                  <a:pt x="773" y="0"/>
                </a:moveTo>
                <a:lnTo>
                  <a:pt x="0" y="1157"/>
                </a:lnTo>
                <a:lnTo>
                  <a:pt x="295" y="1511"/>
                </a:lnTo>
                <a:lnTo>
                  <a:pt x="1140" y="201"/>
                </a:lnTo>
                <a:lnTo>
                  <a:pt x="773" y="0"/>
                </a:lnTo>
                <a:close/>
              </a:path>
            </a:pathLst>
          </a:custGeom>
          <a:solidFill>
            <a:srgbClr val="FFC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99" name="object 999"/>
          <p:cNvSpPr/>
          <p:nvPr/>
        </p:nvSpPr>
        <p:spPr>
          <a:xfrm>
            <a:off x="8018859" y="2016668"/>
            <a:ext cx="1396" cy="2768"/>
          </a:xfrm>
          <a:custGeom>
            <a:avLst/>
            <a:gdLst/>
            <a:ahLst/>
            <a:cxnLst/>
            <a:rect l="l" t="t" r="r" b="b"/>
            <a:pathLst>
              <a:path w="1396" h="2768">
                <a:moveTo>
                  <a:pt x="1396" y="0"/>
                </a:moveTo>
                <a:lnTo>
                  <a:pt x="0" y="50"/>
                </a:lnTo>
                <a:lnTo>
                  <a:pt x="110" y="956"/>
                </a:lnTo>
                <a:lnTo>
                  <a:pt x="184" y="1308"/>
                </a:lnTo>
                <a:lnTo>
                  <a:pt x="220" y="1863"/>
                </a:lnTo>
                <a:lnTo>
                  <a:pt x="169" y="2141"/>
                </a:lnTo>
                <a:lnTo>
                  <a:pt x="220" y="2768"/>
                </a:lnTo>
                <a:lnTo>
                  <a:pt x="1396" y="0"/>
                </a:lnTo>
                <a:close/>
              </a:path>
            </a:pathLst>
          </a:custGeom>
          <a:solidFill>
            <a:srgbClr val="FFC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00" name="object 1000"/>
          <p:cNvSpPr/>
          <p:nvPr/>
        </p:nvSpPr>
        <p:spPr>
          <a:xfrm>
            <a:off x="8018859" y="2016668"/>
            <a:ext cx="1396" cy="2768"/>
          </a:xfrm>
          <a:custGeom>
            <a:avLst/>
            <a:gdLst/>
            <a:ahLst/>
            <a:cxnLst/>
            <a:rect l="l" t="t" r="r" b="b"/>
            <a:pathLst>
              <a:path w="1396" h="2768">
                <a:moveTo>
                  <a:pt x="220" y="2768"/>
                </a:moveTo>
                <a:lnTo>
                  <a:pt x="169" y="2141"/>
                </a:lnTo>
                <a:lnTo>
                  <a:pt x="220" y="1863"/>
                </a:lnTo>
                <a:lnTo>
                  <a:pt x="184" y="1308"/>
                </a:lnTo>
                <a:lnTo>
                  <a:pt x="110" y="956"/>
                </a:lnTo>
                <a:lnTo>
                  <a:pt x="0" y="50"/>
                </a:lnTo>
                <a:lnTo>
                  <a:pt x="1396" y="0"/>
                </a:lnTo>
                <a:lnTo>
                  <a:pt x="220" y="2768"/>
                </a:lnTo>
                <a:close/>
              </a:path>
            </a:pathLst>
          </a:custGeom>
          <a:ln w="632">
            <a:solidFill>
              <a:srgbClr val="401F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01" name="object 1001"/>
          <p:cNvSpPr/>
          <p:nvPr/>
        </p:nvSpPr>
        <p:spPr>
          <a:xfrm>
            <a:off x="8019411" y="2018481"/>
            <a:ext cx="771" cy="905"/>
          </a:xfrm>
          <a:custGeom>
            <a:avLst/>
            <a:gdLst/>
            <a:ahLst/>
            <a:cxnLst/>
            <a:rect l="l" t="t" r="r" b="b"/>
            <a:pathLst>
              <a:path w="771" h="905">
                <a:moveTo>
                  <a:pt x="37" y="905"/>
                </a:moveTo>
                <a:lnTo>
                  <a:pt x="110" y="352"/>
                </a:lnTo>
                <a:lnTo>
                  <a:pt x="184" y="200"/>
                </a:lnTo>
                <a:lnTo>
                  <a:pt x="771" y="251"/>
                </a:lnTo>
                <a:lnTo>
                  <a:pt x="404" y="0"/>
                </a:lnTo>
                <a:lnTo>
                  <a:pt x="110" y="50"/>
                </a:lnTo>
                <a:lnTo>
                  <a:pt x="0" y="251"/>
                </a:lnTo>
                <a:lnTo>
                  <a:pt x="37" y="905"/>
                </a:lnTo>
                <a:close/>
              </a:path>
            </a:pathLst>
          </a:custGeom>
          <a:solidFill>
            <a:srgbClr val="401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02" name="object 1002"/>
          <p:cNvSpPr/>
          <p:nvPr/>
        </p:nvSpPr>
        <p:spPr>
          <a:xfrm>
            <a:off x="8029082" y="2125987"/>
            <a:ext cx="22285" cy="15653"/>
          </a:xfrm>
          <a:custGeom>
            <a:avLst/>
            <a:gdLst/>
            <a:ahLst/>
            <a:cxnLst/>
            <a:rect l="l" t="t" r="r" b="b"/>
            <a:pathLst>
              <a:path w="22285" h="15653">
                <a:moveTo>
                  <a:pt x="8825" y="14597"/>
                </a:moveTo>
                <a:lnTo>
                  <a:pt x="13312" y="15653"/>
                </a:lnTo>
                <a:lnTo>
                  <a:pt x="18608" y="15150"/>
                </a:lnTo>
                <a:lnTo>
                  <a:pt x="22138" y="13792"/>
                </a:lnTo>
                <a:lnTo>
                  <a:pt x="22285" y="11627"/>
                </a:lnTo>
                <a:lnTo>
                  <a:pt x="19563" y="9966"/>
                </a:lnTo>
                <a:lnTo>
                  <a:pt x="14672" y="8354"/>
                </a:lnTo>
                <a:lnTo>
                  <a:pt x="8825" y="4581"/>
                </a:lnTo>
                <a:lnTo>
                  <a:pt x="8899" y="2948"/>
                </a:lnTo>
                <a:lnTo>
                  <a:pt x="9009" y="504"/>
                </a:lnTo>
                <a:lnTo>
                  <a:pt x="1949" y="0"/>
                </a:lnTo>
                <a:lnTo>
                  <a:pt x="1730" y="3986"/>
                </a:lnTo>
                <a:lnTo>
                  <a:pt x="0" y="7650"/>
                </a:lnTo>
                <a:lnTo>
                  <a:pt x="0" y="10670"/>
                </a:lnTo>
                <a:lnTo>
                  <a:pt x="220" y="11928"/>
                </a:lnTo>
                <a:lnTo>
                  <a:pt x="2390" y="14597"/>
                </a:lnTo>
                <a:lnTo>
                  <a:pt x="5920" y="14747"/>
                </a:lnTo>
                <a:lnTo>
                  <a:pt x="5974" y="14305"/>
                </a:lnTo>
                <a:lnTo>
                  <a:pt x="6067" y="13540"/>
                </a:lnTo>
                <a:lnTo>
                  <a:pt x="8825" y="14597"/>
                </a:lnTo>
                <a:close/>
              </a:path>
            </a:pathLst>
          </a:custGeom>
          <a:solidFill>
            <a:srgbClr val="5F5F5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03" name="object 1003"/>
          <p:cNvSpPr/>
          <p:nvPr/>
        </p:nvSpPr>
        <p:spPr>
          <a:xfrm>
            <a:off x="8029082" y="2125987"/>
            <a:ext cx="22285" cy="15653"/>
          </a:xfrm>
          <a:custGeom>
            <a:avLst/>
            <a:gdLst/>
            <a:ahLst/>
            <a:cxnLst/>
            <a:rect l="l" t="t" r="r" b="b"/>
            <a:pathLst>
              <a:path w="22285" h="15653">
                <a:moveTo>
                  <a:pt x="9009" y="504"/>
                </a:moveTo>
                <a:lnTo>
                  <a:pt x="8899" y="2948"/>
                </a:lnTo>
                <a:lnTo>
                  <a:pt x="8825" y="4581"/>
                </a:lnTo>
                <a:lnTo>
                  <a:pt x="14672" y="8354"/>
                </a:lnTo>
                <a:lnTo>
                  <a:pt x="19563" y="9966"/>
                </a:lnTo>
                <a:lnTo>
                  <a:pt x="22285" y="11627"/>
                </a:lnTo>
                <a:lnTo>
                  <a:pt x="22138" y="13792"/>
                </a:lnTo>
                <a:lnTo>
                  <a:pt x="18608" y="15150"/>
                </a:lnTo>
                <a:lnTo>
                  <a:pt x="13312" y="15653"/>
                </a:lnTo>
                <a:lnTo>
                  <a:pt x="8825" y="14597"/>
                </a:lnTo>
                <a:lnTo>
                  <a:pt x="6067" y="13540"/>
                </a:lnTo>
                <a:lnTo>
                  <a:pt x="5974" y="14305"/>
                </a:lnTo>
                <a:lnTo>
                  <a:pt x="5920" y="14747"/>
                </a:lnTo>
                <a:lnTo>
                  <a:pt x="2390" y="14597"/>
                </a:lnTo>
                <a:lnTo>
                  <a:pt x="220" y="11928"/>
                </a:lnTo>
                <a:lnTo>
                  <a:pt x="0" y="10670"/>
                </a:lnTo>
                <a:lnTo>
                  <a:pt x="0" y="7650"/>
                </a:lnTo>
                <a:lnTo>
                  <a:pt x="1728" y="4026"/>
                </a:lnTo>
                <a:lnTo>
                  <a:pt x="1949" y="0"/>
                </a:lnTo>
                <a:lnTo>
                  <a:pt x="9009" y="504"/>
                </a:lnTo>
                <a:close/>
              </a:path>
            </a:pathLst>
          </a:custGeom>
          <a:ln w="73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04" name="object 1004"/>
          <p:cNvSpPr/>
          <p:nvPr/>
        </p:nvSpPr>
        <p:spPr>
          <a:xfrm>
            <a:off x="8036511" y="2131575"/>
            <a:ext cx="6692" cy="4882"/>
          </a:xfrm>
          <a:custGeom>
            <a:avLst/>
            <a:gdLst/>
            <a:ahLst/>
            <a:cxnLst/>
            <a:rect l="l" t="t" r="r" b="b"/>
            <a:pathLst>
              <a:path w="6692" h="4882">
                <a:moveTo>
                  <a:pt x="1690" y="0"/>
                </a:moveTo>
                <a:lnTo>
                  <a:pt x="0" y="2565"/>
                </a:lnTo>
                <a:lnTo>
                  <a:pt x="5993" y="4882"/>
                </a:lnTo>
                <a:lnTo>
                  <a:pt x="6692" y="3119"/>
                </a:lnTo>
                <a:lnTo>
                  <a:pt x="1690" y="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05" name="object 1005"/>
          <p:cNvSpPr/>
          <p:nvPr/>
        </p:nvSpPr>
        <p:spPr>
          <a:xfrm>
            <a:off x="8043130" y="2134998"/>
            <a:ext cx="7539" cy="2968"/>
          </a:xfrm>
          <a:custGeom>
            <a:avLst/>
            <a:gdLst/>
            <a:ahLst/>
            <a:cxnLst/>
            <a:rect l="l" t="t" r="r" b="b"/>
            <a:pathLst>
              <a:path w="7539" h="2968">
                <a:moveTo>
                  <a:pt x="882" y="0"/>
                </a:moveTo>
                <a:lnTo>
                  <a:pt x="0" y="1408"/>
                </a:lnTo>
                <a:lnTo>
                  <a:pt x="3714" y="2716"/>
                </a:lnTo>
                <a:lnTo>
                  <a:pt x="5442" y="2968"/>
                </a:lnTo>
                <a:lnTo>
                  <a:pt x="7539" y="2817"/>
                </a:lnTo>
                <a:lnTo>
                  <a:pt x="5332" y="1308"/>
                </a:lnTo>
                <a:lnTo>
                  <a:pt x="882" y="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06" name="object 1006"/>
          <p:cNvSpPr/>
          <p:nvPr/>
        </p:nvSpPr>
        <p:spPr>
          <a:xfrm>
            <a:off x="8029266" y="2131575"/>
            <a:ext cx="21586" cy="9261"/>
          </a:xfrm>
          <a:custGeom>
            <a:avLst/>
            <a:gdLst/>
            <a:ahLst/>
            <a:cxnLst/>
            <a:rect l="l" t="t" r="r" b="b"/>
            <a:pathLst>
              <a:path w="21586" h="9261">
                <a:moveTo>
                  <a:pt x="0" y="1911"/>
                </a:moveTo>
                <a:lnTo>
                  <a:pt x="0" y="5837"/>
                </a:lnTo>
                <a:lnTo>
                  <a:pt x="1581" y="6441"/>
                </a:lnTo>
                <a:lnTo>
                  <a:pt x="5479" y="7145"/>
                </a:lnTo>
                <a:lnTo>
                  <a:pt x="7024" y="7397"/>
                </a:lnTo>
                <a:lnTo>
                  <a:pt x="9598" y="8656"/>
                </a:lnTo>
                <a:lnTo>
                  <a:pt x="12503" y="9261"/>
                </a:lnTo>
                <a:lnTo>
                  <a:pt x="17798" y="9261"/>
                </a:lnTo>
                <a:lnTo>
                  <a:pt x="21586" y="7851"/>
                </a:lnTo>
                <a:lnTo>
                  <a:pt x="21586" y="6441"/>
                </a:lnTo>
                <a:lnTo>
                  <a:pt x="18755" y="6844"/>
                </a:lnTo>
                <a:lnTo>
                  <a:pt x="14231" y="5938"/>
                </a:lnTo>
                <a:lnTo>
                  <a:pt x="11620" y="5133"/>
                </a:lnTo>
                <a:lnTo>
                  <a:pt x="6619" y="2918"/>
                </a:lnTo>
                <a:lnTo>
                  <a:pt x="4486" y="2565"/>
                </a:lnTo>
                <a:lnTo>
                  <a:pt x="2353" y="1509"/>
                </a:lnTo>
                <a:lnTo>
                  <a:pt x="1287" y="0"/>
                </a:lnTo>
                <a:lnTo>
                  <a:pt x="0" y="1911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07" name="object 1007"/>
          <p:cNvSpPr/>
          <p:nvPr/>
        </p:nvSpPr>
        <p:spPr>
          <a:xfrm>
            <a:off x="8030774" y="2126291"/>
            <a:ext cx="7059" cy="7548"/>
          </a:xfrm>
          <a:custGeom>
            <a:avLst/>
            <a:gdLst/>
            <a:ahLst/>
            <a:cxnLst/>
            <a:rect l="l" t="t" r="r" b="b"/>
            <a:pathLst>
              <a:path w="7059" h="7548">
                <a:moveTo>
                  <a:pt x="6876" y="502"/>
                </a:moveTo>
                <a:lnTo>
                  <a:pt x="624" y="0"/>
                </a:lnTo>
                <a:lnTo>
                  <a:pt x="477" y="3924"/>
                </a:lnTo>
                <a:lnTo>
                  <a:pt x="0" y="4932"/>
                </a:lnTo>
                <a:lnTo>
                  <a:pt x="845" y="6441"/>
                </a:lnTo>
                <a:lnTo>
                  <a:pt x="3309" y="7548"/>
                </a:lnTo>
                <a:lnTo>
                  <a:pt x="5479" y="7548"/>
                </a:lnTo>
                <a:lnTo>
                  <a:pt x="7059" y="5032"/>
                </a:lnTo>
                <a:lnTo>
                  <a:pt x="6655" y="4225"/>
                </a:lnTo>
                <a:lnTo>
                  <a:pt x="6876" y="502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08" name="object 1008"/>
          <p:cNvSpPr/>
          <p:nvPr/>
        </p:nvSpPr>
        <p:spPr>
          <a:xfrm>
            <a:off x="8029488" y="2098557"/>
            <a:ext cx="9413" cy="31305"/>
          </a:xfrm>
          <a:custGeom>
            <a:avLst/>
            <a:gdLst/>
            <a:ahLst/>
            <a:cxnLst/>
            <a:rect l="l" t="t" r="r" b="b"/>
            <a:pathLst>
              <a:path w="9413" h="31305">
                <a:moveTo>
                  <a:pt x="9119" y="31305"/>
                </a:moveTo>
                <a:lnTo>
                  <a:pt x="9413" y="0"/>
                </a:lnTo>
                <a:lnTo>
                  <a:pt x="771" y="654"/>
                </a:lnTo>
                <a:lnTo>
                  <a:pt x="183" y="11274"/>
                </a:lnTo>
                <a:lnTo>
                  <a:pt x="330" y="20032"/>
                </a:lnTo>
                <a:lnTo>
                  <a:pt x="0" y="29897"/>
                </a:lnTo>
                <a:lnTo>
                  <a:pt x="4632" y="31305"/>
                </a:lnTo>
                <a:lnTo>
                  <a:pt x="9119" y="31305"/>
                </a:lnTo>
                <a:close/>
              </a:path>
            </a:pathLst>
          </a:custGeom>
          <a:solidFill>
            <a:srgbClr val="5F5F5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09" name="object 1009"/>
          <p:cNvSpPr/>
          <p:nvPr/>
        </p:nvSpPr>
        <p:spPr>
          <a:xfrm>
            <a:off x="8029488" y="2098557"/>
            <a:ext cx="9413" cy="31305"/>
          </a:xfrm>
          <a:custGeom>
            <a:avLst/>
            <a:gdLst/>
            <a:ahLst/>
            <a:cxnLst/>
            <a:rect l="l" t="t" r="r" b="b"/>
            <a:pathLst>
              <a:path w="9413" h="31305">
                <a:moveTo>
                  <a:pt x="9119" y="31305"/>
                </a:moveTo>
                <a:lnTo>
                  <a:pt x="4632" y="31305"/>
                </a:lnTo>
                <a:lnTo>
                  <a:pt x="0" y="29897"/>
                </a:lnTo>
                <a:lnTo>
                  <a:pt x="330" y="20032"/>
                </a:lnTo>
                <a:lnTo>
                  <a:pt x="183" y="11274"/>
                </a:lnTo>
                <a:lnTo>
                  <a:pt x="771" y="654"/>
                </a:lnTo>
                <a:lnTo>
                  <a:pt x="9413" y="0"/>
                </a:lnTo>
                <a:lnTo>
                  <a:pt x="9119" y="31305"/>
                </a:lnTo>
                <a:close/>
              </a:path>
            </a:pathLst>
          </a:custGeom>
          <a:ln w="60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10" name="object 1010"/>
          <p:cNvSpPr/>
          <p:nvPr/>
        </p:nvSpPr>
        <p:spPr>
          <a:xfrm>
            <a:off x="8030260" y="2099010"/>
            <a:ext cx="8125" cy="30047"/>
          </a:xfrm>
          <a:custGeom>
            <a:avLst/>
            <a:gdLst/>
            <a:ahLst/>
            <a:cxnLst/>
            <a:rect l="l" t="t" r="r" b="b"/>
            <a:pathLst>
              <a:path w="8125" h="30047">
                <a:moveTo>
                  <a:pt x="735" y="956"/>
                </a:moveTo>
                <a:lnTo>
                  <a:pt x="0" y="9864"/>
                </a:lnTo>
                <a:lnTo>
                  <a:pt x="147" y="17012"/>
                </a:lnTo>
                <a:lnTo>
                  <a:pt x="147" y="27934"/>
                </a:lnTo>
                <a:lnTo>
                  <a:pt x="4118" y="30047"/>
                </a:lnTo>
                <a:lnTo>
                  <a:pt x="7648" y="30047"/>
                </a:lnTo>
                <a:lnTo>
                  <a:pt x="8125" y="0"/>
                </a:lnTo>
                <a:lnTo>
                  <a:pt x="735" y="956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11" name="object 1011"/>
          <p:cNvSpPr/>
          <p:nvPr/>
        </p:nvSpPr>
        <p:spPr>
          <a:xfrm>
            <a:off x="8034378" y="2130416"/>
            <a:ext cx="22652" cy="15703"/>
          </a:xfrm>
          <a:custGeom>
            <a:avLst/>
            <a:gdLst/>
            <a:ahLst/>
            <a:cxnLst/>
            <a:rect l="l" t="t" r="r" b="b"/>
            <a:pathLst>
              <a:path w="22652" h="15703">
                <a:moveTo>
                  <a:pt x="2463" y="14647"/>
                </a:moveTo>
                <a:lnTo>
                  <a:pt x="6067" y="14747"/>
                </a:lnTo>
                <a:lnTo>
                  <a:pt x="6250" y="13540"/>
                </a:lnTo>
                <a:lnTo>
                  <a:pt x="9009" y="14647"/>
                </a:lnTo>
                <a:lnTo>
                  <a:pt x="13532" y="15703"/>
                </a:lnTo>
                <a:lnTo>
                  <a:pt x="18937" y="15200"/>
                </a:lnTo>
                <a:lnTo>
                  <a:pt x="22505" y="13842"/>
                </a:lnTo>
                <a:lnTo>
                  <a:pt x="22652" y="11627"/>
                </a:lnTo>
                <a:lnTo>
                  <a:pt x="19894" y="10016"/>
                </a:lnTo>
                <a:lnTo>
                  <a:pt x="14929" y="8405"/>
                </a:lnTo>
                <a:lnTo>
                  <a:pt x="9008" y="4581"/>
                </a:lnTo>
                <a:lnTo>
                  <a:pt x="9193" y="555"/>
                </a:lnTo>
                <a:lnTo>
                  <a:pt x="2059" y="0"/>
                </a:lnTo>
                <a:lnTo>
                  <a:pt x="1802" y="4127"/>
                </a:lnTo>
                <a:lnTo>
                  <a:pt x="0" y="7650"/>
                </a:lnTo>
                <a:lnTo>
                  <a:pt x="0" y="10721"/>
                </a:lnTo>
                <a:lnTo>
                  <a:pt x="114" y="11260"/>
                </a:lnTo>
                <a:lnTo>
                  <a:pt x="257" y="11928"/>
                </a:lnTo>
                <a:lnTo>
                  <a:pt x="2463" y="14647"/>
                </a:lnTo>
                <a:close/>
              </a:path>
            </a:pathLst>
          </a:custGeom>
          <a:solidFill>
            <a:srgbClr val="5F5F5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12" name="object 1012"/>
          <p:cNvSpPr/>
          <p:nvPr/>
        </p:nvSpPr>
        <p:spPr>
          <a:xfrm>
            <a:off x="8034378" y="2130416"/>
            <a:ext cx="22652" cy="15703"/>
          </a:xfrm>
          <a:custGeom>
            <a:avLst/>
            <a:gdLst/>
            <a:ahLst/>
            <a:cxnLst/>
            <a:rect l="l" t="t" r="r" b="b"/>
            <a:pathLst>
              <a:path w="22652" h="15703">
                <a:moveTo>
                  <a:pt x="9193" y="555"/>
                </a:moveTo>
                <a:lnTo>
                  <a:pt x="9008" y="4581"/>
                </a:lnTo>
                <a:lnTo>
                  <a:pt x="14929" y="8405"/>
                </a:lnTo>
                <a:lnTo>
                  <a:pt x="19894" y="10016"/>
                </a:lnTo>
                <a:lnTo>
                  <a:pt x="22652" y="11627"/>
                </a:lnTo>
                <a:lnTo>
                  <a:pt x="22505" y="13842"/>
                </a:lnTo>
                <a:lnTo>
                  <a:pt x="18937" y="15200"/>
                </a:lnTo>
                <a:lnTo>
                  <a:pt x="13532" y="15703"/>
                </a:lnTo>
                <a:lnTo>
                  <a:pt x="9009" y="14647"/>
                </a:lnTo>
                <a:lnTo>
                  <a:pt x="6250" y="13540"/>
                </a:lnTo>
                <a:lnTo>
                  <a:pt x="6067" y="14747"/>
                </a:lnTo>
                <a:lnTo>
                  <a:pt x="2463" y="14647"/>
                </a:lnTo>
                <a:lnTo>
                  <a:pt x="257" y="11928"/>
                </a:lnTo>
                <a:lnTo>
                  <a:pt x="114" y="11260"/>
                </a:lnTo>
                <a:lnTo>
                  <a:pt x="0" y="10721"/>
                </a:lnTo>
                <a:lnTo>
                  <a:pt x="0" y="7650"/>
                </a:lnTo>
                <a:lnTo>
                  <a:pt x="1802" y="4127"/>
                </a:lnTo>
                <a:lnTo>
                  <a:pt x="2059" y="0"/>
                </a:lnTo>
                <a:lnTo>
                  <a:pt x="9193" y="555"/>
                </a:lnTo>
                <a:close/>
              </a:path>
            </a:pathLst>
          </a:custGeom>
          <a:ln w="73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13" name="object 1013"/>
          <p:cNvSpPr/>
          <p:nvPr/>
        </p:nvSpPr>
        <p:spPr>
          <a:xfrm>
            <a:off x="8041990" y="2136004"/>
            <a:ext cx="6766" cy="4882"/>
          </a:xfrm>
          <a:custGeom>
            <a:avLst/>
            <a:gdLst/>
            <a:ahLst/>
            <a:cxnLst/>
            <a:rect l="l" t="t" r="r" b="b"/>
            <a:pathLst>
              <a:path w="6766" h="4882">
                <a:moveTo>
                  <a:pt x="1691" y="0"/>
                </a:moveTo>
                <a:lnTo>
                  <a:pt x="0" y="2666"/>
                </a:lnTo>
                <a:lnTo>
                  <a:pt x="6031" y="4882"/>
                </a:lnTo>
                <a:lnTo>
                  <a:pt x="6766" y="3119"/>
                </a:lnTo>
                <a:lnTo>
                  <a:pt x="1691" y="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14" name="object 1014"/>
          <p:cNvSpPr/>
          <p:nvPr/>
        </p:nvSpPr>
        <p:spPr>
          <a:xfrm>
            <a:off x="8048683" y="2139528"/>
            <a:ext cx="7647" cy="2918"/>
          </a:xfrm>
          <a:custGeom>
            <a:avLst/>
            <a:gdLst/>
            <a:ahLst/>
            <a:cxnLst/>
            <a:rect l="l" t="t" r="r" b="b"/>
            <a:pathLst>
              <a:path w="7647" h="2918">
                <a:moveTo>
                  <a:pt x="882" y="0"/>
                </a:moveTo>
                <a:lnTo>
                  <a:pt x="0" y="1358"/>
                </a:lnTo>
                <a:lnTo>
                  <a:pt x="3750" y="2615"/>
                </a:lnTo>
                <a:lnTo>
                  <a:pt x="5516" y="2918"/>
                </a:lnTo>
                <a:lnTo>
                  <a:pt x="7647" y="2716"/>
                </a:lnTo>
                <a:lnTo>
                  <a:pt x="5405" y="1257"/>
                </a:lnTo>
                <a:lnTo>
                  <a:pt x="882" y="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15" name="object 1015"/>
          <p:cNvSpPr/>
          <p:nvPr/>
        </p:nvSpPr>
        <p:spPr>
          <a:xfrm>
            <a:off x="8034635" y="2136004"/>
            <a:ext cx="21842" cy="9311"/>
          </a:xfrm>
          <a:custGeom>
            <a:avLst/>
            <a:gdLst/>
            <a:ahLst/>
            <a:cxnLst/>
            <a:rect l="l" t="t" r="r" b="b"/>
            <a:pathLst>
              <a:path w="21842" h="9311">
                <a:moveTo>
                  <a:pt x="0" y="1962"/>
                </a:moveTo>
                <a:lnTo>
                  <a:pt x="0" y="5887"/>
                </a:lnTo>
                <a:lnTo>
                  <a:pt x="1618" y="6492"/>
                </a:lnTo>
                <a:lnTo>
                  <a:pt x="5516" y="7146"/>
                </a:lnTo>
                <a:lnTo>
                  <a:pt x="7097" y="7499"/>
                </a:lnTo>
                <a:lnTo>
                  <a:pt x="9671" y="8707"/>
                </a:lnTo>
                <a:lnTo>
                  <a:pt x="12649" y="9311"/>
                </a:lnTo>
                <a:lnTo>
                  <a:pt x="18055" y="9311"/>
                </a:lnTo>
                <a:lnTo>
                  <a:pt x="21842" y="7851"/>
                </a:lnTo>
                <a:lnTo>
                  <a:pt x="21842" y="6492"/>
                </a:lnTo>
                <a:lnTo>
                  <a:pt x="19011" y="6894"/>
                </a:lnTo>
                <a:lnTo>
                  <a:pt x="14378" y="5988"/>
                </a:lnTo>
                <a:lnTo>
                  <a:pt x="11767" y="5183"/>
                </a:lnTo>
                <a:lnTo>
                  <a:pt x="6728" y="2918"/>
                </a:lnTo>
                <a:lnTo>
                  <a:pt x="4523" y="2666"/>
                </a:lnTo>
                <a:lnTo>
                  <a:pt x="2390" y="1559"/>
                </a:lnTo>
                <a:lnTo>
                  <a:pt x="1250" y="0"/>
                </a:lnTo>
                <a:lnTo>
                  <a:pt x="0" y="1962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16" name="object 1016"/>
          <p:cNvSpPr/>
          <p:nvPr/>
        </p:nvSpPr>
        <p:spPr>
          <a:xfrm>
            <a:off x="8036107" y="2130770"/>
            <a:ext cx="7243" cy="7498"/>
          </a:xfrm>
          <a:custGeom>
            <a:avLst/>
            <a:gdLst/>
            <a:ahLst/>
            <a:cxnLst/>
            <a:rect l="l" t="t" r="r" b="b"/>
            <a:pathLst>
              <a:path w="7243" h="7498">
                <a:moveTo>
                  <a:pt x="6986" y="503"/>
                </a:moveTo>
                <a:lnTo>
                  <a:pt x="661" y="0"/>
                </a:lnTo>
                <a:lnTo>
                  <a:pt x="514" y="3924"/>
                </a:lnTo>
                <a:lnTo>
                  <a:pt x="0" y="4932"/>
                </a:lnTo>
                <a:lnTo>
                  <a:pt x="918" y="6391"/>
                </a:lnTo>
                <a:lnTo>
                  <a:pt x="3382" y="7498"/>
                </a:lnTo>
                <a:lnTo>
                  <a:pt x="5589" y="7498"/>
                </a:lnTo>
                <a:lnTo>
                  <a:pt x="7243" y="5032"/>
                </a:lnTo>
                <a:lnTo>
                  <a:pt x="6765" y="4177"/>
                </a:lnTo>
                <a:lnTo>
                  <a:pt x="6986" y="503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17" name="object 1017"/>
          <p:cNvSpPr/>
          <p:nvPr/>
        </p:nvSpPr>
        <p:spPr>
          <a:xfrm>
            <a:off x="8000363" y="2130366"/>
            <a:ext cx="27101" cy="14798"/>
          </a:xfrm>
          <a:custGeom>
            <a:avLst/>
            <a:gdLst/>
            <a:ahLst/>
            <a:cxnLst/>
            <a:rect l="l" t="t" r="r" b="b"/>
            <a:pathLst>
              <a:path w="27101" h="14798">
                <a:moveTo>
                  <a:pt x="27101" y="3322"/>
                </a:moveTo>
                <a:lnTo>
                  <a:pt x="21033" y="0"/>
                </a:lnTo>
                <a:lnTo>
                  <a:pt x="6067" y="0"/>
                </a:lnTo>
                <a:lnTo>
                  <a:pt x="0" y="3322"/>
                </a:lnTo>
                <a:lnTo>
                  <a:pt x="0" y="11475"/>
                </a:lnTo>
                <a:lnTo>
                  <a:pt x="6067" y="14798"/>
                </a:lnTo>
                <a:lnTo>
                  <a:pt x="21033" y="14798"/>
                </a:lnTo>
                <a:lnTo>
                  <a:pt x="27101" y="11475"/>
                </a:lnTo>
                <a:lnTo>
                  <a:pt x="27101" y="3322"/>
                </a:lnTo>
                <a:close/>
              </a:path>
            </a:pathLst>
          </a:custGeom>
          <a:solidFill>
            <a:srgbClr val="5F5F5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18" name="object 1018"/>
          <p:cNvSpPr/>
          <p:nvPr/>
        </p:nvSpPr>
        <p:spPr>
          <a:xfrm>
            <a:off x="8000363" y="2130366"/>
            <a:ext cx="27101" cy="14798"/>
          </a:xfrm>
          <a:custGeom>
            <a:avLst/>
            <a:gdLst/>
            <a:ahLst/>
            <a:cxnLst/>
            <a:rect l="l" t="t" r="r" b="b"/>
            <a:pathLst>
              <a:path w="27101" h="14798">
                <a:moveTo>
                  <a:pt x="27101" y="3322"/>
                </a:moveTo>
                <a:lnTo>
                  <a:pt x="27101" y="7399"/>
                </a:lnTo>
                <a:lnTo>
                  <a:pt x="27101" y="11475"/>
                </a:lnTo>
                <a:lnTo>
                  <a:pt x="21033" y="14798"/>
                </a:lnTo>
                <a:lnTo>
                  <a:pt x="6067" y="14798"/>
                </a:lnTo>
                <a:lnTo>
                  <a:pt x="0" y="11475"/>
                </a:lnTo>
                <a:lnTo>
                  <a:pt x="0" y="7399"/>
                </a:lnTo>
                <a:lnTo>
                  <a:pt x="0" y="4628"/>
                </a:lnTo>
                <a:lnTo>
                  <a:pt x="0" y="3322"/>
                </a:lnTo>
                <a:lnTo>
                  <a:pt x="6067" y="0"/>
                </a:lnTo>
                <a:lnTo>
                  <a:pt x="21033" y="0"/>
                </a:lnTo>
                <a:lnTo>
                  <a:pt x="27101" y="3322"/>
                </a:lnTo>
                <a:close/>
              </a:path>
            </a:pathLst>
          </a:custGeom>
          <a:ln w="75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19" name="object 1019"/>
          <p:cNvSpPr/>
          <p:nvPr/>
        </p:nvSpPr>
        <p:spPr>
          <a:xfrm>
            <a:off x="8010145" y="2101829"/>
            <a:ext cx="7428" cy="33018"/>
          </a:xfrm>
          <a:custGeom>
            <a:avLst/>
            <a:gdLst/>
            <a:ahLst/>
            <a:cxnLst/>
            <a:rect l="l" t="t" r="r" b="b"/>
            <a:pathLst>
              <a:path w="7428" h="33018">
                <a:moveTo>
                  <a:pt x="7428" y="33018"/>
                </a:moveTo>
                <a:lnTo>
                  <a:pt x="7428" y="0"/>
                </a:lnTo>
                <a:lnTo>
                  <a:pt x="0" y="0"/>
                </a:lnTo>
                <a:lnTo>
                  <a:pt x="0" y="33018"/>
                </a:lnTo>
                <a:lnTo>
                  <a:pt x="7428" y="33018"/>
                </a:lnTo>
                <a:close/>
              </a:path>
            </a:pathLst>
          </a:custGeom>
          <a:solidFill>
            <a:srgbClr val="5F5F5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20" name="object 1020"/>
          <p:cNvSpPr/>
          <p:nvPr/>
        </p:nvSpPr>
        <p:spPr>
          <a:xfrm>
            <a:off x="8009851" y="2118338"/>
            <a:ext cx="8016" cy="0"/>
          </a:xfrm>
          <a:custGeom>
            <a:avLst/>
            <a:gdLst/>
            <a:ahLst/>
            <a:cxnLst/>
            <a:rect l="l" t="t" r="r" b="b"/>
            <a:pathLst>
              <a:path w="8016" h="0">
                <a:moveTo>
                  <a:pt x="0" y="0"/>
                </a:moveTo>
                <a:lnTo>
                  <a:pt x="8016" y="0"/>
                </a:lnTo>
              </a:path>
            </a:pathLst>
          </a:custGeom>
          <a:ln w="3509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21" name="object 1021"/>
          <p:cNvSpPr/>
          <p:nvPr/>
        </p:nvSpPr>
        <p:spPr>
          <a:xfrm>
            <a:off x="7997973" y="2089749"/>
            <a:ext cx="35633" cy="17062"/>
          </a:xfrm>
          <a:custGeom>
            <a:avLst/>
            <a:gdLst/>
            <a:ahLst/>
            <a:cxnLst/>
            <a:rect l="l" t="t" r="r" b="b"/>
            <a:pathLst>
              <a:path w="35633" h="17062">
                <a:moveTo>
                  <a:pt x="35633" y="8908"/>
                </a:moveTo>
                <a:lnTo>
                  <a:pt x="20114" y="0"/>
                </a:lnTo>
                <a:lnTo>
                  <a:pt x="0" y="452"/>
                </a:lnTo>
                <a:lnTo>
                  <a:pt x="311" y="6952"/>
                </a:lnTo>
                <a:lnTo>
                  <a:pt x="587" y="12733"/>
                </a:lnTo>
                <a:lnTo>
                  <a:pt x="10737" y="17062"/>
                </a:lnTo>
                <a:lnTo>
                  <a:pt x="23681" y="17062"/>
                </a:lnTo>
                <a:lnTo>
                  <a:pt x="35412" y="14193"/>
                </a:lnTo>
                <a:lnTo>
                  <a:pt x="35633" y="8908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22" name="object 1022"/>
          <p:cNvSpPr/>
          <p:nvPr/>
        </p:nvSpPr>
        <p:spPr>
          <a:xfrm>
            <a:off x="7997973" y="2089749"/>
            <a:ext cx="35633" cy="17062"/>
          </a:xfrm>
          <a:custGeom>
            <a:avLst/>
            <a:gdLst/>
            <a:ahLst/>
            <a:cxnLst/>
            <a:rect l="l" t="t" r="r" b="b"/>
            <a:pathLst>
              <a:path w="35633" h="17062">
                <a:moveTo>
                  <a:pt x="35633" y="8908"/>
                </a:moveTo>
                <a:lnTo>
                  <a:pt x="35412" y="14193"/>
                </a:lnTo>
                <a:lnTo>
                  <a:pt x="23681" y="17062"/>
                </a:lnTo>
                <a:lnTo>
                  <a:pt x="10737" y="17062"/>
                </a:lnTo>
                <a:lnTo>
                  <a:pt x="587" y="12733"/>
                </a:lnTo>
                <a:lnTo>
                  <a:pt x="311" y="6952"/>
                </a:lnTo>
                <a:lnTo>
                  <a:pt x="0" y="452"/>
                </a:lnTo>
                <a:lnTo>
                  <a:pt x="20114" y="0"/>
                </a:lnTo>
                <a:lnTo>
                  <a:pt x="35633" y="8908"/>
                </a:lnTo>
                <a:close/>
              </a:path>
            </a:pathLst>
          </a:custGeom>
          <a:ln w="76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23" name="object 1023"/>
          <p:cNvSpPr/>
          <p:nvPr/>
        </p:nvSpPr>
        <p:spPr>
          <a:xfrm>
            <a:off x="7998745" y="2096243"/>
            <a:ext cx="33978" cy="9763"/>
          </a:xfrm>
          <a:custGeom>
            <a:avLst/>
            <a:gdLst/>
            <a:ahLst/>
            <a:cxnLst/>
            <a:rect l="l" t="t" r="r" b="b"/>
            <a:pathLst>
              <a:path w="33978" h="9763">
                <a:moveTo>
                  <a:pt x="33794" y="7146"/>
                </a:moveTo>
                <a:lnTo>
                  <a:pt x="33978" y="3320"/>
                </a:lnTo>
                <a:lnTo>
                  <a:pt x="23056" y="5485"/>
                </a:lnTo>
                <a:lnTo>
                  <a:pt x="9119" y="5234"/>
                </a:lnTo>
                <a:lnTo>
                  <a:pt x="0" y="0"/>
                </a:lnTo>
                <a:lnTo>
                  <a:pt x="0" y="5234"/>
                </a:lnTo>
                <a:lnTo>
                  <a:pt x="9524" y="9763"/>
                </a:lnTo>
                <a:lnTo>
                  <a:pt x="23240" y="9763"/>
                </a:lnTo>
                <a:lnTo>
                  <a:pt x="33794" y="7146"/>
                </a:lnTo>
                <a:close/>
              </a:path>
            </a:pathLst>
          </a:custGeom>
          <a:solidFill>
            <a:srgbClr val="5F5F5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24" name="object 1024"/>
          <p:cNvSpPr/>
          <p:nvPr/>
        </p:nvSpPr>
        <p:spPr>
          <a:xfrm>
            <a:off x="7996870" y="2071781"/>
            <a:ext cx="48576" cy="61857"/>
          </a:xfrm>
          <a:custGeom>
            <a:avLst/>
            <a:gdLst/>
            <a:ahLst/>
            <a:cxnLst/>
            <a:rect l="l" t="t" r="r" b="b"/>
            <a:pathLst>
              <a:path w="48576" h="61857">
                <a:moveTo>
                  <a:pt x="40082" y="61152"/>
                </a:moveTo>
                <a:lnTo>
                  <a:pt x="43134" y="61554"/>
                </a:lnTo>
                <a:lnTo>
                  <a:pt x="45745" y="61857"/>
                </a:lnTo>
                <a:lnTo>
                  <a:pt x="48576" y="61404"/>
                </a:lnTo>
                <a:lnTo>
                  <a:pt x="48356" y="55264"/>
                </a:lnTo>
                <a:lnTo>
                  <a:pt x="48356" y="34829"/>
                </a:lnTo>
                <a:lnTo>
                  <a:pt x="48098" y="28639"/>
                </a:lnTo>
                <a:lnTo>
                  <a:pt x="48159" y="23182"/>
                </a:lnTo>
                <a:lnTo>
                  <a:pt x="48172" y="22045"/>
                </a:lnTo>
                <a:lnTo>
                  <a:pt x="48128" y="20848"/>
                </a:lnTo>
                <a:lnTo>
                  <a:pt x="47988" y="17012"/>
                </a:lnTo>
                <a:lnTo>
                  <a:pt x="45892" y="13991"/>
                </a:lnTo>
                <a:lnTo>
                  <a:pt x="43354" y="12280"/>
                </a:lnTo>
                <a:lnTo>
                  <a:pt x="37581" y="9411"/>
                </a:lnTo>
                <a:lnTo>
                  <a:pt x="29086" y="6592"/>
                </a:lnTo>
                <a:lnTo>
                  <a:pt x="26328" y="6592"/>
                </a:lnTo>
                <a:lnTo>
                  <a:pt x="25184" y="5496"/>
                </a:lnTo>
                <a:lnTo>
                  <a:pt x="25041" y="5535"/>
                </a:lnTo>
                <a:lnTo>
                  <a:pt x="24306" y="5586"/>
                </a:lnTo>
                <a:lnTo>
                  <a:pt x="24012" y="4429"/>
                </a:lnTo>
                <a:lnTo>
                  <a:pt x="23386" y="3775"/>
                </a:lnTo>
                <a:lnTo>
                  <a:pt x="22688" y="3624"/>
                </a:lnTo>
                <a:lnTo>
                  <a:pt x="21842" y="3624"/>
                </a:lnTo>
                <a:lnTo>
                  <a:pt x="21953" y="2616"/>
                </a:lnTo>
                <a:lnTo>
                  <a:pt x="21833" y="2302"/>
                </a:lnTo>
                <a:lnTo>
                  <a:pt x="20960" y="0"/>
                </a:lnTo>
                <a:lnTo>
                  <a:pt x="1176" y="704"/>
                </a:lnTo>
                <a:lnTo>
                  <a:pt x="1187" y="1150"/>
                </a:lnTo>
                <a:lnTo>
                  <a:pt x="1249" y="3523"/>
                </a:lnTo>
                <a:lnTo>
                  <a:pt x="882" y="5988"/>
                </a:lnTo>
                <a:lnTo>
                  <a:pt x="588" y="7751"/>
                </a:lnTo>
                <a:lnTo>
                  <a:pt x="539" y="8075"/>
                </a:lnTo>
                <a:lnTo>
                  <a:pt x="257" y="9964"/>
                </a:lnTo>
                <a:lnTo>
                  <a:pt x="0" y="13538"/>
                </a:lnTo>
                <a:lnTo>
                  <a:pt x="882" y="17615"/>
                </a:lnTo>
                <a:lnTo>
                  <a:pt x="3934" y="20485"/>
                </a:lnTo>
                <a:lnTo>
                  <a:pt x="5810" y="21340"/>
                </a:lnTo>
                <a:lnTo>
                  <a:pt x="6692" y="22698"/>
                </a:lnTo>
                <a:lnTo>
                  <a:pt x="9303" y="24914"/>
                </a:lnTo>
                <a:lnTo>
                  <a:pt x="11214" y="25719"/>
                </a:lnTo>
                <a:lnTo>
                  <a:pt x="14193" y="26222"/>
                </a:lnTo>
                <a:lnTo>
                  <a:pt x="16767" y="26222"/>
                </a:lnTo>
                <a:lnTo>
                  <a:pt x="18717" y="25920"/>
                </a:lnTo>
                <a:lnTo>
                  <a:pt x="20519" y="25719"/>
                </a:lnTo>
                <a:lnTo>
                  <a:pt x="21842" y="26675"/>
                </a:lnTo>
                <a:lnTo>
                  <a:pt x="24416" y="26474"/>
                </a:lnTo>
                <a:lnTo>
                  <a:pt x="34749" y="28486"/>
                </a:lnTo>
                <a:lnTo>
                  <a:pt x="37544" y="28941"/>
                </a:lnTo>
                <a:lnTo>
                  <a:pt x="36515" y="37296"/>
                </a:lnTo>
                <a:lnTo>
                  <a:pt x="36405" y="41574"/>
                </a:lnTo>
                <a:lnTo>
                  <a:pt x="37030" y="47060"/>
                </a:lnTo>
                <a:lnTo>
                  <a:pt x="37655" y="53501"/>
                </a:lnTo>
                <a:lnTo>
                  <a:pt x="37655" y="60146"/>
                </a:lnTo>
                <a:lnTo>
                  <a:pt x="40082" y="61152"/>
                </a:lnTo>
                <a:close/>
              </a:path>
            </a:pathLst>
          </a:custGeom>
          <a:solidFill>
            <a:srgbClr val="5F5F5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25" name="object 1025"/>
          <p:cNvSpPr/>
          <p:nvPr/>
        </p:nvSpPr>
        <p:spPr>
          <a:xfrm>
            <a:off x="7996870" y="2071781"/>
            <a:ext cx="48576" cy="61857"/>
          </a:xfrm>
          <a:custGeom>
            <a:avLst/>
            <a:gdLst/>
            <a:ahLst/>
            <a:cxnLst/>
            <a:rect l="l" t="t" r="r" b="b"/>
            <a:pathLst>
              <a:path w="48576" h="61857">
                <a:moveTo>
                  <a:pt x="21833" y="2302"/>
                </a:moveTo>
                <a:lnTo>
                  <a:pt x="21953" y="2616"/>
                </a:lnTo>
                <a:lnTo>
                  <a:pt x="21842" y="3624"/>
                </a:lnTo>
                <a:lnTo>
                  <a:pt x="22688" y="3624"/>
                </a:lnTo>
                <a:lnTo>
                  <a:pt x="23386" y="3775"/>
                </a:lnTo>
                <a:lnTo>
                  <a:pt x="24012" y="4429"/>
                </a:lnTo>
                <a:lnTo>
                  <a:pt x="24306" y="5586"/>
                </a:lnTo>
                <a:lnTo>
                  <a:pt x="25041" y="5535"/>
                </a:lnTo>
                <a:lnTo>
                  <a:pt x="25184" y="5496"/>
                </a:lnTo>
                <a:lnTo>
                  <a:pt x="26328" y="6592"/>
                </a:lnTo>
                <a:lnTo>
                  <a:pt x="29086" y="6592"/>
                </a:lnTo>
                <a:lnTo>
                  <a:pt x="37581" y="9411"/>
                </a:lnTo>
                <a:lnTo>
                  <a:pt x="43354" y="12280"/>
                </a:lnTo>
                <a:lnTo>
                  <a:pt x="45892" y="13991"/>
                </a:lnTo>
                <a:lnTo>
                  <a:pt x="47988" y="17012"/>
                </a:lnTo>
                <a:lnTo>
                  <a:pt x="48128" y="20848"/>
                </a:lnTo>
                <a:lnTo>
                  <a:pt x="48172" y="22045"/>
                </a:lnTo>
                <a:lnTo>
                  <a:pt x="48159" y="23182"/>
                </a:lnTo>
                <a:lnTo>
                  <a:pt x="48098" y="28639"/>
                </a:lnTo>
                <a:lnTo>
                  <a:pt x="48356" y="34829"/>
                </a:lnTo>
                <a:lnTo>
                  <a:pt x="48356" y="36388"/>
                </a:lnTo>
                <a:lnTo>
                  <a:pt x="48356" y="45196"/>
                </a:lnTo>
                <a:lnTo>
                  <a:pt x="48356" y="55264"/>
                </a:lnTo>
                <a:lnTo>
                  <a:pt x="48576" y="61404"/>
                </a:lnTo>
                <a:lnTo>
                  <a:pt x="45745" y="61857"/>
                </a:lnTo>
                <a:lnTo>
                  <a:pt x="43134" y="61554"/>
                </a:lnTo>
                <a:lnTo>
                  <a:pt x="40082" y="61152"/>
                </a:lnTo>
                <a:lnTo>
                  <a:pt x="37655" y="60146"/>
                </a:lnTo>
                <a:lnTo>
                  <a:pt x="37655" y="53501"/>
                </a:lnTo>
                <a:lnTo>
                  <a:pt x="37030" y="47060"/>
                </a:lnTo>
                <a:lnTo>
                  <a:pt x="36405" y="41574"/>
                </a:lnTo>
                <a:lnTo>
                  <a:pt x="36515" y="37296"/>
                </a:lnTo>
                <a:lnTo>
                  <a:pt x="37544" y="28941"/>
                </a:lnTo>
                <a:lnTo>
                  <a:pt x="34749" y="28486"/>
                </a:lnTo>
                <a:lnTo>
                  <a:pt x="24416" y="26474"/>
                </a:lnTo>
                <a:lnTo>
                  <a:pt x="21842" y="26675"/>
                </a:lnTo>
                <a:lnTo>
                  <a:pt x="20519" y="25719"/>
                </a:lnTo>
                <a:lnTo>
                  <a:pt x="18717" y="25920"/>
                </a:lnTo>
                <a:lnTo>
                  <a:pt x="16767" y="26222"/>
                </a:lnTo>
                <a:lnTo>
                  <a:pt x="14193" y="26222"/>
                </a:lnTo>
                <a:lnTo>
                  <a:pt x="11214" y="25719"/>
                </a:lnTo>
                <a:lnTo>
                  <a:pt x="9303" y="24914"/>
                </a:lnTo>
                <a:lnTo>
                  <a:pt x="6692" y="22698"/>
                </a:lnTo>
                <a:lnTo>
                  <a:pt x="5810" y="21340"/>
                </a:lnTo>
                <a:lnTo>
                  <a:pt x="3934" y="20485"/>
                </a:lnTo>
                <a:lnTo>
                  <a:pt x="882" y="17615"/>
                </a:lnTo>
                <a:lnTo>
                  <a:pt x="0" y="13538"/>
                </a:lnTo>
                <a:lnTo>
                  <a:pt x="257" y="9964"/>
                </a:lnTo>
                <a:lnTo>
                  <a:pt x="539" y="8075"/>
                </a:lnTo>
                <a:lnTo>
                  <a:pt x="588" y="7751"/>
                </a:lnTo>
                <a:lnTo>
                  <a:pt x="882" y="5988"/>
                </a:lnTo>
                <a:lnTo>
                  <a:pt x="1249" y="3523"/>
                </a:lnTo>
                <a:lnTo>
                  <a:pt x="1187" y="1150"/>
                </a:lnTo>
                <a:lnTo>
                  <a:pt x="1176" y="704"/>
                </a:lnTo>
                <a:lnTo>
                  <a:pt x="20960" y="0"/>
                </a:lnTo>
                <a:lnTo>
                  <a:pt x="21833" y="2302"/>
                </a:lnTo>
                <a:close/>
              </a:path>
            </a:pathLst>
          </a:custGeom>
          <a:ln w="67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26" name="object 1026"/>
          <p:cNvSpPr/>
          <p:nvPr/>
        </p:nvSpPr>
        <p:spPr>
          <a:xfrm>
            <a:off x="7997458" y="2074398"/>
            <a:ext cx="47473" cy="58435"/>
          </a:xfrm>
          <a:custGeom>
            <a:avLst/>
            <a:gdLst/>
            <a:ahLst/>
            <a:cxnLst/>
            <a:rect l="l" t="t" r="r" b="b"/>
            <a:pathLst>
              <a:path w="47473" h="58435">
                <a:moveTo>
                  <a:pt x="21658" y="20686"/>
                </a:moveTo>
                <a:lnTo>
                  <a:pt x="23350" y="21541"/>
                </a:lnTo>
                <a:lnTo>
                  <a:pt x="25005" y="23253"/>
                </a:lnTo>
                <a:lnTo>
                  <a:pt x="30484" y="24109"/>
                </a:lnTo>
                <a:lnTo>
                  <a:pt x="35890" y="25266"/>
                </a:lnTo>
                <a:lnTo>
                  <a:pt x="37544" y="25819"/>
                </a:lnTo>
                <a:lnTo>
                  <a:pt x="36147" y="36742"/>
                </a:lnTo>
                <a:lnTo>
                  <a:pt x="37213" y="46909"/>
                </a:lnTo>
                <a:lnTo>
                  <a:pt x="37324" y="56825"/>
                </a:lnTo>
                <a:lnTo>
                  <a:pt x="40780" y="57831"/>
                </a:lnTo>
                <a:lnTo>
                  <a:pt x="43832" y="58435"/>
                </a:lnTo>
                <a:lnTo>
                  <a:pt x="47473" y="58284"/>
                </a:lnTo>
                <a:lnTo>
                  <a:pt x="47289" y="44041"/>
                </a:lnTo>
                <a:lnTo>
                  <a:pt x="47289" y="32162"/>
                </a:lnTo>
                <a:lnTo>
                  <a:pt x="46737" y="25568"/>
                </a:lnTo>
                <a:lnTo>
                  <a:pt x="47216" y="21390"/>
                </a:lnTo>
                <a:lnTo>
                  <a:pt x="46884" y="16810"/>
                </a:lnTo>
                <a:lnTo>
                  <a:pt x="46259" y="13842"/>
                </a:lnTo>
                <a:lnTo>
                  <a:pt x="43648" y="11526"/>
                </a:lnTo>
                <a:lnTo>
                  <a:pt x="40375" y="9513"/>
                </a:lnTo>
                <a:lnTo>
                  <a:pt x="34051" y="6644"/>
                </a:lnTo>
                <a:lnTo>
                  <a:pt x="28902" y="4631"/>
                </a:lnTo>
                <a:lnTo>
                  <a:pt x="26071" y="4328"/>
                </a:lnTo>
                <a:lnTo>
                  <a:pt x="24894" y="6644"/>
                </a:lnTo>
                <a:lnTo>
                  <a:pt x="21328" y="9060"/>
                </a:lnTo>
                <a:lnTo>
                  <a:pt x="23240" y="6946"/>
                </a:lnTo>
                <a:lnTo>
                  <a:pt x="24710" y="5788"/>
                </a:lnTo>
                <a:lnTo>
                  <a:pt x="25225" y="4177"/>
                </a:lnTo>
                <a:lnTo>
                  <a:pt x="25005" y="3472"/>
                </a:lnTo>
                <a:lnTo>
                  <a:pt x="23975" y="3472"/>
                </a:lnTo>
                <a:lnTo>
                  <a:pt x="23350" y="4328"/>
                </a:lnTo>
                <a:lnTo>
                  <a:pt x="22724" y="5185"/>
                </a:lnTo>
                <a:lnTo>
                  <a:pt x="21144" y="6040"/>
                </a:lnTo>
                <a:lnTo>
                  <a:pt x="22614" y="4328"/>
                </a:lnTo>
                <a:lnTo>
                  <a:pt x="23240" y="3020"/>
                </a:lnTo>
                <a:lnTo>
                  <a:pt x="22798" y="2164"/>
                </a:lnTo>
                <a:lnTo>
                  <a:pt x="21548" y="1611"/>
                </a:lnTo>
                <a:lnTo>
                  <a:pt x="19894" y="3624"/>
                </a:lnTo>
                <a:lnTo>
                  <a:pt x="18312" y="4933"/>
                </a:lnTo>
                <a:lnTo>
                  <a:pt x="20188" y="2013"/>
                </a:lnTo>
                <a:lnTo>
                  <a:pt x="20813" y="907"/>
                </a:lnTo>
                <a:lnTo>
                  <a:pt x="20813" y="0"/>
                </a:lnTo>
                <a:lnTo>
                  <a:pt x="19231" y="302"/>
                </a:lnTo>
                <a:lnTo>
                  <a:pt x="17797" y="1762"/>
                </a:lnTo>
                <a:lnTo>
                  <a:pt x="16841" y="2768"/>
                </a:lnTo>
                <a:lnTo>
                  <a:pt x="12318" y="3322"/>
                </a:lnTo>
                <a:lnTo>
                  <a:pt x="12429" y="1762"/>
                </a:lnTo>
                <a:lnTo>
                  <a:pt x="11105" y="1158"/>
                </a:lnTo>
                <a:lnTo>
                  <a:pt x="11105" y="3171"/>
                </a:lnTo>
                <a:lnTo>
                  <a:pt x="9744" y="3624"/>
                </a:lnTo>
                <a:lnTo>
                  <a:pt x="6802" y="4177"/>
                </a:lnTo>
                <a:lnTo>
                  <a:pt x="7022" y="2013"/>
                </a:lnTo>
                <a:lnTo>
                  <a:pt x="5956" y="2013"/>
                </a:lnTo>
                <a:lnTo>
                  <a:pt x="5846" y="4177"/>
                </a:lnTo>
                <a:lnTo>
                  <a:pt x="4191" y="4026"/>
                </a:lnTo>
                <a:lnTo>
                  <a:pt x="2390" y="3472"/>
                </a:lnTo>
                <a:lnTo>
                  <a:pt x="2316" y="1762"/>
                </a:lnTo>
                <a:lnTo>
                  <a:pt x="1580" y="1007"/>
                </a:lnTo>
                <a:lnTo>
                  <a:pt x="1470" y="2919"/>
                </a:lnTo>
                <a:lnTo>
                  <a:pt x="918" y="2164"/>
                </a:lnTo>
                <a:lnTo>
                  <a:pt x="293" y="6342"/>
                </a:lnTo>
                <a:lnTo>
                  <a:pt x="0" y="11224"/>
                </a:lnTo>
                <a:lnTo>
                  <a:pt x="1249" y="16207"/>
                </a:lnTo>
                <a:lnTo>
                  <a:pt x="4191" y="17365"/>
                </a:lnTo>
                <a:lnTo>
                  <a:pt x="3860" y="16207"/>
                </a:lnTo>
                <a:lnTo>
                  <a:pt x="5442" y="17918"/>
                </a:lnTo>
                <a:lnTo>
                  <a:pt x="6802" y="19831"/>
                </a:lnTo>
                <a:lnTo>
                  <a:pt x="9854" y="21794"/>
                </a:lnTo>
                <a:lnTo>
                  <a:pt x="13568" y="22247"/>
                </a:lnTo>
                <a:lnTo>
                  <a:pt x="18092" y="22549"/>
                </a:lnTo>
                <a:lnTo>
                  <a:pt x="19967" y="22247"/>
                </a:lnTo>
                <a:lnTo>
                  <a:pt x="18312" y="21239"/>
                </a:lnTo>
                <a:lnTo>
                  <a:pt x="17577" y="18673"/>
                </a:lnTo>
                <a:lnTo>
                  <a:pt x="18937" y="20786"/>
                </a:lnTo>
                <a:lnTo>
                  <a:pt x="20629" y="22096"/>
                </a:lnTo>
                <a:lnTo>
                  <a:pt x="22173" y="23253"/>
                </a:lnTo>
                <a:lnTo>
                  <a:pt x="23755" y="22952"/>
                </a:lnTo>
                <a:lnTo>
                  <a:pt x="22724" y="21945"/>
                </a:lnTo>
                <a:lnTo>
                  <a:pt x="21658" y="20686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27" name="object 1027"/>
          <p:cNvSpPr/>
          <p:nvPr/>
        </p:nvSpPr>
        <p:spPr>
          <a:xfrm>
            <a:off x="8004040" y="2084062"/>
            <a:ext cx="6435" cy="1459"/>
          </a:xfrm>
          <a:custGeom>
            <a:avLst/>
            <a:gdLst/>
            <a:ahLst/>
            <a:cxnLst/>
            <a:rect l="l" t="t" r="r" b="b"/>
            <a:pathLst>
              <a:path w="6435" h="1459">
                <a:moveTo>
                  <a:pt x="0" y="0"/>
                </a:moveTo>
                <a:lnTo>
                  <a:pt x="3015" y="1459"/>
                </a:lnTo>
                <a:lnTo>
                  <a:pt x="6435" y="1107"/>
                </a:lnTo>
                <a:lnTo>
                  <a:pt x="0" y="0"/>
                </a:lnTo>
                <a:close/>
              </a:path>
            </a:pathLst>
          </a:custGeom>
          <a:solidFill>
            <a:srgbClr val="5F5F5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28" name="object 1028"/>
          <p:cNvSpPr/>
          <p:nvPr/>
        </p:nvSpPr>
        <p:spPr>
          <a:xfrm>
            <a:off x="7997642" y="2081595"/>
            <a:ext cx="3934" cy="1762"/>
          </a:xfrm>
          <a:custGeom>
            <a:avLst/>
            <a:gdLst/>
            <a:ahLst/>
            <a:cxnLst/>
            <a:rect l="l" t="t" r="r" b="b"/>
            <a:pathLst>
              <a:path w="3934" h="1762">
                <a:moveTo>
                  <a:pt x="1029" y="1106"/>
                </a:moveTo>
                <a:lnTo>
                  <a:pt x="0" y="0"/>
                </a:lnTo>
                <a:lnTo>
                  <a:pt x="955" y="1762"/>
                </a:lnTo>
                <a:lnTo>
                  <a:pt x="3934" y="1661"/>
                </a:lnTo>
                <a:lnTo>
                  <a:pt x="1029" y="1106"/>
                </a:lnTo>
                <a:close/>
              </a:path>
            </a:pathLst>
          </a:custGeom>
          <a:solidFill>
            <a:srgbClr val="5F5F5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29" name="object 1029"/>
          <p:cNvSpPr/>
          <p:nvPr/>
        </p:nvSpPr>
        <p:spPr>
          <a:xfrm>
            <a:off x="8014116" y="2080186"/>
            <a:ext cx="6030" cy="4479"/>
          </a:xfrm>
          <a:custGeom>
            <a:avLst/>
            <a:gdLst/>
            <a:ahLst/>
            <a:cxnLst/>
            <a:rect l="l" t="t" r="r" b="b"/>
            <a:pathLst>
              <a:path w="6030" h="4479">
                <a:moveTo>
                  <a:pt x="2905" y="4328"/>
                </a:moveTo>
                <a:lnTo>
                  <a:pt x="6030" y="4479"/>
                </a:lnTo>
                <a:lnTo>
                  <a:pt x="3420" y="3926"/>
                </a:lnTo>
                <a:lnTo>
                  <a:pt x="3236" y="2364"/>
                </a:lnTo>
                <a:lnTo>
                  <a:pt x="3236" y="1006"/>
                </a:lnTo>
                <a:lnTo>
                  <a:pt x="2684" y="402"/>
                </a:lnTo>
                <a:lnTo>
                  <a:pt x="0" y="0"/>
                </a:lnTo>
                <a:lnTo>
                  <a:pt x="2390" y="1509"/>
                </a:lnTo>
                <a:lnTo>
                  <a:pt x="2905" y="4328"/>
                </a:lnTo>
                <a:close/>
              </a:path>
            </a:pathLst>
          </a:custGeom>
          <a:solidFill>
            <a:srgbClr val="5F5F5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30" name="object 1030"/>
          <p:cNvSpPr/>
          <p:nvPr/>
        </p:nvSpPr>
        <p:spPr>
          <a:xfrm>
            <a:off x="8020220" y="2090504"/>
            <a:ext cx="19636" cy="6644"/>
          </a:xfrm>
          <a:custGeom>
            <a:avLst/>
            <a:gdLst/>
            <a:ahLst/>
            <a:cxnLst/>
            <a:rect l="l" t="t" r="r" b="b"/>
            <a:pathLst>
              <a:path w="19636" h="6644">
                <a:moveTo>
                  <a:pt x="8127" y="1963"/>
                </a:moveTo>
                <a:lnTo>
                  <a:pt x="10113" y="2567"/>
                </a:lnTo>
                <a:lnTo>
                  <a:pt x="12650" y="2567"/>
                </a:lnTo>
                <a:lnTo>
                  <a:pt x="16805" y="3725"/>
                </a:lnTo>
                <a:lnTo>
                  <a:pt x="18165" y="6241"/>
                </a:lnTo>
                <a:lnTo>
                  <a:pt x="19636" y="6644"/>
                </a:lnTo>
                <a:lnTo>
                  <a:pt x="18165" y="5385"/>
                </a:lnTo>
                <a:lnTo>
                  <a:pt x="16989" y="3120"/>
                </a:lnTo>
                <a:lnTo>
                  <a:pt x="13900" y="2265"/>
                </a:lnTo>
                <a:lnTo>
                  <a:pt x="10113" y="1963"/>
                </a:lnTo>
                <a:lnTo>
                  <a:pt x="4964" y="301"/>
                </a:lnTo>
                <a:lnTo>
                  <a:pt x="0" y="0"/>
                </a:lnTo>
                <a:lnTo>
                  <a:pt x="4707" y="754"/>
                </a:lnTo>
                <a:lnTo>
                  <a:pt x="8127" y="1963"/>
                </a:lnTo>
                <a:close/>
              </a:path>
            </a:pathLst>
          </a:custGeom>
          <a:solidFill>
            <a:srgbClr val="5F5F5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31" name="object 1031"/>
          <p:cNvSpPr/>
          <p:nvPr/>
        </p:nvSpPr>
        <p:spPr>
          <a:xfrm>
            <a:off x="8000473" y="2000058"/>
            <a:ext cx="16473" cy="25568"/>
          </a:xfrm>
          <a:custGeom>
            <a:avLst/>
            <a:gdLst/>
            <a:ahLst/>
            <a:cxnLst/>
            <a:rect l="l" t="t" r="r" b="b"/>
            <a:pathLst>
              <a:path w="16473" h="25568">
                <a:moveTo>
                  <a:pt x="15214" y="19934"/>
                </a:moveTo>
                <a:lnTo>
                  <a:pt x="15113" y="19277"/>
                </a:lnTo>
                <a:lnTo>
                  <a:pt x="15554" y="18573"/>
                </a:lnTo>
                <a:lnTo>
                  <a:pt x="15334" y="17263"/>
                </a:lnTo>
                <a:lnTo>
                  <a:pt x="15297" y="16157"/>
                </a:lnTo>
                <a:lnTo>
                  <a:pt x="15701" y="15955"/>
                </a:lnTo>
                <a:lnTo>
                  <a:pt x="16436" y="15905"/>
                </a:lnTo>
                <a:lnTo>
                  <a:pt x="16473" y="13287"/>
                </a:lnTo>
                <a:lnTo>
                  <a:pt x="15785" y="11615"/>
                </a:lnTo>
                <a:lnTo>
                  <a:pt x="15334" y="10520"/>
                </a:lnTo>
                <a:lnTo>
                  <a:pt x="14598" y="9512"/>
                </a:lnTo>
                <a:lnTo>
                  <a:pt x="14966" y="8204"/>
                </a:lnTo>
                <a:lnTo>
                  <a:pt x="14966" y="7097"/>
                </a:lnTo>
                <a:lnTo>
                  <a:pt x="14525" y="6091"/>
                </a:lnTo>
                <a:lnTo>
                  <a:pt x="13788" y="4127"/>
                </a:lnTo>
                <a:lnTo>
                  <a:pt x="11509" y="855"/>
                </a:lnTo>
                <a:lnTo>
                  <a:pt x="8899" y="553"/>
                </a:lnTo>
                <a:lnTo>
                  <a:pt x="5993" y="0"/>
                </a:lnTo>
                <a:lnTo>
                  <a:pt x="3787" y="1106"/>
                </a:lnTo>
                <a:lnTo>
                  <a:pt x="0" y="4882"/>
                </a:lnTo>
                <a:lnTo>
                  <a:pt x="0" y="13941"/>
                </a:lnTo>
                <a:lnTo>
                  <a:pt x="2500" y="17364"/>
                </a:lnTo>
                <a:lnTo>
                  <a:pt x="2684" y="19176"/>
                </a:lnTo>
                <a:lnTo>
                  <a:pt x="1949" y="21541"/>
                </a:lnTo>
                <a:lnTo>
                  <a:pt x="11032" y="25568"/>
                </a:lnTo>
                <a:lnTo>
                  <a:pt x="10921" y="22548"/>
                </a:lnTo>
                <a:lnTo>
                  <a:pt x="14562" y="22548"/>
                </a:lnTo>
                <a:lnTo>
                  <a:pt x="14892" y="20837"/>
                </a:lnTo>
                <a:lnTo>
                  <a:pt x="15056" y="20569"/>
                </a:lnTo>
                <a:lnTo>
                  <a:pt x="15214" y="19934"/>
                </a:lnTo>
                <a:close/>
              </a:path>
            </a:pathLst>
          </a:custGeom>
          <a:solidFill>
            <a:srgbClr val="FFC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32" name="object 1032"/>
          <p:cNvSpPr/>
          <p:nvPr/>
        </p:nvSpPr>
        <p:spPr>
          <a:xfrm>
            <a:off x="8000473" y="2000058"/>
            <a:ext cx="16473" cy="25568"/>
          </a:xfrm>
          <a:custGeom>
            <a:avLst/>
            <a:gdLst/>
            <a:ahLst/>
            <a:cxnLst/>
            <a:rect l="l" t="t" r="r" b="b"/>
            <a:pathLst>
              <a:path w="16473" h="25568">
                <a:moveTo>
                  <a:pt x="8899" y="553"/>
                </a:moveTo>
                <a:lnTo>
                  <a:pt x="11509" y="855"/>
                </a:lnTo>
                <a:lnTo>
                  <a:pt x="13788" y="4127"/>
                </a:lnTo>
                <a:lnTo>
                  <a:pt x="14525" y="6091"/>
                </a:lnTo>
                <a:lnTo>
                  <a:pt x="14966" y="7097"/>
                </a:lnTo>
                <a:lnTo>
                  <a:pt x="14966" y="8204"/>
                </a:lnTo>
                <a:lnTo>
                  <a:pt x="14598" y="9512"/>
                </a:lnTo>
                <a:lnTo>
                  <a:pt x="15334" y="10520"/>
                </a:lnTo>
                <a:lnTo>
                  <a:pt x="15785" y="11615"/>
                </a:lnTo>
                <a:lnTo>
                  <a:pt x="16473" y="13287"/>
                </a:lnTo>
                <a:lnTo>
                  <a:pt x="16436" y="15905"/>
                </a:lnTo>
                <a:lnTo>
                  <a:pt x="15701" y="15955"/>
                </a:lnTo>
                <a:lnTo>
                  <a:pt x="15297" y="16157"/>
                </a:lnTo>
                <a:lnTo>
                  <a:pt x="15334" y="17263"/>
                </a:lnTo>
                <a:lnTo>
                  <a:pt x="15554" y="18573"/>
                </a:lnTo>
                <a:lnTo>
                  <a:pt x="15113" y="19277"/>
                </a:lnTo>
                <a:lnTo>
                  <a:pt x="15214" y="19934"/>
                </a:lnTo>
                <a:lnTo>
                  <a:pt x="15056" y="20569"/>
                </a:lnTo>
                <a:lnTo>
                  <a:pt x="14892" y="20837"/>
                </a:lnTo>
                <a:lnTo>
                  <a:pt x="14562" y="22548"/>
                </a:lnTo>
                <a:lnTo>
                  <a:pt x="10921" y="22548"/>
                </a:lnTo>
                <a:lnTo>
                  <a:pt x="11032" y="25568"/>
                </a:lnTo>
                <a:lnTo>
                  <a:pt x="1949" y="21541"/>
                </a:lnTo>
                <a:lnTo>
                  <a:pt x="2684" y="19176"/>
                </a:lnTo>
                <a:lnTo>
                  <a:pt x="2500" y="17364"/>
                </a:lnTo>
                <a:lnTo>
                  <a:pt x="0" y="13941"/>
                </a:lnTo>
                <a:lnTo>
                  <a:pt x="0" y="4882"/>
                </a:lnTo>
                <a:lnTo>
                  <a:pt x="3787" y="1106"/>
                </a:lnTo>
                <a:lnTo>
                  <a:pt x="5993" y="0"/>
                </a:lnTo>
                <a:lnTo>
                  <a:pt x="8899" y="553"/>
                </a:lnTo>
                <a:close/>
              </a:path>
            </a:pathLst>
          </a:custGeom>
          <a:ln w="652">
            <a:solidFill>
              <a:srgbClr val="401F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33" name="object 1033"/>
          <p:cNvSpPr/>
          <p:nvPr/>
        </p:nvSpPr>
        <p:spPr>
          <a:xfrm>
            <a:off x="8015587" y="2015460"/>
            <a:ext cx="955" cy="251"/>
          </a:xfrm>
          <a:custGeom>
            <a:avLst/>
            <a:gdLst/>
            <a:ahLst/>
            <a:cxnLst/>
            <a:rect l="l" t="t" r="r" b="b"/>
            <a:pathLst>
              <a:path w="955" h="251">
                <a:moveTo>
                  <a:pt x="293" y="0"/>
                </a:moveTo>
                <a:lnTo>
                  <a:pt x="0" y="50"/>
                </a:lnTo>
                <a:lnTo>
                  <a:pt x="73" y="251"/>
                </a:lnTo>
                <a:lnTo>
                  <a:pt x="257" y="200"/>
                </a:lnTo>
                <a:lnTo>
                  <a:pt x="735" y="251"/>
                </a:lnTo>
                <a:lnTo>
                  <a:pt x="955" y="100"/>
                </a:lnTo>
                <a:lnTo>
                  <a:pt x="293" y="0"/>
                </a:lnTo>
                <a:close/>
              </a:path>
            </a:pathLst>
          </a:custGeom>
          <a:solidFill>
            <a:srgbClr val="401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34" name="object 1034"/>
          <p:cNvSpPr/>
          <p:nvPr/>
        </p:nvSpPr>
        <p:spPr>
          <a:xfrm>
            <a:off x="8015293" y="2014454"/>
            <a:ext cx="367" cy="956"/>
          </a:xfrm>
          <a:custGeom>
            <a:avLst/>
            <a:gdLst/>
            <a:ahLst/>
            <a:cxnLst/>
            <a:rect l="l" t="t" r="r" b="b"/>
            <a:pathLst>
              <a:path w="367" h="956">
                <a:moveTo>
                  <a:pt x="110" y="251"/>
                </a:moveTo>
                <a:lnTo>
                  <a:pt x="367" y="0"/>
                </a:lnTo>
                <a:lnTo>
                  <a:pt x="0" y="50"/>
                </a:lnTo>
                <a:lnTo>
                  <a:pt x="0" y="352"/>
                </a:lnTo>
                <a:lnTo>
                  <a:pt x="73" y="956"/>
                </a:lnTo>
                <a:lnTo>
                  <a:pt x="110" y="503"/>
                </a:lnTo>
                <a:lnTo>
                  <a:pt x="110" y="251"/>
                </a:lnTo>
                <a:close/>
              </a:path>
            </a:pathLst>
          </a:custGeom>
          <a:solidFill>
            <a:srgbClr val="401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35" name="object 1035"/>
          <p:cNvSpPr/>
          <p:nvPr/>
        </p:nvSpPr>
        <p:spPr>
          <a:xfrm>
            <a:off x="8014594" y="2011333"/>
            <a:ext cx="404" cy="1861"/>
          </a:xfrm>
          <a:custGeom>
            <a:avLst/>
            <a:gdLst/>
            <a:ahLst/>
            <a:cxnLst/>
            <a:rect l="l" t="t" r="r" b="b"/>
            <a:pathLst>
              <a:path w="404" h="1861">
                <a:moveTo>
                  <a:pt x="0" y="0"/>
                </a:moveTo>
                <a:lnTo>
                  <a:pt x="184" y="1358"/>
                </a:lnTo>
                <a:lnTo>
                  <a:pt x="404" y="1861"/>
                </a:lnTo>
                <a:lnTo>
                  <a:pt x="294" y="1056"/>
                </a:lnTo>
                <a:lnTo>
                  <a:pt x="0" y="0"/>
                </a:lnTo>
                <a:close/>
              </a:path>
            </a:pathLst>
          </a:custGeom>
          <a:solidFill>
            <a:srgbClr val="401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36" name="object 1036"/>
          <p:cNvSpPr/>
          <p:nvPr/>
        </p:nvSpPr>
        <p:spPr>
          <a:xfrm>
            <a:off x="8012829" y="2009470"/>
            <a:ext cx="1802" cy="1561"/>
          </a:xfrm>
          <a:custGeom>
            <a:avLst/>
            <a:gdLst/>
            <a:ahLst/>
            <a:cxnLst/>
            <a:rect l="l" t="t" r="r" b="b"/>
            <a:pathLst>
              <a:path w="1802" h="1561">
                <a:moveTo>
                  <a:pt x="1618" y="1561"/>
                </a:moveTo>
                <a:lnTo>
                  <a:pt x="1508" y="1259"/>
                </a:lnTo>
                <a:lnTo>
                  <a:pt x="1508" y="1108"/>
                </a:lnTo>
                <a:lnTo>
                  <a:pt x="1433" y="856"/>
                </a:lnTo>
                <a:lnTo>
                  <a:pt x="1802" y="0"/>
                </a:lnTo>
                <a:lnTo>
                  <a:pt x="624" y="301"/>
                </a:lnTo>
                <a:lnTo>
                  <a:pt x="0" y="806"/>
                </a:lnTo>
                <a:lnTo>
                  <a:pt x="624" y="856"/>
                </a:lnTo>
                <a:lnTo>
                  <a:pt x="1029" y="1058"/>
                </a:lnTo>
                <a:lnTo>
                  <a:pt x="1360" y="1058"/>
                </a:lnTo>
                <a:lnTo>
                  <a:pt x="1618" y="1561"/>
                </a:lnTo>
                <a:close/>
              </a:path>
            </a:pathLst>
          </a:custGeom>
          <a:solidFill>
            <a:srgbClr val="401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37" name="object 1037"/>
          <p:cNvSpPr/>
          <p:nvPr/>
        </p:nvSpPr>
        <p:spPr>
          <a:xfrm>
            <a:off x="8012020" y="2007055"/>
            <a:ext cx="3088" cy="1509"/>
          </a:xfrm>
          <a:custGeom>
            <a:avLst/>
            <a:gdLst/>
            <a:ahLst/>
            <a:cxnLst/>
            <a:rect l="l" t="t" r="r" b="b"/>
            <a:pathLst>
              <a:path w="3088" h="1509">
                <a:moveTo>
                  <a:pt x="771" y="402"/>
                </a:moveTo>
                <a:lnTo>
                  <a:pt x="0" y="805"/>
                </a:lnTo>
                <a:lnTo>
                  <a:pt x="477" y="754"/>
                </a:lnTo>
                <a:lnTo>
                  <a:pt x="1506" y="754"/>
                </a:lnTo>
                <a:lnTo>
                  <a:pt x="2131" y="1056"/>
                </a:lnTo>
                <a:lnTo>
                  <a:pt x="2611" y="1509"/>
                </a:lnTo>
                <a:lnTo>
                  <a:pt x="2941" y="1308"/>
                </a:lnTo>
                <a:lnTo>
                  <a:pt x="3088" y="754"/>
                </a:lnTo>
                <a:lnTo>
                  <a:pt x="2537" y="402"/>
                </a:lnTo>
                <a:lnTo>
                  <a:pt x="2168" y="402"/>
                </a:lnTo>
                <a:lnTo>
                  <a:pt x="1727" y="100"/>
                </a:lnTo>
                <a:lnTo>
                  <a:pt x="1801" y="301"/>
                </a:lnTo>
                <a:lnTo>
                  <a:pt x="1249" y="0"/>
                </a:lnTo>
                <a:lnTo>
                  <a:pt x="1323" y="201"/>
                </a:lnTo>
                <a:lnTo>
                  <a:pt x="771" y="402"/>
                </a:lnTo>
                <a:close/>
              </a:path>
            </a:pathLst>
          </a:custGeom>
          <a:solidFill>
            <a:srgbClr val="401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38" name="object 1038"/>
          <p:cNvSpPr/>
          <p:nvPr/>
        </p:nvSpPr>
        <p:spPr>
          <a:xfrm>
            <a:off x="8007202" y="2014050"/>
            <a:ext cx="294" cy="100"/>
          </a:xfrm>
          <a:custGeom>
            <a:avLst/>
            <a:gdLst/>
            <a:ahLst/>
            <a:cxnLst/>
            <a:rect l="l" t="t" r="r" b="b"/>
            <a:pathLst>
              <a:path w="294" h="100">
                <a:moveTo>
                  <a:pt x="294" y="100"/>
                </a:moveTo>
                <a:lnTo>
                  <a:pt x="0" y="0"/>
                </a:lnTo>
                <a:lnTo>
                  <a:pt x="294" y="100"/>
                </a:lnTo>
                <a:close/>
              </a:path>
            </a:pathLst>
          </a:custGeom>
          <a:solidFill>
            <a:srgbClr val="401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39" name="object 1039"/>
          <p:cNvSpPr/>
          <p:nvPr/>
        </p:nvSpPr>
        <p:spPr>
          <a:xfrm>
            <a:off x="8006320" y="2009168"/>
            <a:ext cx="1801" cy="4881"/>
          </a:xfrm>
          <a:custGeom>
            <a:avLst/>
            <a:gdLst/>
            <a:ahLst/>
            <a:cxnLst/>
            <a:rect l="l" t="t" r="r" b="b"/>
            <a:pathLst>
              <a:path w="1801" h="4881">
                <a:moveTo>
                  <a:pt x="1801" y="957"/>
                </a:moveTo>
                <a:lnTo>
                  <a:pt x="1543" y="151"/>
                </a:lnTo>
                <a:lnTo>
                  <a:pt x="1029" y="0"/>
                </a:lnTo>
                <a:lnTo>
                  <a:pt x="477" y="251"/>
                </a:lnTo>
                <a:lnTo>
                  <a:pt x="37" y="1058"/>
                </a:lnTo>
                <a:lnTo>
                  <a:pt x="0" y="2315"/>
                </a:lnTo>
                <a:lnTo>
                  <a:pt x="37" y="3674"/>
                </a:lnTo>
                <a:lnTo>
                  <a:pt x="441" y="4730"/>
                </a:lnTo>
                <a:lnTo>
                  <a:pt x="882" y="4881"/>
                </a:lnTo>
                <a:lnTo>
                  <a:pt x="661" y="4228"/>
                </a:lnTo>
                <a:lnTo>
                  <a:pt x="698" y="3523"/>
                </a:lnTo>
                <a:lnTo>
                  <a:pt x="1213" y="2768"/>
                </a:lnTo>
                <a:lnTo>
                  <a:pt x="1690" y="1863"/>
                </a:lnTo>
                <a:lnTo>
                  <a:pt x="1102" y="2315"/>
                </a:lnTo>
                <a:lnTo>
                  <a:pt x="771" y="2920"/>
                </a:lnTo>
                <a:lnTo>
                  <a:pt x="478" y="4026"/>
                </a:lnTo>
                <a:lnTo>
                  <a:pt x="257" y="3322"/>
                </a:lnTo>
                <a:lnTo>
                  <a:pt x="184" y="2467"/>
                </a:lnTo>
                <a:lnTo>
                  <a:pt x="257" y="1309"/>
                </a:lnTo>
                <a:lnTo>
                  <a:pt x="588" y="503"/>
                </a:lnTo>
                <a:lnTo>
                  <a:pt x="1249" y="352"/>
                </a:lnTo>
                <a:lnTo>
                  <a:pt x="1801" y="957"/>
                </a:lnTo>
                <a:close/>
              </a:path>
            </a:pathLst>
          </a:custGeom>
          <a:solidFill>
            <a:srgbClr val="401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40" name="object 1040"/>
          <p:cNvSpPr/>
          <p:nvPr/>
        </p:nvSpPr>
        <p:spPr>
          <a:xfrm>
            <a:off x="8005695" y="2008363"/>
            <a:ext cx="2942" cy="6744"/>
          </a:xfrm>
          <a:custGeom>
            <a:avLst/>
            <a:gdLst/>
            <a:ahLst/>
            <a:cxnLst/>
            <a:rect l="l" t="t" r="r" b="b"/>
            <a:pathLst>
              <a:path w="2942" h="6744">
                <a:moveTo>
                  <a:pt x="184" y="5335"/>
                </a:moveTo>
                <a:lnTo>
                  <a:pt x="624" y="6342"/>
                </a:lnTo>
                <a:lnTo>
                  <a:pt x="1176" y="6644"/>
                </a:lnTo>
                <a:lnTo>
                  <a:pt x="1654" y="6744"/>
                </a:lnTo>
                <a:lnTo>
                  <a:pt x="2021" y="6342"/>
                </a:lnTo>
                <a:lnTo>
                  <a:pt x="1102" y="6241"/>
                </a:lnTo>
                <a:lnTo>
                  <a:pt x="478" y="5284"/>
                </a:lnTo>
                <a:lnTo>
                  <a:pt x="367" y="4328"/>
                </a:lnTo>
                <a:lnTo>
                  <a:pt x="367" y="3473"/>
                </a:lnTo>
                <a:lnTo>
                  <a:pt x="220" y="2920"/>
                </a:lnTo>
                <a:lnTo>
                  <a:pt x="220" y="2114"/>
                </a:lnTo>
                <a:lnTo>
                  <a:pt x="441" y="1106"/>
                </a:lnTo>
                <a:lnTo>
                  <a:pt x="771" y="503"/>
                </a:lnTo>
                <a:lnTo>
                  <a:pt x="1727" y="301"/>
                </a:lnTo>
                <a:lnTo>
                  <a:pt x="2463" y="553"/>
                </a:lnTo>
                <a:lnTo>
                  <a:pt x="2942" y="1661"/>
                </a:lnTo>
                <a:lnTo>
                  <a:pt x="2868" y="553"/>
                </a:lnTo>
                <a:lnTo>
                  <a:pt x="2463" y="201"/>
                </a:lnTo>
                <a:lnTo>
                  <a:pt x="1360" y="0"/>
                </a:lnTo>
                <a:lnTo>
                  <a:pt x="588" y="301"/>
                </a:lnTo>
                <a:lnTo>
                  <a:pt x="294" y="1006"/>
                </a:lnTo>
                <a:lnTo>
                  <a:pt x="0" y="1812"/>
                </a:lnTo>
                <a:lnTo>
                  <a:pt x="0" y="2718"/>
                </a:lnTo>
                <a:lnTo>
                  <a:pt x="147" y="3775"/>
                </a:lnTo>
                <a:lnTo>
                  <a:pt x="184" y="5335"/>
                </a:lnTo>
                <a:close/>
              </a:path>
            </a:pathLst>
          </a:custGeom>
          <a:solidFill>
            <a:srgbClr val="401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41" name="object 1041"/>
          <p:cNvSpPr/>
          <p:nvPr/>
        </p:nvSpPr>
        <p:spPr>
          <a:xfrm>
            <a:off x="8007460" y="2015661"/>
            <a:ext cx="2684" cy="5636"/>
          </a:xfrm>
          <a:custGeom>
            <a:avLst/>
            <a:gdLst/>
            <a:ahLst/>
            <a:cxnLst/>
            <a:rect l="l" t="t" r="r" b="b"/>
            <a:pathLst>
              <a:path w="2684" h="5636">
                <a:moveTo>
                  <a:pt x="2684" y="5636"/>
                </a:moveTo>
                <a:lnTo>
                  <a:pt x="2280" y="5133"/>
                </a:lnTo>
                <a:lnTo>
                  <a:pt x="1471" y="3674"/>
                </a:lnTo>
                <a:lnTo>
                  <a:pt x="883" y="2516"/>
                </a:lnTo>
                <a:lnTo>
                  <a:pt x="331" y="1207"/>
                </a:lnTo>
                <a:lnTo>
                  <a:pt x="0" y="0"/>
                </a:lnTo>
                <a:lnTo>
                  <a:pt x="404" y="2063"/>
                </a:lnTo>
                <a:lnTo>
                  <a:pt x="1067" y="3624"/>
                </a:lnTo>
                <a:lnTo>
                  <a:pt x="1765" y="4983"/>
                </a:lnTo>
                <a:lnTo>
                  <a:pt x="2684" y="5636"/>
                </a:lnTo>
                <a:close/>
              </a:path>
            </a:pathLst>
          </a:custGeom>
          <a:solidFill>
            <a:srgbClr val="401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42" name="object 1042"/>
          <p:cNvSpPr/>
          <p:nvPr/>
        </p:nvSpPr>
        <p:spPr>
          <a:xfrm>
            <a:off x="7999185" y="1996434"/>
            <a:ext cx="15408" cy="21189"/>
          </a:xfrm>
          <a:custGeom>
            <a:avLst/>
            <a:gdLst/>
            <a:ahLst/>
            <a:cxnLst/>
            <a:rect l="l" t="t" r="r" b="b"/>
            <a:pathLst>
              <a:path w="15408" h="21189">
                <a:moveTo>
                  <a:pt x="6289" y="18371"/>
                </a:moveTo>
                <a:lnTo>
                  <a:pt x="6362" y="17263"/>
                </a:lnTo>
                <a:lnTo>
                  <a:pt x="6362" y="16307"/>
                </a:lnTo>
                <a:lnTo>
                  <a:pt x="6215" y="15049"/>
                </a:lnTo>
                <a:lnTo>
                  <a:pt x="6362" y="13287"/>
                </a:lnTo>
                <a:lnTo>
                  <a:pt x="6730" y="11979"/>
                </a:lnTo>
                <a:lnTo>
                  <a:pt x="7833" y="11576"/>
                </a:lnTo>
                <a:lnTo>
                  <a:pt x="9009" y="11576"/>
                </a:lnTo>
                <a:lnTo>
                  <a:pt x="9598" y="12432"/>
                </a:lnTo>
                <a:lnTo>
                  <a:pt x="9855" y="14345"/>
                </a:lnTo>
                <a:lnTo>
                  <a:pt x="10811" y="14345"/>
                </a:lnTo>
                <a:lnTo>
                  <a:pt x="10444" y="12683"/>
                </a:lnTo>
                <a:lnTo>
                  <a:pt x="10885" y="11576"/>
                </a:lnTo>
                <a:lnTo>
                  <a:pt x="10664" y="9865"/>
                </a:lnTo>
                <a:lnTo>
                  <a:pt x="9929" y="9211"/>
                </a:lnTo>
                <a:lnTo>
                  <a:pt x="9341" y="7399"/>
                </a:lnTo>
                <a:lnTo>
                  <a:pt x="10296" y="5889"/>
                </a:lnTo>
                <a:lnTo>
                  <a:pt x="11841" y="5587"/>
                </a:lnTo>
                <a:lnTo>
                  <a:pt x="14194" y="6091"/>
                </a:lnTo>
                <a:lnTo>
                  <a:pt x="15298" y="5286"/>
                </a:lnTo>
                <a:lnTo>
                  <a:pt x="15408" y="4479"/>
                </a:lnTo>
                <a:lnTo>
                  <a:pt x="14672" y="2970"/>
                </a:lnTo>
                <a:lnTo>
                  <a:pt x="13937" y="1963"/>
                </a:lnTo>
                <a:lnTo>
                  <a:pt x="12466" y="957"/>
                </a:lnTo>
                <a:lnTo>
                  <a:pt x="9194" y="201"/>
                </a:lnTo>
                <a:lnTo>
                  <a:pt x="6583" y="0"/>
                </a:lnTo>
                <a:lnTo>
                  <a:pt x="3898" y="301"/>
                </a:lnTo>
                <a:lnTo>
                  <a:pt x="2500" y="655"/>
                </a:lnTo>
                <a:lnTo>
                  <a:pt x="956" y="1862"/>
                </a:lnTo>
                <a:lnTo>
                  <a:pt x="295" y="3624"/>
                </a:lnTo>
                <a:lnTo>
                  <a:pt x="0" y="6795"/>
                </a:lnTo>
                <a:lnTo>
                  <a:pt x="148" y="10117"/>
                </a:lnTo>
                <a:lnTo>
                  <a:pt x="442" y="14747"/>
                </a:lnTo>
                <a:lnTo>
                  <a:pt x="1177" y="17615"/>
                </a:lnTo>
                <a:lnTo>
                  <a:pt x="3714" y="21189"/>
                </a:lnTo>
                <a:lnTo>
                  <a:pt x="5038" y="19981"/>
                </a:lnTo>
                <a:lnTo>
                  <a:pt x="5552" y="19378"/>
                </a:lnTo>
                <a:lnTo>
                  <a:pt x="6289" y="18371"/>
                </a:lnTo>
                <a:close/>
              </a:path>
            </a:pathLst>
          </a:custGeom>
          <a:solidFill>
            <a:srgbClr val="5F2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43" name="object 1043"/>
          <p:cNvSpPr/>
          <p:nvPr/>
        </p:nvSpPr>
        <p:spPr>
          <a:xfrm>
            <a:off x="7999554" y="1996736"/>
            <a:ext cx="14634" cy="20284"/>
          </a:xfrm>
          <a:custGeom>
            <a:avLst/>
            <a:gdLst/>
            <a:ahLst/>
            <a:cxnLst/>
            <a:rect l="l" t="t" r="r" b="b"/>
            <a:pathLst>
              <a:path w="14634" h="20284">
                <a:moveTo>
                  <a:pt x="5810" y="17516"/>
                </a:moveTo>
                <a:lnTo>
                  <a:pt x="5847" y="16710"/>
                </a:lnTo>
                <a:lnTo>
                  <a:pt x="4669" y="16005"/>
                </a:lnTo>
                <a:lnTo>
                  <a:pt x="3714" y="15049"/>
                </a:lnTo>
                <a:lnTo>
                  <a:pt x="4596" y="15502"/>
                </a:lnTo>
                <a:lnTo>
                  <a:pt x="5736" y="16106"/>
                </a:lnTo>
                <a:lnTo>
                  <a:pt x="5736" y="14345"/>
                </a:lnTo>
                <a:lnTo>
                  <a:pt x="5184" y="14244"/>
                </a:lnTo>
                <a:lnTo>
                  <a:pt x="4192" y="13892"/>
                </a:lnTo>
                <a:lnTo>
                  <a:pt x="3640" y="13339"/>
                </a:lnTo>
                <a:lnTo>
                  <a:pt x="4522" y="13691"/>
                </a:lnTo>
                <a:lnTo>
                  <a:pt x="5736" y="13993"/>
                </a:lnTo>
                <a:lnTo>
                  <a:pt x="5810" y="13137"/>
                </a:lnTo>
                <a:lnTo>
                  <a:pt x="5000" y="12784"/>
                </a:lnTo>
                <a:lnTo>
                  <a:pt x="4045" y="12381"/>
                </a:lnTo>
                <a:lnTo>
                  <a:pt x="2536" y="10872"/>
                </a:lnTo>
                <a:lnTo>
                  <a:pt x="3346" y="11375"/>
                </a:lnTo>
                <a:lnTo>
                  <a:pt x="4522" y="11979"/>
                </a:lnTo>
                <a:lnTo>
                  <a:pt x="5810" y="12381"/>
                </a:lnTo>
                <a:lnTo>
                  <a:pt x="6141" y="11576"/>
                </a:lnTo>
                <a:lnTo>
                  <a:pt x="4412" y="11173"/>
                </a:lnTo>
                <a:lnTo>
                  <a:pt x="3420" y="10671"/>
                </a:lnTo>
                <a:lnTo>
                  <a:pt x="5074" y="10973"/>
                </a:lnTo>
                <a:lnTo>
                  <a:pt x="6508" y="10872"/>
                </a:lnTo>
                <a:lnTo>
                  <a:pt x="7097" y="10771"/>
                </a:lnTo>
                <a:lnTo>
                  <a:pt x="8640" y="10872"/>
                </a:lnTo>
                <a:lnTo>
                  <a:pt x="9377" y="11274"/>
                </a:lnTo>
                <a:lnTo>
                  <a:pt x="10149" y="11677"/>
                </a:lnTo>
                <a:lnTo>
                  <a:pt x="10296" y="11173"/>
                </a:lnTo>
                <a:lnTo>
                  <a:pt x="9928" y="10671"/>
                </a:lnTo>
                <a:lnTo>
                  <a:pt x="8899" y="10067"/>
                </a:lnTo>
                <a:lnTo>
                  <a:pt x="7611" y="9463"/>
                </a:lnTo>
                <a:lnTo>
                  <a:pt x="8162" y="9463"/>
                </a:lnTo>
                <a:lnTo>
                  <a:pt x="9377" y="10016"/>
                </a:lnTo>
                <a:lnTo>
                  <a:pt x="10222" y="10570"/>
                </a:lnTo>
                <a:lnTo>
                  <a:pt x="10149" y="9815"/>
                </a:lnTo>
                <a:lnTo>
                  <a:pt x="9413" y="9262"/>
                </a:lnTo>
                <a:lnTo>
                  <a:pt x="8346" y="8707"/>
                </a:lnTo>
                <a:lnTo>
                  <a:pt x="6582" y="8002"/>
                </a:lnTo>
                <a:lnTo>
                  <a:pt x="7758" y="8103"/>
                </a:lnTo>
                <a:lnTo>
                  <a:pt x="8493" y="8254"/>
                </a:lnTo>
                <a:lnTo>
                  <a:pt x="9303" y="8809"/>
                </a:lnTo>
                <a:lnTo>
                  <a:pt x="9046" y="8354"/>
                </a:lnTo>
                <a:lnTo>
                  <a:pt x="8899" y="7499"/>
                </a:lnTo>
                <a:lnTo>
                  <a:pt x="8493" y="7097"/>
                </a:lnTo>
                <a:lnTo>
                  <a:pt x="7170" y="6191"/>
                </a:lnTo>
                <a:lnTo>
                  <a:pt x="7905" y="6392"/>
                </a:lnTo>
                <a:lnTo>
                  <a:pt x="8752" y="6795"/>
                </a:lnTo>
                <a:lnTo>
                  <a:pt x="9119" y="6292"/>
                </a:lnTo>
                <a:lnTo>
                  <a:pt x="8677" y="5889"/>
                </a:lnTo>
                <a:lnTo>
                  <a:pt x="7905" y="5386"/>
                </a:lnTo>
                <a:lnTo>
                  <a:pt x="6803" y="4883"/>
                </a:lnTo>
                <a:lnTo>
                  <a:pt x="7170" y="4883"/>
                </a:lnTo>
                <a:lnTo>
                  <a:pt x="8236" y="5134"/>
                </a:lnTo>
                <a:lnTo>
                  <a:pt x="8752" y="5286"/>
                </a:lnTo>
                <a:lnTo>
                  <a:pt x="9377" y="5789"/>
                </a:lnTo>
                <a:lnTo>
                  <a:pt x="9708" y="5286"/>
                </a:lnTo>
                <a:lnTo>
                  <a:pt x="10149" y="5084"/>
                </a:lnTo>
                <a:lnTo>
                  <a:pt x="10002" y="4984"/>
                </a:lnTo>
                <a:lnTo>
                  <a:pt x="9377" y="4631"/>
                </a:lnTo>
                <a:lnTo>
                  <a:pt x="8493" y="4328"/>
                </a:lnTo>
                <a:lnTo>
                  <a:pt x="6729" y="4077"/>
                </a:lnTo>
                <a:lnTo>
                  <a:pt x="7942" y="3976"/>
                </a:lnTo>
                <a:lnTo>
                  <a:pt x="8972" y="4077"/>
                </a:lnTo>
                <a:lnTo>
                  <a:pt x="10149" y="4429"/>
                </a:lnTo>
                <a:lnTo>
                  <a:pt x="10920" y="4984"/>
                </a:lnTo>
                <a:lnTo>
                  <a:pt x="12098" y="4984"/>
                </a:lnTo>
                <a:lnTo>
                  <a:pt x="13679" y="5286"/>
                </a:lnTo>
                <a:lnTo>
                  <a:pt x="14303" y="4782"/>
                </a:lnTo>
                <a:lnTo>
                  <a:pt x="14634" y="4328"/>
                </a:lnTo>
                <a:lnTo>
                  <a:pt x="14377" y="3775"/>
                </a:lnTo>
                <a:lnTo>
                  <a:pt x="14046" y="3070"/>
                </a:lnTo>
                <a:lnTo>
                  <a:pt x="13458" y="1963"/>
                </a:lnTo>
                <a:lnTo>
                  <a:pt x="12208" y="1259"/>
                </a:lnTo>
                <a:lnTo>
                  <a:pt x="10369" y="454"/>
                </a:lnTo>
                <a:lnTo>
                  <a:pt x="11141" y="1460"/>
                </a:lnTo>
                <a:lnTo>
                  <a:pt x="11472" y="2970"/>
                </a:lnTo>
                <a:lnTo>
                  <a:pt x="10847" y="1661"/>
                </a:lnTo>
                <a:lnTo>
                  <a:pt x="10075" y="655"/>
                </a:lnTo>
                <a:lnTo>
                  <a:pt x="9303" y="202"/>
                </a:lnTo>
                <a:lnTo>
                  <a:pt x="8015" y="100"/>
                </a:lnTo>
                <a:lnTo>
                  <a:pt x="6582" y="0"/>
                </a:lnTo>
                <a:lnTo>
                  <a:pt x="7023" y="353"/>
                </a:lnTo>
                <a:lnTo>
                  <a:pt x="7758" y="1007"/>
                </a:lnTo>
                <a:lnTo>
                  <a:pt x="8752" y="1560"/>
                </a:lnTo>
                <a:lnTo>
                  <a:pt x="7280" y="1208"/>
                </a:lnTo>
                <a:lnTo>
                  <a:pt x="6361" y="353"/>
                </a:lnTo>
                <a:lnTo>
                  <a:pt x="5000" y="100"/>
                </a:lnTo>
                <a:lnTo>
                  <a:pt x="4045" y="202"/>
                </a:lnTo>
                <a:lnTo>
                  <a:pt x="2758" y="454"/>
                </a:lnTo>
                <a:lnTo>
                  <a:pt x="3897" y="1108"/>
                </a:lnTo>
                <a:lnTo>
                  <a:pt x="4669" y="2366"/>
                </a:lnTo>
                <a:lnTo>
                  <a:pt x="3567" y="1259"/>
                </a:lnTo>
                <a:lnTo>
                  <a:pt x="2352" y="856"/>
                </a:lnTo>
                <a:lnTo>
                  <a:pt x="1066" y="1360"/>
                </a:lnTo>
                <a:lnTo>
                  <a:pt x="662" y="2165"/>
                </a:lnTo>
                <a:lnTo>
                  <a:pt x="367" y="3422"/>
                </a:lnTo>
                <a:lnTo>
                  <a:pt x="1727" y="3875"/>
                </a:lnTo>
                <a:lnTo>
                  <a:pt x="3125" y="4429"/>
                </a:lnTo>
                <a:lnTo>
                  <a:pt x="4338" y="5688"/>
                </a:lnTo>
                <a:lnTo>
                  <a:pt x="3015" y="4883"/>
                </a:lnTo>
                <a:lnTo>
                  <a:pt x="1948" y="4429"/>
                </a:lnTo>
                <a:lnTo>
                  <a:pt x="294" y="4077"/>
                </a:lnTo>
                <a:lnTo>
                  <a:pt x="147" y="5688"/>
                </a:lnTo>
                <a:lnTo>
                  <a:pt x="147" y="6996"/>
                </a:lnTo>
                <a:lnTo>
                  <a:pt x="809" y="7147"/>
                </a:lnTo>
                <a:lnTo>
                  <a:pt x="2132" y="7801"/>
                </a:lnTo>
                <a:lnTo>
                  <a:pt x="2831" y="8354"/>
                </a:lnTo>
                <a:lnTo>
                  <a:pt x="4669" y="9363"/>
                </a:lnTo>
                <a:lnTo>
                  <a:pt x="2610" y="8707"/>
                </a:lnTo>
                <a:lnTo>
                  <a:pt x="1249" y="8002"/>
                </a:lnTo>
                <a:lnTo>
                  <a:pt x="0" y="7499"/>
                </a:lnTo>
                <a:lnTo>
                  <a:pt x="220" y="10016"/>
                </a:lnTo>
                <a:lnTo>
                  <a:pt x="367" y="12130"/>
                </a:lnTo>
                <a:lnTo>
                  <a:pt x="662" y="15049"/>
                </a:lnTo>
                <a:lnTo>
                  <a:pt x="1066" y="16710"/>
                </a:lnTo>
                <a:lnTo>
                  <a:pt x="2205" y="18925"/>
                </a:lnTo>
                <a:lnTo>
                  <a:pt x="3420" y="20284"/>
                </a:lnTo>
                <a:lnTo>
                  <a:pt x="3897" y="19931"/>
                </a:lnTo>
                <a:lnTo>
                  <a:pt x="3346" y="18976"/>
                </a:lnTo>
                <a:lnTo>
                  <a:pt x="2758" y="18070"/>
                </a:lnTo>
                <a:lnTo>
                  <a:pt x="2205" y="16005"/>
                </a:lnTo>
                <a:lnTo>
                  <a:pt x="2831" y="17414"/>
                </a:lnTo>
                <a:lnTo>
                  <a:pt x="3493" y="18724"/>
                </a:lnTo>
                <a:lnTo>
                  <a:pt x="4412" y="19831"/>
                </a:lnTo>
                <a:lnTo>
                  <a:pt x="5000" y="18925"/>
                </a:lnTo>
                <a:lnTo>
                  <a:pt x="4192" y="17516"/>
                </a:lnTo>
                <a:lnTo>
                  <a:pt x="3714" y="16810"/>
                </a:lnTo>
                <a:lnTo>
                  <a:pt x="3199" y="14899"/>
                </a:lnTo>
                <a:lnTo>
                  <a:pt x="3714" y="16106"/>
                </a:lnTo>
                <a:lnTo>
                  <a:pt x="4522" y="17414"/>
                </a:lnTo>
                <a:lnTo>
                  <a:pt x="5110" y="18472"/>
                </a:lnTo>
                <a:lnTo>
                  <a:pt x="5810" y="17516"/>
                </a:lnTo>
                <a:close/>
              </a:path>
            </a:pathLst>
          </a:custGeom>
          <a:solidFill>
            <a:srgbClr val="9F5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44" name="object 1044"/>
          <p:cNvSpPr/>
          <p:nvPr/>
        </p:nvSpPr>
        <p:spPr>
          <a:xfrm>
            <a:off x="8029303" y="2048427"/>
            <a:ext cx="15665" cy="13085"/>
          </a:xfrm>
          <a:custGeom>
            <a:avLst/>
            <a:gdLst/>
            <a:ahLst/>
            <a:cxnLst/>
            <a:rect l="l" t="t" r="r" b="b"/>
            <a:pathLst>
              <a:path w="15665" h="13085">
                <a:moveTo>
                  <a:pt x="12613" y="7046"/>
                </a:moveTo>
                <a:lnTo>
                  <a:pt x="14893" y="7248"/>
                </a:lnTo>
                <a:lnTo>
                  <a:pt x="13558" y="5665"/>
                </a:lnTo>
                <a:lnTo>
                  <a:pt x="12760" y="5285"/>
                </a:lnTo>
                <a:lnTo>
                  <a:pt x="11473" y="4883"/>
                </a:lnTo>
                <a:lnTo>
                  <a:pt x="12687" y="4631"/>
                </a:lnTo>
                <a:lnTo>
                  <a:pt x="15665" y="3875"/>
                </a:lnTo>
                <a:lnTo>
                  <a:pt x="14304" y="1259"/>
                </a:lnTo>
                <a:lnTo>
                  <a:pt x="10848" y="0"/>
                </a:lnTo>
                <a:lnTo>
                  <a:pt x="8053" y="655"/>
                </a:lnTo>
                <a:lnTo>
                  <a:pt x="6656" y="1460"/>
                </a:lnTo>
                <a:lnTo>
                  <a:pt x="6362" y="2114"/>
                </a:lnTo>
                <a:lnTo>
                  <a:pt x="4597" y="4127"/>
                </a:lnTo>
                <a:lnTo>
                  <a:pt x="3272" y="6047"/>
                </a:lnTo>
                <a:lnTo>
                  <a:pt x="3163" y="6241"/>
                </a:lnTo>
                <a:lnTo>
                  <a:pt x="2721" y="6845"/>
                </a:lnTo>
                <a:lnTo>
                  <a:pt x="0" y="7650"/>
                </a:lnTo>
                <a:lnTo>
                  <a:pt x="0" y="13085"/>
                </a:lnTo>
                <a:lnTo>
                  <a:pt x="2647" y="12431"/>
                </a:lnTo>
                <a:lnTo>
                  <a:pt x="3641" y="12079"/>
                </a:lnTo>
                <a:lnTo>
                  <a:pt x="4376" y="12180"/>
                </a:lnTo>
                <a:lnTo>
                  <a:pt x="5094" y="12255"/>
                </a:lnTo>
                <a:lnTo>
                  <a:pt x="6141" y="12180"/>
                </a:lnTo>
                <a:lnTo>
                  <a:pt x="8605" y="9463"/>
                </a:lnTo>
                <a:lnTo>
                  <a:pt x="9119" y="8455"/>
                </a:lnTo>
                <a:lnTo>
                  <a:pt x="9782" y="7549"/>
                </a:lnTo>
                <a:lnTo>
                  <a:pt x="10333" y="7046"/>
                </a:lnTo>
                <a:lnTo>
                  <a:pt x="11326" y="6946"/>
                </a:lnTo>
                <a:lnTo>
                  <a:pt x="12613" y="7046"/>
                </a:lnTo>
                <a:close/>
              </a:path>
            </a:pathLst>
          </a:custGeom>
          <a:solidFill>
            <a:srgbClr val="FFC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45" name="object 1045"/>
          <p:cNvSpPr/>
          <p:nvPr/>
        </p:nvSpPr>
        <p:spPr>
          <a:xfrm>
            <a:off x="8029303" y="2048427"/>
            <a:ext cx="15665" cy="13085"/>
          </a:xfrm>
          <a:custGeom>
            <a:avLst/>
            <a:gdLst/>
            <a:ahLst/>
            <a:cxnLst/>
            <a:rect l="l" t="t" r="r" b="b"/>
            <a:pathLst>
              <a:path w="15665" h="13085">
                <a:moveTo>
                  <a:pt x="14304" y="1259"/>
                </a:moveTo>
                <a:lnTo>
                  <a:pt x="15665" y="3875"/>
                </a:lnTo>
                <a:lnTo>
                  <a:pt x="12687" y="4631"/>
                </a:lnTo>
                <a:lnTo>
                  <a:pt x="11473" y="4883"/>
                </a:lnTo>
                <a:lnTo>
                  <a:pt x="12760" y="5285"/>
                </a:lnTo>
                <a:lnTo>
                  <a:pt x="13558" y="5665"/>
                </a:lnTo>
                <a:lnTo>
                  <a:pt x="14893" y="7248"/>
                </a:lnTo>
                <a:lnTo>
                  <a:pt x="12646" y="7057"/>
                </a:lnTo>
                <a:lnTo>
                  <a:pt x="11326" y="6946"/>
                </a:lnTo>
                <a:lnTo>
                  <a:pt x="10333" y="7046"/>
                </a:lnTo>
                <a:lnTo>
                  <a:pt x="9782" y="7549"/>
                </a:lnTo>
                <a:lnTo>
                  <a:pt x="9119" y="8455"/>
                </a:lnTo>
                <a:lnTo>
                  <a:pt x="8605" y="9463"/>
                </a:lnTo>
                <a:lnTo>
                  <a:pt x="6141" y="12180"/>
                </a:lnTo>
                <a:lnTo>
                  <a:pt x="5094" y="12255"/>
                </a:lnTo>
                <a:lnTo>
                  <a:pt x="4376" y="12180"/>
                </a:lnTo>
                <a:lnTo>
                  <a:pt x="3641" y="12079"/>
                </a:lnTo>
                <a:lnTo>
                  <a:pt x="2647" y="12431"/>
                </a:lnTo>
                <a:lnTo>
                  <a:pt x="0" y="13085"/>
                </a:lnTo>
                <a:lnTo>
                  <a:pt x="0" y="7650"/>
                </a:lnTo>
                <a:lnTo>
                  <a:pt x="2721" y="6845"/>
                </a:lnTo>
                <a:lnTo>
                  <a:pt x="3163" y="6241"/>
                </a:lnTo>
                <a:lnTo>
                  <a:pt x="3272" y="6047"/>
                </a:lnTo>
                <a:lnTo>
                  <a:pt x="4597" y="4127"/>
                </a:lnTo>
                <a:lnTo>
                  <a:pt x="6362" y="2114"/>
                </a:lnTo>
                <a:lnTo>
                  <a:pt x="6656" y="1460"/>
                </a:lnTo>
                <a:lnTo>
                  <a:pt x="8053" y="655"/>
                </a:lnTo>
                <a:lnTo>
                  <a:pt x="10848" y="0"/>
                </a:lnTo>
                <a:lnTo>
                  <a:pt x="14304" y="1259"/>
                </a:lnTo>
                <a:close/>
              </a:path>
            </a:pathLst>
          </a:custGeom>
          <a:ln w="716">
            <a:solidFill>
              <a:srgbClr val="401F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46" name="object 1046"/>
          <p:cNvSpPr/>
          <p:nvPr/>
        </p:nvSpPr>
        <p:spPr>
          <a:xfrm>
            <a:off x="8039416" y="2050491"/>
            <a:ext cx="5111" cy="1610"/>
          </a:xfrm>
          <a:custGeom>
            <a:avLst/>
            <a:gdLst/>
            <a:ahLst/>
            <a:cxnLst/>
            <a:rect l="l" t="t" r="r" b="b"/>
            <a:pathLst>
              <a:path w="5111" h="1610">
                <a:moveTo>
                  <a:pt x="2684" y="553"/>
                </a:moveTo>
                <a:lnTo>
                  <a:pt x="3529" y="905"/>
                </a:lnTo>
                <a:lnTo>
                  <a:pt x="4228" y="1056"/>
                </a:lnTo>
                <a:lnTo>
                  <a:pt x="5111" y="1610"/>
                </a:lnTo>
                <a:lnTo>
                  <a:pt x="5037" y="1358"/>
                </a:lnTo>
                <a:lnTo>
                  <a:pt x="4228" y="855"/>
                </a:lnTo>
                <a:lnTo>
                  <a:pt x="3529" y="754"/>
                </a:lnTo>
                <a:lnTo>
                  <a:pt x="2206" y="0"/>
                </a:lnTo>
                <a:lnTo>
                  <a:pt x="1212" y="201"/>
                </a:lnTo>
                <a:lnTo>
                  <a:pt x="0" y="553"/>
                </a:lnTo>
                <a:lnTo>
                  <a:pt x="808" y="453"/>
                </a:lnTo>
                <a:lnTo>
                  <a:pt x="1948" y="301"/>
                </a:lnTo>
                <a:lnTo>
                  <a:pt x="2684" y="553"/>
                </a:lnTo>
                <a:close/>
              </a:path>
            </a:pathLst>
          </a:custGeom>
          <a:solidFill>
            <a:srgbClr val="401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47" name="object 1047"/>
          <p:cNvSpPr/>
          <p:nvPr/>
        </p:nvSpPr>
        <p:spPr>
          <a:xfrm>
            <a:off x="8037466" y="2048679"/>
            <a:ext cx="4303" cy="1106"/>
          </a:xfrm>
          <a:custGeom>
            <a:avLst/>
            <a:gdLst/>
            <a:ahLst/>
            <a:cxnLst/>
            <a:rect l="l" t="t" r="r" b="b"/>
            <a:pathLst>
              <a:path w="4303" h="1106">
                <a:moveTo>
                  <a:pt x="955" y="704"/>
                </a:moveTo>
                <a:lnTo>
                  <a:pt x="0" y="905"/>
                </a:lnTo>
                <a:lnTo>
                  <a:pt x="146" y="1106"/>
                </a:lnTo>
                <a:lnTo>
                  <a:pt x="1030" y="905"/>
                </a:lnTo>
                <a:lnTo>
                  <a:pt x="1802" y="653"/>
                </a:lnTo>
                <a:lnTo>
                  <a:pt x="3199" y="151"/>
                </a:lnTo>
                <a:lnTo>
                  <a:pt x="3861" y="301"/>
                </a:lnTo>
                <a:lnTo>
                  <a:pt x="4303" y="352"/>
                </a:lnTo>
                <a:lnTo>
                  <a:pt x="3640" y="50"/>
                </a:lnTo>
                <a:lnTo>
                  <a:pt x="3125" y="0"/>
                </a:lnTo>
                <a:lnTo>
                  <a:pt x="2059" y="352"/>
                </a:lnTo>
                <a:lnTo>
                  <a:pt x="955" y="704"/>
                </a:lnTo>
                <a:close/>
              </a:path>
            </a:pathLst>
          </a:custGeom>
          <a:solidFill>
            <a:srgbClr val="401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48" name="object 1048"/>
          <p:cNvSpPr/>
          <p:nvPr/>
        </p:nvSpPr>
        <p:spPr>
          <a:xfrm>
            <a:off x="8039232" y="2052856"/>
            <a:ext cx="1727" cy="554"/>
          </a:xfrm>
          <a:custGeom>
            <a:avLst/>
            <a:gdLst/>
            <a:ahLst/>
            <a:cxnLst/>
            <a:rect l="l" t="t" r="r" b="b"/>
            <a:pathLst>
              <a:path w="1727" h="554">
                <a:moveTo>
                  <a:pt x="0" y="0"/>
                </a:moveTo>
                <a:lnTo>
                  <a:pt x="184" y="403"/>
                </a:lnTo>
                <a:lnTo>
                  <a:pt x="882" y="403"/>
                </a:lnTo>
                <a:lnTo>
                  <a:pt x="1507" y="554"/>
                </a:lnTo>
                <a:lnTo>
                  <a:pt x="1727" y="252"/>
                </a:lnTo>
                <a:lnTo>
                  <a:pt x="477" y="152"/>
                </a:lnTo>
                <a:lnTo>
                  <a:pt x="0" y="0"/>
                </a:lnTo>
                <a:close/>
              </a:path>
            </a:pathLst>
          </a:custGeom>
          <a:solidFill>
            <a:srgbClr val="401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49" name="object 1049"/>
          <p:cNvSpPr/>
          <p:nvPr/>
        </p:nvSpPr>
        <p:spPr>
          <a:xfrm>
            <a:off x="8044232" y="2052403"/>
            <a:ext cx="368" cy="1007"/>
          </a:xfrm>
          <a:custGeom>
            <a:avLst/>
            <a:gdLst/>
            <a:ahLst/>
            <a:cxnLst/>
            <a:rect l="l" t="t" r="r" b="b"/>
            <a:pathLst>
              <a:path w="368" h="1007">
                <a:moveTo>
                  <a:pt x="0" y="0"/>
                </a:moveTo>
                <a:lnTo>
                  <a:pt x="0" y="251"/>
                </a:lnTo>
                <a:lnTo>
                  <a:pt x="73" y="755"/>
                </a:lnTo>
                <a:lnTo>
                  <a:pt x="368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401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50" name="object 1050"/>
          <p:cNvSpPr/>
          <p:nvPr/>
        </p:nvSpPr>
        <p:spPr>
          <a:xfrm>
            <a:off x="8043056" y="2054870"/>
            <a:ext cx="330" cy="553"/>
          </a:xfrm>
          <a:custGeom>
            <a:avLst/>
            <a:gdLst/>
            <a:ahLst/>
            <a:cxnLst/>
            <a:rect l="l" t="t" r="r" b="b"/>
            <a:pathLst>
              <a:path w="330" h="553">
                <a:moveTo>
                  <a:pt x="0" y="0"/>
                </a:moveTo>
                <a:lnTo>
                  <a:pt x="73" y="301"/>
                </a:lnTo>
                <a:lnTo>
                  <a:pt x="330" y="553"/>
                </a:lnTo>
                <a:lnTo>
                  <a:pt x="0" y="0"/>
                </a:lnTo>
                <a:close/>
              </a:path>
            </a:pathLst>
          </a:custGeom>
          <a:solidFill>
            <a:srgbClr val="401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51" name="object 1051"/>
          <p:cNvSpPr/>
          <p:nvPr/>
        </p:nvSpPr>
        <p:spPr>
          <a:xfrm>
            <a:off x="8036805" y="2051396"/>
            <a:ext cx="808" cy="1308"/>
          </a:xfrm>
          <a:custGeom>
            <a:avLst/>
            <a:gdLst/>
            <a:ahLst/>
            <a:cxnLst/>
            <a:rect l="l" t="t" r="r" b="b"/>
            <a:pathLst>
              <a:path w="808" h="1308">
                <a:moveTo>
                  <a:pt x="661" y="402"/>
                </a:moveTo>
                <a:lnTo>
                  <a:pt x="808" y="0"/>
                </a:lnTo>
                <a:lnTo>
                  <a:pt x="0" y="1308"/>
                </a:lnTo>
                <a:lnTo>
                  <a:pt x="661" y="754"/>
                </a:lnTo>
                <a:lnTo>
                  <a:pt x="661" y="402"/>
                </a:lnTo>
                <a:close/>
              </a:path>
            </a:pathLst>
          </a:custGeom>
          <a:solidFill>
            <a:srgbClr val="401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52" name="object 1052"/>
          <p:cNvSpPr/>
          <p:nvPr/>
        </p:nvSpPr>
        <p:spPr>
          <a:xfrm>
            <a:off x="8033532" y="2051346"/>
            <a:ext cx="2574" cy="3573"/>
          </a:xfrm>
          <a:custGeom>
            <a:avLst/>
            <a:gdLst/>
            <a:ahLst/>
            <a:cxnLst/>
            <a:rect l="l" t="t" r="r" b="b"/>
            <a:pathLst>
              <a:path w="2574" h="3573">
                <a:moveTo>
                  <a:pt x="1617" y="2013"/>
                </a:moveTo>
                <a:lnTo>
                  <a:pt x="2133" y="1106"/>
                </a:lnTo>
                <a:lnTo>
                  <a:pt x="2574" y="0"/>
                </a:lnTo>
                <a:lnTo>
                  <a:pt x="1507" y="1661"/>
                </a:lnTo>
                <a:lnTo>
                  <a:pt x="0" y="3573"/>
                </a:lnTo>
                <a:lnTo>
                  <a:pt x="1617" y="2013"/>
                </a:lnTo>
                <a:close/>
              </a:path>
            </a:pathLst>
          </a:custGeom>
          <a:solidFill>
            <a:srgbClr val="401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53" name="object 1053"/>
          <p:cNvSpPr/>
          <p:nvPr/>
        </p:nvSpPr>
        <p:spPr>
          <a:xfrm>
            <a:off x="8032245" y="2056430"/>
            <a:ext cx="589" cy="2567"/>
          </a:xfrm>
          <a:custGeom>
            <a:avLst/>
            <a:gdLst/>
            <a:ahLst/>
            <a:cxnLst/>
            <a:rect l="l" t="t" r="r" b="b"/>
            <a:pathLst>
              <a:path w="589" h="2567">
                <a:moveTo>
                  <a:pt x="515" y="653"/>
                </a:moveTo>
                <a:lnTo>
                  <a:pt x="0" y="0"/>
                </a:lnTo>
                <a:lnTo>
                  <a:pt x="368" y="906"/>
                </a:lnTo>
                <a:lnTo>
                  <a:pt x="478" y="1812"/>
                </a:lnTo>
                <a:lnTo>
                  <a:pt x="515" y="2567"/>
                </a:lnTo>
                <a:lnTo>
                  <a:pt x="589" y="1460"/>
                </a:lnTo>
                <a:lnTo>
                  <a:pt x="515" y="653"/>
                </a:lnTo>
                <a:close/>
              </a:path>
            </a:pathLst>
          </a:custGeom>
          <a:solidFill>
            <a:srgbClr val="401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54" name="object 1054"/>
          <p:cNvSpPr/>
          <p:nvPr/>
        </p:nvSpPr>
        <p:spPr>
          <a:xfrm>
            <a:off x="8038275" y="2053763"/>
            <a:ext cx="294" cy="905"/>
          </a:xfrm>
          <a:custGeom>
            <a:avLst/>
            <a:gdLst/>
            <a:ahLst/>
            <a:cxnLst/>
            <a:rect l="l" t="t" r="r" b="b"/>
            <a:pathLst>
              <a:path w="294" h="905">
                <a:moveTo>
                  <a:pt x="73" y="0"/>
                </a:moveTo>
                <a:lnTo>
                  <a:pt x="0" y="402"/>
                </a:lnTo>
                <a:lnTo>
                  <a:pt x="294" y="905"/>
                </a:lnTo>
                <a:lnTo>
                  <a:pt x="73" y="0"/>
                </a:lnTo>
                <a:close/>
              </a:path>
            </a:pathLst>
          </a:custGeom>
          <a:solidFill>
            <a:srgbClr val="401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55" name="object 1055"/>
          <p:cNvSpPr/>
          <p:nvPr/>
        </p:nvSpPr>
        <p:spPr>
          <a:xfrm>
            <a:off x="8014631" y="2018581"/>
            <a:ext cx="1176" cy="1106"/>
          </a:xfrm>
          <a:custGeom>
            <a:avLst/>
            <a:gdLst/>
            <a:ahLst/>
            <a:cxnLst/>
            <a:rect l="l" t="t" r="r" b="b"/>
            <a:pathLst>
              <a:path w="1176" h="1106">
                <a:moveTo>
                  <a:pt x="1176" y="0"/>
                </a:moveTo>
                <a:lnTo>
                  <a:pt x="845" y="301"/>
                </a:lnTo>
                <a:lnTo>
                  <a:pt x="514" y="453"/>
                </a:lnTo>
                <a:lnTo>
                  <a:pt x="183" y="704"/>
                </a:lnTo>
                <a:lnTo>
                  <a:pt x="0" y="1106"/>
                </a:lnTo>
                <a:lnTo>
                  <a:pt x="293" y="955"/>
                </a:lnTo>
                <a:lnTo>
                  <a:pt x="845" y="754"/>
                </a:lnTo>
                <a:lnTo>
                  <a:pt x="1176" y="0"/>
                </a:lnTo>
                <a:close/>
              </a:path>
            </a:pathLst>
          </a:custGeom>
          <a:solidFill>
            <a:srgbClr val="401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56" name="object 1056"/>
          <p:cNvSpPr/>
          <p:nvPr/>
        </p:nvSpPr>
        <p:spPr>
          <a:xfrm>
            <a:off x="8015219" y="2020393"/>
            <a:ext cx="293" cy="704"/>
          </a:xfrm>
          <a:custGeom>
            <a:avLst/>
            <a:gdLst/>
            <a:ahLst/>
            <a:cxnLst/>
            <a:rect l="l" t="t" r="r" b="b"/>
            <a:pathLst>
              <a:path w="293" h="704">
                <a:moveTo>
                  <a:pt x="293" y="0"/>
                </a:moveTo>
                <a:lnTo>
                  <a:pt x="0" y="0"/>
                </a:lnTo>
                <a:lnTo>
                  <a:pt x="0" y="704"/>
                </a:lnTo>
                <a:lnTo>
                  <a:pt x="293" y="0"/>
                </a:lnTo>
                <a:close/>
              </a:path>
            </a:pathLst>
          </a:custGeom>
          <a:solidFill>
            <a:srgbClr val="401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57" name="object 1057"/>
          <p:cNvSpPr/>
          <p:nvPr/>
        </p:nvSpPr>
        <p:spPr>
          <a:xfrm>
            <a:off x="8010512" y="2026180"/>
            <a:ext cx="9929" cy="34074"/>
          </a:xfrm>
          <a:custGeom>
            <a:avLst/>
            <a:gdLst/>
            <a:ahLst/>
            <a:cxnLst/>
            <a:rect l="l" t="t" r="r" b="b"/>
            <a:pathLst>
              <a:path w="9929" h="34074">
                <a:moveTo>
                  <a:pt x="8764" y="23969"/>
                </a:moveTo>
                <a:lnTo>
                  <a:pt x="8641" y="22901"/>
                </a:lnTo>
                <a:lnTo>
                  <a:pt x="7024" y="14546"/>
                </a:lnTo>
                <a:lnTo>
                  <a:pt x="4082" y="5386"/>
                </a:lnTo>
                <a:lnTo>
                  <a:pt x="2684" y="3422"/>
                </a:lnTo>
                <a:lnTo>
                  <a:pt x="1471" y="0"/>
                </a:lnTo>
                <a:lnTo>
                  <a:pt x="0" y="4429"/>
                </a:lnTo>
                <a:lnTo>
                  <a:pt x="5847" y="29091"/>
                </a:lnTo>
                <a:lnTo>
                  <a:pt x="9929" y="34074"/>
                </a:lnTo>
                <a:lnTo>
                  <a:pt x="8764" y="23969"/>
                </a:lnTo>
                <a:close/>
              </a:path>
            </a:pathLst>
          </a:custGeom>
          <a:solidFill>
            <a:srgbClr val="4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58" name="object 1058"/>
          <p:cNvSpPr/>
          <p:nvPr/>
        </p:nvSpPr>
        <p:spPr>
          <a:xfrm>
            <a:off x="8010512" y="2026180"/>
            <a:ext cx="9929" cy="34074"/>
          </a:xfrm>
          <a:custGeom>
            <a:avLst/>
            <a:gdLst/>
            <a:ahLst/>
            <a:cxnLst/>
            <a:rect l="l" t="t" r="r" b="b"/>
            <a:pathLst>
              <a:path w="9929" h="34074">
                <a:moveTo>
                  <a:pt x="1471" y="0"/>
                </a:moveTo>
                <a:lnTo>
                  <a:pt x="2684" y="3422"/>
                </a:lnTo>
                <a:lnTo>
                  <a:pt x="4082" y="5386"/>
                </a:lnTo>
                <a:lnTo>
                  <a:pt x="7024" y="14546"/>
                </a:lnTo>
                <a:lnTo>
                  <a:pt x="8641" y="22901"/>
                </a:lnTo>
                <a:lnTo>
                  <a:pt x="8764" y="23969"/>
                </a:lnTo>
                <a:lnTo>
                  <a:pt x="9929" y="34074"/>
                </a:lnTo>
                <a:lnTo>
                  <a:pt x="5847" y="29091"/>
                </a:lnTo>
                <a:lnTo>
                  <a:pt x="0" y="4429"/>
                </a:lnTo>
                <a:lnTo>
                  <a:pt x="1471" y="0"/>
                </a:lnTo>
                <a:close/>
              </a:path>
            </a:pathLst>
          </a:custGeom>
          <a:ln w="60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59" name="object 1059"/>
          <p:cNvSpPr/>
          <p:nvPr/>
        </p:nvSpPr>
        <p:spPr>
          <a:xfrm>
            <a:off x="7994700" y="2019638"/>
            <a:ext cx="36956" cy="56723"/>
          </a:xfrm>
          <a:custGeom>
            <a:avLst/>
            <a:gdLst/>
            <a:ahLst/>
            <a:cxnLst/>
            <a:rect l="l" t="t" r="r" b="b"/>
            <a:pathLst>
              <a:path w="36956" h="56723">
                <a:moveTo>
                  <a:pt x="36956" y="40013"/>
                </a:moveTo>
                <a:lnTo>
                  <a:pt x="35927" y="35634"/>
                </a:lnTo>
                <a:lnTo>
                  <a:pt x="32580" y="35634"/>
                </a:lnTo>
                <a:lnTo>
                  <a:pt x="31403" y="34627"/>
                </a:lnTo>
                <a:lnTo>
                  <a:pt x="24123" y="34426"/>
                </a:lnTo>
                <a:lnTo>
                  <a:pt x="23424" y="29242"/>
                </a:lnTo>
                <a:lnTo>
                  <a:pt x="21805" y="21491"/>
                </a:lnTo>
                <a:lnTo>
                  <a:pt x="19783" y="14947"/>
                </a:lnTo>
                <a:lnTo>
                  <a:pt x="19194" y="12080"/>
                </a:lnTo>
                <a:lnTo>
                  <a:pt x="18165" y="10518"/>
                </a:lnTo>
                <a:lnTo>
                  <a:pt x="17430" y="9109"/>
                </a:lnTo>
                <a:lnTo>
                  <a:pt x="17025" y="5133"/>
                </a:lnTo>
                <a:lnTo>
                  <a:pt x="7979" y="0"/>
                </a:lnTo>
                <a:lnTo>
                  <a:pt x="7683" y="772"/>
                </a:lnTo>
                <a:lnTo>
                  <a:pt x="6839" y="2968"/>
                </a:lnTo>
                <a:lnTo>
                  <a:pt x="4670" y="4529"/>
                </a:lnTo>
                <a:lnTo>
                  <a:pt x="3836" y="5693"/>
                </a:lnTo>
                <a:lnTo>
                  <a:pt x="2794" y="7145"/>
                </a:lnTo>
                <a:lnTo>
                  <a:pt x="441" y="10719"/>
                </a:lnTo>
                <a:lnTo>
                  <a:pt x="147" y="15098"/>
                </a:lnTo>
                <a:lnTo>
                  <a:pt x="147" y="21491"/>
                </a:lnTo>
                <a:lnTo>
                  <a:pt x="0" y="28687"/>
                </a:lnTo>
                <a:lnTo>
                  <a:pt x="1176" y="35835"/>
                </a:lnTo>
                <a:lnTo>
                  <a:pt x="2059" y="40616"/>
                </a:lnTo>
                <a:lnTo>
                  <a:pt x="2299" y="43695"/>
                </a:lnTo>
                <a:lnTo>
                  <a:pt x="2463" y="45800"/>
                </a:lnTo>
                <a:lnTo>
                  <a:pt x="2494" y="45965"/>
                </a:lnTo>
                <a:lnTo>
                  <a:pt x="3199" y="49777"/>
                </a:lnTo>
                <a:lnTo>
                  <a:pt x="3052" y="52948"/>
                </a:lnTo>
                <a:lnTo>
                  <a:pt x="4928" y="55918"/>
                </a:lnTo>
                <a:lnTo>
                  <a:pt x="7686" y="56723"/>
                </a:lnTo>
                <a:lnTo>
                  <a:pt x="10628" y="55565"/>
                </a:lnTo>
                <a:lnTo>
                  <a:pt x="13531" y="55163"/>
                </a:lnTo>
                <a:lnTo>
                  <a:pt x="16142" y="56320"/>
                </a:lnTo>
                <a:lnTo>
                  <a:pt x="17871" y="56572"/>
                </a:lnTo>
                <a:lnTo>
                  <a:pt x="21365" y="54558"/>
                </a:lnTo>
                <a:lnTo>
                  <a:pt x="24601" y="51941"/>
                </a:lnTo>
                <a:lnTo>
                  <a:pt x="24453" y="48972"/>
                </a:lnTo>
                <a:lnTo>
                  <a:pt x="24601" y="47613"/>
                </a:lnTo>
                <a:lnTo>
                  <a:pt x="27064" y="46959"/>
                </a:lnTo>
                <a:lnTo>
                  <a:pt x="29234" y="46959"/>
                </a:lnTo>
                <a:lnTo>
                  <a:pt x="32139" y="45951"/>
                </a:lnTo>
                <a:lnTo>
                  <a:pt x="33573" y="42983"/>
                </a:lnTo>
                <a:lnTo>
                  <a:pt x="36662" y="42178"/>
                </a:lnTo>
                <a:lnTo>
                  <a:pt x="36680" y="42048"/>
                </a:lnTo>
                <a:lnTo>
                  <a:pt x="36956" y="40013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60" name="object 1060"/>
          <p:cNvSpPr/>
          <p:nvPr/>
        </p:nvSpPr>
        <p:spPr>
          <a:xfrm>
            <a:off x="7994700" y="2019638"/>
            <a:ext cx="36956" cy="56723"/>
          </a:xfrm>
          <a:custGeom>
            <a:avLst/>
            <a:gdLst/>
            <a:ahLst/>
            <a:cxnLst/>
            <a:rect l="l" t="t" r="r" b="b"/>
            <a:pathLst>
              <a:path w="36956" h="56723">
                <a:moveTo>
                  <a:pt x="17025" y="5133"/>
                </a:moveTo>
                <a:lnTo>
                  <a:pt x="17430" y="9109"/>
                </a:lnTo>
                <a:lnTo>
                  <a:pt x="18165" y="10518"/>
                </a:lnTo>
                <a:lnTo>
                  <a:pt x="19194" y="12080"/>
                </a:lnTo>
                <a:lnTo>
                  <a:pt x="19783" y="14947"/>
                </a:lnTo>
                <a:lnTo>
                  <a:pt x="21805" y="21491"/>
                </a:lnTo>
                <a:lnTo>
                  <a:pt x="23424" y="29242"/>
                </a:lnTo>
                <a:lnTo>
                  <a:pt x="24123" y="34426"/>
                </a:lnTo>
                <a:lnTo>
                  <a:pt x="31403" y="34627"/>
                </a:lnTo>
                <a:lnTo>
                  <a:pt x="32580" y="35634"/>
                </a:lnTo>
                <a:lnTo>
                  <a:pt x="35927" y="35634"/>
                </a:lnTo>
                <a:lnTo>
                  <a:pt x="36956" y="40013"/>
                </a:lnTo>
                <a:lnTo>
                  <a:pt x="36680" y="42048"/>
                </a:lnTo>
                <a:lnTo>
                  <a:pt x="36662" y="42178"/>
                </a:lnTo>
                <a:lnTo>
                  <a:pt x="33573" y="42983"/>
                </a:lnTo>
                <a:lnTo>
                  <a:pt x="32139" y="45951"/>
                </a:lnTo>
                <a:lnTo>
                  <a:pt x="29234" y="46959"/>
                </a:lnTo>
                <a:lnTo>
                  <a:pt x="27064" y="46959"/>
                </a:lnTo>
                <a:lnTo>
                  <a:pt x="24601" y="47613"/>
                </a:lnTo>
                <a:lnTo>
                  <a:pt x="24453" y="48972"/>
                </a:lnTo>
                <a:lnTo>
                  <a:pt x="24601" y="51941"/>
                </a:lnTo>
                <a:lnTo>
                  <a:pt x="21365" y="54558"/>
                </a:lnTo>
                <a:lnTo>
                  <a:pt x="17871" y="56572"/>
                </a:lnTo>
                <a:lnTo>
                  <a:pt x="16142" y="56320"/>
                </a:lnTo>
                <a:lnTo>
                  <a:pt x="13531" y="55163"/>
                </a:lnTo>
                <a:lnTo>
                  <a:pt x="10628" y="55565"/>
                </a:lnTo>
                <a:lnTo>
                  <a:pt x="7686" y="56723"/>
                </a:lnTo>
                <a:lnTo>
                  <a:pt x="4928" y="55918"/>
                </a:lnTo>
                <a:lnTo>
                  <a:pt x="3052" y="52948"/>
                </a:lnTo>
                <a:lnTo>
                  <a:pt x="3199" y="49777"/>
                </a:lnTo>
                <a:lnTo>
                  <a:pt x="2494" y="45965"/>
                </a:lnTo>
                <a:lnTo>
                  <a:pt x="2463" y="45800"/>
                </a:lnTo>
                <a:lnTo>
                  <a:pt x="2299" y="43695"/>
                </a:lnTo>
                <a:lnTo>
                  <a:pt x="2059" y="40616"/>
                </a:lnTo>
                <a:lnTo>
                  <a:pt x="1176" y="35835"/>
                </a:lnTo>
                <a:lnTo>
                  <a:pt x="0" y="28687"/>
                </a:lnTo>
                <a:lnTo>
                  <a:pt x="147" y="21491"/>
                </a:lnTo>
                <a:lnTo>
                  <a:pt x="147" y="15098"/>
                </a:lnTo>
                <a:lnTo>
                  <a:pt x="441" y="10719"/>
                </a:lnTo>
                <a:lnTo>
                  <a:pt x="2794" y="7145"/>
                </a:lnTo>
                <a:lnTo>
                  <a:pt x="3836" y="5693"/>
                </a:lnTo>
                <a:lnTo>
                  <a:pt x="4670" y="4529"/>
                </a:lnTo>
                <a:lnTo>
                  <a:pt x="6839" y="2968"/>
                </a:lnTo>
                <a:lnTo>
                  <a:pt x="7683" y="772"/>
                </a:lnTo>
                <a:lnTo>
                  <a:pt x="7979" y="0"/>
                </a:lnTo>
                <a:lnTo>
                  <a:pt x="17025" y="5133"/>
                </a:lnTo>
                <a:close/>
              </a:path>
            </a:pathLst>
          </a:custGeom>
          <a:ln w="65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61" name="object 1061"/>
          <p:cNvSpPr/>
          <p:nvPr/>
        </p:nvSpPr>
        <p:spPr>
          <a:xfrm>
            <a:off x="7995288" y="2023010"/>
            <a:ext cx="23351" cy="52847"/>
          </a:xfrm>
          <a:custGeom>
            <a:avLst/>
            <a:gdLst/>
            <a:ahLst/>
            <a:cxnLst/>
            <a:rect l="l" t="t" r="r" b="b"/>
            <a:pathLst>
              <a:path w="23351" h="52847">
                <a:moveTo>
                  <a:pt x="147" y="19829"/>
                </a:moveTo>
                <a:lnTo>
                  <a:pt x="257" y="25265"/>
                </a:lnTo>
                <a:lnTo>
                  <a:pt x="993" y="30802"/>
                </a:lnTo>
                <a:lnTo>
                  <a:pt x="1875" y="36590"/>
                </a:lnTo>
                <a:lnTo>
                  <a:pt x="2353" y="41522"/>
                </a:lnTo>
                <a:lnTo>
                  <a:pt x="3052" y="45096"/>
                </a:lnTo>
                <a:lnTo>
                  <a:pt x="2905" y="48317"/>
                </a:lnTo>
                <a:lnTo>
                  <a:pt x="3199" y="50078"/>
                </a:lnTo>
                <a:lnTo>
                  <a:pt x="4229" y="51437"/>
                </a:lnTo>
                <a:lnTo>
                  <a:pt x="5516" y="52646"/>
                </a:lnTo>
                <a:lnTo>
                  <a:pt x="7245" y="52847"/>
                </a:lnTo>
                <a:lnTo>
                  <a:pt x="8090" y="52294"/>
                </a:lnTo>
                <a:lnTo>
                  <a:pt x="9266" y="52092"/>
                </a:lnTo>
                <a:lnTo>
                  <a:pt x="12061" y="51286"/>
                </a:lnTo>
                <a:lnTo>
                  <a:pt x="10848" y="49324"/>
                </a:lnTo>
                <a:lnTo>
                  <a:pt x="9560" y="46454"/>
                </a:lnTo>
                <a:lnTo>
                  <a:pt x="11473" y="48468"/>
                </a:lnTo>
                <a:lnTo>
                  <a:pt x="12907" y="50280"/>
                </a:lnTo>
                <a:lnTo>
                  <a:pt x="13937" y="51286"/>
                </a:lnTo>
                <a:lnTo>
                  <a:pt x="15371" y="52294"/>
                </a:lnTo>
                <a:lnTo>
                  <a:pt x="18533" y="52294"/>
                </a:lnTo>
                <a:lnTo>
                  <a:pt x="19416" y="51690"/>
                </a:lnTo>
                <a:lnTo>
                  <a:pt x="19858" y="51085"/>
                </a:lnTo>
                <a:lnTo>
                  <a:pt x="17834" y="49475"/>
                </a:lnTo>
                <a:lnTo>
                  <a:pt x="15812" y="46907"/>
                </a:lnTo>
                <a:lnTo>
                  <a:pt x="15223" y="45700"/>
                </a:lnTo>
                <a:lnTo>
                  <a:pt x="16842" y="46303"/>
                </a:lnTo>
                <a:lnTo>
                  <a:pt x="19269" y="48871"/>
                </a:lnTo>
                <a:lnTo>
                  <a:pt x="20299" y="50078"/>
                </a:lnTo>
                <a:lnTo>
                  <a:pt x="22616" y="50280"/>
                </a:lnTo>
                <a:lnTo>
                  <a:pt x="23351" y="49676"/>
                </a:lnTo>
                <a:lnTo>
                  <a:pt x="23351" y="44341"/>
                </a:lnTo>
                <a:lnTo>
                  <a:pt x="20299" y="43687"/>
                </a:lnTo>
                <a:lnTo>
                  <a:pt x="17687" y="43486"/>
                </a:lnTo>
                <a:lnTo>
                  <a:pt x="14819" y="43133"/>
                </a:lnTo>
                <a:lnTo>
                  <a:pt x="11583" y="42478"/>
                </a:lnTo>
                <a:lnTo>
                  <a:pt x="10113" y="41119"/>
                </a:lnTo>
                <a:lnTo>
                  <a:pt x="6214" y="34426"/>
                </a:lnTo>
                <a:lnTo>
                  <a:pt x="8237" y="36388"/>
                </a:lnTo>
                <a:lnTo>
                  <a:pt x="9560" y="37998"/>
                </a:lnTo>
                <a:lnTo>
                  <a:pt x="8825" y="33217"/>
                </a:lnTo>
                <a:lnTo>
                  <a:pt x="7355" y="31406"/>
                </a:lnTo>
                <a:lnTo>
                  <a:pt x="5222" y="26474"/>
                </a:lnTo>
                <a:lnTo>
                  <a:pt x="7244" y="28788"/>
                </a:lnTo>
                <a:lnTo>
                  <a:pt x="8568" y="29442"/>
                </a:lnTo>
                <a:lnTo>
                  <a:pt x="8237" y="26021"/>
                </a:lnTo>
                <a:lnTo>
                  <a:pt x="6802" y="23453"/>
                </a:lnTo>
                <a:lnTo>
                  <a:pt x="5369" y="21491"/>
                </a:lnTo>
                <a:lnTo>
                  <a:pt x="3897" y="15652"/>
                </a:lnTo>
                <a:lnTo>
                  <a:pt x="6655" y="20484"/>
                </a:lnTo>
                <a:lnTo>
                  <a:pt x="8237" y="22246"/>
                </a:lnTo>
                <a:lnTo>
                  <a:pt x="8421" y="14847"/>
                </a:lnTo>
                <a:lnTo>
                  <a:pt x="8825" y="11927"/>
                </a:lnTo>
                <a:lnTo>
                  <a:pt x="9707" y="10569"/>
                </a:lnTo>
                <a:lnTo>
                  <a:pt x="10995" y="8353"/>
                </a:lnTo>
                <a:lnTo>
                  <a:pt x="13055" y="7347"/>
                </a:lnTo>
                <a:lnTo>
                  <a:pt x="14084" y="6743"/>
                </a:lnTo>
                <a:lnTo>
                  <a:pt x="11179" y="2968"/>
                </a:lnTo>
                <a:lnTo>
                  <a:pt x="8090" y="3974"/>
                </a:lnTo>
                <a:lnTo>
                  <a:pt x="6067" y="5586"/>
                </a:lnTo>
                <a:lnTo>
                  <a:pt x="5369" y="7145"/>
                </a:lnTo>
                <a:lnTo>
                  <a:pt x="5920" y="4730"/>
                </a:lnTo>
                <a:lnTo>
                  <a:pt x="7097" y="3974"/>
                </a:lnTo>
                <a:lnTo>
                  <a:pt x="8972" y="2968"/>
                </a:lnTo>
                <a:lnTo>
                  <a:pt x="10444" y="2616"/>
                </a:lnTo>
                <a:lnTo>
                  <a:pt x="9560" y="1962"/>
                </a:lnTo>
                <a:lnTo>
                  <a:pt x="8090" y="1408"/>
                </a:lnTo>
                <a:lnTo>
                  <a:pt x="6802" y="754"/>
                </a:lnTo>
                <a:lnTo>
                  <a:pt x="6067" y="0"/>
                </a:lnTo>
                <a:lnTo>
                  <a:pt x="4376" y="1610"/>
                </a:lnTo>
                <a:lnTo>
                  <a:pt x="3346" y="2968"/>
                </a:lnTo>
                <a:lnTo>
                  <a:pt x="2353" y="4730"/>
                </a:lnTo>
                <a:lnTo>
                  <a:pt x="882" y="5737"/>
                </a:lnTo>
                <a:lnTo>
                  <a:pt x="588" y="7598"/>
                </a:lnTo>
                <a:lnTo>
                  <a:pt x="0" y="10569"/>
                </a:lnTo>
                <a:lnTo>
                  <a:pt x="0" y="15098"/>
                </a:lnTo>
                <a:lnTo>
                  <a:pt x="147" y="19829"/>
                </a:lnTo>
                <a:close/>
              </a:path>
            </a:pathLst>
          </a:custGeom>
          <a:solidFill>
            <a:srgbClr val="DFDFD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62" name="object 1062"/>
          <p:cNvSpPr/>
          <p:nvPr/>
        </p:nvSpPr>
        <p:spPr>
          <a:xfrm>
            <a:off x="7997017" y="2049283"/>
            <a:ext cx="6802" cy="24409"/>
          </a:xfrm>
          <a:custGeom>
            <a:avLst/>
            <a:gdLst/>
            <a:ahLst/>
            <a:cxnLst/>
            <a:rect l="l" t="t" r="r" b="b"/>
            <a:pathLst>
              <a:path w="6802" h="24409">
                <a:moveTo>
                  <a:pt x="1727" y="11726"/>
                </a:moveTo>
                <a:lnTo>
                  <a:pt x="2611" y="15098"/>
                </a:lnTo>
                <a:lnTo>
                  <a:pt x="3199" y="18119"/>
                </a:lnTo>
                <a:lnTo>
                  <a:pt x="4339" y="21642"/>
                </a:lnTo>
                <a:lnTo>
                  <a:pt x="5589" y="23604"/>
                </a:lnTo>
                <a:lnTo>
                  <a:pt x="6802" y="24409"/>
                </a:lnTo>
                <a:lnTo>
                  <a:pt x="5920" y="20433"/>
                </a:lnTo>
                <a:lnTo>
                  <a:pt x="3897" y="16457"/>
                </a:lnTo>
                <a:lnTo>
                  <a:pt x="2611" y="12683"/>
                </a:lnTo>
                <a:lnTo>
                  <a:pt x="1470" y="7146"/>
                </a:lnTo>
                <a:lnTo>
                  <a:pt x="0" y="0"/>
                </a:lnTo>
                <a:lnTo>
                  <a:pt x="624" y="3572"/>
                </a:lnTo>
                <a:lnTo>
                  <a:pt x="1323" y="8506"/>
                </a:lnTo>
                <a:lnTo>
                  <a:pt x="1727" y="11726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63" name="object 1063"/>
          <p:cNvSpPr/>
          <p:nvPr/>
        </p:nvSpPr>
        <p:spPr>
          <a:xfrm>
            <a:off x="8004003" y="2029603"/>
            <a:ext cx="26991" cy="36742"/>
          </a:xfrm>
          <a:custGeom>
            <a:avLst/>
            <a:gdLst/>
            <a:ahLst/>
            <a:cxnLst/>
            <a:rect l="l" t="t" r="r" b="b"/>
            <a:pathLst>
              <a:path w="26991" h="36742">
                <a:moveTo>
                  <a:pt x="10480" y="10066"/>
                </a:moveTo>
                <a:lnTo>
                  <a:pt x="10480" y="6744"/>
                </a:lnTo>
                <a:lnTo>
                  <a:pt x="9597" y="3120"/>
                </a:lnTo>
                <a:lnTo>
                  <a:pt x="8127" y="1358"/>
                </a:lnTo>
                <a:lnTo>
                  <a:pt x="4964" y="0"/>
                </a:lnTo>
                <a:lnTo>
                  <a:pt x="2500" y="1157"/>
                </a:lnTo>
                <a:lnTo>
                  <a:pt x="1912" y="2114"/>
                </a:lnTo>
                <a:lnTo>
                  <a:pt x="1176" y="3573"/>
                </a:lnTo>
                <a:lnTo>
                  <a:pt x="293" y="6342"/>
                </a:lnTo>
                <a:lnTo>
                  <a:pt x="2500" y="4982"/>
                </a:lnTo>
                <a:lnTo>
                  <a:pt x="3198" y="4781"/>
                </a:lnTo>
                <a:lnTo>
                  <a:pt x="1029" y="6744"/>
                </a:lnTo>
                <a:lnTo>
                  <a:pt x="293" y="8304"/>
                </a:lnTo>
                <a:lnTo>
                  <a:pt x="0" y="12683"/>
                </a:lnTo>
                <a:lnTo>
                  <a:pt x="146" y="15251"/>
                </a:lnTo>
                <a:lnTo>
                  <a:pt x="293" y="17867"/>
                </a:lnTo>
                <a:lnTo>
                  <a:pt x="440" y="21642"/>
                </a:lnTo>
                <a:lnTo>
                  <a:pt x="2899" y="23401"/>
                </a:lnTo>
                <a:lnTo>
                  <a:pt x="6288" y="23202"/>
                </a:lnTo>
                <a:lnTo>
                  <a:pt x="7685" y="22648"/>
                </a:lnTo>
                <a:lnTo>
                  <a:pt x="9009" y="22648"/>
                </a:lnTo>
                <a:lnTo>
                  <a:pt x="8715" y="23656"/>
                </a:lnTo>
                <a:lnTo>
                  <a:pt x="8127" y="24008"/>
                </a:lnTo>
                <a:lnTo>
                  <a:pt x="5810" y="24210"/>
                </a:lnTo>
                <a:lnTo>
                  <a:pt x="8274" y="28337"/>
                </a:lnTo>
                <a:lnTo>
                  <a:pt x="9413" y="26222"/>
                </a:lnTo>
                <a:lnTo>
                  <a:pt x="10148" y="25015"/>
                </a:lnTo>
                <a:lnTo>
                  <a:pt x="10737" y="25015"/>
                </a:lnTo>
                <a:lnTo>
                  <a:pt x="10590" y="25820"/>
                </a:lnTo>
                <a:lnTo>
                  <a:pt x="10148" y="27430"/>
                </a:lnTo>
                <a:lnTo>
                  <a:pt x="9009" y="28789"/>
                </a:lnTo>
                <a:lnTo>
                  <a:pt x="6802" y="30148"/>
                </a:lnTo>
                <a:lnTo>
                  <a:pt x="3199" y="30752"/>
                </a:lnTo>
                <a:lnTo>
                  <a:pt x="1324" y="31305"/>
                </a:lnTo>
                <a:lnTo>
                  <a:pt x="2316" y="33772"/>
                </a:lnTo>
                <a:lnTo>
                  <a:pt x="2905" y="34728"/>
                </a:lnTo>
                <a:lnTo>
                  <a:pt x="4228" y="35383"/>
                </a:lnTo>
                <a:lnTo>
                  <a:pt x="5957" y="34376"/>
                </a:lnTo>
                <a:lnTo>
                  <a:pt x="7243" y="33168"/>
                </a:lnTo>
                <a:lnTo>
                  <a:pt x="8421" y="31909"/>
                </a:lnTo>
                <a:lnTo>
                  <a:pt x="9156" y="30752"/>
                </a:lnTo>
                <a:lnTo>
                  <a:pt x="9597" y="29343"/>
                </a:lnTo>
                <a:lnTo>
                  <a:pt x="10480" y="29343"/>
                </a:lnTo>
                <a:lnTo>
                  <a:pt x="10296" y="30903"/>
                </a:lnTo>
                <a:lnTo>
                  <a:pt x="9266" y="32766"/>
                </a:lnTo>
                <a:lnTo>
                  <a:pt x="7832" y="33772"/>
                </a:lnTo>
                <a:lnTo>
                  <a:pt x="4155" y="35483"/>
                </a:lnTo>
                <a:lnTo>
                  <a:pt x="5810" y="35885"/>
                </a:lnTo>
                <a:lnTo>
                  <a:pt x="7538" y="35885"/>
                </a:lnTo>
                <a:lnTo>
                  <a:pt x="9009" y="35533"/>
                </a:lnTo>
                <a:lnTo>
                  <a:pt x="10296" y="34728"/>
                </a:lnTo>
                <a:lnTo>
                  <a:pt x="11473" y="33773"/>
                </a:lnTo>
                <a:lnTo>
                  <a:pt x="13054" y="32766"/>
                </a:lnTo>
                <a:lnTo>
                  <a:pt x="14378" y="30752"/>
                </a:lnTo>
                <a:lnTo>
                  <a:pt x="14966" y="29142"/>
                </a:lnTo>
                <a:lnTo>
                  <a:pt x="15995" y="27934"/>
                </a:lnTo>
                <a:lnTo>
                  <a:pt x="16878" y="28136"/>
                </a:lnTo>
                <a:lnTo>
                  <a:pt x="16989" y="29343"/>
                </a:lnTo>
                <a:lnTo>
                  <a:pt x="16548" y="30551"/>
                </a:lnTo>
                <a:lnTo>
                  <a:pt x="15113" y="32112"/>
                </a:lnTo>
                <a:lnTo>
                  <a:pt x="13237" y="33521"/>
                </a:lnTo>
                <a:lnTo>
                  <a:pt x="10590" y="36340"/>
                </a:lnTo>
                <a:lnTo>
                  <a:pt x="13054" y="36541"/>
                </a:lnTo>
                <a:lnTo>
                  <a:pt x="14672" y="36340"/>
                </a:lnTo>
                <a:lnTo>
                  <a:pt x="16253" y="34728"/>
                </a:lnTo>
                <a:lnTo>
                  <a:pt x="17724" y="32766"/>
                </a:lnTo>
                <a:lnTo>
                  <a:pt x="18165" y="30903"/>
                </a:lnTo>
                <a:lnTo>
                  <a:pt x="18753" y="29343"/>
                </a:lnTo>
                <a:lnTo>
                  <a:pt x="20335" y="29544"/>
                </a:lnTo>
                <a:lnTo>
                  <a:pt x="20592" y="30903"/>
                </a:lnTo>
                <a:lnTo>
                  <a:pt x="20188" y="32565"/>
                </a:lnTo>
                <a:lnTo>
                  <a:pt x="18312" y="34527"/>
                </a:lnTo>
                <a:lnTo>
                  <a:pt x="15517" y="36742"/>
                </a:lnTo>
                <a:lnTo>
                  <a:pt x="17724" y="36541"/>
                </a:lnTo>
                <a:lnTo>
                  <a:pt x="19636" y="36087"/>
                </a:lnTo>
                <a:lnTo>
                  <a:pt x="22063" y="35332"/>
                </a:lnTo>
                <a:lnTo>
                  <a:pt x="23093" y="33773"/>
                </a:lnTo>
                <a:lnTo>
                  <a:pt x="23644" y="32565"/>
                </a:lnTo>
                <a:lnTo>
                  <a:pt x="23791" y="30551"/>
                </a:lnTo>
                <a:lnTo>
                  <a:pt x="23938" y="28941"/>
                </a:lnTo>
                <a:lnTo>
                  <a:pt x="24380" y="29544"/>
                </a:lnTo>
                <a:lnTo>
                  <a:pt x="24527" y="30903"/>
                </a:lnTo>
                <a:lnTo>
                  <a:pt x="24527" y="32565"/>
                </a:lnTo>
                <a:lnTo>
                  <a:pt x="26844" y="31759"/>
                </a:lnTo>
                <a:lnTo>
                  <a:pt x="26991" y="29142"/>
                </a:lnTo>
                <a:lnTo>
                  <a:pt x="26991" y="27581"/>
                </a:lnTo>
                <a:lnTo>
                  <a:pt x="25998" y="26222"/>
                </a:lnTo>
                <a:lnTo>
                  <a:pt x="23093" y="26222"/>
                </a:lnTo>
                <a:lnTo>
                  <a:pt x="21879" y="25216"/>
                </a:lnTo>
                <a:lnTo>
                  <a:pt x="20041" y="25015"/>
                </a:lnTo>
                <a:lnTo>
                  <a:pt x="17136" y="25216"/>
                </a:lnTo>
                <a:lnTo>
                  <a:pt x="13937" y="24612"/>
                </a:lnTo>
                <a:lnTo>
                  <a:pt x="13237" y="24210"/>
                </a:lnTo>
                <a:lnTo>
                  <a:pt x="12171" y="24612"/>
                </a:lnTo>
                <a:lnTo>
                  <a:pt x="11032" y="24008"/>
                </a:lnTo>
                <a:lnTo>
                  <a:pt x="11179" y="23001"/>
                </a:lnTo>
                <a:lnTo>
                  <a:pt x="10001" y="22648"/>
                </a:lnTo>
                <a:lnTo>
                  <a:pt x="10001" y="21642"/>
                </a:lnTo>
                <a:lnTo>
                  <a:pt x="10590" y="20636"/>
                </a:lnTo>
                <a:lnTo>
                  <a:pt x="10296" y="19629"/>
                </a:lnTo>
                <a:lnTo>
                  <a:pt x="9854" y="18672"/>
                </a:lnTo>
                <a:lnTo>
                  <a:pt x="10296" y="18018"/>
                </a:lnTo>
                <a:lnTo>
                  <a:pt x="10296" y="15452"/>
                </a:lnTo>
                <a:lnTo>
                  <a:pt x="10001" y="12029"/>
                </a:lnTo>
                <a:lnTo>
                  <a:pt x="10480" y="10066"/>
                </a:lnTo>
                <a:close/>
              </a:path>
            </a:pathLst>
          </a:custGeom>
          <a:solidFill>
            <a:srgbClr val="DFDFD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64" name="object 1064"/>
          <p:cNvSpPr/>
          <p:nvPr/>
        </p:nvSpPr>
        <p:spPr>
          <a:xfrm>
            <a:off x="8004444" y="2051246"/>
            <a:ext cx="7833" cy="9663"/>
          </a:xfrm>
          <a:custGeom>
            <a:avLst/>
            <a:gdLst/>
            <a:ahLst/>
            <a:cxnLst/>
            <a:rect l="l" t="t" r="r" b="b"/>
            <a:pathLst>
              <a:path w="7833" h="9663">
                <a:moveTo>
                  <a:pt x="0" y="0"/>
                </a:moveTo>
                <a:lnTo>
                  <a:pt x="0" y="2567"/>
                </a:lnTo>
                <a:lnTo>
                  <a:pt x="147" y="5535"/>
                </a:lnTo>
                <a:lnTo>
                  <a:pt x="883" y="9663"/>
                </a:lnTo>
                <a:lnTo>
                  <a:pt x="2758" y="8958"/>
                </a:lnTo>
                <a:lnTo>
                  <a:pt x="5222" y="7901"/>
                </a:lnTo>
                <a:lnTo>
                  <a:pt x="7833" y="6694"/>
                </a:lnTo>
                <a:lnTo>
                  <a:pt x="5369" y="2567"/>
                </a:lnTo>
                <a:lnTo>
                  <a:pt x="2464" y="1762"/>
                </a:lnTo>
                <a:lnTo>
                  <a:pt x="0" y="0"/>
                </a:lnTo>
                <a:close/>
              </a:path>
            </a:pathLst>
          </a:custGeom>
          <a:solidFill>
            <a:srgbClr val="DFDFD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65" name="object 1065"/>
          <p:cNvSpPr/>
          <p:nvPr/>
        </p:nvSpPr>
        <p:spPr>
          <a:xfrm>
            <a:off x="8005843" y="2043293"/>
            <a:ext cx="6765" cy="8254"/>
          </a:xfrm>
          <a:custGeom>
            <a:avLst/>
            <a:gdLst/>
            <a:ahLst/>
            <a:cxnLst/>
            <a:rect l="l" t="t" r="r" b="b"/>
            <a:pathLst>
              <a:path w="6765" h="8254">
                <a:moveTo>
                  <a:pt x="808" y="7499"/>
                </a:moveTo>
                <a:lnTo>
                  <a:pt x="2500" y="5738"/>
                </a:lnTo>
                <a:lnTo>
                  <a:pt x="3235" y="4982"/>
                </a:lnTo>
                <a:lnTo>
                  <a:pt x="5073" y="3120"/>
                </a:lnTo>
                <a:lnTo>
                  <a:pt x="5883" y="2265"/>
                </a:lnTo>
                <a:lnTo>
                  <a:pt x="6765" y="653"/>
                </a:lnTo>
                <a:lnTo>
                  <a:pt x="6765" y="0"/>
                </a:lnTo>
                <a:lnTo>
                  <a:pt x="5956" y="100"/>
                </a:lnTo>
                <a:lnTo>
                  <a:pt x="4669" y="553"/>
                </a:lnTo>
                <a:lnTo>
                  <a:pt x="3456" y="1762"/>
                </a:lnTo>
                <a:lnTo>
                  <a:pt x="2427" y="3523"/>
                </a:lnTo>
                <a:lnTo>
                  <a:pt x="1433" y="5133"/>
                </a:lnTo>
                <a:lnTo>
                  <a:pt x="587" y="6241"/>
                </a:lnTo>
                <a:lnTo>
                  <a:pt x="0" y="6996"/>
                </a:lnTo>
                <a:lnTo>
                  <a:pt x="73" y="7952"/>
                </a:lnTo>
                <a:lnTo>
                  <a:pt x="808" y="8254"/>
                </a:lnTo>
                <a:lnTo>
                  <a:pt x="1690" y="8103"/>
                </a:lnTo>
                <a:lnTo>
                  <a:pt x="3235" y="7248"/>
                </a:lnTo>
                <a:lnTo>
                  <a:pt x="6250" y="6493"/>
                </a:lnTo>
                <a:lnTo>
                  <a:pt x="6397" y="5738"/>
                </a:lnTo>
                <a:lnTo>
                  <a:pt x="4522" y="5939"/>
                </a:lnTo>
                <a:lnTo>
                  <a:pt x="2647" y="6694"/>
                </a:lnTo>
                <a:lnTo>
                  <a:pt x="808" y="7499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66" name="object 1066"/>
          <p:cNvSpPr/>
          <p:nvPr/>
        </p:nvSpPr>
        <p:spPr>
          <a:xfrm>
            <a:off x="8006063" y="2036348"/>
            <a:ext cx="6177" cy="10871"/>
          </a:xfrm>
          <a:custGeom>
            <a:avLst/>
            <a:gdLst/>
            <a:ahLst/>
            <a:cxnLst/>
            <a:rect l="l" t="t" r="r" b="b"/>
            <a:pathLst>
              <a:path w="6177" h="10871">
                <a:moveTo>
                  <a:pt x="0" y="10871"/>
                </a:moveTo>
                <a:lnTo>
                  <a:pt x="257" y="10217"/>
                </a:lnTo>
                <a:lnTo>
                  <a:pt x="1323" y="8154"/>
                </a:lnTo>
                <a:lnTo>
                  <a:pt x="2206" y="6190"/>
                </a:lnTo>
                <a:lnTo>
                  <a:pt x="3529" y="4680"/>
                </a:lnTo>
                <a:lnTo>
                  <a:pt x="4890" y="3471"/>
                </a:lnTo>
                <a:lnTo>
                  <a:pt x="5589" y="3169"/>
                </a:lnTo>
                <a:lnTo>
                  <a:pt x="6104" y="2063"/>
                </a:lnTo>
                <a:lnTo>
                  <a:pt x="6177" y="1207"/>
                </a:lnTo>
                <a:lnTo>
                  <a:pt x="5883" y="201"/>
                </a:lnTo>
                <a:lnTo>
                  <a:pt x="5000" y="0"/>
                </a:lnTo>
                <a:lnTo>
                  <a:pt x="4118" y="302"/>
                </a:lnTo>
                <a:lnTo>
                  <a:pt x="1838" y="2666"/>
                </a:lnTo>
                <a:lnTo>
                  <a:pt x="992" y="4378"/>
                </a:lnTo>
                <a:lnTo>
                  <a:pt x="514" y="6240"/>
                </a:lnTo>
                <a:lnTo>
                  <a:pt x="257" y="8405"/>
                </a:lnTo>
                <a:lnTo>
                  <a:pt x="0" y="10871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67" name="object 1067"/>
          <p:cNvSpPr/>
          <p:nvPr/>
        </p:nvSpPr>
        <p:spPr>
          <a:xfrm>
            <a:off x="8006798" y="2025627"/>
            <a:ext cx="6582" cy="6241"/>
          </a:xfrm>
          <a:custGeom>
            <a:avLst/>
            <a:gdLst/>
            <a:ahLst/>
            <a:cxnLst/>
            <a:rect l="l" t="t" r="r" b="b"/>
            <a:pathLst>
              <a:path w="6582" h="6241">
                <a:moveTo>
                  <a:pt x="6582" y="6241"/>
                </a:moveTo>
                <a:lnTo>
                  <a:pt x="5001" y="3925"/>
                </a:lnTo>
                <a:lnTo>
                  <a:pt x="4448" y="3070"/>
                </a:lnTo>
                <a:lnTo>
                  <a:pt x="3309" y="2265"/>
                </a:lnTo>
                <a:lnTo>
                  <a:pt x="1692" y="1358"/>
                </a:lnTo>
                <a:lnTo>
                  <a:pt x="0" y="0"/>
                </a:lnTo>
                <a:lnTo>
                  <a:pt x="2280" y="3472"/>
                </a:lnTo>
                <a:lnTo>
                  <a:pt x="3566" y="3925"/>
                </a:lnTo>
                <a:lnTo>
                  <a:pt x="5442" y="4882"/>
                </a:lnTo>
                <a:lnTo>
                  <a:pt x="6582" y="6241"/>
                </a:lnTo>
                <a:close/>
              </a:path>
            </a:pathLst>
          </a:custGeom>
          <a:solidFill>
            <a:srgbClr val="DFDFD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68" name="object 1068"/>
          <p:cNvSpPr/>
          <p:nvPr/>
        </p:nvSpPr>
        <p:spPr>
          <a:xfrm>
            <a:off x="8014631" y="2037153"/>
            <a:ext cx="3713" cy="16257"/>
          </a:xfrm>
          <a:custGeom>
            <a:avLst/>
            <a:gdLst/>
            <a:ahLst/>
            <a:cxnLst/>
            <a:rect l="l" t="t" r="r" b="b"/>
            <a:pathLst>
              <a:path w="3713" h="16257">
                <a:moveTo>
                  <a:pt x="1286" y="4479"/>
                </a:moveTo>
                <a:lnTo>
                  <a:pt x="146" y="0"/>
                </a:lnTo>
                <a:lnTo>
                  <a:pt x="146" y="2970"/>
                </a:lnTo>
                <a:lnTo>
                  <a:pt x="0" y="4731"/>
                </a:lnTo>
                <a:lnTo>
                  <a:pt x="440" y="7095"/>
                </a:lnTo>
                <a:lnTo>
                  <a:pt x="440" y="9663"/>
                </a:lnTo>
                <a:lnTo>
                  <a:pt x="147" y="10871"/>
                </a:lnTo>
                <a:lnTo>
                  <a:pt x="147" y="11878"/>
                </a:lnTo>
                <a:lnTo>
                  <a:pt x="587" y="12834"/>
                </a:lnTo>
                <a:lnTo>
                  <a:pt x="587" y="13639"/>
                </a:lnTo>
                <a:lnTo>
                  <a:pt x="294" y="14243"/>
                </a:lnTo>
                <a:lnTo>
                  <a:pt x="881" y="14847"/>
                </a:lnTo>
                <a:lnTo>
                  <a:pt x="1286" y="15401"/>
                </a:lnTo>
                <a:lnTo>
                  <a:pt x="1286" y="16056"/>
                </a:lnTo>
                <a:lnTo>
                  <a:pt x="1874" y="16257"/>
                </a:lnTo>
                <a:lnTo>
                  <a:pt x="3713" y="16257"/>
                </a:lnTo>
                <a:lnTo>
                  <a:pt x="2978" y="13237"/>
                </a:lnTo>
                <a:lnTo>
                  <a:pt x="2278" y="8707"/>
                </a:lnTo>
                <a:lnTo>
                  <a:pt x="1286" y="4479"/>
                </a:lnTo>
                <a:close/>
              </a:path>
            </a:pathLst>
          </a:custGeom>
          <a:solidFill>
            <a:srgbClr val="DFDFD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69" name="object 1069"/>
          <p:cNvSpPr/>
          <p:nvPr/>
        </p:nvSpPr>
        <p:spPr>
          <a:xfrm>
            <a:off x="8006173" y="2054668"/>
            <a:ext cx="6655" cy="3070"/>
          </a:xfrm>
          <a:custGeom>
            <a:avLst/>
            <a:gdLst/>
            <a:ahLst/>
            <a:cxnLst/>
            <a:rect l="l" t="t" r="r" b="b"/>
            <a:pathLst>
              <a:path w="6655" h="3070">
                <a:moveTo>
                  <a:pt x="1360" y="1509"/>
                </a:moveTo>
                <a:lnTo>
                  <a:pt x="0" y="2869"/>
                </a:lnTo>
                <a:lnTo>
                  <a:pt x="1617" y="3070"/>
                </a:lnTo>
                <a:lnTo>
                  <a:pt x="4081" y="2515"/>
                </a:lnTo>
                <a:lnTo>
                  <a:pt x="5626" y="1911"/>
                </a:lnTo>
                <a:lnTo>
                  <a:pt x="6324" y="1157"/>
                </a:lnTo>
                <a:lnTo>
                  <a:pt x="6655" y="201"/>
                </a:lnTo>
                <a:lnTo>
                  <a:pt x="5920" y="0"/>
                </a:lnTo>
                <a:lnTo>
                  <a:pt x="4154" y="151"/>
                </a:lnTo>
                <a:lnTo>
                  <a:pt x="2794" y="653"/>
                </a:lnTo>
                <a:lnTo>
                  <a:pt x="1360" y="1509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70" name="object 1070"/>
          <p:cNvSpPr/>
          <p:nvPr/>
        </p:nvSpPr>
        <p:spPr>
          <a:xfrm>
            <a:off x="8014337" y="2056329"/>
            <a:ext cx="4007" cy="6795"/>
          </a:xfrm>
          <a:custGeom>
            <a:avLst/>
            <a:gdLst/>
            <a:ahLst/>
            <a:cxnLst/>
            <a:rect l="l" t="t" r="r" b="b"/>
            <a:pathLst>
              <a:path w="4007" h="6795">
                <a:moveTo>
                  <a:pt x="4007" y="1108"/>
                </a:moveTo>
                <a:lnTo>
                  <a:pt x="3934" y="301"/>
                </a:lnTo>
                <a:lnTo>
                  <a:pt x="3419" y="0"/>
                </a:lnTo>
                <a:lnTo>
                  <a:pt x="2646" y="402"/>
                </a:lnTo>
                <a:lnTo>
                  <a:pt x="2168" y="1863"/>
                </a:lnTo>
                <a:lnTo>
                  <a:pt x="1690" y="3423"/>
                </a:lnTo>
                <a:lnTo>
                  <a:pt x="1286" y="4831"/>
                </a:lnTo>
                <a:lnTo>
                  <a:pt x="0" y="6795"/>
                </a:lnTo>
                <a:lnTo>
                  <a:pt x="1433" y="5839"/>
                </a:lnTo>
                <a:lnTo>
                  <a:pt x="2352" y="4730"/>
                </a:lnTo>
                <a:lnTo>
                  <a:pt x="3052" y="3624"/>
                </a:lnTo>
                <a:lnTo>
                  <a:pt x="3676" y="2416"/>
                </a:lnTo>
                <a:lnTo>
                  <a:pt x="4007" y="1108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71" name="object 1071"/>
          <p:cNvSpPr/>
          <p:nvPr/>
        </p:nvSpPr>
        <p:spPr>
          <a:xfrm>
            <a:off x="8002128" y="2020292"/>
            <a:ext cx="9598" cy="8204"/>
          </a:xfrm>
          <a:custGeom>
            <a:avLst/>
            <a:gdLst/>
            <a:ahLst/>
            <a:cxnLst/>
            <a:rect l="l" t="t" r="r" b="b"/>
            <a:pathLst>
              <a:path w="9598" h="8204">
                <a:moveTo>
                  <a:pt x="9598" y="8204"/>
                </a:moveTo>
                <a:lnTo>
                  <a:pt x="9304" y="4831"/>
                </a:lnTo>
                <a:lnTo>
                  <a:pt x="7281" y="3624"/>
                </a:lnTo>
                <a:lnTo>
                  <a:pt x="4560" y="2163"/>
                </a:lnTo>
                <a:lnTo>
                  <a:pt x="2573" y="1106"/>
                </a:lnTo>
                <a:lnTo>
                  <a:pt x="736" y="0"/>
                </a:lnTo>
                <a:lnTo>
                  <a:pt x="0" y="2364"/>
                </a:lnTo>
                <a:lnTo>
                  <a:pt x="1765" y="3725"/>
                </a:lnTo>
                <a:lnTo>
                  <a:pt x="3824" y="4731"/>
                </a:lnTo>
                <a:lnTo>
                  <a:pt x="5405" y="5385"/>
                </a:lnTo>
                <a:lnTo>
                  <a:pt x="7354" y="6795"/>
                </a:lnTo>
                <a:lnTo>
                  <a:pt x="9598" y="8204"/>
                </a:lnTo>
                <a:close/>
              </a:path>
            </a:pathLst>
          </a:custGeom>
          <a:solidFill>
            <a:srgbClr val="DFDFD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72" name="object 1072"/>
          <p:cNvSpPr/>
          <p:nvPr/>
        </p:nvSpPr>
        <p:spPr>
          <a:xfrm>
            <a:off x="7991243" y="2058745"/>
            <a:ext cx="19893" cy="36841"/>
          </a:xfrm>
          <a:custGeom>
            <a:avLst/>
            <a:gdLst/>
            <a:ahLst/>
            <a:cxnLst/>
            <a:rect l="l" t="t" r="r" b="b"/>
            <a:pathLst>
              <a:path w="19893" h="36841">
                <a:moveTo>
                  <a:pt x="7390" y="4982"/>
                </a:moveTo>
                <a:lnTo>
                  <a:pt x="5185" y="4227"/>
                </a:lnTo>
                <a:lnTo>
                  <a:pt x="4485" y="2819"/>
                </a:lnTo>
                <a:lnTo>
                  <a:pt x="1874" y="0"/>
                </a:lnTo>
                <a:lnTo>
                  <a:pt x="0" y="200"/>
                </a:lnTo>
                <a:lnTo>
                  <a:pt x="2280" y="28689"/>
                </a:lnTo>
                <a:lnTo>
                  <a:pt x="3897" y="31305"/>
                </a:lnTo>
                <a:lnTo>
                  <a:pt x="5920" y="33873"/>
                </a:lnTo>
                <a:lnTo>
                  <a:pt x="8825" y="35885"/>
                </a:lnTo>
                <a:lnTo>
                  <a:pt x="12171" y="36489"/>
                </a:lnTo>
                <a:lnTo>
                  <a:pt x="16694" y="36841"/>
                </a:lnTo>
                <a:lnTo>
                  <a:pt x="19305" y="36288"/>
                </a:lnTo>
                <a:lnTo>
                  <a:pt x="19618" y="35216"/>
                </a:lnTo>
                <a:lnTo>
                  <a:pt x="19893" y="34275"/>
                </a:lnTo>
                <a:lnTo>
                  <a:pt x="19599" y="31658"/>
                </a:lnTo>
                <a:lnTo>
                  <a:pt x="17724" y="23705"/>
                </a:lnTo>
                <a:lnTo>
                  <a:pt x="16633" y="18217"/>
                </a:lnTo>
                <a:lnTo>
                  <a:pt x="16143" y="15754"/>
                </a:lnTo>
                <a:lnTo>
                  <a:pt x="15407" y="9763"/>
                </a:lnTo>
                <a:lnTo>
                  <a:pt x="14378" y="5988"/>
                </a:lnTo>
                <a:lnTo>
                  <a:pt x="11032" y="5435"/>
                </a:lnTo>
                <a:lnTo>
                  <a:pt x="7390" y="4982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73" name="object 1073"/>
          <p:cNvSpPr/>
          <p:nvPr/>
        </p:nvSpPr>
        <p:spPr>
          <a:xfrm>
            <a:off x="7991243" y="2058745"/>
            <a:ext cx="19893" cy="36841"/>
          </a:xfrm>
          <a:custGeom>
            <a:avLst/>
            <a:gdLst/>
            <a:ahLst/>
            <a:cxnLst/>
            <a:rect l="l" t="t" r="r" b="b"/>
            <a:pathLst>
              <a:path w="19893" h="36841">
                <a:moveTo>
                  <a:pt x="1874" y="0"/>
                </a:moveTo>
                <a:lnTo>
                  <a:pt x="4485" y="2819"/>
                </a:lnTo>
                <a:lnTo>
                  <a:pt x="5185" y="4227"/>
                </a:lnTo>
                <a:lnTo>
                  <a:pt x="7390" y="4982"/>
                </a:lnTo>
                <a:lnTo>
                  <a:pt x="11032" y="5435"/>
                </a:lnTo>
                <a:lnTo>
                  <a:pt x="14378" y="5988"/>
                </a:lnTo>
                <a:lnTo>
                  <a:pt x="15407" y="9763"/>
                </a:lnTo>
                <a:lnTo>
                  <a:pt x="16143" y="15754"/>
                </a:lnTo>
                <a:lnTo>
                  <a:pt x="16633" y="18217"/>
                </a:lnTo>
                <a:lnTo>
                  <a:pt x="17724" y="23705"/>
                </a:lnTo>
                <a:lnTo>
                  <a:pt x="19599" y="31658"/>
                </a:lnTo>
                <a:lnTo>
                  <a:pt x="19893" y="34275"/>
                </a:lnTo>
                <a:lnTo>
                  <a:pt x="19618" y="35216"/>
                </a:lnTo>
                <a:lnTo>
                  <a:pt x="19305" y="36288"/>
                </a:lnTo>
                <a:lnTo>
                  <a:pt x="16694" y="36841"/>
                </a:lnTo>
                <a:lnTo>
                  <a:pt x="12171" y="36489"/>
                </a:lnTo>
                <a:lnTo>
                  <a:pt x="8825" y="35885"/>
                </a:lnTo>
                <a:lnTo>
                  <a:pt x="5920" y="33873"/>
                </a:lnTo>
                <a:lnTo>
                  <a:pt x="3897" y="31305"/>
                </a:lnTo>
                <a:lnTo>
                  <a:pt x="2280" y="28689"/>
                </a:lnTo>
                <a:lnTo>
                  <a:pt x="0" y="200"/>
                </a:lnTo>
                <a:lnTo>
                  <a:pt x="1874" y="0"/>
                </a:lnTo>
                <a:close/>
              </a:path>
            </a:pathLst>
          </a:custGeom>
          <a:ln w="63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74" name="object 1074"/>
          <p:cNvSpPr/>
          <p:nvPr/>
        </p:nvSpPr>
        <p:spPr>
          <a:xfrm>
            <a:off x="7991648" y="2060557"/>
            <a:ext cx="17099" cy="33772"/>
          </a:xfrm>
          <a:custGeom>
            <a:avLst/>
            <a:gdLst/>
            <a:ahLst/>
            <a:cxnLst/>
            <a:rect l="l" t="t" r="r" b="b"/>
            <a:pathLst>
              <a:path w="17099" h="33772">
                <a:moveTo>
                  <a:pt x="7980" y="6593"/>
                </a:moveTo>
                <a:lnTo>
                  <a:pt x="4597" y="5788"/>
                </a:lnTo>
                <a:lnTo>
                  <a:pt x="2611" y="4378"/>
                </a:lnTo>
                <a:lnTo>
                  <a:pt x="1470" y="3171"/>
                </a:lnTo>
                <a:lnTo>
                  <a:pt x="0" y="0"/>
                </a:lnTo>
                <a:lnTo>
                  <a:pt x="2169" y="25970"/>
                </a:lnTo>
                <a:lnTo>
                  <a:pt x="3640" y="28387"/>
                </a:lnTo>
                <a:lnTo>
                  <a:pt x="5222" y="30601"/>
                </a:lnTo>
                <a:lnTo>
                  <a:pt x="7244" y="32162"/>
                </a:lnTo>
                <a:lnTo>
                  <a:pt x="8972" y="32967"/>
                </a:lnTo>
                <a:lnTo>
                  <a:pt x="11179" y="33369"/>
                </a:lnTo>
                <a:lnTo>
                  <a:pt x="13164" y="33772"/>
                </a:lnTo>
                <a:lnTo>
                  <a:pt x="15481" y="33772"/>
                </a:lnTo>
                <a:lnTo>
                  <a:pt x="16510" y="33369"/>
                </a:lnTo>
                <a:lnTo>
                  <a:pt x="17099" y="32162"/>
                </a:lnTo>
                <a:lnTo>
                  <a:pt x="16805" y="30198"/>
                </a:lnTo>
                <a:lnTo>
                  <a:pt x="15334" y="25618"/>
                </a:lnTo>
                <a:lnTo>
                  <a:pt x="12870" y="10117"/>
                </a:lnTo>
                <a:lnTo>
                  <a:pt x="12466" y="7952"/>
                </a:lnTo>
                <a:lnTo>
                  <a:pt x="11179" y="6795"/>
                </a:lnTo>
                <a:lnTo>
                  <a:pt x="7980" y="6593"/>
                </a:lnTo>
                <a:close/>
              </a:path>
            </a:pathLst>
          </a:custGeom>
          <a:solidFill>
            <a:srgbClr val="5F5F5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75" name="object 1075"/>
          <p:cNvSpPr/>
          <p:nvPr/>
        </p:nvSpPr>
        <p:spPr>
          <a:xfrm>
            <a:off x="8040004" y="2100672"/>
            <a:ext cx="1396" cy="31003"/>
          </a:xfrm>
          <a:custGeom>
            <a:avLst/>
            <a:gdLst/>
            <a:ahLst/>
            <a:cxnLst/>
            <a:rect l="l" t="t" r="r" b="b"/>
            <a:pathLst>
              <a:path w="1396" h="31003">
                <a:moveTo>
                  <a:pt x="698" y="30551"/>
                </a:moveTo>
                <a:lnTo>
                  <a:pt x="698" y="21642"/>
                </a:lnTo>
                <a:lnTo>
                  <a:pt x="1029" y="7749"/>
                </a:lnTo>
                <a:lnTo>
                  <a:pt x="477" y="5384"/>
                </a:lnTo>
                <a:lnTo>
                  <a:pt x="882" y="2767"/>
                </a:lnTo>
                <a:lnTo>
                  <a:pt x="1396" y="1559"/>
                </a:lnTo>
                <a:lnTo>
                  <a:pt x="955" y="0"/>
                </a:lnTo>
                <a:lnTo>
                  <a:pt x="882" y="1760"/>
                </a:lnTo>
                <a:lnTo>
                  <a:pt x="404" y="3018"/>
                </a:lnTo>
                <a:lnTo>
                  <a:pt x="147" y="5284"/>
                </a:lnTo>
                <a:lnTo>
                  <a:pt x="330" y="6039"/>
                </a:lnTo>
                <a:lnTo>
                  <a:pt x="698" y="8102"/>
                </a:lnTo>
                <a:lnTo>
                  <a:pt x="73" y="12531"/>
                </a:lnTo>
                <a:lnTo>
                  <a:pt x="0" y="31003"/>
                </a:lnTo>
                <a:lnTo>
                  <a:pt x="698" y="30551"/>
                </a:lnTo>
                <a:close/>
              </a:path>
            </a:pathLst>
          </a:custGeom>
          <a:solidFill>
            <a:srgbClr val="5F5F5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76" name="object 1076"/>
          <p:cNvSpPr/>
          <p:nvPr/>
        </p:nvSpPr>
        <p:spPr>
          <a:xfrm>
            <a:off x="8034157" y="2101024"/>
            <a:ext cx="3603" cy="1559"/>
          </a:xfrm>
          <a:custGeom>
            <a:avLst/>
            <a:gdLst/>
            <a:ahLst/>
            <a:cxnLst/>
            <a:rect l="l" t="t" r="r" b="b"/>
            <a:pathLst>
              <a:path w="3603" h="1559">
                <a:moveTo>
                  <a:pt x="3603" y="0"/>
                </a:moveTo>
                <a:lnTo>
                  <a:pt x="918" y="452"/>
                </a:lnTo>
                <a:lnTo>
                  <a:pt x="0" y="1559"/>
                </a:lnTo>
                <a:lnTo>
                  <a:pt x="293" y="1559"/>
                </a:lnTo>
                <a:lnTo>
                  <a:pt x="1839" y="1157"/>
                </a:lnTo>
                <a:lnTo>
                  <a:pt x="3603" y="0"/>
                </a:lnTo>
                <a:close/>
              </a:path>
            </a:pathLst>
          </a:custGeom>
          <a:solidFill>
            <a:srgbClr val="5F5F5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77" name="object 1077"/>
          <p:cNvSpPr/>
          <p:nvPr/>
        </p:nvSpPr>
        <p:spPr>
          <a:xfrm>
            <a:off x="8019190" y="2020242"/>
            <a:ext cx="4854" cy="17967"/>
          </a:xfrm>
          <a:custGeom>
            <a:avLst/>
            <a:gdLst/>
            <a:ahLst/>
            <a:cxnLst/>
            <a:rect l="l" t="t" r="r" b="b"/>
            <a:pathLst>
              <a:path w="4854" h="17967">
                <a:moveTo>
                  <a:pt x="0" y="0"/>
                </a:moveTo>
                <a:lnTo>
                  <a:pt x="661" y="453"/>
                </a:lnTo>
                <a:lnTo>
                  <a:pt x="551" y="1509"/>
                </a:lnTo>
                <a:lnTo>
                  <a:pt x="1177" y="1006"/>
                </a:lnTo>
                <a:lnTo>
                  <a:pt x="1065" y="2213"/>
                </a:lnTo>
                <a:lnTo>
                  <a:pt x="1875" y="2063"/>
                </a:lnTo>
                <a:lnTo>
                  <a:pt x="1250" y="3070"/>
                </a:lnTo>
                <a:lnTo>
                  <a:pt x="2941" y="3221"/>
                </a:lnTo>
                <a:lnTo>
                  <a:pt x="1986" y="4479"/>
                </a:lnTo>
                <a:lnTo>
                  <a:pt x="3383" y="4479"/>
                </a:lnTo>
                <a:lnTo>
                  <a:pt x="2427" y="5737"/>
                </a:lnTo>
                <a:lnTo>
                  <a:pt x="3897" y="5636"/>
                </a:lnTo>
                <a:lnTo>
                  <a:pt x="2978" y="7399"/>
                </a:lnTo>
                <a:lnTo>
                  <a:pt x="4302" y="7248"/>
                </a:lnTo>
                <a:lnTo>
                  <a:pt x="3162" y="8807"/>
                </a:lnTo>
                <a:lnTo>
                  <a:pt x="4854" y="9059"/>
                </a:lnTo>
                <a:lnTo>
                  <a:pt x="3383" y="10468"/>
                </a:lnTo>
                <a:lnTo>
                  <a:pt x="4854" y="11072"/>
                </a:lnTo>
                <a:lnTo>
                  <a:pt x="3272" y="11778"/>
                </a:lnTo>
                <a:lnTo>
                  <a:pt x="4707" y="12935"/>
                </a:lnTo>
                <a:lnTo>
                  <a:pt x="3162" y="13790"/>
                </a:lnTo>
                <a:lnTo>
                  <a:pt x="4523" y="15148"/>
                </a:lnTo>
                <a:lnTo>
                  <a:pt x="3162" y="15704"/>
                </a:lnTo>
                <a:lnTo>
                  <a:pt x="3897" y="16861"/>
                </a:lnTo>
                <a:lnTo>
                  <a:pt x="2831" y="17967"/>
                </a:lnTo>
              </a:path>
            </a:pathLst>
          </a:custGeom>
          <a:ln w="30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78" name="object 1078"/>
          <p:cNvSpPr/>
          <p:nvPr/>
        </p:nvSpPr>
        <p:spPr>
          <a:xfrm>
            <a:off x="8091452" y="2571999"/>
            <a:ext cx="12331" cy="25692"/>
          </a:xfrm>
          <a:custGeom>
            <a:avLst/>
            <a:gdLst/>
            <a:ahLst/>
            <a:cxnLst/>
            <a:rect l="l" t="t" r="r" b="b"/>
            <a:pathLst>
              <a:path w="12331" h="25692">
                <a:moveTo>
                  <a:pt x="7104" y="25692"/>
                </a:moveTo>
                <a:lnTo>
                  <a:pt x="10403" y="22508"/>
                </a:lnTo>
                <a:lnTo>
                  <a:pt x="10657" y="19599"/>
                </a:lnTo>
                <a:lnTo>
                  <a:pt x="10809" y="18560"/>
                </a:lnTo>
                <a:lnTo>
                  <a:pt x="10961" y="16897"/>
                </a:lnTo>
                <a:lnTo>
                  <a:pt x="11012" y="15374"/>
                </a:lnTo>
                <a:lnTo>
                  <a:pt x="11315" y="15859"/>
                </a:lnTo>
                <a:lnTo>
                  <a:pt x="11722" y="15582"/>
                </a:lnTo>
                <a:lnTo>
                  <a:pt x="11824" y="14890"/>
                </a:lnTo>
                <a:lnTo>
                  <a:pt x="12027" y="13365"/>
                </a:lnTo>
                <a:lnTo>
                  <a:pt x="12331" y="11773"/>
                </a:lnTo>
                <a:lnTo>
                  <a:pt x="12331" y="10251"/>
                </a:lnTo>
                <a:lnTo>
                  <a:pt x="11976" y="9833"/>
                </a:lnTo>
                <a:lnTo>
                  <a:pt x="11621" y="10112"/>
                </a:lnTo>
                <a:lnTo>
                  <a:pt x="11621" y="6718"/>
                </a:lnTo>
                <a:lnTo>
                  <a:pt x="11570" y="5331"/>
                </a:lnTo>
                <a:lnTo>
                  <a:pt x="11366" y="3948"/>
                </a:lnTo>
                <a:lnTo>
                  <a:pt x="11062" y="3116"/>
                </a:lnTo>
                <a:lnTo>
                  <a:pt x="10707" y="2217"/>
                </a:lnTo>
                <a:lnTo>
                  <a:pt x="10098" y="1315"/>
                </a:lnTo>
                <a:lnTo>
                  <a:pt x="9135" y="554"/>
                </a:lnTo>
                <a:lnTo>
                  <a:pt x="7866" y="138"/>
                </a:lnTo>
                <a:lnTo>
                  <a:pt x="6446" y="0"/>
                </a:lnTo>
                <a:lnTo>
                  <a:pt x="5227" y="0"/>
                </a:lnTo>
                <a:lnTo>
                  <a:pt x="3856" y="346"/>
                </a:lnTo>
                <a:lnTo>
                  <a:pt x="2640" y="969"/>
                </a:lnTo>
                <a:lnTo>
                  <a:pt x="1726" y="1868"/>
                </a:lnTo>
                <a:lnTo>
                  <a:pt x="1218" y="2909"/>
                </a:lnTo>
                <a:lnTo>
                  <a:pt x="761" y="4709"/>
                </a:lnTo>
                <a:lnTo>
                  <a:pt x="559" y="6164"/>
                </a:lnTo>
                <a:lnTo>
                  <a:pt x="508" y="7410"/>
                </a:lnTo>
                <a:lnTo>
                  <a:pt x="559" y="9210"/>
                </a:lnTo>
                <a:lnTo>
                  <a:pt x="609" y="10320"/>
                </a:lnTo>
                <a:lnTo>
                  <a:pt x="101" y="10458"/>
                </a:lnTo>
                <a:lnTo>
                  <a:pt x="0" y="10873"/>
                </a:lnTo>
                <a:lnTo>
                  <a:pt x="457" y="13019"/>
                </a:lnTo>
                <a:lnTo>
                  <a:pt x="964" y="15859"/>
                </a:lnTo>
                <a:lnTo>
                  <a:pt x="1473" y="15859"/>
                </a:lnTo>
                <a:lnTo>
                  <a:pt x="1726" y="15513"/>
                </a:lnTo>
                <a:lnTo>
                  <a:pt x="1878" y="17105"/>
                </a:lnTo>
                <a:lnTo>
                  <a:pt x="2283" y="20083"/>
                </a:lnTo>
                <a:lnTo>
                  <a:pt x="2385" y="22578"/>
                </a:lnTo>
                <a:lnTo>
                  <a:pt x="7104" y="25692"/>
                </a:lnTo>
                <a:close/>
              </a:path>
            </a:pathLst>
          </a:custGeom>
          <a:solidFill>
            <a:srgbClr val="FFBE7E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79" name="object 1079"/>
          <p:cNvSpPr/>
          <p:nvPr/>
        </p:nvSpPr>
        <p:spPr>
          <a:xfrm>
            <a:off x="8091452" y="2572415"/>
            <a:ext cx="7714" cy="25623"/>
          </a:xfrm>
          <a:custGeom>
            <a:avLst/>
            <a:gdLst/>
            <a:ahLst/>
            <a:cxnLst/>
            <a:rect l="l" t="t" r="r" b="b"/>
            <a:pathLst>
              <a:path w="7714" h="25623">
                <a:moveTo>
                  <a:pt x="913" y="3532"/>
                </a:moveTo>
                <a:lnTo>
                  <a:pt x="660" y="4847"/>
                </a:lnTo>
                <a:lnTo>
                  <a:pt x="559" y="6026"/>
                </a:lnTo>
                <a:lnTo>
                  <a:pt x="457" y="7065"/>
                </a:lnTo>
                <a:lnTo>
                  <a:pt x="559" y="8241"/>
                </a:lnTo>
                <a:lnTo>
                  <a:pt x="559" y="9835"/>
                </a:lnTo>
                <a:lnTo>
                  <a:pt x="101" y="9973"/>
                </a:lnTo>
                <a:lnTo>
                  <a:pt x="0" y="10458"/>
                </a:lnTo>
                <a:lnTo>
                  <a:pt x="964" y="15374"/>
                </a:lnTo>
                <a:lnTo>
                  <a:pt x="1370" y="15444"/>
                </a:lnTo>
                <a:lnTo>
                  <a:pt x="1675" y="15097"/>
                </a:lnTo>
                <a:lnTo>
                  <a:pt x="2131" y="18976"/>
                </a:lnTo>
                <a:lnTo>
                  <a:pt x="2385" y="22232"/>
                </a:lnTo>
                <a:lnTo>
                  <a:pt x="6749" y="25623"/>
                </a:lnTo>
                <a:lnTo>
                  <a:pt x="7611" y="21607"/>
                </a:lnTo>
                <a:lnTo>
                  <a:pt x="4973" y="22093"/>
                </a:lnTo>
                <a:lnTo>
                  <a:pt x="3350" y="17174"/>
                </a:lnTo>
                <a:lnTo>
                  <a:pt x="2893" y="15236"/>
                </a:lnTo>
                <a:lnTo>
                  <a:pt x="3197" y="12327"/>
                </a:lnTo>
                <a:lnTo>
                  <a:pt x="5734" y="11911"/>
                </a:lnTo>
                <a:lnTo>
                  <a:pt x="5734" y="14682"/>
                </a:lnTo>
                <a:lnTo>
                  <a:pt x="5177" y="15652"/>
                </a:lnTo>
                <a:lnTo>
                  <a:pt x="5734" y="15652"/>
                </a:lnTo>
                <a:lnTo>
                  <a:pt x="6648" y="16690"/>
                </a:lnTo>
                <a:lnTo>
                  <a:pt x="7714" y="15236"/>
                </a:lnTo>
                <a:lnTo>
                  <a:pt x="6446" y="15374"/>
                </a:lnTo>
                <a:lnTo>
                  <a:pt x="6648" y="10112"/>
                </a:lnTo>
                <a:lnTo>
                  <a:pt x="5988" y="10043"/>
                </a:lnTo>
                <a:lnTo>
                  <a:pt x="4922" y="9418"/>
                </a:lnTo>
                <a:lnTo>
                  <a:pt x="3805" y="9349"/>
                </a:lnTo>
                <a:lnTo>
                  <a:pt x="4111" y="8933"/>
                </a:lnTo>
                <a:lnTo>
                  <a:pt x="4922" y="3116"/>
                </a:lnTo>
                <a:lnTo>
                  <a:pt x="4364" y="3047"/>
                </a:lnTo>
                <a:lnTo>
                  <a:pt x="3908" y="2770"/>
                </a:lnTo>
                <a:lnTo>
                  <a:pt x="3603" y="2425"/>
                </a:lnTo>
                <a:lnTo>
                  <a:pt x="3298" y="2009"/>
                </a:lnTo>
                <a:lnTo>
                  <a:pt x="3248" y="1594"/>
                </a:lnTo>
                <a:lnTo>
                  <a:pt x="3450" y="762"/>
                </a:lnTo>
                <a:lnTo>
                  <a:pt x="3653" y="0"/>
                </a:lnTo>
                <a:lnTo>
                  <a:pt x="2640" y="554"/>
                </a:lnTo>
                <a:lnTo>
                  <a:pt x="1726" y="1453"/>
                </a:lnTo>
                <a:lnTo>
                  <a:pt x="1218" y="2494"/>
                </a:lnTo>
                <a:lnTo>
                  <a:pt x="913" y="3532"/>
                </a:lnTo>
                <a:close/>
              </a:path>
            </a:pathLst>
          </a:custGeom>
          <a:solidFill>
            <a:srgbClr val="FF9F1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80" name="object 1080"/>
          <p:cNvSpPr/>
          <p:nvPr/>
        </p:nvSpPr>
        <p:spPr>
          <a:xfrm>
            <a:off x="8091199" y="2570616"/>
            <a:ext cx="12837" cy="15372"/>
          </a:xfrm>
          <a:custGeom>
            <a:avLst/>
            <a:gdLst/>
            <a:ahLst/>
            <a:cxnLst/>
            <a:rect l="l" t="t" r="r" b="b"/>
            <a:pathLst>
              <a:path w="12837" h="15372">
                <a:moveTo>
                  <a:pt x="457" y="12949"/>
                </a:moveTo>
                <a:lnTo>
                  <a:pt x="862" y="12188"/>
                </a:lnTo>
                <a:lnTo>
                  <a:pt x="1369" y="12327"/>
                </a:lnTo>
                <a:lnTo>
                  <a:pt x="1827" y="13364"/>
                </a:lnTo>
                <a:lnTo>
                  <a:pt x="1827" y="12327"/>
                </a:lnTo>
                <a:lnTo>
                  <a:pt x="1877" y="11217"/>
                </a:lnTo>
                <a:lnTo>
                  <a:pt x="2030" y="10247"/>
                </a:lnTo>
                <a:lnTo>
                  <a:pt x="2384" y="9002"/>
                </a:lnTo>
                <a:lnTo>
                  <a:pt x="2638" y="7479"/>
                </a:lnTo>
                <a:lnTo>
                  <a:pt x="2537" y="6577"/>
                </a:lnTo>
                <a:lnTo>
                  <a:pt x="3349" y="6992"/>
                </a:lnTo>
                <a:lnTo>
                  <a:pt x="4415" y="7686"/>
                </a:lnTo>
                <a:lnTo>
                  <a:pt x="5886" y="7825"/>
                </a:lnTo>
                <a:lnTo>
                  <a:pt x="6393" y="7825"/>
                </a:lnTo>
                <a:lnTo>
                  <a:pt x="5734" y="7130"/>
                </a:lnTo>
                <a:lnTo>
                  <a:pt x="6545" y="7269"/>
                </a:lnTo>
                <a:lnTo>
                  <a:pt x="7510" y="7617"/>
                </a:lnTo>
                <a:lnTo>
                  <a:pt x="8626" y="7825"/>
                </a:lnTo>
                <a:lnTo>
                  <a:pt x="9743" y="7269"/>
                </a:lnTo>
                <a:lnTo>
                  <a:pt x="10910" y="6785"/>
                </a:lnTo>
                <a:lnTo>
                  <a:pt x="10555" y="8102"/>
                </a:lnTo>
                <a:lnTo>
                  <a:pt x="11417" y="10594"/>
                </a:lnTo>
                <a:lnTo>
                  <a:pt x="11214" y="12327"/>
                </a:lnTo>
                <a:lnTo>
                  <a:pt x="11417" y="13641"/>
                </a:lnTo>
                <a:lnTo>
                  <a:pt x="11722" y="12257"/>
                </a:lnTo>
                <a:lnTo>
                  <a:pt x="12584" y="11703"/>
                </a:lnTo>
                <a:lnTo>
                  <a:pt x="12382" y="14126"/>
                </a:lnTo>
                <a:lnTo>
                  <a:pt x="12837" y="12119"/>
                </a:lnTo>
                <a:lnTo>
                  <a:pt x="12837" y="9210"/>
                </a:lnTo>
                <a:lnTo>
                  <a:pt x="12736" y="6923"/>
                </a:lnTo>
                <a:lnTo>
                  <a:pt x="12229" y="4362"/>
                </a:lnTo>
                <a:lnTo>
                  <a:pt x="11773" y="2976"/>
                </a:lnTo>
                <a:lnTo>
                  <a:pt x="11417" y="2145"/>
                </a:lnTo>
                <a:lnTo>
                  <a:pt x="10401" y="1522"/>
                </a:lnTo>
                <a:lnTo>
                  <a:pt x="9540" y="1037"/>
                </a:lnTo>
                <a:lnTo>
                  <a:pt x="8018" y="415"/>
                </a:lnTo>
                <a:lnTo>
                  <a:pt x="6089" y="0"/>
                </a:lnTo>
                <a:lnTo>
                  <a:pt x="4212" y="622"/>
                </a:lnTo>
                <a:lnTo>
                  <a:pt x="2587" y="1245"/>
                </a:lnTo>
                <a:lnTo>
                  <a:pt x="1521" y="2422"/>
                </a:lnTo>
                <a:lnTo>
                  <a:pt x="913" y="3462"/>
                </a:lnTo>
                <a:lnTo>
                  <a:pt x="407" y="4777"/>
                </a:lnTo>
                <a:lnTo>
                  <a:pt x="101" y="7479"/>
                </a:lnTo>
                <a:lnTo>
                  <a:pt x="0" y="11634"/>
                </a:lnTo>
                <a:lnTo>
                  <a:pt x="913" y="15372"/>
                </a:lnTo>
                <a:lnTo>
                  <a:pt x="457" y="129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81" name="object 1081"/>
          <p:cNvSpPr/>
          <p:nvPr/>
        </p:nvSpPr>
        <p:spPr>
          <a:xfrm>
            <a:off x="8081812" y="2707114"/>
            <a:ext cx="14867" cy="13157"/>
          </a:xfrm>
          <a:custGeom>
            <a:avLst/>
            <a:gdLst/>
            <a:ahLst/>
            <a:cxnLst/>
            <a:rect l="l" t="t" r="r" b="b"/>
            <a:pathLst>
              <a:path w="14867" h="13157">
                <a:moveTo>
                  <a:pt x="0" y="9556"/>
                </a:moveTo>
                <a:lnTo>
                  <a:pt x="0" y="11980"/>
                </a:lnTo>
                <a:lnTo>
                  <a:pt x="2537" y="13157"/>
                </a:lnTo>
                <a:lnTo>
                  <a:pt x="6443" y="13157"/>
                </a:lnTo>
                <a:lnTo>
                  <a:pt x="9386" y="11150"/>
                </a:lnTo>
                <a:lnTo>
                  <a:pt x="10858" y="9348"/>
                </a:lnTo>
                <a:lnTo>
                  <a:pt x="14867" y="7756"/>
                </a:lnTo>
                <a:lnTo>
                  <a:pt x="14867" y="3116"/>
                </a:lnTo>
                <a:lnTo>
                  <a:pt x="14359" y="0"/>
                </a:lnTo>
                <a:lnTo>
                  <a:pt x="7102" y="2908"/>
                </a:lnTo>
                <a:lnTo>
                  <a:pt x="4616" y="6231"/>
                </a:lnTo>
                <a:lnTo>
                  <a:pt x="2841" y="8033"/>
                </a:lnTo>
                <a:lnTo>
                  <a:pt x="0" y="95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82" name="object 1082"/>
          <p:cNvSpPr/>
          <p:nvPr/>
        </p:nvSpPr>
        <p:spPr>
          <a:xfrm>
            <a:off x="8101095" y="2707737"/>
            <a:ext cx="16035" cy="11634"/>
          </a:xfrm>
          <a:custGeom>
            <a:avLst/>
            <a:gdLst/>
            <a:ahLst/>
            <a:cxnLst/>
            <a:rect l="l" t="t" r="r" b="b"/>
            <a:pathLst>
              <a:path w="16035" h="11634">
                <a:moveTo>
                  <a:pt x="151" y="484"/>
                </a:moveTo>
                <a:lnTo>
                  <a:pt x="0" y="6925"/>
                </a:lnTo>
                <a:lnTo>
                  <a:pt x="3704" y="8033"/>
                </a:lnTo>
                <a:lnTo>
                  <a:pt x="5886" y="9348"/>
                </a:lnTo>
                <a:lnTo>
                  <a:pt x="9641" y="10734"/>
                </a:lnTo>
                <a:lnTo>
                  <a:pt x="12431" y="11634"/>
                </a:lnTo>
                <a:lnTo>
                  <a:pt x="15527" y="10942"/>
                </a:lnTo>
                <a:lnTo>
                  <a:pt x="16035" y="8033"/>
                </a:lnTo>
                <a:lnTo>
                  <a:pt x="11619" y="4708"/>
                </a:lnTo>
                <a:lnTo>
                  <a:pt x="8372" y="2008"/>
                </a:lnTo>
                <a:lnTo>
                  <a:pt x="6697" y="0"/>
                </a:lnTo>
                <a:lnTo>
                  <a:pt x="151" y="48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83" name="object 1083"/>
          <p:cNvSpPr/>
          <p:nvPr/>
        </p:nvSpPr>
        <p:spPr>
          <a:xfrm>
            <a:off x="8077548" y="2650256"/>
            <a:ext cx="2080" cy="10458"/>
          </a:xfrm>
          <a:custGeom>
            <a:avLst/>
            <a:gdLst/>
            <a:ahLst/>
            <a:cxnLst/>
            <a:rect l="l" t="t" r="r" b="b"/>
            <a:pathLst>
              <a:path w="2080" h="10458">
                <a:moveTo>
                  <a:pt x="2080" y="0"/>
                </a:moveTo>
                <a:lnTo>
                  <a:pt x="0" y="10458"/>
                </a:lnTo>
              </a:path>
            </a:pathLst>
          </a:custGeom>
          <a:ln w="35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84" name="object 1084"/>
          <p:cNvSpPr/>
          <p:nvPr/>
        </p:nvSpPr>
        <p:spPr>
          <a:xfrm>
            <a:off x="8079629" y="2650118"/>
            <a:ext cx="152" cy="10665"/>
          </a:xfrm>
          <a:custGeom>
            <a:avLst/>
            <a:gdLst/>
            <a:ahLst/>
            <a:cxnLst/>
            <a:rect l="l" t="t" r="r" b="b"/>
            <a:pathLst>
              <a:path w="152" h="10665">
                <a:moveTo>
                  <a:pt x="152" y="0"/>
                </a:moveTo>
                <a:lnTo>
                  <a:pt x="0" y="10665"/>
                </a:lnTo>
              </a:path>
            </a:pathLst>
          </a:custGeom>
          <a:ln w="35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85" name="object 1085"/>
          <p:cNvSpPr/>
          <p:nvPr/>
        </p:nvSpPr>
        <p:spPr>
          <a:xfrm>
            <a:off x="8079832" y="2650049"/>
            <a:ext cx="1929" cy="8864"/>
          </a:xfrm>
          <a:custGeom>
            <a:avLst/>
            <a:gdLst/>
            <a:ahLst/>
            <a:cxnLst/>
            <a:rect l="l" t="t" r="r" b="b"/>
            <a:pathLst>
              <a:path w="1929" h="8864">
                <a:moveTo>
                  <a:pt x="0" y="0"/>
                </a:moveTo>
                <a:lnTo>
                  <a:pt x="1929" y="8864"/>
                </a:lnTo>
              </a:path>
            </a:pathLst>
          </a:custGeom>
          <a:ln w="36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86" name="object 1086"/>
          <p:cNvSpPr/>
          <p:nvPr/>
        </p:nvSpPr>
        <p:spPr>
          <a:xfrm>
            <a:off x="8079933" y="2650118"/>
            <a:ext cx="2994" cy="6857"/>
          </a:xfrm>
          <a:custGeom>
            <a:avLst/>
            <a:gdLst/>
            <a:ahLst/>
            <a:cxnLst/>
            <a:rect l="l" t="t" r="r" b="b"/>
            <a:pathLst>
              <a:path w="2994" h="6857">
                <a:moveTo>
                  <a:pt x="0" y="0"/>
                </a:moveTo>
                <a:lnTo>
                  <a:pt x="2994" y="6857"/>
                </a:lnTo>
              </a:path>
            </a:pathLst>
          </a:custGeom>
          <a:ln w="37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87" name="object 1087"/>
          <p:cNvSpPr/>
          <p:nvPr/>
        </p:nvSpPr>
        <p:spPr>
          <a:xfrm>
            <a:off x="8072170" y="2685437"/>
            <a:ext cx="5226" cy="3463"/>
          </a:xfrm>
          <a:custGeom>
            <a:avLst/>
            <a:gdLst/>
            <a:ahLst/>
            <a:cxnLst/>
            <a:rect l="l" t="t" r="r" b="b"/>
            <a:pathLst>
              <a:path w="5226" h="3463">
                <a:moveTo>
                  <a:pt x="5226" y="1730"/>
                </a:moveTo>
                <a:lnTo>
                  <a:pt x="5175" y="1038"/>
                </a:lnTo>
                <a:lnTo>
                  <a:pt x="4618" y="416"/>
                </a:lnTo>
                <a:lnTo>
                  <a:pt x="3755" y="138"/>
                </a:lnTo>
                <a:lnTo>
                  <a:pt x="2638" y="1730"/>
                </a:lnTo>
                <a:lnTo>
                  <a:pt x="3400" y="69"/>
                </a:lnTo>
                <a:lnTo>
                  <a:pt x="3146" y="0"/>
                </a:lnTo>
                <a:lnTo>
                  <a:pt x="1167" y="0"/>
                </a:lnTo>
                <a:lnTo>
                  <a:pt x="0" y="762"/>
                </a:lnTo>
                <a:lnTo>
                  <a:pt x="0" y="2631"/>
                </a:lnTo>
                <a:lnTo>
                  <a:pt x="1167" y="3463"/>
                </a:lnTo>
                <a:lnTo>
                  <a:pt x="4008" y="3463"/>
                </a:lnTo>
                <a:lnTo>
                  <a:pt x="5226" y="2631"/>
                </a:lnTo>
                <a:lnTo>
                  <a:pt x="5226" y="1730"/>
                </a:lnTo>
                <a:close/>
              </a:path>
            </a:pathLst>
          </a:custGeom>
          <a:solidFill>
            <a:srgbClr val="7E3E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88" name="object 1088"/>
          <p:cNvSpPr/>
          <p:nvPr/>
        </p:nvSpPr>
        <p:spPr>
          <a:xfrm>
            <a:off x="8072170" y="2652058"/>
            <a:ext cx="12128" cy="35318"/>
          </a:xfrm>
          <a:custGeom>
            <a:avLst/>
            <a:gdLst/>
            <a:ahLst/>
            <a:cxnLst/>
            <a:rect l="l" t="t" r="r" b="b"/>
            <a:pathLst>
              <a:path w="12128" h="35318">
                <a:moveTo>
                  <a:pt x="1928" y="9971"/>
                </a:moveTo>
                <a:lnTo>
                  <a:pt x="0" y="35318"/>
                </a:lnTo>
                <a:lnTo>
                  <a:pt x="12026" y="22991"/>
                </a:lnTo>
                <a:lnTo>
                  <a:pt x="12128" y="1107"/>
                </a:lnTo>
                <a:lnTo>
                  <a:pt x="12026" y="0"/>
                </a:lnTo>
                <a:lnTo>
                  <a:pt x="1928" y="9971"/>
                </a:lnTo>
                <a:close/>
              </a:path>
            </a:pathLst>
          </a:custGeom>
          <a:solidFill>
            <a:srgbClr val="7E3E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89" name="object 1089"/>
          <p:cNvSpPr/>
          <p:nvPr/>
        </p:nvSpPr>
        <p:spPr>
          <a:xfrm>
            <a:off x="8072322" y="2652680"/>
            <a:ext cx="13396" cy="34902"/>
          </a:xfrm>
          <a:custGeom>
            <a:avLst/>
            <a:gdLst/>
            <a:ahLst/>
            <a:cxnLst/>
            <a:rect l="l" t="t" r="r" b="b"/>
            <a:pathLst>
              <a:path w="13396" h="34902">
                <a:moveTo>
                  <a:pt x="2131" y="9695"/>
                </a:moveTo>
                <a:lnTo>
                  <a:pt x="0" y="34210"/>
                </a:lnTo>
                <a:lnTo>
                  <a:pt x="609" y="33726"/>
                </a:lnTo>
                <a:lnTo>
                  <a:pt x="913" y="34695"/>
                </a:lnTo>
                <a:lnTo>
                  <a:pt x="1471" y="34003"/>
                </a:lnTo>
                <a:lnTo>
                  <a:pt x="1928" y="34833"/>
                </a:lnTo>
                <a:lnTo>
                  <a:pt x="2435" y="34210"/>
                </a:lnTo>
                <a:lnTo>
                  <a:pt x="2942" y="34902"/>
                </a:lnTo>
                <a:lnTo>
                  <a:pt x="3501" y="34141"/>
                </a:lnTo>
                <a:lnTo>
                  <a:pt x="4160" y="34902"/>
                </a:lnTo>
                <a:lnTo>
                  <a:pt x="4567" y="33864"/>
                </a:lnTo>
                <a:lnTo>
                  <a:pt x="5175" y="34487"/>
                </a:lnTo>
                <a:lnTo>
                  <a:pt x="4059" y="10248"/>
                </a:lnTo>
                <a:lnTo>
                  <a:pt x="13396" y="346"/>
                </a:lnTo>
                <a:lnTo>
                  <a:pt x="12736" y="692"/>
                </a:lnTo>
                <a:lnTo>
                  <a:pt x="12229" y="277"/>
                </a:lnTo>
                <a:lnTo>
                  <a:pt x="12077" y="762"/>
                </a:lnTo>
                <a:lnTo>
                  <a:pt x="11619" y="0"/>
                </a:lnTo>
                <a:lnTo>
                  <a:pt x="2131" y="969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90" name="object 1090"/>
          <p:cNvSpPr/>
          <p:nvPr/>
        </p:nvSpPr>
        <p:spPr>
          <a:xfrm>
            <a:off x="8076178" y="2651919"/>
            <a:ext cx="10505" cy="35803"/>
          </a:xfrm>
          <a:custGeom>
            <a:avLst/>
            <a:gdLst/>
            <a:ahLst/>
            <a:cxnLst/>
            <a:rect l="l" t="t" r="r" b="b"/>
            <a:pathLst>
              <a:path w="10505" h="35803">
                <a:moveTo>
                  <a:pt x="0" y="10456"/>
                </a:moveTo>
                <a:lnTo>
                  <a:pt x="1116" y="35803"/>
                </a:lnTo>
                <a:lnTo>
                  <a:pt x="10505" y="22437"/>
                </a:lnTo>
                <a:lnTo>
                  <a:pt x="10454" y="3253"/>
                </a:lnTo>
                <a:lnTo>
                  <a:pt x="9844" y="0"/>
                </a:lnTo>
                <a:lnTo>
                  <a:pt x="0" y="10456"/>
                </a:lnTo>
                <a:close/>
              </a:path>
            </a:pathLst>
          </a:custGeom>
          <a:solidFill>
            <a:srgbClr val="BE7E3E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91" name="object 1091"/>
          <p:cNvSpPr/>
          <p:nvPr/>
        </p:nvSpPr>
        <p:spPr>
          <a:xfrm>
            <a:off x="8076432" y="2644093"/>
            <a:ext cx="8373" cy="8864"/>
          </a:xfrm>
          <a:custGeom>
            <a:avLst/>
            <a:gdLst/>
            <a:ahLst/>
            <a:cxnLst/>
            <a:rect l="l" t="t" r="r" b="b"/>
            <a:pathLst>
              <a:path w="8373" h="8864">
                <a:moveTo>
                  <a:pt x="2435" y="900"/>
                </a:moveTo>
                <a:lnTo>
                  <a:pt x="660" y="3045"/>
                </a:lnTo>
                <a:lnTo>
                  <a:pt x="0" y="5747"/>
                </a:lnTo>
                <a:lnTo>
                  <a:pt x="1827" y="8379"/>
                </a:lnTo>
                <a:lnTo>
                  <a:pt x="3603" y="8864"/>
                </a:lnTo>
                <a:lnTo>
                  <a:pt x="4922" y="8171"/>
                </a:lnTo>
                <a:lnTo>
                  <a:pt x="6190" y="8587"/>
                </a:lnTo>
                <a:lnTo>
                  <a:pt x="7714" y="6162"/>
                </a:lnTo>
                <a:lnTo>
                  <a:pt x="8373" y="3253"/>
                </a:lnTo>
                <a:lnTo>
                  <a:pt x="6698" y="0"/>
                </a:lnTo>
                <a:lnTo>
                  <a:pt x="2435" y="900"/>
                </a:lnTo>
                <a:close/>
              </a:path>
            </a:pathLst>
          </a:custGeom>
          <a:solidFill>
            <a:srgbClr val="FFBE5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92" name="object 1092"/>
          <p:cNvSpPr/>
          <p:nvPr/>
        </p:nvSpPr>
        <p:spPr>
          <a:xfrm>
            <a:off x="8092670" y="2593745"/>
            <a:ext cx="10454" cy="39475"/>
          </a:xfrm>
          <a:custGeom>
            <a:avLst/>
            <a:gdLst/>
            <a:ahLst/>
            <a:cxnLst/>
            <a:rect l="l" t="t" r="r" b="b"/>
            <a:pathLst>
              <a:path w="10454" h="39475">
                <a:moveTo>
                  <a:pt x="6140" y="39475"/>
                </a:moveTo>
                <a:lnTo>
                  <a:pt x="10454" y="2078"/>
                </a:lnTo>
                <a:lnTo>
                  <a:pt x="9236" y="0"/>
                </a:lnTo>
                <a:lnTo>
                  <a:pt x="5278" y="3324"/>
                </a:lnTo>
                <a:lnTo>
                  <a:pt x="1167" y="346"/>
                </a:lnTo>
                <a:lnTo>
                  <a:pt x="0" y="2493"/>
                </a:lnTo>
                <a:lnTo>
                  <a:pt x="6140" y="39475"/>
                </a:lnTo>
                <a:close/>
              </a:path>
            </a:pathLst>
          </a:custGeom>
          <a:solidFill>
            <a:srgbClr val="9FBE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93" name="object 1093"/>
          <p:cNvSpPr/>
          <p:nvPr/>
        </p:nvSpPr>
        <p:spPr>
          <a:xfrm>
            <a:off x="8096526" y="2596931"/>
            <a:ext cx="3908" cy="35389"/>
          </a:xfrm>
          <a:custGeom>
            <a:avLst/>
            <a:gdLst/>
            <a:ahLst/>
            <a:cxnLst/>
            <a:rect l="l" t="t" r="r" b="b"/>
            <a:pathLst>
              <a:path w="3908" h="35389">
                <a:moveTo>
                  <a:pt x="2893" y="2562"/>
                </a:moveTo>
                <a:lnTo>
                  <a:pt x="1574" y="0"/>
                </a:lnTo>
                <a:lnTo>
                  <a:pt x="1167" y="0"/>
                </a:lnTo>
                <a:lnTo>
                  <a:pt x="0" y="3047"/>
                </a:lnTo>
                <a:lnTo>
                  <a:pt x="1015" y="4570"/>
                </a:lnTo>
                <a:lnTo>
                  <a:pt x="407" y="9141"/>
                </a:lnTo>
                <a:lnTo>
                  <a:pt x="102" y="13503"/>
                </a:lnTo>
                <a:lnTo>
                  <a:pt x="102" y="18422"/>
                </a:lnTo>
                <a:lnTo>
                  <a:pt x="761" y="28809"/>
                </a:lnTo>
                <a:lnTo>
                  <a:pt x="1167" y="35389"/>
                </a:lnTo>
                <a:lnTo>
                  <a:pt x="3349" y="35250"/>
                </a:lnTo>
                <a:lnTo>
                  <a:pt x="3501" y="28947"/>
                </a:lnTo>
                <a:lnTo>
                  <a:pt x="3908" y="18422"/>
                </a:lnTo>
                <a:lnTo>
                  <a:pt x="3805" y="13365"/>
                </a:lnTo>
                <a:lnTo>
                  <a:pt x="3146" y="9072"/>
                </a:lnTo>
                <a:lnTo>
                  <a:pt x="2131" y="4432"/>
                </a:lnTo>
                <a:lnTo>
                  <a:pt x="2893" y="2562"/>
                </a:lnTo>
                <a:close/>
              </a:path>
            </a:pathLst>
          </a:custGeom>
          <a:solidFill>
            <a:srgbClr val="001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94" name="object 1094"/>
          <p:cNvSpPr/>
          <p:nvPr/>
        </p:nvSpPr>
        <p:spPr>
          <a:xfrm>
            <a:off x="8078513" y="2595408"/>
            <a:ext cx="39275" cy="115999"/>
          </a:xfrm>
          <a:custGeom>
            <a:avLst/>
            <a:gdLst/>
            <a:ahLst/>
            <a:cxnLst/>
            <a:rect l="l" t="t" r="r" b="b"/>
            <a:pathLst>
              <a:path w="39275" h="115999">
                <a:moveTo>
                  <a:pt x="11366" y="58034"/>
                </a:moveTo>
                <a:lnTo>
                  <a:pt x="11012" y="81650"/>
                </a:lnTo>
                <a:lnTo>
                  <a:pt x="10402" y="115099"/>
                </a:lnTo>
                <a:lnTo>
                  <a:pt x="13651" y="115999"/>
                </a:lnTo>
                <a:lnTo>
                  <a:pt x="17659" y="113782"/>
                </a:lnTo>
                <a:lnTo>
                  <a:pt x="20755" y="58933"/>
                </a:lnTo>
                <a:lnTo>
                  <a:pt x="21922" y="90168"/>
                </a:lnTo>
                <a:lnTo>
                  <a:pt x="22733" y="113992"/>
                </a:lnTo>
                <a:lnTo>
                  <a:pt x="27149" y="115999"/>
                </a:lnTo>
                <a:lnTo>
                  <a:pt x="30752" y="115583"/>
                </a:lnTo>
                <a:lnTo>
                  <a:pt x="29483" y="71815"/>
                </a:lnTo>
                <a:lnTo>
                  <a:pt x="30091" y="57618"/>
                </a:lnTo>
                <a:lnTo>
                  <a:pt x="31411" y="56718"/>
                </a:lnTo>
                <a:lnTo>
                  <a:pt x="32375" y="51800"/>
                </a:lnTo>
                <a:lnTo>
                  <a:pt x="32730" y="47645"/>
                </a:lnTo>
                <a:lnTo>
                  <a:pt x="39275" y="37396"/>
                </a:lnTo>
                <a:lnTo>
                  <a:pt x="33390" y="5747"/>
                </a:lnTo>
                <a:lnTo>
                  <a:pt x="24408" y="0"/>
                </a:lnTo>
                <a:lnTo>
                  <a:pt x="20297" y="36635"/>
                </a:lnTo>
                <a:lnTo>
                  <a:pt x="14309" y="553"/>
                </a:lnTo>
                <a:lnTo>
                  <a:pt x="6596" y="5678"/>
                </a:lnTo>
                <a:lnTo>
                  <a:pt x="1674" y="24515"/>
                </a:lnTo>
                <a:lnTo>
                  <a:pt x="506" y="31716"/>
                </a:lnTo>
                <a:lnTo>
                  <a:pt x="0" y="49723"/>
                </a:lnTo>
                <a:lnTo>
                  <a:pt x="5226" y="49654"/>
                </a:lnTo>
                <a:lnTo>
                  <a:pt x="5684" y="33795"/>
                </a:lnTo>
                <a:lnTo>
                  <a:pt x="9235" y="22298"/>
                </a:lnTo>
                <a:lnTo>
                  <a:pt x="9692" y="39334"/>
                </a:lnTo>
                <a:lnTo>
                  <a:pt x="9083" y="57618"/>
                </a:lnTo>
                <a:lnTo>
                  <a:pt x="11366" y="58034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95" name="object 1095"/>
          <p:cNvSpPr/>
          <p:nvPr/>
        </p:nvSpPr>
        <p:spPr>
          <a:xfrm>
            <a:off x="8098456" y="2635089"/>
            <a:ext cx="1572" cy="1940"/>
          </a:xfrm>
          <a:custGeom>
            <a:avLst/>
            <a:gdLst/>
            <a:ahLst/>
            <a:cxnLst/>
            <a:rect l="l" t="t" r="r" b="b"/>
            <a:pathLst>
              <a:path w="1572" h="1940">
                <a:moveTo>
                  <a:pt x="0" y="970"/>
                </a:moveTo>
                <a:lnTo>
                  <a:pt x="0" y="1525"/>
                </a:lnTo>
                <a:lnTo>
                  <a:pt x="354" y="1940"/>
                </a:lnTo>
                <a:lnTo>
                  <a:pt x="1217" y="1940"/>
                </a:lnTo>
                <a:lnTo>
                  <a:pt x="1572" y="1525"/>
                </a:lnTo>
                <a:lnTo>
                  <a:pt x="1572" y="417"/>
                </a:lnTo>
                <a:lnTo>
                  <a:pt x="1217" y="0"/>
                </a:lnTo>
                <a:lnTo>
                  <a:pt x="354" y="0"/>
                </a:lnTo>
                <a:lnTo>
                  <a:pt x="0" y="417"/>
                </a:lnTo>
                <a:lnTo>
                  <a:pt x="0" y="9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96" name="object 1096"/>
          <p:cNvSpPr/>
          <p:nvPr/>
        </p:nvSpPr>
        <p:spPr>
          <a:xfrm>
            <a:off x="8098456" y="2638898"/>
            <a:ext cx="1572" cy="2355"/>
          </a:xfrm>
          <a:custGeom>
            <a:avLst/>
            <a:gdLst/>
            <a:ahLst/>
            <a:cxnLst/>
            <a:rect l="l" t="t" r="r" b="b"/>
            <a:pathLst>
              <a:path w="1572" h="2355">
                <a:moveTo>
                  <a:pt x="0" y="1178"/>
                </a:moveTo>
                <a:lnTo>
                  <a:pt x="0" y="1801"/>
                </a:lnTo>
                <a:lnTo>
                  <a:pt x="354" y="2355"/>
                </a:lnTo>
                <a:lnTo>
                  <a:pt x="1217" y="2355"/>
                </a:lnTo>
                <a:lnTo>
                  <a:pt x="1572" y="1801"/>
                </a:lnTo>
                <a:lnTo>
                  <a:pt x="1572" y="554"/>
                </a:lnTo>
                <a:lnTo>
                  <a:pt x="1217" y="0"/>
                </a:lnTo>
                <a:lnTo>
                  <a:pt x="354" y="0"/>
                </a:lnTo>
                <a:lnTo>
                  <a:pt x="0" y="554"/>
                </a:lnTo>
                <a:lnTo>
                  <a:pt x="0" y="117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97" name="object 1097"/>
          <p:cNvSpPr/>
          <p:nvPr/>
        </p:nvSpPr>
        <p:spPr>
          <a:xfrm>
            <a:off x="8500110" y="2470150"/>
            <a:ext cx="69596" cy="34036"/>
          </a:xfrm>
          <a:custGeom>
            <a:avLst/>
            <a:gdLst/>
            <a:ahLst/>
            <a:cxnLst/>
            <a:rect l="l" t="t" r="r" b="b"/>
            <a:pathLst>
              <a:path w="69596" h="34036">
                <a:moveTo>
                  <a:pt x="0" y="0"/>
                </a:moveTo>
                <a:lnTo>
                  <a:pt x="18923" y="12319"/>
                </a:lnTo>
                <a:lnTo>
                  <a:pt x="18923" y="6223"/>
                </a:lnTo>
                <a:lnTo>
                  <a:pt x="47371" y="24764"/>
                </a:lnTo>
                <a:lnTo>
                  <a:pt x="49022" y="21589"/>
                </a:lnTo>
                <a:lnTo>
                  <a:pt x="69596" y="34036"/>
                </a:lnTo>
              </a:path>
            </a:pathLst>
          </a:custGeom>
          <a:ln w="12700">
            <a:solidFill>
              <a:srgbClr val="414141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98" name="object 1098"/>
          <p:cNvSpPr/>
          <p:nvPr/>
        </p:nvSpPr>
        <p:spPr>
          <a:xfrm>
            <a:off x="8472170" y="2475229"/>
            <a:ext cx="46735" cy="54229"/>
          </a:xfrm>
          <a:custGeom>
            <a:avLst/>
            <a:gdLst/>
            <a:ahLst/>
            <a:cxnLst/>
            <a:rect l="l" t="t" r="r" b="b"/>
            <a:pathLst>
              <a:path w="46735" h="54229">
                <a:moveTo>
                  <a:pt x="0" y="0"/>
                </a:moveTo>
                <a:lnTo>
                  <a:pt x="6223" y="16002"/>
                </a:lnTo>
                <a:lnTo>
                  <a:pt x="13970" y="11175"/>
                </a:lnTo>
                <a:lnTo>
                  <a:pt x="29590" y="38354"/>
                </a:lnTo>
                <a:lnTo>
                  <a:pt x="35813" y="35179"/>
                </a:lnTo>
                <a:lnTo>
                  <a:pt x="46735" y="54229"/>
                </a:lnTo>
              </a:path>
            </a:pathLst>
          </a:custGeom>
          <a:ln w="12700">
            <a:solidFill>
              <a:srgbClr val="414141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99" name="object 1099"/>
          <p:cNvSpPr/>
          <p:nvPr/>
        </p:nvSpPr>
        <p:spPr>
          <a:xfrm>
            <a:off x="8398510" y="2475229"/>
            <a:ext cx="49149" cy="54229"/>
          </a:xfrm>
          <a:custGeom>
            <a:avLst/>
            <a:gdLst/>
            <a:ahLst/>
            <a:cxnLst/>
            <a:rect l="l" t="t" r="r" b="b"/>
            <a:pathLst>
              <a:path w="49149" h="54229">
                <a:moveTo>
                  <a:pt x="49149" y="0"/>
                </a:moveTo>
                <a:lnTo>
                  <a:pt x="42545" y="14350"/>
                </a:lnTo>
                <a:lnTo>
                  <a:pt x="32766" y="11175"/>
                </a:lnTo>
                <a:lnTo>
                  <a:pt x="16383" y="38354"/>
                </a:lnTo>
                <a:lnTo>
                  <a:pt x="11430" y="35179"/>
                </a:lnTo>
                <a:lnTo>
                  <a:pt x="0" y="54229"/>
                </a:lnTo>
              </a:path>
            </a:pathLst>
          </a:custGeom>
          <a:ln w="12699">
            <a:solidFill>
              <a:srgbClr val="414141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00" name="object 1100"/>
          <p:cNvSpPr/>
          <p:nvPr/>
        </p:nvSpPr>
        <p:spPr>
          <a:xfrm>
            <a:off x="8345170" y="2470150"/>
            <a:ext cx="66928" cy="34036"/>
          </a:xfrm>
          <a:custGeom>
            <a:avLst/>
            <a:gdLst/>
            <a:ahLst/>
            <a:cxnLst/>
            <a:rect l="l" t="t" r="r" b="b"/>
            <a:pathLst>
              <a:path w="66928" h="34036">
                <a:moveTo>
                  <a:pt x="66928" y="0"/>
                </a:moveTo>
                <a:lnTo>
                  <a:pt x="49402" y="12319"/>
                </a:lnTo>
                <a:lnTo>
                  <a:pt x="47878" y="6223"/>
                </a:lnTo>
                <a:lnTo>
                  <a:pt x="20700" y="26288"/>
                </a:lnTo>
                <a:lnTo>
                  <a:pt x="19176" y="21589"/>
                </a:lnTo>
                <a:lnTo>
                  <a:pt x="0" y="34036"/>
                </a:lnTo>
              </a:path>
            </a:pathLst>
          </a:custGeom>
          <a:ln w="12700">
            <a:solidFill>
              <a:srgbClr val="414141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01" name="object 1101"/>
          <p:cNvSpPr/>
          <p:nvPr/>
        </p:nvSpPr>
        <p:spPr>
          <a:xfrm>
            <a:off x="7495003" y="3110003"/>
            <a:ext cx="15777" cy="54428"/>
          </a:xfrm>
          <a:custGeom>
            <a:avLst/>
            <a:gdLst/>
            <a:ahLst/>
            <a:cxnLst/>
            <a:rect l="l" t="t" r="r" b="b"/>
            <a:pathLst>
              <a:path w="15777" h="54428">
                <a:moveTo>
                  <a:pt x="15777" y="0"/>
                </a:moveTo>
                <a:lnTo>
                  <a:pt x="12890" y="3185"/>
                </a:lnTo>
                <a:lnTo>
                  <a:pt x="5773" y="32758"/>
                </a:lnTo>
                <a:lnTo>
                  <a:pt x="0" y="54428"/>
                </a:lnTo>
                <a:lnTo>
                  <a:pt x="4536" y="53790"/>
                </a:lnTo>
                <a:lnTo>
                  <a:pt x="15777" y="0"/>
                </a:lnTo>
                <a:close/>
              </a:path>
            </a:pathLst>
          </a:custGeom>
          <a:solidFill>
            <a:srgbClr val="1F1F1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02" name="object 1102"/>
          <p:cNvSpPr/>
          <p:nvPr/>
        </p:nvSpPr>
        <p:spPr>
          <a:xfrm>
            <a:off x="7430245" y="3111278"/>
            <a:ext cx="34234" cy="56979"/>
          </a:xfrm>
          <a:custGeom>
            <a:avLst/>
            <a:gdLst/>
            <a:ahLst/>
            <a:cxnLst/>
            <a:rect l="l" t="t" r="r" b="b"/>
            <a:pathLst>
              <a:path w="34234" h="56979">
                <a:moveTo>
                  <a:pt x="26399" y="0"/>
                </a:moveTo>
                <a:lnTo>
                  <a:pt x="0" y="56979"/>
                </a:lnTo>
                <a:lnTo>
                  <a:pt x="11241" y="56852"/>
                </a:lnTo>
                <a:lnTo>
                  <a:pt x="34234" y="1274"/>
                </a:lnTo>
                <a:lnTo>
                  <a:pt x="26399" y="0"/>
                </a:lnTo>
                <a:close/>
              </a:path>
            </a:pathLst>
          </a:custGeom>
          <a:solidFill>
            <a:srgbClr val="1F1F1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03" name="object 1103"/>
          <p:cNvSpPr/>
          <p:nvPr/>
        </p:nvSpPr>
        <p:spPr>
          <a:xfrm>
            <a:off x="7328465" y="3149263"/>
            <a:ext cx="294404" cy="51115"/>
          </a:xfrm>
          <a:custGeom>
            <a:avLst/>
            <a:gdLst/>
            <a:ahLst/>
            <a:cxnLst/>
            <a:rect l="l" t="t" r="r" b="b"/>
            <a:pathLst>
              <a:path w="294404" h="51115">
                <a:moveTo>
                  <a:pt x="89404" y="15932"/>
                </a:moveTo>
                <a:lnTo>
                  <a:pt x="0" y="24217"/>
                </a:lnTo>
                <a:lnTo>
                  <a:pt x="96728" y="38621"/>
                </a:lnTo>
                <a:lnTo>
                  <a:pt x="177676" y="51115"/>
                </a:lnTo>
                <a:lnTo>
                  <a:pt x="291827" y="38621"/>
                </a:lnTo>
                <a:lnTo>
                  <a:pt x="294404" y="25496"/>
                </a:lnTo>
                <a:lnTo>
                  <a:pt x="292034" y="18612"/>
                </a:lnTo>
                <a:lnTo>
                  <a:pt x="288631" y="12875"/>
                </a:lnTo>
                <a:lnTo>
                  <a:pt x="284092" y="9304"/>
                </a:lnTo>
                <a:lnTo>
                  <a:pt x="278009" y="6628"/>
                </a:lnTo>
                <a:lnTo>
                  <a:pt x="267284" y="5354"/>
                </a:lnTo>
                <a:lnTo>
                  <a:pt x="191388" y="0"/>
                </a:lnTo>
                <a:lnTo>
                  <a:pt x="183242" y="0"/>
                </a:lnTo>
                <a:lnTo>
                  <a:pt x="177881" y="2424"/>
                </a:lnTo>
                <a:lnTo>
                  <a:pt x="173136" y="4462"/>
                </a:lnTo>
                <a:lnTo>
                  <a:pt x="169631" y="8156"/>
                </a:lnTo>
                <a:lnTo>
                  <a:pt x="164269" y="13766"/>
                </a:lnTo>
                <a:lnTo>
                  <a:pt x="147462" y="15296"/>
                </a:lnTo>
                <a:lnTo>
                  <a:pt x="89404" y="15932"/>
                </a:lnTo>
                <a:close/>
              </a:path>
            </a:pathLst>
          </a:custGeom>
          <a:solidFill>
            <a:srgbClr val="1F0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04" name="object 1104"/>
          <p:cNvSpPr/>
          <p:nvPr/>
        </p:nvSpPr>
        <p:spPr>
          <a:xfrm>
            <a:off x="7521842" y="3143399"/>
            <a:ext cx="1520" cy="5482"/>
          </a:xfrm>
          <a:custGeom>
            <a:avLst/>
            <a:gdLst/>
            <a:ahLst/>
            <a:cxnLst/>
            <a:rect l="l" t="t" r="r" b="b"/>
            <a:pathLst>
              <a:path w="1520" h="5482">
                <a:moveTo>
                  <a:pt x="0" y="5482"/>
                </a:moveTo>
                <a:lnTo>
                  <a:pt x="1520" y="0"/>
                </a:lnTo>
              </a:path>
            </a:pathLst>
          </a:custGeom>
          <a:ln w="838">
            <a:solidFill>
              <a:srgbClr val="1F0F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05" name="object 1105"/>
          <p:cNvSpPr/>
          <p:nvPr/>
        </p:nvSpPr>
        <p:spPr>
          <a:xfrm>
            <a:off x="7536712" y="3144422"/>
            <a:ext cx="1393" cy="5478"/>
          </a:xfrm>
          <a:custGeom>
            <a:avLst/>
            <a:gdLst/>
            <a:ahLst/>
            <a:cxnLst/>
            <a:rect l="l" t="t" r="r" b="b"/>
            <a:pathLst>
              <a:path w="1393" h="5478">
                <a:moveTo>
                  <a:pt x="0" y="5478"/>
                </a:moveTo>
                <a:lnTo>
                  <a:pt x="1393" y="0"/>
                </a:lnTo>
              </a:path>
            </a:pathLst>
          </a:custGeom>
          <a:ln w="836">
            <a:solidFill>
              <a:srgbClr val="1F0F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06" name="object 1106"/>
          <p:cNvSpPr/>
          <p:nvPr/>
        </p:nvSpPr>
        <p:spPr>
          <a:xfrm>
            <a:off x="7459532" y="3146205"/>
            <a:ext cx="98065" cy="70871"/>
          </a:xfrm>
          <a:custGeom>
            <a:avLst/>
            <a:gdLst/>
            <a:ahLst/>
            <a:cxnLst/>
            <a:rect l="l" t="t" r="r" b="b"/>
            <a:pathLst>
              <a:path w="98065" h="70871">
                <a:moveTo>
                  <a:pt x="58363" y="70871"/>
                </a:moveTo>
                <a:lnTo>
                  <a:pt x="74037" y="53153"/>
                </a:lnTo>
                <a:lnTo>
                  <a:pt x="77338" y="49201"/>
                </a:lnTo>
                <a:lnTo>
                  <a:pt x="80534" y="44487"/>
                </a:lnTo>
                <a:lnTo>
                  <a:pt x="83112" y="39514"/>
                </a:lnTo>
                <a:lnTo>
                  <a:pt x="85586" y="35688"/>
                </a:lnTo>
                <a:lnTo>
                  <a:pt x="88679" y="30083"/>
                </a:lnTo>
                <a:lnTo>
                  <a:pt x="97343" y="14786"/>
                </a:lnTo>
                <a:lnTo>
                  <a:pt x="97858" y="12618"/>
                </a:lnTo>
                <a:lnTo>
                  <a:pt x="98065" y="10833"/>
                </a:lnTo>
                <a:lnTo>
                  <a:pt x="97446" y="7904"/>
                </a:lnTo>
                <a:lnTo>
                  <a:pt x="97136" y="6119"/>
                </a:lnTo>
                <a:lnTo>
                  <a:pt x="96002" y="4714"/>
                </a:lnTo>
                <a:lnTo>
                  <a:pt x="94559" y="3822"/>
                </a:lnTo>
                <a:lnTo>
                  <a:pt x="91978" y="2931"/>
                </a:lnTo>
                <a:lnTo>
                  <a:pt x="90123" y="2804"/>
                </a:lnTo>
                <a:lnTo>
                  <a:pt x="87442" y="2421"/>
                </a:lnTo>
                <a:lnTo>
                  <a:pt x="85792" y="2294"/>
                </a:lnTo>
                <a:lnTo>
                  <a:pt x="53516" y="255"/>
                </a:lnTo>
                <a:lnTo>
                  <a:pt x="51558" y="0"/>
                </a:lnTo>
                <a:lnTo>
                  <a:pt x="49496" y="509"/>
                </a:lnTo>
                <a:lnTo>
                  <a:pt x="48052" y="765"/>
                </a:lnTo>
                <a:lnTo>
                  <a:pt x="46609" y="1657"/>
                </a:lnTo>
                <a:lnTo>
                  <a:pt x="45059" y="2931"/>
                </a:lnTo>
                <a:lnTo>
                  <a:pt x="34027" y="18355"/>
                </a:lnTo>
                <a:lnTo>
                  <a:pt x="31347" y="22817"/>
                </a:lnTo>
                <a:lnTo>
                  <a:pt x="28149" y="26894"/>
                </a:lnTo>
                <a:lnTo>
                  <a:pt x="24436" y="31357"/>
                </a:lnTo>
                <a:lnTo>
                  <a:pt x="21035" y="34797"/>
                </a:lnTo>
                <a:lnTo>
                  <a:pt x="0" y="61439"/>
                </a:lnTo>
                <a:lnTo>
                  <a:pt x="58363" y="70871"/>
                </a:lnTo>
                <a:close/>
              </a:path>
            </a:pathLst>
          </a:custGeom>
          <a:solidFill>
            <a:srgbClr val="401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07" name="object 1107"/>
          <p:cNvSpPr/>
          <p:nvPr/>
        </p:nvSpPr>
        <p:spPr>
          <a:xfrm>
            <a:off x="7515214" y="3126701"/>
            <a:ext cx="34750" cy="19503"/>
          </a:xfrm>
          <a:custGeom>
            <a:avLst/>
            <a:gdLst/>
            <a:ahLst/>
            <a:cxnLst/>
            <a:rect l="l" t="t" r="r" b="b"/>
            <a:pathLst>
              <a:path w="34750" h="19503">
                <a:moveTo>
                  <a:pt x="4227" y="1784"/>
                </a:moveTo>
                <a:lnTo>
                  <a:pt x="0" y="12620"/>
                </a:lnTo>
                <a:lnTo>
                  <a:pt x="0" y="13766"/>
                </a:lnTo>
                <a:lnTo>
                  <a:pt x="206" y="15040"/>
                </a:lnTo>
                <a:lnTo>
                  <a:pt x="1031" y="16442"/>
                </a:lnTo>
                <a:lnTo>
                  <a:pt x="1752" y="16952"/>
                </a:lnTo>
                <a:lnTo>
                  <a:pt x="29389" y="19503"/>
                </a:lnTo>
                <a:lnTo>
                  <a:pt x="31142" y="19249"/>
                </a:lnTo>
                <a:lnTo>
                  <a:pt x="32378" y="19249"/>
                </a:lnTo>
                <a:lnTo>
                  <a:pt x="33616" y="17720"/>
                </a:lnTo>
                <a:lnTo>
                  <a:pt x="34441" y="16442"/>
                </a:lnTo>
                <a:lnTo>
                  <a:pt x="34750" y="14913"/>
                </a:lnTo>
                <a:lnTo>
                  <a:pt x="33616" y="3188"/>
                </a:lnTo>
                <a:lnTo>
                  <a:pt x="31347" y="1019"/>
                </a:lnTo>
                <a:lnTo>
                  <a:pt x="29904" y="127"/>
                </a:lnTo>
                <a:lnTo>
                  <a:pt x="27946" y="0"/>
                </a:lnTo>
                <a:lnTo>
                  <a:pt x="6291" y="382"/>
                </a:lnTo>
                <a:lnTo>
                  <a:pt x="4949" y="1019"/>
                </a:lnTo>
                <a:lnTo>
                  <a:pt x="4227" y="1784"/>
                </a:lnTo>
                <a:close/>
              </a:path>
            </a:pathLst>
          </a:custGeom>
          <a:solidFill>
            <a:srgbClr val="401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08" name="object 1108"/>
          <p:cNvSpPr/>
          <p:nvPr/>
        </p:nvSpPr>
        <p:spPr>
          <a:xfrm>
            <a:off x="7451822" y="3137921"/>
            <a:ext cx="1519" cy="5478"/>
          </a:xfrm>
          <a:custGeom>
            <a:avLst/>
            <a:gdLst/>
            <a:ahLst/>
            <a:cxnLst/>
            <a:rect l="l" t="t" r="r" b="b"/>
            <a:pathLst>
              <a:path w="1519" h="5478">
                <a:moveTo>
                  <a:pt x="1519" y="0"/>
                </a:moveTo>
                <a:lnTo>
                  <a:pt x="0" y="5478"/>
                </a:lnTo>
                <a:lnTo>
                  <a:pt x="1519" y="0"/>
                </a:lnTo>
              </a:path>
            </a:pathLst>
          </a:custGeom>
          <a:ln w="838">
            <a:solidFill>
              <a:srgbClr val="1F0F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09" name="object 1109"/>
          <p:cNvSpPr/>
          <p:nvPr/>
        </p:nvSpPr>
        <p:spPr>
          <a:xfrm>
            <a:off x="7466671" y="3138940"/>
            <a:ext cx="1519" cy="5482"/>
          </a:xfrm>
          <a:custGeom>
            <a:avLst/>
            <a:gdLst/>
            <a:ahLst/>
            <a:cxnLst/>
            <a:rect l="l" t="t" r="r" b="b"/>
            <a:pathLst>
              <a:path w="1519" h="5482">
                <a:moveTo>
                  <a:pt x="0" y="5482"/>
                </a:moveTo>
                <a:lnTo>
                  <a:pt x="1519" y="0"/>
                </a:lnTo>
              </a:path>
            </a:pathLst>
          </a:custGeom>
          <a:ln w="838">
            <a:solidFill>
              <a:srgbClr val="1F0F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10" name="object 1110"/>
          <p:cNvSpPr/>
          <p:nvPr/>
        </p:nvSpPr>
        <p:spPr>
          <a:xfrm>
            <a:off x="7388171" y="3141871"/>
            <a:ext cx="97962" cy="70746"/>
          </a:xfrm>
          <a:custGeom>
            <a:avLst/>
            <a:gdLst/>
            <a:ahLst/>
            <a:cxnLst/>
            <a:rect l="l" t="t" r="r" b="b"/>
            <a:pathLst>
              <a:path w="97962" h="70746">
                <a:moveTo>
                  <a:pt x="58263" y="70746"/>
                </a:moveTo>
                <a:lnTo>
                  <a:pt x="74040" y="53025"/>
                </a:lnTo>
                <a:lnTo>
                  <a:pt x="77339" y="49075"/>
                </a:lnTo>
                <a:lnTo>
                  <a:pt x="80638" y="44485"/>
                </a:lnTo>
                <a:lnTo>
                  <a:pt x="83112" y="39131"/>
                </a:lnTo>
                <a:lnTo>
                  <a:pt x="85384" y="35691"/>
                </a:lnTo>
                <a:lnTo>
                  <a:pt x="88580" y="30081"/>
                </a:lnTo>
                <a:lnTo>
                  <a:pt x="97447" y="14530"/>
                </a:lnTo>
                <a:lnTo>
                  <a:pt x="97652" y="12746"/>
                </a:lnTo>
                <a:lnTo>
                  <a:pt x="97962" y="10708"/>
                </a:lnTo>
                <a:lnTo>
                  <a:pt x="97550" y="7902"/>
                </a:lnTo>
                <a:lnTo>
                  <a:pt x="96828" y="5991"/>
                </a:lnTo>
                <a:lnTo>
                  <a:pt x="95900" y="4844"/>
                </a:lnTo>
                <a:lnTo>
                  <a:pt x="94353" y="3442"/>
                </a:lnTo>
                <a:lnTo>
                  <a:pt x="91983" y="2805"/>
                </a:lnTo>
                <a:lnTo>
                  <a:pt x="89921" y="2678"/>
                </a:lnTo>
                <a:lnTo>
                  <a:pt x="87446" y="2551"/>
                </a:lnTo>
                <a:lnTo>
                  <a:pt x="85693" y="2038"/>
                </a:lnTo>
                <a:lnTo>
                  <a:pt x="53314" y="127"/>
                </a:lnTo>
                <a:lnTo>
                  <a:pt x="51455" y="0"/>
                </a:lnTo>
                <a:lnTo>
                  <a:pt x="49290" y="381"/>
                </a:lnTo>
                <a:lnTo>
                  <a:pt x="47744" y="635"/>
                </a:lnTo>
                <a:lnTo>
                  <a:pt x="46403" y="1655"/>
                </a:lnTo>
                <a:lnTo>
                  <a:pt x="45063" y="2805"/>
                </a:lnTo>
                <a:lnTo>
                  <a:pt x="33823" y="18356"/>
                </a:lnTo>
                <a:lnTo>
                  <a:pt x="31142" y="22689"/>
                </a:lnTo>
                <a:lnTo>
                  <a:pt x="28255" y="26769"/>
                </a:lnTo>
                <a:lnTo>
                  <a:pt x="24132" y="31228"/>
                </a:lnTo>
                <a:lnTo>
                  <a:pt x="20831" y="34927"/>
                </a:lnTo>
                <a:lnTo>
                  <a:pt x="0" y="61183"/>
                </a:lnTo>
                <a:lnTo>
                  <a:pt x="58263" y="70746"/>
                </a:lnTo>
                <a:close/>
              </a:path>
            </a:pathLst>
          </a:custGeom>
          <a:solidFill>
            <a:srgbClr val="401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11" name="object 1111"/>
          <p:cNvSpPr/>
          <p:nvPr/>
        </p:nvSpPr>
        <p:spPr>
          <a:xfrm>
            <a:off x="7443754" y="3122243"/>
            <a:ext cx="34750" cy="19499"/>
          </a:xfrm>
          <a:custGeom>
            <a:avLst/>
            <a:gdLst/>
            <a:ahLst/>
            <a:cxnLst/>
            <a:rect l="l" t="t" r="r" b="b"/>
            <a:pathLst>
              <a:path w="34750" h="19499">
                <a:moveTo>
                  <a:pt x="4124" y="2038"/>
                </a:moveTo>
                <a:lnTo>
                  <a:pt x="0" y="12616"/>
                </a:lnTo>
                <a:lnTo>
                  <a:pt x="0" y="13890"/>
                </a:lnTo>
                <a:lnTo>
                  <a:pt x="102" y="15168"/>
                </a:lnTo>
                <a:lnTo>
                  <a:pt x="928" y="16442"/>
                </a:lnTo>
                <a:lnTo>
                  <a:pt x="1855" y="17079"/>
                </a:lnTo>
                <a:lnTo>
                  <a:pt x="29596" y="19499"/>
                </a:lnTo>
                <a:lnTo>
                  <a:pt x="31039" y="19372"/>
                </a:lnTo>
                <a:lnTo>
                  <a:pt x="32173" y="19372"/>
                </a:lnTo>
                <a:lnTo>
                  <a:pt x="33514" y="17970"/>
                </a:lnTo>
                <a:lnTo>
                  <a:pt x="34338" y="16442"/>
                </a:lnTo>
                <a:lnTo>
                  <a:pt x="34750" y="14913"/>
                </a:lnTo>
                <a:lnTo>
                  <a:pt x="33514" y="3184"/>
                </a:lnTo>
                <a:lnTo>
                  <a:pt x="31451" y="891"/>
                </a:lnTo>
                <a:lnTo>
                  <a:pt x="29801" y="127"/>
                </a:lnTo>
                <a:lnTo>
                  <a:pt x="27839" y="0"/>
                </a:lnTo>
                <a:lnTo>
                  <a:pt x="6392" y="508"/>
                </a:lnTo>
                <a:lnTo>
                  <a:pt x="5051" y="891"/>
                </a:lnTo>
                <a:lnTo>
                  <a:pt x="4124" y="2038"/>
                </a:lnTo>
                <a:close/>
              </a:path>
            </a:pathLst>
          </a:custGeom>
          <a:solidFill>
            <a:srgbClr val="401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12" name="object 1112"/>
          <p:cNvSpPr/>
          <p:nvPr/>
        </p:nvSpPr>
        <p:spPr>
          <a:xfrm>
            <a:off x="7318878" y="3172080"/>
            <a:ext cx="173960" cy="23836"/>
          </a:xfrm>
          <a:custGeom>
            <a:avLst/>
            <a:gdLst/>
            <a:ahLst/>
            <a:cxnLst/>
            <a:rect l="l" t="t" r="r" b="b"/>
            <a:pathLst>
              <a:path w="173960" h="23836">
                <a:moveTo>
                  <a:pt x="173960" y="22052"/>
                </a:moveTo>
                <a:lnTo>
                  <a:pt x="160863" y="14149"/>
                </a:lnTo>
                <a:lnTo>
                  <a:pt x="154987" y="10963"/>
                </a:lnTo>
                <a:lnTo>
                  <a:pt x="148180" y="8158"/>
                </a:lnTo>
                <a:lnTo>
                  <a:pt x="141375" y="5991"/>
                </a:lnTo>
                <a:lnTo>
                  <a:pt x="134567" y="4335"/>
                </a:lnTo>
                <a:lnTo>
                  <a:pt x="128072" y="3188"/>
                </a:lnTo>
                <a:lnTo>
                  <a:pt x="122196" y="2038"/>
                </a:lnTo>
                <a:lnTo>
                  <a:pt x="102704" y="0"/>
                </a:lnTo>
                <a:lnTo>
                  <a:pt x="84246" y="0"/>
                </a:lnTo>
                <a:lnTo>
                  <a:pt x="80844" y="254"/>
                </a:lnTo>
                <a:lnTo>
                  <a:pt x="77750" y="891"/>
                </a:lnTo>
                <a:lnTo>
                  <a:pt x="73729" y="1528"/>
                </a:lnTo>
                <a:lnTo>
                  <a:pt x="69190" y="1528"/>
                </a:lnTo>
                <a:lnTo>
                  <a:pt x="37018" y="0"/>
                </a:lnTo>
                <a:lnTo>
                  <a:pt x="30523" y="254"/>
                </a:lnTo>
                <a:lnTo>
                  <a:pt x="21652" y="637"/>
                </a:lnTo>
                <a:lnTo>
                  <a:pt x="8453" y="2038"/>
                </a:lnTo>
                <a:lnTo>
                  <a:pt x="0" y="3952"/>
                </a:lnTo>
                <a:lnTo>
                  <a:pt x="138385" y="23836"/>
                </a:lnTo>
                <a:lnTo>
                  <a:pt x="173960" y="22052"/>
                </a:lnTo>
                <a:close/>
              </a:path>
            </a:pathLst>
          </a:custGeom>
          <a:solidFill>
            <a:srgbClr val="5F2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13" name="object 1113"/>
          <p:cNvSpPr/>
          <p:nvPr/>
        </p:nvSpPr>
        <p:spPr>
          <a:xfrm>
            <a:off x="7588223" y="3117270"/>
            <a:ext cx="12994" cy="59655"/>
          </a:xfrm>
          <a:custGeom>
            <a:avLst/>
            <a:gdLst/>
            <a:ahLst/>
            <a:cxnLst/>
            <a:rect l="l" t="t" r="r" b="b"/>
            <a:pathLst>
              <a:path w="12994" h="59655">
                <a:moveTo>
                  <a:pt x="2062" y="891"/>
                </a:moveTo>
                <a:lnTo>
                  <a:pt x="0" y="0"/>
                </a:lnTo>
                <a:lnTo>
                  <a:pt x="2474" y="10578"/>
                </a:lnTo>
                <a:lnTo>
                  <a:pt x="3711" y="16696"/>
                </a:lnTo>
                <a:lnTo>
                  <a:pt x="4845" y="22179"/>
                </a:lnTo>
                <a:lnTo>
                  <a:pt x="5773" y="27789"/>
                </a:lnTo>
                <a:lnTo>
                  <a:pt x="6804" y="34285"/>
                </a:lnTo>
                <a:lnTo>
                  <a:pt x="8867" y="49841"/>
                </a:lnTo>
                <a:lnTo>
                  <a:pt x="9898" y="59655"/>
                </a:lnTo>
                <a:lnTo>
                  <a:pt x="12994" y="59527"/>
                </a:lnTo>
                <a:lnTo>
                  <a:pt x="10619" y="43594"/>
                </a:lnTo>
                <a:lnTo>
                  <a:pt x="8969" y="34031"/>
                </a:lnTo>
                <a:lnTo>
                  <a:pt x="8145" y="28807"/>
                </a:lnTo>
                <a:lnTo>
                  <a:pt x="6907" y="22052"/>
                </a:lnTo>
                <a:lnTo>
                  <a:pt x="5980" y="17460"/>
                </a:lnTo>
                <a:lnTo>
                  <a:pt x="4536" y="10959"/>
                </a:lnTo>
                <a:lnTo>
                  <a:pt x="3093" y="3694"/>
                </a:lnTo>
                <a:lnTo>
                  <a:pt x="2062" y="891"/>
                </a:lnTo>
                <a:close/>
              </a:path>
            </a:pathLst>
          </a:custGeom>
          <a:solidFill>
            <a:srgbClr val="1F1F1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14" name="object 1114"/>
          <p:cNvSpPr/>
          <p:nvPr/>
        </p:nvSpPr>
        <p:spPr>
          <a:xfrm>
            <a:off x="7588842" y="3117270"/>
            <a:ext cx="13096" cy="59655"/>
          </a:xfrm>
          <a:custGeom>
            <a:avLst/>
            <a:gdLst/>
            <a:ahLst/>
            <a:cxnLst/>
            <a:rect l="l" t="t" r="r" b="b"/>
            <a:pathLst>
              <a:path w="13096" h="59655">
                <a:moveTo>
                  <a:pt x="2474" y="891"/>
                </a:moveTo>
                <a:lnTo>
                  <a:pt x="0" y="0"/>
                </a:lnTo>
                <a:lnTo>
                  <a:pt x="2680" y="10578"/>
                </a:lnTo>
                <a:lnTo>
                  <a:pt x="3917" y="16696"/>
                </a:lnTo>
                <a:lnTo>
                  <a:pt x="4947" y="22179"/>
                </a:lnTo>
                <a:lnTo>
                  <a:pt x="5876" y="27789"/>
                </a:lnTo>
                <a:lnTo>
                  <a:pt x="7010" y="34285"/>
                </a:lnTo>
                <a:lnTo>
                  <a:pt x="9072" y="49841"/>
                </a:lnTo>
                <a:lnTo>
                  <a:pt x="10103" y="59655"/>
                </a:lnTo>
                <a:lnTo>
                  <a:pt x="13096" y="59527"/>
                </a:lnTo>
                <a:lnTo>
                  <a:pt x="10618" y="43594"/>
                </a:lnTo>
                <a:lnTo>
                  <a:pt x="9279" y="34031"/>
                </a:lnTo>
                <a:lnTo>
                  <a:pt x="8350" y="28807"/>
                </a:lnTo>
                <a:lnTo>
                  <a:pt x="7010" y="22052"/>
                </a:lnTo>
                <a:lnTo>
                  <a:pt x="6185" y="17460"/>
                </a:lnTo>
                <a:lnTo>
                  <a:pt x="4845" y="10959"/>
                </a:lnTo>
                <a:lnTo>
                  <a:pt x="3092" y="3694"/>
                </a:lnTo>
                <a:lnTo>
                  <a:pt x="2474" y="891"/>
                </a:lnTo>
                <a:close/>
              </a:path>
            </a:pathLst>
          </a:custGeom>
          <a:solidFill>
            <a:srgbClr val="5F5F5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15" name="object 1115"/>
          <p:cNvSpPr/>
          <p:nvPr/>
        </p:nvSpPr>
        <p:spPr>
          <a:xfrm>
            <a:off x="7533052" y="3116760"/>
            <a:ext cx="15571" cy="65519"/>
          </a:xfrm>
          <a:custGeom>
            <a:avLst/>
            <a:gdLst/>
            <a:ahLst/>
            <a:cxnLst/>
            <a:rect l="l" t="t" r="r" b="b"/>
            <a:pathLst>
              <a:path w="15571" h="65519">
                <a:moveTo>
                  <a:pt x="4848" y="0"/>
                </a:moveTo>
                <a:lnTo>
                  <a:pt x="0" y="0"/>
                </a:lnTo>
                <a:lnTo>
                  <a:pt x="2578" y="13639"/>
                </a:lnTo>
                <a:lnTo>
                  <a:pt x="4539" y="27534"/>
                </a:lnTo>
                <a:lnTo>
                  <a:pt x="6498" y="41807"/>
                </a:lnTo>
                <a:lnTo>
                  <a:pt x="7117" y="50988"/>
                </a:lnTo>
                <a:lnTo>
                  <a:pt x="8354" y="65519"/>
                </a:lnTo>
                <a:lnTo>
                  <a:pt x="15571" y="65392"/>
                </a:lnTo>
                <a:lnTo>
                  <a:pt x="14540" y="53918"/>
                </a:lnTo>
                <a:lnTo>
                  <a:pt x="13406" y="46269"/>
                </a:lnTo>
                <a:lnTo>
                  <a:pt x="11653" y="33267"/>
                </a:lnTo>
                <a:lnTo>
                  <a:pt x="9076" y="18607"/>
                </a:lnTo>
                <a:lnTo>
                  <a:pt x="7117" y="10323"/>
                </a:lnTo>
                <a:lnTo>
                  <a:pt x="4848" y="0"/>
                </a:lnTo>
                <a:close/>
              </a:path>
            </a:pathLst>
          </a:custGeom>
          <a:solidFill>
            <a:srgbClr val="1F1F1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16" name="object 1116"/>
          <p:cNvSpPr/>
          <p:nvPr/>
        </p:nvSpPr>
        <p:spPr>
          <a:xfrm>
            <a:off x="7533981" y="3116633"/>
            <a:ext cx="15674" cy="65519"/>
          </a:xfrm>
          <a:custGeom>
            <a:avLst/>
            <a:gdLst/>
            <a:ahLst/>
            <a:cxnLst/>
            <a:rect l="l" t="t" r="r" b="b"/>
            <a:pathLst>
              <a:path w="15674" h="65519">
                <a:moveTo>
                  <a:pt x="4848" y="0"/>
                </a:moveTo>
                <a:lnTo>
                  <a:pt x="0" y="0"/>
                </a:lnTo>
                <a:lnTo>
                  <a:pt x="2577" y="13383"/>
                </a:lnTo>
                <a:lnTo>
                  <a:pt x="4745" y="27147"/>
                </a:lnTo>
                <a:lnTo>
                  <a:pt x="6497" y="41807"/>
                </a:lnTo>
                <a:lnTo>
                  <a:pt x="7220" y="50605"/>
                </a:lnTo>
                <a:lnTo>
                  <a:pt x="8457" y="65519"/>
                </a:lnTo>
                <a:lnTo>
                  <a:pt x="15674" y="65133"/>
                </a:lnTo>
                <a:lnTo>
                  <a:pt x="14540" y="53918"/>
                </a:lnTo>
                <a:lnTo>
                  <a:pt x="13611" y="46142"/>
                </a:lnTo>
                <a:lnTo>
                  <a:pt x="11756" y="33267"/>
                </a:lnTo>
                <a:lnTo>
                  <a:pt x="9281" y="18353"/>
                </a:lnTo>
                <a:lnTo>
                  <a:pt x="7220" y="10195"/>
                </a:lnTo>
                <a:lnTo>
                  <a:pt x="4848" y="0"/>
                </a:lnTo>
                <a:close/>
              </a:path>
            </a:pathLst>
          </a:custGeom>
          <a:solidFill>
            <a:srgbClr val="5F5F5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17" name="object 1117"/>
          <p:cNvSpPr/>
          <p:nvPr/>
        </p:nvSpPr>
        <p:spPr>
          <a:xfrm>
            <a:off x="7188330" y="3248050"/>
            <a:ext cx="65583" cy="91903"/>
          </a:xfrm>
          <a:custGeom>
            <a:avLst/>
            <a:gdLst/>
            <a:ahLst/>
            <a:cxnLst/>
            <a:rect l="l" t="t" r="r" b="b"/>
            <a:pathLst>
              <a:path w="65583" h="91903">
                <a:moveTo>
                  <a:pt x="0" y="45888"/>
                </a:moveTo>
                <a:lnTo>
                  <a:pt x="2092" y="62096"/>
                </a:lnTo>
                <a:lnTo>
                  <a:pt x="7865" y="75789"/>
                </a:lnTo>
                <a:lnTo>
                  <a:pt x="16558" y="85882"/>
                </a:lnTo>
                <a:lnTo>
                  <a:pt x="27413" y="91289"/>
                </a:lnTo>
                <a:lnTo>
                  <a:pt x="32791" y="91903"/>
                </a:lnTo>
                <a:lnTo>
                  <a:pt x="44370" y="88955"/>
                </a:lnTo>
                <a:lnTo>
                  <a:pt x="54129" y="80832"/>
                </a:lnTo>
                <a:lnTo>
                  <a:pt x="61307" y="68622"/>
                </a:lnTo>
                <a:lnTo>
                  <a:pt x="65147" y="53410"/>
                </a:lnTo>
                <a:lnTo>
                  <a:pt x="65583" y="45888"/>
                </a:lnTo>
                <a:lnTo>
                  <a:pt x="63483" y="29669"/>
                </a:lnTo>
                <a:lnTo>
                  <a:pt x="57691" y="15997"/>
                </a:lnTo>
                <a:lnTo>
                  <a:pt x="48970" y="5946"/>
                </a:lnTo>
                <a:lnTo>
                  <a:pt x="38083" y="591"/>
                </a:lnTo>
                <a:lnTo>
                  <a:pt x="32791" y="0"/>
                </a:lnTo>
                <a:lnTo>
                  <a:pt x="21191" y="2942"/>
                </a:lnTo>
                <a:lnTo>
                  <a:pt x="11421" y="11055"/>
                </a:lnTo>
                <a:lnTo>
                  <a:pt x="4244" y="23262"/>
                </a:lnTo>
                <a:lnTo>
                  <a:pt x="422" y="38490"/>
                </a:lnTo>
                <a:lnTo>
                  <a:pt x="0" y="45888"/>
                </a:lnTo>
                <a:close/>
              </a:path>
            </a:pathLst>
          </a:custGeom>
          <a:solidFill>
            <a:srgbClr val="1F1F1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18" name="object 1118"/>
          <p:cNvSpPr/>
          <p:nvPr/>
        </p:nvSpPr>
        <p:spPr>
          <a:xfrm>
            <a:off x="7199155" y="3249834"/>
            <a:ext cx="65274" cy="91775"/>
          </a:xfrm>
          <a:custGeom>
            <a:avLst/>
            <a:gdLst/>
            <a:ahLst/>
            <a:cxnLst/>
            <a:rect l="l" t="t" r="r" b="b"/>
            <a:pathLst>
              <a:path w="65274" h="91775">
                <a:moveTo>
                  <a:pt x="0" y="45888"/>
                </a:moveTo>
                <a:lnTo>
                  <a:pt x="2103" y="62124"/>
                </a:lnTo>
                <a:lnTo>
                  <a:pt x="7899" y="75806"/>
                </a:lnTo>
                <a:lnTo>
                  <a:pt x="16613" y="85855"/>
                </a:lnTo>
                <a:lnTo>
                  <a:pt x="27475" y="91195"/>
                </a:lnTo>
                <a:lnTo>
                  <a:pt x="32688" y="91775"/>
                </a:lnTo>
                <a:lnTo>
                  <a:pt x="44243" y="88820"/>
                </a:lnTo>
                <a:lnTo>
                  <a:pt x="53965" y="80677"/>
                </a:lnTo>
                <a:lnTo>
                  <a:pt x="61094" y="68425"/>
                </a:lnTo>
                <a:lnTo>
                  <a:pt x="64870" y="53146"/>
                </a:lnTo>
                <a:lnTo>
                  <a:pt x="65274" y="45888"/>
                </a:lnTo>
                <a:lnTo>
                  <a:pt x="63179" y="29637"/>
                </a:lnTo>
                <a:lnTo>
                  <a:pt x="57404" y="15946"/>
                </a:lnTo>
                <a:lnTo>
                  <a:pt x="48708" y="5896"/>
                </a:lnTo>
                <a:lnTo>
                  <a:pt x="37851" y="569"/>
                </a:lnTo>
                <a:lnTo>
                  <a:pt x="32688" y="0"/>
                </a:lnTo>
                <a:lnTo>
                  <a:pt x="21132" y="2948"/>
                </a:lnTo>
                <a:lnTo>
                  <a:pt x="11387" y="11077"/>
                </a:lnTo>
                <a:lnTo>
                  <a:pt x="4223" y="23306"/>
                </a:lnTo>
                <a:lnTo>
                  <a:pt x="414" y="38560"/>
                </a:lnTo>
                <a:lnTo>
                  <a:pt x="0" y="4588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19" name="object 1119"/>
          <p:cNvSpPr/>
          <p:nvPr/>
        </p:nvSpPr>
        <p:spPr>
          <a:xfrm>
            <a:off x="7357649" y="3235175"/>
            <a:ext cx="73833" cy="79160"/>
          </a:xfrm>
          <a:custGeom>
            <a:avLst/>
            <a:gdLst/>
            <a:ahLst/>
            <a:cxnLst/>
            <a:rect l="l" t="t" r="r" b="b"/>
            <a:pathLst>
              <a:path w="73833" h="79160">
                <a:moveTo>
                  <a:pt x="0" y="15682"/>
                </a:moveTo>
                <a:lnTo>
                  <a:pt x="617" y="45251"/>
                </a:lnTo>
                <a:lnTo>
                  <a:pt x="72286" y="79160"/>
                </a:lnTo>
                <a:lnTo>
                  <a:pt x="73317" y="74568"/>
                </a:lnTo>
                <a:lnTo>
                  <a:pt x="73833" y="55323"/>
                </a:lnTo>
                <a:lnTo>
                  <a:pt x="73215" y="43467"/>
                </a:lnTo>
                <a:lnTo>
                  <a:pt x="69812" y="27661"/>
                </a:lnTo>
                <a:lnTo>
                  <a:pt x="66613" y="19122"/>
                </a:lnTo>
                <a:lnTo>
                  <a:pt x="61973" y="11729"/>
                </a:lnTo>
                <a:lnTo>
                  <a:pt x="53828" y="4718"/>
                </a:lnTo>
                <a:lnTo>
                  <a:pt x="46197" y="1022"/>
                </a:lnTo>
                <a:lnTo>
                  <a:pt x="36401" y="0"/>
                </a:lnTo>
                <a:lnTo>
                  <a:pt x="28461" y="768"/>
                </a:lnTo>
                <a:lnTo>
                  <a:pt x="17220" y="3954"/>
                </a:lnTo>
                <a:lnTo>
                  <a:pt x="8869" y="7906"/>
                </a:lnTo>
                <a:lnTo>
                  <a:pt x="0" y="1568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20" name="object 1120"/>
          <p:cNvSpPr/>
          <p:nvPr/>
        </p:nvSpPr>
        <p:spPr>
          <a:xfrm>
            <a:off x="7332180" y="3251238"/>
            <a:ext cx="60013" cy="129124"/>
          </a:xfrm>
          <a:custGeom>
            <a:avLst/>
            <a:gdLst/>
            <a:ahLst/>
            <a:cxnLst/>
            <a:rect l="l" t="t" r="r" b="b"/>
            <a:pathLst>
              <a:path w="60013" h="129124">
                <a:moveTo>
                  <a:pt x="1514" y="81030"/>
                </a:moveTo>
                <a:lnTo>
                  <a:pt x="5801" y="95978"/>
                </a:lnTo>
                <a:lnTo>
                  <a:pt x="12477" y="108794"/>
                </a:lnTo>
                <a:lnTo>
                  <a:pt x="21159" y="118932"/>
                </a:lnTo>
                <a:lnTo>
                  <a:pt x="31464" y="125847"/>
                </a:lnTo>
                <a:lnTo>
                  <a:pt x="43008" y="128991"/>
                </a:lnTo>
                <a:lnTo>
                  <a:pt x="45991" y="129124"/>
                </a:lnTo>
                <a:lnTo>
                  <a:pt x="46609" y="128993"/>
                </a:lnTo>
                <a:lnTo>
                  <a:pt x="47847" y="128993"/>
                </a:lnTo>
                <a:lnTo>
                  <a:pt x="46094" y="64497"/>
                </a:lnTo>
                <a:lnTo>
                  <a:pt x="60013" y="2931"/>
                </a:lnTo>
                <a:lnTo>
                  <a:pt x="55476" y="1019"/>
                </a:lnTo>
                <a:lnTo>
                  <a:pt x="50733" y="0"/>
                </a:lnTo>
                <a:lnTo>
                  <a:pt x="45991" y="0"/>
                </a:lnTo>
                <a:lnTo>
                  <a:pt x="34186" y="2130"/>
                </a:lnTo>
                <a:lnTo>
                  <a:pt x="23530" y="8161"/>
                </a:lnTo>
                <a:lnTo>
                  <a:pt x="14407" y="17551"/>
                </a:lnTo>
                <a:lnTo>
                  <a:pt x="7202" y="29757"/>
                </a:lnTo>
                <a:lnTo>
                  <a:pt x="2301" y="44238"/>
                </a:lnTo>
                <a:lnTo>
                  <a:pt x="88" y="60451"/>
                </a:lnTo>
                <a:lnTo>
                  <a:pt x="0" y="64497"/>
                </a:lnTo>
                <a:lnTo>
                  <a:pt x="1514" y="81030"/>
                </a:lnTo>
                <a:close/>
              </a:path>
            </a:pathLst>
          </a:custGeom>
          <a:solidFill>
            <a:srgbClr val="1F1F1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21" name="object 1121"/>
          <p:cNvSpPr/>
          <p:nvPr/>
        </p:nvSpPr>
        <p:spPr>
          <a:xfrm>
            <a:off x="7348266" y="3253406"/>
            <a:ext cx="72800" cy="127212"/>
          </a:xfrm>
          <a:custGeom>
            <a:avLst/>
            <a:gdLst/>
            <a:ahLst/>
            <a:cxnLst/>
            <a:rect l="l" t="t" r="r" b="b"/>
            <a:pathLst>
              <a:path w="72800" h="127212">
                <a:moveTo>
                  <a:pt x="0" y="63604"/>
                </a:moveTo>
                <a:lnTo>
                  <a:pt x="1402" y="81173"/>
                </a:lnTo>
                <a:lnTo>
                  <a:pt x="5351" y="96848"/>
                </a:lnTo>
                <a:lnTo>
                  <a:pt x="11457" y="109952"/>
                </a:lnTo>
                <a:lnTo>
                  <a:pt x="19329" y="119809"/>
                </a:lnTo>
                <a:lnTo>
                  <a:pt x="28579" y="125743"/>
                </a:lnTo>
                <a:lnTo>
                  <a:pt x="36400" y="127212"/>
                </a:lnTo>
                <a:lnTo>
                  <a:pt x="46445" y="124764"/>
                </a:lnTo>
                <a:lnTo>
                  <a:pt x="55413" y="117871"/>
                </a:lnTo>
                <a:lnTo>
                  <a:pt x="62914" y="107208"/>
                </a:lnTo>
                <a:lnTo>
                  <a:pt x="68559" y="93455"/>
                </a:lnTo>
                <a:lnTo>
                  <a:pt x="71958" y="77285"/>
                </a:lnTo>
                <a:lnTo>
                  <a:pt x="72800" y="63604"/>
                </a:lnTo>
                <a:lnTo>
                  <a:pt x="71397" y="46036"/>
                </a:lnTo>
                <a:lnTo>
                  <a:pt x="67448" y="30362"/>
                </a:lnTo>
                <a:lnTo>
                  <a:pt x="61342" y="17258"/>
                </a:lnTo>
                <a:lnTo>
                  <a:pt x="53469" y="7401"/>
                </a:lnTo>
                <a:lnTo>
                  <a:pt x="44220" y="1468"/>
                </a:lnTo>
                <a:lnTo>
                  <a:pt x="36400" y="0"/>
                </a:lnTo>
                <a:lnTo>
                  <a:pt x="26355" y="2448"/>
                </a:lnTo>
                <a:lnTo>
                  <a:pt x="17387" y="9341"/>
                </a:lnTo>
                <a:lnTo>
                  <a:pt x="9885" y="20004"/>
                </a:lnTo>
                <a:lnTo>
                  <a:pt x="4240" y="33758"/>
                </a:lnTo>
                <a:lnTo>
                  <a:pt x="841" y="49927"/>
                </a:lnTo>
                <a:lnTo>
                  <a:pt x="0" y="63604"/>
                </a:lnTo>
                <a:close/>
              </a:path>
            </a:pathLst>
          </a:custGeom>
          <a:solidFill>
            <a:srgbClr val="5F5F5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22" name="object 1122"/>
          <p:cNvSpPr/>
          <p:nvPr/>
        </p:nvSpPr>
        <p:spPr>
          <a:xfrm>
            <a:off x="7353215" y="3259014"/>
            <a:ext cx="64140" cy="117141"/>
          </a:xfrm>
          <a:custGeom>
            <a:avLst/>
            <a:gdLst/>
            <a:ahLst/>
            <a:cxnLst/>
            <a:rect l="l" t="t" r="r" b="b"/>
            <a:pathLst>
              <a:path w="64140" h="117141">
                <a:moveTo>
                  <a:pt x="0" y="58505"/>
                </a:moveTo>
                <a:lnTo>
                  <a:pt x="1477" y="76162"/>
                </a:lnTo>
                <a:lnTo>
                  <a:pt x="5611" y="91664"/>
                </a:lnTo>
                <a:lnTo>
                  <a:pt x="11949" y="104182"/>
                </a:lnTo>
                <a:lnTo>
                  <a:pt x="20043" y="112886"/>
                </a:lnTo>
                <a:lnTo>
                  <a:pt x="29442" y="116947"/>
                </a:lnTo>
                <a:lnTo>
                  <a:pt x="32069" y="117141"/>
                </a:lnTo>
                <a:lnTo>
                  <a:pt x="41737" y="114435"/>
                </a:lnTo>
                <a:lnTo>
                  <a:pt x="50217" y="106869"/>
                </a:lnTo>
                <a:lnTo>
                  <a:pt x="57060" y="95272"/>
                </a:lnTo>
                <a:lnTo>
                  <a:pt x="61816" y="80474"/>
                </a:lnTo>
                <a:lnTo>
                  <a:pt x="64034" y="63302"/>
                </a:lnTo>
                <a:lnTo>
                  <a:pt x="64140" y="58505"/>
                </a:lnTo>
                <a:lnTo>
                  <a:pt x="62657" y="40880"/>
                </a:lnTo>
                <a:lnTo>
                  <a:pt x="58510" y="25397"/>
                </a:lnTo>
                <a:lnTo>
                  <a:pt x="52152" y="12894"/>
                </a:lnTo>
                <a:lnTo>
                  <a:pt x="44035" y="4209"/>
                </a:lnTo>
                <a:lnTo>
                  <a:pt x="34611" y="181"/>
                </a:lnTo>
                <a:lnTo>
                  <a:pt x="32069" y="0"/>
                </a:lnTo>
                <a:lnTo>
                  <a:pt x="22386" y="2714"/>
                </a:lnTo>
                <a:lnTo>
                  <a:pt x="13895" y="10298"/>
                </a:lnTo>
                <a:lnTo>
                  <a:pt x="7049" y="21914"/>
                </a:lnTo>
                <a:lnTo>
                  <a:pt x="2299" y="36721"/>
                </a:lnTo>
                <a:lnTo>
                  <a:pt x="98" y="53882"/>
                </a:lnTo>
                <a:lnTo>
                  <a:pt x="0" y="58505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23" name="object 1123"/>
          <p:cNvSpPr/>
          <p:nvPr/>
        </p:nvSpPr>
        <p:spPr>
          <a:xfrm>
            <a:off x="7366415" y="3277240"/>
            <a:ext cx="40936" cy="81962"/>
          </a:xfrm>
          <a:custGeom>
            <a:avLst/>
            <a:gdLst/>
            <a:ahLst/>
            <a:cxnLst/>
            <a:rect l="l" t="t" r="r" b="b"/>
            <a:pathLst>
              <a:path w="40936" h="81962">
                <a:moveTo>
                  <a:pt x="25939" y="1466"/>
                </a:moveTo>
                <a:lnTo>
                  <a:pt x="20520" y="0"/>
                </a:lnTo>
                <a:lnTo>
                  <a:pt x="15684" y="2165"/>
                </a:lnTo>
                <a:lnTo>
                  <a:pt x="11728" y="3936"/>
                </a:lnTo>
                <a:lnTo>
                  <a:pt x="4835" y="14537"/>
                </a:lnTo>
                <a:lnTo>
                  <a:pt x="740" y="29990"/>
                </a:lnTo>
                <a:lnTo>
                  <a:pt x="0" y="40915"/>
                </a:lnTo>
                <a:lnTo>
                  <a:pt x="1959" y="58460"/>
                </a:lnTo>
                <a:lnTo>
                  <a:pt x="7245" y="72231"/>
                </a:lnTo>
                <a:lnTo>
                  <a:pt x="14964" y="80444"/>
                </a:lnTo>
                <a:lnTo>
                  <a:pt x="20520" y="81962"/>
                </a:lnTo>
                <a:lnTo>
                  <a:pt x="29235" y="78034"/>
                </a:lnTo>
                <a:lnTo>
                  <a:pt x="36092" y="67442"/>
                </a:lnTo>
                <a:lnTo>
                  <a:pt x="40185" y="51975"/>
                </a:lnTo>
                <a:lnTo>
                  <a:pt x="40936" y="40915"/>
                </a:lnTo>
                <a:lnTo>
                  <a:pt x="38965" y="23393"/>
                </a:lnTo>
                <a:lnTo>
                  <a:pt x="33661" y="9637"/>
                </a:lnTo>
                <a:lnTo>
                  <a:pt x="25939" y="1466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24" name="object 1124"/>
          <p:cNvSpPr/>
          <p:nvPr/>
        </p:nvSpPr>
        <p:spPr>
          <a:xfrm>
            <a:off x="7366415" y="3277240"/>
            <a:ext cx="40936" cy="81962"/>
          </a:xfrm>
          <a:custGeom>
            <a:avLst/>
            <a:gdLst/>
            <a:ahLst/>
            <a:cxnLst/>
            <a:rect l="l" t="t" r="r" b="b"/>
            <a:pathLst>
              <a:path w="40936" h="81962">
                <a:moveTo>
                  <a:pt x="25939" y="1466"/>
                </a:moveTo>
                <a:lnTo>
                  <a:pt x="33661" y="9637"/>
                </a:lnTo>
                <a:lnTo>
                  <a:pt x="38965" y="23393"/>
                </a:lnTo>
                <a:lnTo>
                  <a:pt x="40936" y="40915"/>
                </a:lnTo>
                <a:lnTo>
                  <a:pt x="40185" y="51975"/>
                </a:lnTo>
                <a:lnTo>
                  <a:pt x="36092" y="67442"/>
                </a:lnTo>
                <a:lnTo>
                  <a:pt x="29235" y="78034"/>
                </a:lnTo>
                <a:lnTo>
                  <a:pt x="20520" y="81962"/>
                </a:lnTo>
                <a:lnTo>
                  <a:pt x="14964" y="80444"/>
                </a:lnTo>
                <a:lnTo>
                  <a:pt x="7245" y="72231"/>
                </a:lnTo>
                <a:lnTo>
                  <a:pt x="1959" y="58460"/>
                </a:lnTo>
                <a:lnTo>
                  <a:pt x="0" y="40915"/>
                </a:lnTo>
                <a:lnTo>
                  <a:pt x="740" y="29990"/>
                </a:lnTo>
                <a:lnTo>
                  <a:pt x="4835" y="14537"/>
                </a:lnTo>
                <a:lnTo>
                  <a:pt x="11728" y="3936"/>
                </a:lnTo>
                <a:lnTo>
                  <a:pt x="15684" y="2165"/>
                </a:lnTo>
                <a:lnTo>
                  <a:pt x="20520" y="0"/>
                </a:lnTo>
                <a:lnTo>
                  <a:pt x="25939" y="1466"/>
                </a:lnTo>
                <a:close/>
              </a:path>
            </a:pathLst>
          </a:custGeom>
          <a:ln w="3455">
            <a:solidFill>
              <a:srgbClr val="9F9F9F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25" name="object 1125"/>
          <p:cNvSpPr/>
          <p:nvPr/>
        </p:nvSpPr>
        <p:spPr>
          <a:xfrm>
            <a:off x="7369920" y="3285272"/>
            <a:ext cx="27843" cy="60673"/>
          </a:xfrm>
          <a:custGeom>
            <a:avLst/>
            <a:gdLst/>
            <a:ahLst/>
            <a:cxnLst/>
            <a:rect l="l" t="t" r="r" b="b"/>
            <a:pathLst>
              <a:path w="27843" h="60673">
                <a:moveTo>
                  <a:pt x="19138" y="2193"/>
                </a:moveTo>
                <a:lnTo>
                  <a:pt x="13920" y="0"/>
                </a:lnTo>
                <a:lnTo>
                  <a:pt x="6019" y="5341"/>
                </a:lnTo>
                <a:lnTo>
                  <a:pt x="996" y="19032"/>
                </a:lnTo>
                <a:lnTo>
                  <a:pt x="97" y="29233"/>
                </a:lnTo>
                <a:lnTo>
                  <a:pt x="0" y="30336"/>
                </a:lnTo>
                <a:lnTo>
                  <a:pt x="80" y="30901"/>
                </a:lnTo>
                <a:lnTo>
                  <a:pt x="2431" y="47484"/>
                </a:lnTo>
                <a:lnTo>
                  <a:pt x="8702" y="58479"/>
                </a:lnTo>
                <a:lnTo>
                  <a:pt x="13921" y="60673"/>
                </a:lnTo>
                <a:lnTo>
                  <a:pt x="21821" y="55333"/>
                </a:lnTo>
                <a:lnTo>
                  <a:pt x="26845" y="41642"/>
                </a:lnTo>
                <a:lnTo>
                  <a:pt x="27843" y="30336"/>
                </a:lnTo>
                <a:lnTo>
                  <a:pt x="25411" y="13188"/>
                </a:lnTo>
                <a:lnTo>
                  <a:pt x="19138" y="219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26" name="object 1126"/>
          <p:cNvSpPr/>
          <p:nvPr/>
        </p:nvSpPr>
        <p:spPr>
          <a:xfrm>
            <a:off x="7369920" y="3285272"/>
            <a:ext cx="27843" cy="60673"/>
          </a:xfrm>
          <a:custGeom>
            <a:avLst/>
            <a:gdLst/>
            <a:ahLst/>
            <a:cxnLst/>
            <a:rect l="l" t="t" r="r" b="b"/>
            <a:pathLst>
              <a:path w="27843" h="60673">
                <a:moveTo>
                  <a:pt x="19138" y="2193"/>
                </a:moveTo>
                <a:lnTo>
                  <a:pt x="25411" y="13188"/>
                </a:lnTo>
                <a:lnTo>
                  <a:pt x="27843" y="30336"/>
                </a:lnTo>
                <a:lnTo>
                  <a:pt x="26845" y="41642"/>
                </a:lnTo>
                <a:lnTo>
                  <a:pt x="21821" y="55333"/>
                </a:lnTo>
                <a:lnTo>
                  <a:pt x="13921" y="60673"/>
                </a:lnTo>
                <a:lnTo>
                  <a:pt x="8702" y="58479"/>
                </a:lnTo>
                <a:lnTo>
                  <a:pt x="2431" y="47484"/>
                </a:lnTo>
                <a:lnTo>
                  <a:pt x="80" y="30901"/>
                </a:lnTo>
                <a:lnTo>
                  <a:pt x="0" y="30336"/>
                </a:lnTo>
                <a:lnTo>
                  <a:pt x="97" y="29233"/>
                </a:lnTo>
                <a:lnTo>
                  <a:pt x="996" y="19032"/>
                </a:lnTo>
                <a:lnTo>
                  <a:pt x="6019" y="5341"/>
                </a:lnTo>
                <a:lnTo>
                  <a:pt x="13920" y="0"/>
                </a:lnTo>
                <a:lnTo>
                  <a:pt x="19138" y="2193"/>
                </a:lnTo>
                <a:close/>
              </a:path>
            </a:pathLst>
          </a:custGeom>
          <a:ln w="1717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27" name="object 1127"/>
          <p:cNvSpPr/>
          <p:nvPr/>
        </p:nvSpPr>
        <p:spPr>
          <a:xfrm>
            <a:off x="7379202" y="3308469"/>
            <a:ext cx="8145" cy="17845"/>
          </a:xfrm>
          <a:custGeom>
            <a:avLst/>
            <a:gdLst/>
            <a:ahLst/>
            <a:cxnLst/>
            <a:rect l="l" t="t" r="r" b="b"/>
            <a:pathLst>
              <a:path w="8145" h="17845">
                <a:moveTo>
                  <a:pt x="0" y="8922"/>
                </a:moveTo>
                <a:lnTo>
                  <a:pt x="0" y="13895"/>
                </a:lnTo>
                <a:lnTo>
                  <a:pt x="1856" y="17845"/>
                </a:lnTo>
                <a:lnTo>
                  <a:pt x="6392" y="17845"/>
                </a:lnTo>
                <a:lnTo>
                  <a:pt x="8145" y="13895"/>
                </a:lnTo>
                <a:lnTo>
                  <a:pt x="8145" y="3954"/>
                </a:lnTo>
                <a:lnTo>
                  <a:pt x="6392" y="0"/>
                </a:lnTo>
                <a:lnTo>
                  <a:pt x="1856" y="0"/>
                </a:lnTo>
                <a:lnTo>
                  <a:pt x="0" y="3954"/>
                </a:lnTo>
                <a:lnTo>
                  <a:pt x="0" y="8922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28" name="object 1128"/>
          <p:cNvSpPr/>
          <p:nvPr/>
        </p:nvSpPr>
        <p:spPr>
          <a:xfrm>
            <a:off x="7380852" y="3308342"/>
            <a:ext cx="7629" cy="17716"/>
          </a:xfrm>
          <a:custGeom>
            <a:avLst/>
            <a:gdLst/>
            <a:ahLst/>
            <a:cxnLst/>
            <a:rect l="l" t="t" r="r" b="b"/>
            <a:pathLst>
              <a:path w="7629" h="17716">
                <a:moveTo>
                  <a:pt x="0" y="8795"/>
                </a:moveTo>
                <a:lnTo>
                  <a:pt x="0" y="13768"/>
                </a:lnTo>
                <a:lnTo>
                  <a:pt x="1752" y="17716"/>
                </a:lnTo>
                <a:lnTo>
                  <a:pt x="5876" y="17716"/>
                </a:lnTo>
                <a:lnTo>
                  <a:pt x="7629" y="13768"/>
                </a:lnTo>
                <a:lnTo>
                  <a:pt x="7629" y="3954"/>
                </a:lnTo>
                <a:lnTo>
                  <a:pt x="5876" y="0"/>
                </a:lnTo>
                <a:lnTo>
                  <a:pt x="1752" y="0"/>
                </a:lnTo>
                <a:lnTo>
                  <a:pt x="0" y="3954"/>
                </a:lnTo>
                <a:lnTo>
                  <a:pt x="0" y="8795"/>
                </a:lnTo>
                <a:close/>
              </a:path>
            </a:pathLst>
          </a:custGeom>
          <a:solidFill>
            <a:srgbClr val="DFDFD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29" name="object 1129"/>
          <p:cNvSpPr/>
          <p:nvPr/>
        </p:nvSpPr>
        <p:spPr>
          <a:xfrm>
            <a:off x="7639060" y="3213508"/>
            <a:ext cx="42073" cy="48691"/>
          </a:xfrm>
          <a:custGeom>
            <a:avLst/>
            <a:gdLst/>
            <a:ahLst/>
            <a:cxnLst/>
            <a:rect l="l" t="t" r="r" b="b"/>
            <a:pathLst>
              <a:path w="42073" h="48691">
                <a:moveTo>
                  <a:pt x="0" y="6115"/>
                </a:moveTo>
                <a:lnTo>
                  <a:pt x="9588" y="40534"/>
                </a:lnTo>
                <a:lnTo>
                  <a:pt x="40729" y="48691"/>
                </a:lnTo>
                <a:lnTo>
                  <a:pt x="41867" y="43591"/>
                </a:lnTo>
                <a:lnTo>
                  <a:pt x="42073" y="32248"/>
                </a:lnTo>
                <a:lnTo>
                  <a:pt x="41348" y="25491"/>
                </a:lnTo>
                <a:lnTo>
                  <a:pt x="39802" y="16060"/>
                </a:lnTo>
                <a:lnTo>
                  <a:pt x="35060" y="7521"/>
                </a:lnTo>
                <a:lnTo>
                  <a:pt x="29801" y="2165"/>
                </a:lnTo>
                <a:lnTo>
                  <a:pt x="21447" y="0"/>
                </a:lnTo>
                <a:lnTo>
                  <a:pt x="12374" y="0"/>
                </a:lnTo>
                <a:lnTo>
                  <a:pt x="4949" y="2421"/>
                </a:lnTo>
                <a:lnTo>
                  <a:pt x="0" y="61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30" name="object 1130"/>
          <p:cNvSpPr/>
          <p:nvPr/>
        </p:nvSpPr>
        <p:spPr>
          <a:xfrm>
            <a:off x="7610805" y="3216184"/>
            <a:ext cx="44136" cy="96876"/>
          </a:xfrm>
          <a:custGeom>
            <a:avLst/>
            <a:gdLst/>
            <a:ahLst/>
            <a:cxnLst/>
            <a:rect l="l" t="t" r="r" b="b"/>
            <a:pathLst>
              <a:path w="44136" h="96876">
                <a:moveTo>
                  <a:pt x="40939" y="637"/>
                </a:moveTo>
                <a:lnTo>
                  <a:pt x="37431" y="0"/>
                </a:lnTo>
                <a:lnTo>
                  <a:pt x="34028" y="0"/>
                </a:lnTo>
                <a:lnTo>
                  <a:pt x="22509" y="2828"/>
                </a:lnTo>
                <a:lnTo>
                  <a:pt x="12692" y="10660"/>
                </a:lnTo>
                <a:lnTo>
                  <a:pt x="5257" y="22512"/>
                </a:lnTo>
                <a:lnTo>
                  <a:pt x="882" y="37403"/>
                </a:lnTo>
                <a:lnTo>
                  <a:pt x="0" y="48436"/>
                </a:lnTo>
                <a:lnTo>
                  <a:pt x="1980" y="64747"/>
                </a:lnTo>
                <a:lnTo>
                  <a:pt x="7468" y="78716"/>
                </a:lnTo>
                <a:lnTo>
                  <a:pt x="15785" y="89337"/>
                </a:lnTo>
                <a:lnTo>
                  <a:pt x="26255" y="95609"/>
                </a:lnTo>
                <a:lnTo>
                  <a:pt x="34029" y="96876"/>
                </a:lnTo>
                <a:lnTo>
                  <a:pt x="34441" y="96748"/>
                </a:lnTo>
                <a:lnTo>
                  <a:pt x="35163" y="96748"/>
                </a:lnTo>
                <a:lnTo>
                  <a:pt x="34029" y="48436"/>
                </a:lnTo>
                <a:lnTo>
                  <a:pt x="44136" y="2165"/>
                </a:lnTo>
                <a:lnTo>
                  <a:pt x="40939" y="637"/>
                </a:lnTo>
                <a:close/>
              </a:path>
            </a:pathLst>
          </a:custGeom>
          <a:solidFill>
            <a:srgbClr val="1F1F1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31" name="object 1131"/>
          <p:cNvSpPr/>
          <p:nvPr/>
        </p:nvSpPr>
        <p:spPr>
          <a:xfrm>
            <a:off x="7622767" y="3217713"/>
            <a:ext cx="53930" cy="95348"/>
          </a:xfrm>
          <a:custGeom>
            <a:avLst/>
            <a:gdLst/>
            <a:ahLst/>
            <a:cxnLst/>
            <a:rect l="l" t="t" r="r" b="b"/>
            <a:pathLst>
              <a:path w="53930" h="95348">
                <a:moveTo>
                  <a:pt x="0" y="47672"/>
                </a:moveTo>
                <a:lnTo>
                  <a:pt x="1831" y="65010"/>
                </a:lnTo>
                <a:lnTo>
                  <a:pt x="6864" y="79490"/>
                </a:lnTo>
                <a:lnTo>
                  <a:pt x="14401" y="89897"/>
                </a:lnTo>
                <a:lnTo>
                  <a:pt x="23749" y="95022"/>
                </a:lnTo>
                <a:lnTo>
                  <a:pt x="26915" y="95348"/>
                </a:lnTo>
                <a:lnTo>
                  <a:pt x="36730" y="92119"/>
                </a:lnTo>
                <a:lnTo>
                  <a:pt x="44930" y="83239"/>
                </a:lnTo>
                <a:lnTo>
                  <a:pt x="50829" y="69916"/>
                </a:lnTo>
                <a:lnTo>
                  <a:pt x="53741" y="53360"/>
                </a:lnTo>
                <a:lnTo>
                  <a:pt x="53930" y="47672"/>
                </a:lnTo>
                <a:lnTo>
                  <a:pt x="52100" y="30349"/>
                </a:lnTo>
                <a:lnTo>
                  <a:pt x="47067" y="15879"/>
                </a:lnTo>
                <a:lnTo>
                  <a:pt x="39516" y="5470"/>
                </a:lnTo>
                <a:lnTo>
                  <a:pt x="30135" y="333"/>
                </a:lnTo>
                <a:lnTo>
                  <a:pt x="26914" y="0"/>
                </a:lnTo>
                <a:lnTo>
                  <a:pt x="17145" y="3234"/>
                </a:lnTo>
                <a:lnTo>
                  <a:pt x="8970" y="12130"/>
                </a:lnTo>
                <a:lnTo>
                  <a:pt x="3085" y="25474"/>
                </a:lnTo>
                <a:lnTo>
                  <a:pt x="184" y="42053"/>
                </a:lnTo>
                <a:lnTo>
                  <a:pt x="0" y="47672"/>
                </a:lnTo>
                <a:close/>
              </a:path>
            </a:pathLst>
          </a:custGeom>
          <a:solidFill>
            <a:srgbClr val="5F5F5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32" name="object 1132"/>
          <p:cNvSpPr/>
          <p:nvPr/>
        </p:nvSpPr>
        <p:spPr>
          <a:xfrm>
            <a:off x="7626376" y="3221794"/>
            <a:ext cx="47435" cy="87695"/>
          </a:xfrm>
          <a:custGeom>
            <a:avLst/>
            <a:gdLst/>
            <a:ahLst/>
            <a:cxnLst/>
            <a:rect l="l" t="t" r="r" b="b"/>
            <a:pathLst>
              <a:path w="47435" h="87695">
                <a:moveTo>
                  <a:pt x="0" y="43845"/>
                </a:moveTo>
                <a:lnTo>
                  <a:pt x="1933" y="61213"/>
                </a:lnTo>
                <a:lnTo>
                  <a:pt x="7194" y="75302"/>
                </a:lnTo>
                <a:lnTo>
                  <a:pt x="14975" y="84619"/>
                </a:lnTo>
                <a:lnTo>
                  <a:pt x="23718" y="87695"/>
                </a:lnTo>
                <a:lnTo>
                  <a:pt x="33110" y="84122"/>
                </a:lnTo>
                <a:lnTo>
                  <a:pt x="40730" y="74398"/>
                </a:lnTo>
                <a:lnTo>
                  <a:pt x="45770" y="60013"/>
                </a:lnTo>
                <a:lnTo>
                  <a:pt x="47435" y="43845"/>
                </a:lnTo>
                <a:lnTo>
                  <a:pt x="45501" y="26478"/>
                </a:lnTo>
                <a:lnTo>
                  <a:pt x="40239" y="12390"/>
                </a:lnTo>
                <a:lnTo>
                  <a:pt x="32458" y="3074"/>
                </a:lnTo>
                <a:lnTo>
                  <a:pt x="23718" y="0"/>
                </a:lnTo>
                <a:lnTo>
                  <a:pt x="14325" y="3573"/>
                </a:lnTo>
                <a:lnTo>
                  <a:pt x="6704" y="13298"/>
                </a:lnTo>
                <a:lnTo>
                  <a:pt x="1663" y="27682"/>
                </a:lnTo>
                <a:lnTo>
                  <a:pt x="0" y="43845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33" name="object 1133"/>
          <p:cNvSpPr/>
          <p:nvPr/>
        </p:nvSpPr>
        <p:spPr>
          <a:xfrm>
            <a:off x="7635864" y="3235431"/>
            <a:ext cx="30832" cy="61442"/>
          </a:xfrm>
          <a:custGeom>
            <a:avLst/>
            <a:gdLst/>
            <a:ahLst/>
            <a:cxnLst/>
            <a:rect l="l" t="t" r="r" b="b"/>
            <a:pathLst>
              <a:path w="30832" h="61442">
                <a:moveTo>
                  <a:pt x="21646" y="2635"/>
                </a:moveTo>
                <a:lnTo>
                  <a:pt x="15364" y="0"/>
                </a:lnTo>
                <a:lnTo>
                  <a:pt x="8942" y="3873"/>
                </a:lnTo>
                <a:lnTo>
                  <a:pt x="6890" y="5111"/>
                </a:lnTo>
                <a:lnTo>
                  <a:pt x="1311" y="18305"/>
                </a:lnTo>
                <a:lnTo>
                  <a:pt x="0" y="30721"/>
                </a:lnTo>
                <a:lnTo>
                  <a:pt x="2562" y="47684"/>
                </a:lnTo>
                <a:lnTo>
                  <a:pt x="9165" y="58826"/>
                </a:lnTo>
                <a:lnTo>
                  <a:pt x="15364" y="61442"/>
                </a:lnTo>
                <a:lnTo>
                  <a:pt x="20440" y="58412"/>
                </a:lnTo>
                <a:lnTo>
                  <a:pt x="23905" y="56343"/>
                </a:lnTo>
                <a:lnTo>
                  <a:pt x="24188" y="55677"/>
                </a:lnTo>
                <a:lnTo>
                  <a:pt x="29509" y="43179"/>
                </a:lnTo>
                <a:lnTo>
                  <a:pt x="30832" y="30721"/>
                </a:lnTo>
                <a:lnTo>
                  <a:pt x="28385" y="14532"/>
                </a:lnTo>
                <a:lnTo>
                  <a:pt x="28271" y="13777"/>
                </a:lnTo>
                <a:lnTo>
                  <a:pt x="21646" y="2635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34" name="object 1134"/>
          <p:cNvSpPr/>
          <p:nvPr/>
        </p:nvSpPr>
        <p:spPr>
          <a:xfrm>
            <a:off x="7635864" y="3235431"/>
            <a:ext cx="30832" cy="61442"/>
          </a:xfrm>
          <a:custGeom>
            <a:avLst/>
            <a:gdLst/>
            <a:ahLst/>
            <a:cxnLst/>
            <a:rect l="l" t="t" r="r" b="b"/>
            <a:pathLst>
              <a:path w="30832" h="61442">
                <a:moveTo>
                  <a:pt x="21646" y="2635"/>
                </a:moveTo>
                <a:lnTo>
                  <a:pt x="28271" y="13777"/>
                </a:lnTo>
                <a:lnTo>
                  <a:pt x="28385" y="14532"/>
                </a:lnTo>
                <a:lnTo>
                  <a:pt x="30832" y="30721"/>
                </a:lnTo>
                <a:lnTo>
                  <a:pt x="29509" y="43179"/>
                </a:lnTo>
                <a:lnTo>
                  <a:pt x="24188" y="55677"/>
                </a:lnTo>
                <a:lnTo>
                  <a:pt x="23905" y="56343"/>
                </a:lnTo>
                <a:lnTo>
                  <a:pt x="20440" y="58412"/>
                </a:lnTo>
                <a:lnTo>
                  <a:pt x="15364" y="61442"/>
                </a:lnTo>
                <a:lnTo>
                  <a:pt x="9165" y="58826"/>
                </a:lnTo>
                <a:lnTo>
                  <a:pt x="2562" y="47684"/>
                </a:lnTo>
                <a:lnTo>
                  <a:pt x="0" y="30721"/>
                </a:lnTo>
                <a:lnTo>
                  <a:pt x="1311" y="18305"/>
                </a:lnTo>
                <a:lnTo>
                  <a:pt x="6890" y="5111"/>
                </a:lnTo>
                <a:lnTo>
                  <a:pt x="8942" y="3873"/>
                </a:lnTo>
                <a:lnTo>
                  <a:pt x="15364" y="0"/>
                </a:lnTo>
                <a:lnTo>
                  <a:pt x="21646" y="2635"/>
                </a:lnTo>
                <a:close/>
              </a:path>
            </a:pathLst>
          </a:custGeom>
          <a:ln w="3456">
            <a:solidFill>
              <a:srgbClr val="9F9F9F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35" name="object 1135"/>
          <p:cNvSpPr/>
          <p:nvPr/>
        </p:nvSpPr>
        <p:spPr>
          <a:xfrm>
            <a:off x="7638648" y="3241168"/>
            <a:ext cx="20725" cy="45886"/>
          </a:xfrm>
          <a:custGeom>
            <a:avLst/>
            <a:gdLst/>
            <a:ahLst/>
            <a:cxnLst/>
            <a:rect l="l" t="t" r="r" b="b"/>
            <a:pathLst>
              <a:path w="20725" h="45886">
                <a:moveTo>
                  <a:pt x="20725" y="10326"/>
                </a:moveTo>
                <a:lnTo>
                  <a:pt x="16086" y="0"/>
                </a:lnTo>
                <a:lnTo>
                  <a:pt x="4639" y="0"/>
                </a:lnTo>
                <a:lnTo>
                  <a:pt x="1159" y="7745"/>
                </a:lnTo>
                <a:lnTo>
                  <a:pt x="0" y="10326"/>
                </a:lnTo>
                <a:lnTo>
                  <a:pt x="0" y="35564"/>
                </a:lnTo>
                <a:lnTo>
                  <a:pt x="4639" y="45886"/>
                </a:lnTo>
                <a:lnTo>
                  <a:pt x="16086" y="45886"/>
                </a:lnTo>
                <a:lnTo>
                  <a:pt x="16749" y="44412"/>
                </a:lnTo>
                <a:lnTo>
                  <a:pt x="20725" y="35564"/>
                </a:lnTo>
                <a:lnTo>
                  <a:pt x="20725" y="1032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36" name="object 1136"/>
          <p:cNvSpPr/>
          <p:nvPr/>
        </p:nvSpPr>
        <p:spPr>
          <a:xfrm>
            <a:off x="7638648" y="3241168"/>
            <a:ext cx="20725" cy="45886"/>
          </a:xfrm>
          <a:custGeom>
            <a:avLst/>
            <a:gdLst/>
            <a:ahLst/>
            <a:cxnLst/>
            <a:rect l="l" t="t" r="r" b="b"/>
            <a:pathLst>
              <a:path w="20725" h="45886">
                <a:moveTo>
                  <a:pt x="20725" y="10326"/>
                </a:moveTo>
                <a:lnTo>
                  <a:pt x="20725" y="22943"/>
                </a:lnTo>
                <a:lnTo>
                  <a:pt x="20725" y="30831"/>
                </a:lnTo>
                <a:lnTo>
                  <a:pt x="20725" y="35564"/>
                </a:lnTo>
                <a:lnTo>
                  <a:pt x="16749" y="44412"/>
                </a:lnTo>
                <a:lnTo>
                  <a:pt x="16086" y="45886"/>
                </a:lnTo>
                <a:lnTo>
                  <a:pt x="4639" y="45886"/>
                </a:lnTo>
                <a:lnTo>
                  <a:pt x="0" y="35564"/>
                </a:lnTo>
                <a:lnTo>
                  <a:pt x="0" y="22943"/>
                </a:lnTo>
                <a:lnTo>
                  <a:pt x="0" y="10326"/>
                </a:lnTo>
                <a:lnTo>
                  <a:pt x="1159" y="7745"/>
                </a:lnTo>
                <a:lnTo>
                  <a:pt x="4639" y="0"/>
                </a:lnTo>
                <a:lnTo>
                  <a:pt x="16086" y="0"/>
                </a:lnTo>
                <a:lnTo>
                  <a:pt x="20725" y="10326"/>
                </a:lnTo>
                <a:close/>
              </a:path>
            </a:pathLst>
          </a:custGeom>
          <a:ln w="1715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37" name="object 1137"/>
          <p:cNvSpPr/>
          <p:nvPr/>
        </p:nvSpPr>
        <p:spPr>
          <a:xfrm>
            <a:off x="7645658" y="3259014"/>
            <a:ext cx="5777" cy="13253"/>
          </a:xfrm>
          <a:custGeom>
            <a:avLst/>
            <a:gdLst/>
            <a:ahLst/>
            <a:cxnLst/>
            <a:rect l="l" t="t" r="r" b="b"/>
            <a:pathLst>
              <a:path w="5777" h="13253">
                <a:moveTo>
                  <a:pt x="0" y="6625"/>
                </a:moveTo>
                <a:lnTo>
                  <a:pt x="0" y="10323"/>
                </a:lnTo>
                <a:lnTo>
                  <a:pt x="1340" y="13253"/>
                </a:lnTo>
                <a:lnTo>
                  <a:pt x="4436" y="13253"/>
                </a:lnTo>
                <a:lnTo>
                  <a:pt x="5777" y="10323"/>
                </a:lnTo>
                <a:lnTo>
                  <a:pt x="5776" y="2931"/>
                </a:lnTo>
                <a:lnTo>
                  <a:pt x="4436" y="0"/>
                </a:lnTo>
                <a:lnTo>
                  <a:pt x="1340" y="0"/>
                </a:lnTo>
                <a:lnTo>
                  <a:pt x="0" y="2931"/>
                </a:lnTo>
                <a:lnTo>
                  <a:pt x="0" y="6625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38" name="object 1138"/>
          <p:cNvSpPr/>
          <p:nvPr/>
        </p:nvSpPr>
        <p:spPr>
          <a:xfrm>
            <a:off x="7646793" y="3258760"/>
            <a:ext cx="5673" cy="13253"/>
          </a:xfrm>
          <a:custGeom>
            <a:avLst/>
            <a:gdLst/>
            <a:ahLst/>
            <a:cxnLst/>
            <a:rect l="l" t="t" r="r" b="b"/>
            <a:pathLst>
              <a:path w="5673" h="13253">
                <a:moveTo>
                  <a:pt x="0" y="6625"/>
                </a:moveTo>
                <a:lnTo>
                  <a:pt x="0" y="10323"/>
                </a:lnTo>
                <a:lnTo>
                  <a:pt x="1236" y="13253"/>
                </a:lnTo>
                <a:lnTo>
                  <a:pt x="4332" y="13253"/>
                </a:lnTo>
                <a:lnTo>
                  <a:pt x="5673" y="10323"/>
                </a:lnTo>
                <a:lnTo>
                  <a:pt x="5673" y="2929"/>
                </a:lnTo>
                <a:lnTo>
                  <a:pt x="4332" y="0"/>
                </a:lnTo>
                <a:lnTo>
                  <a:pt x="1236" y="0"/>
                </a:lnTo>
                <a:lnTo>
                  <a:pt x="0" y="2929"/>
                </a:lnTo>
                <a:lnTo>
                  <a:pt x="0" y="6625"/>
                </a:lnTo>
                <a:close/>
              </a:path>
            </a:pathLst>
          </a:custGeom>
          <a:solidFill>
            <a:srgbClr val="DFDFD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39" name="object 1139"/>
          <p:cNvSpPr/>
          <p:nvPr/>
        </p:nvSpPr>
        <p:spPr>
          <a:xfrm>
            <a:off x="7324032" y="3112807"/>
            <a:ext cx="64448" cy="63990"/>
          </a:xfrm>
          <a:custGeom>
            <a:avLst/>
            <a:gdLst/>
            <a:ahLst/>
            <a:cxnLst/>
            <a:rect l="l" t="t" r="r" b="b"/>
            <a:pathLst>
              <a:path w="64448" h="63990">
                <a:moveTo>
                  <a:pt x="60118" y="1659"/>
                </a:moveTo>
                <a:lnTo>
                  <a:pt x="0" y="62460"/>
                </a:lnTo>
                <a:lnTo>
                  <a:pt x="2577" y="63990"/>
                </a:lnTo>
                <a:lnTo>
                  <a:pt x="7219" y="63990"/>
                </a:lnTo>
                <a:lnTo>
                  <a:pt x="64448" y="0"/>
                </a:lnTo>
                <a:lnTo>
                  <a:pt x="60118" y="1659"/>
                </a:lnTo>
                <a:close/>
              </a:path>
            </a:pathLst>
          </a:custGeom>
          <a:solidFill>
            <a:srgbClr val="00005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40" name="object 1140"/>
          <p:cNvSpPr/>
          <p:nvPr/>
        </p:nvSpPr>
        <p:spPr>
          <a:xfrm>
            <a:off x="7151205" y="3133330"/>
            <a:ext cx="330701" cy="74568"/>
          </a:xfrm>
          <a:custGeom>
            <a:avLst/>
            <a:gdLst/>
            <a:ahLst/>
            <a:cxnLst/>
            <a:rect l="l" t="t" r="r" b="b"/>
            <a:pathLst>
              <a:path w="330701" h="74568">
                <a:moveTo>
                  <a:pt x="321835" y="42575"/>
                </a:moveTo>
                <a:lnTo>
                  <a:pt x="322969" y="38622"/>
                </a:lnTo>
                <a:lnTo>
                  <a:pt x="330701" y="18357"/>
                </a:lnTo>
                <a:lnTo>
                  <a:pt x="330186" y="0"/>
                </a:lnTo>
                <a:lnTo>
                  <a:pt x="329257" y="3061"/>
                </a:lnTo>
                <a:lnTo>
                  <a:pt x="325958" y="13130"/>
                </a:lnTo>
                <a:lnTo>
                  <a:pt x="321835" y="42575"/>
                </a:lnTo>
                <a:close/>
              </a:path>
              <a:path w="330701" h="74568">
                <a:moveTo>
                  <a:pt x="248619" y="-21286"/>
                </a:moveTo>
                <a:lnTo>
                  <a:pt x="256249" y="-22052"/>
                </a:lnTo>
                <a:lnTo>
                  <a:pt x="264602" y="-22816"/>
                </a:lnTo>
                <a:lnTo>
                  <a:pt x="278834" y="-22816"/>
                </a:lnTo>
                <a:lnTo>
                  <a:pt x="289868" y="-22306"/>
                </a:lnTo>
                <a:lnTo>
                  <a:pt x="300487" y="-21669"/>
                </a:lnTo>
                <a:lnTo>
                  <a:pt x="309356" y="-20522"/>
                </a:lnTo>
                <a:lnTo>
                  <a:pt x="317296" y="-18990"/>
                </a:lnTo>
                <a:lnTo>
                  <a:pt x="325546" y="-16696"/>
                </a:lnTo>
                <a:lnTo>
                  <a:pt x="329052" y="-14913"/>
                </a:lnTo>
                <a:lnTo>
                  <a:pt x="331526" y="-11852"/>
                </a:lnTo>
                <a:lnTo>
                  <a:pt x="331938" y="-9558"/>
                </a:lnTo>
                <a:lnTo>
                  <a:pt x="331836" y="-6882"/>
                </a:lnTo>
                <a:lnTo>
                  <a:pt x="331320" y="-3948"/>
                </a:lnTo>
                <a:lnTo>
                  <a:pt x="330186" y="0"/>
                </a:lnTo>
                <a:lnTo>
                  <a:pt x="330701" y="18357"/>
                </a:lnTo>
                <a:lnTo>
                  <a:pt x="338643" y="-1528"/>
                </a:lnTo>
                <a:lnTo>
                  <a:pt x="340498" y="-5608"/>
                </a:lnTo>
                <a:lnTo>
                  <a:pt x="341529" y="-7138"/>
                </a:lnTo>
                <a:lnTo>
                  <a:pt x="342663" y="-8793"/>
                </a:lnTo>
                <a:lnTo>
                  <a:pt x="345035" y="-10451"/>
                </a:lnTo>
                <a:lnTo>
                  <a:pt x="348231" y="-11852"/>
                </a:lnTo>
                <a:lnTo>
                  <a:pt x="352871" y="-12875"/>
                </a:lnTo>
                <a:lnTo>
                  <a:pt x="357410" y="-13893"/>
                </a:lnTo>
                <a:lnTo>
                  <a:pt x="363596" y="-14530"/>
                </a:lnTo>
                <a:lnTo>
                  <a:pt x="373496" y="-15932"/>
                </a:lnTo>
                <a:lnTo>
                  <a:pt x="382466" y="-16059"/>
                </a:lnTo>
                <a:lnTo>
                  <a:pt x="392263" y="-16696"/>
                </a:lnTo>
                <a:lnTo>
                  <a:pt x="428870" y="-16696"/>
                </a:lnTo>
                <a:lnTo>
                  <a:pt x="432684" y="-16569"/>
                </a:lnTo>
                <a:lnTo>
                  <a:pt x="435986" y="-15932"/>
                </a:lnTo>
                <a:lnTo>
                  <a:pt x="438358" y="-15040"/>
                </a:lnTo>
                <a:lnTo>
                  <a:pt x="440419" y="-14403"/>
                </a:lnTo>
                <a:lnTo>
                  <a:pt x="442894" y="-12875"/>
                </a:lnTo>
                <a:lnTo>
                  <a:pt x="444544" y="-11596"/>
                </a:lnTo>
                <a:lnTo>
                  <a:pt x="446296" y="-9685"/>
                </a:lnTo>
                <a:lnTo>
                  <a:pt x="456197" y="1530"/>
                </a:lnTo>
                <a:lnTo>
                  <a:pt x="463620" y="12748"/>
                </a:lnTo>
                <a:lnTo>
                  <a:pt x="467129" y="18358"/>
                </a:lnTo>
                <a:lnTo>
                  <a:pt x="469294" y="21416"/>
                </a:lnTo>
                <a:lnTo>
                  <a:pt x="470325" y="23455"/>
                </a:lnTo>
                <a:lnTo>
                  <a:pt x="471356" y="25364"/>
                </a:lnTo>
                <a:lnTo>
                  <a:pt x="471768" y="27789"/>
                </a:lnTo>
                <a:lnTo>
                  <a:pt x="471356" y="33268"/>
                </a:lnTo>
                <a:lnTo>
                  <a:pt x="468160" y="38113"/>
                </a:lnTo>
                <a:lnTo>
                  <a:pt x="463929" y="40915"/>
                </a:lnTo>
                <a:lnTo>
                  <a:pt x="327402" y="55702"/>
                </a:lnTo>
                <a:lnTo>
                  <a:pt x="324515" y="55448"/>
                </a:lnTo>
                <a:lnTo>
                  <a:pt x="320904" y="50733"/>
                </a:lnTo>
                <a:lnTo>
                  <a:pt x="320904" y="49076"/>
                </a:lnTo>
                <a:lnTo>
                  <a:pt x="321110" y="46144"/>
                </a:lnTo>
                <a:lnTo>
                  <a:pt x="321835" y="42575"/>
                </a:lnTo>
                <a:lnTo>
                  <a:pt x="325958" y="13130"/>
                </a:lnTo>
                <a:lnTo>
                  <a:pt x="314305" y="42575"/>
                </a:lnTo>
                <a:lnTo>
                  <a:pt x="311213" y="48949"/>
                </a:lnTo>
                <a:lnTo>
                  <a:pt x="309356" y="50988"/>
                </a:lnTo>
                <a:lnTo>
                  <a:pt x="307604" y="52516"/>
                </a:lnTo>
                <a:lnTo>
                  <a:pt x="305333" y="52899"/>
                </a:lnTo>
                <a:lnTo>
                  <a:pt x="295744" y="52899"/>
                </a:lnTo>
                <a:lnTo>
                  <a:pt x="289868" y="51752"/>
                </a:lnTo>
                <a:lnTo>
                  <a:pt x="284710" y="50988"/>
                </a:lnTo>
                <a:lnTo>
                  <a:pt x="278112" y="49841"/>
                </a:lnTo>
                <a:lnTo>
                  <a:pt x="271716" y="49076"/>
                </a:lnTo>
                <a:lnTo>
                  <a:pt x="263984" y="48436"/>
                </a:lnTo>
                <a:lnTo>
                  <a:pt x="254392" y="47416"/>
                </a:lnTo>
                <a:lnTo>
                  <a:pt x="245423" y="46144"/>
                </a:lnTo>
                <a:lnTo>
                  <a:pt x="174682" y="42065"/>
                </a:lnTo>
                <a:lnTo>
                  <a:pt x="232430" y="-18353"/>
                </a:lnTo>
                <a:lnTo>
                  <a:pt x="172208" y="40151"/>
                </a:lnTo>
                <a:lnTo>
                  <a:pt x="170145" y="40915"/>
                </a:lnTo>
                <a:lnTo>
                  <a:pt x="167568" y="41938"/>
                </a:lnTo>
                <a:lnTo>
                  <a:pt x="164476" y="42831"/>
                </a:lnTo>
                <a:lnTo>
                  <a:pt x="158596" y="43595"/>
                </a:lnTo>
                <a:lnTo>
                  <a:pt x="155193" y="44232"/>
                </a:lnTo>
                <a:lnTo>
                  <a:pt x="151070" y="44614"/>
                </a:lnTo>
                <a:lnTo>
                  <a:pt x="147152" y="45378"/>
                </a:lnTo>
                <a:lnTo>
                  <a:pt x="140860" y="46525"/>
                </a:lnTo>
                <a:lnTo>
                  <a:pt x="133952" y="48182"/>
                </a:lnTo>
                <a:lnTo>
                  <a:pt x="117969" y="51498"/>
                </a:lnTo>
                <a:lnTo>
                  <a:pt x="108274" y="53790"/>
                </a:lnTo>
                <a:lnTo>
                  <a:pt x="99717" y="55829"/>
                </a:lnTo>
                <a:lnTo>
                  <a:pt x="88270" y="58763"/>
                </a:lnTo>
                <a:lnTo>
                  <a:pt x="82497" y="60292"/>
                </a:lnTo>
                <a:lnTo>
                  <a:pt x="76720" y="62076"/>
                </a:lnTo>
                <a:lnTo>
                  <a:pt x="69400" y="64373"/>
                </a:lnTo>
                <a:lnTo>
                  <a:pt x="62696" y="66921"/>
                </a:lnTo>
                <a:lnTo>
                  <a:pt x="42692" y="74697"/>
                </a:lnTo>
                <a:lnTo>
                  <a:pt x="36300" y="76990"/>
                </a:lnTo>
                <a:lnTo>
                  <a:pt x="31244" y="79287"/>
                </a:lnTo>
                <a:lnTo>
                  <a:pt x="25987" y="81707"/>
                </a:lnTo>
                <a:lnTo>
                  <a:pt x="20934" y="83874"/>
                </a:lnTo>
                <a:lnTo>
                  <a:pt x="14643" y="86676"/>
                </a:lnTo>
                <a:lnTo>
                  <a:pt x="5261" y="91776"/>
                </a:lnTo>
                <a:lnTo>
                  <a:pt x="3302" y="93178"/>
                </a:lnTo>
                <a:lnTo>
                  <a:pt x="1652" y="94452"/>
                </a:lnTo>
                <a:lnTo>
                  <a:pt x="721" y="95602"/>
                </a:lnTo>
                <a:lnTo>
                  <a:pt x="103" y="97130"/>
                </a:lnTo>
                <a:lnTo>
                  <a:pt x="0" y="98787"/>
                </a:lnTo>
                <a:lnTo>
                  <a:pt x="0" y="100826"/>
                </a:lnTo>
                <a:lnTo>
                  <a:pt x="1961" y="102740"/>
                </a:lnTo>
                <a:lnTo>
                  <a:pt x="3714" y="104141"/>
                </a:lnTo>
                <a:lnTo>
                  <a:pt x="5982" y="105799"/>
                </a:lnTo>
                <a:lnTo>
                  <a:pt x="8766" y="107327"/>
                </a:lnTo>
                <a:lnTo>
                  <a:pt x="11343" y="108728"/>
                </a:lnTo>
                <a:lnTo>
                  <a:pt x="14230" y="110006"/>
                </a:lnTo>
                <a:lnTo>
                  <a:pt x="17739" y="111280"/>
                </a:lnTo>
                <a:lnTo>
                  <a:pt x="21347" y="112808"/>
                </a:lnTo>
                <a:lnTo>
                  <a:pt x="25368" y="114338"/>
                </a:lnTo>
                <a:lnTo>
                  <a:pt x="27945" y="115612"/>
                </a:lnTo>
                <a:lnTo>
                  <a:pt x="37640" y="118928"/>
                </a:lnTo>
                <a:lnTo>
                  <a:pt x="43619" y="120584"/>
                </a:lnTo>
                <a:lnTo>
                  <a:pt x="50221" y="122241"/>
                </a:lnTo>
                <a:lnTo>
                  <a:pt x="56716" y="123642"/>
                </a:lnTo>
                <a:lnTo>
                  <a:pt x="63521" y="125175"/>
                </a:lnTo>
                <a:lnTo>
                  <a:pt x="70225" y="126321"/>
                </a:lnTo>
                <a:lnTo>
                  <a:pt x="75174" y="127341"/>
                </a:lnTo>
                <a:lnTo>
                  <a:pt x="79916" y="127978"/>
                </a:lnTo>
                <a:lnTo>
                  <a:pt x="85590" y="128742"/>
                </a:lnTo>
                <a:lnTo>
                  <a:pt x="90745" y="129252"/>
                </a:lnTo>
                <a:lnTo>
                  <a:pt x="94663" y="129506"/>
                </a:lnTo>
                <a:lnTo>
                  <a:pt x="99202" y="129633"/>
                </a:lnTo>
                <a:lnTo>
                  <a:pt x="139314" y="130398"/>
                </a:lnTo>
                <a:lnTo>
                  <a:pt x="134056" y="158060"/>
                </a:lnTo>
                <a:lnTo>
                  <a:pt x="132818" y="158952"/>
                </a:lnTo>
                <a:lnTo>
                  <a:pt x="130962" y="159334"/>
                </a:lnTo>
                <a:lnTo>
                  <a:pt x="142201" y="193111"/>
                </a:lnTo>
                <a:lnTo>
                  <a:pt x="144881" y="194388"/>
                </a:lnTo>
                <a:lnTo>
                  <a:pt x="146843" y="194388"/>
                </a:lnTo>
                <a:lnTo>
                  <a:pt x="165198" y="193624"/>
                </a:lnTo>
                <a:lnTo>
                  <a:pt x="168806" y="192728"/>
                </a:lnTo>
                <a:lnTo>
                  <a:pt x="172105" y="192091"/>
                </a:lnTo>
                <a:lnTo>
                  <a:pt x="174683" y="191073"/>
                </a:lnTo>
                <a:lnTo>
                  <a:pt x="177469" y="189416"/>
                </a:lnTo>
                <a:lnTo>
                  <a:pt x="178912" y="188014"/>
                </a:lnTo>
                <a:lnTo>
                  <a:pt x="180150" y="185846"/>
                </a:lnTo>
                <a:lnTo>
                  <a:pt x="181491" y="181769"/>
                </a:lnTo>
                <a:lnTo>
                  <a:pt x="182625" y="177050"/>
                </a:lnTo>
                <a:lnTo>
                  <a:pt x="183861" y="172082"/>
                </a:lnTo>
                <a:lnTo>
                  <a:pt x="186233" y="164944"/>
                </a:lnTo>
                <a:lnTo>
                  <a:pt x="187986" y="160225"/>
                </a:lnTo>
                <a:lnTo>
                  <a:pt x="190151" y="155254"/>
                </a:lnTo>
                <a:lnTo>
                  <a:pt x="191594" y="151304"/>
                </a:lnTo>
                <a:lnTo>
                  <a:pt x="193968" y="146204"/>
                </a:lnTo>
                <a:lnTo>
                  <a:pt x="196648" y="141235"/>
                </a:lnTo>
                <a:lnTo>
                  <a:pt x="199226" y="136008"/>
                </a:lnTo>
                <a:lnTo>
                  <a:pt x="202422" y="131545"/>
                </a:lnTo>
                <a:lnTo>
                  <a:pt x="204691" y="127978"/>
                </a:lnTo>
                <a:lnTo>
                  <a:pt x="207474" y="124789"/>
                </a:lnTo>
                <a:lnTo>
                  <a:pt x="210467" y="121985"/>
                </a:lnTo>
                <a:lnTo>
                  <a:pt x="212838" y="119565"/>
                </a:lnTo>
                <a:lnTo>
                  <a:pt x="215931" y="116885"/>
                </a:lnTo>
                <a:lnTo>
                  <a:pt x="219436" y="114593"/>
                </a:lnTo>
                <a:lnTo>
                  <a:pt x="222942" y="112681"/>
                </a:lnTo>
                <a:lnTo>
                  <a:pt x="227688" y="110516"/>
                </a:lnTo>
                <a:lnTo>
                  <a:pt x="231296" y="109493"/>
                </a:lnTo>
                <a:lnTo>
                  <a:pt x="234698" y="108474"/>
                </a:lnTo>
                <a:lnTo>
                  <a:pt x="238204" y="107964"/>
                </a:lnTo>
                <a:lnTo>
                  <a:pt x="241918" y="107837"/>
                </a:lnTo>
                <a:lnTo>
                  <a:pt x="245320" y="107837"/>
                </a:lnTo>
                <a:lnTo>
                  <a:pt x="248619" y="108219"/>
                </a:lnTo>
                <a:lnTo>
                  <a:pt x="251712" y="109366"/>
                </a:lnTo>
                <a:lnTo>
                  <a:pt x="255115" y="110516"/>
                </a:lnTo>
                <a:lnTo>
                  <a:pt x="258004" y="111917"/>
                </a:lnTo>
                <a:lnTo>
                  <a:pt x="260788" y="113574"/>
                </a:lnTo>
                <a:lnTo>
                  <a:pt x="263468" y="116121"/>
                </a:lnTo>
                <a:lnTo>
                  <a:pt x="265531" y="118418"/>
                </a:lnTo>
                <a:lnTo>
                  <a:pt x="267799" y="121604"/>
                </a:lnTo>
                <a:lnTo>
                  <a:pt x="269758" y="124661"/>
                </a:lnTo>
                <a:lnTo>
                  <a:pt x="271304" y="128488"/>
                </a:lnTo>
                <a:lnTo>
                  <a:pt x="273057" y="131928"/>
                </a:lnTo>
                <a:lnTo>
                  <a:pt x="274400" y="136390"/>
                </a:lnTo>
                <a:lnTo>
                  <a:pt x="275225" y="140597"/>
                </a:lnTo>
                <a:lnTo>
                  <a:pt x="276256" y="145184"/>
                </a:lnTo>
                <a:lnTo>
                  <a:pt x="276875" y="149774"/>
                </a:lnTo>
                <a:lnTo>
                  <a:pt x="277699" y="153724"/>
                </a:lnTo>
                <a:lnTo>
                  <a:pt x="278215" y="157933"/>
                </a:lnTo>
                <a:lnTo>
                  <a:pt x="278525" y="164052"/>
                </a:lnTo>
                <a:lnTo>
                  <a:pt x="278525" y="175522"/>
                </a:lnTo>
                <a:lnTo>
                  <a:pt x="278215" y="179220"/>
                </a:lnTo>
                <a:lnTo>
                  <a:pt x="277906" y="181386"/>
                </a:lnTo>
                <a:lnTo>
                  <a:pt x="459599" y="143402"/>
                </a:lnTo>
                <a:lnTo>
                  <a:pt x="466407" y="142892"/>
                </a:lnTo>
                <a:lnTo>
                  <a:pt x="468984" y="139703"/>
                </a:lnTo>
                <a:lnTo>
                  <a:pt x="470943" y="136008"/>
                </a:lnTo>
                <a:lnTo>
                  <a:pt x="473005" y="132822"/>
                </a:lnTo>
                <a:lnTo>
                  <a:pt x="474346" y="129634"/>
                </a:lnTo>
                <a:lnTo>
                  <a:pt x="476201" y="124534"/>
                </a:lnTo>
                <a:lnTo>
                  <a:pt x="477747" y="119693"/>
                </a:lnTo>
                <a:lnTo>
                  <a:pt x="478676" y="114593"/>
                </a:lnTo>
                <a:lnTo>
                  <a:pt x="479912" y="110643"/>
                </a:lnTo>
                <a:lnTo>
                  <a:pt x="481150" y="107964"/>
                </a:lnTo>
                <a:lnTo>
                  <a:pt x="482596" y="104142"/>
                </a:lnTo>
                <a:lnTo>
                  <a:pt x="484452" y="100826"/>
                </a:lnTo>
                <a:lnTo>
                  <a:pt x="486308" y="98278"/>
                </a:lnTo>
                <a:lnTo>
                  <a:pt x="487854" y="95985"/>
                </a:lnTo>
                <a:lnTo>
                  <a:pt x="489710" y="93688"/>
                </a:lnTo>
                <a:lnTo>
                  <a:pt x="491566" y="91521"/>
                </a:lnTo>
                <a:lnTo>
                  <a:pt x="493628" y="89865"/>
                </a:lnTo>
                <a:lnTo>
                  <a:pt x="495690" y="88081"/>
                </a:lnTo>
                <a:lnTo>
                  <a:pt x="498167" y="86421"/>
                </a:lnTo>
                <a:lnTo>
                  <a:pt x="501157" y="85530"/>
                </a:lnTo>
                <a:lnTo>
                  <a:pt x="504250" y="84765"/>
                </a:lnTo>
                <a:lnTo>
                  <a:pt x="507961" y="84255"/>
                </a:lnTo>
                <a:lnTo>
                  <a:pt x="511055" y="84255"/>
                </a:lnTo>
                <a:lnTo>
                  <a:pt x="513738" y="84765"/>
                </a:lnTo>
                <a:lnTo>
                  <a:pt x="516934" y="86167"/>
                </a:lnTo>
                <a:lnTo>
                  <a:pt x="519718" y="89228"/>
                </a:lnTo>
                <a:lnTo>
                  <a:pt x="522193" y="92924"/>
                </a:lnTo>
                <a:lnTo>
                  <a:pt x="524151" y="96876"/>
                </a:lnTo>
                <a:lnTo>
                  <a:pt x="525492" y="101080"/>
                </a:lnTo>
                <a:lnTo>
                  <a:pt x="526214" y="105670"/>
                </a:lnTo>
                <a:lnTo>
                  <a:pt x="526935" y="109493"/>
                </a:lnTo>
                <a:lnTo>
                  <a:pt x="527760" y="113829"/>
                </a:lnTo>
                <a:lnTo>
                  <a:pt x="527966" y="118418"/>
                </a:lnTo>
                <a:lnTo>
                  <a:pt x="528379" y="122368"/>
                </a:lnTo>
                <a:lnTo>
                  <a:pt x="528584" y="128742"/>
                </a:lnTo>
                <a:lnTo>
                  <a:pt x="531474" y="127214"/>
                </a:lnTo>
                <a:lnTo>
                  <a:pt x="534464" y="124790"/>
                </a:lnTo>
                <a:lnTo>
                  <a:pt x="536011" y="123388"/>
                </a:lnTo>
                <a:lnTo>
                  <a:pt x="537455" y="121604"/>
                </a:lnTo>
                <a:lnTo>
                  <a:pt x="539310" y="118291"/>
                </a:lnTo>
                <a:lnTo>
                  <a:pt x="541578" y="112427"/>
                </a:lnTo>
                <a:lnTo>
                  <a:pt x="552407" y="86167"/>
                </a:lnTo>
                <a:lnTo>
                  <a:pt x="551273" y="81707"/>
                </a:lnTo>
                <a:lnTo>
                  <a:pt x="551685" y="77627"/>
                </a:lnTo>
                <a:lnTo>
                  <a:pt x="552407" y="74441"/>
                </a:lnTo>
                <a:lnTo>
                  <a:pt x="553231" y="70999"/>
                </a:lnTo>
                <a:lnTo>
                  <a:pt x="554984" y="65775"/>
                </a:lnTo>
                <a:lnTo>
                  <a:pt x="551788" y="50988"/>
                </a:lnTo>
                <a:lnTo>
                  <a:pt x="550344" y="50097"/>
                </a:lnTo>
                <a:lnTo>
                  <a:pt x="548798" y="49077"/>
                </a:lnTo>
                <a:lnTo>
                  <a:pt x="546839" y="47035"/>
                </a:lnTo>
                <a:lnTo>
                  <a:pt x="544877" y="45888"/>
                </a:lnTo>
                <a:lnTo>
                  <a:pt x="542816" y="44614"/>
                </a:lnTo>
                <a:lnTo>
                  <a:pt x="540341" y="43468"/>
                </a:lnTo>
                <a:lnTo>
                  <a:pt x="534670" y="41811"/>
                </a:lnTo>
                <a:lnTo>
                  <a:pt x="529100" y="40534"/>
                </a:lnTo>
                <a:lnTo>
                  <a:pt x="525285" y="39514"/>
                </a:lnTo>
                <a:lnTo>
                  <a:pt x="521058" y="38877"/>
                </a:lnTo>
                <a:lnTo>
                  <a:pt x="517449" y="37985"/>
                </a:lnTo>
                <a:lnTo>
                  <a:pt x="514769" y="37475"/>
                </a:lnTo>
                <a:lnTo>
                  <a:pt x="512498" y="37348"/>
                </a:lnTo>
                <a:lnTo>
                  <a:pt x="508477" y="36838"/>
                </a:lnTo>
                <a:lnTo>
                  <a:pt x="505281" y="36457"/>
                </a:lnTo>
                <a:lnTo>
                  <a:pt x="502704" y="36330"/>
                </a:lnTo>
                <a:lnTo>
                  <a:pt x="498167" y="35820"/>
                </a:lnTo>
                <a:lnTo>
                  <a:pt x="494659" y="35310"/>
                </a:lnTo>
                <a:lnTo>
                  <a:pt x="492184" y="34673"/>
                </a:lnTo>
                <a:lnTo>
                  <a:pt x="490432" y="33654"/>
                </a:lnTo>
                <a:lnTo>
                  <a:pt x="488473" y="32376"/>
                </a:lnTo>
                <a:lnTo>
                  <a:pt x="486308" y="30210"/>
                </a:lnTo>
                <a:lnTo>
                  <a:pt x="484451" y="28299"/>
                </a:lnTo>
                <a:lnTo>
                  <a:pt x="482081" y="25110"/>
                </a:lnTo>
                <a:lnTo>
                  <a:pt x="479500" y="21416"/>
                </a:lnTo>
                <a:lnTo>
                  <a:pt x="460011" y="-6245"/>
                </a:lnTo>
                <a:lnTo>
                  <a:pt x="450836" y="-16696"/>
                </a:lnTo>
                <a:lnTo>
                  <a:pt x="449493" y="-17970"/>
                </a:lnTo>
                <a:lnTo>
                  <a:pt x="448152" y="-19499"/>
                </a:lnTo>
                <a:lnTo>
                  <a:pt x="446811" y="-20522"/>
                </a:lnTo>
                <a:lnTo>
                  <a:pt x="445575" y="-21542"/>
                </a:lnTo>
                <a:lnTo>
                  <a:pt x="443719" y="-22816"/>
                </a:lnTo>
                <a:lnTo>
                  <a:pt x="441760" y="-23326"/>
                </a:lnTo>
                <a:lnTo>
                  <a:pt x="439904" y="-24090"/>
                </a:lnTo>
                <a:lnTo>
                  <a:pt x="435883" y="-25236"/>
                </a:lnTo>
                <a:lnTo>
                  <a:pt x="431550" y="-26001"/>
                </a:lnTo>
                <a:lnTo>
                  <a:pt x="426807" y="-26893"/>
                </a:lnTo>
                <a:lnTo>
                  <a:pt x="420518" y="-27789"/>
                </a:lnTo>
                <a:lnTo>
                  <a:pt x="414845" y="-28553"/>
                </a:lnTo>
                <a:lnTo>
                  <a:pt x="410412" y="-29061"/>
                </a:lnTo>
                <a:lnTo>
                  <a:pt x="405669" y="-29571"/>
                </a:lnTo>
                <a:lnTo>
                  <a:pt x="399790" y="-30081"/>
                </a:lnTo>
                <a:lnTo>
                  <a:pt x="392573" y="-30464"/>
                </a:lnTo>
                <a:lnTo>
                  <a:pt x="382466" y="-30846"/>
                </a:lnTo>
                <a:lnTo>
                  <a:pt x="374115" y="-31228"/>
                </a:lnTo>
                <a:lnTo>
                  <a:pt x="367514" y="-31610"/>
                </a:lnTo>
                <a:lnTo>
                  <a:pt x="361431" y="-31737"/>
                </a:lnTo>
                <a:lnTo>
                  <a:pt x="353386" y="-31866"/>
                </a:lnTo>
                <a:lnTo>
                  <a:pt x="345550" y="-31993"/>
                </a:lnTo>
                <a:lnTo>
                  <a:pt x="322762" y="-31993"/>
                </a:lnTo>
                <a:lnTo>
                  <a:pt x="313790" y="-31866"/>
                </a:lnTo>
                <a:lnTo>
                  <a:pt x="306057" y="-31228"/>
                </a:lnTo>
                <a:lnTo>
                  <a:pt x="297807" y="-30464"/>
                </a:lnTo>
                <a:lnTo>
                  <a:pt x="290074" y="-29698"/>
                </a:lnTo>
                <a:lnTo>
                  <a:pt x="282133" y="-29061"/>
                </a:lnTo>
                <a:lnTo>
                  <a:pt x="275224" y="-28426"/>
                </a:lnTo>
                <a:lnTo>
                  <a:pt x="263468" y="-26893"/>
                </a:lnTo>
                <a:lnTo>
                  <a:pt x="255527" y="-25492"/>
                </a:lnTo>
                <a:lnTo>
                  <a:pt x="247382" y="-23962"/>
                </a:lnTo>
                <a:lnTo>
                  <a:pt x="242742" y="-22816"/>
                </a:lnTo>
                <a:lnTo>
                  <a:pt x="239234" y="-22052"/>
                </a:lnTo>
                <a:lnTo>
                  <a:pt x="236038" y="-20777"/>
                </a:lnTo>
                <a:lnTo>
                  <a:pt x="232430" y="-18862"/>
                </a:lnTo>
                <a:lnTo>
                  <a:pt x="237379" y="-19885"/>
                </a:lnTo>
                <a:lnTo>
                  <a:pt x="242123" y="-20522"/>
                </a:lnTo>
                <a:lnTo>
                  <a:pt x="248619" y="-21286"/>
                </a:lnTo>
                <a:close/>
              </a:path>
            </a:pathLst>
          </a:custGeom>
          <a:solidFill>
            <a:srgbClr val="0000D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41" name="object 1141"/>
          <p:cNvSpPr/>
          <p:nvPr/>
        </p:nvSpPr>
        <p:spPr>
          <a:xfrm>
            <a:off x="7273401" y="3197576"/>
            <a:ext cx="432376" cy="131289"/>
          </a:xfrm>
          <a:custGeom>
            <a:avLst/>
            <a:gdLst/>
            <a:ahLst/>
            <a:cxnLst/>
            <a:rect l="l" t="t" r="r" b="b"/>
            <a:pathLst>
              <a:path w="432376" h="131289">
                <a:moveTo>
                  <a:pt x="61356" y="110384"/>
                </a:moveTo>
                <a:lnTo>
                  <a:pt x="61768" y="107071"/>
                </a:lnTo>
                <a:lnTo>
                  <a:pt x="61046" y="102353"/>
                </a:lnTo>
                <a:lnTo>
                  <a:pt x="60841" y="98783"/>
                </a:lnTo>
                <a:lnTo>
                  <a:pt x="61356" y="92285"/>
                </a:lnTo>
                <a:lnTo>
                  <a:pt x="63006" y="85019"/>
                </a:lnTo>
                <a:lnTo>
                  <a:pt x="65480" y="76734"/>
                </a:lnTo>
                <a:lnTo>
                  <a:pt x="67748" y="70870"/>
                </a:lnTo>
                <a:lnTo>
                  <a:pt x="70841" y="64368"/>
                </a:lnTo>
                <a:lnTo>
                  <a:pt x="74555" y="58759"/>
                </a:lnTo>
                <a:lnTo>
                  <a:pt x="78370" y="53280"/>
                </a:lnTo>
                <a:lnTo>
                  <a:pt x="82391" y="49199"/>
                </a:lnTo>
                <a:lnTo>
                  <a:pt x="85691" y="45886"/>
                </a:lnTo>
                <a:lnTo>
                  <a:pt x="89199" y="43208"/>
                </a:lnTo>
                <a:lnTo>
                  <a:pt x="93529" y="40786"/>
                </a:lnTo>
                <a:lnTo>
                  <a:pt x="97962" y="38748"/>
                </a:lnTo>
                <a:lnTo>
                  <a:pt x="102601" y="37344"/>
                </a:lnTo>
                <a:lnTo>
                  <a:pt x="107553" y="35942"/>
                </a:lnTo>
                <a:lnTo>
                  <a:pt x="112708" y="35305"/>
                </a:lnTo>
                <a:lnTo>
                  <a:pt x="116110" y="35305"/>
                </a:lnTo>
                <a:lnTo>
                  <a:pt x="121062" y="35815"/>
                </a:lnTo>
                <a:lnTo>
                  <a:pt x="125186" y="36834"/>
                </a:lnTo>
                <a:lnTo>
                  <a:pt x="129104" y="37598"/>
                </a:lnTo>
                <a:lnTo>
                  <a:pt x="132712" y="39131"/>
                </a:lnTo>
                <a:lnTo>
                  <a:pt x="135189" y="40405"/>
                </a:lnTo>
                <a:lnTo>
                  <a:pt x="140551" y="43718"/>
                </a:lnTo>
                <a:lnTo>
                  <a:pt x="144571" y="47671"/>
                </a:lnTo>
                <a:lnTo>
                  <a:pt x="148181" y="52512"/>
                </a:lnTo>
                <a:lnTo>
                  <a:pt x="151068" y="58504"/>
                </a:lnTo>
                <a:lnTo>
                  <a:pt x="154163" y="65006"/>
                </a:lnTo>
                <a:lnTo>
                  <a:pt x="155916" y="71124"/>
                </a:lnTo>
                <a:lnTo>
                  <a:pt x="157153" y="77752"/>
                </a:lnTo>
                <a:lnTo>
                  <a:pt x="157360" y="83359"/>
                </a:lnTo>
                <a:lnTo>
                  <a:pt x="157153" y="90879"/>
                </a:lnTo>
                <a:lnTo>
                  <a:pt x="156638" y="100952"/>
                </a:lnTo>
                <a:lnTo>
                  <a:pt x="155916" y="116885"/>
                </a:lnTo>
                <a:lnTo>
                  <a:pt x="336372" y="80174"/>
                </a:lnTo>
                <a:lnTo>
                  <a:pt x="344520" y="78900"/>
                </a:lnTo>
                <a:lnTo>
                  <a:pt x="346891" y="74947"/>
                </a:lnTo>
                <a:lnTo>
                  <a:pt x="348644" y="71507"/>
                </a:lnTo>
                <a:lnTo>
                  <a:pt x="351016" y="67809"/>
                </a:lnTo>
                <a:lnTo>
                  <a:pt x="352768" y="63349"/>
                </a:lnTo>
                <a:lnTo>
                  <a:pt x="354624" y="57739"/>
                </a:lnTo>
                <a:lnTo>
                  <a:pt x="355861" y="50983"/>
                </a:lnTo>
                <a:lnTo>
                  <a:pt x="356377" y="45759"/>
                </a:lnTo>
                <a:lnTo>
                  <a:pt x="357613" y="39895"/>
                </a:lnTo>
                <a:lnTo>
                  <a:pt x="358645" y="35687"/>
                </a:lnTo>
                <a:lnTo>
                  <a:pt x="360812" y="30464"/>
                </a:lnTo>
                <a:lnTo>
                  <a:pt x="363081" y="26256"/>
                </a:lnTo>
                <a:lnTo>
                  <a:pt x="366689" y="21410"/>
                </a:lnTo>
                <a:lnTo>
                  <a:pt x="370195" y="18353"/>
                </a:lnTo>
                <a:lnTo>
                  <a:pt x="374113" y="15932"/>
                </a:lnTo>
                <a:lnTo>
                  <a:pt x="378445" y="14528"/>
                </a:lnTo>
                <a:lnTo>
                  <a:pt x="382466" y="13890"/>
                </a:lnTo>
                <a:lnTo>
                  <a:pt x="386693" y="14528"/>
                </a:lnTo>
                <a:lnTo>
                  <a:pt x="390818" y="15932"/>
                </a:lnTo>
                <a:lnTo>
                  <a:pt x="394326" y="18353"/>
                </a:lnTo>
                <a:lnTo>
                  <a:pt x="396801" y="21793"/>
                </a:lnTo>
                <a:lnTo>
                  <a:pt x="398553" y="26256"/>
                </a:lnTo>
                <a:lnTo>
                  <a:pt x="400821" y="30464"/>
                </a:lnTo>
                <a:lnTo>
                  <a:pt x="402574" y="35687"/>
                </a:lnTo>
                <a:lnTo>
                  <a:pt x="404327" y="42189"/>
                </a:lnTo>
                <a:lnTo>
                  <a:pt x="405461" y="48562"/>
                </a:lnTo>
                <a:lnTo>
                  <a:pt x="406183" y="56593"/>
                </a:lnTo>
                <a:lnTo>
                  <a:pt x="406388" y="64369"/>
                </a:lnTo>
                <a:lnTo>
                  <a:pt x="410309" y="61310"/>
                </a:lnTo>
                <a:lnTo>
                  <a:pt x="413815" y="58886"/>
                </a:lnTo>
                <a:lnTo>
                  <a:pt x="416083" y="55319"/>
                </a:lnTo>
                <a:lnTo>
                  <a:pt x="418145" y="51875"/>
                </a:lnTo>
                <a:lnTo>
                  <a:pt x="419794" y="46396"/>
                </a:lnTo>
                <a:lnTo>
                  <a:pt x="410928" y="42189"/>
                </a:lnTo>
                <a:lnTo>
                  <a:pt x="407835" y="39895"/>
                </a:lnTo>
                <a:lnTo>
                  <a:pt x="405564" y="37598"/>
                </a:lnTo>
                <a:lnTo>
                  <a:pt x="404842" y="32757"/>
                </a:lnTo>
                <a:lnTo>
                  <a:pt x="403811" y="26383"/>
                </a:lnTo>
                <a:lnTo>
                  <a:pt x="402058" y="21410"/>
                </a:lnTo>
                <a:lnTo>
                  <a:pt x="400409" y="18353"/>
                </a:lnTo>
                <a:lnTo>
                  <a:pt x="399068" y="15932"/>
                </a:lnTo>
                <a:lnTo>
                  <a:pt x="396284" y="12489"/>
                </a:lnTo>
                <a:lnTo>
                  <a:pt x="401646" y="12233"/>
                </a:lnTo>
                <a:lnTo>
                  <a:pt x="404842" y="11979"/>
                </a:lnTo>
                <a:lnTo>
                  <a:pt x="407732" y="11215"/>
                </a:lnTo>
                <a:lnTo>
                  <a:pt x="410309" y="9686"/>
                </a:lnTo>
                <a:lnTo>
                  <a:pt x="412577" y="8283"/>
                </a:lnTo>
                <a:lnTo>
                  <a:pt x="414537" y="7133"/>
                </a:lnTo>
                <a:lnTo>
                  <a:pt x="417526" y="5605"/>
                </a:lnTo>
                <a:lnTo>
                  <a:pt x="422371" y="4076"/>
                </a:lnTo>
                <a:lnTo>
                  <a:pt x="427529" y="3057"/>
                </a:lnTo>
                <a:lnTo>
                  <a:pt x="432376" y="2419"/>
                </a:lnTo>
                <a:lnTo>
                  <a:pt x="426189" y="127"/>
                </a:lnTo>
                <a:lnTo>
                  <a:pt x="421032" y="0"/>
                </a:lnTo>
                <a:lnTo>
                  <a:pt x="411031" y="0"/>
                </a:lnTo>
                <a:lnTo>
                  <a:pt x="403398" y="764"/>
                </a:lnTo>
                <a:lnTo>
                  <a:pt x="392161" y="2038"/>
                </a:lnTo>
                <a:lnTo>
                  <a:pt x="383085" y="2802"/>
                </a:lnTo>
                <a:lnTo>
                  <a:pt x="368854" y="4331"/>
                </a:lnTo>
                <a:lnTo>
                  <a:pt x="348644" y="6625"/>
                </a:lnTo>
                <a:lnTo>
                  <a:pt x="294504" y="13126"/>
                </a:lnTo>
                <a:lnTo>
                  <a:pt x="250991" y="18990"/>
                </a:lnTo>
                <a:lnTo>
                  <a:pt x="210774" y="24217"/>
                </a:lnTo>
                <a:lnTo>
                  <a:pt x="137458" y="34285"/>
                </a:lnTo>
                <a:lnTo>
                  <a:pt x="132815" y="34158"/>
                </a:lnTo>
                <a:lnTo>
                  <a:pt x="128692" y="33394"/>
                </a:lnTo>
                <a:lnTo>
                  <a:pt x="122712" y="32884"/>
                </a:lnTo>
                <a:lnTo>
                  <a:pt x="117348" y="32630"/>
                </a:lnTo>
                <a:lnTo>
                  <a:pt x="112502" y="32630"/>
                </a:lnTo>
                <a:lnTo>
                  <a:pt x="107553" y="33140"/>
                </a:lnTo>
                <a:lnTo>
                  <a:pt x="101982" y="34158"/>
                </a:lnTo>
                <a:lnTo>
                  <a:pt x="99200" y="34795"/>
                </a:lnTo>
                <a:lnTo>
                  <a:pt x="96106" y="35815"/>
                </a:lnTo>
                <a:lnTo>
                  <a:pt x="92395" y="37088"/>
                </a:lnTo>
                <a:lnTo>
                  <a:pt x="82495" y="40405"/>
                </a:lnTo>
                <a:lnTo>
                  <a:pt x="72597" y="43718"/>
                </a:lnTo>
                <a:lnTo>
                  <a:pt x="59397" y="48435"/>
                </a:lnTo>
                <a:lnTo>
                  <a:pt x="51765" y="51366"/>
                </a:lnTo>
                <a:lnTo>
                  <a:pt x="15571" y="66534"/>
                </a:lnTo>
                <a:lnTo>
                  <a:pt x="0" y="114974"/>
                </a:lnTo>
                <a:lnTo>
                  <a:pt x="20417" y="130779"/>
                </a:lnTo>
                <a:lnTo>
                  <a:pt x="27636" y="131162"/>
                </a:lnTo>
                <a:lnTo>
                  <a:pt x="34647" y="131289"/>
                </a:lnTo>
                <a:lnTo>
                  <a:pt x="39080" y="131289"/>
                </a:lnTo>
                <a:lnTo>
                  <a:pt x="41867" y="131162"/>
                </a:lnTo>
                <a:lnTo>
                  <a:pt x="45063" y="130779"/>
                </a:lnTo>
                <a:lnTo>
                  <a:pt x="48156" y="130142"/>
                </a:lnTo>
                <a:lnTo>
                  <a:pt x="51250" y="129505"/>
                </a:lnTo>
                <a:lnTo>
                  <a:pt x="54858" y="126826"/>
                </a:lnTo>
                <a:lnTo>
                  <a:pt x="57747" y="123004"/>
                </a:lnTo>
                <a:lnTo>
                  <a:pt x="59397" y="118414"/>
                </a:lnTo>
                <a:lnTo>
                  <a:pt x="60531" y="113824"/>
                </a:lnTo>
                <a:lnTo>
                  <a:pt x="61356" y="110384"/>
                </a:lnTo>
                <a:close/>
              </a:path>
            </a:pathLst>
          </a:custGeom>
          <a:solidFill>
            <a:srgbClr val="0000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42" name="object 1142"/>
          <p:cNvSpPr/>
          <p:nvPr/>
        </p:nvSpPr>
        <p:spPr>
          <a:xfrm>
            <a:off x="7150587" y="3174374"/>
            <a:ext cx="307604" cy="88462"/>
          </a:xfrm>
          <a:custGeom>
            <a:avLst/>
            <a:gdLst/>
            <a:ahLst/>
            <a:cxnLst/>
            <a:rect l="l" t="t" r="r" b="b"/>
            <a:pathLst>
              <a:path w="307604" h="88462">
                <a:moveTo>
                  <a:pt x="2064" y="61696"/>
                </a:moveTo>
                <a:lnTo>
                  <a:pt x="3611" y="63097"/>
                </a:lnTo>
                <a:lnTo>
                  <a:pt x="5879" y="64754"/>
                </a:lnTo>
                <a:lnTo>
                  <a:pt x="8869" y="66283"/>
                </a:lnTo>
                <a:lnTo>
                  <a:pt x="11344" y="67557"/>
                </a:lnTo>
                <a:lnTo>
                  <a:pt x="14231" y="68834"/>
                </a:lnTo>
                <a:lnTo>
                  <a:pt x="17839" y="70108"/>
                </a:lnTo>
                <a:lnTo>
                  <a:pt x="21450" y="71637"/>
                </a:lnTo>
                <a:lnTo>
                  <a:pt x="25265" y="73165"/>
                </a:lnTo>
                <a:lnTo>
                  <a:pt x="28049" y="74440"/>
                </a:lnTo>
                <a:lnTo>
                  <a:pt x="37536" y="77757"/>
                </a:lnTo>
                <a:lnTo>
                  <a:pt x="43723" y="79412"/>
                </a:lnTo>
                <a:lnTo>
                  <a:pt x="50220" y="81070"/>
                </a:lnTo>
                <a:lnTo>
                  <a:pt x="56819" y="82471"/>
                </a:lnTo>
                <a:lnTo>
                  <a:pt x="63520" y="84002"/>
                </a:lnTo>
                <a:lnTo>
                  <a:pt x="70122" y="85149"/>
                </a:lnTo>
                <a:lnTo>
                  <a:pt x="75277" y="86169"/>
                </a:lnTo>
                <a:lnTo>
                  <a:pt x="79813" y="86806"/>
                </a:lnTo>
                <a:lnTo>
                  <a:pt x="85383" y="87571"/>
                </a:lnTo>
                <a:lnTo>
                  <a:pt x="90745" y="88079"/>
                </a:lnTo>
                <a:lnTo>
                  <a:pt x="94456" y="88335"/>
                </a:lnTo>
                <a:lnTo>
                  <a:pt x="98996" y="88462"/>
                </a:lnTo>
                <a:lnTo>
                  <a:pt x="113120" y="76355"/>
                </a:lnTo>
                <a:lnTo>
                  <a:pt x="119825" y="72274"/>
                </a:lnTo>
                <a:lnTo>
                  <a:pt x="128175" y="67811"/>
                </a:lnTo>
                <a:lnTo>
                  <a:pt x="151894" y="57233"/>
                </a:lnTo>
                <a:lnTo>
                  <a:pt x="164269" y="51879"/>
                </a:lnTo>
                <a:lnTo>
                  <a:pt x="181490" y="45632"/>
                </a:lnTo>
                <a:lnTo>
                  <a:pt x="193037" y="41428"/>
                </a:lnTo>
                <a:lnTo>
                  <a:pt x="201185" y="38753"/>
                </a:lnTo>
                <a:lnTo>
                  <a:pt x="211292" y="35563"/>
                </a:lnTo>
                <a:lnTo>
                  <a:pt x="225828" y="31741"/>
                </a:lnTo>
                <a:lnTo>
                  <a:pt x="236554" y="29317"/>
                </a:lnTo>
                <a:lnTo>
                  <a:pt x="247176" y="27406"/>
                </a:lnTo>
                <a:lnTo>
                  <a:pt x="265015" y="23966"/>
                </a:lnTo>
                <a:lnTo>
                  <a:pt x="283885" y="20395"/>
                </a:lnTo>
                <a:lnTo>
                  <a:pt x="301622" y="16700"/>
                </a:lnTo>
                <a:lnTo>
                  <a:pt x="303992" y="15168"/>
                </a:lnTo>
                <a:lnTo>
                  <a:pt x="307604" y="11601"/>
                </a:lnTo>
                <a:lnTo>
                  <a:pt x="305230" y="11982"/>
                </a:lnTo>
                <a:lnTo>
                  <a:pt x="295744" y="11982"/>
                </a:lnTo>
                <a:lnTo>
                  <a:pt x="289762" y="10835"/>
                </a:lnTo>
                <a:lnTo>
                  <a:pt x="284710" y="10071"/>
                </a:lnTo>
                <a:lnTo>
                  <a:pt x="278112" y="8925"/>
                </a:lnTo>
                <a:lnTo>
                  <a:pt x="271510" y="8159"/>
                </a:lnTo>
                <a:lnTo>
                  <a:pt x="263777" y="7519"/>
                </a:lnTo>
                <a:lnTo>
                  <a:pt x="254393" y="6501"/>
                </a:lnTo>
                <a:lnTo>
                  <a:pt x="245423" y="5227"/>
                </a:lnTo>
                <a:lnTo>
                  <a:pt x="174682" y="1149"/>
                </a:lnTo>
                <a:lnTo>
                  <a:pt x="172723" y="1149"/>
                </a:lnTo>
                <a:lnTo>
                  <a:pt x="170042" y="0"/>
                </a:lnTo>
                <a:lnTo>
                  <a:pt x="167569" y="1021"/>
                </a:lnTo>
                <a:lnTo>
                  <a:pt x="164578" y="1914"/>
                </a:lnTo>
                <a:lnTo>
                  <a:pt x="158596" y="2678"/>
                </a:lnTo>
                <a:lnTo>
                  <a:pt x="155090" y="3315"/>
                </a:lnTo>
                <a:lnTo>
                  <a:pt x="150967" y="3697"/>
                </a:lnTo>
                <a:lnTo>
                  <a:pt x="147049" y="4462"/>
                </a:lnTo>
                <a:lnTo>
                  <a:pt x="140860" y="5608"/>
                </a:lnTo>
                <a:lnTo>
                  <a:pt x="133745" y="7265"/>
                </a:lnTo>
                <a:lnTo>
                  <a:pt x="117866" y="10581"/>
                </a:lnTo>
                <a:lnTo>
                  <a:pt x="108068" y="12873"/>
                </a:lnTo>
                <a:lnTo>
                  <a:pt x="99718" y="14913"/>
                </a:lnTo>
                <a:lnTo>
                  <a:pt x="88064" y="17846"/>
                </a:lnTo>
                <a:lnTo>
                  <a:pt x="82291" y="19376"/>
                </a:lnTo>
                <a:lnTo>
                  <a:pt x="76721" y="21159"/>
                </a:lnTo>
                <a:lnTo>
                  <a:pt x="69503" y="23329"/>
                </a:lnTo>
                <a:lnTo>
                  <a:pt x="62798" y="25877"/>
                </a:lnTo>
                <a:lnTo>
                  <a:pt x="42794" y="33653"/>
                </a:lnTo>
                <a:lnTo>
                  <a:pt x="36299" y="35945"/>
                </a:lnTo>
                <a:lnTo>
                  <a:pt x="31245" y="38242"/>
                </a:lnTo>
                <a:lnTo>
                  <a:pt x="26089" y="40662"/>
                </a:lnTo>
                <a:lnTo>
                  <a:pt x="20831" y="42829"/>
                </a:lnTo>
                <a:lnTo>
                  <a:pt x="14848" y="45632"/>
                </a:lnTo>
                <a:lnTo>
                  <a:pt x="5260" y="50732"/>
                </a:lnTo>
                <a:lnTo>
                  <a:pt x="3405" y="52133"/>
                </a:lnTo>
                <a:lnTo>
                  <a:pt x="1649" y="53408"/>
                </a:lnTo>
                <a:lnTo>
                  <a:pt x="721" y="54558"/>
                </a:lnTo>
                <a:lnTo>
                  <a:pt x="206" y="56086"/>
                </a:lnTo>
                <a:lnTo>
                  <a:pt x="0" y="57743"/>
                </a:lnTo>
                <a:lnTo>
                  <a:pt x="0" y="59782"/>
                </a:lnTo>
                <a:lnTo>
                  <a:pt x="2064" y="61696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43" name="object 1143"/>
          <p:cNvSpPr/>
          <p:nvPr/>
        </p:nvSpPr>
        <p:spPr>
          <a:xfrm>
            <a:off x="7317537" y="3262709"/>
            <a:ext cx="14230" cy="11473"/>
          </a:xfrm>
          <a:custGeom>
            <a:avLst/>
            <a:gdLst/>
            <a:ahLst/>
            <a:cxnLst/>
            <a:rect l="l" t="t" r="r" b="b"/>
            <a:pathLst>
              <a:path w="14230" h="11473">
                <a:moveTo>
                  <a:pt x="0" y="3057"/>
                </a:moveTo>
                <a:lnTo>
                  <a:pt x="0" y="10963"/>
                </a:lnTo>
                <a:lnTo>
                  <a:pt x="927" y="11473"/>
                </a:lnTo>
                <a:lnTo>
                  <a:pt x="927" y="3825"/>
                </a:lnTo>
                <a:lnTo>
                  <a:pt x="14230" y="254"/>
                </a:lnTo>
                <a:lnTo>
                  <a:pt x="12374" y="0"/>
                </a:lnTo>
                <a:lnTo>
                  <a:pt x="0" y="3057"/>
                </a:lnTo>
                <a:close/>
              </a:path>
            </a:pathLst>
          </a:custGeom>
          <a:solidFill>
            <a:srgbClr val="FF8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44" name="object 1144"/>
          <p:cNvSpPr/>
          <p:nvPr/>
        </p:nvSpPr>
        <p:spPr>
          <a:xfrm>
            <a:off x="7318464" y="3262964"/>
            <a:ext cx="13303" cy="11219"/>
          </a:xfrm>
          <a:custGeom>
            <a:avLst/>
            <a:gdLst/>
            <a:ahLst/>
            <a:cxnLst/>
            <a:rect l="l" t="t" r="r" b="b"/>
            <a:pathLst>
              <a:path w="13303" h="11219">
                <a:moveTo>
                  <a:pt x="0" y="3571"/>
                </a:moveTo>
                <a:lnTo>
                  <a:pt x="0" y="11219"/>
                </a:lnTo>
                <a:lnTo>
                  <a:pt x="13303" y="7265"/>
                </a:lnTo>
                <a:lnTo>
                  <a:pt x="13303" y="0"/>
                </a:lnTo>
                <a:lnTo>
                  <a:pt x="0" y="3571"/>
                </a:lnTo>
                <a:close/>
              </a:path>
            </a:pathLst>
          </a:custGeom>
          <a:solidFill>
            <a:srgbClr val="FFDFC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45" name="object 1145"/>
          <p:cNvSpPr/>
          <p:nvPr/>
        </p:nvSpPr>
        <p:spPr>
          <a:xfrm>
            <a:off x="7481906" y="3185975"/>
            <a:ext cx="32895" cy="17589"/>
          </a:xfrm>
          <a:custGeom>
            <a:avLst/>
            <a:gdLst/>
            <a:ahLst/>
            <a:cxnLst/>
            <a:rect l="l" t="t" r="r" b="b"/>
            <a:pathLst>
              <a:path w="32895" h="17589">
                <a:moveTo>
                  <a:pt x="5052" y="12619"/>
                </a:moveTo>
                <a:lnTo>
                  <a:pt x="0" y="17589"/>
                </a:lnTo>
                <a:lnTo>
                  <a:pt x="5465" y="16823"/>
                </a:lnTo>
                <a:lnTo>
                  <a:pt x="9900" y="13893"/>
                </a:lnTo>
                <a:lnTo>
                  <a:pt x="14746" y="11728"/>
                </a:lnTo>
                <a:lnTo>
                  <a:pt x="18870" y="11086"/>
                </a:lnTo>
                <a:lnTo>
                  <a:pt x="20210" y="11086"/>
                </a:lnTo>
                <a:lnTo>
                  <a:pt x="24234" y="12365"/>
                </a:lnTo>
                <a:lnTo>
                  <a:pt x="28874" y="14530"/>
                </a:lnTo>
                <a:lnTo>
                  <a:pt x="31451" y="15168"/>
                </a:lnTo>
                <a:lnTo>
                  <a:pt x="32276" y="14530"/>
                </a:lnTo>
                <a:lnTo>
                  <a:pt x="32895" y="13129"/>
                </a:lnTo>
                <a:lnTo>
                  <a:pt x="32895" y="10322"/>
                </a:lnTo>
                <a:lnTo>
                  <a:pt x="32276" y="8283"/>
                </a:lnTo>
                <a:lnTo>
                  <a:pt x="30111" y="4971"/>
                </a:lnTo>
                <a:lnTo>
                  <a:pt x="28255" y="1655"/>
                </a:lnTo>
                <a:lnTo>
                  <a:pt x="27740" y="0"/>
                </a:lnTo>
                <a:lnTo>
                  <a:pt x="7735" y="1655"/>
                </a:lnTo>
                <a:lnTo>
                  <a:pt x="9694" y="4462"/>
                </a:lnTo>
                <a:lnTo>
                  <a:pt x="9900" y="5864"/>
                </a:lnTo>
                <a:lnTo>
                  <a:pt x="9488" y="8283"/>
                </a:lnTo>
                <a:lnTo>
                  <a:pt x="7735" y="10959"/>
                </a:lnTo>
                <a:lnTo>
                  <a:pt x="5052" y="12619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46" name="object 1146"/>
          <p:cNvSpPr/>
          <p:nvPr/>
        </p:nvSpPr>
        <p:spPr>
          <a:xfrm>
            <a:off x="7477680" y="3165324"/>
            <a:ext cx="33306" cy="38367"/>
          </a:xfrm>
          <a:custGeom>
            <a:avLst/>
            <a:gdLst/>
            <a:ahLst/>
            <a:cxnLst/>
            <a:rect l="l" t="t" r="r" b="b"/>
            <a:pathLst>
              <a:path w="33306" h="38367">
                <a:moveTo>
                  <a:pt x="515" y="34544"/>
                </a:moveTo>
                <a:lnTo>
                  <a:pt x="927" y="36710"/>
                </a:lnTo>
                <a:lnTo>
                  <a:pt x="1546" y="37602"/>
                </a:lnTo>
                <a:lnTo>
                  <a:pt x="2989" y="38240"/>
                </a:lnTo>
                <a:lnTo>
                  <a:pt x="4330" y="38367"/>
                </a:lnTo>
                <a:lnTo>
                  <a:pt x="6597" y="38240"/>
                </a:lnTo>
                <a:lnTo>
                  <a:pt x="8144" y="37093"/>
                </a:lnTo>
                <a:lnTo>
                  <a:pt x="8557" y="35945"/>
                </a:lnTo>
                <a:lnTo>
                  <a:pt x="8763" y="31610"/>
                </a:lnTo>
                <a:lnTo>
                  <a:pt x="9175" y="27789"/>
                </a:lnTo>
                <a:lnTo>
                  <a:pt x="9175" y="25113"/>
                </a:lnTo>
                <a:lnTo>
                  <a:pt x="9381" y="23707"/>
                </a:lnTo>
                <a:lnTo>
                  <a:pt x="9896" y="21287"/>
                </a:lnTo>
                <a:lnTo>
                  <a:pt x="10722" y="20522"/>
                </a:lnTo>
                <a:lnTo>
                  <a:pt x="11961" y="20522"/>
                </a:lnTo>
                <a:lnTo>
                  <a:pt x="14539" y="20904"/>
                </a:lnTo>
                <a:lnTo>
                  <a:pt x="18560" y="22052"/>
                </a:lnTo>
                <a:lnTo>
                  <a:pt x="21756" y="22689"/>
                </a:lnTo>
                <a:lnTo>
                  <a:pt x="24436" y="22816"/>
                </a:lnTo>
                <a:lnTo>
                  <a:pt x="27429" y="22689"/>
                </a:lnTo>
                <a:lnTo>
                  <a:pt x="29285" y="22052"/>
                </a:lnTo>
                <a:lnTo>
                  <a:pt x="30831" y="20905"/>
                </a:lnTo>
                <a:lnTo>
                  <a:pt x="31966" y="19503"/>
                </a:lnTo>
                <a:lnTo>
                  <a:pt x="32481" y="17719"/>
                </a:lnTo>
                <a:lnTo>
                  <a:pt x="33306" y="7138"/>
                </a:lnTo>
                <a:lnTo>
                  <a:pt x="32688" y="4589"/>
                </a:lnTo>
                <a:lnTo>
                  <a:pt x="31966" y="3442"/>
                </a:lnTo>
                <a:lnTo>
                  <a:pt x="30728" y="2168"/>
                </a:lnTo>
                <a:lnTo>
                  <a:pt x="28358" y="1531"/>
                </a:lnTo>
                <a:lnTo>
                  <a:pt x="19901" y="381"/>
                </a:lnTo>
                <a:lnTo>
                  <a:pt x="12580" y="0"/>
                </a:lnTo>
                <a:lnTo>
                  <a:pt x="8350" y="381"/>
                </a:lnTo>
                <a:lnTo>
                  <a:pt x="7010" y="1401"/>
                </a:lnTo>
                <a:lnTo>
                  <a:pt x="6288" y="2805"/>
                </a:lnTo>
                <a:lnTo>
                  <a:pt x="5566" y="5481"/>
                </a:lnTo>
                <a:lnTo>
                  <a:pt x="5463" y="12875"/>
                </a:lnTo>
                <a:lnTo>
                  <a:pt x="5566" y="16569"/>
                </a:lnTo>
                <a:lnTo>
                  <a:pt x="6597" y="18102"/>
                </a:lnTo>
                <a:lnTo>
                  <a:pt x="6804" y="18483"/>
                </a:lnTo>
                <a:lnTo>
                  <a:pt x="3813" y="23453"/>
                </a:lnTo>
                <a:lnTo>
                  <a:pt x="1546" y="26514"/>
                </a:lnTo>
                <a:lnTo>
                  <a:pt x="0" y="28170"/>
                </a:lnTo>
                <a:lnTo>
                  <a:pt x="0" y="30081"/>
                </a:lnTo>
                <a:lnTo>
                  <a:pt x="515" y="34544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47" name="object 1147"/>
          <p:cNvSpPr/>
          <p:nvPr/>
        </p:nvSpPr>
        <p:spPr>
          <a:xfrm>
            <a:off x="7483144" y="3176033"/>
            <a:ext cx="1752" cy="8158"/>
          </a:xfrm>
          <a:custGeom>
            <a:avLst/>
            <a:gdLst/>
            <a:ahLst/>
            <a:cxnLst/>
            <a:rect l="l" t="t" r="r" b="b"/>
            <a:pathLst>
              <a:path w="1752" h="8158">
                <a:moveTo>
                  <a:pt x="0" y="0"/>
                </a:moveTo>
                <a:lnTo>
                  <a:pt x="0" y="4842"/>
                </a:lnTo>
                <a:lnTo>
                  <a:pt x="102" y="6374"/>
                </a:lnTo>
                <a:lnTo>
                  <a:pt x="1236" y="8158"/>
                </a:lnTo>
                <a:lnTo>
                  <a:pt x="1752" y="5479"/>
                </a:lnTo>
                <a:lnTo>
                  <a:pt x="1752" y="3441"/>
                </a:lnTo>
                <a:lnTo>
                  <a:pt x="1546" y="1147"/>
                </a:lnTo>
                <a:lnTo>
                  <a:pt x="1031" y="255"/>
                </a:lnTo>
                <a:lnTo>
                  <a:pt x="0" y="0"/>
                </a:lnTo>
                <a:close/>
              </a:path>
            </a:pathLst>
          </a:custGeom>
          <a:solidFill>
            <a:srgbClr val="5F5F5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48" name="object 1148"/>
          <p:cNvSpPr/>
          <p:nvPr/>
        </p:nvSpPr>
        <p:spPr>
          <a:xfrm>
            <a:off x="7491807" y="3176925"/>
            <a:ext cx="17942" cy="7648"/>
          </a:xfrm>
          <a:custGeom>
            <a:avLst/>
            <a:gdLst/>
            <a:ahLst/>
            <a:cxnLst/>
            <a:rect l="l" t="t" r="r" b="b"/>
            <a:pathLst>
              <a:path w="17942" h="7648">
                <a:moveTo>
                  <a:pt x="9588" y="254"/>
                </a:moveTo>
                <a:lnTo>
                  <a:pt x="5670" y="1911"/>
                </a:lnTo>
                <a:lnTo>
                  <a:pt x="0" y="3312"/>
                </a:lnTo>
                <a:lnTo>
                  <a:pt x="3815" y="5481"/>
                </a:lnTo>
                <a:lnTo>
                  <a:pt x="10929" y="7648"/>
                </a:lnTo>
                <a:lnTo>
                  <a:pt x="14746" y="7265"/>
                </a:lnTo>
                <a:lnTo>
                  <a:pt x="17633" y="4076"/>
                </a:lnTo>
                <a:lnTo>
                  <a:pt x="17942" y="0"/>
                </a:lnTo>
                <a:lnTo>
                  <a:pt x="15261" y="127"/>
                </a:lnTo>
                <a:lnTo>
                  <a:pt x="12682" y="0"/>
                </a:lnTo>
                <a:lnTo>
                  <a:pt x="9588" y="254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49" name="object 1149"/>
          <p:cNvSpPr/>
          <p:nvPr/>
        </p:nvSpPr>
        <p:spPr>
          <a:xfrm>
            <a:off x="7477680" y="3167493"/>
            <a:ext cx="33306" cy="36198"/>
          </a:xfrm>
          <a:custGeom>
            <a:avLst/>
            <a:gdLst/>
            <a:ahLst/>
            <a:cxnLst/>
            <a:rect l="l" t="t" r="r" b="b"/>
            <a:pathLst>
              <a:path w="33306" h="36198">
                <a:moveTo>
                  <a:pt x="515" y="32376"/>
                </a:moveTo>
                <a:lnTo>
                  <a:pt x="927" y="34541"/>
                </a:lnTo>
                <a:lnTo>
                  <a:pt x="1546" y="35434"/>
                </a:lnTo>
                <a:lnTo>
                  <a:pt x="2989" y="36071"/>
                </a:lnTo>
                <a:lnTo>
                  <a:pt x="4330" y="36198"/>
                </a:lnTo>
                <a:lnTo>
                  <a:pt x="6597" y="36071"/>
                </a:lnTo>
                <a:lnTo>
                  <a:pt x="8144" y="34924"/>
                </a:lnTo>
                <a:lnTo>
                  <a:pt x="8557" y="33777"/>
                </a:lnTo>
                <a:lnTo>
                  <a:pt x="8763" y="29441"/>
                </a:lnTo>
                <a:lnTo>
                  <a:pt x="9175" y="25620"/>
                </a:lnTo>
                <a:lnTo>
                  <a:pt x="9175" y="22944"/>
                </a:lnTo>
                <a:lnTo>
                  <a:pt x="9381" y="21539"/>
                </a:lnTo>
                <a:lnTo>
                  <a:pt x="9896" y="19119"/>
                </a:lnTo>
                <a:lnTo>
                  <a:pt x="10722" y="18353"/>
                </a:lnTo>
                <a:lnTo>
                  <a:pt x="11961" y="18353"/>
                </a:lnTo>
                <a:lnTo>
                  <a:pt x="14539" y="18736"/>
                </a:lnTo>
                <a:lnTo>
                  <a:pt x="18560" y="19883"/>
                </a:lnTo>
                <a:lnTo>
                  <a:pt x="21756" y="20520"/>
                </a:lnTo>
                <a:lnTo>
                  <a:pt x="24436" y="20647"/>
                </a:lnTo>
                <a:lnTo>
                  <a:pt x="27429" y="20520"/>
                </a:lnTo>
                <a:lnTo>
                  <a:pt x="29285" y="19883"/>
                </a:lnTo>
                <a:lnTo>
                  <a:pt x="30831" y="18736"/>
                </a:lnTo>
                <a:lnTo>
                  <a:pt x="31966" y="17335"/>
                </a:lnTo>
                <a:lnTo>
                  <a:pt x="32481" y="15550"/>
                </a:lnTo>
                <a:lnTo>
                  <a:pt x="33306" y="4969"/>
                </a:lnTo>
                <a:lnTo>
                  <a:pt x="32688" y="2421"/>
                </a:lnTo>
                <a:lnTo>
                  <a:pt x="31966" y="1274"/>
                </a:lnTo>
                <a:lnTo>
                  <a:pt x="30728" y="0"/>
                </a:lnTo>
                <a:lnTo>
                  <a:pt x="31966" y="3949"/>
                </a:lnTo>
                <a:lnTo>
                  <a:pt x="31966" y="7266"/>
                </a:lnTo>
                <a:lnTo>
                  <a:pt x="31759" y="9559"/>
                </a:lnTo>
                <a:lnTo>
                  <a:pt x="31141" y="13382"/>
                </a:lnTo>
                <a:lnTo>
                  <a:pt x="30109" y="14786"/>
                </a:lnTo>
                <a:lnTo>
                  <a:pt x="28563" y="15678"/>
                </a:lnTo>
                <a:lnTo>
                  <a:pt x="26705" y="15933"/>
                </a:lnTo>
                <a:lnTo>
                  <a:pt x="24953" y="15678"/>
                </a:lnTo>
                <a:lnTo>
                  <a:pt x="22993" y="15040"/>
                </a:lnTo>
                <a:lnTo>
                  <a:pt x="20416" y="14400"/>
                </a:lnTo>
                <a:lnTo>
                  <a:pt x="17736" y="13509"/>
                </a:lnTo>
                <a:lnTo>
                  <a:pt x="15571" y="12872"/>
                </a:lnTo>
                <a:lnTo>
                  <a:pt x="13302" y="12235"/>
                </a:lnTo>
                <a:lnTo>
                  <a:pt x="10825" y="12872"/>
                </a:lnTo>
                <a:lnTo>
                  <a:pt x="9896" y="14019"/>
                </a:lnTo>
                <a:lnTo>
                  <a:pt x="9175" y="17335"/>
                </a:lnTo>
                <a:lnTo>
                  <a:pt x="8350" y="20392"/>
                </a:lnTo>
                <a:lnTo>
                  <a:pt x="6804" y="23963"/>
                </a:lnTo>
                <a:lnTo>
                  <a:pt x="5669" y="26001"/>
                </a:lnTo>
                <a:lnTo>
                  <a:pt x="4535" y="27276"/>
                </a:lnTo>
                <a:lnTo>
                  <a:pt x="2680" y="27913"/>
                </a:lnTo>
                <a:lnTo>
                  <a:pt x="1133" y="28296"/>
                </a:lnTo>
                <a:lnTo>
                  <a:pt x="0" y="27913"/>
                </a:lnTo>
                <a:lnTo>
                  <a:pt x="515" y="32376"/>
                </a:lnTo>
                <a:close/>
              </a:path>
            </a:pathLst>
          </a:custGeom>
          <a:solidFill>
            <a:srgbClr val="5F5F5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50" name="object 1150"/>
          <p:cNvSpPr/>
          <p:nvPr/>
        </p:nvSpPr>
        <p:spPr>
          <a:xfrm>
            <a:off x="7538932" y="3195023"/>
            <a:ext cx="14230" cy="5099"/>
          </a:xfrm>
          <a:custGeom>
            <a:avLst/>
            <a:gdLst/>
            <a:ahLst/>
            <a:cxnLst/>
            <a:rect l="l" t="t" r="r" b="b"/>
            <a:pathLst>
              <a:path w="14230" h="5099">
                <a:moveTo>
                  <a:pt x="0" y="1274"/>
                </a:moveTo>
                <a:lnTo>
                  <a:pt x="1340" y="5099"/>
                </a:lnTo>
                <a:lnTo>
                  <a:pt x="14230" y="3954"/>
                </a:lnTo>
                <a:lnTo>
                  <a:pt x="13197" y="0"/>
                </a:lnTo>
                <a:lnTo>
                  <a:pt x="0" y="1274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51" name="object 1151"/>
          <p:cNvSpPr/>
          <p:nvPr/>
        </p:nvSpPr>
        <p:spPr>
          <a:xfrm>
            <a:off x="7536974" y="3190819"/>
            <a:ext cx="16188" cy="5351"/>
          </a:xfrm>
          <a:custGeom>
            <a:avLst/>
            <a:gdLst/>
            <a:ahLst/>
            <a:cxnLst/>
            <a:rect l="l" t="t" r="r" b="b"/>
            <a:pathLst>
              <a:path w="16188" h="5351">
                <a:moveTo>
                  <a:pt x="0" y="1147"/>
                </a:moveTo>
                <a:lnTo>
                  <a:pt x="1031" y="4586"/>
                </a:lnTo>
                <a:lnTo>
                  <a:pt x="2061" y="5351"/>
                </a:lnTo>
                <a:lnTo>
                  <a:pt x="16188" y="4459"/>
                </a:lnTo>
                <a:lnTo>
                  <a:pt x="15155" y="1274"/>
                </a:lnTo>
                <a:lnTo>
                  <a:pt x="13505" y="0"/>
                </a:lnTo>
                <a:lnTo>
                  <a:pt x="0" y="1147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52" name="object 1152"/>
          <p:cNvSpPr/>
          <p:nvPr/>
        </p:nvSpPr>
        <p:spPr>
          <a:xfrm>
            <a:off x="7615032" y="3185975"/>
            <a:ext cx="14230" cy="5226"/>
          </a:xfrm>
          <a:custGeom>
            <a:avLst/>
            <a:gdLst/>
            <a:ahLst/>
            <a:cxnLst/>
            <a:rect l="l" t="t" r="r" b="b"/>
            <a:pathLst>
              <a:path w="14230" h="5226">
                <a:moveTo>
                  <a:pt x="0" y="1401"/>
                </a:moveTo>
                <a:lnTo>
                  <a:pt x="1340" y="5226"/>
                </a:lnTo>
                <a:lnTo>
                  <a:pt x="14230" y="3952"/>
                </a:lnTo>
                <a:lnTo>
                  <a:pt x="12993" y="0"/>
                </a:lnTo>
                <a:lnTo>
                  <a:pt x="0" y="1401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53" name="object 1153"/>
          <p:cNvSpPr/>
          <p:nvPr/>
        </p:nvSpPr>
        <p:spPr>
          <a:xfrm>
            <a:off x="7613073" y="3181894"/>
            <a:ext cx="16188" cy="5354"/>
          </a:xfrm>
          <a:custGeom>
            <a:avLst/>
            <a:gdLst/>
            <a:ahLst/>
            <a:cxnLst/>
            <a:rect l="l" t="t" r="r" b="b"/>
            <a:pathLst>
              <a:path w="16188" h="5354">
                <a:moveTo>
                  <a:pt x="0" y="768"/>
                </a:moveTo>
                <a:lnTo>
                  <a:pt x="927" y="4462"/>
                </a:lnTo>
                <a:lnTo>
                  <a:pt x="2165" y="5354"/>
                </a:lnTo>
                <a:lnTo>
                  <a:pt x="16188" y="4335"/>
                </a:lnTo>
                <a:lnTo>
                  <a:pt x="14952" y="1277"/>
                </a:lnTo>
                <a:lnTo>
                  <a:pt x="13508" y="0"/>
                </a:lnTo>
                <a:lnTo>
                  <a:pt x="0" y="768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54" name="object 1154"/>
          <p:cNvSpPr/>
          <p:nvPr/>
        </p:nvSpPr>
        <p:spPr>
          <a:xfrm>
            <a:off x="7551098" y="3182021"/>
            <a:ext cx="9385" cy="94965"/>
          </a:xfrm>
          <a:custGeom>
            <a:avLst/>
            <a:gdLst/>
            <a:ahLst/>
            <a:cxnLst/>
            <a:rect l="l" t="t" r="r" b="b"/>
            <a:pathLst>
              <a:path w="9385" h="94965">
                <a:moveTo>
                  <a:pt x="0" y="0"/>
                </a:moveTo>
                <a:lnTo>
                  <a:pt x="1961" y="4335"/>
                </a:lnTo>
                <a:lnTo>
                  <a:pt x="3302" y="7906"/>
                </a:lnTo>
                <a:lnTo>
                  <a:pt x="4024" y="11219"/>
                </a:lnTo>
                <a:lnTo>
                  <a:pt x="4745" y="14149"/>
                </a:lnTo>
                <a:lnTo>
                  <a:pt x="5467" y="17593"/>
                </a:lnTo>
                <a:lnTo>
                  <a:pt x="5982" y="21287"/>
                </a:lnTo>
                <a:lnTo>
                  <a:pt x="6498" y="24604"/>
                </a:lnTo>
                <a:lnTo>
                  <a:pt x="7116" y="27789"/>
                </a:lnTo>
                <a:lnTo>
                  <a:pt x="8251" y="30210"/>
                </a:lnTo>
                <a:lnTo>
                  <a:pt x="8044" y="33144"/>
                </a:lnTo>
                <a:lnTo>
                  <a:pt x="7838" y="37094"/>
                </a:lnTo>
                <a:lnTo>
                  <a:pt x="7838" y="41811"/>
                </a:lnTo>
                <a:lnTo>
                  <a:pt x="8354" y="47675"/>
                </a:lnTo>
                <a:lnTo>
                  <a:pt x="9076" y="58126"/>
                </a:lnTo>
                <a:lnTo>
                  <a:pt x="9385" y="67559"/>
                </a:lnTo>
                <a:lnTo>
                  <a:pt x="9385" y="74568"/>
                </a:lnTo>
                <a:lnTo>
                  <a:pt x="8766" y="81580"/>
                </a:lnTo>
                <a:lnTo>
                  <a:pt x="8251" y="87827"/>
                </a:lnTo>
                <a:lnTo>
                  <a:pt x="7116" y="94965"/>
                </a:lnTo>
              </a:path>
            </a:pathLst>
          </a:custGeom>
          <a:ln w="826">
            <a:solidFill>
              <a:srgbClr val="00004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55" name="object 1155"/>
          <p:cNvSpPr/>
          <p:nvPr/>
        </p:nvSpPr>
        <p:spPr>
          <a:xfrm>
            <a:off x="7456953" y="3173608"/>
            <a:ext cx="183343" cy="121985"/>
          </a:xfrm>
          <a:custGeom>
            <a:avLst/>
            <a:gdLst/>
            <a:ahLst/>
            <a:cxnLst/>
            <a:rect l="l" t="t" r="r" b="b"/>
            <a:pathLst>
              <a:path w="183343" h="121985">
                <a:moveTo>
                  <a:pt x="16705" y="14532"/>
                </a:moveTo>
                <a:lnTo>
                  <a:pt x="10104" y="15933"/>
                </a:lnTo>
                <a:lnTo>
                  <a:pt x="5465" y="16829"/>
                </a:lnTo>
                <a:lnTo>
                  <a:pt x="0" y="16956"/>
                </a:lnTo>
                <a:lnTo>
                  <a:pt x="1650" y="23453"/>
                </a:lnTo>
                <a:lnTo>
                  <a:pt x="2784" y="28298"/>
                </a:lnTo>
                <a:lnTo>
                  <a:pt x="4124" y="34545"/>
                </a:lnTo>
                <a:lnTo>
                  <a:pt x="4846" y="40155"/>
                </a:lnTo>
                <a:lnTo>
                  <a:pt x="5774" y="47421"/>
                </a:lnTo>
                <a:lnTo>
                  <a:pt x="8764" y="51115"/>
                </a:lnTo>
                <a:lnTo>
                  <a:pt x="6186" y="52645"/>
                </a:lnTo>
                <a:lnTo>
                  <a:pt x="6186" y="59146"/>
                </a:lnTo>
                <a:lnTo>
                  <a:pt x="6496" y="65647"/>
                </a:lnTo>
                <a:lnTo>
                  <a:pt x="7114" y="73931"/>
                </a:lnTo>
                <a:lnTo>
                  <a:pt x="7733" y="89101"/>
                </a:lnTo>
                <a:lnTo>
                  <a:pt x="7733" y="102994"/>
                </a:lnTo>
                <a:lnTo>
                  <a:pt x="7321" y="110898"/>
                </a:lnTo>
                <a:lnTo>
                  <a:pt x="7114" y="117017"/>
                </a:lnTo>
                <a:lnTo>
                  <a:pt x="6496" y="121985"/>
                </a:lnTo>
                <a:lnTo>
                  <a:pt x="152924" y="92799"/>
                </a:lnTo>
                <a:lnTo>
                  <a:pt x="160143" y="90756"/>
                </a:lnTo>
                <a:lnTo>
                  <a:pt x="159521" y="85661"/>
                </a:lnTo>
                <a:lnTo>
                  <a:pt x="160247" y="80434"/>
                </a:lnTo>
                <a:lnTo>
                  <a:pt x="160762" y="75971"/>
                </a:lnTo>
                <a:lnTo>
                  <a:pt x="162824" y="69473"/>
                </a:lnTo>
                <a:lnTo>
                  <a:pt x="164680" y="64500"/>
                </a:lnTo>
                <a:lnTo>
                  <a:pt x="167360" y="58126"/>
                </a:lnTo>
                <a:lnTo>
                  <a:pt x="170350" y="52645"/>
                </a:lnTo>
                <a:lnTo>
                  <a:pt x="172618" y="47675"/>
                </a:lnTo>
                <a:lnTo>
                  <a:pt x="176230" y="42321"/>
                </a:lnTo>
                <a:lnTo>
                  <a:pt x="179219" y="37858"/>
                </a:lnTo>
                <a:lnTo>
                  <a:pt x="182106" y="33017"/>
                </a:lnTo>
                <a:lnTo>
                  <a:pt x="183343" y="29700"/>
                </a:lnTo>
                <a:lnTo>
                  <a:pt x="182106" y="27917"/>
                </a:lnTo>
                <a:lnTo>
                  <a:pt x="181591" y="23582"/>
                </a:lnTo>
                <a:lnTo>
                  <a:pt x="180353" y="17466"/>
                </a:lnTo>
                <a:lnTo>
                  <a:pt x="178807" y="11856"/>
                </a:lnTo>
                <a:lnTo>
                  <a:pt x="176952" y="6756"/>
                </a:lnTo>
                <a:lnTo>
                  <a:pt x="174371" y="2807"/>
                </a:lnTo>
                <a:lnTo>
                  <a:pt x="172618" y="0"/>
                </a:lnTo>
                <a:lnTo>
                  <a:pt x="162617" y="0"/>
                </a:lnTo>
              </a:path>
            </a:pathLst>
          </a:custGeom>
          <a:ln w="960">
            <a:solidFill>
              <a:srgbClr val="00004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56" name="object 1156"/>
          <p:cNvSpPr/>
          <p:nvPr/>
        </p:nvSpPr>
        <p:spPr>
          <a:xfrm>
            <a:off x="7166467" y="3238109"/>
            <a:ext cx="85177" cy="64242"/>
          </a:xfrm>
          <a:custGeom>
            <a:avLst/>
            <a:gdLst/>
            <a:ahLst/>
            <a:cxnLst/>
            <a:rect l="l" t="t" r="r" b="b"/>
            <a:pathLst>
              <a:path w="85177" h="64242">
                <a:moveTo>
                  <a:pt x="0" y="0"/>
                </a:moveTo>
                <a:lnTo>
                  <a:pt x="0" y="39387"/>
                </a:lnTo>
                <a:lnTo>
                  <a:pt x="85177" y="64242"/>
                </a:lnTo>
                <a:lnTo>
                  <a:pt x="85177" y="2039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57" name="object 1157"/>
          <p:cNvSpPr/>
          <p:nvPr/>
        </p:nvSpPr>
        <p:spPr>
          <a:xfrm>
            <a:off x="7172449" y="3247286"/>
            <a:ext cx="69913" cy="18995"/>
          </a:xfrm>
          <a:custGeom>
            <a:avLst/>
            <a:gdLst/>
            <a:ahLst/>
            <a:cxnLst/>
            <a:rect l="l" t="t" r="r" b="b"/>
            <a:pathLst>
              <a:path w="69913" h="18995">
                <a:moveTo>
                  <a:pt x="0" y="0"/>
                </a:moveTo>
                <a:lnTo>
                  <a:pt x="4504" y="6638"/>
                </a:lnTo>
                <a:lnTo>
                  <a:pt x="14089" y="12176"/>
                </a:lnTo>
                <a:lnTo>
                  <a:pt x="27708" y="16276"/>
                </a:lnTo>
                <a:lnTo>
                  <a:pt x="44314" y="18597"/>
                </a:lnTo>
                <a:lnTo>
                  <a:pt x="55166" y="18995"/>
                </a:lnTo>
                <a:lnTo>
                  <a:pt x="60119" y="18995"/>
                </a:lnTo>
                <a:lnTo>
                  <a:pt x="65068" y="18866"/>
                </a:lnTo>
                <a:lnTo>
                  <a:pt x="69913" y="18353"/>
                </a:lnTo>
              </a:path>
            </a:pathLst>
          </a:custGeom>
          <a:ln w="1006">
            <a:solidFill>
              <a:srgbClr val="9F9F9F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58" name="object 1158"/>
          <p:cNvSpPr/>
          <p:nvPr/>
        </p:nvSpPr>
        <p:spPr>
          <a:xfrm>
            <a:off x="7172862" y="3252258"/>
            <a:ext cx="69912" cy="18736"/>
          </a:xfrm>
          <a:custGeom>
            <a:avLst/>
            <a:gdLst/>
            <a:ahLst/>
            <a:cxnLst/>
            <a:rect l="l" t="t" r="r" b="b"/>
            <a:pathLst>
              <a:path w="69912" h="18736">
                <a:moveTo>
                  <a:pt x="0" y="0"/>
                </a:moveTo>
                <a:lnTo>
                  <a:pt x="4608" y="6564"/>
                </a:lnTo>
                <a:lnTo>
                  <a:pt x="14241" y="12032"/>
                </a:lnTo>
                <a:lnTo>
                  <a:pt x="27867" y="16073"/>
                </a:lnTo>
                <a:lnTo>
                  <a:pt x="44454" y="18352"/>
                </a:lnTo>
                <a:lnTo>
                  <a:pt x="55166" y="18736"/>
                </a:lnTo>
                <a:lnTo>
                  <a:pt x="60118" y="18736"/>
                </a:lnTo>
                <a:lnTo>
                  <a:pt x="65067" y="18607"/>
                </a:lnTo>
                <a:lnTo>
                  <a:pt x="69912" y="18099"/>
                </a:lnTo>
              </a:path>
            </a:pathLst>
          </a:custGeom>
          <a:ln w="1007">
            <a:solidFill>
              <a:srgbClr val="9F9F9F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59" name="object 1159"/>
          <p:cNvSpPr/>
          <p:nvPr/>
        </p:nvSpPr>
        <p:spPr>
          <a:xfrm>
            <a:off x="7172759" y="3256718"/>
            <a:ext cx="70223" cy="19247"/>
          </a:xfrm>
          <a:custGeom>
            <a:avLst/>
            <a:gdLst/>
            <a:ahLst/>
            <a:cxnLst/>
            <a:rect l="l" t="t" r="r" b="b"/>
            <a:pathLst>
              <a:path w="70223" h="19247">
                <a:moveTo>
                  <a:pt x="0" y="0"/>
                </a:moveTo>
                <a:lnTo>
                  <a:pt x="4325" y="6701"/>
                </a:lnTo>
                <a:lnTo>
                  <a:pt x="13797" y="12302"/>
                </a:lnTo>
                <a:lnTo>
                  <a:pt x="27384" y="16458"/>
                </a:lnTo>
                <a:lnTo>
                  <a:pt x="44056" y="18827"/>
                </a:lnTo>
                <a:lnTo>
                  <a:pt x="55270" y="19247"/>
                </a:lnTo>
                <a:lnTo>
                  <a:pt x="60325" y="19247"/>
                </a:lnTo>
                <a:lnTo>
                  <a:pt x="65376" y="18993"/>
                </a:lnTo>
                <a:lnTo>
                  <a:pt x="70223" y="18483"/>
                </a:lnTo>
              </a:path>
            </a:pathLst>
          </a:custGeom>
          <a:ln w="1006">
            <a:solidFill>
              <a:srgbClr val="9F9F9F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60" name="object 1160"/>
          <p:cNvSpPr/>
          <p:nvPr/>
        </p:nvSpPr>
        <p:spPr>
          <a:xfrm>
            <a:off x="7173068" y="3261689"/>
            <a:ext cx="69913" cy="19246"/>
          </a:xfrm>
          <a:custGeom>
            <a:avLst/>
            <a:gdLst/>
            <a:ahLst/>
            <a:cxnLst/>
            <a:rect l="l" t="t" r="r" b="b"/>
            <a:pathLst>
              <a:path w="69913" h="19246">
                <a:moveTo>
                  <a:pt x="0" y="0"/>
                </a:moveTo>
                <a:lnTo>
                  <a:pt x="4284" y="6710"/>
                </a:lnTo>
                <a:lnTo>
                  <a:pt x="13752" y="12317"/>
                </a:lnTo>
                <a:lnTo>
                  <a:pt x="27362" y="16474"/>
                </a:lnTo>
                <a:lnTo>
                  <a:pt x="44073" y="18835"/>
                </a:lnTo>
                <a:lnTo>
                  <a:pt x="55166" y="19246"/>
                </a:lnTo>
                <a:lnTo>
                  <a:pt x="60118" y="19246"/>
                </a:lnTo>
                <a:lnTo>
                  <a:pt x="65067" y="19119"/>
                </a:lnTo>
                <a:lnTo>
                  <a:pt x="69913" y="18609"/>
                </a:lnTo>
              </a:path>
            </a:pathLst>
          </a:custGeom>
          <a:ln w="1006">
            <a:solidFill>
              <a:srgbClr val="9F9F9F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61" name="object 1161"/>
          <p:cNvSpPr/>
          <p:nvPr/>
        </p:nvSpPr>
        <p:spPr>
          <a:xfrm>
            <a:off x="7172553" y="3265895"/>
            <a:ext cx="69809" cy="19376"/>
          </a:xfrm>
          <a:custGeom>
            <a:avLst/>
            <a:gdLst/>
            <a:ahLst/>
            <a:cxnLst/>
            <a:rect l="l" t="t" r="r" b="b"/>
            <a:pathLst>
              <a:path w="69809" h="19376">
                <a:moveTo>
                  <a:pt x="0" y="0"/>
                </a:moveTo>
                <a:lnTo>
                  <a:pt x="4123" y="6651"/>
                </a:lnTo>
                <a:lnTo>
                  <a:pt x="13512" y="12277"/>
                </a:lnTo>
                <a:lnTo>
                  <a:pt x="27113" y="16497"/>
                </a:lnTo>
                <a:lnTo>
                  <a:pt x="43872" y="18931"/>
                </a:lnTo>
                <a:lnTo>
                  <a:pt x="55372" y="19376"/>
                </a:lnTo>
                <a:lnTo>
                  <a:pt x="60221" y="19376"/>
                </a:lnTo>
                <a:lnTo>
                  <a:pt x="65067" y="19247"/>
                </a:lnTo>
                <a:lnTo>
                  <a:pt x="69809" y="18739"/>
                </a:lnTo>
              </a:path>
            </a:pathLst>
          </a:custGeom>
          <a:ln w="1006">
            <a:solidFill>
              <a:srgbClr val="9F9F9F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62" name="object 1162"/>
          <p:cNvSpPr/>
          <p:nvPr/>
        </p:nvSpPr>
        <p:spPr>
          <a:xfrm>
            <a:off x="7172449" y="3243081"/>
            <a:ext cx="69913" cy="18990"/>
          </a:xfrm>
          <a:custGeom>
            <a:avLst/>
            <a:gdLst/>
            <a:ahLst/>
            <a:cxnLst/>
            <a:rect l="l" t="t" r="r" b="b"/>
            <a:pathLst>
              <a:path w="69913" h="18990">
                <a:moveTo>
                  <a:pt x="0" y="0"/>
                </a:moveTo>
                <a:lnTo>
                  <a:pt x="4504" y="6637"/>
                </a:lnTo>
                <a:lnTo>
                  <a:pt x="14090" y="12174"/>
                </a:lnTo>
                <a:lnTo>
                  <a:pt x="27709" y="16273"/>
                </a:lnTo>
                <a:lnTo>
                  <a:pt x="44316" y="18593"/>
                </a:lnTo>
                <a:lnTo>
                  <a:pt x="55166" y="18990"/>
                </a:lnTo>
                <a:lnTo>
                  <a:pt x="60119" y="18990"/>
                </a:lnTo>
                <a:lnTo>
                  <a:pt x="65068" y="18863"/>
                </a:lnTo>
                <a:lnTo>
                  <a:pt x="69913" y="18353"/>
                </a:lnTo>
              </a:path>
            </a:pathLst>
          </a:custGeom>
          <a:ln w="1006">
            <a:solidFill>
              <a:srgbClr val="9F9F9F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63" name="object 1163"/>
          <p:cNvSpPr/>
          <p:nvPr/>
        </p:nvSpPr>
        <p:spPr>
          <a:xfrm>
            <a:off x="7153476" y="3235302"/>
            <a:ext cx="19901" cy="40920"/>
          </a:xfrm>
          <a:custGeom>
            <a:avLst/>
            <a:gdLst/>
            <a:ahLst/>
            <a:cxnLst/>
            <a:rect l="l" t="t" r="r" b="b"/>
            <a:pathLst>
              <a:path w="19901" h="40920">
                <a:moveTo>
                  <a:pt x="0" y="0"/>
                </a:moveTo>
                <a:lnTo>
                  <a:pt x="2680" y="30850"/>
                </a:lnTo>
                <a:lnTo>
                  <a:pt x="19901" y="40920"/>
                </a:lnTo>
                <a:lnTo>
                  <a:pt x="18355" y="484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64" name="object 1164"/>
          <p:cNvSpPr/>
          <p:nvPr/>
        </p:nvSpPr>
        <p:spPr>
          <a:xfrm>
            <a:off x="7151721" y="3234283"/>
            <a:ext cx="4230" cy="33780"/>
          </a:xfrm>
          <a:custGeom>
            <a:avLst/>
            <a:gdLst/>
            <a:ahLst/>
            <a:cxnLst/>
            <a:rect l="l" t="t" r="r" b="b"/>
            <a:pathLst>
              <a:path w="4230" h="33780">
                <a:moveTo>
                  <a:pt x="0" y="0"/>
                </a:moveTo>
                <a:lnTo>
                  <a:pt x="4230" y="33780"/>
                </a:lnTo>
                <a:lnTo>
                  <a:pt x="2374" y="1914"/>
                </a:lnTo>
                <a:lnTo>
                  <a:pt x="0" y="0"/>
                </a:lnTo>
                <a:close/>
              </a:path>
            </a:pathLst>
          </a:custGeom>
          <a:solidFill>
            <a:srgbClr val="DF6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65" name="object 1165"/>
          <p:cNvSpPr/>
          <p:nvPr/>
        </p:nvSpPr>
        <p:spPr>
          <a:xfrm>
            <a:off x="7167498" y="3238619"/>
            <a:ext cx="6808" cy="40660"/>
          </a:xfrm>
          <a:custGeom>
            <a:avLst/>
            <a:gdLst/>
            <a:ahLst/>
            <a:cxnLst/>
            <a:rect l="l" t="t" r="r" b="b"/>
            <a:pathLst>
              <a:path w="6808" h="40660">
                <a:moveTo>
                  <a:pt x="0" y="0"/>
                </a:moveTo>
                <a:lnTo>
                  <a:pt x="2168" y="37730"/>
                </a:lnTo>
                <a:lnTo>
                  <a:pt x="6808" y="40660"/>
                </a:lnTo>
                <a:lnTo>
                  <a:pt x="4951" y="509"/>
                </a:lnTo>
                <a:lnTo>
                  <a:pt x="0" y="0"/>
                </a:lnTo>
                <a:close/>
              </a:path>
            </a:pathLst>
          </a:custGeom>
          <a:solidFill>
            <a:srgbClr val="DFDFD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66" name="object 1166"/>
          <p:cNvSpPr/>
          <p:nvPr/>
        </p:nvSpPr>
        <p:spPr>
          <a:xfrm>
            <a:off x="7240713" y="3258760"/>
            <a:ext cx="10622" cy="36453"/>
          </a:xfrm>
          <a:custGeom>
            <a:avLst/>
            <a:gdLst/>
            <a:ahLst/>
            <a:cxnLst/>
            <a:rect l="l" t="t" r="r" b="b"/>
            <a:pathLst>
              <a:path w="10622" h="36453">
                <a:moveTo>
                  <a:pt x="0" y="254"/>
                </a:moveTo>
                <a:lnTo>
                  <a:pt x="2474" y="35561"/>
                </a:lnTo>
                <a:lnTo>
                  <a:pt x="10622" y="36453"/>
                </a:lnTo>
                <a:lnTo>
                  <a:pt x="7526" y="0"/>
                </a:lnTo>
                <a:lnTo>
                  <a:pt x="0" y="254"/>
                </a:lnTo>
                <a:close/>
              </a:path>
            </a:pathLst>
          </a:custGeom>
          <a:solidFill>
            <a:srgbClr val="DFDFD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67" name="object 1167"/>
          <p:cNvSpPr/>
          <p:nvPr/>
        </p:nvSpPr>
        <p:spPr>
          <a:xfrm>
            <a:off x="7246487" y="3258760"/>
            <a:ext cx="27223" cy="36580"/>
          </a:xfrm>
          <a:custGeom>
            <a:avLst/>
            <a:gdLst/>
            <a:ahLst/>
            <a:cxnLst/>
            <a:rect l="l" t="t" r="r" b="b"/>
            <a:pathLst>
              <a:path w="27223" h="36580">
                <a:moveTo>
                  <a:pt x="0" y="0"/>
                </a:moveTo>
                <a:lnTo>
                  <a:pt x="3095" y="35815"/>
                </a:lnTo>
                <a:lnTo>
                  <a:pt x="27223" y="36580"/>
                </a:lnTo>
                <a:lnTo>
                  <a:pt x="24543" y="25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68" name="object 1168"/>
          <p:cNvSpPr/>
          <p:nvPr/>
        </p:nvSpPr>
        <p:spPr>
          <a:xfrm>
            <a:off x="7270928" y="3262454"/>
            <a:ext cx="18766" cy="30593"/>
          </a:xfrm>
          <a:custGeom>
            <a:avLst/>
            <a:gdLst/>
            <a:ahLst/>
            <a:cxnLst/>
            <a:rect l="l" t="t" r="r" b="b"/>
            <a:pathLst>
              <a:path w="18766" h="30593">
                <a:moveTo>
                  <a:pt x="0" y="0"/>
                </a:moveTo>
                <a:lnTo>
                  <a:pt x="2165" y="30593"/>
                </a:lnTo>
                <a:lnTo>
                  <a:pt x="12992" y="30593"/>
                </a:lnTo>
                <a:lnTo>
                  <a:pt x="18766" y="255"/>
                </a:lnTo>
                <a:lnTo>
                  <a:pt x="0" y="0"/>
                </a:lnTo>
                <a:close/>
              </a:path>
            </a:pathLst>
          </a:custGeom>
          <a:solidFill>
            <a:srgbClr val="DF6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69" name="object 1169"/>
          <p:cNvSpPr/>
          <p:nvPr/>
        </p:nvSpPr>
        <p:spPr>
          <a:xfrm>
            <a:off x="7150587" y="3223959"/>
            <a:ext cx="140138" cy="40151"/>
          </a:xfrm>
          <a:custGeom>
            <a:avLst/>
            <a:gdLst/>
            <a:ahLst/>
            <a:cxnLst/>
            <a:rect l="l" t="t" r="r" b="b"/>
            <a:pathLst>
              <a:path w="140138" h="40151">
                <a:moveTo>
                  <a:pt x="1031" y="4718"/>
                </a:moveTo>
                <a:lnTo>
                  <a:pt x="309" y="6374"/>
                </a:lnTo>
                <a:lnTo>
                  <a:pt x="0" y="8285"/>
                </a:lnTo>
                <a:lnTo>
                  <a:pt x="0" y="10069"/>
                </a:lnTo>
                <a:lnTo>
                  <a:pt x="1031" y="11088"/>
                </a:lnTo>
                <a:lnTo>
                  <a:pt x="2271" y="12621"/>
                </a:lnTo>
                <a:lnTo>
                  <a:pt x="4023" y="14022"/>
                </a:lnTo>
                <a:lnTo>
                  <a:pt x="6807" y="15806"/>
                </a:lnTo>
                <a:lnTo>
                  <a:pt x="9694" y="17207"/>
                </a:lnTo>
                <a:lnTo>
                  <a:pt x="12993" y="18736"/>
                </a:lnTo>
                <a:lnTo>
                  <a:pt x="17013" y="20523"/>
                </a:lnTo>
                <a:lnTo>
                  <a:pt x="20831" y="22052"/>
                </a:lnTo>
                <a:lnTo>
                  <a:pt x="25677" y="23963"/>
                </a:lnTo>
                <a:lnTo>
                  <a:pt x="30214" y="25747"/>
                </a:lnTo>
                <a:lnTo>
                  <a:pt x="35063" y="27407"/>
                </a:lnTo>
                <a:lnTo>
                  <a:pt x="39393" y="28553"/>
                </a:lnTo>
                <a:lnTo>
                  <a:pt x="43516" y="29954"/>
                </a:lnTo>
                <a:lnTo>
                  <a:pt x="48156" y="30974"/>
                </a:lnTo>
                <a:lnTo>
                  <a:pt x="53004" y="32248"/>
                </a:lnTo>
                <a:lnTo>
                  <a:pt x="57541" y="33267"/>
                </a:lnTo>
                <a:lnTo>
                  <a:pt x="63934" y="34546"/>
                </a:lnTo>
                <a:lnTo>
                  <a:pt x="69503" y="35691"/>
                </a:lnTo>
                <a:lnTo>
                  <a:pt x="76411" y="37093"/>
                </a:lnTo>
                <a:lnTo>
                  <a:pt x="82291" y="37858"/>
                </a:lnTo>
                <a:lnTo>
                  <a:pt x="87652" y="38240"/>
                </a:lnTo>
                <a:lnTo>
                  <a:pt x="93322" y="38750"/>
                </a:lnTo>
                <a:lnTo>
                  <a:pt x="103429" y="39387"/>
                </a:lnTo>
                <a:lnTo>
                  <a:pt x="132715" y="40151"/>
                </a:lnTo>
                <a:lnTo>
                  <a:pt x="140138" y="39387"/>
                </a:lnTo>
                <a:lnTo>
                  <a:pt x="114670" y="26770"/>
                </a:lnTo>
                <a:lnTo>
                  <a:pt x="111884" y="25492"/>
                </a:lnTo>
                <a:lnTo>
                  <a:pt x="108687" y="25110"/>
                </a:lnTo>
                <a:lnTo>
                  <a:pt x="105594" y="25110"/>
                </a:lnTo>
                <a:lnTo>
                  <a:pt x="102707" y="25492"/>
                </a:lnTo>
                <a:lnTo>
                  <a:pt x="99202" y="25747"/>
                </a:lnTo>
                <a:lnTo>
                  <a:pt x="95694" y="25492"/>
                </a:lnTo>
                <a:lnTo>
                  <a:pt x="91776" y="24983"/>
                </a:lnTo>
                <a:lnTo>
                  <a:pt x="80947" y="23453"/>
                </a:lnTo>
                <a:lnTo>
                  <a:pt x="73834" y="22816"/>
                </a:lnTo>
                <a:lnTo>
                  <a:pt x="67029" y="21542"/>
                </a:lnTo>
                <a:lnTo>
                  <a:pt x="59809" y="20013"/>
                </a:lnTo>
                <a:lnTo>
                  <a:pt x="52385" y="18353"/>
                </a:lnTo>
                <a:lnTo>
                  <a:pt x="43516" y="16570"/>
                </a:lnTo>
                <a:lnTo>
                  <a:pt x="36197" y="14022"/>
                </a:lnTo>
                <a:lnTo>
                  <a:pt x="30522" y="11856"/>
                </a:lnTo>
                <a:lnTo>
                  <a:pt x="25058" y="10069"/>
                </a:lnTo>
                <a:lnTo>
                  <a:pt x="20213" y="8031"/>
                </a:lnTo>
                <a:lnTo>
                  <a:pt x="16292" y="6374"/>
                </a:lnTo>
                <a:lnTo>
                  <a:pt x="12993" y="4462"/>
                </a:lnTo>
                <a:lnTo>
                  <a:pt x="11240" y="3185"/>
                </a:lnTo>
                <a:lnTo>
                  <a:pt x="9694" y="1911"/>
                </a:lnTo>
                <a:lnTo>
                  <a:pt x="7941" y="0"/>
                </a:lnTo>
                <a:lnTo>
                  <a:pt x="6188" y="764"/>
                </a:lnTo>
                <a:lnTo>
                  <a:pt x="4745" y="1528"/>
                </a:lnTo>
                <a:lnTo>
                  <a:pt x="3508" y="2421"/>
                </a:lnTo>
                <a:lnTo>
                  <a:pt x="2167" y="3822"/>
                </a:lnTo>
                <a:lnTo>
                  <a:pt x="1031" y="4718"/>
                </a:lnTo>
                <a:close/>
              </a:path>
            </a:pathLst>
          </a:custGeom>
          <a:solidFill>
            <a:srgbClr val="4040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70" name="object 1170"/>
          <p:cNvSpPr/>
          <p:nvPr/>
        </p:nvSpPr>
        <p:spPr>
          <a:xfrm>
            <a:off x="7677625" y="3215166"/>
            <a:ext cx="41145" cy="33140"/>
          </a:xfrm>
          <a:custGeom>
            <a:avLst/>
            <a:gdLst/>
            <a:ahLst/>
            <a:cxnLst/>
            <a:rect l="l" t="t" r="r" b="b"/>
            <a:pathLst>
              <a:path w="41145" h="33140">
                <a:moveTo>
                  <a:pt x="2886" y="29827"/>
                </a:moveTo>
                <a:lnTo>
                  <a:pt x="3509" y="31483"/>
                </a:lnTo>
                <a:lnTo>
                  <a:pt x="4848" y="32374"/>
                </a:lnTo>
                <a:lnTo>
                  <a:pt x="6292" y="33011"/>
                </a:lnTo>
                <a:lnTo>
                  <a:pt x="8561" y="33140"/>
                </a:lnTo>
                <a:lnTo>
                  <a:pt x="12374" y="33011"/>
                </a:lnTo>
                <a:lnTo>
                  <a:pt x="14952" y="32630"/>
                </a:lnTo>
                <a:lnTo>
                  <a:pt x="18252" y="31866"/>
                </a:lnTo>
                <a:lnTo>
                  <a:pt x="23615" y="30464"/>
                </a:lnTo>
                <a:lnTo>
                  <a:pt x="29286" y="28553"/>
                </a:lnTo>
                <a:lnTo>
                  <a:pt x="32997" y="26766"/>
                </a:lnTo>
                <a:lnTo>
                  <a:pt x="36197" y="25236"/>
                </a:lnTo>
                <a:lnTo>
                  <a:pt x="38155" y="23834"/>
                </a:lnTo>
                <a:lnTo>
                  <a:pt x="39187" y="22816"/>
                </a:lnTo>
                <a:lnTo>
                  <a:pt x="40321" y="21542"/>
                </a:lnTo>
                <a:lnTo>
                  <a:pt x="40939" y="20009"/>
                </a:lnTo>
                <a:lnTo>
                  <a:pt x="41145" y="18226"/>
                </a:lnTo>
                <a:lnTo>
                  <a:pt x="40837" y="10578"/>
                </a:lnTo>
                <a:lnTo>
                  <a:pt x="40218" y="9685"/>
                </a:lnTo>
                <a:lnTo>
                  <a:pt x="38877" y="8793"/>
                </a:lnTo>
                <a:lnTo>
                  <a:pt x="33101" y="6628"/>
                </a:lnTo>
                <a:lnTo>
                  <a:pt x="29905" y="4968"/>
                </a:lnTo>
                <a:lnTo>
                  <a:pt x="27327" y="3821"/>
                </a:lnTo>
                <a:lnTo>
                  <a:pt x="25987" y="2547"/>
                </a:lnTo>
                <a:lnTo>
                  <a:pt x="25059" y="0"/>
                </a:lnTo>
                <a:lnTo>
                  <a:pt x="24749" y="1911"/>
                </a:lnTo>
                <a:lnTo>
                  <a:pt x="24028" y="3312"/>
                </a:lnTo>
                <a:lnTo>
                  <a:pt x="22791" y="4841"/>
                </a:lnTo>
                <a:lnTo>
                  <a:pt x="20935" y="5864"/>
                </a:lnTo>
                <a:lnTo>
                  <a:pt x="19492" y="6628"/>
                </a:lnTo>
                <a:lnTo>
                  <a:pt x="17014" y="7519"/>
                </a:lnTo>
                <a:lnTo>
                  <a:pt x="14952" y="8283"/>
                </a:lnTo>
                <a:lnTo>
                  <a:pt x="11962" y="9303"/>
                </a:lnTo>
                <a:lnTo>
                  <a:pt x="9385" y="10195"/>
                </a:lnTo>
                <a:lnTo>
                  <a:pt x="4436" y="11088"/>
                </a:lnTo>
                <a:lnTo>
                  <a:pt x="1752" y="11852"/>
                </a:lnTo>
                <a:lnTo>
                  <a:pt x="0" y="12746"/>
                </a:lnTo>
                <a:lnTo>
                  <a:pt x="2886" y="29827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71" name="object 1171"/>
          <p:cNvSpPr/>
          <p:nvPr/>
        </p:nvSpPr>
        <p:spPr>
          <a:xfrm>
            <a:off x="7679790" y="3220134"/>
            <a:ext cx="36712" cy="14786"/>
          </a:xfrm>
          <a:custGeom>
            <a:avLst/>
            <a:gdLst/>
            <a:ahLst/>
            <a:cxnLst/>
            <a:rect l="l" t="t" r="r" b="b"/>
            <a:pathLst>
              <a:path w="36712" h="14786">
                <a:moveTo>
                  <a:pt x="16190" y="13639"/>
                </a:moveTo>
                <a:lnTo>
                  <a:pt x="19388" y="13002"/>
                </a:lnTo>
                <a:lnTo>
                  <a:pt x="22584" y="12111"/>
                </a:lnTo>
                <a:lnTo>
                  <a:pt x="26605" y="10963"/>
                </a:lnTo>
                <a:lnTo>
                  <a:pt x="30213" y="9308"/>
                </a:lnTo>
                <a:lnTo>
                  <a:pt x="33310" y="7648"/>
                </a:lnTo>
                <a:lnTo>
                  <a:pt x="35062" y="6119"/>
                </a:lnTo>
                <a:lnTo>
                  <a:pt x="36300" y="4972"/>
                </a:lnTo>
                <a:lnTo>
                  <a:pt x="36712" y="3825"/>
                </a:lnTo>
                <a:lnTo>
                  <a:pt x="30936" y="1659"/>
                </a:lnTo>
                <a:lnTo>
                  <a:pt x="27636" y="0"/>
                </a:lnTo>
                <a:lnTo>
                  <a:pt x="25987" y="2042"/>
                </a:lnTo>
                <a:lnTo>
                  <a:pt x="24337" y="3315"/>
                </a:lnTo>
                <a:lnTo>
                  <a:pt x="22791" y="4716"/>
                </a:lnTo>
                <a:lnTo>
                  <a:pt x="20626" y="5609"/>
                </a:lnTo>
                <a:lnTo>
                  <a:pt x="18357" y="6628"/>
                </a:lnTo>
                <a:lnTo>
                  <a:pt x="15777" y="7138"/>
                </a:lnTo>
                <a:lnTo>
                  <a:pt x="13096" y="7778"/>
                </a:lnTo>
                <a:lnTo>
                  <a:pt x="10726" y="8415"/>
                </a:lnTo>
                <a:lnTo>
                  <a:pt x="7220" y="9181"/>
                </a:lnTo>
                <a:lnTo>
                  <a:pt x="5261" y="9181"/>
                </a:lnTo>
                <a:lnTo>
                  <a:pt x="2683" y="9308"/>
                </a:lnTo>
                <a:lnTo>
                  <a:pt x="825" y="9435"/>
                </a:lnTo>
                <a:lnTo>
                  <a:pt x="206" y="10582"/>
                </a:lnTo>
                <a:lnTo>
                  <a:pt x="0" y="11856"/>
                </a:lnTo>
                <a:lnTo>
                  <a:pt x="721" y="13258"/>
                </a:lnTo>
                <a:lnTo>
                  <a:pt x="2580" y="14659"/>
                </a:lnTo>
                <a:lnTo>
                  <a:pt x="5055" y="14786"/>
                </a:lnTo>
                <a:lnTo>
                  <a:pt x="8354" y="14786"/>
                </a:lnTo>
                <a:lnTo>
                  <a:pt x="12787" y="14149"/>
                </a:lnTo>
                <a:lnTo>
                  <a:pt x="16190" y="13639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72" name="object 1172"/>
          <p:cNvSpPr/>
          <p:nvPr/>
        </p:nvSpPr>
        <p:spPr>
          <a:xfrm>
            <a:off x="7684638" y="3227912"/>
            <a:ext cx="29079" cy="7262"/>
          </a:xfrm>
          <a:custGeom>
            <a:avLst/>
            <a:gdLst/>
            <a:ahLst/>
            <a:cxnLst/>
            <a:rect l="l" t="t" r="r" b="b"/>
            <a:pathLst>
              <a:path w="29079" h="7262">
                <a:moveTo>
                  <a:pt x="0" y="7262"/>
                </a:moveTo>
                <a:lnTo>
                  <a:pt x="5051" y="7135"/>
                </a:lnTo>
                <a:lnTo>
                  <a:pt x="11341" y="6371"/>
                </a:lnTo>
                <a:lnTo>
                  <a:pt x="17221" y="5096"/>
                </a:lnTo>
                <a:lnTo>
                  <a:pt x="21241" y="4078"/>
                </a:lnTo>
                <a:lnTo>
                  <a:pt x="25778" y="1784"/>
                </a:lnTo>
                <a:lnTo>
                  <a:pt x="29079" y="0"/>
                </a:lnTo>
              </a:path>
            </a:pathLst>
          </a:custGeom>
          <a:ln w="1008">
            <a:solidFill>
              <a:srgbClr val="DFDFDF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73" name="object 1173"/>
          <p:cNvSpPr/>
          <p:nvPr/>
        </p:nvSpPr>
        <p:spPr>
          <a:xfrm>
            <a:off x="7144813" y="3263091"/>
            <a:ext cx="186852" cy="65774"/>
          </a:xfrm>
          <a:custGeom>
            <a:avLst/>
            <a:gdLst/>
            <a:ahLst/>
            <a:cxnLst/>
            <a:rect l="l" t="t" r="r" b="b"/>
            <a:pathLst>
              <a:path w="186852" h="65774">
                <a:moveTo>
                  <a:pt x="309" y="25750"/>
                </a:moveTo>
                <a:lnTo>
                  <a:pt x="1443" y="28171"/>
                </a:lnTo>
                <a:lnTo>
                  <a:pt x="3196" y="30083"/>
                </a:lnTo>
                <a:lnTo>
                  <a:pt x="5258" y="32248"/>
                </a:lnTo>
                <a:lnTo>
                  <a:pt x="8354" y="34418"/>
                </a:lnTo>
                <a:lnTo>
                  <a:pt x="17530" y="38495"/>
                </a:lnTo>
                <a:lnTo>
                  <a:pt x="24749" y="41811"/>
                </a:lnTo>
                <a:lnTo>
                  <a:pt x="34544" y="45888"/>
                </a:lnTo>
                <a:lnTo>
                  <a:pt x="45372" y="49969"/>
                </a:lnTo>
                <a:lnTo>
                  <a:pt x="53929" y="52899"/>
                </a:lnTo>
                <a:lnTo>
                  <a:pt x="64449" y="55829"/>
                </a:lnTo>
                <a:lnTo>
                  <a:pt x="76514" y="58509"/>
                </a:lnTo>
                <a:lnTo>
                  <a:pt x="82390" y="59910"/>
                </a:lnTo>
                <a:lnTo>
                  <a:pt x="87961" y="60802"/>
                </a:lnTo>
                <a:lnTo>
                  <a:pt x="93013" y="61693"/>
                </a:lnTo>
                <a:lnTo>
                  <a:pt x="96518" y="62330"/>
                </a:lnTo>
                <a:lnTo>
                  <a:pt x="101055" y="62840"/>
                </a:lnTo>
                <a:lnTo>
                  <a:pt x="104770" y="62967"/>
                </a:lnTo>
                <a:lnTo>
                  <a:pt x="114357" y="63990"/>
                </a:lnTo>
                <a:lnTo>
                  <a:pt x="122918" y="64627"/>
                </a:lnTo>
                <a:lnTo>
                  <a:pt x="130444" y="65264"/>
                </a:lnTo>
                <a:lnTo>
                  <a:pt x="139004" y="65647"/>
                </a:lnTo>
                <a:lnTo>
                  <a:pt x="148798" y="65774"/>
                </a:lnTo>
                <a:lnTo>
                  <a:pt x="157565" y="65520"/>
                </a:lnTo>
                <a:lnTo>
                  <a:pt x="162926" y="65265"/>
                </a:lnTo>
                <a:lnTo>
                  <a:pt x="168290" y="64119"/>
                </a:lnTo>
                <a:lnTo>
                  <a:pt x="173446" y="62840"/>
                </a:lnTo>
                <a:lnTo>
                  <a:pt x="176538" y="61312"/>
                </a:lnTo>
                <a:lnTo>
                  <a:pt x="178703" y="59146"/>
                </a:lnTo>
                <a:lnTo>
                  <a:pt x="181177" y="56981"/>
                </a:lnTo>
                <a:lnTo>
                  <a:pt x="183240" y="53536"/>
                </a:lnTo>
                <a:lnTo>
                  <a:pt x="184687" y="50734"/>
                </a:lnTo>
                <a:lnTo>
                  <a:pt x="186130" y="45888"/>
                </a:lnTo>
                <a:lnTo>
                  <a:pt x="186645" y="41174"/>
                </a:lnTo>
                <a:lnTo>
                  <a:pt x="186852" y="37221"/>
                </a:lnTo>
                <a:lnTo>
                  <a:pt x="186645" y="33013"/>
                </a:lnTo>
                <a:lnTo>
                  <a:pt x="186233" y="29446"/>
                </a:lnTo>
                <a:lnTo>
                  <a:pt x="174786" y="32248"/>
                </a:lnTo>
                <a:lnTo>
                  <a:pt x="171176" y="32886"/>
                </a:lnTo>
                <a:lnTo>
                  <a:pt x="164782" y="33908"/>
                </a:lnTo>
                <a:lnTo>
                  <a:pt x="159730" y="34036"/>
                </a:lnTo>
                <a:lnTo>
                  <a:pt x="155297" y="34036"/>
                </a:lnTo>
                <a:lnTo>
                  <a:pt x="150654" y="33908"/>
                </a:lnTo>
                <a:lnTo>
                  <a:pt x="147149" y="33781"/>
                </a:lnTo>
                <a:lnTo>
                  <a:pt x="143953" y="32503"/>
                </a:lnTo>
                <a:lnTo>
                  <a:pt x="141581" y="32121"/>
                </a:lnTo>
                <a:lnTo>
                  <a:pt x="139210" y="30593"/>
                </a:lnTo>
                <a:lnTo>
                  <a:pt x="137766" y="28936"/>
                </a:lnTo>
                <a:lnTo>
                  <a:pt x="119101" y="28809"/>
                </a:lnTo>
                <a:lnTo>
                  <a:pt x="110646" y="28426"/>
                </a:lnTo>
                <a:lnTo>
                  <a:pt x="106109" y="28299"/>
                </a:lnTo>
                <a:lnTo>
                  <a:pt x="101055" y="27789"/>
                </a:lnTo>
                <a:lnTo>
                  <a:pt x="93734" y="26770"/>
                </a:lnTo>
                <a:lnTo>
                  <a:pt x="85277" y="25620"/>
                </a:lnTo>
                <a:lnTo>
                  <a:pt x="78989" y="24473"/>
                </a:lnTo>
                <a:lnTo>
                  <a:pt x="73008" y="23326"/>
                </a:lnTo>
                <a:lnTo>
                  <a:pt x="67129" y="22562"/>
                </a:lnTo>
                <a:lnTo>
                  <a:pt x="58366" y="20396"/>
                </a:lnTo>
                <a:lnTo>
                  <a:pt x="49392" y="18230"/>
                </a:lnTo>
                <a:lnTo>
                  <a:pt x="40836" y="15806"/>
                </a:lnTo>
                <a:lnTo>
                  <a:pt x="34235" y="13512"/>
                </a:lnTo>
                <a:lnTo>
                  <a:pt x="27223" y="10836"/>
                </a:lnTo>
                <a:lnTo>
                  <a:pt x="20004" y="7904"/>
                </a:lnTo>
                <a:lnTo>
                  <a:pt x="16396" y="6119"/>
                </a:lnTo>
                <a:lnTo>
                  <a:pt x="13817" y="4591"/>
                </a:lnTo>
                <a:lnTo>
                  <a:pt x="12374" y="3571"/>
                </a:lnTo>
                <a:lnTo>
                  <a:pt x="10931" y="0"/>
                </a:lnTo>
                <a:lnTo>
                  <a:pt x="9694" y="0"/>
                </a:lnTo>
                <a:lnTo>
                  <a:pt x="7838" y="765"/>
                </a:lnTo>
                <a:lnTo>
                  <a:pt x="5773" y="2167"/>
                </a:lnTo>
                <a:lnTo>
                  <a:pt x="3505" y="3827"/>
                </a:lnTo>
                <a:lnTo>
                  <a:pt x="1855" y="5736"/>
                </a:lnTo>
                <a:lnTo>
                  <a:pt x="927" y="7521"/>
                </a:lnTo>
                <a:lnTo>
                  <a:pt x="309" y="8922"/>
                </a:lnTo>
                <a:lnTo>
                  <a:pt x="0" y="11092"/>
                </a:lnTo>
                <a:lnTo>
                  <a:pt x="0" y="23709"/>
                </a:lnTo>
                <a:lnTo>
                  <a:pt x="309" y="2575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74" name="object 1174"/>
          <p:cNvSpPr/>
          <p:nvPr/>
        </p:nvSpPr>
        <p:spPr>
          <a:xfrm>
            <a:off x="7144813" y="3272013"/>
            <a:ext cx="186852" cy="56852"/>
          </a:xfrm>
          <a:custGeom>
            <a:avLst/>
            <a:gdLst/>
            <a:ahLst/>
            <a:cxnLst/>
            <a:rect l="l" t="t" r="r" b="b"/>
            <a:pathLst>
              <a:path w="186852" h="56852">
                <a:moveTo>
                  <a:pt x="0" y="2169"/>
                </a:moveTo>
                <a:lnTo>
                  <a:pt x="0" y="14786"/>
                </a:lnTo>
                <a:lnTo>
                  <a:pt x="309" y="16828"/>
                </a:lnTo>
                <a:lnTo>
                  <a:pt x="1443" y="19249"/>
                </a:lnTo>
                <a:lnTo>
                  <a:pt x="3196" y="21160"/>
                </a:lnTo>
                <a:lnTo>
                  <a:pt x="5258" y="23326"/>
                </a:lnTo>
                <a:lnTo>
                  <a:pt x="8354" y="25496"/>
                </a:lnTo>
                <a:lnTo>
                  <a:pt x="17530" y="29573"/>
                </a:lnTo>
                <a:lnTo>
                  <a:pt x="24749" y="32888"/>
                </a:lnTo>
                <a:lnTo>
                  <a:pt x="34544" y="36965"/>
                </a:lnTo>
                <a:lnTo>
                  <a:pt x="45372" y="41174"/>
                </a:lnTo>
                <a:lnTo>
                  <a:pt x="53929" y="43977"/>
                </a:lnTo>
                <a:lnTo>
                  <a:pt x="64449" y="46906"/>
                </a:lnTo>
                <a:lnTo>
                  <a:pt x="74349" y="49331"/>
                </a:lnTo>
                <a:lnTo>
                  <a:pt x="82390" y="50988"/>
                </a:lnTo>
                <a:lnTo>
                  <a:pt x="87961" y="52135"/>
                </a:lnTo>
                <a:lnTo>
                  <a:pt x="93013" y="52771"/>
                </a:lnTo>
                <a:lnTo>
                  <a:pt x="96518" y="53408"/>
                </a:lnTo>
                <a:lnTo>
                  <a:pt x="101055" y="53918"/>
                </a:lnTo>
                <a:lnTo>
                  <a:pt x="105285" y="54301"/>
                </a:lnTo>
                <a:lnTo>
                  <a:pt x="114357" y="55068"/>
                </a:lnTo>
                <a:lnTo>
                  <a:pt x="122918" y="55705"/>
                </a:lnTo>
                <a:lnTo>
                  <a:pt x="130444" y="56342"/>
                </a:lnTo>
                <a:lnTo>
                  <a:pt x="139004" y="56725"/>
                </a:lnTo>
                <a:lnTo>
                  <a:pt x="148798" y="56852"/>
                </a:lnTo>
                <a:lnTo>
                  <a:pt x="157565" y="56598"/>
                </a:lnTo>
                <a:lnTo>
                  <a:pt x="162926" y="56342"/>
                </a:lnTo>
                <a:lnTo>
                  <a:pt x="166637" y="55705"/>
                </a:lnTo>
                <a:lnTo>
                  <a:pt x="169425" y="55196"/>
                </a:lnTo>
                <a:lnTo>
                  <a:pt x="173343" y="54045"/>
                </a:lnTo>
                <a:lnTo>
                  <a:pt x="176538" y="52389"/>
                </a:lnTo>
                <a:lnTo>
                  <a:pt x="179012" y="50224"/>
                </a:lnTo>
                <a:lnTo>
                  <a:pt x="181177" y="48058"/>
                </a:lnTo>
                <a:lnTo>
                  <a:pt x="183240" y="44614"/>
                </a:lnTo>
                <a:lnTo>
                  <a:pt x="184687" y="41938"/>
                </a:lnTo>
                <a:lnTo>
                  <a:pt x="186130" y="36965"/>
                </a:lnTo>
                <a:lnTo>
                  <a:pt x="186645" y="32251"/>
                </a:lnTo>
                <a:lnTo>
                  <a:pt x="186852" y="28299"/>
                </a:lnTo>
                <a:lnTo>
                  <a:pt x="186645" y="24090"/>
                </a:lnTo>
                <a:lnTo>
                  <a:pt x="186233" y="20523"/>
                </a:lnTo>
                <a:lnTo>
                  <a:pt x="185511" y="23580"/>
                </a:lnTo>
                <a:lnTo>
                  <a:pt x="184377" y="26260"/>
                </a:lnTo>
                <a:lnTo>
                  <a:pt x="182106" y="27916"/>
                </a:lnTo>
                <a:lnTo>
                  <a:pt x="179012" y="29063"/>
                </a:lnTo>
                <a:lnTo>
                  <a:pt x="176023" y="30083"/>
                </a:lnTo>
                <a:lnTo>
                  <a:pt x="171486" y="31101"/>
                </a:lnTo>
                <a:lnTo>
                  <a:pt x="166225" y="31866"/>
                </a:lnTo>
                <a:lnTo>
                  <a:pt x="161071" y="32251"/>
                </a:lnTo>
                <a:lnTo>
                  <a:pt x="154369" y="32888"/>
                </a:lnTo>
                <a:lnTo>
                  <a:pt x="148593" y="32888"/>
                </a:lnTo>
                <a:lnTo>
                  <a:pt x="143953" y="32761"/>
                </a:lnTo>
                <a:lnTo>
                  <a:pt x="137973" y="32251"/>
                </a:lnTo>
                <a:lnTo>
                  <a:pt x="119616" y="32251"/>
                </a:lnTo>
                <a:lnTo>
                  <a:pt x="114564" y="31993"/>
                </a:lnTo>
                <a:lnTo>
                  <a:pt x="108274" y="31866"/>
                </a:lnTo>
                <a:lnTo>
                  <a:pt x="102292" y="31356"/>
                </a:lnTo>
                <a:lnTo>
                  <a:pt x="95281" y="30718"/>
                </a:lnTo>
                <a:lnTo>
                  <a:pt x="87961" y="29700"/>
                </a:lnTo>
                <a:lnTo>
                  <a:pt x="81256" y="28936"/>
                </a:lnTo>
                <a:lnTo>
                  <a:pt x="75071" y="27661"/>
                </a:lnTo>
                <a:lnTo>
                  <a:pt x="68779" y="26387"/>
                </a:lnTo>
                <a:lnTo>
                  <a:pt x="62181" y="24986"/>
                </a:lnTo>
                <a:lnTo>
                  <a:pt x="56303" y="23580"/>
                </a:lnTo>
                <a:lnTo>
                  <a:pt x="51043" y="22052"/>
                </a:lnTo>
                <a:lnTo>
                  <a:pt x="45888" y="20396"/>
                </a:lnTo>
                <a:lnTo>
                  <a:pt x="39908" y="18357"/>
                </a:lnTo>
                <a:lnTo>
                  <a:pt x="34338" y="16442"/>
                </a:lnTo>
                <a:lnTo>
                  <a:pt x="30420" y="14913"/>
                </a:lnTo>
                <a:lnTo>
                  <a:pt x="25987" y="13766"/>
                </a:lnTo>
                <a:lnTo>
                  <a:pt x="22787" y="12238"/>
                </a:lnTo>
                <a:lnTo>
                  <a:pt x="18869" y="10709"/>
                </a:lnTo>
                <a:lnTo>
                  <a:pt x="16189" y="9435"/>
                </a:lnTo>
                <a:lnTo>
                  <a:pt x="12890" y="8285"/>
                </a:lnTo>
                <a:lnTo>
                  <a:pt x="9694" y="6756"/>
                </a:lnTo>
                <a:lnTo>
                  <a:pt x="6392" y="4972"/>
                </a:lnTo>
                <a:lnTo>
                  <a:pt x="3814" y="3061"/>
                </a:lnTo>
                <a:lnTo>
                  <a:pt x="1546" y="1274"/>
                </a:lnTo>
                <a:lnTo>
                  <a:pt x="309" y="0"/>
                </a:lnTo>
                <a:lnTo>
                  <a:pt x="0" y="2169"/>
                </a:lnTo>
                <a:close/>
              </a:path>
            </a:pathLst>
          </a:custGeom>
          <a:solidFill>
            <a:srgbClr val="5F5F5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75" name="object 1175"/>
          <p:cNvSpPr/>
          <p:nvPr/>
        </p:nvSpPr>
        <p:spPr>
          <a:xfrm>
            <a:off x="7158425" y="3281190"/>
            <a:ext cx="127557" cy="24476"/>
          </a:xfrm>
          <a:custGeom>
            <a:avLst/>
            <a:gdLst/>
            <a:ahLst/>
            <a:cxnLst/>
            <a:rect l="l" t="t" r="r" b="b"/>
            <a:pathLst>
              <a:path w="127557" h="24476">
                <a:moveTo>
                  <a:pt x="0" y="0"/>
                </a:moveTo>
                <a:lnTo>
                  <a:pt x="8792" y="5147"/>
                </a:lnTo>
                <a:lnTo>
                  <a:pt x="18827" y="9755"/>
                </a:lnTo>
                <a:lnTo>
                  <a:pt x="29971" y="13793"/>
                </a:lnTo>
                <a:lnTo>
                  <a:pt x="42091" y="17232"/>
                </a:lnTo>
                <a:lnTo>
                  <a:pt x="55056" y="20040"/>
                </a:lnTo>
                <a:lnTo>
                  <a:pt x="68732" y="22188"/>
                </a:lnTo>
                <a:lnTo>
                  <a:pt x="82987" y="23647"/>
                </a:lnTo>
                <a:lnTo>
                  <a:pt x="97687" y="24386"/>
                </a:lnTo>
                <a:lnTo>
                  <a:pt x="104972" y="24476"/>
                </a:lnTo>
                <a:lnTo>
                  <a:pt x="112502" y="24476"/>
                </a:lnTo>
                <a:lnTo>
                  <a:pt x="120028" y="24222"/>
                </a:lnTo>
                <a:lnTo>
                  <a:pt x="127557" y="23712"/>
                </a:lnTo>
              </a:path>
            </a:pathLst>
          </a:custGeom>
          <a:ln w="1013">
            <a:solidFill>
              <a:srgbClr val="9F9F9F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76" name="object 1176"/>
          <p:cNvSpPr/>
          <p:nvPr/>
        </p:nvSpPr>
        <p:spPr>
          <a:xfrm>
            <a:off x="7249170" y="3310763"/>
            <a:ext cx="22788" cy="10836"/>
          </a:xfrm>
          <a:custGeom>
            <a:avLst/>
            <a:gdLst/>
            <a:ahLst/>
            <a:cxnLst/>
            <a:rect l="l" t="t" r="r" b="b"/>
            <a:pathLst>
              <a:path w="22788" h="10836">
                <a:moveTo>
                  <a:pt x="2990" y="7519"/>
                </a:moveTo>
                <a:lnTo>
                  <a:pt x="3093" y="0"/>
                </a:lnTo>
                <a:lnTo>
                  <a:pt x="0" y="0"/>
                </a:lnTo>
                <a:lnTo>
                  <a:pt x="0" y="9943"/>
                </a:lnTo>
                <a:lnTo>
                  <a:pt x="22788" y="10836"/>
                </a:lnTo>
                <a:lnTo>
                  <a:pt x="22788" y="8798"/>
                </a:lnTo>
                <a:lnTo>
                  <a:pt x="2990" y="7519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77" name="object 1177"/>
          <p:cNvSpPr/>
          <p:nvPr/>
        </p:nvSpPr>
        <p:spPr>
          <a:xfrm>
            <a:off x="7251748" y="3310763"/>
            <a:ext cx="20209" cy="9179"/>
          </a:xfrm>
          <a:custGeom>
            <a:avLst/>
            <a:gdLst/>
            <a:ahLst/>
            <a:cxnLst/>
            <a:rect l="l" t="t" r="r" b="b"/>
            <a:pathLst>
              <a:path w="20209" h="9179">
                <a:moveTo>
                  <a:pt x="0" y="0"/>
                </a:moveTo>
                <a:lnTo>
                  <a:pt x="0" y="8412"/>
                </a:lnTo>
                <a:lnTo>
                  <a:pt x="20209" y="9179"/>
                </a:lnTo>
                <a:lnTo>
                  <a:pt x="19797" y="0"/>
                </a:lnTo>
                <a:lnTo>
                  <a:pt x="0" y="0"/>
                </a:lnTo>
                <a:close/>
              </a:path>
            </a:pathLst>
          </a:custGeom>
          <a:solidFill>
            <a:srgbClr val="1F1F1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78" name="object 1178"/>
          <p:cNvSpPr/>
          <p:nvPr/>
        </p:nvSpPr>
        <p:spPr>
          <a:xfrm>
            <a:off x="7151927" y="3282469"/>
            <a:ext cx="9178" cy="11852"/>
          </a:xfrm>
          <a:custGeom>
            <a:avLst/>
            <a:gdLst/>
            <a:ahLst/>
            <a:cxnLst/>
            <a:rect l="l" t="t" r="r" b="b"/>
            <a:pathLst>
              <a:path w="9178" h="11852">
                <a:moveTo>
                  <a:pt x="930" y="6372"/>
                </a:moveTo>
                <a:lnTo>
                  <a:pt x="930" y="508"/>
                </a:lnTo>
                <a:lnTo>
                  <a:pt x="0" y="0"/>
                </a:lnTo>
                <a:lnTo>
                  <a:pt x="0" y="7392"/>
                </a:lnTo>
                <a:lnTo>
                  <a:pt x="9178" y="11852"/>
                </a:lnTo>
                <a:lnTo>
                  <a:pt x="9178" y="10195"/>
                </a:lnTo>
                <a:lnTo>
                  <a:pt x="930" y="6372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79" name="object 1179"/>
          <p:cNvSpPr/>
          <p:nvPr/>
        </p:nvSpPr>
        <p:spPr>
          <a:xfrm>
            <a:off x="7152858" y="3282977"/>
            <a:ext cx="8247" cy="9941"/>
          </a:xfrm>
          <a:custGeom>
            <a:avLst/>
            <a:gdLst/>
            <a:ahLst/>
            <a:cxnLst/>
            <a:rect l="l" t="t" r="r" b="b"/>
            <a:pathLst>
              <a:path w="8247" h="9941">
                <a:moveTo>
                  <a:pt x="0" y="0"/>
                </a:moveTo>
                <a:lnTo>
                  <a:pt x="0" y="6629"/>
                </a:lnTo>
                <a:lnTo>
                  <a:pt x="8247" y="9941"/>
                </a:lnTo>
                <a:lnTo>
                  <a:pt x="8247" y="3312"/>
                </a:lnTo>
                <a:lnTo>
                  <a:pt x="0" y="0"/>
                </a:lnTo>
                <a:close/>
              </a:path>
            </a:pathLst>
          </a:custGeom>
          <a:solidFill>
            <a:srgbClr val="1F1F1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80" name="object 1180"/>
          <p:cNvSpPr/>
          <p:nvPr/>
        </p:nvSpPr>
        <p:spPr>
          <a:xfrm>
            <a:off x="6995930" y="2919448"/>
            <a:ext cx="15835" cy="54287"/>
          </a:xfrm>
          <a:custGeom>
            <a:avLst/>
            <a:gdLst/>
            <a:ahLst/>
            <a:cxnLst/>
            <a:rect l="l" t="t" r="r" b="b"/>
            <a:pathLst>
              <a:path w="15835" h="54287">
                <a:moveTo>
                  <a:pt x="15835" y="0"/>
                </a:moveTo>
                <a:lnTo>
                  <a:pt x="12933" y="3173"/>
                </a:lnTo>
                <a:lnTo>
                  <a:pt x="5790" y="32671"/>
                </a:lnTo>
                <a:lnTo>
                  <a:pt x="0" y="54287"/>
                </a:lnTo>
                <a:lnTo>
                  <a:pt x="4551" y="53650"/>
                </a:lnTo>
                <a:lnTo>
                  <a:pt x="15835" y="0"/>
                </a:lnTo>
                <a:close/>
              </a:path>
            </a:pathLst>
          </a:custGeom>
          <a:solidFill>
            <a:srgbClr val="1F1F1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81" name="object 1181"/>
          <p:cNvSpPr/>
          <p:nvPr/>
        </p:nvSpPr>
        <p:spPr>
          <a:xfrm>
            <a:off x="6930930" y="2920721"/>
            <a:ext cx="34361" cy="56824"/>
          </a:xfrm>
          <a:custGeom>
            <a:avLst/>
            <a:gdLst/>
            <a:ahLst/>
            <a:cxnLst/>
            <a:rect l="l" t="t" r="r" b="b"/>
            <a:pathLst>
              <a:path w="34361" h="56824">
                <a:moveTo>
                  <a:pt x="26496" y="0"/>
                </a:moveTo>
                <a:lnTo>
                  <a:pt x="0" y="56824"/>
                </a:lnTo>
                <a:lnTo>
                  <a:pt x="11276" y="56702"/>
                </a:lnTo>
                <a:lnTo>
                  <a:pt x="34361" y="1273"/>
                </a:lnTo>
                <a:lnTo>
                  <a:pt x="26496" y="0"/>
                </a:lnTo>
                <a:close/>
              </a:path>
            </a:pathLst>
          </a:custGeom>
          <a:solidFill>
            <a:srgbClr val="1F1F1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82" name="object 1182"/>
          <p:cNvSpPr/>
          <p:nvPr/>
        </p:nvSpPr>
        <p:spPr>
          <a:xfrm>
            <a:off x="6828772" y="2958608"/>
            <a:ext cx="295501" cy="50982"/>
          </a:xfrm>
          <a:custGeom>
            <a:avLst/>
            <a:gdLst/>
            <a:ahLst/>
            <a:cxnLst/>
            <a:rect l="l" t="t" r="r" b="b"/>
            <a:pathLst>
              <a:path w="295501" h="50982">
                <a:moveTo>
                  <a:pt x="89734" y="15886"/>
                </a:moveTo>
                <a:lnTo>
                  <a:pt x="0" y="24152"/>
                </a:lnTo>
                <a:lnTo>
                  <a:pt x="97082" y="38522"/>
                </a:lnTo>
                <a:lnTo>
                  <a:pt x="178335" y="50982"/>
                </a:lnTo>
                <a:lnTo>
                  <a:pt x="292910" y="38522"/>
                </a:lnTo>
                <a:lnTo>
                  <a:pt x="295501" y="25425"/>
                </a:lnTo>
                <a:lnTo>
                  <a:pt x="293115" y="18563"/>
                </a:lnTo>
                <a:lnTo>
                  <a:pt x="289703" y="12835"/>
                </a:lnTo>
                <a:lnTo>
                  <a:pt x="285151" y="9277"/>
                </a:lnTo>
                <a:lnTo>
                  <a:pt x="279042" y="6609"/>
                </a:lnTo>
                <a:lnTo>
                  <a:pt x="268275" y="5336"/>
                </a:lnTo>
                <a:lnTo>
                  <a:pt x="192097" y="0"/>
                </a:lnTo>
                <a:lnTo>
                  <a:pt x="183920" y="0"/>
                </a:lnTo>
                <a:lnTo>
                  <a:pt x="178540" y="2415"/>
                </a:lnTo>
                <a:lnTo>
                  <a:pt x="173776" y="4446"/>
                </a:lnTo>
                <a:lnTo>
                  <a:pt x="170258" y="8135"/>
                </a:lnTo>
                <a:lnTo>
                  <a:pt x="164878" y="13733"/>
                </a:lnTo>
                <a:lnTo>
                  <a:pt x="148008" y="15259"/>
                </a:lnTo>
                <a:lnTo>
                  <a:pt x="89734" y="15886"/>
                </a:lnTo>
                <a:close/>
              </a:path>
            </a:pathLst>
          </a:custGeom>
          <a:solidFill>
            <a:srgbClr val="1F0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83" name="object 1183"/>
          <p:cNvSpPr/>
          <p:nvPr/>
        </p:nvSpPr>
        <p:spPr>
          <a:xfrm>
            <a:off x="7022428" y="2952757"/>
            <a:ext cx="2401" cy="5466"/>
          </a:xfrm>
          <a:custGeom>
            <a:avLst/>
            <a:gdLst/>
            <a:ahLst/>
            <a:cxnLst/>
            <a:rect l="l" t="t" r="r" b="b"/>
            <a:pathLst>
              <a:path w="2401" h="5466">
                <a:moveTo>
                  <a:pt x="876" y="5466"/>
                </a:moveTo>
                <a:lnTo>
                  <a:pt x="2401" y="0"/>
                </a:lnTo>
                <a:lnTo>
                  <a:pt x="1527" y="0"/>
                </a:lnTo>
                <a:lnTo>
                  <a:pt x="0" y="5466"/>
                </a:lnTo>
                <a:lnTo>
                  <a:pt x="876" y="5466"/>
                </a:lnTo>
                <a:close/>
              </a:path>
            </a:pathLst>
          </a:custGeom>
          <a:solidFill>
            <a:srgbClr val="1F0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84" name="object 1184"/>
          <p:cNvSpPr/>
          <p:nvPr/>
        </p:nvSpPr>
        <p:spPr>
          <a:xfrm>
            <a:off x="7037359" y="2953777"/>
            <a:ext cx="2265" cy="5466"/>
          </a:xfrm>
          <a:custGeom>
            <a:avLst/>
            <a:gdLst/>
            <a:ahLst/>
            <a:cxnLst/>
            <a:rect l="l" t="t" r="r" b="b"/>
            <a:pathLst>
              <a:path w="2265" h="5466">
                <a:moveTo>
                  <a:pt x="865" y="5466"/>
                </a:moveTo>
                <a:lnTo>
                  <a:pt x="2265" y="0"/>
                </a:lnTo>
                <a:lnTo>
                  <a:pt x="1397" y="0"/>
                </a:lnTo>
                <a:lnTo>
                  <a:pt x="0" y="5466"/>
                </a:lnTo>
                <a:lnTo>
                  <a:pt x="865" y="5466"/>
                </a:lnTo>
                <a:close/>
              </a:path>
            </a:pathLst>
          </a:custGeom>
          <a:solidFill>
            <a:srgbClr val="1F0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85" name="object 1185"/>
          <p:cNvSpPr/>
          <p:nvPr/>
        </p:nvSpPr>
        <p:spPr>
          <a:xfrm>
            <a:off x="6960323" y="2955556"/>
            <a:ext cx="98434" cy="70688"/>
          </a:xfrm>
          <a:custGeom>
            <a:avLst/>
            <a:gdLst/>
            <a:ahLst/>
            <a:cxnLst/>
            <a:rect l="l" t="t" r="r" b="b"/>
            <a:pathLst>
              <a:path w="98434" h="70688">
                <a:moveTo>
                  <a:pt x="58579" y="70688"/>
                </a:moveTo>
                <a:lnTo>
                  <a:pt x="74315" y="53014"/>
                </a:lnTo>
                <a:lnTo>
                  <a:pt x="77628" y="49073"/>
                </a:lnTo>
                <a:lnTo>
                  <a:pt x="80835" y="44373"/>
                </a:lnTo>
                <a:lnTo>
                  <a:pt x="83426" y="39411"/>
                </a:lnTo>
                <a:lnTo>
                  <a:pt x="85904" y="35601"/>
                </a:lnTo>
                <a:lnTo>
                  <a:pt x="89012" y="30003"/>
                </a:lnTo>
                <a:lnTo>
                  <a:pt x="97705" y="14744"/>
                </a:lnTo>
                <a:lnTo>
                  <a:pt x="98221" y="12582"/>
                </a:lnTo>
                <a:lnTo>
                  <a:pt x="98434" y="10803"/>
                </a:lnTo>
                <a:lnTo>
                  <a:pt x="97811" y="7882"/>
                </a:lnTo>
                <a:lnTo>
                  <a:pt x="97499" y="6103"/>
                </a:lnTo>
                <a:lnTo>
                  <a:pt x="96360" y="4699"/>
                </a:lnTo>
                <a:lnTo>
                  <a:pt x="94908" y="3810"/>
                </a:lnTo>
                <a:lnTo>
                  <a:pt x="92324" y="2921"/>
                </a:lnTo>
                <a:lnTo>
                  <a:pt x="90463" y="2798"/>
                </a:lnTo>
                <a:lnTo>
                  <a:pt x="87773" y="2415"/>
                </a:lnTo>
                <a:lnTo>
                  <a:pt x="86116" y="2284"/>
                </a:lnTo>
                <a:lnTo>
                  <a:pt x="53715" y="252"/>
                </a:lnTo>
                <a:lnTo>
                  <a:pt x="51754" y="0"/>
                </a:lnTo>
                <a:lnTo>
                  <a:pt x="49680" y="505"/>
                </a:lnTo>
                <a:lnTo>
                  <a:pt x="48229" y="758"/>
                </a:lnTo>
                <a:lnTo>
                  <a:pt x="46785" y="1647"/>
                </a:lnTo>
                <a:lnTo>
                  <a:pt x="45227" y="2921"/>
                </a:lnTo>
                <a:lnTo>
                  <a:pt x="34156" y="18310"/>
                </a:lnTo>
                <a:lnTo>
                  <a:pt x="31466" y="22757"/>
                </a:lnTo>
                <a:lnTo>
                  <a:pt x="28259" y="26821"/>
                </a:lnTo>
                <a:lnTo>
                  <a:pt x="24528" y="31276"/>
                </a:lnTo>
                <a:lnTo>
                  <a:pt x="21116" y="34703"/>
                </a:lnTo>
                <a:lnTo>
                  <a:pt x="0" y="61280"/>
                </a:lnTo>
                <a:lnTo>
                  <a:pt x="58579" y="70688"/>
                </a:lnTo>
                <a:close/>
              </a:path>
            </a:pathLst>
          </a:custGeom>
          <a:solidFill>
            <a:srgbClr val="401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86" name="object 1186"/>
          <p:cNvSpPr/>
          <p:nvPr/>
        </p:nvSpPr>
        <p:spPr>
          <a:xfrm>
            <a:off x="7016212" y="2936103"/>
            <a:ext cx="34885" cy="19453"/>
          </a:xfrm>
          <a:custGeom>
            <a:avLst/>
            <a:gdLst/>
            <a:ahLst/>
            <a:cxnLst/>
            <a:rect l="l" t="t" r="r" b="b"/>
            <a:pathLst>
              <a:path w="34885" h="19453">
                <a:moveTo>
                  <a:pt x="4247" y="1778"/>
                </a:moveTo>
                <a:lnTo>
                  <a:pt x="0" y="12590"/>
                </a:lnTo>
                <a:lnTo>
                  <a:pt x="0" y="13733"/>
                </a:lnTo>
                <a:lnTo>
                  <a:pt x="212" y="15006"/>
                </a:lnTo>
                <a:lnTo>
                  <a:pt x="1040" y="16401"/>
                </a:lnTo>
                <a:lnTo>
                  <a:pt x="1762" y="16906"/>
                </a:lnTo>
                <a:lnTo>
                  <a:pt x="29498" y="19453"/>
                </a:lnTo>
                <a:lnTo>
                  <a:pt x="31261" y="19200"/>
                </a:lnTo>
                <a:lnTo>
                  <a:pt x="32499" y="19200"/>
                </a:lnTo>
                <a:lnTo>
                  <a:pt x="33745" y="17674"/>
                </a:lnTo>
                <a:lnTo>
                  <a:pt x="34574" y="16401"/>
                </a:lnTo>
                <a:lnTo>
                  <a:pt x="34885" y="14875"/>
                </a:lnTo>
                <a:lnTo>
                  <a:pt x="33745" y="3182"/>
                </a:lnTo>
                <a:lnTo>
                  <a:pt x="31466" y="1020"/>
                </a:lnTo>
                <a:lnTo>
                  <a:pt x="30015" y="130"/>
                </a:lnTo>
                <a:lnTo>
                  <a:pt x="28054" y="0"/>
                </a:lnTo>
                <a:lnTo>
                  <a:pt x="6314" y="383"/>
                </a:lnTo>
                <a:lnTo>
                  <a:pt x="4969" y="1020"/>
                </a:lnTo>
                <a:lnTo>
                  <a:pt x="4247" y="1778"/>
                </a:lnTo>
                <a:close/>
              </a:path>
            </a:pathLst>
          </a:custGeom>
          <a:solidFill>
            <a:srgbClr val="401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87" name="object 1187"/>
          <p:cNvSpPr/>
          <p:nvPr/>
        </p:nvSpPr>
        <p:spPr>
          <a:xfrm>
            <a:off x="6952152" y="2947290"/>
            <a:ext cx="2400" cy="5466"/>
          </a:xfrm>
          <a:custGeom>
            <a:avLst/>
            <a:gdLst/>
            <a:ahLst/>
            <a:cxnLst/>
            <a:rect l="l" t="t" r="r" b="b"/>
            <a:pathLst>
              <a:path w="2400" h="5466">
                <a:moveTo>
                  <a:pt x="873" y="5466"/>
                </a:moveTo>
                <a:lnTo>
                  <a:pt x="2400" y="0"/>
                </a:lnTo>
                <a:lnTo>
                  <a:pt x="1524" y="0"/>
                </a:lnTo>
                <a:lnTo>
                  <a:pt x="0" y="5466"/>
                </a:lnTo>
                <a:lnTo>
                  <a:pt x="873" y="5466"/>
                </a:lnTo>
                <a:close/>
              </a:path>
            </a:pathLst>
          </a:custGeom>
          <a:solidFill>
            <a:srgbClr val="1F0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88" name="object 1188"/>
          <p:cNvSpPr/>
          <p:nvPr/>
        </p:nvSpPr>
        <p:spPr>
          <a:xfrm>
            <a:off x="6967053" y="2948310"/>
            <a:ext cx="2400" cy="5466"/>
          </a:xfrm>
          <a:custGeom>
            <a:avLst/>
            <a:gdLst/>
            <a:ahLst/>
            <a:cxnLst/>
            <a:rect l="l" t="t" r="r" b="b"/>
            <a:pathLst>
              <a:path w="2400" h="5466">
                <a:moveTo>
                  <a:pt x="875" y="5466"/>
                </a:moveTo>
                <a:lnTo>
                  <a:pt x="2400" y="0"/>
                </a:lnTo>
                <a:lnTo>
                  <a:pt x="1524" y="0"/>
                </a:lnTo>
                <a:lnTo>
                  <a:pt x="0" y="5466"/>
                </a:lnTo>
                <a:lnTo>
                  <a:pt x="875" y="5466"/>
                </a:lnTo>
                <a:close/>
              </a:path>
            </a:pathLst>
          </a:custGeom>
          <a:solidFill>
            <a:srgbClr val="1F0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89" name="object 1189"/>
          <p:cNvSpPr/>
          <p:nvPr/>
        </p:nvSpPr>
        <p:spPr>
          <a:xfrm>
            <a:off x="6888697" y="2951231"/>
            <a:ext cx="98328" cy="70566"/>
          </a:xfrm>
          <a:custGeom>
            <a:avLst/>
            <a:gdLst/>
            <a:ahLst/>
            <a:cxnLst/>
            <a:rect l="l" t="t" r="r" b="b"/>
            <a:pathLst>
              <a:path w="98328" h="70566">
                <a:moveTo>
                  <a:pt x="58480" y="70566"/>
                </a:moveTo>
                <a:lnTo>
                  <a:pt x="74315" y="52892"/>
                </a:lnTo>
                <a:lnTo>
                  <a:pt x="77628" y="48951"/>
                </a:lnTo>
                <a:lnTo>
                  <a:pt x="80941" y="44373"/>
                </a:lnTo>
                <a:lnTo>
                  <a:pt x="83426" y="39028"/>
                </a:lnTo>
                <a:lnTo>
                  <a:pt x="85699" y="35601"/>
                </a:lnTo>
                <a:lnTo>
                  <a:pt x="88912" y="30003"/>
                </a:lnTo>
                <a:lnTo>
                  <a:pt x="97811" y="14491"/>
                </a:lnTo>
                <a:lnTo>
                  <a:pt x="98016" y="12712"/>
                </a:lnTo>
                <a:lnTo>
                  <a:pt x="98328" y="10681"/>
                </a:lnTo>
                <a:lnTo>
                  <a:pt x="97917" y="7882"/>
                </a:lnTo>
                <a:lnTo>
                  <a:pt x="97188" y="5972"/>
                </a:lnTo>
                <a:lnTo>
                  <a:pt x="96260" y="4830"/>
                </a:lnTo>
                <a:lnTo>
                  <a:pt x="94703" y="3435"/>
                </a:lnTo>
                <a:lnTo>
                  <a:pt x="92324" y="2798"/>
                </a:lnTo>
                <a:lnTo>
                  <a:pt x="90257" y="2668"/>
                </a:lnTo>
                <a:lnTo>
                  <a:pt x="87773" y="2546"/>
                </a:lnTo>
                <a:lnTo>
                  <a:pt x="86010" y="2031"/>
                </a:lnTo>
                <a:lnTo>
                  <a:pt x="53510" y="130"/>
                </a:lnTo>
                <a:lnTo>
                  <a:pt x="51648" y="0"/>
                </a:lnTo>
                <a:lnTo>
                  <a:pt x="49475" y="383"/>
                </a:lnTo>
                <a:lnTo>
                  <a:pt x="47925" y="636"/>
                </a:lnTo>
                <a:lnTo>
                  <a:pt x="46580" y="1656"/>
                </a:lnTo>
                <a:lnTo>
                  <a:pt x="45235" y="2798"/>
                </a:lnTo>
                <a:lnTo>
                  <a:pt x="33951" y="18310"/>
                </a:lnTo>
                <a:lnTo>
                  <a:pt x="31261" y="22635"/>
                </a:lnTo>
                <a:lnTo>
                  <a:pt x="28358" y="26698"/>
                </a:lnTo>
                <a:lnTo>
                  <a:pt x="24224" y="31145"/>
                </a:lnTo>
                <a:lnTo>
                  <a:pt x="20911" y="34834"/>
                </a:lnTo>
                <a:lnTo>
                  <a:pt x="0" y="61027"/>
                </a:lnTo>
                <a:lnTo>
                  <a:pt x="58480" y="70566"/>
                </a:lnTo>
                <a:close/>
              </a:path>
            </a:pathLst>
          </a:custGeom>
          <a:solidFill>
            <a:srgbClr val="401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90" name="object 1190"/>
          <p:cNvSpPr/>
          <p:nvPr/>
        </p:nvSpPr>
        <p:spPr>
          <a:xfrm>
            <a:off x="6944487" y="2931656"/>
            <a:ext cx="34878" cy="19453"/>
          </a:xfrm>
          <a:custGeom>
            <a:avLst/>
            <a:gdLst/>
            <a:ahLst/>
            <a:cxnLst/>
            <a:rect l="l" t="t" r="r" b="b"/>
            <a:pathLst>
              <a:path w="34878" h="19453">
                <a:moveTo>
                  <a:pt x="4141" y="2031"/>
                </a:moveTo>
                <a:lnTo>
                  <a:pt x="0" y="12582"/>
                </a:lnTo>
                <a:lnTo>
                  <a:pt x="0" y="13855"/>
                </a:lnTo>
                <a:lnTo>
                  <a:pt x="106" y="15128"/>
                </a:lnTo>
                <a:lnTo>
                  <a:pt x="934" y="16401"/>
                </a:lnTo>
                <a:lnTo>
                  <a:pt x="1861" y="17037"/>
                </a:lnTo>
                <a:lnTo>
                  <a:pt x="29703" y="19453"/>
                </a:lnTo>
                <a:lnTo>
                  <a:pt x="31154" y="19322"/>
                </a:lnTo>
                <a:lnTo>
                  <a:pt x="32294" y="19322"/>
                </a:lnTo>
                <a:lnTo>
                  <a:pt x="33639" y="17927"/>
                </a:lnTo>
                <a:lnTo>
                  <a:pt x="34467" y="16401"/>
                </a:lnTo>
                <a:lnTo>
                  <a:pt x="34878" y="14875"/>
                </a:lnTo>
                <a:lnTo>
                  <a:pt x="33639" y="3173"/>
                </a:lnTo>
                <a:lnTo>
                  <a:pt x="31565" y="889"/>
                </a:lnTo>
                <a:lnTo>
                  <a:pt x="29908" y="122"/>
                </a:lnTo>
                <a:lnTo>
                  <a:pt x="27948" y="0"/>
                </a:lnTo>
                <a:lnTo>
                  <a:pt x="6420" y="505"/>
                </a:lnTo>
                <a:lnTo>
                  <a:pt x="5068" y="889"/>
                </a:lnTo>
                <a:lnTo>
                  <a:pt x="4141" y="2031"/>
                </a:lnTo>
                <a:close/>
              </a:path>
            </a:pathLst>
          </a:custGeom>
          <a:solidFill>
            <a:srgbClr val="401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91" name="object 1191"/>
          <p:cNvSpPr/>
          <p:nvPr/>
        </p:nvSpPr>
        <p:spPr>
          <a:xfrm>
            <a:off x="6819145" y="2981365"/>
            <a:ext cx="174612" cy="23769"/>
          </a:xfrm>
          <a:custGeom>
            <a:avLst/>
            <a:gdLst/>
            <a:ahLst/>
            <a:cxnLst/>
            <a:rect l="l" t="t" r="r" b="b"/>
            <a:pathLst>
              <a:path w="174612" h="23769">
                <a:moveTo>
                  <a:pt x="174612" y="21990"/>
                </a:moveTo>
                <a:lnTo>
                  <a:pt x="161466" y="14108"/>
                </a:lnTo>
                <a:lnTo>
                  <a:pt x="155562" y="10934"/>
                </a:lnTo>
                <a:lnTo>
                  <a:pt x="148731" y="8135"/>
                </a:lnTo>
                <a:lnTo>
                  <a:pt x="141899" y="5972"/>
                </a:lnTo>
                <a:lnTo>
                  <a:pt x="135068" y="4324"/>
                </a:lnTo>
                <a:lnTo>
                  <a:pt x="128548" y="3173"/>
                </a:lnTo>
                <a:lnTo>
                  <a:pt x="122651" y="2031"/>
                </a:lnTo>
                <a:lnTo>
                  <a:pt x="103085" y="0"/>
                </a:lnTo>
                <a:lnTo>
                  <a:pt x="84559" y="0"/>
                </a:lnTo>
                <a:lnTo>
                  <a:pt x="81147" y="252"/>
                </a:lnTo>
                <a:lnTo>
                  <a:pt x="78039" y="889"/>
                </a:lnTo>
                <a:lnTo>
                  <a:pt x="74004" y="1525"/>
                </a:lnTo>
                <a:lnTo>
                  <a:pt x="69452" y="1525"/>
                </a:lnTo>
                <a:lnTo>
                  <a:pt x="37157" y="0"/>
                </a:lnTo>
                <a:lnTo>
                  <a:pt x="30638" y="252"/>
                </a:lnTo>
                <a:lnTo>
                  <a:pt x="21732" y="636"/>
                </a:lnTo>
                <a:lnTo>
                  <a:pt x="8487" y="2031"/>
                </a:lnTo>
                <a:lnTo>
                  <a:pt x="0" y="3941"/>
                </a:lnTo>
                <a:lnTo>
                  <a:pt x="138898" y="23769"/>
                </a:lnTo>
                <a:lnTo>
                  <a:pt x="174612" y="21990"/>
                </a:lnTo>
                <a:close/>
              </a:path>
            </a:pathLst>
          </a:custGeom>
          <a:solidFill>
            <a:srgbClr val="5F2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92" name="object 1192"/>
          <p:cNvSpPr/>
          <p:nvPr/>
        </p:nvSpPr>
        <p:spPr>
          <a:xfrm>
            <a:off x="7089494" y="2926694"/>
            <a:ext cx="13039" cy="59501"/>
          </a:xfrm>
          <a:custGeom>
            <a:avLst/>
            <a:gdLst/>
            <a:ahLst/>
            <a:cxnLst/>
            <a:rect l="l" t="t" r="r" b="b"/>
            <a:pathLst>
              <a:path w="13039" h="59501">
                <a:moveTo>
                  <a:pt x="2067" y="889"/>
                </a:moveTo>
                <a:lnTo>
                  <a:pt x="0" y="0"/>
                </a:lnTo>
                <a:lnTo>
                  <a:pt x="2484" y="10550"/>
                </a:lnTo>
                <a:lnTo>
                  <a:pt x="3723" y="16654"/>
                </a:lnTo>
                <a:lnTo>
                  <a:pt x="4863" y="22121"/>
                </a:lnTo>
                <a:lnTo>
                  <a:pt x="5797" y="27719"/>
                </a:lnTo>
                <a:lnTo>
                  <a:pt x="6831" y="34197"/>
                </a:lnTo>
                <a:lnTo>
                  <a:pt x="8898" y="49709"/>
                </a:lnTo>
                <a:lnTo>
                  <a:pt x="9939" y="59501"/>
                </a:lnTo>
                <a:lnTo>
                  <a:pt x="13039" y="59370"/>
                </a:lnTo>
                <a:lnTo>
                  <a:pt x="10661" y="43483"/>
                </a:lnTo>
                <a:lnTo>
                  <a:pt x="9004" y="33944"/>
                </a:lnTo>
                <a:lnTo>
                  <a:pt x="8176" y="28730"/>
                </a:lnTo>
                <a:lnTo>
                  <a:pt x="6937" y="21999"/>
                </a:lnTo>
                <a:lnTo>
                  <a:pt x="6003" y="17421"/>
                </a:lnTo>
                <a:lnTo>
                  <a:pt x="4551" y="10934"/>
                </a:lnTo>
                <a:lnTo>
                  <a:pt x="3107" y="3688"/>
                </a:lnTo>
                <a:lnTo>
                  <a:pt x="2067" y="889"/>
                </a:lnTo>
                <a:close/>
              </a:path>
            </a:pathLst>
          </a:custGeom>
          <a:solidFill>
            <a:srgbClr val="1F1F1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93" name="object 1193"/>
          <p:cNvSpPr/>
          <p:nvPr/>
        </p:nvSpPr>
        <p:spPr>
          <a:xfrm>
            <a:off x="7090117" y="2926694"/>
            <a:ext cx="13145" cy="59501"/>
          </a:xfrm>
          <a:custGeom>
            <a:avLst/>
            <a:gdLst/>
            <a:ahLst/>
            <a:cxnLst/>
            <a:rect l="l" t="t" r="r" b="b"/>
            <a:pathLst>
              <a:path w="13145" h="59501">
                <a:moveTo>
                  <a:pt x="2484" y="889"/>
                </a:moveTo>
                <a:lnTo>
                  <a:pt x="0" y="0"/>
                </a:lnTo>
                <a:lnTo>
                  <a:pt x="2690" y="10550"/>
                </a:lnTo>
                <a:lnTo>
                  <a:pt x="3928" y="16654"/>
                </a:lnTo>
                <a:lnTo>
                  <a:pt x="4969" y="22121"/>
                </a:lnTo>
                <a:lnTo>
                  <a:pt x="5896" y="27719"/>
                </a:lnTo>
                <a:lnTo>
                  <a:pt x="7036" y="34197"/>
                </a:lnTo>
                <a:lnTo>
                  <a:pt x="9103" y="49709"/>
                </a:lnTo>
                <a:lnTo>
                  <a:pt x="10144" y="59501"/>
                </a:lnTo>
                <a:lnTo>
                  <a:pt x="13145" y="59370"/>
                </a:lnTo>
                <a:lnTo>
                  <a:pt x="10661" y="43483"/>
                </a:lnTo>
                <a:lnTo>
                  <a:pt x="9316" y="33944"/>
                </a:lnTo>
                <a:lnTo>
                  <a:pt x="8381" y="28730"/>
                </a:lnTo>
                <a:lnTo>
                  <a:pt x="7036" y="21999"/>
                </a:lnTo>
                <a:lnTo>
                  <a:pt x="6208" y="17421"/>
                </a:lnTo>
                <a:lnTo>
                  <a:pt x="4863" y="10934"/>
                </a:lnTo>
                <a:lnTo>
                  <a:pt x="3100" y="3688"/>
                </a:lnTo>
                <a:lnTo>
                  <a:pt x="2484" y="889"/>
                </a:lnTo>
                <a:close/>
              </a:path>
            </a:pathLst>
          </a:custGeom>
          <a:solidFill>
            <a:srgbClr val="5F5F5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94" name="object 1194"/>
          <p:cNvSpPr/>
          <p:nvPr/>
        </p:nvSpPr>
        <p:spPr>
          <a:xfrm>
            <a:off x="7034122" y="2926189"/>
            <a:ext cx="15630" cy="65343"/>
          </a:xfrm>
          <a:custGeom>
            <a:avLst/>
            <a:gdLst/>
            <a:ahLst/>
            <a:cxnLst/>
            <a:rect l="l" t="t" r="r" b="b"/>
            <a:pathLst>
              <a:path w="15630" h="65343">
                <a:moveTo>
                  <a:pt x="4863" y="0"/>
                </a:moveTo>
                <a:lnTo>
                  <a:pt x="0" y="0"/>
                </a:lnTo>
                <a:lnTo>
                  <a:pt x="2583" y="13602"/>
                </a:lnTo>
                <a:lnTo>
                  <a:pt x="4551" y="27457"/>
                </a:lnTo>
                <a:lnTo>
                  <a:pt x="6519" y="41696"/>
                </a:lnTo>
                <a:lnTo>
                  <a:pt x="7142" y="50851"/>
                </a:lnTo>
                <a:lnTo>
                  <a:pt x="8381" y="65343"/>
                </a:lnTo>
                <a:lnTo>
                  <a:pt x="15630" y="65221"/>
                </a:lnTo>
                <a:lnTo>
                  <a:pt x="14590" y="53772"/>
                </a:lnTo>
                <a:lnTo>
                  <a:pt x="13457" y="46152"/>
                </a:lnTo>
                <a:lnTo>
                  <a:pt x="11694" y="33177"/>
                </a:lnTo>
                <a:lnTo>
                  <a:pt x="9103" y="18563"/>
                </a:lnTo>
                <a:lnTo>
                  <a:pt x="7142" y="10297"/>
                </a:lnTo>
                <a:lnTo>
                  <a:pt x="4863" y="0"/>
                </a:lnTo>
                <a:close/>
              </a:path>
            </a:pathLst>
          </a:custGeom>
          <a:solidFill>
            <a:srgbClr val="1F1F1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95" name="object 1195"/>
          <p:cNvSpPr/>
          <p:nvPr/>
        </p:nvSpPr>
        <p:spPr>
          <a:xfrm>
            <a:off x="7035049" y="2926058"/>
            <a:ext cx="15736" cy="65352"/>
          </a:xfrm>
          <a:custGeom>
            <a:avLst/>
            <a:gdLst/>
            <a:ahLst/>
            <a:cxnLst/>
            <a:rect l="l" t="t" r="r" b="b"/>
            <a:pathLst>
              <a:path w="15736" h="65352">
                <a:moveTo>
                  <a:pt x="4870" y="0"/>
                </a:moveTo>
                <a:lnTo>
                  <a:pt x="0" y="0"/>
                </a:lnTo>
                <a:lnTo>
                  <a:pt x="2590" y="13349"/>
                </a:lnTo>
                <a:lnTo>
                  <a:pt x="4764" y="27082"/>
                </a:lnTo>
                <a:lnTo>
                  <a:pt x="6519" y="41705"/>
                </a:lnTo>
                <a:lnTo>
                  <a:pt x="7249" y="50476"/>
                </a:lnTo>
                <a:lnTo>
                  <a:pt x="8487" y="65352"/>
                </a:lnTo>
                <a:lnTo>
                  <a:pt x="15736" y="64968"/>
                </a:lnTo>
                <a:lnTo>
                  <a:pt x="14597" y="53781"/>
                </a:lnTo>
                <a:lnTo>
                  <a:pt x="13662" y="46021"/>
                </a:lnTo>
                <a:lnTo>
                  <a:pt x="11800" y="33186"/>
                </a:lnTo>
                <a:lnTo>
                  <a:pt x="9316" y="18310"/>
                </a:lnTo>
                <a:lnTo>
                  <a:pt x="7248" y="10175"/>
                </a:lnTo>
                <a:lnTo>
                  <a:pt x="4870" y="0"/>
                </a:lnTo>
                <a:close/>
              </a:path>
            </a:pathLst>
          </a:custGeom>
          <a:solidFill>
            <a:srgbClr val="5F5F5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96" name="object 1196"/>
          <p:cNvSpPr/>
          <p:nvPr/>
        </p:nvSpPr>
        <p:spPr>
          <a:xfrm>
            <a:off x="6688110" y="3057137"/>
            <a:ext cx="65829" cy="91665"/>
          </a:xfrm>
          <a:custGeom>
            <a:avLst/>
            <a:gdLst/>
            <a:ahLst/>
            <a:cxnLst/>
            <a:rect l="l" t="t" r="r" b="b"/>
            <a:pathLst>
              <a:path w="65829" h="91665">
                <a:moveTo>
                  <a:pt x="65829" y="45829"/>
                </a:moveTo>
                <a:lnTo>
                  <a:pt x="65401" y="38416"/>
                </a:lnTo>
                <a:lnTo>
                  <a:pt x="61552" y="23222"/>
                </a:lnTo>
                <a:lnTo>
                  <a:pt x="54339" y="11038"/>
                </a:lnTo>
                <a:lnTo>
                  <a:pt x="44535" y="2938"/>
                </a:lnTo>
                <a:lnTo>
                  <a:pt x="32911" y="0"/>
                </a:lnTo>
                <a:lnTo>
                  <a:pt x="27591" y="595"/>
                </a:lnTo>
                <a:lnTo>
                  <a:pt x="16679" y="5952"/>
                </a:lnTo>
                <a:lnTo>
                  <a:pt x="7928" y="15994"/>
                </a:lnTo>
                <a:lnTo>
                  <a:pt x="2110" y="29645"/>
                </a:lnTo>
                <a:lnTo>
                  <a:pt x="0" y="45829"/>
                </a:lnTo>
                <a:lnTo>
                  <a:pt x="428" y="53246"/>
                </a:lnTo>
                <a:lnTo>
                  <a:pt x="4277" y="68441"/>
                </a:lnTo>
                <a:lnTo>
                  <a:pt x="11488" y="80626"/>
                </a:lnTo>
                <a:lnTo>
                  <a:pt x="21291" y="88726"/>
                </a:lnTo>
                <a:lnTo>
                  <a:pt x="32912" y="91665"/>
                </a:lnTo>
                <a:lnTo>
                  <a:pt x="38240" y="91068"/>
                </a:lnTo>
                <a:lnTo>
                  <a:pt x="49151" y="85708"/>
                </a:lnTo>
                <a:lnTo>
                  <a:pt x="57902" y="75665"/>
                </a:lnTo>
                <a:lnTo>
                  <a:pt x="63718" y="62013"/>
                </a:lnTo>
                <a:lnTo>
                  <a:pt x="65829" y="45829"/>
                </a:lnTo>
                <a:close/>
              </a:path>
            </a:pathLst>
          </a:custGeom>
          <a:solidFill>
            <a:srgbClr val="1F1F1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97" name="object 1197"/>
          <p:cNvSpPr/>
          <p:nvPr/>
        </p:nvSpPr>
        <p:spPr>
          <a:xfrm>
            <a:off x="6698978" y="3058916"/>
            <a:ext cx="65516" cy="91539"/>
          </a:xfrm>
          <a:custGeom>
            <a:avLst/>
            <a:gdLst/>
            <a:ahLst/>
            <a:cxnLst/>
            <a:rect l="l" t="t" r="r" b="b"/>
            <a:pathLst>
              <a:path w="65516" h="91539">
                <a:moveTo>
                  <a:pt x="65516" y="45770"/>
                </a:moveTo>
                <a:lnTo>
                  <a:pt x="65109" y="38532"/>
                </a:lnTo>
                <a:lnTo>
                  <a:pt x="61303" y="23298"/>
                </a:lnTo>
                <a:lnTo>
                  <a:pt x="54126" y="11076"/>
                </a:lnTo>
                <a:lnTo>
                  <a:pt x="44354" y="2949"/>
                </a:lnTo>
                <a:lnTo>
                  <a:pt x="32761" y="0"/>
                </a:lnTo>
                <a:lnTo>
                  <a:pt x="27577" y="569"/>
                </a:lnTo>
                <a:lnTo>
                  <a:pt x="16674" y="5888"/>
                </a:lnTo>
                <a:lnTo>
                  <a:pt x="7927" y="15915"/>
                </a:lnTo>
                <a:lnTo>
                  <a:pt x="2110" y="29570"/>
                </a:lnTo>
                <a:lnTo>
                  <a:pt x="0" y="45770"/>
                </a:lnTo>
                <a:lnTo>
                  <a:pt x="407" y="53010"/>
                </a:lnTo>
                <a:lnTo>
                  <a:pt x="4214" y="68243"/>
                </a:lnTo>
                <a:lnTo>
                  <a:pt x="11392" y="80464"/>
                </a:lnTo>
                <a:lnTo>
                  <a:pt x="21166" y="88590"/>
                </a:lnTo>
                <a:lnTo>
                  <a:pt x="32761" y="91539"/>
                </a:lnTo>
                <a:lnTo>
                  <a:pt x="37939" y="90970"/>
                </a:lnTo>
                <a:lnTo>
                  <a:pt x="48841" y="85653"/>
                </a:lnTo>
                <a:lnTo>
                  <a:pt x="57588" y="75625"/>
                </a:lnTo>
                <a:lnTo>
                  <a:pt x="63405" y="61970"/>
                </a:lnTo>
                <a:lnTo>
                  <a:pt x="65516" y="457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98" name="object 1198"/>
          <p:cNvSpPr/>
          <p:nvPr/>
        </p:nvSpPr>
        <p:spPr>
          <a:xfrm>
            <a:off x="6858059" y="3044293"/>
            <a:ext cx="74110" cy="78954"/>
          </a:xfrm>
          <a:custGeom>
            <a:avLst/>
            <a:gdLst/>
            <a:ahLst/>
            <a:cxnLst/>
            <a:rect l="l" t="t" r="r" b="b"/>
            <a:pathLst>
              <a:path w="74110" h="78954">
                <a:moveTo>
                  <a:pt x="0" y="15642"/>
                </a:moveTo>
                <a:lnTo>
                  <a:pt x="623" y="45140"/>
                </a:lnTo>
                <a:lnTo>
                  <a:pt x="72560" y="78954"/>
                </a:lnTo>
                <a:lnTo>
                  <a:pt x="73594" y="74377"/>
                </a:lnTo>
                <a:lnTo>
                  <a:pt x="74110" y="55176"/>
                </a:lnTo>
                <a:lnTo>
                  <a:pt x="73487" y="43353"/>
                </a:lnTo>
                <a:lnTo>
                  <a:pt x="70075" y="27588"/>
                </a:lnTo>
                <a:lnTo>
                  <a:pt x="66868" y="19069"/>
                </a:lnTo>
                <a:lnTo>
                  <a:pt x="62210" y="11701"/>
                </a:lnTo>
                <a:lnTo>
                  <a:pt x="54034" y="4708"/>
                </a:lnTo>
                <a:lnTo>
                  <a:pt x="46374" y="1020"/>
                </a:lnTo>
                <a:lnTo>
                  <a:pt x="36542" y="0"/>
                </a:lnTo>
                <a:lnTo>
                  <a:pt x="28571" y="767"/>
                </a:lnTo>
                <a:lnTo>
                  <a:pt x="17287" y="3941"/>
                </a:lnTo>
                <a:lnTo>
                  <a:pt x="8905" y="7882"/>
                </a:lnTo>
                <a:lnTo>
                  <a:pt x="0" y="1564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99" name="object 1199"/>
          <p:cNvSpPr/>
          <p:nvPr/>
        </p:nvSpPr>
        <p:spPr>
          <a:xfrm>
            <a:off x="6832661" y="3060456"/>
            <a:ext cx="60078" cy="128892"/>
          </a:xfrm>
          <a:custGeom>
            <a:avLst/>
            <a:gdLst/>
            <a:ahLst/>
            <a:cxnLst/>
            <a:rect l="l" t="t" r="r" b="b"/>
            <a:pathLst>
              <a:path w="60078" h="128892">
                <a:moveTo>
                  <a:pt x="46047" y="64254"/>
                </a:moveTo>
                <a:lnTo>
                  <a:pt x="60078" y="2897"/>
                </a:lnTo>
                <a:lnTo>
                  <a:pt x="49255" y="0"/>
                </a:lnTo>
                <a:lnTo>
                  <a:pt x="38598" y="689"/>
                </a:lnTo>
                <a:lnTo>
                  <a:pt x="28491" y="4687"/>
                </a:lnTo>
                <a:lnTo>
                  <a:pt x="19321" y="11718"/>
                </a:lnTo>
                <a:lnTo>
                  <a:pt x="11473" y="21503"/>
                </a:lnTo>
                <a:lnTo>
                  <a:pt x="5334" y="33764"/>
                </a:lnTo>
                <a:lnTo>
                  <a:pt x="2016" y="44707"/>
                </a:lnTo>
                <a:lnTo>
                  <a:pt x="0" y="58677"/>
                </a:lnTo>
                <a:lnTo>
                  <a:pt x="204" y="72482"/>
                </a:lnTo>
                <a:lnTo>
                  <a:pt x="2471" y="85696"/>
                </a:lnTo>
                <a:lnTo>
                  <a:pt x="6642" y="97893"/>
                </a:lnTo>
                <a:lnTo>
                  <a:pt x="12559" y="108645"/>
                </a:lnTo>
                <a:lnTo>
                  <a:pt x="20066" y="117526"/>
                </a:lnTo>
                <a:lnTo>
                  <a:pt x="29002" y="124109"/>
                </a:lnTo>
                <a:lnTo>
                  <a:pt x="37135" y="127881"/>
                </a:lnTo>
                <a:lnTo>
                  <a:pt x="42501" y="128892"/>
                </a:lnTo>
                <a:lnTo>
                  <a:pt x="47867" y="128599"/>
                </a:lnTo>
                <a:lnTo>
                  <a:pt x="46047" y="64254"/>
                </a:lnTo>
                <a:close/>
              </a:path>
            </a:pathLst>
          </a:custGeom>
          <a:solidFill>
            <a:srgbClr val="1F1F1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00" name="object 1200"/>
          <p:cNvSpPr/>
          <p:nvPr/>
        </p:nvSpPr>
        <p:spPr>
          <a:xfrm>
            <a:off x="6848644" y="3062474"/>
            <a:ext cx="73070" cy="126886"/>
          </a:xfrm>
          <a:custGeom>
            <a:avLst/>
            <a:gdLst/>
            <a:ahLst/>
            <a:cxnLst/>
            <a:rect l="l" t="t" r="r" b="b"/>
            <a:pathLst>
              <a:path w="73070" h="126886">
                <a:moveTo>
                  <a:pt x="73070" y="63444"/>
                </a:moveTo>
                <a:lnTo>
                  <a:pt x="72235" y="49901"/>
                </a:lnTo>
                <a:lnTo>
                  <a:pt x="68831" y="33756"/>
                </a:lnTo>
                <a:lnTo>
                  <a:pt x="63167" y="20011"/>
                </a:lnTo>
                <a:lnTo>
                  <a:pt x="55635" y="9348"/>
                </a:lnTo>
                <a:lnTo>
                  <a:pt x="46626" y="2450"/>
                </a:lnTo>
                <a:lnTo>
                  <a:pt x="36534" y="0"/>
                </a:lnTo>
                <a:lnTo>
                  <a:pt x="28736" y="1448"/>
                </a:lnTo>
                <a:lnTo>
                  <a:pt x="19438" y="7361"/>
                </a:lnTo>
                <a:lnTo>
                  <a:pt x="11523" y="17199"/>
                </a:lnTo>
                <a:lnTo>
                  <a:pt x="5383" y="30281"/>
                </a:lnTo>
                <a:lnTo>
                  <a:pt x="1411" y="45923"/>
                </a:lnTo>
                <a:lnTo>
                  <a:pt x="0" y="63444"/>
                </a:lnTo>
                <a:lnTo>
                  <a:pt x="834" y="76984"/>
                </a:lnTo>
                <a:lnTo>
                  <a:pt x="4238" y="93130"/>
                </a:lnTo>
                <a:lnTo>
                  <a:pt x="9904" y="106876"/>
                </a:lnTo>
                <a:lnTo>
                  <a:pt x="17437" y="117538"/>
                </a:lnTo>
                <a:lnTo>
                  <a:pt x="26445" y="124435"/>
                </a:lnTo>
                <a:lnTo>
                  <a:pt x="36535" y="126886"/>
                </a:lnTo>
                <a:lnTo>
                  <a:pt x="44334" y="125438"/>
                </a:lnTo>
                <a:lnTo>
                  <a:pt x="53633" y="119526"/>
                </a:lnTo>
                <a:lnTo>
                  <a:pt x="61548" y="109689"/>
                </a:lnTo>
                <a:lnTo>
                  <a:pt x="67687" y="96608"/>
                </a:lnTo>
                <a:lnTo>
                  <a:pt x="71659" y="80966"/>
                </a:lnTo>
                <a:lnTo>
                  <a:pt x="73070" y="63444"/>
                </a:lnTo>
                <a:close/>
              </a:path>
            </a:pathLst>
          </a:custGeom>
          <a:solidFill>
            <a:srgbClr val="5F5F5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01" name="object 1201"/>
          <p:cNvSpPr/>
          <p:nvPr/>
        </p:nvSpPr>
        <p:spPr>
          <a:xfrm>
            <a:off x="6853613" y="3068071"/>
            <a:ext cx="64376" cy="116838"/>
          </a:xfrm>
          <a:custGeom>
            <a:avLst/>
            <a:gdLst/>
            <a:ahLst/>
            <a:cxnLst/>
            <a:rect l="l" t="t" r="r" b="b"/>
            <a:pathLst>
              <a:path w="64376" h="116838">
                <a:moveTo>
                  <a:pt x="64376" y="58418"/>
                </a:moveTo>
                <a:lnTo>
                  <a:pt x="64278" y="53820"/>
                </a:lnTo>
                <a:lnTo>
                  <a:pt x="62069" y="36660"/>
                </a:lnTo>
                <a:lnTo>
                  <a:pt x="57298" y="21867"/>
                </a:lnTo>
                <a:lnTo>
                  <a:pt x="50422" y="10272"/>
                </a:lnTo>
                <a:lnTo>
                  <a:pt x="41900" y="2706"/>
                </a:lnTo>
                <a:lnTo>
                  <a:pt x="32188" y="0"/>
                </a:lnTo>
                <a:lnTo>
                  <a:pt x="29654" y="178"/>
                </a:lnTo>
                <a:lnTo>
                  <a:pt x="20199" y="4187"/>
                </a:lnTo>
                <a:lnTo>
                  <a:pt x="12048" y="12846"/>
                </a:lnTo>
                <a:lnTo>
                  <a:pt x="5660" y="25325"/>
                </a:lnTo>
                <a:lnTo>
                  <a:pt x="1491" y="40793"/>
                </a:lnTo>
                <a:lnTo>
                  <a:pt x="0" y="58418"/>
                </a:lnTo>
                <a:lnTo>
                  <a:pt x="98" y="63018"/>
                </a:lnTo>
                <a:lnTo>
                  <a:pt x="2307" y="80179"/>
                </a:lnTo>
                <a:lnTo>
                  <a:pt x="7078" y="94972"/>
                </a:lnTo>
                <a:lnTo>
                  <a:pt x="13954" y="106566"/>
                </a:lnTo>
                <a:lnTo>
                  <a:pt x="22477" y="114132"/>
                </a:lnTo>
                <a:lnTo>
                  <a:pt x="32188" y="116838"/>
                </a:lnTo>
                <a:lnTo>
                  <a:pt x="34723" y="116659"/>
                </a:lnTo>
                <a:lnTo>
                  <a:pt x="44178" y="112650"/>
                </a:lnTo>
                <a:lnTo>
                  <a:pt x="52328" y="103991"/>
                </a:lnTo>
                <a:lnTo>
                  <a:pt x="58717" y="91513"/>
                </a:lnTo>
                <a:lnTo>
                  <a:pt x="62885" y="76045"/>
                </a:lnTo>
                <a:lnTo>
                  <a:pt x="64376" y="58418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02" name="object 1202"/>
          <p:cNvSpPr/>
          <p:nvPr/>
        </p:nvSpPr>
        <p:spPr>
          <a:xfrm>
            <a:off x="6866858" y="3086251"/>
            <a:ext cx="41093" cy="81749"/>
          </a:xfrm>
          <a:custGeom>
            <a:avLst/>
            <a:gdLst/>
            <a:ahLst/>
            <a:cxnLst/>
            <a:rect l="l" t="t" r="r" b="b"/>
            <a:pathLst>
              <a:path w="41093" h="81749">
                <a:moveTo>
                  <a:pt x="41093" y="40874"/>
                </a:moveTo>
                <a:lnTo>
                  <a:pt x="40355" y="29978"/>
                </a:lnTo>
                <a:lnTo>
                  <a:pt x="36254" y="14524"/>
                </a:lnTo>
                <a:lnTo>
                  <a:pt x="29350" y="3931"/>
                </a:lnTo>
                <a:lnTo>
                  <a:pt x="20550" y="0"/>
                </a:lnTo>
                <a:lnTo>
                  <a:pt x="15071" y="1469"/>
                </a:lnTo>
                <a:lnTo>
                  <a:pt x="7302" y="9627"/>
                </a:lnTo>
                <a:lnTo>
                  <a:pt x="1976" y="23362"/>
                </a:lnTo>
                <a:lnTo>
                  <a:pt x="0" y="40874"/>
                </a:lnTo>
                <a:lnTo>
                  <a:pt x="739" y="51774"/>
                </a:lnTo>
                <a:lnTo>
                  <a:pt x="4841" y="67227"/>
                </a:lnTo>
                <a:lnTo>
                  <a:pt x="11747" y="77818"/>
                </a:lnTo>
                <a:lnTo>
                  <a:pt x="20550" y="81749"/>
                </a:lnTo>
                <a:lnTo>
                  <a:pt x="26025" y="80280"/>
                </a:lnTo>
                <a:lnTo>
                  <a:pt x="33792" y="72122"/>
                </a:lnTo>
                <a:lnTo>
                  <a:pt x="39117" y="58386"/>
                </a:lnTo>
                <a:lnTo>
                  <a:pt x="41093" y="40874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03" name="object 1203"/>
          <p:cNvSpPr/>
          <p:nvPr/>
        </p:nvSpPr>
        <p:spPr>
          <a:xfrm>
            <a:off x="6895815" y="3088606"/>
            <a:ext cx="1914" cy="4307"/>
          </a:xfrm>
          <a:custGeom>
            <a:avLst/>
            <a:gdLst/>
            <a:ahLst/>
            <a:cxnLst/>
            <a:rect l="l" t="t" r="r" b="b"/>
            <a:pathLst>
              <a:path w="1914" h="4307">
                <a:moveTo>
                  <a:pt x="859" y="3365"/>
                </a:moveTo>
                <a:lnTo>
                  <a:pt x="1669" y="4294"/>
                </a:lnTo>
                <a:lnTo>
                  <a:pt x="1914" y="1796"/>
                </a:lnTo>
                <a:lnTo>
                  <a:pt x="1029" y="889"/>
                </a:lnTo>
                <a:lnTo>
                  <a:pt x="1652" y="4272"/>
                </a:lnTo>
                <a:lnTo>
                  <a:pt x="1029" y="889"/>
                </a:lnTo>
                <a:lnTo>
                  <a:pt x="73" y="34"/>
                </a:lnTo>
                <a:lnTo>
                  <a:pt x="10" y="2493"/>
                </a:lnTo>
                <a:lnTo>
                  <a:pt x="859" y="3365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04" name="object 1204"/>
          <p:cNvSpPr/>
          <p:nvPr/>
        </p:nvSpPr>
        <p:spPr>
          <a:xfrm>
            <a:off x="6895826" y="3110939"/>
            <a:ext cx="12954" cy="54712"/>
          </a:xfrm>
          <a:custGeom>
            <a:avLst/>
            <a:gdLst/>
            <a:ahLst/>
            <a:cxnLst/>
            <a:rect l="l" t="t" r="r" b="b"/>
            <a:pathLst>
              <a:path w="12954" h="54712">
                <a:moveTo>
                  <a:pt x="8388" y="37007"/>
                </a:moveTo>
                <a:lnTo>
                  <a:pt x="7850" y="38668"/>
                </a:lnTo>
                <a:lnTo>
                  <a:pt x="7284" y="40235"/>
                </a:lnTo>
                <a:lnTo>
                  <a:pt x="6703" y="41709"/>
                </a:lnTo>
                <a:lnTo>
                  <a:pt x="6059" y="43192"/>
                </a:lnTo>
                <a:lnTo>
                  <a:pt x="5394" y="44576"/>
                </a:lnTo>
                <a:lnTo>
                  <a:pt x="4700" y="45893"/>
                </a:lnTo>
                <a:lnTo>
                  <a:pt x="3992" y="47100"/>
                </a:lnTo>
                <a:lnTo>
                  <a:pt x="3220" y="48317"/>
                </a:lnTo>
                <a:lnTo>
                  <a:pt x="2442" y="49415"/>
                </a:lnTo>
                <a:lnTo>
                  <a:pt x="1635" y="50441"/>
                </a:lnTo>
                <a:lnTo>
                  <a:pt x="807" y="51382"/>
                </a:lnTo>
                <a:lnTo>
                  <a:pt x="0" y="52215"/>
                </a:lnTo>
                <a:lnTo>
                  <a:pt x="21" y="54712"/>
                </a:lnTo>
                <a:lnTo>
                  <a:pt x="976" y="53859"/>
                </a:lnTo>
                <a:lnTo>
                  <a:pt x="1904" y="52907"/>
                </a:lnTo>
                <a:lnTo>
                  <a:pt x="2796" y="51892"/>
                </a:lnTo>
                <a:lnTo>
                  <a:pt x="3666" y="50788"/>
                </a:lnTo>
                <a:lnTo>
                  <a:pt x="3971" y="47134"/>
                </a:lnTo>
                <a:lnTo>
                  <a:pt x="3666" y="50788"/>
                </a:lnTo>
                <a:lnTo>
                  <a:pt x="4495" y="49609"/>
                </a:lnTo>
                <a:lnTo>
                  <a:pt x="5302" y="48354"/>
                </a:lnTo>
                <a:lnTo>
                  <a:pt x="6066" y="47038"/>
                </a:lnTo>
                <a:lnTo>
                  <a:pt x="6689" y="41743"/>
                </a:lnTo>
                <a:lnTo>
                  <a:pt x="6802" y="45643"/>
                </a:lnTo>
                <a:lnTo>
                  <a:pt x="7503" y="44188"/>
                </a:lnTo>
                <a:lnTo>
                  <a:pt x="8162" y="42668"/>
                </a:lnTo>
                <a:lnTo>
                  <a:pt x="8792" y="41089"/>
                </a:lnTo>
                <a:lnTo>
                  <a:pt x="9379" y="39452"/>
                </a:lnTo>
                <a:lnTo>
                  <a:pt x="9301" y="33634"/>
                </a:lnTo>
                <a:lnTo>
                  <a:pt x="9712" y="31858"/>
                </a:lnTo>
                <a:lnTo>
                  <a:pt x="9924" y="37756"/>
                </a:lnTo>
                <a:lnTo>
                  <a:pt x="10427" y="36007"/>
                </a:lnTo>
                <a:lnTo>
                  <a:pt x="10887" y="34215"/>
                </a:lnTo>
                <a:lnTo>
                  <a:pt x="11312" y="32372"/>
                </a:lnTo>
                <a:lnTo>
                  <a:pt x="11298" y="16202"/>
                </a:lnTo>
                <a:lnTo>
                  <a:pt x="11312" y="32372"/>
                </a:lnTo>
                <a:lnTo>
                  <a:pt x="11687" y="30479"/>
                </a:lnTo>
                <a:lnTo>
                  <a:pt x="12013" y="28552"/>
                </a:lnTo>
                <a:lnTo>
                  <a:pt x="12296" y="26576"/>
                </a:lnTo>
                <a:lnTo>
                  <a:pt x="12529" y="24569"/>
                </a:lnTo>
                <a:lnTo>
                  <a:pt x="12713" y="22524"/>
                </a:lnTo>
                <a:lnTo>
                  <a:pt x="12848" y="20446"/>
                </a:lnTo>
                <a:lnTo>
                  <a:pt x="12926" y="18340"/>
                </a:lnTo>
                <a:lnTo>
                  <a:pt x="12954" y="16202"/>
                </a:lnTo>
                <a:lnTo>
                  <a:pt x="12926" y="14065"/>
                </a:lnTo>
                <a:lnTo>
                  <a:pt x="12848" y="11960"/>
                </a:lnTo>
                <a:lnTo>
                  <a:pt x="12713" y="9880"/>
                </a:lnTo>
                <a:lnTo>
                  <a:pt x="12529" y="7836"/>
                </a:lnTo>
                <a:lnTo>
                  <a:pt x="12303" y="5828"/>
                </a:lnTo>
                <a:lnTo>
                  <a:pt x="12020" y="3860"/>
                </a:lnTo>
                <a:lnTo>
                  <a:pt x="11687" y="1925"/>
                </a:lnTo>
                <a:lnTo>
                  <a:pt x="11319" y="36"/>
                </a:lnTo>
                <a:lnTo>
                  <a:pt x="11298" y="16171"/>
                </a:lnTo>
                <a:lnTo>
                  <a:pt x="11276" y="18276"/>
                </a:lnTo>
                <a:lnTo>
                  <a:pt x="11191" y="20318"/>
                </a:lnTo>
                <a:lnTo>
                  <a:pt x="11064" y="22332"/>
                </a:lnTo>
                <a:lnTo>
                  <a:pt x="10887" y="24315"/>
                </a:lnTo>
                <a:lnTo>
                  <a:pt x="10660" y="26258"/>
                </a:lnTo>
                <a:lnTo>
                  <a:pt x="10391" y="28169"/>
                </a:lnTo>
                <a:lnTo>
                  <a:pt x="10073" y="30031"/>
                </a:lnTo>
                <a:lnTo>
                  <a:pt x="9719" y="31822"/>
                </a:lnTo>
                <a:lnTo>
                  <a:pt x="9308" y="33605"/>
                </a:lnTo>
                <a:lnTo>
                  <a:pt x="8855" y="35362"/>
                </a:lnTo>
                <a:lnTo>
                  <a:pt x="8374" y="37041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05" name="object 1205"/>
          <p:cNvSpPr/>
          <p:nvPr/>
        </p:nvSpPr>
        <p:spPr>
          <a:xfrm>
            <a:off x="6899801" y="3156792"/>
            <a:ext cx="746" cy="1274"/>
          </a:xfrm>
          <a:custGeom>
            <a:avLst/>
            <a:gdLst/>
            <a:ahLst/>
            <a:cxnLst/>
            <a:rect l="l" t="t" r="r" b="b"/>
            <a:pathLst>
              <a:path w="746" h="1274">
                <a:moveTo>
                  <a:pt x="17" y="1247"/>
                </a:moveTo>
                <a:lnTo>
                  <a:pt x="746" y="0"/>
                </a:lnTo>
                <a:lnTo>
                  <a:pt x="0" y="1274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06" name="object 1206"/>
          <p:cNvSpPr/>
          <p:nvPr/>
        </p:nvSpPr>
        <p:spPr>
          <a:xfrm>
            <a:off x="6897485" y="3090402"/>
            <a:ext cx="7720" cy="19283"/>
          </a:xfrm>
          <a:custGeom>
            <a:avLst/>
            <a:gdLst/>
            <a:ahLst/>
            <a:cxnLst/>
            <a:rect l="l" t="t" r="r" b="b"/>
            <a:pathLst>
              <a:path w="7720" h="19283">
                <a:moveTo>
                  <a:pt x="2347" y="5815"/>
                </a:moveTo>
                <a:lnTo>
                  <a:pt x="3062" y="7062"/>
                </a:lnTo>
                <a:lnTo>
                  <a:pt x="3748" y="8379"/>
                </a:lnTo>
                <a:lnTo>
                  <a:pt x="4414" y="9757"/>
                </a:lnTo>
                <a:lnTo>
                  <a:pt x="5044" y="11213"/>
                </a:lnTo>
                <a:lnTo>
                  <a:pt x="5638" y="12717"/>
                </a:lnTo>
                <a:lnTo>
                  <a:pt x="6198" y="14284"/>
                </a:lnTo>
                <a:lnTo>
                  <a:pt x="6729" y="15905"/>
                </a:lnTo>
                <a:lnTo>
                  <a:pt x="7210" y="17581"/>
                </a:lnTo>
                <a:lnTo>
                  <a:pt x="7642" y="19283"/>
                </a:lnTo>
                <a:lnTo>
                  <a:pt x="7720" y="13465"/>
                </a:lnTo>
                <a:lnTo>
                  <a:pt x="7146" y="11867"/>
                </a:lnTo>
                <a:lnTo>
                  <a:pt x="6516" y="10280"/>
                </a:lnTo>
                <a:lnTo>
                  <a:pt x="5858" y="8763"/>
                </a:lnTo>
                <a:lnTo>
                  <a:pt x="5164" y="7306"/>
                </a:lnTo>
                <a:lnTo>
                  <a:pt x="4435" y="5920"/>
                </a:lnTo>
                <a:lnTo>
                  <a:pt x="3670" y="4595"/>
                </a:lnTo>
                <a:lnTo>
                  <a:pt x="2863" y="3339"/>
                </a:lnTo>
                <a:lnTo>
                  <a:pt x="2035" y="2171"/>
                </a:lnTo>
                <a:lnTo>
                  <a:pt x="1172" y="1063"/>
                </a:lnTo>
                <a:lnTo>
                  <a:pt x="280" y="43"/>
                </a:lnTo>
                <a:lnTo>
                  <a:pt x="11" y="2511"/>
                </a:lnTo>
                <a:lnTo>
                  <a:pt x="811" y="3540"/>
                </a:lnTo>
                <a:lnTo>
                  <a:pt x="1589" y="4638"/>
                </a:lnTo>
                <a:lnTo>
                  <a:pt x="2347" y="5815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07" name="object 1207"/>
          <p:cNvSpPr/>
          <p:nvPr/>
        </p:nvSpPr>
        <p:spPr>
          <a:xfrm>
            <a:off x="6892196" y="3088468"/>
            <a:ext cx="974" cy="547"/>
          </a:xfrm>
          <a:custGeom>
            <a:avLst/>
            <a:gdLst/>
            <a:ahLst/>
            <a:cxnLst/>
            <a:rect l="l" t="t" r="r" b="b"/>
            <a:pathLst>
              <a:path w="974" h="547">
                <a:moveTo>
                  <a:pt x="974" y="547"/>
                </a:moveTo>
                <a:lnTo>
                  <a:pt x="54" y="24"/>
                </a:lnTo>
                <a:lnTo>
                  <a:pt x="974" y="547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08" name="object 1208"/>
          <p:cNvSpPr/>
          <p:nvPr/>
        </p:nvSpPr>
        <p:spPr>
          <a:xfrm>
            <a:off x="6884495" y="3087455"/>
            <a:ext cx="973" cy="248"/>
          </a:xfrm>
          <a:custGeom>
            <a:avLst/>
            <a:gdLst/>
            <a:ahLst/>
            <a:cxnLst/>
            <a:rect l="l" t="t" r="r" b="b"/>
            <a:pathLst>
              <a:path w="973" h="248">
                <a:moveTo>
                  <a:pt x="973" y="0"/>
                </a:moveTo>
                <a:lnTo>
                  <a:pt x="11" y="244"/>
                </a:lnTo>
                <a:lnTo>
                  <a:pt x="973" y="0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09" name="object 1209"/>
          <p:cNvSpPr/>
          <p:nvPr/>
        </p:nvSpPr>
        <p:spPr>
          <a:xfrm>
            <a:off x="6878142" y="3162287"/>
            <a:ext cx="2753" cy="4773"/>
          </a:xfrm>
          <a:custGeom>
            <a:avLst/>
            <a:gdLst/>
            <a:ahLst/>
            <a:cxnLst/>
            <a:rect l="l" t="t" r="r" b="b"/>
            <a:pathLst>
              <a:path w="2753" h="4773">
                <a:moveTo>
                  <a:pt x="1755" y="1685"/>
                </a:moveTo>
                <a:lnTo>
                  <a:pt x="2598" y="2346"/>
                </a:lnTo>
                <a:lnTo>
                  <a:pt x="1755" y="1685"/>
                </a:lnTo>
                <a:lnTo>
                  <a:pt x="862" y="885"/>
                </a:lnTo>
                <a:lnTo>
                  <a:pt x="0" y="0"/>
                </a:lnTo>
                <a:lnTo>
                  <a:pt x="842" y="867"/>
                </a:lnTo>
                <a:lnTo>
                  <a:pt x="1713" y="1651"/>
                </a:lnTo>
                <a:lnTo>
                  <a:pt x="1748" y="4095"/>
                </a:lnTo>
                <a:lnTo>
                  <a:pt x="2753" y="4773"/>
                </a:lnTo>
                <a:lnTo>
                  <a:pt x="2647" y="2383"/>
                </a:lnTo>
                <a:lnTo>
                  <a:pt x="1749" y="1679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10" name="object 1210"/>
          <p:cNvSpPr/>
          <p:nvPr/>
        </p:nvSpPr>
        <p:spPr>
          <a:xfrm>
            <a:off x="6867679" y="3085467"/>
            <a:ext cx="17456" cy="43748"/>
          </a:xfrm>
          <a:custGeom>
            <a:avLst/>
            <a:gdLst/>
            <a:ahLst/>
            <a:cxnLst/>
            <a:rect l="l" t="t" r="r" b="b"/>
            <a:pathLst>
              <a:path w="17456" h="43748">
                <a:moveTo>
                  <a:pt x="9634" y="7446"/>
                </a:moveTo>
                <a:lnTo>
                  <a:pt x="10498" y="6461"/>
                </a:lnTo>
                <a:lnTo>
                  <a:pt x="11347" y="5597"/>
                </a:lnTo>
                <a:lnTo>
                  <a:pt x="12175" y="4856"/>
                </a:lnTo>
                <a:lnTo>
                  <a:pt x="13060" y="4159"/>
                </a:lnTo>
                <a:lnTo>
                  <a:pt x="13989" y="3532"/>
                </a:lnTo>
                <a:lnTo>
                  <a:pt x="14903" y="3018"/>
                </a:lnTo>
                <a:lnTo>
                  <a:pt x="15845" y="2587"/>
                </a:lnTo>
                <a:lnTo>
                  <a:pt x="14936" y="2999"/>
                </a:lnTo>
                <a:lnTo>
                  <a:pt x="15814" y="2598"/>
                </a:lnTo>
                <a:lnTo>
                  <a:pt x="16763" y="2249"/>
                </a:lnTo>
                <a:lnTo>
                  <a:pt x="17456" y="0"/>
                </a:lnTo>
                <a:lnTo>
                  <a:pt x="16430" y="261"/>
                </a:lnTo>
                <a:lnTo>
                  <a:pt x="15354" y="636"/>
                </a:lnTo>
                <a:lnTo>
                  <a:pt x="14887" y="3025"/>
                </a:lnTo>
                <a:lnTo>
                  <a:pt x="14016" y="3513"/>
                </a:lnTo>
                <a:lnTo>
                  <a:pt x="13216" y="1735"/>
                </a:lnTo>
                <a:lnTo>
                  <a:pt x="12260" y="2371"/>
                </a:lnTo>
                <a:lnTo>
                  <a:pt x="11283" y="3138"/>
                </a:lnTo>
                <a:lnTo>
                  <a:pt x="10328" y="3993"/>
                </a:lnTo>
                <a:lnTo>
                  <a:pt x="9400" y="4935"/>
                </a:lnTo>
                <a:lnTo>
                  <a:pt x="8508" y="5964"/>
                </a:lnTo>
                <a:lnTo>
                  <a:pt x="7638" y="7062"/>
                </a:lnTo>
                <a:lnTo>
                  <a:pt x="6810" y="8239"/>
                </a:lnTo>
                <a:lnTo>
                  <a:pt x="6010" y="9486"/>
                </a:lnTo>
                <a:lnTo>
                  <a:pt x="5238" y="10820"/>
                </a:lnTo>
                <a:lnTo>
                  <a:pt x="4502" y="12207"/>
                </a:lnTo>
                <a:lnTo>
                  <a:pt x="3801" y="13663"/>
                </a:lnTo>
                <a:lnTo>
                  <a:pt x="3143" y="15189"/>
                </a:lnTo>
                <a:lnTo>
                  <a:pt x="2520" y="16758"/>
                </a:lnTo>
                <a:lnTo>
                  <a:pt x="1996" y="24247"/>
                </a:lnTo>
                <a:lnTo>
                  <a:pt x="1599" y="25995"/>
                </a:lnTo>
                <a:lnTo>
                  <a:pt x="1373" y="20125"/>
                </a:lnTo>
                <a:lnTo>
                  <a:pt x="877" y="21838"/>
                </a:lnTo>
                <a:lnTo>
                  <a:pt x="417" y="23638"/>
                </a:lnTo>
                <a:lnTo>
                  <a:pt x="0" y="25479"/>
                </a:lnTo>
                <a:lnTo>
                  <a:pt x="7" y="41674"/>
                </a:lnTo>
                <a:lnTo>
                  <a:pt x="35" y="43748"/>
                </a:lnTo>
                <a:lnTo>
                  <a:pt x="7" y="41658"/>
                </a:lnTo>
                <a:lnTo>
                  <a:pt x="35" y="39568"/>
                </a:lnTo>
                <a:lnTo>
                  <a:pt x="113" y="37528"/>
                </a:lnTo>
                <a:lnTo>
                  <a:pt x="247" y="35514"/>
                </a:lnTo>
                <a:lnTo>
                  <a:pt x="424" y="33537"/>
                </a:lnTo>
                <a:lnTo>
                  <a:pt x="651" y="31587"/>
                </a:lnTo>
                <a:lnTo>
                  <a:pt x="920" y="29684"/>
                </a:lnTo>
                <a:lnTo>
                  <a:pt x="1238" y="27813"/>
                </a:lnTo>
                <a:lnTo>
                  <a:pt x="1593" y="26025"/>
                </a:lnTo>
                <a:lnTo>
                  <a:pt x="1999" y="24235"/>
                </a:lnTo>
                <a:lnTo>
                  <a:pt x="2449" y="22482"/>
                </a:lnTo>
                <a:lnTo>
                  <a:pt x="2937" y="20803"/>
                </a:lnTo>
                <a:lnTo>
                  <a:pt x="3461" y="19186"/>
                </a:lnTo>
                <a:lnTo>
                  <a:pt x="4020" y="17616"/>
                </a:lnTo>
                <a:lnTo>
                  <a:pt x="4615" y="16104"/>
                </a:lnTo>
                <a:lnTo>
                  <a:pt x="5245" y="14657"/>
                </a:lnTo>
                <a:lnTo>
                  <a:pt x="5910" y="13279"/>
                </a:lnTo>
                <a:lnTo>
                  <a:pt x="6611" y="11954"/>
                </a:lnTo>
                <a:lnTo>
                  <a:pt x="7333" y="10707"/>
                </a:lnTo>
                <a:lnTo>
                  <a:pt x="8084" y="9539"/>
                </a:lnTo>
                <a:lnTo>
                  <a:pt x="8862" y="8440"/>
                </a:lnTo>
                <a:lnTo>
                  <a:pt x="9669" y="7411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11" name="object 1211"/>
          <p:cNvSpPr/>
          <p:nvPr/>
        </p:nvSpPr>
        <p:spPr>
          <a:xfrm>
            <a:off x="6869677" y="3144548"/>
            <a:ext cx="4791" cy="15964"/>
          </a:xfrm>
          <a:custGeom>
            <a:avLst/>
            <a:gdLst/>
            <a:ahLst/>
            <a:cxnLst/>
            <a:rect l="l" t="t" r="r" b="b"/>
            <a:pathLst>
              <a:path w="4791" h="15964">
                <a:moveTo>
                  <a:pt x="926" y="3397"/>
                </a:moveTo>
                <a:lnTo>
                  <a:pt x="444" y="1719"/>
                </a:lnTo>
                <a:lnTo>
                  <a:pt x="0" y="0"/>
                </a:lnTo>
                <a:lnTo>
                  <a:pt x="508" y="7445"/>
                </a:lnTo>
                <a:lnTo>
                  <a:pt x="1131" y="9023"/>
                </a:lnTo>
                <a:lnTo>
                  <a:pt x="1789" y="10540"/>
                </a:lnTo>
                <a:lnTo>
                  <a:pt x="2490" y="12001"/>
                </a:lnTo>
                <a:lnTo>
                  <a:pt x="3219" y="13387"/>
                </a:lnTo>
                <a:lnTo>
                  <a:pt x="3984" y="14708"/>
                </a:lnTo>
                <a:lnTo>
                  <a:pt x="4592" y="12246"/>
                </a:lnTo>
                <a:lnTo>
                  <a:pt x="3984" y="14708"/>
                </a:lnTo>
                <a:lnTo>
                  <a:pt x="4791" y="15964"/>
                </a:lnTo>
                <a:lnTo>
                  <a:pt x="4614" y="12284"/>
                </a:lnTo>
                <a:lnTo>
                  <a:pt x="3899" y="10931"/>
                </a:lnTo>
                <a:lnTo>
                  <a:pt x="3233" y="9545"/>
                </a:lnTo>
                <a:lnTo>
                  <a:pt x="2610" y="8102"/>
                </a:lnTo>
                <a:lnTo>
                  <a:pt x="2009" y="6590"/>
                </a:lnTo>
                <a:lnTo>
                  <a:pt x="1449" y="5024"/>
                </a:lnTo>
                <a:lnTo>
                  <a:pt x="926" y="3397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12" name="object 1212"/>
          <p:cNvSpPr/>
          <p:nvPr/>
        </p:nvSpPr>
        <p:spPr>
          <a:xfrm>
            <a:off x="6867686" y="3125036"/>
            <a:ext cx="28" cy="2090"/>
          </a:xfrm>
          <a:custGeom>
            <a:avLst/>
            <a:gdLst/>
            <a:ahLst/>
            <a:cxnLst/>
            <a:rect l="l" t="t" r="r" b="b"/>
            <a:pathLst>
              <a:path w="28" h="2090">
                <a:moveTo>
                  <a:pt x="28" y="0"/>
                </a:moveTo>
                <a:lnTo>
                  <a:pt x="0" y="2074"/>
                </a:lnTo>
                <a:lnTo>
                  <a:pt x="28" y="0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13" name="object 1213"/>
          <p:cNvSpPr/>
          <p:nvPr/>
        </p:nvSpPr>
        <p:spPr>
          <a:xfrm>
            <a:off x="6866030" y="3110947"/>
            <a:ext cx="4155" cy="41046"/>
          </a:xfrm>
          <a:custGeom>
            <a:avLst/>
            <a:gdLst/>
            <a:ahLst/>
            <a:cxnLst/>
            <a:rect l="l" t="t" r="r" b="b"/>
            <a:pathLst>
              <a:path w="4155" h="41046">
                <a:moveTo>
                  <a:pt x="1267" y="1917"/>
                </a:moveTo>
                <a:lnTo>
                  <a:pt x="941" y="3820"/>
                </a:lnTo>
                <a:lnTo>
                  <a:pt x="665" y="5788"/>
                </a:lnTo>
                <a:lnTo>
                  <a:pt x="431" y="7803"/>
                </a:lnTo>
                <a:lnTo>
                  <a:pt x="247" y="9841"/>
                </a:lnTo>
                <a:lnTo>
                  <a:pt x="113" y="11919"/>
                </a:lnTo>
                <a:lnTo>
                  <a:pt x="28" y="14025"/>
                </a:lnTo>
                <a:lnTo>
                  <a:pt x="0" y="16163"/>
                </a:lnTo>
                <a:lnTo>
                  <a:pt x="28" y="18300"/>
                </a:lnTo>
                <a:lnTo>
                  <a:pt x="106" y="20406"/>
                </a:lnTo>
                <a:lnTo>
                  <a:pt x="240" y="22482"/>
                </a:lnTo>
                <a:lnTo>
                  <a:pt x="417" y="24530"/>
                </a:lnTo>
                <a:lnTo>
                  <a:pt x="658" y="26540"/>
                </a:lnTo>
                <a:lnTo>
                  <a:pt x="941" y="28510"/>
                </a:lnTo>
                <a:lnTo>
                  <a:pt x="1267" y="30441"/>
                </a:lnTo>
                <a:lnTo>
                  <a:pt x="1642" y="32329"/>
                </a:lnTo>
                <a:lnTo>
                  <a:pt x="2060" y="34176"/>
                </a:lnTo>
                <a:lnTo>
                  <a:pt x="2520" y="35965"/>
                </a:lnTo>
                <a:lnTo>
                  <a:pt x="3022" y="37713"/>
                </a:lnTo>
                <a:lnTo>
                  <a:pt x="3567" y="39410"/>
                </a:lnTo>
                <a:lnTo>
                  <a:pt x="3645" y="33596"/>
                </a:lnTo>
                <a:lnTo>
                  <a:pt x="3567" y="39410"/>
                </a:lnTo>
                <a:lnTo>
                  <a:pt x="4155" y="41046"/>
                </a:lnTo>
                <a:lnTo>
                  <a:pt x="3652" y="33626"/>
                </a:lnTo>
                <a:lnTo>
                  <a:pt x="3242" y="31814"/>
                </a:lnTo>
                <a:lnTo>
                  <a:pt x="2881" y="29993"/>
                </a:lnTo>
                <a:lnTo>
                  <a:pt x="2562" y="28127"/>
                </a:lnTo>
                <a:lnTo>
                  <a:pt x="2293" y="26219"/>
                </a:lnTo>
                <a:lnTo>
                  <a:pt x="2060" y="24273"/>
                </a:lnTo>
                <a:lnTo>
                  <a:pt x="1890" y="22293"/>
                </a:lnTo>
                <a:lnTo>
                  <a:pt x="1762" y="20280"/>
                </a:lnTo>
                <a:lnTo>
                  <a:pt x="1684" y="18236"/>
                </a:lnTo>
                <a:lnTo>
                  <a:pt x="1656" y="16194"/>
                </a:lnTo>
                <a:lnTo>
                  <a:pt x="1649" y="0"/>
                </a:lnTo>
                <a:lnTo>
                  <a:pt x="1274" y="1885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14" name="object 1214"/>
          <p:cNvSpPr/>
          <p:nvPr/>
        </p:nvSpPr>
        <p:spPr>
          <a:xfrm>
            <a:off x="6869053" y="3102269"/>
            <a:ext cx="1132" cy="9227"/>
          </a:xfrm>
          <a:custGeom>
            <a:avLst/>
            <a:gdLst/>
            <a:ahLst/>
            <a:cxnLst/>
            <a:rect l="l" t="t" r="r" b="b"/>
            <a:pathLst>
              <a:path w="1132" h="9227">
                <a:moveTo>
                  <a:pt x="219" y="9227"/>
                </a:moveTo>
                <a:lnTo>
                  <a:pt x="622" y="7445"/>
                </a:lnTo>
                <a:lnTo>
                  <a:pt x="1132" y="0"/>
                </a:lnTo>
                <a:lnTo>
                  <a:pt x="559" y="1598"/>
                </a:lnTo>
                <a:lnTo>
                  <a:pt x="14" y="3285"/>
                </a:lnTo>
                <a:lnTo>
                  <a:pt x="219" y="9227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15" name="object 1215"/>
          <p:cNvSpPr/>
          <p:nvPr/>
        </p:nvSpPr>
        <p:spPr>
          <a:xfrm>
            <a:off x="6874281" y="3156813"/>
            <a:ext cx="3896" cy="6999"/>
          </a:xfrm>
          <a:custGeom>
            <a:avLst/>
            <a:gdLst/>
            <a:ahLst/>
            <a:cxnLst/>
            <a:rect l="l" t="t" r="r" b="b"/>
            <a:pathLst>
              <a:path w="3896" h="6999">
                <a:moveTo>
                  <a:pt x="3861" y="5473"/>
                </a:moveTo>
                <a:lnTo>
                  <a:pt x="3062" y="4561"/>
                </a:lnTo>
                <a:lnTo>
                  <a:pt x="2261" y="3541"/>
                </a:lnTo>
                <a:lnTo>
                  <a:pt x="1461" y="2403"/>
                </a:lnTo>
                <a:lnTo>
                  <a:pt x="704" y="1223"/>
                </a:lnTo>
                <a:lnTo>
                  <a:pt x="0" y="0"/>
                </a:lnTo>
                <a:lnTo>
                  <a:pt x="187" y="3699"/>
                </a:lnTo>
                <a:lnTo>
                  <a:pt x="1008" y="4872"/>
                </a:lnTo>
                <a:lnTo>
                  <a:pt x="1872" y="5977"/>
                </a:lnTo>
                <a:lnTo>
                  <a:pt x="2764" y="6999"/>
                </a:lnTo>
                <a:lnTo>
                  <a:pt x="3033" y="4527"/>
                </a:lnTo>
                <a:lnTo>
                  <a:pt x="3861" y="5473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16" name="object 1216"/>
          <p:cNvSpPr/>
          <p:nvPr/>
        </p:nvSpPr>
        <p:spPr>
          <a:xfrm>
            <a:off x="6876514" y="3160316"/>
            <a:ext cx="829" cy="1058"/>
          </a:xfrm>
          <a:custGeom>
            <a:avLst/>
            <a:gdLst/>
            <a:ahLst/>
            <a:cxnLst/>
            <a:rect l="l" t="t" r="r" b="b"/>
            <a:pathLst>
              <a:path w="829" h="1058">
                <a:moveTo>
                  <a:pt x="28" y="38"/>
                </a:moveTo>
                <a:lnTo>
                  <a:pt x="829" y="1058"/>
                </a:lnTo>
                <a:lnTo>
                  <a:pt x="13" y="16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17" name="object 1217"/>
          <p:cNvSpPr/>
          <p:nvPr/>
        </p:nvSpPr>
        <p:spPr>
          <a:xfrm>
            <a:off x="6879882" y="3088999"/>
            <a:ext cx="1786" cy="1303"/>
          </a:xfrm>
          <a:custGeom>
            <a:avLst/>
            <a:gdLst/>
            <a:ahLst/>
            <a:cxnLst/>
            <a:rect l="l" t="t" r="r" b="b"/>
            <a:pathLst>
              <a:path w="1786" h="1303">
                <a:moveTo>
                  <a:pt x="894" y="602"/>
                </a:moveTo>
                <a:lnTo>
                  <a:pt x="1786" y="0"/>
                </a:lnTo>
                <a:lnTo>
                  <a:pt x="907" y="592"/>
                </a:lnTo>
                <a:lnTo>
                  <a:pt x="15" y="1289"/>
                </a:lnTo>
                <a:lnTo>
                  <a:pt x="894" y="602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18" name="object 1218"/>
          <p:cNvSpPr/>
          <p:nvPr/>
        </p:nvSpPr>
        <p:spPr>
          <a:xfrm>
            <a:off x="6880896" y="3086129"/>
            <a:ext cx="2081" cy="2886"/>
          </a:xfrm>
          <a:custGeom>
            <a:avLst/>
            <a:gdLst/>
            <a:ahLst/>
            <a:cxnLst/>
            <a:rect l="l" t="t" r="r" b="b"/>
            <a:pathLst>
              <a:path w="2081" h="2886">
                <a:moveTo>
                  <a:pt x="743" y="2886"/>
                </a:moveTo>
                <a:lnTo>
                  <a:pt x="1670" y="2362"/>
                </a:lnTo>
                <a:lnTo>
                  <a:pt x="2081" y="0"/>
                </a:lnTo>
                <a:lnTo>
                  <a:pt x="1083" y="462"/>
                </a:lnTo>
                <a:lnTo>
                  <a:pt x="56" y="1037"/>
                </a:lnTo>
                <a:lnTo>
                  <a:pt x="743" y="2886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19" name="object 1219"/>
          <p:cNvSpPr/>
          <p:nvPr/>
        </p:nvSpPr>
        <p:spPr>
          <a:xfrm>
            <a:off x="6880752" y="3164641"/>
            <a:ext cx="6621" cy="4379"/>
          </a:xfrm>
          <a:custGeom>
            <a:avLst/>
            <a:gdLst/>
            <a:ahLst/>
            <a:cxnLst/>
            <a:rect l="l" t="t" r="r" b="b"/>
            <a:pathLst>
              <a:path w="6621" h="4379">
                <a:moveTo>
                  <a:pt x="2225" y="3485"/>
                </a:moveTo>
                <a:lnTo>
                  <a:pt x="3301" y="3869"/>
                </a:lnTo>
                <a:lnTo>
                  <a:pt x="3697" y="1897"/>
                </a:lnTo>
                <a:lnTo>
                  <a:pt x="4653" y="2144"/>
                </a:lnTo>
                <a:lnTo>
                  <a:pt x="4384" y="4150"/>
                </a:lnTo>
                <a:lnTo>
                  <a:pt x="5495" y="4321"/>
                </a:lnTo>
                <a:lnTo>
                  <a:pt x="6621" y="4379"/>
                </a:lnTo>
                <a:lnTo>
                  <a:pt x="5630" y="2294"/>
                </a:lnTo>
                <a:lnTo>
                  <a:pt x="4723" y="2158"/>
                </a:lnTo>
                <a:lnTo>
                  <a:pt x="3715" y="1901"/>
                </a:lnTo>
                <a:lnTo>
                  <a:pt x="2805" y="1580"/>
                </a:lnTo>
                <a:lnTo>
                  <a:pt x="1814" y="1122"/>
                </a:lnTo>
                <a:lnTo>
                  <a:pt x="887" y="601"/>
                </a:lnTo>
                <a:lnTo>
                  <a:pt x="0" y="0"/>
                </a:lnTo>
                <a:lnTo>
                  <a:pt x="143" y="2418"/>
                </a:lnTo>
                <a:lnTo>
                  <a:pt x="1177" y="3000"/>
                </a:lnTo>
                <a:lnTo>
                  <a:pt x="2225" y="3485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20" name="object 1220"/>
          <p:cNvSpPr/>
          <p:nvPr/>
        </p:nvSpPr>
        <p:spPr>
          <a:xfrm>
            <a:off x="6884053" y="3166538"/>
            <a:ext cx="1352" cy="2253"/>
          </a:xfrm>
          <a:custGeom>
            <a:avLst/>
            <a:gdLst/>
            <a:ahLst/>
            <a:cxnLst/>
            <a:rect l="l" t="t" r="r" b="b"/>
            <a:pathLst>
              <a:path w="1352" h="2253">
                <a:moveTo>
                  <a:pt x="1352" y="247"/>
                </a:moveTo>
                <a:lnTo>
                  <a:pt x="453" y="18"/>
                </a:lnTo>
                <a:lnTo>
                  <a:pt x="0" y="1972"/>
                </a:lnTo>
                <a:lnTo>
                  <a:pt x="1083" y="2253"/>
                </a:lnTo>
                <a:lnTo>
                  <a:pt x="1352" y="247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21" name="object 1221"/>
          <p:cNvSpPr/>
          <p:nvPr/>
        </p:nvSpPr>
        <p:spPr>
          <a:xfrm>
            <a:off x="6883494" y="3166198"/>
            <a:ext cx="973" cy="345"/>
          </a:xfrm>
          <a:custGeom>
            <a:avLst/>
            <a:gdLst/>
            <a:ahLst/>
            <a:cxnLst/>
            <a:rect l="l" t="t" r="r" b="b"/>
            <a:pathLst>
              <a:path w="973" h="345">
                <a:moveTo>
                  <a:pt x="63" y="24"/>
                </a:moveTo>
                <a:lnTo>
                  <a:pt x="973" y="345"/>
                </a:lnTo>
                <a:lnTo>
                  <a:pt x="46" y="16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22" name="object 1222"/>
          <p:cNvSpPr/>
          <p:nvPr/>
        </p:nvSpPr>
        <p:spPr>
          <a:xfrm>
            <a:off x="6885444" y="3166792"/>
            <a:ext cx="3913" cy="2228"/>
          </a:xfrm>
          <a:custGeom>
            <a:avLst/>
            <a:gdLst/>
            <a:ahLst/>
            <a:cxnLst/>
            <a:rect l="l" t="t" r="r" b="b"/>
            <a:pathLst>
              <a:path w="3913" h="2228">
                <a:moveTo>
                  <a:pt x="0" y="0"/>
                </a:moveTo>
                <a:lnTo>
                  <a:pt x="937" y="144"/>
                </a:lnTo>
                <a:lnTo>
                  <a:pt x="1929" y="2228"/>
                </a:lnTo>
                <a:lnTo>
                  <a:pt x="3054" y="2176"/>
                </a:lnTo>
                <a:lnTo>
                  <a:pt x="2983" y="144"/>
                </a:lnTo>
                <a:lnTo>
                  <a:pt x="3913" y="1"/>
                </a:lnTo>
                <a:lnTo>
                  <a:pt x="2957" y="145"/>
                </a:lnTo>
                <a:lnTo>
                  <a:pt x="1992" y="196"/>
                </a:lnTo>
                <a:lnTo>
                  <a:pt x="1008" y="151"/>
                </a:lnTo>
                <a:lnTo>
                  <a:pt x="0" y="0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23" name="object 1223"/>
          <p:cNvSpPr/>
          <p:nvPr/>
        </p:nvSpPr>
        <p:spPr>
          <a:xfrm>
            <a:off x="6886418" y="3166937"/>
            <a:ext cx="1983" cy="51"/>
          </a:xfrm>
          <a:custGeom>
            <a:avLst/>
            <a:gdLst/>
            <a:ahLst/>
            <a:cxnLst/>
            <a:rect l="l" t="t" r="r" b="b"/>
            <a:pathLst>
              <a:path w="1983" h="51">
                <a:moveTo>
                  <a:pt x="986" y="49"/>
                </a:moveTo>
                <a:lnTo>
                  <a:pt x="0" y="0"/>
                </a:lnTo>
                <a:lnTo>
                  <a:pt x="954" y="51"/>
                </a:lnTo>
                <a:lnTo>
                  <a:pt x="1945" y="5"/>
                </a:lnTo>
                <a:lnTo>
                  <a:pt x="986" y="49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24" name="object 1224"/>
          <p:cNvSpPr/>
          <p:nvPr/>
        </p:nvSpPr>
        <p:spPr>
          <a:xfrm>
            <a:off x="6887437" y="3085240"/>
            <a:ext cx="1904" cy="2214"/>
          </a:xfrm>
          <a:custGeom>
            <a:avLst/>
            <a:gdLst/>
            <a:ahLst/>
            <a:cxnLst/>
            <a:rect l="l" t="t" r="r" b="b"/>
            <a:pathLst>
              <a:path w="1904" h="2214">
                <a:moveTo>
                  <a:pt x="1061" y="52"/>
                </a:moveTo>
                <a:lnTo>
                  <a:pt x="0" y="0"/>
                </a:lnTo>
                <a:lnTo>
                  <a:pt x="927" y="2075"/>
                </a:lnTo>
                <a:lnTo>
                  <a:pt x="1904" y="2214"/>
                </a:lnTo>
                <a:lnTo>
                  <a:pt x="1125" y="52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25" name="object 1225"/>
          <p:cNvSpPr/>
          <p:nvPr/>
        </p:nvSpPr>
        <p:spPr>
          <a:xfrm>
            <a:off x="6888428" y="3166786"/>
            <a:ext cx="976" cy="2182"/>
          </a:xfrm>
          <a:custGeom>
            <a:avLst/>
            <a:gdLst/>
            <a:ahLst/>
            <a:cxnLst/>
            <a:rect l="l" t="t" r="r" b="b"/>
            <a:pathLst>
              <a:path w="976" h="2182">
                <a:moveTo>
                  <a:pt x="906" y="13"/>
                </a:moveTo>
                <a:lnTo>
                  <a:pt x="0" y="149"/>
                </a:lnTo>
                <a:lnTo>
                  <a:pt x="70" y="2182"/>
                </a:lnTo>
                <a:lnTo>
                  <a:pt x="906" y="13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26" name="object 1226"/>
          <p:cNvSpPr/>
          <p:nvPr/>
        </p:nvSpPr>
        <p:spPr>
          <a:xfrm>
            <a:off x="6889603" y="3166222"/>
            <a:ext cx="1656" cy="2583"/>
          </a:xfrm>
          <a:custGeom>
            <a:avLst/>
            <a:gdLst/>
            <a:ahLst/>
            <a:cxnLst/>
            <a:rect l="l" t="t" r="r" b="b"/>
            <a:pathLst>
              <a:path w="1656" h="2583">
                <a:moveTo>
                  <a:pt x="1656" y="0"/>
                </a:moveTo>
                <a:lnTo>
                  <a:pt x="764" y="315"/>
                </a:lnTo>
                <a:lnTo>
                  <a:pt x="0" y="2583"/>
                </a:lnTo>
                <a:lnTo>
                  <a:pt x="1097" y="2308"/>
                </a:lnTo>
                <a:lnTo>
                  <a:pt x="1656" y="0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27" name="object 1227"/>
          <p:cNvSpPr/>
          <p:nvPr/>
        </p:nvSpPr>
        <p:spPr>
          <a:xfrm>
            <a:off x="6890315" y="3087703"/>
            <a:ext cx="1001" cy="362"/>
          </a:xfrm>
          <a:custGeom>
            <a:avLst/>
            <a:gdLst/>
            <a:ahLst/>
            <a:cxnLst/>
            <a:rect l="l" t="t" r="r" b="b"/>
            <a:pathLst>
              <a:path w="1001" h="362">
                <a:moveTo>
                  <a:pt x="52" y="13"/>
                </a:moveTo>
                <a:lnTo>
                  <a:pt x="1001" y="362"/>
                </a:lnTo>
                <a:lnTo>
                  <a:pt x="52" y="13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28" name="object 1228"/>
          <p:cNvSpPr/>
          <p:nvPr/>
        </p:nvSpPr>
        <p:spPr>
          <a:xfrm>
            <a:off x="6888499" y="3165276"/>
            <a:ext cx="5365" cy="3692"/>
          </a:xfrm>
          <a:custGeom>
            <a:avLst/>
            <a:gdLst/>
            <a:ahLst/>
            <a:cxnLst/>
            <a:rect l="l" t="t" r="r" b="b"/>
            <a:pathLst>
              <a:path w="5365" h="3692">
                <a:moveTo>
                  <a:pt x="4622" y="0"/>
                </a:moveTo>
                <a:lnTo>
                  <a:pt x="3751" y="488"/>
                </a:lnTo>
                <a:lnTo>
                  <a:pt x="2817" y="921"/>
                </a:lnTo>
                <a:lnTo>
                  <a:pt x="3712" y="506"/>
                </a:lnTo>
                <a:lnTo>
                  <a:pt x="2801" y="927"/>
                </a:lnTo>
                <a:lnTo>
                  <a:pt x="1835" y="1270"/>
                </a:lnTo>
                <a:lnTo>
                  <a:pt x="858" y="1517"/>
                </a:lnTo>
                <a:lnTo>
                  <a:pt x="0" y="3692"/>
                </a:lnTo>
                <a:lnTo>
                  <a:pt x="1104" y="3529"/>
                </a:lnTo>
                <a:lnTo>
                  <a:pt x="1805" y="1280"/>
                </a:lnTo>
                <a:lnTo>
                  <a:pt x="2760" y="946"/>
                </a:lnTo>
                <a:lnTo>
                  <a:pt x="2201" y="3254"/>
                </a:lnTo>
                <a:lnTo>
                  <a:pt x="3277" y="2875"/>
                </a:lnTo>
                <a:lnTo>
                  <a:pt x="4332" y="2392"/>
                </a:lnTo>
                <a:lnTo>
                  <a:pt x="5365" y="1816"/>
                </a:lnTo>
                <a:lnTo>
                  <a:pt x="4622" y="0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29" name="object 1229"/>
          <p:cNvSpPr/>
          <p:nvPr/>
        </p:nvSpPr>
        <p:spPr>
          <a:xfrm>
            <a:off x="6889406" y="3085728"/>
            <a:ext cx="6440" cy="5371"/>
          </a:xfrm>
          <a:custGeom>
            <a:avLst/>
            <a:gdLst/>
            <a:ahLst/>
            <a:cxnLst/>
            <a:rect l="l" t="t" r="r" b="b"/>
            <a:pathLst>
              <a:path w="6440" h="5371">
                <a:moveTo>
                  <a:pt x="3715" y="3252"/>
                </a:moveTo>
                <a:lnTo>
                  <a:pt x="4625" y="3871"/>
                </a:lnTo>
                <a:lnTo>
                  <a:pt x="5506" y="4560"/>
                </a:lnTo>
                <a:lnTo>
                  <a:pt x="6383" y="5336"/>
                </a:lnTo>
                <a:lnTo>
                  <a:pt x="6440" y="2877"/>
                </a:lnTo>
                <a:lnTo>
                  <a:pt x="5506" y="2144"/>
                </a:lnTo>
                <a:lnTo>
                  <a:pt x="4614" y="3862"/>
                </a:lnTo>
                <a:lnTo>
                  <a:pt x="4458" y="1438"/>
                </a:lnTo>
                <a:lnTo>
                  <a:pt x="3481" y="889"/>
                </a:lnTo>
                <a:lnTo>
                  <a:pt x="2433" y="401"/>
                </a:lnTo>
                <a:lnTo>
                  <a:pt x="1357" y="17"/>
                </a:lnTo>
                <a:lnTo>
                  <a:pt x="897" y="1970"/>
                </a:lnTo>
                <a:lnTo>
                  <a:pt x="5" y="1743"/>
                </a:lnTo>
                <a:lnTo>
                  <a:pt x="908" y="1974"/>
                </a:lnTo>
                <a:lnTo>
                  <a:pt x="1853" y="2310"/>
                </a:lnTo>
                <a:lnTo>
                  <a:pt x="2787" y="2737"/>
                </a:lnTo>
                <a:lnTo>
                  <a:pt x="3764" y="3287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30" name="object 1230"/>
          <p:cNvSpPr/>
          <p:nvPr/>
        </p:nvSpPr>
        <p:spPr>
          <a:xfrm>
            <a:off x="6893171" y="3162289"/>
            <a:ext cx="3497" cy="3363"/>
          </a:xfrm>
          <a:custGeom>
            <a:avLst/>
            <a:gdLst/>
            <a:ahLst/>
            <a:cxnLst/>
            <a:rect l="l" t="t" r="r" b="b"/>
            <a:pathLst>
              <a:path w="3497" h="3363">
                <a:moveTo>
                  <a:pt x="3497" y="0"/>
                </a:moveTo>
                <a:lnTo>
                  <a:pt x="2647" y="871"/>
                </a:lnTo>
                <a:lnTo>
                  <a:pt x="1783" y="1647"/>
                </a:lnTo>
                <a:lnTo>
                  <a:pt x="854" y="2376"/>
                </a:lnTo>
                <a:lnTo>
                  <a:pt x="0" y="2954"/>
                </a:lnTo>
                <a:lnTo>
                  <a:pt x="849" y="2380"/>
                </a:lnTo>
                <a:lnTo>
                  <a:pt x="1741" y="1683"/>
                </a:lnTo>
                <a:lnTo>
                  <a:pt x="2675" y="3363"/>
                </a:lnTo>
                <a:lnTo>
                  <a:pt x="2654" y="865"/>
                </a:lnTo>
                <a:lnTo>
                  <a:pt x="3497" y="0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31" name="object 1231"/>
          <p:cNvSpPr/>
          <p:nvPr/>
        </p:nvSpPr>
        <p:spPr>
          <a:xfrm>
            <a:off x="6893865" y="3087167"/>
            <a:ext cx="1005" cy="2424"/>
          </a:xfrm>
          <a:custGeom>
            <a:avLst/>
            <a:gdLst/>
            <a:ahLst/>
            <a:cxnLst/>
            <a:rect l="l" t="t" r="r" b="b"/>
            <a:pathLst>
              <a:path w="1005" h="2424">
                <a:moveTo>
                  <a:pt x="155" y="2424"/>
                </a:moveTo>
                <a:lnTo>
                  <a:pt x="1005" y="671"/>
                </a:lnTo>
                <a:lnTo>
                  <a:pt x="49" y="34"/>
                </a:lnTo>
                <a:lnTo>
                  <a:pt x="155" y="2424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32" name="object 1232"/>
          <p:cNvSpPr/>
          <p:nvPr/>
        </p:nvSpPr>
        <p:spPr>
          <a:xfrm>
            <a:off x="6891316" y="3163972"/>
            <a:ext cx="4530" cy="3119"/>
          </a:xfrm>
          <a:custGeom>
            <a:avLst/>
            <a:gdLst/>
            <a:ahLst/>
            <a:cxnLst/>
            <a:rect l="l" t="t" r="r" b="b"/>
            <a:pathLst>
              <a:path w="4530" h="3119">
                <a:moveTo>
                  <a:pt x="3596" y="0"/>
                </a:moveTo>
                <a:lnTo>
                  <a:pt x="2753" y="662"/>
                </a:lnTo>
                <a:lnTo>
                  <a:pt x="1854" y="1270"/>
                </a:lnTo>
                <a:lnTo>
                  <a:pt x="895" y="1809"/>
                </a:lnTo>
                <a:lnTo>
                  <a:pt x="0" y="2225"/>
                </a:lnTo>
                <a:lnTo>
                  <a:pt x="877" y="1819"/>
                </a:lnTo>
                <a:lnTo>
                  <a:pt x="1805" y="1303"/>
                </a:lnTo>
                <a:lnTo>
                  <a:pt x="2548" y="3119"/>
                </a:lnTo>
                <a:lnTo>
                  <a:pt x="3553" y="2445"/>
                </a:lnTo>
                <a:lnTo>
                  <a:pt x="4530" y="1679"/>
                </a:lnTo>
                <a:lnTo>
                  <a:pt x="3596" y="0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33" name="object 1233"/>
          <p:cNvSpPr/>
          <p:nvPr/>
        </p:nvSpPr>
        <p:spPr>
          <a:xfrm>
            <a:off x="6894032" y="3089600"/>
            <a:ext cx="1783" cy="1490"/>
          </a:xfrm>
          <a:custGeom>
            <a:avLst/>
            <a:gdLst/>
            <a:ahLst/>
            <a:cxnLst/>
            <a:rect l="l" t="t" r="r" b="b"/>
            <a:pathLst>
              <a:path w="1783" h="1490">
                <a:moveTo>
                  <a:pt x="895" y="702"/>
                </a:moveTo>
                <a:lnTo>
                  <a:pt x="1783" y="1490"/>
                </a:lnTo>
                <a:lnTo>
                  <a:pt x="923" y="723"/>
                </a:lnTo>
                <a:lnTo>
                  <a:pt x="38" y="26"/>
                </a:lnTo>
                <a:lnTo>
                  <a:pt x="895" y="702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34" name="object 1234"/>
          <p:cNvSpPr/>
          <p:nvPr/>
        </p:nvSpPr>
        <p:spPr>
          <a:xfrm>
            <a:off x="6894934" y="3163160"/>
            <a:ext cx="884" cy="792"/>
          </a:xfrm>
          <a:custGeom>
            <a:avLst/>
            <a:gdLst/>
            <a:ahLst/>
            <a:cxnLst/>
            <a:rect l="l" t="t" r="r" b="b"/>
            <a:pathLst>
              <a:path w="884" h="792">
                <a:moveTo>
                  <a:pt x="884" y="0"/>
                </a:moveTo>
                <a:lnTo>
                  <a:pt x="0" y="792"/>
                </a:lnTo>
                <a:lnTo>
                  <a:pt x="848" y="36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35" name="object 1235"/>
          <p:cNvSpPr/>
          <p:nvPr/>
        </p:nvSpPr>
        <p:spPr>
          <a:xfrm>
            <a:off x="6901892" y="3152647"/>
            <a:ext cx="736" cy="5331"/>
          </a:xfrm>
          <a:custGeom>
            <a:avLst/>
            <a:gdLst/>
            <a:ahLst/>
            <a:cxnLst/>
            <a:rect l="l" t="t" r="r" b="b"/>
            <a:pathLst>
              <a:path w="736" h="5331">
                <a:moveTo>
                  <a:pt x="622" y="35"/>
                </a:moveTo>
                <a:lnTo>
                  <a:pt x="0" y="5331"/>
                </a:lnTo>
                <a:lnTo>
                  <a:pt x="736" y="3935"/>
                </a:lnTo>
                <a:lnTo>
                  <a:pt x="637" y="0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36" name="object 1236"/>
          <p:cNvSpPr/>
          <p:nvPr/>
        </p:nvSpPr>
        <p:spPr>
          <a:xfrm>
            <a:off x="6904681" y="3103867"/>
            <a:ext cx="2456" cy="23258"/>
          </a:xfrm>
          <a:custGeom>
            <a:avLst/>
            <a:gdLst/>
            <a:ahLst/>
            <a:cxnLst/>
            <a:rect l="l" t="t" r="r" b="b"/>
            <a:pathLst>
              <a:path w="2456" h="23258">
                <a:moveTo>
                  <a:pt x="1068" y="1687"/>
                </a:moveTo>
                <a:lnTo>
                  <a:pt x="530" y="33"/>
                </a:lnTo>
                <a:lnTo>
                  <a:pt x="445" y="5818"/>
                </a:lnTo>
                <a:lnTo>
                  <a:pt x="14" y="4116"/>
                </a:lnTo>
                <a:lnTo>
                  <a:pt x="448" y="5830"/>
                </a:lnTo>
                <a:lnTo>
                  <a:pt x="856" y="7586"/>
                </a:lnTo>
                <a:lnTo>
                  <a:pt x="1217" y="9444"/>
                </a:lnTo>
                <a:lnTo>
                  <a:pt x="1536" y="11316"/>
                </a:lnTo>
                <a:lnTo>
                  <a:pt x="1812" y="13219"/>
                </a:lnTo>
                <a:lnTo>
                  <a:pt x="2031" y="15161"/>
                </a:lnTo>
                <a:lnTo>
                  <a:pt x="2208" y="17144"/>
                </a:lnTo>
                <a:lnTo>
                  <a:pt x="2343" y="19160"/>
                </a:lnTo>
                <a:lnTo>
                  <a:pt x="2421" y="21200"/>
                </a:lnTo>
                <a:lnTo>
                  <a:pt x="2442" y="23258"/>
                </a:lnTo>
                <a:lnTo>
                  <a:pt x="2456" y="7071"/>
                </a:lnTo>
                <a:lnTo>
                  <a:pt x="2038" y="5266"/>
                </a:lnTo>
                <a:lnTo>
                  <a:pt x="1585" y="3472"/>
                </a:lnTo>
                <a:lnTo>
                  <a:pt x="1083" y="1724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37" name="object 1237"/>
          <p:cNvSpPr/>
          <p:nvPr/>
        </p:nvSpPr>
        <p:spPr>
          <a:xfrm>
            <a:off x="6905128" y="3142797"/>
            <a:ext cx="622" cy="7593"/>
          </a:xfrm>
          <a:custGeom>
            <a:avLst/>
            <a:gdLst/>
            <a:ahLst/>
            <a:cxnLst/>
            <a:rect l="l" t="t" r="r" b="b"/>
            <a:pathLst>
              <a:path w="622" h="7593">
                <a:moveTo>
                  <a:pt x="410" y="0"/>
                </a:moveTo>
                <a:lnTo>
                  <a:pt x="7" y="1745"/>
                </a:lnTo>
                <a:lnTo>
                  <a:pt x="77" y="7593"/>
                </a:lnTo>
                <a:lnTo>
                  <a:pt x="622" y="5898"/>
                </a:lnTo>
                <a:lnTo>
                  <a:pt x="410" y="0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38" name="object 1238"/>
          <p:cNvSpPr/>
          <p:nvPr/>
        </p:nvSpPr>
        <p:spPr>
          <a:xfrm>
            <a:off x="6905130" y="3109698"/>
            <a:ext cx="414" cy="1792"/>
          </a:xfrm>
          <a:custGeom>
            <a:avLst/>
            <a:gdLst/>
            <a:ahLst/>
            <a:cxnLst/>
            <a:rect l="l" t="t" r="r" b="b"/>
            <a:pathLst>
              <a:path w="414" h="1792">
                <a:moveTo>
                  <a:pt x="4" y="16"/>
                </a:moveTo>
                <a:lnTo>
                  <a:pt x="414" y="1792"/>
                </a:lnTo>
                <a:lnTo>
                  <a:pt x="4" y="16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39" name="object 1239"/>
          <p:cNvSpPr/>
          <p:nvPr/>
        </p:nvSpPr>
        <p:spPr>
          <a:xfrm>
            <a:off x="6886248" y="3085240"/>
            <a:ext cx="1125" cy="2083"/>
          </a:xfrm>
          <a:custGeom>
            <a:avLst/>
            <a:gdLst/>
            <a:ahLst/>
            <a:cxnLst/>
            <a:rect l="l" t="t" r="r" b="b"/>
            <a:pathLst>
              <a:path w="1125" h="2083">
                <a:moveTo>
                  <a:pt x="1125" y="0"/>
                </a:moveTo>
                <a:lnTo>
                  <a:pt x="70" y="52"/>
                </a:lnTo>
                <a:lnTo>
                  <a:pt x="134" y="2083"/>
                </a:lnTo>
                <a:lnTo>
                  <a:pt x="1125" y="2031"/>
                </a:lnTo>
                <a:lnTo>
                  <a:pt x="1125" y="0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40" name="object 1240"/>
          <p:cNvSpPr/>
          <p:nvPr/>
        </p:nvSpPr>
        <p:spPr>
          <a:xfrm>
            <a:off x="6877045" y="3161341"/>
            <a:ext cx="2845" cy="5041"/>
          </a:xfrm>
          <a:custGeom>
            <a:avLst/>
            <a:gdLst/>
            <a:ahLst/>
            <a:cxnLst/>
            <a:rect l="l" t="t" r="r" b="b"/>
            <a:pathLst>
              <a:path w="2845" h="5041">
                <a:moveTo>
                  <a:pt x="1982" y="1854"/>
                </a:moveTo>
                <a:lnTo>
                  <a:pt x="1097" y="946"/>
                </a:lnTo>
                <a:lnTo>
                  <a:pt x="304" y="40"/>
                </a:lnTo>
                <a:lnTo>
                  <a:pt x="0" y="2471"/>
                </a:lnTo>
                <a:lnTo>
                  <a:pt x="920" y="3416"/>
                </a:lnTo>
                <a:lnTo>
                  <a:pt x="1875" y="4275"/>
                </a:lnTo>
                <a:lnTo>
                  <a:pt x="2845" y="5041"/>
                </a:lnTo>
                <a:lnTo>
                  <a:pt x="2810" y="2597"/>
                </a:lnTo>
                <a:lnTo>
                  <a:pt x="1982" y="1854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41" name="object 1241"/>
          <p:cNvSpPr/>
          <p:nvPr/>
        </p:nvSpPr>
        <p:spPr>
          <a:xfrm>
            <a:off x="6869679" y="3107949"/>
            <a:ext cx="449" cy="1753"/>
          </a:xfrm>
          <a:custGeom>
            <a:avLst/>
            <a:gdLst/>
            <a:ahLst/>
            <a:cxnLst/>
            <a:rect l="l" t="t" r="r" b="b"/>
            <a:pathLst>
              <a:path w="449" h="1753">
                <a:moveTo>
                  <a:pt x="449" y="0"/>
                </a:moveTo>
                <a:lnTo>
                  <a:pt x="3" y="1736"/>
                </a:lnTo>
                <a:lnTo>
                  <a:pt x="449" y="0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42" name="object 1242"/>
          <p:cNvSpPr/>
          <p:nvPr/>
        </p:nvSpPr>
        <p:spPr>
          <a:xfrm>
            <a:off x="6878984" y="3090302"/>
            <a:ext cx="897" cy="797"/>
          </a:xfrm>
          <a:custGeom>
            <a:avLst/>
            <a:gdLst/>
            <a:ahLst/>
            <a:cxnLst/>
            <a:rect l="l" t="t" r="r" b="b"/>
            <a:pathLst>
              <a:path w="897" h="797">
                <a:moveTo>
                  <a:pt x="897" y="0"/>
                </a:moveTo>
                <a:lnTo>
                  <a:pt x="0" y="797"/>
                </a:lnTo>
                <a:lnTo>
                  <a:pt x="897" y="0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43" name="object 1243"/>
          <p:cNvSpPr/>
          <p:nvPr/>
        </p:nvSpPr>
        <p:spPr>
          <a:xfrm>
            <a:off x="6882616" y="3085240"/>
            <a:ext cx="8084" cy="3226"/>
          </a:xfrm>
          <a:custGeom>
            <a:avLst/>
            <a:gdLst/>
            <a:ahLst/>
            <a:cxnLst/>
            <a:rect l="l" t="t" r="r" b="b"/>
            <a:pathLst>
              <a:path w="8084" h="3226">
                <a:moveTo>
                  <a:pt x="3784" y="2083"/>
                </a:moveTo>
                <a:lnTo>
                  <a:pt x="4788" y="2033"/>
                </a:lnTo>
                <a:lnTo>
                  <a:pt x="5803" y="2083"/>
                </a:lnTo>
                <a:lnTo>
                  <a:pt x="6790" y="2231"/>
                </a:lnTo>
                <a:lnTo>
                  <a:pt x="7687" y="2458"/>
                </a:lnTo>
                <a:lnTo>
                  <a:pt x="8084" y="488"/>
                </a:lnTo>
                <a:lnTo>
                  <a:pt x="7064" y="226"/>
                </a:lnTo>
                <a:lnTo>
                  <a:pt x="5946" y="52"/>
                </a:lnTo>
                <a:lnTo>
                  <a:pt x="6725" y="2214"/>
                </a:lnTo>
                <a:lnTo>
                  <a:pt x="5811" y="2083"/>
                </a:lnTo>
                <a:lnTo>
                  <a:pt x="4820" y="0"/>
                </a:lnTo>
                <a:lnTo>
                  <a:pt x="4757" y="2031"/>
                </a:lnTo>
                <a:lnTo>
                  <a:pt x="3836" y="2075"/>
                </a:lnTo>
                <a:lnTo>
                  <a:pt x="3631" y="52"/>
                </a:lnTo>
                <a:lnTo>
                  <a:pt x="2590" y="209"/>
                </a:lnTo>
                <a:lnTo>
                  <a:pt x="1826" y="2476"/>
                </a:lnTo>
                <a:lnTo>
                  <a:pt x="941" y="2798"/>
                </a:lnTo>
                <a:lnTo>
                  <a:pt x="0" y="3226"/>
                </a:lnTo>
                <a:lnTo>
                  <a:pt x="909" y="2813"/>
                </a:lnTo>
                <a:lnTo>
                  <a:pt x="1878" y="2462"/>
                </a:lnTo>
                <a:lnTo>
                  <a:pt x="2852" y="2214"/>
                </a:lnTo>
                <a:lnTo>
                  <a:pt x="3784" y="2083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44" name="object 1244"/>
          <p:cNvSpPr/>
          <p:nvPr/>
        </p:nvSpPr>
        <p:spPr>
          <a:xfrm>
            <a:off x="6887405" y="3087272"/>
            <a:ext cx="1014" cy="51"/>
          </a:xfrm>
          <a:custGeom>
            <a:avLst/>
            <a:gdLst/>
            <a:ahLst/>
            <a:cxnLst/>
            <a:rect l="l" t="t" r="r" b="b"/>
            <a:pathLst>
              <a:path w="1014" h="51">
                <a:moveTo>
                  <a:pt x="1014" y="51"/>
                </a:moveTo>
                <a:lnTo>
                  <a:pt x="31" y="0"/>
                </a:lnTo>
                <a:lnTo>
                  <a:pt x="1014" y="51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45" name="object 1245"/>
          <p:cNvSpPr/>
          <p:nvPr/>
        </p:nvSpPr>
        <p:spPr>
          <a:xfrm>
            <a:off x="6870376" y="3094265"/>
            <a:ext cx="27948" cy="60513"/>
          </a:xfrm>
          <a:custGeom>
            <a:avLst/>
            <a:gdLst/>
            <a:ahLst/>
            <a:cxnLst/>
            <a:rect l="l" t="t" r="r" b="b"/>
            <a:pathLst>
              <a:path w="27948" h="60513">
                <a:moveTo>
                  <a:pt x="27948" y="30254"/>
                </a:moveTo>
                <a:lnTo>
                  <a:pt x="26950" y="19008"/>
                </a:lnTo>
                <a:lnTo>
                  <a:pt x="21894" y="5326"/>
                </a:lnTo>
                <a:lnTo>
                  <a:pt x="13973" y="0"/>
                </a:lnTo>
                <a:lnTo>
                  <a:pt x="8780" y="2158"/>
                </a:lnTo>
                <a:lnTo>
                  <a:pt x="2460" y="13104"/>
                </a:lnTo>
                <a:lnTo>
                  <a:pt x="0" y="30254"/>
                </a:lnTo>
                <a:lnTo>
                  <a:pt x="998" y="41505"/>
                </a:lnTo>
                <a:lnTo>
                  <a:pt x="6054" y="55187"/>
                </a:lnTo>
                <a:lnTo>
                  <a:pt x="13974" y="60513"/>
                </a:lnTo>
                <a:lnTo>
                  <a:pt x="19169" y="58353"/>
                </a:lnTo>
                <a:lnTo>
                  <a:pt x="25487" y="47405"/>
                </a:lnTo>
                <a:lnTo>
                  <a:pt x="27948" y="3025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46" name="object 1246"/>
          <p:cNvSpPr/>
          <p:nvPr/>
        </p:nvSpPr>
        <p:spPr>
          <a:xfrm>
            <a:off x="6885087" y="3152986"/>
            <a:ext cx="3610" cy="2264"/>
          </a:xfrm>
          <a:custGeom>
            <a:avLst/>
            <a:gdLst/>
            <a:ahLst/>
            <a:cxnLst/>
            <a:rect l="l" t="t" r="r" b="b"/>
            <a:pathLst>
              <a:path w="3610" h="2264">
                <a:moveTo>
                  <a:pt x="3213" y="0"/>
                </a:moveTo>
                <a:lnTo>
                  <a:pt x="2605" y="370"/>
                </a:lnTo>
                <a:lnTo>
                  <a:pt x="1967" y="694"/>
                </a:lnTo>
                <a:lnTo>
                  <a:pt x="2590" y="378"/>
                </a:lnTo>
                <a:lnTo>
                  <a:pt x="1950" y="701"/>
                </a:lnTo>
                <a:lnTo>
                  <a:pt x="1291" y="950"/>
                </a:lnTo>
                <a:lnTo>
                  <a:pt x="618" y="1138"/>
                </a:lnTo>
                <a:lnTo>
                  <a:pt x="0" y="2264"/>
                </a:lnTo>
                <a:lnTo>
                  <a:pt x="750" y="2143"/>
                </a:lnTo>
                <a:lnTo>
                  <a:pt x="1274" y="956"/>
                </a:lnTo>
                <a:lnTo>
                  <a:pt x="1932" y="710"/>
                </a:lnTo>
                <a:lnTo>
                  <a:pt x="1486" y="1938"/>
                </a:lnTo>
                <a:lnTo>
                  <a:pt x="2208" y="1667"/>
                </a:lnTo>
                <a:lnTo>
                  <a:pt x="2916" y="1311"/>
                </a:lnTo>
                <a:lnTo>
                  <a:pt x="3610" y="891"/>
                </a:lnTo>
                <a:lnTo>
                  <a:pt x="3213" y="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47" name="object 1247"/>
          <p:cNvSpPr/>
          <p:nvPr/>
        </p:nvSpPr>
        <p:spPr>
          <a:xfrm>
            <a:off x="6888031" y="3094762"/>
            <a:ext cx="891" cy="1761"/>
          </a:xfrm>
          <a:custGeom>
            <a:avLst/>
            <a:gdLst/>
            <a:ahLst/>
            <a:cxnLst/>
            <a:rect l="l" t="t" r="r" b="b"/>
            <a:pathLst>
              <a:path w="891" h="1761">
                <a:moveTo>
                  <a:pt x="665" y="409"/>
                </a:moveTo>
                <a:lnTo>
                  <a:pt x="0" y="0"/>
                </a:lnTo>
                <a:lnTo>
                  <a:pt x="269" y="1299"/>
                </a:lnTo>
                <a:lnTo>
                  <a:pt x="891" y="1761"/>
                </a:lnTo>
                <a:lnTo>
                  <a:pt x="693" y="427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48" name="object 1248"/>
          <p:cNvSpPr/>
          <p:nvPr/>
        </p:nvSpPr>
        <p:spPr>
          <a:xfrm>
            <a:off x="6888315" y="3152508"/>
            <a:ext cx="629" cy="467"/>
          </a:xfrm>
          <a:custGeom>
            <a:avLst/>
            <a:gdLst/>
            <a:ahLst/>
            <a:cxnLst/>
            <a:rect l="l" t="t" r="r" b="b"/>
            <a:pathLst>
              <a:path w="629" h="467">
                <a:moveTo>
                  <a:pt x="629" y="0"/>
                </a:moveTo>
                <a:lnTo>
                  <a:pt x="0" y="467"/>
                </a:lnTo>
                <a:lnTo>
                  <a:pt x="608" y="18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49" name="object 1249"/>
          <p:cNvSpPr/>
          <p:nvPr/>
        </p:nvSpPr>
        <p:spPr>
          <a:xfrm>
            <a:off x="6889370" y="3150749"/>
            <a:ext cx="1366" cy="2630"/>
          </a:xfrm>
          <a:custGeom>
            <a:avLst/>
            <a:gdLst/>
            <a:ahLst/>
            <a:cxnLst/>
            <a:rect l="l" t="t" r="r" b="b"/>
            <a:pathLst>
              <a:path w="1366" h="2630">
                <a:moveTo>
                  <a:pt x="1352" y="19"/>
                </a:moveTo>
                <a:lnTo>
                  <a:pt x="771" y="665"/>
                </a:lnTo>
                <a:lnTo>
                  <a:pt x="178" y="1245"/>
                </a:lnTo>
                <a:lnTo>
                  <a:pt x="0" y="2630"/>
                </a:lnTo>
                <a:lnTo>
                  <a:pt x="665" y="2069"/>
                </a:lnTo>
                <a:lnTo>
                  <a:pt x="764" y="674"/>
                </a:lnTo>
                <a:lnTo>
                  <a:pt x="1352" y="19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50" name="object 1250"/>
          <p:cNvSpPr/>
          <p:nvPr/>
        </p:nvSpPr>
        <p:spPr>
          <a:xfrm>
            <a:off x="6890035" y="3148455"/>
            <a:ext cx="2357" cy="4364"/>
          </a:xfrm>
          <a:custGeom>
            <a:avLst/>
            <a:gdLst/>
            <a:ahLst/>
            <a:cxnLst/>
            <a:rect l="l" t="t" r="r" b="b"/>
            <a:pathLst>
              <a:path w="2357" h="4364">
                <a:moveTo>
                  <a:pt x="686" y="2313"/>
                </a:moveTo>
                <a:lnTo>
                  <a:pt x="120" y="2946"/>
                </a:lnTo>
                <a:lnTo>
                  <a:pt x="0" y="4364"/>
                </a:lnTo>
                <a:lnTo>
                  <a:pt x="637" y="3742"/>
                </a:lnTo>
                <a:lnTo>
                  <a:pt x="1260" y="3047"/>
                </a:lnTo>
                <a:lnTo>
                  <a:pt x="1861" y="2302"/>
                </a:lnTo>
                <a:lnTo>
                  <a:pt x="1826" y="822"/>
                </a:lnTo>
                <a:lnTo>
                  <a:pt x="2357" y="0"/>
                </a:lnTo>
                <a:lnTo>
                  <a:pt x="1820" y="830"/>
                </a:lnTo>
                <a:lnTo>
                  <a:pt x="1274" y="1587"/>
                </a:lnTo>
                <a:lnTo>
                  <a:pt x="686" y="2313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51" name="object 1251"/>
          <p:cNvSpPr/>
          <p:nvPr/>
        </p:nvSpPr>
        <p:spPr>
          <a:xfrm>
            <a:off x="6890722" y="3149286"/>
            <a:ext cx="1133" cy="1482"/>
          </a:xfrm>
          <a:custGeom>
            <a:avLst/>
            <a:gdLst/>
            <a:ahLst/>
            <a:cxnLst/>
            <a:rect l="l" t="t" r="r" b="b"/>
            <a:pathLst>
              <a:path w="1133" h="1482">
                <a:moveTo>
                  <a:pt x="1125" y="12"/>
                </a:moveTo>
                <a:lnTo>
                  <a:pt x="584" y="760"/>
                </a:lnTo>
                <a:lnTo>
                  <a:pt x="0" y="1482"/>
                </a:lnTo>
                <a:lnTo>
                  <a:pt x="573" y="776"/>
                </a:lnTo>
                <a:lnTo>
                  <a:pt x="1125" y="12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52" name="object 1252"/>
          <p:cNvSpPr/>
          <p:nvPr/>
        </p:nvSpPr>
        <p:spPr>
          <a:xfrm>
            <a:off x="6894594" y="3143544"/>
            <a:ext cx="467" cy="2635"/>
          </a:xfrm>
          <a:custGeom>
            <a:avLst/>
            <a:gdLst/>
            <a:ahLst/>
            <a:cxnLst/>
            <a:rect l="l" t="t" r="r" b="b"/>
            <a:pathLst>
              <a:path w="467" h="2635">
                <a:moveTo>
                  <a:pt x="162" y="18"/>
                </a:moveTo>
                <a:lnTo>
                  <a:pt x="0" y="2635"/>
                </a:lnTo>
                <a:lnTo>
                  <a:pt x="467" y="1564"/>
                </a:lnTo>
                <a:lnTo>
                  <a:pt x="169" y="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53" name="object 1253"/>
          <p:cNvSpPr/>
          <p:nvPr/>
        </p:nvSpPr>
        <p:spPr>
          <a:xfrm>
            <a:off x="6879983" y="3093759"/>
            <a:ext cx="4371" cy="2319"/>
          </a:xfrm>
          <a:custGeom>
            <a:avLst/>
            <a:gdLst/>
            <a:ahLst/>
            <a:cxnLst/>
            <a:rect l="l" t="t" r="r" b="b"/>
            <a:pathLst>
              <a:path w="4371" h="2319">
                <a:moveTo>
                  <a:pt x="3702" y="1046"/>
                </a:moveTo>
                <a:lnTo>
                  <a:pt x="4371" y="1012"/>
                </a:lnTo>
                <a:lnTo>
                  <a:pt x="4353" y="0"/>
                </a:lnTo>
                <a:lnTo>
                  <a:pt x="3631" y="34"/>
                </a:lnTo>
                <a:lnTo>
                  <a:pt x="2888" y="156"/>
                </a:lnTo>
                <a:lnTo>
                  <a:pt x="2152" y="357"/>
                </a:lnTo>
                <a:lnTo>
                  <a:pt x="1429" y="636"/>
                </a:lnTo>
                <a:lnTo>
                  <a:pt x="722" y="985"/>
                </a:lnTo>
                <a:lnTo>
                  <a:pt x="28" y="1412"/>
                </a:lnTo>
                <a:lnTo>
                  <a:pt x="396" y="2319"/>
                </a:lnTo>
                <a:lnTo>
                  <a:pt x="1061" y="1918"/>
                </a:lnTo>
                <a:lnTo>
                  <a:pt x="1713" y="1586"/>
                </a:lnTo>
                <a:lnTo>
                  <a:pt x="2371" y="1334"/>
                </a:lnTo>
                <a:lnTo>
                  <a:pt x="3029" y="1159"/>
                </a:lnTo>
                <a:lnTo>
                  <a:pt x="3702" y="1046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54" name="object 1254"/>
          <p:cNvSpPr/>
          <p:nvPr/>
        </p:nvSpPr>
        <p:spPr>
          <a:xfrm>
            <a:off x="6884336" y="3093759"/>
            <a:ext cx="10724" cy="11725"/>
          </a:xfrm>
          <a:custGeom>
            <a:avLst/>
            <a:gdLst/>
            <a:ahLst/>
            <a:cxnLst/>
            <a:rect l="l" t="t" r="r" b="b"/>
            <a:pathLst>
              <a:path w="10724" h="11725">
                <a:moveTo>
                  <a:pt x="2682" y="1586"/>
                </a:moveTo>
                <a:lnTo>
                  <a:pt x="3355" y="1927"/>
                </a:lnTo>
                <a:lnTo>
                  <a:pt x="3966" y="2303"/>
                </a:lnTo>
                <a:lnTo>
                  <a:pt x="4602" y="2777"/>
                </a:lnTo>
                <a:lnTo>
                  <a:pt x="5224" y="3304"/>
                </a:lnTo>
                <a:lnTo>
                  <a:pt x="5818" y="3888"/>
                </a:lnTo>
                <a:lnTo>
                  <a:pt x="6399" y="4534"/>
                </a:lnTo>
                <a:lnTo>
                  <a:pt x="6958" y="5222"/>
                </a:lnTo>
                <a:lnTo>
                  <a:pt x="7525" y="6007"/>
                </a:lnTo>
                <a:lnTo>
                  <a:pt x="8055" y="6836"/>
                </a:lnTo>
                <a:lnTo>
                  <a:pt x="8565" y="7716"/>
                </a:lnTo>
                <a:lnTo>
                  <a:pt x="9068" y="8649"/>
                </a:lnTo>
                <a:lnTo>
                  <a:pt x="9542" y="9626"/>
                </a:lnTo>
                <a:lnTo>
                  <a:pt x="9995" y="10660"/>
                </a:lnTo>
                <a:lnTo>
                  <a:pt x="10420" y="11725"/>
                </a:lnTo>
                <a:lnTo>
                  <a:pt x="10724" y="10178"/>
                </a:lnTo>
                <a:lnTo>
                  <a:pt x="10264" y="9129"/>
                </a:lnTo>
                <a:lnTo>
                  <a:pt x="9769" y="8109"/>
                </a:lnTo>
                <a:lnTo>
                  <a:pt x="9252" y="7141"/>
                </a:lnTo>
                <a:lnTo>
                  <a:pt x="8714" y="6216"/>
                </a:lnTo>
                <a:lnTo>
                  <a:pt x="8155" y="5353"/>
                </a:lnTo>
                <a:lnTo>
                  <a:pt x="7574" y="4551"/>
                </a:lnTo>
                <a:lnTo>
                  <a:pt x="6972" y="3801"/>
                </a:lnTo>
                <a:lnTo>
                  <a:pt x="6972" y="5240"/>
                </a:lnTo>
                <a:lnTo>
                  <a:pt x="6958" y="3784"/>
                </a:lnTo>
                <a:lnTo>
                  <a:pt x="6357" y="3112"/>
                </a:lnTo>
                <a:lnTo>
                  <a:pt x="5719" y="2485"/>
                </a:lnTo>
                <a:lnTo>
                  <a:pt x="5061" y="1927"/>
                </a:lnTo>
                <a:lnTo>
                  <a:pt x="4389" y="1429"/>
                </a:lnTo>
                <a:lnTo>
                  <a:pt x="4587" y="2764"/>
                </a:lnTo>
                <a:lnTo>
                  <a:pt x="3992" y="2319"/>
                </a:lnTo>
                <a:lnTo>
                  <a:pt x="3695" y="1002"/>
                </a:lnTo>
                <a:lnTo>
                  <a:pt x="2994" y="653"/>
                </a:lnTo>
                <a:lnTo>
                  <a:pt x="2272" y="366"/>
                </a:lnTo>
                <a:lnTo>
                  <a:pt x="1536" y="165"/>
                </a:lnTo>
                <a:lnTo>
                  <a:pt x="792" y="43"/>
                </a:lnTo>
                <a:lnTo>
                  <a:pt x="35" y="0"/>
                </a:lnTo>
                <a:lnTo>
                  <a:pt x="0" y="1011"/>
                </a:lnTo>
                <a:lnTo>
                  <a:pt x="714" y="1055"/>
                </a:lnTo>
                <a:lnTo>
                  <a:pt x="1387" y="1168"/>
                </a:lnTo>
                <a:lnTo>
                  <a:pt x="2060" y="1351"/>
                </a:lnTo>
                <a:lnTo>
                  <a:pt x="2711" y="1604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55" name="object 1255"/>
          <p:cNvSpPr/>
          <p:nvPr/>
        </p:nvSpPr>
        <p:spPr>
          <a:xfrm>
            <a:off x="6891295" y="3097543"/>
            <a:ext cx="14" cy="1456"/>
          </a:xfrm>
          <a:custGeom>
            <a:avLst/>
            <a:gdLst/>
            <a:ahLst/>
            <a:cxnLst/>
            <a:rect l="l" t="t" r="r" b="b"/>
            <a:pathLst>
              <a:path w="14" h="1456">
                <a:moveTo>
                  <a:pt x="0" y="0"/>
                </a:moveTo>
                <a:lnTo>
                  <a:pt x="14" y="1456"/>
                </a:lnTo>
                <a:lnTo>
                  <a:pt x="14" y="17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56" name="object 1256"/>
          <p:cNvSpPr/>
          <p:nvPr/>
        </p:nvSpPr>
        <p:spPr>
          <a:xfrm>
            <a:off x="6894098" y="3103937"/>
            <a:ext cx="4643" cy="43264"/>
          </a:xfrm>
          <a:custGeom>
            <a:avLst/>
            <a:gdLst/>
            <a:ahLst/>
            <a:cxnLst/>
            <a:rect l="l" t="t" r="r" b="b"/>
            <a:pathLst>
              <a:path w="4643" h="43264">
                <a:moveTo>
                  <a:pt x="3801" y="19036"/>
                </a:moveTo>
                <a:lnTo>
                  <a:pt x="3815" y="20586"/>
                </a:lnTo>
                <a:lnTo>
                  <a:pt x="3801" y="22136"/>
                </a:lnTo>
                <a:lnTo>
                  <a:pt x="3744" y="23655"/>
                </a:lnTo>
                <a:lnTo>
                  <a:pt x="3659" y="25161"/>
                </a:lnTo>
                <a:lnTo>
                  <a:pt x="3539" y="26630"/>
                </a:lnTo>
                <a:lnTo>
                  <a:pt x="3376" y="28078"/>
                </a:lnTo>
                <a:lnTo>
                  <a:pt x="3192" y="29504"/>
                </a:lnTo>
                <a:lnTo>
                  <a:pt x="2725" y="32260"/>
                </a:lnTo>
                <a:lnTo>
                  <a:pt x="2144" y="34871"/>
                </a:lnTo>
                <a:lnTo>
                  <a:pt x="1812" y="36117"/>
                </a:lnTo>
                <a:lnTo>
                  <a:pt x="1458" y="37331"/>
                </a:lnTo>
                <a:lnTo>
                  <a:pt x="1068" y="38495"/>
                </a:lnTo>
                <a:lnTo>
                  <a:pt x="660" y="39618"/>
                </a:lnTo>
                <a:lnTo>
                  <a:pt x="233" y="40689"/>
                </a:lnTo>
                <a:lnTo>
                  <a:pt x="0" y="43264"/>
                </a:lnTo>
                <a:lnTo>
                  <a:pt x="495" y="42243"/>
                </a:lnTo>
                <a:lnTo>
                  <a:pt x="658" y="39625"/>
                </a:lnTo>
                <a:lnTo>
                  <a:pt x="962" y="41171"/>
                </a:lnTo>
                <a:lnTo>
                  <a:pt x="1408" y="40057"/>
                </a:lnTo>
                <a:lnTo>
                  <a:pt x="1833" y="38893"/>
                </a:lnTo>
                <a:lnTo>
                  <a:pt x="2229" y="37695"/>
                </a:lnTo>
                <a:lnTo>
                  <a:pt x="2597" y="36447"/>
                </a:lnTo>
                <a:lnTo>
                  <a:pt x="2937" y="35162"/>
                </a:lnTo>
                <a:lnTo>
                  <a:pt x="3532" y="32498"/>
                </a:lnTo>
                <a:lnTo>
                  <a:pt x="4006" y="29687"/>
                </a:lnTo>
                <a:lnTo>
                  <a:pt x="4197" y="28225"/>
                </a:lnTo>
                <a:lnTo>
                  <a:pt x="4360" y="26747"/>
                </a:lnTo>
                <a:lnTo>
                  <a:pt x="4480" y="25247"/>
                </a:lnTo>
                <a:lnTo>
                  <a:pt x="4565" y="23714"/>
                </a:lnTo>
                <a:lnTo>
                  <a:pt x="4629" y="22165"/>
                </a:lnTo>
                <a:lnTo>
                  <a:pt x="4643" y="20592"/>
                </a:lnTo>
                <a:lnTo>
                  <a:pt x="4629" y="19023"/>
                </a:lnTo>
                <a:lnTo>
                  <a:pt x="4565" y="17469"/>
                </a:lnTo>
                <a:lnTo>
                  <a:pt x="4480" y="15940"/>
                </a:lnTo>
                <a:lnTo>
                  <a:pt x="4360" y="14433"/>
                </a:lnTo>
                <a:lnTo>
                  <a:pt x="4197" y="12958"/>
                </a:lnTo>
                <a:lnTo>
                  <a:pt x="4013" y="11507"/>
                </a:lnTo>
                <a:lnTo>
                  <a:pt x="3532" y="8704"/>
                </a:lnTo>
                <a:lnTo>
                  <a:pt x="2937" y="6032"/>
                </a:lnTo>
                <a:lnTo>
                  <a:pt x="2597" y="4740"/>
                </a:lnTo>
                <a:lnTo>
                  <a:pt x="2236" y="3495"/>
                </a:lnTo>
                <a:lnTo>
                  <a:pt x="1833" y="2292"/>
                </a:lnTo>
                <a:lnTo>
                  <a:pt x="1415" y="1133"/>
                </a:lnTo>
                <a:lnTo>
                  <a:pt x="969" y="16"/>
                </a:lnTo>
                <a:lnTo>
                  <a:pt x="658" y="1546"/>
                </a:lnTo>
                <a:lnTo>
                  <a:pt x="233" y="482"/>
                </a:lnTo>
                <a:lnTo>
                  <a:pt x="660" y="1553"/>
                </a:lnTo>
                <a:lnTo>
                  <a:pt x="1075" y="2690"/>
                </a:lnTo>
                <a:lnTo>
                  <a:pt x="1465" y="3860"/>
                </a:lnTo>
                <a:lnTo>
                  <a:pt x="1819" y="5070"/>
                </a:lnTo>
                <a:lnTo>
                  <a:pt x="2144" y="6322"/>
                </a:lnTo>
                <a:lnTo>
                  <a:pt x="2732" y="8942"/>
                </a:lnTo>
                <a:lnTo>
                  <a:pt x="3199" y="11691"/>
                </a:lnTo>
                <a:lnTo>
                  <a:pt x="3376" y="13106"/>
                </a:lnTo>
                <a:lnTo>
                  <a:pt x="3539" y="14551"/>
                </a:lnTo>
                <a:lnTo>
                  <a:pt x="3659" y="16026"/>
                </a:lnTo>
                <a:lnTo>
                  <a:pt x="3744" y="17527"/>
                </a:lnTo>
                <a:lnTo>
                  <a:pt x="3801" y="19052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57" name="object 1257"/>
          <p:cNvSpPr/>
          <p:nvPr/>
        </p:nvSpPr>
        <p:spPr>
          <a:xfrm>
            <a:off x="6894759" y="3105491"/>
            <a:ext cx="415" cy="1137"/>
          </a:xfrm>
          <a:custGeom>
            <a:avLst/>
            <a:gdLst/>
            <a:ahLst/>
            <a:cxnLst/>
            <a:rect l="l" t="t" r="r" b="b"/>
            <a:pathLst>
              <a:path w="415" h="1137">
                <a:moveTo>
                  <a:pt x="415" y="1137"/>
                </a:moveTo>
                <a:lnTo>
                  <a:pt x="4" y="11"/>
                </a:lnTo>
                <a:lnTo>
                  <a:pt x="415" y="1137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58" name="object 1258"/>
          <p:cNvSpPr/>
          <p:nvPr/>
        </p:nvSpPr>
        <p:spPr>
          <a:xfrm>
            <a:off x="6891861" y="3144626"/>
            <a:ext cx="2470" cy="6131"/>
          </a:xfrm>
          <a:custGeom>
            <a:avLst/>
            <a:gdLst/>
            <a:ahLst/>
            <a:cxnLst/>
            <a:rect l="l" t="t" r="r" b="b"/>
            <a:pathLst>
              <a:path w="2470" h="6131">
                <a:moveTo>
                  <a:pt x="1536" y="2035"/>
                </a:moveTo>
                <a:lnTo>
                  <a:pt x="1033" y="2962"/>
                </a:lnTo>
                <a:lnTo>
                  <a:pt x="516" y="3849"/>
                </a:lnTo>
                <a:lnTo>
                  <a:pt x="0" y="4650"/>
                </a:lnTo>
                <a:lnTo>
                  <a:pt x="35" y="6131"/>
                </a:lnTo>
                <a:lnTo>
                  <a:pt x="615" y="5326"/>
                </a:lnTo>
                <a:lnTo>
                  <a:pt x="1175" y="4462"/>
                </a:lnTo>
                <a:lnTo>
                  <a:pt x="1720" y="3539"/>
                </a:lnTo>
                <a:lnTo>
                  <a:pt x="2236" y="2574"/>
                </a:lnTo>
                <a:lnTo>
                  <a:pt x="2463" y="16"/>
                </a:lnTo>
                <a:lnTo>
                  <a:pt x="2010" y="1053"/>
                </a:lnTo>
                <a:lnTo>
                  <a:pt x="1536" y="2035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59" name="object 1259"/>
          <p:cNvSpPr/>
          <p:nvPr/>
        </p:nvSpPr>
        <p:spPr>
          <a:xfrm>
            <a:off x="6876325" y="3148467"/>
            <a:ext cx="543" cy="829"/>
          </a:xfrm>
          <a:custGeom>
            <a:avLst/>
            <a:gdLst/>
            <a:ahLst/>
            <a:cxnLst/>
            <a:rect l="l" t="t" r="r" b="b"/>
            <a:pathLst>
              <a:path w="543" h="829">
                <a:moveTo>
                  <a:pt x="5" y="9"/>
                </a:moveTo>
                <a:lnTo>
                  <a:pt x="543" y="829"/>
                </a:lnTo>
                <a:lnTo>
                  <a:pt x="0" y="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60" name="object 1260"/>
          <p:cNvSpPr/>
          <p:nvPr/>
        </p:nvSpPr>
        <p:spPr>
          <a:xfrm>
            <a:off x="6869966" y="3115421"/>
            <a:ext cx="4415" cy="29672"/>
          </a:xfrm>
          <a:custGeom>
            <a:avLst/>
            <a:gdLst/>
            <a:ahLst/>
            <a:cxnLst/>
            <a:rect l="l" t="t" r="r" b="b"/>
            <a:pathLst>
              <a:path w="4415" h="29672">
                <a:moveTo>
                  <a:pt x="1104" y="15146"/>
                </a:moveTo>
                <a:lnTo>
                  <a:pt x="984" y="13655"/>
                </a:lnTo>
                <a:lnTo>
                  <a:pt x="899" y="12158"/>
                </a:lnTo>
                <a:lnTo>
                  <a:pt x="842" y="10637"/>
                </a:lnTo>
                <a:lnTo>
                  <a:pt x="828" y="9102"/>
                </a:lnTo>
                <a:lnTo>
                  <a:pt x="842" y="7552"/>
                </a:lnTo>
                <a:lnTo>
                  <a:pt x="828" y="9096"/>
                </a:lnTo>
                <a:lnTo>
                  <a:pt x="637" y="0"/>
                </a:lnTo>
                <a:lnTo>
                  <a:pt x="445" y="1463"/>
                </a:lnTo>
                <a:lnTo>
                  <a:pt x="283" y="2940"/>
                </a:lnTo>
                <a:lnTo>
                  <a:pt x="162" y="4440"/>
                </a:lnTo>
                <a:lnTo>
                  <a:pt x="77" y="5974"/>
                </a:lnTo>
                <a:lnTo>
                  <a:pt x="14" y="7522"/>
                </a:lnTo>
                <a:lnTo>
                  <a:pt x="0" y="9096"/>
                </a:lnTo>
                <a:lnTo>
                  <a:pt x="14" y="10665"/>
                </a:lnTo>
                <a:lnTo>
                  <a:pt x="70" y="12216"/>
                </a:lnTo>
                <a:lnTo>
                  <a:pt x="162" y="13743"/>
                </a:lnTo>
                <a:lnTo>
                  <a:pt x="283" y="15248"/>
                </a:lnTo>
                <a:lnTo>
                  <a:pt x="445" y="16729"/>
                </a:lnTo>
                <a:lnTo>
                  <a:pt x="630" y="18180"/>
                </a:lnTo>
                <a:lnTo>
                  <a:pt x="1104" y="20984"/>
                </a:lnTo>
                <a:lnTo>
                  <a:pt x="1706" y="23656"/>
                </a:lnTo>
                <a:lnTo>
                  <a:pt x="2045" y="24947"/>
                </a:lnTo>
                <a:lnTo>
                  <a:pt x="2414" y="26194"/>
                </a:lnTo>
                <a:lnTo>
                  <a:pt x="2803" y="27393"/>
                </a:lnTo>
                <a:lnTo>
                  <a:pt x="3228" y="28555"/>
                </a:lnTo>
                <a:lnTo>
                  <a:pt x="3674" y="29672"/>
                </a:lnTo>
                <a:lnTo>
                  <a:pt x="3978" y="28123"/>
                </a:lnTo>
                <a:lnTo>
                  <a:pt x="4415" y="29218"/>
                </a:lnTo>
                <a:lnTo>
                  <a:pt x="3983" y="28135"/>
                </a:lnTo>
                <a:lnTo>
                  <a:pt x="3567" y="26997"/>
                </a:lnTo>
                <a:lnTo>
                  <a:pt x="3185" y="25830"/>
                </a:lnTo>
                <a:lnTo>
                  <a:pt x="2824" y="24615"/>
                </a:lnTo>
                <a:lnTo>
                  <a:pt x="2498" y="23365"/>
                </a:lnTo>
                <a:lnTo>
                  <a:pt x="1911" y="20746"/>
                </a:lnTo>
                <a:lnTo>
                  <a:pt x="1444" y="17996"/>
                </a:lnTo>
                <a:lnTo>
                  <a:pt x="1267" y="16582"/>
                </a:lnTo>
                <a:lnTo>
                  <a:pt x="1104" y="15129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61" name="object 1261"/>
          <p:cNvSpPr/>
          <p:nvPr/>
        </p:nvSpPr>
        <p:spPr>
          <a:xfrm>
            <a:off x="6870603" y="3102888"/>
            <a:ext cx="3504" cy="21641"/>
          </a:xfrm>
          <a:custGeom>
            <a:avLst/>
            <a:gdLst/>
            <a:ahLst/>
            <a:cxnLst/>
            <a:rect l="l" t="t" r="r" b="b"/>
            <a:pathLst>
              <a:path w="3504" h="21641">
                <a:moveTo>
                  <a:pt x="2937" y="3723"/>
                </a:moveTo>
                <a:lnTo>
                  <a:pt x="3341" y="2614"/>
                </a:lnTo>
                <a:lnTo>
                  <a:pt x="3504" y="0"/>
                </a:lnTo>
                <a:lnTo>
                  <a:pt x="3043" y="1048"/>
                </a:lnTo>
                <a:lnTo>
                  <a:pt x="2597" y="2164"/>
                </a:lnTo>
                <a:lnTo>
                  <a:pt x="2173" y="3326"/>
                </a:lnTo>
                <a:lnTo>
                  <a:pt x="1783" y="4527"/>
                </a:lnTo>
                <a:lnTo>
                  <a:pt x="1408" y="5771"/>
                </a:lnTo>
                <a:lnTo>
                  <a:pt x="1068" y="7058"/>
                </a:lnTo>
                <a:lnTo>
                  <a:pt x="474" y="9723"/>
                </a:lnTo>
                <a:lnTo>
                  <a:pt x="0" y="12532"/>
                </a:lnTo>
                <a:lnTo>
                  <a:pt x="191" y="21641"/>
                </a:lnTo>
                <a:lnTo>
                  <a:pt x="205" y="20085"/>
                </a:lnTo>
                <a:lnTo>
                  <a:pt x="261" y="18565"/>
                </a:lnTo>
                <a:lnTo>
                  <a:pt x="346" y="17059"/>
                </a:lnTo>
                <a:lnTo>
                  <a:pt x="467" y="15591"/>
                </a:lnTo>
                <a:lnTo>
                  <a:pt x="630" y="14142"/>
                </a:lnTo>
                <a:lnTo>
                  <a:pt x="814" y="12716"/>
                </a:lnTo>
                <a:lnTo>
                  <a:pt x="1281" y="9961"/>
                </a:lnTo>
                <a:lnTo>
                  <a:pt x="1861" y="7349"/>
                </a:lnTo>
                <a:lnTo>
                  <a:pt x="2194" y="6102"/>
                </a:lnTo>
                <a:lnTo>
                  <a:pt x="2555" y="4891"/>
                </a:lnTo>
                <a:lnTo>
                  <a:pt x="2937" y="3723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62" name="object 1262"/>
          <p:cNvSpPr/>
          <p:nvPr/>
        </p:nvSpPr>
        <p:spPr>
          <a:xfrm>
            <a:off x="6873640" y="3143544"/>
            <a:ext cx="6774" cy="10314"/>
          </a:xfrm>
          <a:custGeom>
            <a:avLst/>
            <a:gdLst/>
            <a:ahLst/>
            <a:cxnLst/>
            <a:rect l="l" t="t" r="r" b="b"/>
            <a:pathLst>
              <a:path w="6774" h="10314">
                <a:moveTo>
                  <a:pt x="0" y="1548"/>
                </a:moveTo>
                <a:lnTo>
                  <a:pt x="467" y="2617"/>
                </a:lnTo>
                <a:lnTo>
                  <a:pt x="736" y="1082"/>
                </a:lnTo>
                <a:lnTo>
                  <a:pt x="969" y="3638"/>
                </a:lnTo>
                <a:lnTo>
                  <a:pt x="1479" y="4602"/>
                </a:lnTo>
                <a:lnTo>
                  <a:pt x="2017" y="5523"/>
                </a:lnTo>
                <a:lnTo>
                  <a:pt x="2583" y="6389"/>
                </a:lnTo>
                <a:lnTo>
                  <a:pt x="2675" y="4909"/>
                </a:lnTo>
                <a:lnTo>
                  <a:pt x="2583" y="6389"/>
                </a:lnTo>
                <a:lnTo>
                  <a:pt x="3157" y="7191"/>
                </a:lnTo>
                <a:lnTo>
                  <a:pt x="3766" y="7940"/>
                </a:lnTo>
                <a:lnTo>
                  <a:pt x="4374" y="8630"/>
                </a:lnTo>
                <a:lnTo>
                  <a:pt x="5019" y="9256"/>
                </a:lnTo>
                <a:lnTo>
                  <a:pt x="5670" y="9816"/>
                </a:lnTo>
                <a:lnTo>
                  <a:pt x="6349" y="10314"/>
                </a:lnTo>
                <a:lnTo>
                  <a:pt x="6746" y="9422"/>
                </a:lnTo>
                <a:lnTo>
                  <a:pt x="6123" y="8962"/>
                </a:lnTo>
                <a:lnTo>
                  <a:pt x="5514" y="8440"/>
                </a:lnTo>
                <a:lnTo>
                  <a:pt x="4934" y="7879"/>
                </a:lnTo>
                <a:lnTo>
                  <a:pt x="4332" y="7206"/>
                </a:lnTo>
                <a:lnTo>
                  <a:pt x="3758" y="6496"/>
                </a:lnTo>
                <a:lnTo>
                  <a:pt x="3213" y="5734"/>
                </a:lnTo>
                <a:lnTo>
                  <a:pt x="2690" y="4931"/>
                </a:lnTo>
                <a:lnTo>
                  <a:pt x="2166" y="4029"/>
                </a:lnTo>
                <a:lnTo>
                  <a:pt x="1670" y="3098"/>
                </a:lnTo>
                <a:lnTo>
                  <a:pt x="1189" y="2114"/>
                </a:lnTo>
                <a:lnTo>
                  <a:pt x="741" y="1094"/>
                </a:lnTo>
                <a:lnTo>
                  <a:pt x="311" y="18"/>
                </a:lnTo>
                <a:lnTo>
                  <a:pt x="0" y="1548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63" name="object 1263"/>
          <p:cNvSpPr/>
          <p:nvPr/>
        </p:nvSpPr>
        <p:spPr>
          <a:xfrm>
            <a:off x="6874107" y="3144626"/>
            <a:ext cx="502" cy="2556"/>
          </a:xfrm>
          <a:custGeom>
            <a:avLst/>
            <a:gdLst/>
            <a:ahLst/>
            <a:cxnLst/>
            <a:rect l="l" t="t" r="r" b="b"/>
            <a:pathLst>
              <a:path w="502" h="2556">
                <a:moveTo>
                  <a:pt x="269" y="0"/>
                </a:moveTo>
                <a:lnTo>
                  <a:pt x="0" y="1535"/>
                </a:lnTo>
                <a:lnTo>
                  <a:pt x="502" y="2556"/>
                </a:lnTo>
                <a:lnTo>
                  <a:pt x="276" y="16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64" name="object 1264"/>
          <p:cNvSpPr/>
          <p:nvPr/>
        </p:nvSpPr>
        <p:spPr>
          <a:xfrm>
            <a:off x="6878553" y="3151401"/>
            <a:ext cx="622" cy="601"/>
          </a:xfrm>
          <a:custGeom>
            <a:avLst/>
            <a:gdLst/>
            <a:ahLst/>
            <a:cxnLst/>
            <a:rect l="l" t="t" r="r" b="b"/>
            <a:pathLst>
              <a:path w="622" h="601">
                <a:moveTo>
                  <a:pt x="21" y="23"/>
                </a:moveTo>
                <a:lnTo>
                  <a:pt x="622" y="601"/>
                </a:lnTo>
                <a:lnTo>
                  <a:pt x="1" y="1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65" name="object 1265"/>
          <p:cNvSpPr/>
          <p:nvPr/>
        </p:nvSpPr>
        <p:spPr>
          <a:xfrm>
            <a:off x="6879310" y="3095189"/>
            <a:ext cx="1734" cy="1351"/>
          </a:xfrm>
          <a:custGeom>
            <a:avLst/>
            <a:gdLst/>
            <a:ahLst/>
            <a:cxnLst/>
            <a:rect l="l" t="t" r="r" b="b"/>
            <a:pathLst>
              <a:path w="1734" h="1351">
                <a:moveTo>
                  <a:pt x="1734" y="488"/>
                </a:moveTo>
                <a:lnTo>
                  <a:pt x="1097" y="871"/>
                </a:lnTo>
                <a:lnTo>
                  <a:pt x="672" y="0"/>
                </a:lnTo>
                <a:lnTo>
                  <a:pt x="28" y="479"/>
                </a:lnTo>
                <a:lnTo>
                  <a:pt x="453" y="1351"/>
                </a:lnTo>
                <a:lnTo>
                  <a:pt x="1094" y="873"/>
                </a:lnTo>
                <a:lnTo>
                  <a:pt x="1734" y="488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66" name="object 1266"/>
          <p:cNvSpPr/>
          <p:nvPr/>
        </p:nvSpPr>
        <p:spPr>
          <a:xfrm>
            <a:off x="6873534" y="3095686"/>
            <a:ext cx="6871" cy="10942"/>
          </a:xfrm>
          <a:custGeom>
            <a:avLst/>
            <a:gdLst/>
            <a:ahLst/>
            <a:cxnLst/>
            <a:rect l="l" t="t" r="r" b="b"/>
            <a:pathLst>
              <a:path w="6871" h="10942">
                <a:moveTo>
                  <a:pt x="6871" y="376"/>
                </a:moveTo>
                <a:lnTo>
                  <a:pt x="6250" y="837"/>
                </a:lnTo>
                <a:lnTo>
                  <a:pt x="5776" y="0"/>
                </a:lnTo>
                <a:lnTo>
                  <a:pt x="5146" y="540"/>
                </a:lnTo>
                <a:lnTo>
                  <a:pt x="4509" y="1159"/>
                </a:lnTo>
                <a:lnTo>
                  <a:pt x="3886" y="1848"/>
                </a:lnTo>
                <a:lnTo>
                  <a:pt x="3277" y="2598"/>
                </a:lnTo>
                <a:lnTo>
                  <a:pt x="2697" y="3409"/>
                </a:lnTo>
                <a:lnTo>
                  <a:pt x="2137" y="4272"/>
                </a:lnTo>
                <a:lnTo>
                  <a:pt x="1592" y="5196"/>
                </a:lnTo>
                <a:lnTo>
                  <a:pt x="1083" y="6164"/>
                </a:lnTo>
                <a:lnTo>
                  <a:pt x="587" y="7176"/>
                </a:lnTo>
                <a:lnTo>
                  <a:pt x="410" y="9816"/>
                </a:lnTo>
                <a:lnTo>
                  <a:pt x="0" y="10942"/>
                </a:lnTo>
                <a:lnTo>
                  <a:pt x="415" y="9804"/>
                </a:lnTo>
                <a:lnTo>
                  <a:pt x="849" y="8717"/>
                </a:lnTo>
                <a:lnTo>
                  <a:pt x="1302" y="7680"/>
                </a:lnTo>
                <a:lnTo>
                  <a:pt x="1783" y="6696"/>
                </a:lnTo>
                <a:lnTo>
                  <a:pt x="2279" y="5772"/>
                </a:lnTo>
                <a:lnTo>
                  <a:pt x="2796" y="4882"/>
                </a:lnTo>
                <a:lnTo>
                  <a:pt x="3334" y="4063"/>
                </a:lnTo>
                <a:lnTo>
                  <a:pt x="3886" y="3295"/>
                </a:lnTo>
                <a:lnTo>
                  <a:pt x="4459" y="2580"/>
                </a:lnTo>
                <a:lnTo>
                  <a:pt x="5040" y="1935"/>
                </a:lnTo>
                <a:lnTo>
                  <a:pt x="5641" y="1360"/>
                </a:lnTo>
                <a:lnTo>
                  <a:pt x="6236" y="849"/>
                </a:lnTo>
                <a:lnTo>
                  <a:pt x="6871" y="376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67" name="object 1267"/>
          <p:cNvSpPr/>
          <p:nvPr/>
        </p:nvSpPr>
        <p:spPr>
          <a:xfrm>
            <a:off x="6880676" y="3153356"/>
            <a:ext cx="991" cy="1281"/>
          </a:xfrm>
          <a:custGeom>
            <a:avLst/>
            <a:gdLst/>
            <a:ahLst/>
            <a:cxnLst/>
            <a:rect l="l" t="t" r="r" b="b"/>
            <a:pathLst>
              <a:path w="991" h="1281">
                <a:moveTo>
                  <a:pt x="991" y="326"/>
                </a:moveTo>
                <a:lnTo>
                  <a:pt x="368" y="15"/>
                </a:lnTo>
                <a:lnTo>
                  <a:pt x="0" y="925"/>
                </a:lnTo>
                <a:lnTo>
                  <a:pt x="707" y="1281"/>
                </a:lnTo>
                <a:lnTo>
                  <a:pt x="991" y="326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68" name="object 1268"/>
          <p:cNvSpPr/>
          <p:nvPr/>
        </p:nvSpPr>
        <p:spPr>
          <a:xfrm>
            <a:off x="6881670" y="3153683"/>
            <a:ext cx="2666" cy="1606"/>
          </a:xfrm>
          <a:custGeom>
            <a:avLst/>
            <a:gdLst/>
            <a:ahLst/>
            <a:cxnLst/>
            <a:rect l="l" t="t" r="r" b="b"/>
            <a:pathLst>
              <a:path w="2666" h="1606">
                <a:moveTo>
                  <a:pt x="26" y="13"/>
                </a:moveTo>
                <a:lnTo>
                  <a:pt x="642" y="255"/>
                </a:lnTo>
                <a:lnTo>
                  <a:pt x="1314" y="437"/>
                </a:lnTo>
                <a:lnTo>
                  <a:pt x="1909" y="1563"/>
                </a:lnTo>
                <a:lnTo>
                  <a:pt x="2666" y="1606"/>
                </a:lnTo>
                <a:lnTo>
                  <a:pt x="1987" y="551"/>
                </a:lnTo>
                <a:lnTo>
                  <a:pt x="1343" y="444"/>
                </a:lnTo>
                <a:lnTo>
                  <a:pt x="678" y="265"/>
                </a:lnTo>
                <a:lnTo>
                  <a:pt x="0" y="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69" name="object 1269"/>
          <p:cNvSpPr/>
          <p:nvPr/>
        </p:nvSpPr>
        <p:spPr>
          <a:xfrm>
            <a:off x="6879990" y="3152967"/>
            <a:ext cx="3589" cy="2280"/>
          </a:xfrm>
          <a:custGeom>
            <a:avLst/>
            <a:gdLst/>
            <a:ahLst/>
            <a:cxnLst/>
            <a:rect l="l" t="t" r="r" b="b"/>
            <a:pathLst>
              <a:path w="3589" h="2280">
                <a:moveTo>
                  <a:pt x="2994" y="1154"/>
                </a:moveTo>
                <a:lnTo>
                  <a:pt x="2364" y="984"/>
                </a:lnTo>
                <a:lnTo>
                  <a:pt x="1706" y="729"/>
                </a:lnTo>
                <a:lnTo>
                  <a:pt x="1041" y="397"/>
                </a:lnTo>
                <a:lnTo>
                  <a:pt x="417" y="12"/>
                </a:lnTo>
                <a:lnTo>
                  <a:pt x="0" y="891"/>
                </a:lnTo>
                <a:lnTo>
                  <a:pt x="686" y="1314"/>
                </a:lnTo>
                <a:lnTo>
                  <a:pt x="1026" y="389"/>
                </a:lnTo>
                <a:lnTo>
                  <a:pt x="1677" y="715"/>
                </a:lnTo>
                <a:lnTo>
                  <a:pt x="1394" y="1671"/>
                </a:lnTo>
                <a:lnTo>
                  <a:pt x="2109" y="1953"/>
                </a:lnTo>
                <a:lnTo>
                  <a:pt x="2845" y="2154"/>
                </a:lnTo>
                <a:lnTo>
                  <a:pt x="3589" y="2280"/>
                </a:lnTo>
                <a:lnTo>
                  <a:pt x="2994" y="1154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70" name="object 1270"/>
          <p:cNvSpPr/>
          <p:nvPr/>
        </p:nvSpPr>
        <p:spPr>
          <a:xfrm>
            <a:off x="6882991" y="3154122"/>
            <a:ext cx="2715" cy="1167"/>
          </a:xfrm>
          <a:custGeom>
            <a:avLst/>
            <a:gdLst/>
            <a:ahLst/>
            <a:cxnLst/>
            <a:rect l="l" t="t" r="r" b="b"/>
            <a:pathLst>
              <a:path w="2715" h="1167">
                <a:moveTo>
                  <a:pt x="0" y="0"/>
                </a:moveTo>
                <a:lnTo>
                  <a:pt x="666" y="112"/>
                </a:lnTo>
                <a:lnTo>
                  <a:pt x="1345" y="1167"/>
                </a:lnTo>
                <a:lnTo>
                  <a:pt x="2096" y="1128"/>
                </a:lnTo>
                <a:lnTo>
                  <a:pt x="2060" y="112"/>
                </a:lnTo>
                <a:lnTo>
                  <a:pt x="2715" y="1"/>
                </a:lnTo>
                <a:lnTo>
                  <a:pt x="2046" y="113"/>
                </a:lnTo>
                <a:lnTo>
                  <a:pt x="1381" y="151"/>
                </a:lnTo>
                <a:lnTo>
                  <a:pt x="701" y="116"/>
                </a:lnTo>
                <a:lnTo>
                  <a:pt x="0" y="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71" name="object 1271"/>
          <p:cNvSpPr/>
          <p:nvPr/>
        </p:nvSpPr>
        <p:spPr>
          <a:xfrm>
            <a:off x="6883670" y="3154235"/>
            <a:ext cx="1367" cy="38"/>
          </a:xfrm>
          <a:custGeom>
            <a:avLst/>
            <a:gdLst/>
            <a:ahLst/>
            <a:cxnLst/>
            <a:rect l="l" t="t" r="r" b="b"/>
            <a:pathLst>
              <a:path w="1367" h="38">
                <a:moveTo>
                  <a:pt x="683" y="37"/>
                </a:moveTo>
                <a:lnTo>
                  <a:pt x="0" y="0"/>
                </a:lnTo>
                <a:lnTo>
                  <a:pt x="665" y="38"/>
                </a:lnTo>
                <a:lnTo>
                  <a:pt x="1345" y="3"/>
                </a:lnTo>
                <a:lnTo>
                  <a:pt x="683" y="37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72" name="object 1272"/>
          <p:cNvSpPr/>
          <p:nvPr/>
        </p:nvSpPr>
        <p:spPr>
          <a:xfrm>
            <a:off x="6885051" y="3154121"/>
            <a:ext cx="672" cy="1129"/>
          </a:xfrm>
          <a:custGeom>
            <a:avLst/>
            <a:gdLst/>
            <a:ahLst/>
            <a:cxnLst/>
            <a:rect l="l" t="t" r="r" b="b"/>
            <a:pathLst>
              <a:path w="672" h="1129">
                <a:moveTo>
                  <a:pt x="637" y="7"/>
                </a:moveTo>
                <a:lnTo>
                  <a:pt x="0" y="113"/>
                </a:lnTo>
                <a:lnTo>
                  <a:pt x="35" y="1129"/>
                </a:lnTo>
                <a:lnTo>
                  <a:pt x="637" y="7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73" name="object 1273"/>
          <p:cNvSpPr/>
          <p:nvPr/>
        </p:nvSpPr>
        <p:spPr>
          <a:xfrm>
            <a:off x="6885837" y="3153696"/>
            <a:ext cx="1182" cy="1432"/>
          </a:xfrm>
          <a:custGeom>
            <a:avLst/>
            <a:gdLst/>
            <a:ahLst/>
            <a:cxnLst/>
            <a:rect l="l" t="t" r="r" b="b"/>
            <a:pathLst>
              <a:path w="1182" h="1432">
                <a:moveTo>
                  <a:pt x="1182" y="0"/>
                </a:moveTo>
                <a:lnTo>
                  <a:pt x="552" y="236"/>
                </a:lnTo>
                <a:lnTo>
                  <a:pt x="0" y="1432"/>
                </a:lnTo>
                <a:lnTo>
                  <a:pt x="736" y="1227"/>
                </a:lnTo>
                <a:lnTo>
                  <a:pt x="1182" y="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74" name="object 1274"/>
          <p:cNvSpPr/>
          <p:nvPr/>
        </p:nvSpPr>
        <p:spPr>
          <a:xfrm>
            <a:off x="6887055" y="3151984"/>
            <a:ext cx="2505" cy="1892"/>
          </a:xfrm>
          <a:custGeom>
            <a:avLst/>
            <a:gdLst/>
            <a:ahLst/>
            <a:cxnLst/>
            <a:rect l="l" t="t" r="r" b="b"/>
            <a:pathLst>
              <a:path w="2505" h="1892">
                <a:moveTo>
                  <a:pt x="0" y="1696"/>
                </a:moveTo>
                <a:lnTo>
                  <a:pt x="608" y="1388"/>
                </a:lnTo>
                <a:lnTo>
                  <a:pt x="1245" y="1001"/>
                </a:lnTo>
                <a:lnTo>
                  <a:pt x="1642" y="1892"/>
                </a:lnTo>
                <a:lnTo>
                  <a:pt x="2314" y="1395"/>
                </a:lnTo>
                <a:lnTo>
                  <a:pt x="2484" y="19"/>
                </a:lnTo>
                <a:lnTo>
                  <a:pt x="1868" y="542"/>
                </a:lnTo>
                <a:lnTo>
                  <a:pt x="1274" y="982"/>
                </a:lnTo>
                <a:lnTo>
                  <a:pt x="622" y="1380"/>
                </a:lnTo>
                <a:lnTo>
                  <a:pt x="0" y="1696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75" name="object 1275"/>
          <p:cNvSpPr/>
          <p:nvPr/>
        </p:nvSpPr>
        <p:spPr>
          <a:xfrm>
            <a:off x="6879692" y="3117400"/>
            <a:ext cx="8176" cy="17799"/>
          </a:xfrm>
          <a:custGeom>
            <a:avLst/>
            <a:gdLst/>
            <a:ahLst/>
            <a:cxnLst/>
            <a:rect l="l" t="t" r="r" b="b"/>
            <a:pathLst>
              <a:path w="8176" h="17799">
                <a:moveTo>
                  <a:pt x="8176" y="8899"/>
                </a:moveTo>
                <a:lnTo>
                  <a:pt x="8176" y="3984"/>
                </a:lnTo>
                <a:lnTo>
                  <a:pt x="6349" y="0"/>
                </a:lnTo>
                <a:lnTo>
                  <a:pt x="1833" y="0"/>
                </a:lnTo>
                <a:lnTo>
                  <a:pt x="0" y="3984"/>
                </a:lnTo>
                <a:lnTo>
                  <a:pt x="0" y="13815"/>
                </a:lnTo>
                <a:lnTo>
                  <a:pt x="1833" y="17799"/>
                </a:lnTo>
                <a:lnTo>
                  <a:pt x="6349" y="17799"/>
                </a:lnTo>
                <a:lnTo>
                  <a:pt x="8176" y="13815"/>
                </a:lnTo>
                <a:lnTo>
                  <a:pt x="8176" y="8899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76" name="object 1276"/>
          <p:cNvSpPr/>
          <p:nvPr/>
        </p:nvSpPr>
        <p:spPr>
          <a:xfrm>
            <a:off x="6881349" y="3117273"/>
            <a:ext cx="7659" cy="17672"/>
          </a:xfrm>
          <a:custGeom>
            <a:avLst/>
            <a:gdLst/>
            <a:ahLst/>
            <a:cxnLst/>
            <a:rect l="l" t="t" r="r" b="b"/>
            <a:pathLst>
              <a:path w="7659" h="17672">
                <a:moveTo>
                  <a:pt x="7659" y="8836"/>
                </a:moveTo>
                <a:lnTo>
                  <a:pt x="7659" y="3956"/>
                </a:lnTo>
                <a:lnTo>
                  <a:pt x="5946" y="0"/>
                </a:lnTo>
                <a:lnTo>
                  <a:pt x="1713" y="0"/>
                </a:lnTo>
                <a:lnTo>
                  <a:pt x="0" y="3956"/>
                </a:lnTo>
                <a:lnTo>
                  <a:pt x="0" y="13716"/>
                </a:lnTo>
                <a:lnTo>
                  <a:pt x="1713" y="17672"/>
                </a:lnTo>
                <a:lnTo>
                  <a:pt x="5946" y="17672"/>
                </a:lnTo>
                <a:lnTo>
                  <a:pt x="7659" y="13716"/>
                </a:lnTo>
                <a:lnTo>
                  <a:pt x="7659" y="8836"/>
                </a:lnTo>
                <a:close/>
              </a:path>
            </a:pathLst>
          </a:custGeom>
          <a:solidFill>
            <a:srgbClr val="DFDFD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77" name="object 1277"/>
          <p:cNvSpPr/>
          <p:nvPr/>
        </p:nvSpPr>
        <p:spPr>
          <a:xfrm>
            <a:off x="7140520" y="3022687"/>
            <a:ext cx="42233" cy="48558"/>
          </a:xfrm>
          <a:custGeom>
            <a:avLst/>
            <a:gdLst/>
            <a:ahLst/>
            <a:cxnLst/>
            <a:rect l="l" t="t" r="r" b="b"/>
            <a:pathLst>
              <a:path w="42233" h="48558">
                <a:moveTo>
                  <a:pt x="0" y="6094"/>
                </a:moveTo>
                <a:lnTo>
                  <a:pt x="9627" y="40423"/>
                </a:lnTo>
                <a:lnTo>
                  <a:pt x="40881" y="48558"/>
                </a:lnTo>
                <a:lnTo>
                  <a:pt x="42021" y="43475"/>
                </a:lnTo>
                <a:lnTo>
                  <a:pt x="42233" y="32166"/>
                </a:lnTo>
                <a:lnTo>
                  <a:pt x="41504" y="25425"/>
                </a:lnTo>
                <a:lnTo>
                  <a:pt x="39954" y="16017"/>
                </a:lnTo>
                <a:lnTo>
                  <a:pt x="35190" y="7498"/>
                </a:lnTo>
                <a:lnTo>
                  <a:pt x="29916" y="2153"/>
                </a:lnTo>
                <a:lnTo>
                  <a:pt x="21527" y="0"/>
                </a:lnTo>
                <a:lnTo>
                  <a:pt x="12423" y="0"/>
                </a:lnTo>
                <a:lnTo>
                  <a:pt x="4969" y="2415"/>
                </a:lnTo>
                <a:lnTo>
                  <a:pt x="0" y="609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78" name="object 1278"/>
          <p:cNvSpPr/>
          <p:nvPr/>
        </p:nvSpPr>
        <p:spPr>
          <a:xfrm>
            <a:off x="7112151" y="3025346"/>
            <a:ext cx="44403" cy="96791"/>
          </a:xfrm>
          <a:custGeom>
            <a:avLst/>
            <a:gdLst/>
            <a:ahLst/>
            <a:cxnLst/>
            <a:rect l="l" t="t" r="r" b="b"/>
            <a:pathLst>
              <a:path w="44403" h="96791">
                <a:moveTo>
                  <a:pt x="34216" y="48323"/>
                </a:moveTo>
                <a:lnTo>
                  <a:pt x="44403" y="2197"/>
                </a:lnTo>
                <a:lnTo>
                  <a:pt x="33657" y="0"/>
                </a:lnTo>
                <a:lnTo>
                  <a:pt x="23326" y="2517"/>
                </a:lnTo>
                <a:lnTo>
                  <a:pt x="14100" y="9240"/>
                </a:lnTo>
                <a:lnTo>
                  <a:pt x="6665" y="19661"/>
                </a:lnTo>
                <a:lnTo>
                  <a:pt x="1709" y="33270"/>
                </a:lnTo>
                <a:lnTo>
                  <a:pt x="0" y="47971"/>
                </a:lnTo>
                <a:lnTo>
                  <a:pt x="1317" y="61575"/>
                </a:lnTo>
                <a:lnTo>
                  <a:pt x="5228" y="73970"/>
                </a:lnTo>
                <a:lnTo>
                  <a:pt x="11447" y="84389"/>
                </a:lnTo>
                <a:lnTo>
                  <a:pt x="19690" y="92064"/>
                </a:lnTo>
                <a:lnTo>
                  <a:pt x="24030" y="94439"/>
                </a:lnTo>
                <a:lnTo>
                  <a:pt x="27711" y="96059"/>
                </a:lnTo>
                <a:lnTo>
                  <a:pt x="31555" y="96791"/>
                </a:lnTo>
                <a:lnTo>
                  <a:pt x="35406" y="96602"/>
                </a:lnTo>
                <a:lnTo>
                  <a:pt x="34216" y="48323"/>
                </a:lnTo>
                <a:close/>
              </a:path>
            </a:pathLst>
          </a:custGeom>
          <a:solidFill>
            <a:srgbClr val="1F1F1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79" name="object 1279"/>
          <p:cNvSpPr/>
          <p:nvPr/>
        </p:nvSpPr>
        <p:spPr>
          <a:xfrm>
            <a:off x="7124168" y="3026881"/>
            <a:ext cx="54133" cy="95096"/>
          </a:xfrm>
          <a:custGeom>
            <a:avLst/>
            <a:gdLst/>
            <a:ahLst/>
            <a:cxnLst/>
            <a:rect l="l" t="t" r="r" b="b"/>
            <a:pathLst>
              <a:path w="54133" h="95096">
                <a:moveTo>
                  <a:pt x="54133" y="47547"/>
                </a:moveTo>
                <a:lnTo>
                  <a:pt x="53950" y="41994"/>
                </a:lnTo>
                <a:lnTo>
                  <a:pt x="51041" y="25457"/>
                </a:lnTo>
                <a:lnTo>
                  <a:pt x="45125" y="12129"/>
                </a:lnTo>
                <a:lnTo>
                  <a:pt x="36900" y="3236"/>
                </a:lnTo>
                <a:lnTo>
                  <a:pt x="27063" y="0"/>
                </a:lnTo>
                <a:lnTo>
                  <a:pt x="23905" y="320"/>
                </a:lnTo>
                <a:lnTo>
                  <a:pt x="14493" y="5429"/>
                </a:lnTo>
                <a:lnTo>
                  <a:pt x="6906" y="15819"/>
                </a:lnTo>
                <a:lnTo>
                  <a:pt x="1842" y="30266"/>
                </a:lnTo>
                <a:lnTo>
                  <a:pt x="0" y="47547"/>
                </a:lnTo>
                <a:lnTo>
                  <a:pt x="182" y="53097"/>
                </a:lnTo>
                <a:lnTo>
                  <a:pt x="3091" y="69635"/>
                </a:lnTo>
                <a:lnTo>
                  <a:pt x="9006" y="82964"/>
                </a:lnTo>
                <a:lnTo>
                  <a:pt x="17229" y="91859"/>
                </a:lnTo>
                <a:lnTo>
                  <a:pt x="27063" y="95096"/>
                </a:lnTo>
                <a:lnTo>
                  <a:pt x="30225" y="94775"/>
                </a:lnTo>
                <a:lnTo>
                  <a:pt x="39640" y="89664"/>
                </a:lnTo>
                <a:lnTo>
                  <a:pt x="47227" y="79273"/>
                </a:lnTo>
                <a:lnTo>
                  <a:pt x="52290" y="64826"/>
                </a:lnTo>
                <a:lnTo>
                  <a:pt x="54133" y="47547"/>
                </a:lnTo>
                <a:close/>
              </a:path>
            </a:pathLst>
          </a:custGeom>
          <a:solidFill>
            <a:srgbClr val="5F5F5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80" name="object 1280"/>
          <p:cNvSpPr/>
          <p:nvPr/>
        </p:nvSpPr>
        <p:spPr>
          <a:xfrm>
            <a:off x="7127792" y="3030944"/>
            <a:ext cx="47606" cy="87473"/>
          </a:xfrm>
          <a:custGeom>
            <a:avLst/>
            <a:gdLst/>
            <a:ahLst/>
            <a:cxnLst/>
            <a:rect l="l" t="t" r="r" b="b"/>
            <a:pathLst>
              <a:path w="47606" h="87473">
                <a:moveTo>
                  <a:pt x="47606" y="43736"/>
                </a:moveTo>
                <a:lnTo>
                  <a:pt x="45949" y="27671"/>
                </a:lnTo>
                <a:lnTo>
                  <a:pt x="40895" y="13295"/>
                </a:lnTo>
                <a:lnTo>
                  <a:pt x="33243" y="3572"/>
                </a:lnTo>
                <a:lnTo>
                  <a:pt x="23806" y="0"/>
                </a:lnTo>
                <a:lnTo>
                  <a:pt x="15057" y="3046"/>
                </a:lnTo>
                <a:lnTo>
                  <a:pt x="7233" y="12336"/>
                </a:lnTo>
                <a:lnTo>
                  <a:pt x="1943" y="26397"/>
                </a:lnTo>
                <a:lnTo>
                  <a:pt x="0" y="43736"/>
                </a:lnTo>
                <a:lnTo>
                  <a:pt x="1657" y="59805"/>
                </a:lnTo>
                <a:lnTo>
                  <a:pt x="6712" y="74180"/>
                </a:lnTo>
                <a:lnTo>
                  <a:pt x="14366" y="83901"/>
                </a:lnTo>
                <a:lnTo>
                  <a:pt x="23806" y="87473"/>
                </a:lnTo>
                <a:lnTo>
                  <a:pt x="32550" y="84428"/>
                </a:lnTo>
                <a:lnTo>
                  <a:pt x="40373" y="75139"/>
                </a:lnTo>
                <a:lnTo>
                  <a:pt x="45662" y="61076"/>
                </a:lnTo>
                <a:lnTo>
                  <a:pt x="47606" y="43736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81" name="object 1281"/>
          <p:cNvSpPr/>
          <p:nvPr/>
        </p:nvSpPr>
        <p:spPr>
          <a:xfrm>
            <a:off x="7137313" y="3044547"/>
            <a:ext cx="30949" cy="61284"/>
          </a:xfrm>
          <a:custGeom>
            <a:avLst/>
            <a:gdLst/>
            <a:ahLst/>
            <a:cxnLst/>
            <a:rect l="l" t="t" r="r" b="b"/>
            <a:pathLst>
              <a:path w="30949" h="61284">
                <a:moveTo>
                  <a:pt x="30949" y="30640"/>
                </a:moveTo>
                <a:lnTo>
                  <a:pt x="29637" y="18276"/>
                </a:lnTo>
                <a:lnTo>
                  <a:pt x="24026" y="5102"/>
                </a:lnTo>
                <a:lnTo>
                  <a:pt x="15474" y="0"/>
                </a:lnTo>
                <a:lnTo>
                  <a:pt x="9229" y="2598"/>
                </a:lnTo>
                <a:lnTo>
                  <a:pt x="2576" y="13708"/>
                </a:lnTo>
                <a:lnTo>
                  <a:pt x="0" y="30640"/>
                </a:lnTo>
                <a:lnTo>
                  <a:pt x="1313" y="43011"/>
                </a:lnTo>
                <a:lnTo>
                  <a:pt x="6923" y="56184"/>
                </a:lnTo>
                <a:lnTo>
                  <a:pt x="15474" y="61284"/>
                </a:lnTo>
                <a:lnTo>
                  <a:pt x="21721" y="58684"/>
                </a:lnTo>
                <a:lnTo>
                  <a:pt x="28373" y="47575"/>
                </a:lnTo>
                <a:lnTo>
                  <a:pt x="30949" y="3064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82" name="object 1282"/>
          <p:cNvSpPr/>
          <p:nvPr/>
        </p:nvSpPr>
        <p:spPr>
          <a:xfrm>
            <a:off x="7160247" y="3049723"/>
            <a:ext cx="597" cy="761"/>
          </a:xfrm>
          <a:custGeom>
            <a:avLst/>
            <a:gdLst/>
            <a:ahLst/>
            <a:cxnLst/>
            <a:rect l="l" t="t" r="r" b="b"/>
            <a:pathLst>
              <a:path w="597" h="761">
                <a:moveTo>
                  <a:pt x="597" y="761"/>
                </a:moveTo>
                <a:lnTo>
                  <a:pt x="9" y="11"/>
                </a:lnTo>
                <a:lnTo>
                  <a:pt x="597" y="761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83" name="object 1283"/>
          <p:cNvSpPr/>
          <p:nvPr/>
        </p:nvSpPr>
        <p:spPr>
          <a:xfrm>
            <a:off x="7158339" y="3047795"/>
            <a:ext cx="671" cy="596"/>
          </a:xfrm>
          <a:custGeom>
            <a:avLst/>
            <a:gdLst/>
            <a:ahLst/>
            <a:cxnLst/>
            <a:rect l="l" t="t" r="r" b="b"/>
            <a:pathLst>
              <a:path w="671" h="596">
                <a:moveTo>
                  <a:pt x="671" y="596"/>
                </a:moveTo>
                <a:lnTo>
                  <a:pt x="27" y="21"/>
                </a:lnTo>
                <a:lnTo>
                  <a:pt x="671" y="596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84" name="object 1284"/>
          <p:cNvSpPr/>
          <p:nvPr/>
        </p:nvSpPr>
        <p:spPr>
          <a:xfrm>
            <a:off x="7153536" y="3045609"/>
            <a:ext cx="731" cy="105"/>
          </a:xfrm>
          <a:custGeom>
            <a:avLst/>
            <a:gdLst/>
            <a:ahLst/>
            <a:cxnLst/>
            <a:rect l="l" t="t" r="r" b="b"/>
            <a:pathLst>
              <a:path w="731" h="105">
                <a:moveTo>
                  <a:pt x="731" y="105"/>
                </a:moveTo>
                <a:lnTo>
                  <a:pt x="16" y="0"/>
                </a:lnTo>
                <a:lnTo>
                  <a:pt x="731" y="105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85" name="object 1285"/>
          <p:cNvSpPr/>
          <p:nvPr/>
        </p:nvSpPr>
        <p:spPr>
          <a:xfrm>
            <a:off x="7145335" y="3049002"/>
            <a:ext cx="636" cy="723"/>
          </a:xfrm>
          <a:custGeom>
            <a:avLst/>
            <a:gdLst/>
            <a:ahLst/>
            <a:cxnLst/>
            <a:rect l="l" t="t" r="r" b="b"/>
            <a:pathLst>
              <a:path w="636" h="723">
                <a:moveTo>
                  <a:pt x="636" y="0"/>
                </a:moveTo>
                <a:lnTo>
                  <a:pt x="27" y="688"/>
                </a:lnTo>
                <a:lnTo>
                  <a:pt x="636" y="0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86" name="object 1286"/>
          <p:cNvSpPr/>
          <p:nvPr/>
        </p:nvSpPr>
        <p:spPr>
          <a:xfrm>
            <a:off x="7143608" y="3051269"/>
            <a:ext cx="572" cy="893"/>
          </a:xfrm>
          <a:custGeom>
            <a:avLst/>
            <a:gdLst/>
            <a:ahLst/>
            <a:cxnLst/>
            <a:rect l="l" t="t" r="r" b="b"/>
            <a:pathLst>
              <a:path w="572" h="893">
                <a:moveTo>
                  <a:pt x="572" y="0"/>
                </a:moveTo>
                <a:lnTo>
                  <a:pt x="12" y="871"/>
                </a:lnTo>
                <a:lnTo>
                  <a:pt x="572" y="0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87" name="object 1287"/>
          <p:cNvSpPr/>
          <p:nvPr/>
        </p:nvSpPr>
        <p:spPr>
          <a:xfrm>
            <a:off x="7138142" y="3073635"/>
            <a:ext cx="21" cy="1567"/>
          </a:xfrm>
          <a:custGeom>
            <a:avLst/>
            <a:gdLst/>
            <a:ahLst/>
            <a:cxnLst/>
            <a:rect l="l" t="t" r="r" b="b"/>
            <a:pathLst>
              <a:path w="21" h="1567">
                <a:moveTo>
                  <a:pt x="21" y="0"/>
                </a:moveTo>
                <a:lnTo>
                  <a:pt x="0" y="1552"/>
                </a:lnTo>
                <a:lnTo>
                  <a:pt x="21" y="0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88" name="object 1288"/>
          <p:cNvSpPr/>
          <p:nvPr/>
        </p:nvSpPr>
        <p:spPr>
          <a:xfrm>
            <a:off x="7136485" y="3061593"/>
            <a:ext cx="7135" cy="39673"/>
          </a:xfrm>
          <a:custGeom>
            <a:avLst/>
            <a:gdLst/>
            <a:ahLst/>
            <a:cxnLst/>
            <a:rect l="l" t="t" r="r" b="b"/>
            <a:pathLst>
              <a:path w="7135" h="39673">
                <a:moveTo>
                  <a:pt x="4650" y="35784"/>
                </a:moveTo>
                <a:lnTo>
                  <a:pt x="5089" y="32610"/>
                </a:lnTo>
                <a:lnTo>
                  <a:pt x="5203" y="36839"/>
                </a:lnTo>
                <a:lnTo>
                  <a:pt x="5790" y="37833"/>
                </a:lnTo>
                <a:lnTo>
                  <a:pt x="6399" y="38784"/>
                </a:lnTo>
                <a:lnTo>
                  <a:pt x="7029" y="39673"/>
                </a:lnTo>
                <a:lnTo>
                  <a:pt x="7114" y="36612"/>
                </a:lnTo>
                <a:lnTo>
                  <a:pt x="6569" y="35688"/>
                </a:lnTo>
                <a:lnTo>
                  <a:pt x="6059" y="34712"/>
                </a:lnTo>
                <a:lnTo>
                  <a:pt x="5564" y="33683"/>
                </a:lnTo>
                <a:lnTo>
                  <a:pt x="5094" y="32621"/>
                </a:lnTo>
                <a:lnTo>
                  <a:pt x="4650" y="31485"/>
                </a:lnTo>
                <a:lnTo>
                  <a:pt x="4233" y="30317"/>
                </a:lnTo>
                <a:lnTo>
                  <a:pt x="3836" y="29114"/>
                </a:lnTo>
                <a:lnTo>
                  <a:pt x="3475" y="27867"/>
                </a:lnTo>
                <a:lnTo>
                  <a:pt x="3143" y="26576"/>
                </a:lnTo>
                <a:lnTo>
                  <a:pt x="2852" y="25286"/>
                </a:lnTo>
                <a:lnTo>
                  <a:pt x="2576" y="23900"/>
                </a:lnTo>
                <a:lnTo>
                  <a:pt x="2336" y="22504"/>
                </a:lnTo>
                <a:lnTo>
                  <a:pt x="2130" y="21074"/>
                </a:lnTo>
                <a:lnTo>
                  <a:pt x="1960" y="19627"/>
                </a:lnTo>
                <a:lnTo>
                  <a:pt x="1826" y="18153"/>
                </a:lnTo>
                <a:lnTo>
                  <a:pt x="1734" y="16654"/>
                </a:lnTo>
                <a:lnTo>
                  <a:pt x="1670" y="15128"/>
                </a:lnTo>
                <a:lnTo>
                  <a:pt x="1656" y="13619"/>
                </a:lnTo>
                <a:lnTo>
                  <a:pt x="1564" y="0"/>
                </a:lnTo>
                <a:lnTo>
                  <a:pt x="1245" y="1403"/>
                </a:lnTo>
                <a:lnTo>
                  <a:pt x="962" y="2825"/>
                </a:lnTo>
                <a:lnTo>
                  <a:pt x="714" y="4281"/>
                </a:lnTo>
                <a:lnTo>
                  <a:pt x="502" y="5772"/>
                </a:lnTo>
                <a:lnTo>
                  <a:pt x="325" y="7280"/>
                </a:lnTo>
                <a:lnTo>
                  <a:pt x="184" y="8824"/>
                </a:lnTo>
                <a:lnTo>
                  <a:pt x="84" y="10384"/>
                </a:lnTo>
                <a:lnTo>
                  <a:pt x="21" y="11980"/>
                </a:lnTo>
                <a:lnTo>
                  <a:pt x="0" y="13584"/>
                </a:lnTo>
                <a:lnTo>
                  <a:pt x="21" y="15189"/>
                </a:lnTo>
                <a:lnTo>
                  <a:pt x="84" y="16784"/>
                </a:lnTo>
                <a:lnTo>
                  <a:pt x="176" y="18345"/>
                </a:lnTo>
                <a:lnTo>
                  <a:pt x="318" y="19889"/>
                </a:lnTo>
                <a:lnTo>
                  <a:pt x="502" y="21397"/>
                </a:lnTo>
                <a:lnTo>
                  <a:pt x="707" y="22888"/>
                </a:lnTo>
                <a:lnTo>
                  <a:pt x="962" y="24344"/>
                </a:lnTo>
                <a:lnTo>
                  <a:pt x="1238" y="25765"/>
                </a:lnTo>
                <a:lnTo>
                  <a:pt x="1557" y="27152"/>
                </a:lnTo>
                <a:lnTo>
                  <a:pt x="1911" y="28512"/>
                </a:lnTo>
                <a:lnTo>
                  <a:pt x="2293" y="29829"/>
                </a:lnTo>
                <a:lnTo>
                  <a:pt x="2704" y="31102"/>
                </a:lnTo>
                <a:lnTo>
                  <a:pt x="2845" y="25251"/>
                </a:lnTo>
                <a:lnTo>
                  <a:pt x="2704" y="31102"/>
                </a:lnTo>
                <a:lnTo>
                  <a:pt x="3143" y="32340"/>
                </a:lnTo>
                <a:lnTo>
                  <a:pt x="3617" y="33535"/>
                </a:lnTo>
                <a:lnTo>
                  <a:pt x="4120" y="34685"/>
                </a:lnTo>
                <a:lnTo>
                  <a:pt x="4650" y="35784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89" name="object 1289"/>
          <p:cNvSpPr/>
          <p:nvPr/>
        </p:nvSpPr>
        <p:spPr>
          <a:xfrm>
            <a:off x="7143054" y="3046787"/>
            <a:ext cx="2498" cy="6312"/>
          </a:xfrm>
          <a:custGeom>
            <a:avLst/>
            <a:gdLst/>
            <a:ahLst/>
            <a:cxnLst/>
            <a:rect l="l" t="t" r="r" b="b"/>
            <a:pathLst>
              <a:path w="2498" h="6312">
                <a:moveTo>
                  <a:pt x="0" y="6312"/>
                </a:moveTo>
                <a:lnTo>
                  <a:pt x="553" y="5375"/>
                </a:lnTo>
                <a:lnTo>
                  <a:pt x="1125" y="4481"/>
                </a:lnTo>
                <a:lnTo>
                  <a:pt x="1706" y="3662"/>
                </a:lnTo>
                <a:lnTo>
                  <a:pt x="2272" y="2947"/>
                </a:lnTo>
                <a:lnTo>
                  <a:pt x="2498" y="0"/>
                </a:lnTo>
                <a:lnTo>
                  <a:pt x="1826" y="680"/>
                </a:lnTo>
                <a:lnTo>
                  <a:pt x="1146" y="1447"/>
                </a:lnTo>
                <a:lnTo>
                  <a:pt x="545" y="5388"/>
                </a:lnTo>
                <a:lnTo>
                  <a:pt x="0" y="6312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90" name="object 1290"/>
          <p:cNvSpPr/>
          <p:nvPr/>
        </p:nvSpPr>
        <p:spPr>
          <a:xfrm>
            <a:off x="7143515" y="3098206"/>
            <a:ext cx="1847" cy="4673"/>
          </a:xfrm>
          <a:custGeom>
            <a:avLst/>
            <a:gdLst/>
            <a:ahLst/>
            <a:cxnLst/>
            <a:rect l="l" t="t" r="r" b="b"/>
            <a:pathLst>
              <a:path w="1847" h="4673">
                <a:moveTo>
                  <a:pt x="1217" y="1691"/>
                </a:moveTo>
                <a:lnTo>
                  <a:pt x="644" y="871"/>
                </a:lnTo>
                <a:lnTo>
                  <a:pt x="93" y="12"/>
                </a:lnTo>
                <a:lnTo>
                  <a:pt x="0" y="3060"/>
                </a:lnTo>
                <a:lnTo>
                  <a:pt x="651" y="3897"/>
                </a:lnTo>
                <a:lnTo>
                  <a:pt x="1337" y="4673"/>
                </a:lnTo>
                <a:lnTo>
                  <a:pt x="1812" y="2441"/>
                </a:lnTo>
                <a:lnTo>
                  <a:pt x="1217" y="1691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91" name="object 1291"/>
          <p:cNvSpPr/>
          <p:nvPr/>
        </p:nvSpPr>
        <p:spPr>
          <a:xfrm>
            <a:off x="7144853" y="3100647"/>
            <a:ext cx="2166" cy="4186"/>
          </a:xfrm>
          <a:custGeom>
            <a:avLst/>
            <a:gdLst/>
            <a:ahLst/>
            <a:cxnLst/>
            <a:rect l="l" t="t" r="r" b="b"/>
            <a:pathLst>
              <a:path w="2166" h="4186">
                <a:moveTo>
                  <a:pt x="1720" y="1342"/>
                </a:moveTo>
                <a:lnTo>
                  <a:pt x="1422" y="3600"/>
                </a:lnTo>
                <a:lnTo>
                  <a:pt x="2166" y="4186"/>
                </a:lnTo>
                <a:lnTo>
                  <a:pt x="1755" y="1377"/>
                </a:lnTo>
                <a:lnTo>
                  <a:pt x="1090" y="697"/>
                </a:lnTo>
                <a:lnTo>
                  <a:pt x="482" y="9"/>
                </a:lnTo>
                <a:lnTo>
                  <a:pt x="0" y="2232"/>
                </a:lnTo>
                <a:lnTo>
                  <a:pt x="700" y="2948"/>
                </a:lnTo>
                <a:lnTo>
                  <a:pt x="1422" y="3600"/>
                </a:lnTo>
                <a:lnTo>
                  <a:pt x="1720" y="1342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92" name="object 1292"/>
          <p:cNvSpPr/>
          <p:nvPr/>
        </p:nvSpPr>
        <p:spPr>
          <a:xfrm>
            <a:off x="7146275" y="3045035"/>
            <a:ext cx="1514" cy="3356"/>
          </a:xfrm>
          <a:custGeom>
            <a:avLst/>
            <a:gdLst/>
            <a:ahLst/>
            <a:cxnLst/>
            <a:rect l="l" t="t" r="r" b="b"/>
            <a:pathLst>
              <a:path w="1514" h="3356">
                <a:moveTo>
                  <a:pt x="743" y="514"/>
                </a:moveTo>
                <a:lnTo>
                  <a:pt x="42" y="1063"/>
                </a:lnTo>
                <a:lnTo>
                  <a:pt x="297" y="3356"/>
                </a:lnTo>
                <a:lnTo>
                  <a:pt x="934" y="2781"/>
                </a:lnTo>
                <a:lnTo>
                  <a:pt x="1514" y="0"/>
                </a:lnTo>
                <a:lnTo>
                  <a:pt x="792" y="479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93" name="object 1293"/>
          <p:cNvSpPr/>
          <p:nvPr/>
        </p:nvSpPr>
        <p:spPr>
          <a:xfrm>
            <a:off x="7147238" y="3043709"/>
            <a:ext cx="3801" cy="4084"/>
          </a:xfrm>
          <a:custGeom>
            <a:avLst/>
            <a:gdLst/>
            <a:ahLst/>
            <a:cxnLst/>
            <a:rect l="l" t="t" r="r" b="b"/>
            <a:pathLst>
              <a:path w="3801" h="4084">
                <a:moveTo>
                  <a:pt x="3801" y="0"/>
                </a:moveTo>
                <a:lnTo>
                  <a:pt x="3022" y="200"/>
                </a:lnTo>
                <a:lnTo>
                  <a:pt x="2201" y="488"/>
                </a:lnTo>
                <a:lnTo>
                  <a:pt x="2661" y="2441"/>
                </a:lnTo>
                <a:lnTo>
                  <a:pt x="2024" y="2737"/>
                </a:lnTo>
                <a:lnTo>
                  <a:pt x="1387" y="854"/>
                </a:lnTo>
                <a:lnTo>
                  <a:pt x="622" y="3592"/>
                </a:lnTo>
                <a:lnTo>
                  <a:pt x="13" y="4071"/>
                </a:lnTo>
                <a:lnTo>
                  <a:pt x="657" y="3568"/>
                </a:lnTo>
                <a:lnTo>
                  <a:pt x="1337" y="3112"/>
                </a:lnTo>
                <a:lnTo>
                  <a:pt x="1990" y="2756"/>
                </a:lnTo>
                <a:lnTo>
                  <a:pt x="2693" y="2430"/>
                </a:lnTo>
                <a:lnTo>
                  <a:pt x="3355" y="2188"/>
                </a:lnTo>
                <a:lnTo>
                  <a:pt x="3801" y="0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94" name="object 1294"/>
          <p:cNvSpPr/>
          <p:nvPr/>
        </p:nvSpPr>
        <p:spPr>
          <a:xfrm>
            <a:off x="7147861" y="3103080"/>
            <a:ext cx="705" cy="466"/>
          </a:xfrm>
          <a:custGeom>
            <a:avLst/>
            <a:gdLst/>
            <a:ahLst/>
            <a:cxnLst/>
            <a:rect l="l" t="t" r="r" b="b"/>
            <a:pathLst>
              <a:path w="705" h="466">
                <a:moveTo>
                  <a:pt x="49" y="38"/>
                </a:moveTo>
                <a:lnTo>
                  <a:pt x="705" y="466"/>
                </a:lnTo>
                <a:lnTo>
                  <a:pt x="5" y="3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95" name="object 1295"/>
          <p:cNvSpPr/>
          <p:nvPr/>
        </p:nvSpPr>
        <p:spPr>
          <a:xfrm>
            <a:off x="7148534" y="3103528"/>
            <a:ext cx="842" cy="2635"/>
          </a:xfrm>
          <a:custGeom>
            <a:avLst/>
            <a:gdLst/>
            <a:ahLst/>
            <a:cxnLst/>
            <a:rect l="l" t="t" r="r" b="b"/>
            <a:pathLst>
              <a:path w="842" h="2635">
                <a:moveTo>
                  <a:pt x="842" y="2635"/>
                </a:moveTo>
                <a:lnTo>
                  <a:pt x="679" y="385"/>
                </a:lnTo>
                <a:lnTo>
                  <a:pt x="49" y="29"/>
                </a:lnTo>
                <a:lnTo>
                  <a:pt x="42" y="2261"/>
                </a:lnTo>
                <a:lnTo>
                  <a:pt x="842" y="2635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96" name="object 1296"/>
          <p:cNvSpPr/>
          <p:nvPr/>
        </p:nvSpPr>
        <p:spPr>
          <a:xfrm>
            <a:off x="7148626" y="3044198"/>
            <a:ext cx="1274" cy="2275"/>
          </a:xfrm>
          <a:custGeom>
            <a:avLst/>
            <a:gdLst/>
            <a:ahLst/>
            <a:cxnLst/>
            <a:rect l="l" t="t" r="r" b="b"/>
            <a:pathLst>
              <a:path w="1274" h="2275">
                <a:moveTo>
                  <a:pt x="750" y="26"/>
                </a:moveTo>
                <a:lnTo>
                  <a:pt x="0" y="366"/>
                </a:lnTo>
                <a:lnTo>
                  <a:pt x="587" y="2275"/>
                </a:lnTo>
                <a:lnTo>
                  <a:pt x="1274" y="1953"/>
                </a:lnTo>
                <a:lnTo>
                  <a:pt x="814" y="0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97" name="object 1297"/>
          <p:cNvSpPr/>
          <p:nvPr/>
        </p:nvSpPr>
        <p:spPr>
          <a:xfrm>
            <a:off x="7146585" y="3102001"/>
            <a:ext cx="4455" cy="4671"/>
          </a:xfrm>
          <a:custGeom>
            <a:avLst/>
            <a:gdLst/>
            <a:ahLst/>
            <a:cxnLst/>
            <a:rect l="l" t="t" r="r" b="b"/>
            <a:pathLst>
              <a:path w="4455" h="4671">
                <a:moveTo>
                  <a:pt x="4009" y="2483"/>
                </a:moveTo>
                <a:lnTo>
                  <a:pt x="3379" y="2259"/>
                </a:lnTo>
                <a:lnTo>
                  <a:pt x="2678" y="1939"/>
                </a:lnTo>
                <a:lnTo>
                  <a:pt x="3353" y="2247"/>
                </a:lnTo>
                <a:lnTo>
                  <a:pt x="2638" y="1917"/>
                </a:lnTo>
                <a:lnTo>
                  <a:pt x="1981" y="1545"/>
                </a:lnTo>
                <a:lnTo>
                  <a:pt x="1326" y="1117"/>
                </a:lnTo>
                <a:lnTo>
                  <a:pt x="625" y="564"/>
                </a:lnTo>
                <a:lnTo>
                  <a:pt x="0" y="0"/>
                </a:lnTo>
                <a:lnTo>
                  <a:pt x="434" y="2832"/>
                </a:lnTo>
                <a:lnTo>
                  <a:pt x="1213" y="3348"/>
                </a:lnTo>
                <a:lnTo>
                  <a:pt x="1991" y="3789"/>
                </a:lnTo>
                <a:lnTo>
                  <a:pt x="1949" y="1527"/>
                </a:lnTo>
                <a:lnTo>
                  <a:pt x="2628" y="1912"/>
                </a:lnTo>
                <a:lnTo>
                  <a:pt x="2791" y="4162"/>
                </a:lnTo>
                <a:lnTo>
                  <a:pt x="3612" y="4456"/>
                </a:lnTo>
                <a:lnTo>
                  <a:pt x="4455" y="4671"/>
                </a:lnTo>
                <a:lnTo>
                  <a:pt x="4009" y="2483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98" name="object 1298"/>
          <p:cNvSpPr/>
          <p:nvPr/>
        </p:nvSpPr>
        <p:spPr>
          <a:xfrm>
            <a:off x="7150657" y="3104502"/>
            <a:ext cx="3588" cy="2347"/>
          </a:xfrm>
          <a:custGeom>
            <a:avLst/>
            <a:gdLst/>
            <a:ahLst/>
            <a:cxnLst/>
            <a:rect l="l" t="t" r="r" b="b"/>
            <a:pathLst>
              <a:path w="3588" h="2347">
                <a:moveTo>
                  <a:pt x="3588" y="167"/>
                </a:moveTo>
                <a:lnTo>
                  <a:pt x="2850" y="277"/>
                </a:lnTo>
                <a:lnTo>
                  <a:pt x="2159" y="314"/>
                </a:lnTo>
                <a:lnTo>
                  <a:pt x="1429" y="281"/>
                </a:lnTo>
                <a:lnTo>
                  <a:pt x="682" y="169"/>
                </a:lnTo>
                <a:lnTo>
                  <a:pt x="0" y="0"/>
                </a:lnTo>
                <a:lnTo>
                  <a:pt x="644" y="163"/>
                </a:lnTo>
                <a:lnTo>
                  <a:pt x="1366" y="275"/>
                </a:lnTo>
                <a:lnTo>
                  <a:pt x="2095" y="2347"/>
                </a:lnTo>
                <a:lnTo>
                  <a:pt x="2959" y="2308"/>
                </a:lnTo>
                <a:lnTo>
                  <a:pt x="2895" y="275"/>
                </a:lnTo>
                <a:lnTo>
                  <a:pt x="3588" y="167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99" name="object 1299"/>
          <p:cNvSpPr/>
          <p:nvPr/>
        </p:nvSpPr>
        <p:spPr>
          <a:xfrm>
            <a:off x="7150642" y="3045706"/>
            <a:ext cx="730" cy="180"/>
          </a:xfrm>
          <a:custGeom>
            <a:avLst/>
            <a:gdLst/>
            <a:ahLst/>
            <a:cxnLst/>
            <a:rect l="l" t="t" r="r" b="b"/>
            <a:pathLst>
              <a:path w="730" h="180">
                <a:moveTo>
                  <a:pt x="15" y="174"/>
                </a:moveTo>
                <a:lnTo>
                  <a:pt x="730" y="0"/>
                </a:lnTo>
                <a:lnTo>
                  <a:pt x="15" y="174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00" name="object 1300"/>
          <p:cNvSpPr/>
          <p:nvPr/>
        </p:nvSpPr>
        <p:spPr>
          <a:xfrm>
            <a:off x="7149263" y="3103941"/>
            <a:ext cx="3489" cy="2908"/>
          </a:xfrm>
          <a:custGeom>
            <a:avLst/>
            <a:gdLst/>
            <a:ahLst/>
            <a:cxnLst/>
            <a:rect l="l" t="t" r="r" b="b"/>
            <a:pathLst>
              <a:path w="3489" h="2908">
                <a:moveTo>
                  <a:pt x="2760" y="837"/>
                </a:moveTo>
                <a:lnTo>
                  <a:pt x="2109" y="739"/>
                </a:lnTo>
                <a:lnTo>
                  <a:pt x="1394" y="561"/>
                </a:lnTo>
                <a:lnTo>
                  <a:pt x="2076" y="731"/>
                </a:lnTo>
                <a:lnTo>
                  <a:pt x="1372" y="553"/>
                </a:lnTo>
                <a:lnTo>
                  <a:pt x="675" y="307"/>
                </a:lnTo>
                <a:lnTo>
                  <a:pt x="0" y="0"/>
                </a:lnTo>
                <a:lnTo>
                  <a:pt x="637" y="293"/>
                </a:lnTo>
                <a:lnTo>
                  <a:pt x="1330" y="543"/>
                </a:lnTo>
                <a:lnTo>
                  <a:pt x="1776" y="2731"/>
                </a:lnTo>
                <a:lnTo>
                  <a:pt x="2626" y="2862"/>
                </a:lnTo>
                <a:lnTo>
                  <a:pt x="3489" y="2908"/>
                </a:lnTo>
                <a:lnTo>
                  <a:pt x="2760" y="837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01" name="object 1301"/>
          <p:cNvSpPr/>
          <p:nvPr/>
        </p:nvSpPr>
        <p:spPr>
          <a:xfrm>
            <a:off x="7152058" y="3104780"/>
            <a:ext cx="1450" cy="37"/>
          </a:xfrm>
          <a:custGeom>
            <a:avLst/>
            <a:gdLst/>
            <a:ahLst/>
            <a:cxnLst/>
            <a:rect l="l" t="t" r="r" b="b"/>
            <a:pathLst>
              <a:path w="1450" h="37">
                <a:moveTo>
                  <a:pt x="726" y="35"/>
                </a:moveTo>
                <a:lnTo>
                  <a:pt x="0" y="0"/>
                </a:lnTo>
                <a:lnTo>
                  <a:pt x="694" y="37"/>
                </a:lnTo>
                <a:lnTo>
                  <a:pt x="1423" y="4"/>
                </a:lnTo>
                <a:lnTo>
                  <a:pt x="726" y="35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02" name="object 1302"/>
          <p:cNvSpPr/>
          <p:nvPr/>
        </p:nvSpPr>
        <p:spPr>
          <a:xfrm>
            <a:off x="7152816" y="3043535"/>
            <a:ext cx="799" cy="2066"/>
          </a:xfrm>
          <a:custGeom>
            <a:avLst/>
            <a:gdLst/>
            <a:ahLst/>
            <a:cxnLst/>
            <a:rect l="l" t="t" r="r" b="b"/>
            <a:pathLst>
              <a:path w="799" h="2066">
                <a:moveTo>
                  <a:pt x="665" y="2066"/>
                </a:moveTo>
                <a:lnTo>
                  <a:pt x="799" y="34"/>
                </a:lnTo>
                <a:lnTo>
                  <a:pt x="0" y="0"/>
                </a:lnTo>
                <a:lnTo>
                  <a:pt x="0" y="2031"/>
                </a:lnTo>
                <a:lnTo>
                  <a:pt x="665" y="2066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03" name="object 1303"/>
          <p:cNvSpPr/>
          <p:nvPr/>
        </p:nvSpPr>
        <p:spPr>
          <a:xfrm>
            <a:off x="7153617" y="3103941"/>
            <a:ext cx="3327" cy="2869"/>
          </a:xfrm>
          <a:custGeom>
            <a:avLst/>
            <a:gdLst/>
            <a:ahLst/>
            <a:cxnLst/>
            <a:rect l="l" t="t" r="r" b="b"/>
            <a:pathLst>
              <a:path w="3327" h="2869">
                <a:moveTo>
                  <a:pt x="0" y="2869"/>
                </a:moveTo>
                <a:lnTo>
                  <a:pt x="849" y="2744"/>
                </a:lnTo>
                <a:lnTo>
                  <a:pt x="1295" y="561"/>
                </a:lnTo>
                <a:lnTo>
                  <a:pt x="1996" y="318"/>
                </a:lnTo>
                <a:lnTo>
                  <a:pt x="1691" y="2535"/>
                </a:lnTo>
                <a:lnTo>
                  <a:pt x="2513" y="2248"/>
                </a:lnTo>
                <a:lnTo>
                  <a:pt x="3327" y="1877"/>
                </a:lnTo>
                <a:lnTo>
                  <a:pt x="2697" y="0"/>
                </a:lnTo>
                <a:lnTo>
                  <a:pt x="2059" y="293"/>
                </a:lnTo>
                <a:lnTo>
                  <a:pt x="1317" y="553"/>
                </a:lnTo>
                <a:lnTo>
                  <a:pt x="629" y="728"/>
                </a:lnTo>
                <a:lnTo>
                  <a:pt x="0" y="2869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04" name="object 1304"/>
          <p:cNvSpPr/>
          <p:nvPr/>
        </p:nvSpPr>
        <p:spPr>
          <a:xfrm>
            <a:off x="7153553" y="3104666"/>
            <a:ext cx="714" cy="2144"/>
          </a:xfrm>
          <a:custGeom>
            <a:avLst/>
            <a:gdLst/>
            <a:ahLst/>
            <a:cxnLst/>
            <a:rect l="l" t="t" r="r" b="b"/>
            <a:pathLst>
              <a:path w="714" h="2144">
                <a:moveTo>
                  <a:pt x="651" y="13"/>
                </a:moveTo>
                <a:lnTo>
                  <a:pt x="0" y="111"/>
                </a:lnTo>
                <a:lnTo>
                  <a:pt x="63" y="2144"/>
                </a:lnTo>
                <a:lnTo>
                  <a:pt x="651" y="13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05" name="object 1305"/>
          <p:cNvSpPr/>
          <p:nvPr/>
        </p:nvSpPr>
        <p:spPr>
          <a:xfrm>
            <a:off x="7154466" y="3104259"/>
            <a:ext cx="1146" cy="2426"/>
          </a:xfrm>
          <a:custGeom>
            <a:avLst/>
            <a:gdLst/>
            <a:ahLst/>
            <a:cxnLst/>
            <a:rect l="l" t="t" r="r" b="b"/>
            <a:pathLst>
              <a:path w="1146" h="2426">
                <a:moveTo>
                  <a:pt x="1146" y="0"/>
                </a:moveTo>
                <a:lnTo>
                  <a:pt x="509" y="224"/>
                </a:lnTo>
                <a:lnTo>
                  <a:pt x="0" y="2426"/>
                </a:lnTo>
                <a:lnTo>
                  <a:pt x="842" y="2217"/>
                </a:lnTo>
                <a:lnTo>
                  <a:pt x="1146" y="0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06" name="object 1306"/>
          <p:cNvSpPr/>
          <p:nvPr/>
        </p:nvSpPr>
        <p:spPr>
          <a:xfrm>
            <a:off x="7154466" y="3043701"/>
            <a:ext cx="1670" cy="2424"/>
          </a:xfrm>
          <a:custGeom>
            <a:avLst/>
            <a:gdLst/>
            <a:ahLst/>
            <a:cxnLst/>
            <a:rect l="l" t="t" r="r" b="b"/>
            <a:pathLst>
              <a:path w="1670" h="2424">
                <a:moveTo>
                  <a:pt x="842" y="209"/>
                </a:moveTo>
                <a:lnTo>
                  <a:pt x="70" y="8"/>
                </a:lnTo>
                <a:lnTo>
                  <a:pt x="453" y="2179"/>
                </a:lnTo>
                <a:lnTo>
                  <a:pt x="1146" y="2424"/>
                </a:lnTo>
                <a:lnTo>
                  <a:pt x="1670" y="497"/>
                </a:lnTo>
                <a:lnTo>
                  <a:pt x="906" y="226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07" name="object 1307"/>
          <p:cNvSpPr/>
          <p:nvPr/>
        </p:nvSpPr>
        <p:spPr>
          <a:xfrm>
            <a:off x="7155623" y="3044564"/>
            <a:ext cx="2878" cy="3217"/>
          </a:xfrm>
          <a:custGeom>
            <a:avLst/>
            <a:gdLst/>
            <a:ahLst/>
            <a:cxnLst/>
            <a:rect l="l" t="t" r="r" b="b"/>
            <a:pathLst>
              <a:path w="2878" h="3217">
                <a:moveTo>
                  <a:pt x="2878" y="950"/>
                </a:moveTo>
                <a:lnTo>
                  <a:pt x="2163" y="470"/>
                </a:lnTo>
                <a:lnTo>
                  <a:pt x="1377" y="26"/>
                </a:lnTo>
                <a:lnTo>
                  <a:pt x="690" y="1883"/>
                </a:lnTo>
                <a:lnTo>
                  <a:pt x="60" y="1586"/>
                </a:lnTo>
                <a:lnTo>
                  <a:pt x="722" y="1901"/>
                </a:lnTo>
                <a:lnTo>
                  <a:pt x="1370" y="2258"/>
                </a:lnTo>
                <a:lnTo>
                  <a:pt x="2085" y="2737"/>
                </a:lnTo>
                <a:lnTo>
                  <a:pt x="2701" y="3217"/>
                </a:lnTo>
                <a:lnTo>
                  <a:pt x="2878" y="950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08" name="object 1308"/>
          <p:cNvSpPr/>
          <p:nvPr/>
        </p:nvSpPr>
        <p:spPr>
          <a:xfrm>
            <a:off x="7156332" y="3103082"/>
            <a:ext cx="1375" cy="848"/>
          </a:xfrm>
          <a:custGeom>
            <a:avLst/>
            <a:gdLst/>
            <a:ahLst/>
            <a:cxnLst/>
            <a:rect l="l" t="t" r="r" b="b"/>
            <a:pathLst>
              <a:path w="1375" h="848">
                <a:moveTo>
                  <a:pt x="685" y="460"/>
                </a:moveTo>
                <a:lnTo>
                  <a:pt x="0" y="848"/>
                </a:lnTo>
                <a:lnTo>
                  <a:pt x="660" y="476"/>
                </a:lnTo>
                <a:lnTo>
                  <a:pt x="1375" y="0"/>
                </a:lnTo>
                <a:lnTo>
                  <a:pt x="685" y="460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09" name="object 1309"/>
          <p:cNvSpPr/>
          <p:nvPr/>
        </p:nvSpPr>
        <p:spPr>
          <a:xfrm>
            <a:off x="7156346" y="3046465"/>
            <a:ext cx="696" cy="391"/>
          </a:xfrm>
          <a:custGeom>
            <a:avLst/>
            <a:gdLst/>
            <a:ahLst/>
            <a:cxnLst/>
            <a:rect l="l" t="t" r="r" b="b"/>
            <a:pathLst>
              <a:path w="696" h="391">
                <a:moveTo>
                  <a:pt x="17" y="8"/>
                </a:moveTo>
                <a:lnTo>
                  <a:pt x="696" y="391"/>
                </a:lnTo>
                <a:lnTo>
                  <a:pt x="17" y="8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10" name="object 1310"/>
          <p:cNvSpPr/>
          <p:nvPr/>
        </p:nvSpPr>
        <p:spPr>
          <a:xfrm>
            <a:off x="7157666" y="3045514"/>
            <a:ext cx="2580" cy="4209"/>
          </a:xfrm>
          <a:custGeom>
            <a:avLst/>
            <a:gdLst/>
            <a:ahLst/>
            <a:cxnLst/>
            <a:rect l="l" t="t" r="r" b="b"/>
            <a:pathLst>
              <a:path w="2580" h="4209">
                <a:moveTo>
                  <a:pt x="1592" y="584"/>
                </a:moveTo>
                <a:lnTo>
                  <a:pt x="884" y="34"/>
                </a:lnTo>
                <a:lnTo>
                  <a:pt x="658" y="2267"/>
                </a:lnTo>
                <a:lnTo>
                  <a:pt x="0" y="1752"/>
                </a:lnTo>
                <a:lnTo>
                  <a:pt x="673" y="2280"/>
                </a:lnTo>
                <a:lnTo>
                  <a:pt x="1345" y="2877"/>
                </a:lnTo>
                <a:lnTo>
                  <a:pt x="1975" y="3522"/>
                </a:lnTo>
                <a:lnTo>
                  <a:pt x="2580" y="4209"/>
                </a:lnTo>
                <a:lnTo>
                  <a:pt x="2321" y="1238"/>
                </a:lnTo>
                <a:lnTo>
                  <a:pt x="1635" y="619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11" name="object 1311"/>
          <p:cNvSpPr/>
          <p:nvPr/>
        </p:nvSpPr>
        <p:spPr>
          <a:xfrm>
            <a:off x="7155633" y="3100647"/>
            <a:ext cx="5055" cy="5170"/>
          </a:xfrm>
          <a:custGeom>
            <a:avLst/>
            <a:gdLst/>
            <a:ahLst/>
            <a:cxnLst/>
            <a:rect l="l" t="t" r="r" b="b"/>
            <a:pathLst>
              <a:path w="5055" h="5170">
                <a:moveTo>
                  <a:pt x="4588" y="43"/>
                </a:moveTo>
                <a:lnTo>
                  <a:pt x="4355" y="2985"/>
                </a:lnTo>
                <a:lnTo>
                  <a:pt x="5055" y="2267"/>
                </a:lnTo>
                <a:lnTo>
                  <a:pt x="4624" y="0"/>
                </a:lnTo>
                <a:lnTo>
                  <a:pt x="3972" y="732"/>
                </a:lnTo>
                <a:lnTo>
                  <a:pt x="3335" y="1386"/>
                </a:lnTo>
                <a:lnTo>
                  <a:pt x="2691" y="1961"/>
                </a:lnTo>
                <a:lnTo>
                  <a:pt x="2033" y="2469"/>
                </a:lnTo>
                <a:lnTo>
                  <a:pt x="1410" y="2880"/>
                </a:lnTo>
                <a:lnTo>
                  <a:pt x="737" y="3265"/>
                </a:lnTo>
                <a:lnTo>
                  <a:pt x="0" y="3602"/>
                </a:lnTo>
                <a:lnTo>
                  <a:pt x="681" y="3293"/>
                </a:lnTo>
                <a:lnTo>
                  <a:pt x="1311" y="5170"/>
                </a:lnTo>
                <a:lnTo>
                  <a:pt x="2104" y="4730"/>
                </a:lnTo>
                <a:lnTo>
                  <a:pt x="2868" y="4222"/>
                </a:lnTo>
                <a:lnTo>
                  <a:pt x="3626" y="3638"/>
                </a:lnTo>
                <a:lnTo>
                  <a:pt x="4355" y="2985"/>
                </a:lnTo>
                <a:lnTo>
                  <a:pt x="4588" y="43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12" name="object 1312"/>
          <p:cNvSpPr/>
          <p:nvPr/>
        </p:nvSpPr>
        <p:spPr>
          <a:xfrm>
            <a:off x="7161396" y="3098206"/>
            <a:ext cx="580" cy="906"/>
          </a:xfrm>
          <a:custGeom>
            <a:avLst/>
            <a:gdLst/>
            <a:ahLst/>
            <a:cxnLst/>
            <a:rect l="l" t="t" r="r" b="b"/>
            <a:pathLst>
              <a:path w="580" h="906">
                <a:moveTo>
                  <a:pt x="559" y="34"/>
                </a:moveTo>
                <a:lnTo>
                  <a:pt x="0" y="906"/>
                </a:lnTo>
                <a:lnTo>
                  <a:pt x="559" y="34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13" name="object 1313"/>
          <p:cNvSpPr/>
          <p:nvPr/>
        </p:nvSpPr>
        <p:spPr>
          <a:xfrm>
            <a:off x="7161396" y="3051269"/>
            <a:ext cx="580" cy="906"/>
          </a:xfrm>
          <a:custGeom>
            <a:avLst/>
            <a:gdLst/>
            <a:ahLst/>
            <a:cxnLst/>
            <a:rect l="l" t="t" r="r" b="b"/>
            <a:pathLst>
              <a:path w="580" h="906">
                <a:moveTo>
                  <a:pt x="559" y="871"/>
                </a:moveTo>
                <a:lnTo>
                  <a:pt x="0" y="0"/>
                </a:lnTo>
                <a:lnTo>
                  <a:pt x="572" y="893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14" name="object 1314"/>
          <p:cNvSpPr/>
          <p:nvPr/>
        </p:nvSpPr>
        <p:spPr>
          <a:xfrm>
            <a:off x="7160247" y="3061593"/>
            <a:ext cx="8844" cy="41321"/>
          </a:xfrm>
          <a:custGeom>
            <a:avLst/>
            <a:gdLst/>
            <a:ahLst/>
            <a:cxnLst/>
            <a:rect l="l" t="t" r="r" b="b"/>
            <a:pathLst>
              <a:path w="8844" h="41321">
                <a:moveTo>
                  <a:pt x="3733" y="32645"/>
                </a:moveTo>
                <a:lnTo>
                  <a:pt x="3620" y="36874"/>
                </a:lnTo>
                <a:lnTo>
                  <a:pt x="4179" y="35819"/>
                </a:lnTo>
                <a:lnTo>
                  <a:pt x="4710" y="34720"/>
                </a:lnTo>
                <a:lnTo>
                  <a:pt x="5213" y="33569"/>
                </a:lnTo>
                <a:lnTo>
                  <a:pt x="5361" y="27893"/>
                </a:lnTo>
                <a:lnTo>
                  <a:pt x="5213" y="33569"/>
                </a:lnTo>
                <a:lnTo>
                  <a:pt x="5687" y="32384"/>
                </a:lnTo>
                <a:lnTo>
                  <a:pt x="6133" y="31137"/>
                </a:lnTo>
                <a:lnTo>
                  <a:pt x="6543" y="29864"/>
                </a:lnTo>
                <a:lnTo>
                  <a:pt x="6926" y="28547"/>
                </a:lnTo>
                <a:lnTo>
                  <a:pt x="7280" y="27195"/>
                </a:lnTo>
                <a:lnTo>
                  <a:pt x="7188" y="13619"/>
                </a:lnTo>
                <a:lnTo>
                  <a:pt x="7280" y="27195"/>
                </a:lnTo>
                <a:lnTo>
                  <a:pt x="7598" y="25792"/>
                </a:lnTo>
                <a:lnTo>
                  <a:pt x="7881" y="24379"/>
                </a:lnTo>
                <a:lnTo>
                  <a:pt x="8129" y="22923"/>
                </a:lnTo>
                <a:lnTo>
                  <a:pt x="8341" y="21432"/>
                </a:lnTo>
                <a:lnTo>
                  <a:pt x="8526" y="19923"/>
                </a:lnTo>
                <a:lnTo>
                  <a:pt x="8660" y="18371"/>
                </a:lnTo>
                <a:lnTo>
                  <a:pt x="8759" y="16819"/>
                </a:lnTo>
                <a:lnTo>
                  <a:pt x="8823" y="15224"/>
                </a:lnTo>
                <a:lnTo>
                  <a:pt x="8844" y="13619"/>
                </a:lnTo>
                <a:lnTo>
                  <a:pt x="8823" y="12006"/>
                </a:lnTo>
                <a:lnTo>
                  <a:pt x="8766" y="10419"/>
                </a:lnTo>
                <a:lnTo>
                  <a:pt x="8660" y="8850"/>
                </a:lnTo>
                <a:lnTo>
                  <a:pt x="8525" y="7315"/>
                </a:lnTo>
                <a:lnTo>
                  <a:pt x="8349" y="5798"/>
                </a:lnTo>
                <a:lnTo>
                  <a:pt x="8136" y="4316"/>
                </a:lnTo>
                <a:lnTo>
                  <a:pt x="7888" y="2859"/>
                </a:lnTo>
                <a:lnTo>
                  <a:pt x="7605" y="1429"/>
                </a:lnTo>
                <a:lnTo>
                  <a:pt x="7287" y="43"/>
                </a:lnTo>
                <a:lnTo>
                  <a:pt x="7188" y="13584"/>
                </a:lnTo>
                <a:lnTo>
                  <a:pt x="7166" y="15163"/>
                </a:lnTo>
                <a:lnTo>
                  <a:pt x="7110" y="16689"/>
                </a:lnTo>
                <a:lnTo>
                  <a:pt x="7011" y="18180"/>
                </a:lnTo>
                <a:lnTo>
                  <a:pt x="6876" y="19662"/>
                </a:lnTo>
                <a:lnTo>
                  <a:pt x="6706" y="21109"/>
                </a:lnTo>
                <a:lnTo>
                  <a:pt x="6508" y="22539"/>
                </a:lnTo>
                <a:lnTo>
                  <a:pt x="6267" y="23926"/>
                </a:lnTo>
                <a:lnTo>
                  <a:pt x="6004" y="25255"/>
                </a:lnTo>
                <a:lnTo>
                  <a:pt x="5694" y="26611"/>
                </a:lnTo>
                <a:lnTo>
                  <a:pt x="5368" y="27867"/>
                </a:lnTo>
                <a:lnTo>
                  <a:pt x="4993" y="29149"/>
                </a:lnTo>
                <a:lnTo>
                  <a:pt x="4604" y="30352"/>
                </a:lnTo>
                <a:lnTo>
                  <a:pt x="4186" y="31520"/>
                </a:lnTo>
                <a:lnTo>
                  <a:pt x="3746" y="32614"/>
                </a:lnTo>
                <a:lnTo>
                  <a:pt x="3266" y="33726"/>
                </a:lnTo>
                <a:lnTo>
                  <a:pt x="2770" y="34747"/>
                </a:lnTo>
                <a:lnTo>
                  <a:pt x="2254" y="35723"/>
                </a:lnTo>
                <a:lnTo>
                  <a:pt x="1721" y="36625"/>
                </a:lnTo>
                <a:lnTo>
                  <a:pt x="1149" y="37519"/>
                </a:lnTo>
                <a:lnTo>
                  <a:pt x="569" y="38339"/>
                </a:lnTo>
                <a:lnTo>
                  <a:pt x="0" y="39065"/>
                </a:lnTo>
                <a:lnTo>
                  <a:pt x="441" y="41321"/>
                </a:lnTo>
                <a:lnTo>
                  <a:pt x="1128" y="40554"/>
                </a:lnTo>
                <a:lnTo>
                  <a:pt x="1786" y="39717"/>
                </a:lnTo>
                <a:lnTo>
                  <a:pt x="2423" y="38818"/>
                </a:lnTo>
                <a:lnTo>
                  <a:pt x="3032" y="37868"/>
                </a:lnTo>
                <a:lnTo>
                  <a:pt x="3620" y="36874"/>
                </a:lnTo>
                <a:lnTo>
                  <a:pt x="3733" y="32645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15" name="object 1315"/>
          <p:cNvSpPr/>
          <p:nvPr/>
        </p:nvSpPr>
        <p:spPr>
          <a:xfrm>
            <a:off x="7165613" y="3088170"/>
            <a:ext cx="335" cy="1299"/>
          </a:xfrm>
          <a:custGeom>
            <a:avLst/>
            <a:gdLst/>
            <a:ahLst/>
            <a:cxnLst/>
            <a:rect l="l" t="t" r="r" b="b"/>
            <a:pathLst>
              <a:path w="335" h="1299">
                <a:moveTo>
                  <a:pt x="335" y="0"/>
                </a:moveTo>
                <a:lnTo>
                  <a:pt x="0" y="1299"/>
                </a:lnTo>
                <a:lnTo>
                  <a:pt x="328" y="34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16" name="object 1316"/>
          <p:cNvSpPr/>
          <p:nvPr/>
        </p:nvSpPr>
        <p:spPr>
          <a:xfrm>
            <a:off x="7165941" y="3086849"/>
            <a:ext cx="310" cy="1355"/>
          </a:xfrm>
          <a:custGeom>
            <a:avLst/>
            <a:gdLst/>
            <a:ahLst/>
            <a:cxnLst/>
            <a:rect l="l" t="t" r="r" b="b"/>
            <a:pathLst>
              <a:path w="310" h="1355">
                <a:moveTo>
                  <a:pt x="304" y="30"/>
                </a:moveTo>
                <a:lnTo>
                  <a:pt x="0" y="1355"/>
                </a:lnTo>
                <a:lnTo>
                  <a:pt x="304" y="30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17" name="object 1317"/>
          <p:cNvSpPr/>
          <p:nvPr/>
        </p:nvSpPr>
        <p:spPr>
          <a:xfrm>
            <a:off x="7159988" y="3046753"/>
            <a:ext cx="7539" cy="28442"/>
          </a:xfrm>
          <a:custGeom>
            <a:avLst/>
            <a:gdLst/>
            <a:ahLst/>
            <a:cxnLst/>
            <a:rect l="l" t="t" r="r" b="b"/>
            <a:pathLst>
              <a:path w="7539" h="28442">
                <a:moveTo>
                  <a:pt x="7425" y="26916"/>
                </a:moveTo>
                <a:lnTo>
                  <a:pt x="7446" y="28442"/>
                </a:lnTo>
                <a:lnTo>
                  <a:pt x="7539" y="14840"/>
                </a:lnTo>
                <a:lnTo>
                  <a:pt x="7192" y="13523"/>
                </a:lnTo>
                <a:lnTo>
                  <a:pt x="6817" y="12207"/>
                </a:lnTo>
                <a:lnTo>
                  <a:pt x="6399" y="10934"/>
                </a:lnTo>
                <a:lnTo>
                  <a:pt x="5960" y="9696"/>
                </a:lnTo>
                <a:lnTo>
                  <a:pt x="5486" y="8501"/>
                </a:lnTo>
                <a:lnTo>
                  <a:pt x="4983" y="7359"/>
                </a:lnTo>
                <a:lnTo>
                  <a:pt x="4452" y="6251"/>
                </a:lnTo>
                <a:lnTo>
                  <a:pt x="3900" y="5205"/>
                </a:lnTo>
                <a:lnTo>
                  <a:pt x="3313" y="4202"/>
                </a:lnTo>
                <a:lnTo>
                  <a:pt x="2711" y="3252"/>
                </a:lnTo>
                <a:lnTo>
                  <a:pt x="2081" y="2362"/>
                </a:lnTo>
                <a:lnTo>
                  <a:pt x="1422" y="1525"/>
                </a:lnTo>
                <a:lnTo>
                  <a:pt x="736" y="749"/>
                </a:lnTo>
                <a:lnTo>
                  <a:pt x="35" y="34"/>
                </a:lnTo>
                <a:lnTo>
                  <a:pt x="233" y="2938"/>
                </a:lnTo>
                <a:lnTo>
                  <a:pt x="856" y="3731"/>
                </a:lnTo>
                <a:lnTo>
                  <a:pt x="1429" y="4551"/>
                </a:lnTo>
                <a:lnTo>
                  <a:pt x="1967" y="5388"/>
                </a:lnTo>
                <a:lnTo>
                  <a:pt x="2534" y="6347"/>
                </a:lnTo>
                <a:lnTo>
                  <a:pt x="3044" y="7333"/>
                </a:lnTo>
                <a:lnTo>
                  <a:pt x="3546" y="8361"/>
                </a:lnTo>
                <a:lnTo>
                  <a:pt x="4006" y="9425"/>
                </a:lnTo>
                <a:lnTo>
                  <a:pt x="4445" y="10515"/>
                </a:lnTo>
                <a:lnTo>
                  <a:pt x="4863" y="11684"/>
                </a:lnTo>
                <a:lnTo>
                  <a:pt x="5266" y="12930"/>
                </a:lnTo>
                <a:lnTo>
                  <a:pt x="5627" y="14177"/>
                </a:lnTo>
                <a:lnTo>
                  <a:pt x="5960" y="15468"/>
                </a:lnTo>
                <a:lnTo>
                  <a:pt x="6265" y="16784"/>
                </a:lnTo>
                <a:lnTo>
                  <a:pt x="6534" y="18145"/>
                </a:lnTo>
                <a:lnTo>
                  <a:pt x="6767" y="19540"/>
                </a:lnTo>
                <a:lnTo>
                  <a:pt x="6972" y="20961"/>
                </a:lnTo>
                <a:lnTo>
                  <a:pt x="7142" y="22417"/>
                </a:lnTo>
                <a:lnTo>
                  <a:pt x="7270" y="23882"/>
                </a:lnTo>
                <a:lnTo>
                  <a:pt x="7369" y="25391"/>
                </a:lnTo>
                <a:lnTo>
                  <a:pt x="7425" y="26916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18" name="object 1318"/>
          <p:cNvSpPr/>
          <p:nvPr/>
        </p:nvSpPr>
        <p:spPr>
          <a:xfrm>
            <a:off x="7164433" y="3057268"/>
            <a:ext cx="424" cy="1203"/>
          </a:xfrm>
          <a:custGeom>
            <a:avLst/>
            <a:gdLst/>
            <a:ahLst/>
            <a:cxnLst/>
            <a:rect l="l" t="t" r="r" b="b"/>
            <a:pathLst>
              <a:path w="424" h="1203">
                <a:moveTo>
                  <a:pt x="14" y="34"/>
                </a:moveTo>
                <a:lnTo>
                  <a:pt x="424" y="1203"/>
                </a:lnTo>
                <a:lnTo>
                  <a:pt x="14" y="34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19" name="object 1319"/>
          <p:cNvSpPr/>
          <p:nvPr/>
        </p:nvSpPr>
        <p:spPr>
          <a:xfrm>
            <a:off x="7151889" y="3043535"/>
            <a:ext cx="863" cy="2075"/>
          </a:xfrm>
          <a:custGeom>
            <a:avLst/>
            <a:gdLst/>
            <a:ahLst/>
            <a:cxnLst/>
            <a:rect l="l" t="t" r="r" b="b"/>
            <a:pathLst>
              <a:path w="863" h="2075">
                <a:moveTo>
                  <a:pt x="863" y="0"/>
                </a:moveTo>
                <a:lnTo>
                  <a:pt x="70" y="34"/>
                </a:lnTo>
                <a:lnTo>
                  <a:pt x="134" y="2075"/>
                </a:lnTo>
                <a:lnTo>
                  <a:pt x="863" y="2031"/>
                </a:lnTo>
                <a:lnTo>
                  <a:pt x="863" y="0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20" name="object 1320"/>
          <p:cNvSpPr/>
          <p:nvPr/>
        </p:nvSpPr>
        <p:spPr>
          <a:xfrm>
            <a:off x="7141157" y="3094204"/>
            <a:ext cx="530" cy="4228"/>
          </a:xfrm>
          <a:custGeom>
            <a:avLst/>
            <a:gdLst/>
            <a:ahLst/>
            <a:cxnLst/>
            <a:rect l="l" t="t" r="r" b="b"/>
            <a:pathLst>
              <a:path w="530" h="4228">
                <a:moveTo>
                  <a:pt x="417" y="0"/>
                </a:moveTo>
                <a:lnTo>
                  <a:pt x="0" y="3208"/>
                </a:lnTo>
                <a:lnTo>
                  <a:pt x="530" y="4228"/>
                </a:lnTo>
                <a:lnTo>
                  <a:pt x="431" y="34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21" name="object 1321"/>
          <p:cNvSpPr/>
          <p:nvPr/>
        </p:nvSpPr>
        <p:spPr>
          <a:xfrm>
            <a:off x="7139332" y="3086850"/>
            <a:ext cx="303" cy="1354"/>
          </a:xfrm>
          <a:custGeom>
            <a:avLst/>
            <a:gdLst/>
            <a:ahLst/>
            <a:cxnLst/>
            <a:rect l="l" t="t" r="r" b="b"/>
            <a:pathLst>
              <a:path w="303" h="1354">
                <a:moveTo>
                  <a:pt x="5" y="29"/>
                </a:moveTo>
                <a:lnTo>
                  <a:pt x="303" y="1354"/>
                </a:lnTo>
                <a:lnTo>
                  <a:pt x="0" y="0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22" name="object 1322"/>
          <p:cNvSpPr/>
          <p:nvPr/>
        </p:nvSpPr>
        <p:spPr>
          <a:xfrm>
            <a:off x="7138050" y="3048278"/>
            <a:ext cx="6116" cy="28477"/>
          </a:xfrm>
          <a:custGeom>
            <a:avLst/>
            <a:gdLst/>
            <a:ahLst/>
            <a:cxnLst/>
            <a:rect l="l" t="t" r="r" b="b"/>
            <a:pathLst>
              <a:path w="6116" h="28477">
                <a:moveTo>
                  <a:pt x="3532" y="7899"/>
                </a:moveTo>
                <a:lnTo>
                  <a:pt x="4013" y="6792"/>
                </a:lnTo>
                <a:lnTo>
                  <a:pt x="4509" y="5763"/>
                </a:lnTo>
                <a:lnTo>
                  <a:pt x="5033" y="4786"/>
                </a:lnTo>
                <a:lnTo>
                  <a:pt x="5549" y="3897"/>
                </a:lnTo>
                <a:lnTo>
                  <a:pt x="6116" y="0"/>
                </a:lnTo>
                <a:lnTo>
                  <a:pt x="5493" y="793"/>
                </a:lnTo>
                <a:lnTo>
                  <a:pt x="4856" y="1691"/>
                </a:lnTo>
                <a:lnTo>
                  <a:pt x="4247" y="2641"/>
                </a:lnTo>
                <a:lnTo>
                  <a:pt x="3666" y="3636"/>
                </a:lnTo>
                <a:lnTo>
                  <a:pt x="3107" y="4691"/>
                </a:lnTo>
                <a:lnTo>
                  <a:pt x="2569" y="5789"/>
                </a:lnTo>
                <a:lnTo>
                  <a:pt x="2074" y="6940"/>
                </a:lnTo>
                <a:lnTo>
                  <a:pt x="1592" y="8135"/>
                </a:lnTo>
                <a:lnTo>
                  <a:pt x="1153" y="9373"/>
                </a:lnTo>
                <a:lnTo>
                  <a:pt x="736" y="10646"/>
                </a:lnTo>
                <a:lnTo>
                  <a:pt x="353" y="11963"/>
                </a:lnTo>
                <a:lnTo>
                  <a:pt x="0" y="13314"/>
                </a:lnTo>
                <a:lnTo>
                  <a:pt x="92" y="26934"/>
                </a:lnTo>
                <a:lnTo>
                  <a:pt x="106" y="28477"/>
                </a:lnTo>
                <a:lnTo>
                  <a:pt x="92" y="26923"/>
                </a:lnTo>
                <a:lnTo>
                  <a:pt x="113" y="25356"/>
                </a:lnTo>
                <a:lnTo>
                  <a:pt x="169" y="23830"/>
                </a:lnTo>
                <a:lnTo>
                  <a:pt x="269" y="22330"/>
                </a:lnTo>
                <a:lnTo>
                  <a:pt x="403" y="20856"/>
                </a:lnTo>
                <a:lnTo>
                  <a:pt x="573" y="19400"/>
                </a:lnTo>
                <a:lnTo>
                  <a:pt x="778" y="17979"/>
                </a:lnTo>
                <a:lnTo>
                  <a:pt x="1012" y="16593"/>
                </a:lnTo>
                <a:lnTo>
                  <a:pt x="1288" y="15232"/>
                </a:lnTo>
                <a:lnTo>
                  <a:pt x="1585" y="13898"/>
                </a:lnTo>
                <a:lnTo>
                  <a:pt x="1925" y="12617"/>
                </a:lnTo>
                <a:lnTo>
                  <a:pt x="2286" y="11370"/>
                </a:lnTo>
                <a:lnTo>
                  <a:pt x="2675" y="10158"/>
                </a:lnTo>
                <a:lnTo>
                  <a:pt x="3100" y="8989"/>
                </a:lnTo>
                <a:lnTo>
                  <a:pt x="3546" y="7873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23" name="object 1323"/>
          <p:cNvSpPr/>
          <p:nvPr/>
        </p:nvSpPr>
        <p:spPr>
          <a:xfrm>
            <a:off x="7144732" y="3044590"/>
            <a:ext cx="3843" cy="5894"/>
          </a:xfrm>
          <a:custGeom>
            <a:avLst/>
            <a:gdLst/>
            <a:ahLst/>
            <a:cxnLst/>
            <a:rect l="l" t="t" r="r" b="b"/>
            <a:pathLst>
              <a:path w="3843" h="5894">
                <a:moveTo>
                  <a:pt x="1851" y="3792"/>
                </a:moveTo>
                <a:lnTo>
                  <a:pt x="2506" y="3203"/>
                </a:lnTo>
                <a:lnTo>
                  <a:pt x="3128" y="2711"/>
                </a:lnTo>
                <a:lnTo>
                  <a:pt x="3843" y="0"/>
                </a:lnTo>
                <a:lnTo>
                  <a:pt x="3107" y="418"/>
                </a:lnTo>
                <a:lnTo>
                  <a:pt x="2477" y="3226"/>
                </a:lnTo>
                <a:lnTo>
                  <a:pt x="1875" y="3766"/>
                </a:lnTo>
                <a:lnTo>
                  <a:pt x="1543" y="1543"/>
                </a:lnTo>
                <a:lnTo>
                  <a:pt x="856" y="2162"/>
                </a:lnTo>
                <a:lnTo>
                  <a:pt x="594" y="5144"/>
                </a:lnTo>
                <a:lnTo>
                  <a:pt x="0" y="5894"/>
                </a:lnTo>
                <a:lnTo>
                  <a:pt x="602" y="5135"/>
                </a:lnTo>
                <a:lnTo>
                  <a:pt x="1238" y="4412"/>
                </a:lnTo>
                <a:lnTo>
                  <a:pt x="1851" y="3792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24" name="object 1324"/>
          <p:cNvSpPr/>
          <p:nvPr/>
        </p:nvSpPr>
        <p:spPr>
          <a:xfrm>
            <a:off x="7147896" y="3046822"/>
            <a:ext cx="679" cy="456"/>
          </a:xfrm>
          <a:custGeom>
            <a:avLst/>
            <a:gdLst/>
            <a:ahLst/>
            <a:cxnLst/>
            <a:rect l="l" t="t" r="r" b="b"/>
            <a:pathLst>
              <a:path w="679" h="456">
                <a:moveTo>
                  <a:pt x="679" y="0"/>
                </a:moveTo>
                <a:lnTo>
                  <a:pt x="14" y="444"/>
                </a:lnTo>
                <a:lnTo>
                  <a:pt x="679" y="0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25" name="object 1325"/>
          <p:cNvSpPr/>
          <p:nvPr/>
        </p:nvSpPr>
        <p:spPr>
          <a:xfrm>
            <a:off x="7149932" y="3043535"/>
            <a:ext cx="7018" cy="2912"/>
          </a:xfrm>
          <a:custGeom>
            <a:avLst/>
            <a:gdLst/>
            <a:ahLst/>
            <a:cxnLst/>
            <a:rect l="l" t="t" r="r" b="b"/>
            <a:pathLst>
              <a:path w="7018" h="2912">
                <a:moveTo>
                  <a:pt x="5019" y="2356"/>
                </a:moveTo>
                <a:lnTo>
                  <a:pt x="5690" y="2594"/>
                </a:lnTo>
                <a:lnTo>
                  <a:pt x="6381" y="2912"/>
                </a:lnTo>
                <a:lnTo>
                  <a:pt x="7018" y="1028"/>
                </a:lnTo>
                <a:lnTo>
                  <a:pt x="6268" y="688"/>
                </a:lnTo>
                <a:lnTo>
                  <a:pt x="5680" y="2589"/>
                </a:lnTo>
                <a:lnTo>
                  <a:pt x="5043" y="2362"/>
                </a:lnTo>
                <a:lnTo>
                  <a:pt x="4533" y="165"/>
                </a:lnTo>
                <a:lnTo>
                  <a:pt x="3748" y="43"/>
                </a:lnTo>
                <a:lnTo>
                  <a:pt x="3549" y="2066"/>
                </a:lnTo>
                <a:lnTo>
                  <a:pt x="2884" y="2031"/>
                </a:lnTo>
                <a:lnTo>
                  <a:pt x="2884" y="0"/>
                </a:lnTo>
                <a:lnTo>
                  <a:pt x="2820" y="2031"/>
                </a:lnTo>
                <a:lnTo>
                  <a:pt x="2155" y="2066"/>
                </a:lnTo>
                <a:lnTo>
                  <a:pt x="1957" y="43"/>
                </a:lnTo>
                <a:lnTo>
                  <a:pt x="1171" y="165"/>
                </a:lnTo>
                <a:lnTo>
                  <a:pt x="661" y="2362"/>
                </a:lnTo>
                <a:lnTo>
                  <a:pt x="31" y="2589"/>
                </a:lnTo>
                <a:lnTo>
                  <a:pt x="709" y="2351"/>
                </a:lnTo>
                <a:lnTo>
                  <a:pt x="1369" y="2179"/>
                </a:lnTo>
                <a:lnTo>
                  <a:pt x="2096" y="2074"/>
                </a:lnTo>
                <a:lnTo>
                  <a:pt x="2852" y="2033"/>
                </a:lnTo>
                <a:lnTo>
                  <a:pt x="3604" y="2074"/>
                </a:lnTo>
                <a:lnTo>
                  <a:pt x="4335" y="2179"/>
                </a:lnTo>
                <a:lnTo>
                  <a:pt x="5019" y="2356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26" name="object 1326"/>
          <p:cNvSpPr/>
          <p:nvPr/>
        </p:nvSpPr>
        <p:spPr>
          <a:xfrm>
            <a:off x="7140110" y="3050275"/>
            <a:ext cx="20798" cy="45768"/>
          </a:xfrm>
          <a:custGeom>
            <a:avLst/>
            <a:gdLst/>
            <a:ahLst/>
            <a:cxnLst/>
            <a:rect l="l" t="t" r="r" b="b"/>
            <a:pathLst>
              <a:path w="20798" h="45768">
                <a:moveTo>
                  <a:pt x="20798" y="22879"/>
                </a:moveTo>
                <a:lnTo>
                  <a:pt x="20798" y="10245"/>
                </a:lnTo>
                <a:lnTo>
                  <a:pt x="16147" y="0"/>
                </a:lnTo>
                <a:lnTo>
                  <a:pt x="4657" y="0"/>
                </a:lnTo>
                <a:lnTo>
                  <a:pt x="0" y="10245"/>
                </a:lnTo>
                <a:lnTo>
                  <a:pt x="0" y="35523"/>
                </a:lnTo>
                <a:lnTo>
                  <a:pt x="4658" y="45768"/>
                </a:lnTo>
                <a:lnTo>
                  <a:pt x="16147" y="45768"/>
                </a:lnTo>
                <a:lnTo>
                  <a:pt x="20798" y="35523"/>
                </a:lnTo>
                <a:lnTo>
                  <a:pt x="20798" y="228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27" name="object 1327"/>
          <p:cNvSpPr/>
          <p:nvPr/>
        </p:nvSpPr>
        <p:spPr>
          <a:xfrm>
            <a:off x="7151068" y="3095425"/>
            <a:ext cx="559" cy="1089"/>
          </a:xfrm>
          <a:custGeom>
            <a:avLst/>
            <a:gdLst/>
            <a:ahLst/>
            <a:cxnLst/>
            <a:rect l="l" t="t" r="r" b="b"/>
            <a:pathLst>
              <a:path w="559" h="1089">
                <a:moveTo>
                  <a:pt x="417" y="8"/>
                </a:moveTo>
                <a:lnTo>
                  <a:pt x="0" y="1089"/>
                </a:lnTo>
                <a:lnTo>
                  <a:pt x="559" y="1002"/>
                </a:lnTo>
                <a:lnTo>
                  <a:pt x="453" y="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28" name="object 1328"/>
          <p:cNvSpPr/>
          <p:nvPr/>
        </p:nvSpPr>
        <p:spPr>
          <a:xfrm>
            <a:off x="7150495" y="3049761"/>
            <a:ext cx="1507" cy="1273"/>
          </a:xfrm>
          <a:custGeom>
            <a:avLst/>
            <a:gdLst/>
            <a:ahLst/>
            <a:cxnLst/>
            <a:rect l="l" t="t" r="r" b="b"/>
            <a:pathLst>
              <a:path w="1507" h="1273">
                <a:moveTo>
                  <a:pt x="991" y="1124"/>
                </a:moveTo>
                <a:lnTo>
                  <a:pt x="1507" y="1273"/>
                </a:lnTo>
                <a:lnTo>
                  <a:pt x="1026" y="1133"/>
                </a:lnTo>
                <a:lnTo>
                  <a:pt x="1132" y="122"/>
                </a:lnTo>
                <a:lnTo>
                  <a:pt x="608" y="43"/>
                </a:lnTo>
                <a:lnTo>
                  <a:pt x="42" y="0"/>
                </a:lnTo>
                <a:lnTo>
                  <a:pt x="0" y="1020"/>
                </a:lnTo>
                <a:lnTo>
                  <a:pt x="538" y="1055"/>
                </a:lnTo>
                <a:lnTo>
                  <a:pt x="1014" y="1131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29" name="object 1329"/>
          <p:cNvSpPr/>
          <p:nvPr/>
        </p:nvSpPr>
        <p:spPr>
          <a:xfrm>
            <a:off x="7149528" y="3087490"/>
            <a:ext cx="8696" cy="9059"/>
          </a:xfrm>
          <a:custGeom>
            <a:avLst/>
            <a:gdLst/>
            <a:ahLst/>
            <a:cxnLst/>
            <a:rect l="l" t="t" r="r" b="b"/>
            <a:pathLst>
              <a:path w="8696" h="9059">
                <a:moveTo>
                  <a:pt x="3897" y="7071"/>
                </a:moveTo>
                <a:lnTo>
                  <a:pt x="3401" y="7376"/>
                </a:lnTo>
                <a:lnTo>
                  <a:pt x="2927" y="7620"/>
                </a:lnTo>
                <a:lnTo>
                  <a:pt x="2439" y="7803"/>
                </a:lnTo>
                <a:lnTo>
                  <a:pt x="1982" y="7936"/>
                </a:lnTo>
                <a:lnTo>
                  <a:pt x="1469" y="8013"/>
                </a:lnTo>
                <a:lnTo>
                  <a:pt x="1009" y="8048"/>
                </a:lnTo>
                <a:lnTo>
                  <a:pt x="471" y="8013"/>
                </a:lnTo>
                <a:lnTo>
                  <a:pt x="0" y="7938"/>
                </a:lnTo>
                <a:lnTo>
                  <a:pt x="393" y="9024"/>
                </a:lnTo>
                <a:lnTo>
                  <a:pt x="966" y="9059"/>
                </a:lnTo>
                <a:lnTo>
                  <a:pt x="1540" y="9024"/>
                </a:lnTo>
                <a:lnTo>
                  <a:pt x="1957" y="7943"/>
                </a:lnTo>
                <a:lnTo>
                  <a:pt x="2099" y="8937"/>
                </a:lnTo>
                <a:lnTo>
                  <a:pt x="2658" y="8789"/>
                </a:lnTo>
                <a:lnTo>
                  <a:pt x="3210" y="8571"/>
                </a:lnTo>
                <a:lnTo>
                  <a:pt x="3748" y="8300"/>
                </a:lnTo>
                <a:lnTo>
                  <a:pt x="4265" y="7978"/>
                </a:lnTo>
                <a:lnTo>
                  <a:pt x="4782" y="7603"/>
                </a:lnTo>
                <a:lnTo>
                  <a:pt x="5277" y="7167"/>
                </a:lnTo>
                <a:lnTo>
                  <a:pt x="5645" y="5440"/>
                </a:lnTo>
                <a:lnTo>
                  <a:pt x="5277" y="7167"/>
                </a:lnTo>
                <a:lnTo>
                  <a:pt x="5752" y="6687"/>
                </a:lnTo>
                <a:lnTo>
                  <a:pt x="6226" y="6173"/>
                </a:lnTo>
                <a:lnTo>
                  <a:pt x="6679" y="5589"/>
                </a:lnTo>
                <a:lnTo>
                  <a:pt x="7111" y="4978"/>
                </a:lnTo>
                <a:lnTo>
                  <a:pt x="7536" y="4324"/>
                </a:lnTo>
                <a:lnTo>
                  <a:pt x="7939" y="3618"/>
                </a:lnTo>
                <a:lnTo>
                  <a:pt x="8328" y="2886"/>
                </a:lnTo>
                <a:lnTo>
                  <a:pt x="8633" y="34"/>
                </a:lnTo>
                <a:lnTo>
                  <a:pt x="8328" y="2886"/>
                </a:lnTo>
                <a:lnTo>
                  <a:pt x="8696" y="2110"/>
                </a:lnTo>
                <a:lnTo>
                  <a:pt x="8647" y="0"/>
                </a:lnTo>
                <a:lnTo>
                  <a:pt x="7967" y="1621"/>
                </a:lnTo>
                <a:lnTo>
                  <a:pt x="7620" y="2354"/>
                </a:lnTo>
                <a:lnTo>
                  <a:pt x="7252" y="3051"/>
                </a:lnTo>
                <a:lnTo>
                  <a:pt x="6870" y="3714"/>
                </a:lnTo>
                <a:lnTo>
                  <a:pt x="6474" y="4324"/>
                </a:lnTo>
                <a:lnTo>
                  <a:pt x="6070" y="4909"/>
                </a:lnTo>
                <a:lnTo>
                  <a:pt x="5667" y="5414"/>
                </a:lnTo>
                <a:lnTo>
                  <a:pt x="5214" y="5920"/>
                </a:lnTo>
                <a:lnTo>
                  <a:pt x="4775" y="6365"/>
                </a:lnTo>
                <a:lnTo>
                  <a:pt x="4322" y="6748"/>
                </a:lnTo>
                <a:lnTo>
                  <a:pt x="3869" y="7088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30" name="object 1330"/>
          <p:cNvSpPr/>
          <p:nvPr/>
        </p:nvSpPr>
        <p:spPr>
          <a:xfrm>
            <a:off x="7157857" y="3055943"/>
            <a:ext cx="368" cy="2894"/>
          </a:xfrm>
          <a:custGeom>
            <a:avLst/>
            <a:gdLst/>
            <a:ahLst/>
            <a:cxnLst/>
            <a:rect l="l" t="t" r="r" b="b"/>
            <a:pathLst>
              <a:path w="368" h="2894">
                <a:moveTo>
                  <a:pt x="304" y="2859"/>
                </a:moveTo>
                <a:lnTo>
                  <a:pt x="368" y="776"/>
                </a:lnTo>
                <a:lnTo>
                  <a:pt x="7" y="17"/>
                </a:lnTo>
                <a:lnTo>
                  <a:pt x="304" y="2859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31" name="object 1331"/>
          <p:cNvSpPr/>
          <p:nvPr/>
        </p:nvSpPr>
        <p:spPr>
          <a:xfrm>
            <a:off x="7151521" y="3049883"/>
            <a:ext cx="9804" cy="34354"/>
          </a:xfrm>
          <a:custGeom>
            <a:avLst/>
            <a:gdLst/>
            <a:ahLst/>
            <a:cxnLst/>
            <a:rect l="l" t="t" r="r" b="b"/>
            <a:pathLst>
              <a:path w="9804" h="34354">
                <a:moveTo>
                  <a:pt x="8983" y="32288"/>
                </a:moveTo>
                <a:lnTo>
                  <a:pt x="8983" y="23263"/>
                </a:lnTo>
                <a:lnTo>
                  <a:pt x="9330" y="30178"/>
                </a:lnTo>
                <a:lnTo>
                  <a:pt x="9592" y="27963"/>
                </a:lnTo>
                <a:lnTo>
                  <a:pt x="9755" y="25661"/>
                </a:lnTo>
                <a:lnTo>
                  <a:pt x="9804" y="23289"/>
                </a:lnTo>
                <a:lnTo>
                  <a:pt x="9754" y="20926"/>
                </a:lnTo>
                <a:lnTo>
                  <a:pt x="9592" y="18616"/>
                </a:lnTo>
                <a:lnTo>
                  <a:pt x="9337" y="16401"/>
                </a:lnTo>
                <a:lnTo>
                  <a:pt x="8983" y="14273"/>
                </a:lnTo>
                <a:lnTo>
                  <a:pt x="8537" y="12242"/>
                </a:lnTo>
                <a:lnTo>
                  <a:pt x="8006" y="10315"/>
                </a:lnTo>
                <a:lnTo>
                  <a:pt x="7404" y="8527"/>
                </a:lnTo>
                <a:lnTo>
                  <a:pt x="6718" y="6862"/>
                </a:lnTo>
                <a:lnTo>
                  <a:pt x="6654" y="8954"/>
                </a:lnTo>
                <a:lnTo>
                  <a:pt x="6335" y="6060"/>
                </a:lnTo>
                <a:lnTo>
                  <a:pt x="5953" y="5336"/>
                </a:lnTo>
                <a:lnTo>
                  <a:pt x="5549" y="4638"/>
                </a:lnTo>
                <a:lnTo>
                  <a:pt x="5132" y="3984"/>
                </a:lnTo>
                <a:lnTo>
                  <a:pt x="4700" y="3374"/>
                </a:lnTo>
                <a:lnTo>
                  <a:pt x="4247" y="2798"/>
                </a:lnTo>
                <a:lnTo>
                  <a:pt x="3780" y="2267"/>
                </a:lnTo>
                <a:lnTo>
                  <a:pt x="3305" y="1796"/>
                </a:lnTo>
                <a:lnTo>
                  <a:pt x="2810" y="1360"/>
                </a:lnTo>
                <a:lnTo>
                  <a:pt x="2300" y="985"/>
                </a:lnTo>
                <a:lnTo>
                  <a:pt x="1783" y="653"/>
                </a:lnTo>
                <a:lnTo>
                  <a:pt x="1245" y="383"/>
                </a:lnTo>
                <a:lnTo>
                  <a:pt x="1408" y="1560"/>
                </a:lnTo>
                <a:lnTo>
                  <a:pt x="1245" y="383"/>
                </a:lnTo>
                <a:lnTo>
                  <a:pt x="700" y="165"/>
                </a:lnTo>
                <a:lnTo>
                  <a:pt x="148" y="8"/>
                </a:lnTo>
                <a:lnTo>
                  <a:pt x="0" y="1011"/>
                </a:lnTo>
                <a:lnTo>
                  <a:pt x="481" y="1150"/>
                </a:lnTo>
                <a:lnTo>
                  <a:pt x="962" y="1342"/>
                </a:lnTo>
                <a:lnTo>
                  <a:pt x="1433" y="1576"/>
                </a:lnTo>
                <a:lnTo>
                  <a:pt x="1904" y="1874"/>
                </a:lnTo>
                <a:lnTo>
                  <a:pt x="2357" y="2214"/>
                </a:lnTo>
                <a:lnTo>
                  <a:pt x="2803" y="2607"/>
                </a:lnTo>
                <a:lnTo>
                  <a:pt x="3242" y="3043"/>
                </a:lnTo>
                <a:lnTo>
                  <a:pt x="3674" y="3522"/>
                </a:lnTo>
                <a:lnTo>
                  <a:pt x="4091" y="4054"/>
                </a:lnTo>
                <a:lnTo>
                  <a:pt x="4495" y="4630"/>
                </a:lnTo>
                <a:lnTo>
                  <a:pt x="4891" y="5249"/>
                </a:lnTo>
                <a:lnTo>
                  <a:pt x="5273" y="5911"/>
                </a:lnTo>
                <a:lnTo>
                  <a:pt x="5634" y="6609"/>
                </a:lnTo>
                <a:lnTo>
                  <a:pt x="5988" y="7350"/>
                </a:lnTo>
                <a:lnTo>
                  <a:pt x="6641" y="8924"/>
                </a:lnTo>
                <a:lnTo>
                  <a:pt x="7234" y="10672"/>
                </a:lnTo>
                <a:lnTo>
                  <a:pt x="7751" y="12538"/>
                </a:lnTo>
                <a:lnTo>
                  <a:pt x="8176" y="14500"/>
                </a:lnTo>
                <a:lnTo>
                  <a:pt x="8523" y="16575"/>
                </a:lnTo>
                <a:lnTo>
                  <a:pt x="8770" y="18729"/>
                </a:lnTo>
                <a:lnTo>
                  <a:pt x="8926" y="20979"/>
                </a:lnTo>
                <a:lnTo>
                  <a:pt x="8983" y="23276"/>
                </a:lnTo>
                <a:lnTo>
                  <a:pt x="8926" y="25609"/>
                </a:lnTo>
                <a:lnTo>
                  <a:pt x="8771" y="27841"/>
                </a:lnTo>
                <a:lnTo>
                  <a:pt x="8516" y="30003"/>
                </a:lnTo>
                <a:lnTo>
                  <a:pt x="8171" y="32076"/>
                </a:lnTo>
                <a:lnTo>
                  <a:pt x="8530" y="34354"/>
                </a:lnTo>
                <a:lnTo>
                  <a:pt x="8976" y="32314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32" name="object 1332"/>
          <p:cNvSpPr/>
          <p:nvPr/>
        </p:nvSpPr>
        <p:spPr>
          <a:xfrm>
            <a:off x="7160504" y="3073146"/>
            <a:ext cx="346" cy="9024"/>
          </a:xfrm>
          <a:custGeom>
            <a:avLst/>
            <a:gdLst/>
            <a:ahLst/>
            <a:cxnLst/>
            <a:rect l="l" t="t" r="r" b="b"/>
            <a:pathLst>
              <a:path w="346" h="9024">
                <a:moveTo>
                  <a:pt x="0" y="26"/>
                </a:moveTo>
                <a:lnTo>
                  <a:pt x="0" y="9024"/>
                </a:lnTo>
                <a:lnTo>
                  <a:pt x="346" y="6914"/>
                </a:lnTo>
                <a:lnTo>
                  <a:pt x="0" y="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33" name="object 1333"/>
          <p:cNvSpPr/>
          <p:nvPr/>
        </p:nvSpPr>
        <p:spPr>
          <a:xfrm>
            <a:off x="7140520" y="3051679"/>
            <a:ext cx="5684" cy="34433"/>
          </a:xfrm>
          <a:custGeom>
            <a:avLst/>
            <a:gdLst/>
            <a:ahLst/>
            <a:cxnLst/>
            <a:rect l="l" t="t" r="r" b="b"/>
            <a:pathLst>
              <a:path w="5684" h="34433">
                <a:moveTo>
                  <a:pt x="814" y="12678"/>
                </a:moveTo>
                <a:lnTo>
                  <a:pt x="1245" y="10709"/>
                </a:lnTo>
                <a:lnTo>
                  <a:pt x="1755" y="8850"/>
                </a:lnTo>
                <a:lnTo>
                  <a:pt x="2349" y="7124"/>
                </a:lnTo>
                <a:lnTo>
                  <a:pt x="3001" y="5528"/>
                </a:lnTo>
                <a:lnTo>
                  <a:pt x="3355" y="4795"/>
                </a:lnTo>
                <a:lnTo>
                  <a:pt x="3723" y="4098"/>
                </a:lnTo>
                <a:lnTo>
                  <a:pt x="4105" y="3435"/>
                </a:lnTo>
                <a:lnTo>
                  <a:pt x="4502" y="2816"/>
                </a:lnTo>
                <a:lnTo>
                  <a:pt x="4912" y="2240"/>
                </a:lnTo>
                <a:lnTo>
                  <a:pt x="5316" y="1726"/>
                </a:lnTo>
                <a:lnTo>
                  <a:pt x="5684" y="0"/>
                </a:lnTo>
                <a:lnTo>
                  <a:pt x="5224" y="453"/>
                </a:lnTo>
                <a:lnTo>
                  <a:pt x="4757" y="976"/>
                </a:lnTo>
                <a:lnTo>
                  <a:pt x="4304" y="1560"/>
                </a:lnTo>
                <a:lnTo>
                  <a:pt x="3865" y="2171"/>
                </a:lnTo>
                <a:lnTo>
                  <a:pt x="3447" y="2825"/>
                </a:lnTo>
                <a:lnTo>
                  <a:pt x="3036" y="3522"/>
                </a:lnTo>
                <a:lnTo>
                  <a:pt x="2647" y="4263"/>
                </a:lnTo>
                <a:lnTo>
                  <a:pt x="2350" y="7123"/>
                </a:lnTo>
                <a:lnTo>
                  <a:pt x="2265" y="5065"/>
                </a:lnTo>
                <a:lnTo>
                  <a:pt x="1599" y="6696"/>
                </a:lnTo>
                <a:lnTo>
                  <a:pt x="1245" y="10707"/>
                </a:lnTo>
                <a:lnTo>
                  <a:pt x="976" y="8518"/>
                </a:lnTo>
                <a:lnTo>
                  <a:pt x="453" y="10411"/>
                </a:lnTo>
                <a:lnTo>
                  <a:pt x="7" y="12442"/>
                </a:lnTo>
                <a:lnTo>
                  <a:pt x="7" y="30518"/>
                </a:lnTo>
                <a:lnTo>
                  <a:pt x="446" y="32523"/>
                </a:lnTo>
                <a:lnTo>
                  <a:pt x="976" y="34433"/>
                </a:lnTo>
                <a:lnTo>
                  <a:pt x="807" y="30256"/>
                </a:lnTo>
                <a:lnTo>
                  <a:pt x="460" y="28181"/>
                </a:lnTo>
                <a:lnTo>
                  <a:pt x="212" y="26018"/>
                </a:lnTo>
                <a:lnTo>
                  <a:pt x="56" y="23777"/>
                </a:lnTo>
                <a:lnTo>
                  <a:pt x="0" y="21480"/>
                </a:lnTo>
                <a:lnTo>
                  <a:pt x="56" y="19156"/>
                </a:lnTo>
                <a:lnTo>
                  <a:pt x="212" y="16915"/>
                </a:lnTo>
                <a:lnTo>
                  <a:pt x="467" y="14744"/>
                </a:lnTo>
                <a:lnTo>
                  <a:pt x="814" y="12678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34" name="object 1334"/>
          <p:cNvSpPr/>
          <p:nvPr/>
        </p:nvSpPr>
        <p:spPr>
          <a:xfrm>
            <a:off x="7147727" y="3049761"/>
            <a:ext cx="2789" cy="1700"/>
          </a:xfrm>
          <a:custGeom>
            <a:avLst/>
            <a:gdLst/>
            <a:ahLst/>
            <a:cxnLst/>
            <a:rect l="l" t="t" r="r" b="b"/>
            <a:pathLst>
              <a:path w="2789" h="1700">
                <a:moveTo>
                  <a:pt x="1804" y="1128"/>
                </a:moveTo>
                <a:lnTo>
                  <a:pt x="2307" y="1046"/>
                </a:lnTo>
                <a:lnTo>
                  <a:pt x="2789" y="1021"/>
                </a:lnTo>
                <a:lnTo>
                  <a:pt x="2767" y="0"/>
                </a:lnTo>
                <a:lnTo>
                  <a:pt x="2229" y="34"/>
                </a:lnTo>
                <a:lnTo>
                  <a:pt x="1819" y="1124"/>
                </a:lnTo>
                <a:lnTo>
                  <a:pt x="1635" y="130"/>
                </a:lnTo>
                <a:lnTo>
                  <a:pt x="1111" y="279"/>
                </a:lnTo>
                <a:lnTo>
                  <a:pt x="849" y="1447"/>
                </a:lnTo>
                <a:lnTo>
                  <a:pt x="530" y="505"/>
                </a:lnTo>
                <a:lnTo>
                  <a:pt x="28" y="758"/>
                </a:lnTo>
                <a:lnTo>
                  <a:pt x="346" y="1700"/>
                </a:lnTo>
                <a:lnTo>
                  <a:pt x="817" y="1463"/>
                </a:lnTo>
                <a:lnTo>
                  <a:pt x="1330" y="1255"/>
                </a:lnTo>
                <a:lnTo>
                  <a:pt x="1804" y="1128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35" name="object 1335"/>
          <p:cNvSpPr/>
          <p:nvPr/>
        </p:nvSpPr>
        <p:spPr>
          <a:xfrm>
            <a:off x="7158163" y="3081936"/>
            <a:ext cx="1888" cy="7664"/>
          </a:xfrm>
          <a:custGeom>
            <a:avLst/>
            <a:gdLst/>
            <a:ahLst/>
            <a:cxnLst/>
            <a:rect l="l" t="t" r="r" b="b"/>
            <a:pathLst>
              <a:path w="1888" h="7664">
                <a:moveTo>
                  <a:pt x="592" y="3819"/>
                </a:moveTo>
                <a:lnTo>
                  <a:pt x="0" y="5583"/>
                </a:lnTo>
                <a:lnTo>
                  <a:pt x="61" y="7664"/>
                </a:lnTo>
                <a:lnTo>
                  <a:pt x="748" y="6016"/>
                </a:lnTo>
                <a:lnTo>
                  <a:pt x="1357" y="4211"/>
                </a:lnTo>
                <a:lnTo>
                  <a:pt x="1527" y="34"/>
                </a:lnTo>
                <a:lnTo>
                  <a:pt x="1357" y="4211"/>
                </a:lnTo>
                <a:lnTo>
                  <a:pt x="1888" y="2301"/>
                </a:lnTo>
                <a:lnTo>
                  <a:pt x="1534" y="0"/>
                </a:lnTo>
                <a:lnTo>
                  <a:pt x="1095" y="2005"/>
                </a:lnTo>
                <a:lnTo>
                  <a:pt x="578" y="3853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36" name="object 1336"/>
          <p:cNvSpPr/>
          <p:nvPr/>
        </p:nvSpPr>
        <p:spPr>
          <a:xfrm>
            <a:off x="7145419" y="3050537"/>
            <a:ext cx="3125" cy="3400"/>
          </a:xfrm>
          <a:custGeom>
            <a:avLst/>
            <a:gdLst/>
            <a:ahLst/>
            <a:cxnLst/>
            <a:rect l="l" t="t" r="r" b="b"/>
            <a:pathLst>
              <a:path w="3125" h="3400">
                <a:moveTo>
                  <a:pt x="1302" y="1926"/>
                </a:moveTo>
                <a:lnTo>
                  <a:pt x="1755" y="1534"/>
                </a:lnTo>
                <a:lnTo>
                  <a:pt x="2215" y="1194"/>
                </a:lnTo>
                <a:lnTo>
                  <a:pt x="2658" y="922"/>
                </a:lnTo>
                <a:lnTo>
                  <a:pt x="3125" y="687"/>
                </a:lnTo>
                <a:lnTo>
                  <a:pt x="2682" y="906"/>
                </a:lnTo>
                <a:lnTo>
                  <a:pt x="2307" y="0"/>
                </a:lnTo>
                <a:lnTo>
                  <a:pt x="1812" y="305"/>
                </a:lnTo>
                <a:lnTo>
                  <a:pt x="1302" y="688"/>
                </a:lnTo>
                <a:lnTo>
                  <a:pt x="807" y="1116"/>
                </a:lnTo>
                <a:lnTo>
                  <a:pt x="417" y="2868"/>
                </a:lnTo>
                <a:lnTo>
                  <a:pt x="0" y="3400"/>
                </a:lnTo>
                <a:lnTo>
                  <a:pt x="421" y="2864"/>
                </a:lnTo>
                <a:lnTo>
                  <a:pt x="863" y="2362"/>
                </a:lnTo>
                <a:lnTo>
                  <a:pt x="1302" y="1926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37" name="object 1337"/>
          <p:cNvSpPr/>
          <p:nvPr/>
        </p:nvSpPr>
        <p:spPr>
          <a:xfrm>
            <a:off x="7145841" y="3052900"/>
            <a:ext cx="441" cy="501"/>
          </a:xfrm>
          <a:custGeom>
            <a:avLst/>
            <a:gdLst/>
            <a:ahLst/>
            <a:cxnLst/>
            <a:rect l="l" t="t" r="r" b="b"/>
            <a:pathLst>
              <a:path w="441" h="501">
                <a:moveTo>
                  <a:pt x="441" y="0"/>
                </a:moveTo>
                <a:lnTo>
                  <a:pt x="10" y="488"/>
                </a:lnTo>
                <a:lnTo>
                  <a:pt x="441" y="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38" name="object 1338"/>
          <p:cNvSpPr/>
          <p:nvPr/>
        </p:nvSpPr>
        <p:spPr>
          <a:xfrm>
            <a:off x="7139692" y="3064157"/>
            <a:ext cx="835" cy="18040"/>
          </a:xfrm>
          <a:custGeom>
            <a:avLst/>
            <a:gdLst/>
            <a:ahLst/>
            <a:cxnLst/>
            <a:rect l="l" t="t" r="r" b="b"/>
            <a:pathLst>
              <a:path w="835" h="18040">
                <a:moveTo>
                  <a:pt x="828" y="18014"/>
                </a:moveTo>
                <a:lnTo>
                  <a:pt x="828" y="0"/>
                </a:lnTo>
                <a:lnTo>
                  <a:pt x="474" y="2092"/>
                </a:lnTo>
                <a:lnTo>
                  <a:pt x="219" y="4324"/>
                </a:lnTo>
                <a:lnTo>
                  <a:pt x="56" y="6618"/>
                </a:lnTo>
                <a:lnTo>
                  <a:pt x="0" y="8989"/>
                </a:lnTo>
                <a:lnTo>
                  <a:pt x="56" y="11361"/>
                </a:lnTo>
                <a:lnTo>
                  <a:pt x="212" y="13654"/>
                </a:lnTo>
                <a:lnTo>
                  <a:pt x="474" y="15878"/>
                </a:lnTo>
                <a:lnTo>
                  <a:pt x="828" y="18014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39" name="object 1339"/>
          <p:cNvSpPr/>
          <p:nvPr/>
        </p:nvSpPr>
        <p:spPr>
          <a:xfrm>
            <a:off x="7141327" y="3081936"/>
            <a:ext cx="438" cy="4176"/>
          </a:xfrm>
          <a:custGeom>
            <a:avLst/>
            <a:gdLst/>
            <a:ahLst/>
            <a:cxnLst/>
            <a:rect l="l" t="t" r="r" b="b"/>
            <a:pathLst>
              <a:path w="438" h="4176">
                <a:moveTo>
                  <a:pt x="7" y="34"/>
                </a:moveTo>
                <a:lnTo>
                  <a:pt x="438" y="1994"/>
                </a:lnTo>
                <a:lnTo>
                  <a:pt x="5" y="23"/>
                </a:lnTo>
                <a:lnTo>
                  <a:pt x="169" y="4176"/>
                </a:lnTo>
                <a:lnTo>
                  <a:pt x="7" y="34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40" name="object 1340"/>
          <p:cNvSpPr/>
          <p:nvPr/>
        </p:nvSpPr>
        <p:spPr>
          <a:xfrm>
            <a:off x="7141497" y="3058410"/>
            <a:ext cx="608" cy="4002"/>
          </a:xfrm>
          <a:custGeom>
            <a:avLst/>
            <a:gdLst/>
            <a:ahLst/>
            <a:cxnLst/>
            <a:rect l="l" t="t" r="r" b="b"/>
            <a:pathLst>
              <a:path w="608" h="4002">
                <a:moveTo>
                  <a:pt x="261" y="4002"/>
                </a:moveTo>
                <a:lnTo>
                  <a:pt x="608" y="0"/>
                </a:lnTo>
                <a:lnTo>
                  <a:pt x="7" y="1752"/>
                </a:lnTo>
                <a:lnTo>
                  <a:pt x="261" y="4002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41" name="object 1341"/>
          <p:cNvSpPr/>
          <p:nvPr/>
        </p:nvSpPr>
        <p:spPr>
          <a:xfrm>
            <a:off x="7142785" y="3055960"/>
            <a:ext cx="375" cy="2877"/>
          </a:xfrm>
          <a:custGeom>
            <a:avLst/>
            <a:gdLst/>
            <a:ahLst/>
            <a:cxnLst/>
            <a:rect l="l" t="t" r="r" b="b"/>
            <a:pathLst>
              <a:path w="375" h="2877">
                <a:moveTo>
                  <a:pt x="70" y="2877"/>
                </a:moveTo>
                <a:lnTo>
                  <a:pt x="375" y="0"/>
                </a:lnTo>
                <a:lnTo>
                  <a:pt x="14" y="758"/>
                </a:lnTo>
                <a:lnTo>
                  <a:pt x="70" y="2877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42" name="object 1342"/>
          <p:cNvSpPr/>
          <p:nvPr/>
        </p:nvSpPr>
        <p:spPr>
          <a:xfrm>
            <a:off x="7141334" y="3081970"/>
            <a:ext cx="6767" cy="13480"/>
          </a:xfrm>
          <a:custGeom>
            <a:avLst/>
            <a:gdLst/>
            <a:ahLst/>
            <a:cxnLst/>
            <a:rect l="l" t="t" r="r" b="b"/>
            <a:pathLst>
              <a:path w="6767" h="13480">
                <a:moveTo>
                  <a:pt x="2527" y="7856"/>
                </a:moveTo>
                <a:lnTo>
                  <a:pt x="2180" y="7115"/>
                </a:lnTo>
                <a:lnTo>
                  <a:pt x="1535" y="5544"/>
                </a:lnTo>
                <a:lnTo>
                  <a:pt x="934" y="3784"/>
                </a:lnTo>
                <a:lnTo>
                  <a:pt x="431" y="1960"/>
                </a:lnTo>
                <a:lnTo>
                  <a:pt x="0" y="0"/>
                </a:lnTo>
                <a:lnTo>
                  <a:pt x="162" y="4141"/>
                </a:lnTo>
                <a:lnTo>
                  <a:pt x="424" y="1935"/>
                </a:lnTo>
                <a:lnTo>
                  <a:pt x="162" y="4141"/>
                </a:lnTo>
                <a:lnTo>
                  <a:pt x="771" y="5937"/>
                </a:lnTo>
                <a:lnTo>
                  <a:pt x="1451" y="7603"/>
                </a:lnTo>
                <a:lnTo>
                  <a:pt x="1522" y="5510"/>
                </a:lnTo>
                <a:lnTo>
                  <a:pt x="1451" y="7603"/>
                </a:lnTo>
                <a:lnTo>
                  <a:pt x="1826" y="8388"/>
                </a:lnTo>
                <a:lnTo>
                  <a:pt x="2208" y="9120"/>
                </a:lnTo>
                <a:lnTo>
                  <a:pt x="2619" y="9826"/>
                </a:lnTo>
                <a:lnTo>
                  <a:pt x="3036" y="10472"/>
                </a:lnTo>
                <a:lnTo>
                  <a:pt x="3475" y="11091"/>
                </a:lnTo>
                <a:lnTo>
                  <a:pt x="3921" y="11666"/>
                </a:lnTo>
                <a:lnTo>
                  <a:pt x="4389" y="12189"/>
                </a:lnTo>
                <a:lnTo>
                  <a:pt x="4870" y="12669"/>
                </a:lnTo>
                <a:lnTo>
                  <a:pt x="5358" y="13105"/>
                </a:lnTo>
                <a:lnTo>
                  <a:pt x="5868" y="13480"/>
                </a:lnTo>
                <a:lnTo>
                  <a:pt x="6272" y="12590"/>
                </a:lnTo>
                <a:lnTo>
                  <a:pt x="6739" y="12887"/>
                </a:lnTo>
                <a:lnTo>
                  <a:pt x="6300" y="12608"/>
                </a:lnTo>
                <a:lnTo>
                  <a:pt x="5840" y="12268"/>
                </a:lnTo>
                <a:lnTo>
                  <a:pt x="5365" y="11858"/>
                </a:lnTo>
                <a:lnTo>
                  <a:pt x="4927" y="11422"/>
                </a:lnTo>
                <a:lnTo>
                  <a:pt x="4516" y="10960"/>
                </a:lnTo>
                <a:lnTo>
                  <a:pt x="4084" y="10402"/>
                </a:lnTo>
                <a:lnTo>
                  <a:pt x="3674" y="9826"/>
                </a:lnTo>
                <a:lnTo>
                  <a:pt x="3284" y="9216"/>
                </a:lnTo>
                <a:lnTo>
                  <a:pt x="2895" y="8553"/>
                </a:lnTo>
                <a:lnTo>
                  <a:pt x="2527" y="7856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43" name="object 1343"/>
          <p:cNvSpPr/>
          <p:nvPr/>
        </p:nvSpPr>
        <p:spPr>
          <a:xfrm>
            <a:off x="7145837" y="3092913"/>
            <a:ext cx="445" cy="497"/>
          </a:xfrm>
          <a:custGeom>
            <a:avLst/>
            <a:gdLst/>
            <a:ahLst/>
            <a:cxnLst/>
            <a:rect l="l" t="t" r="r" b="b"/>
            <a:pathLst>
              <a:path w="445" h="497">
                <a:moveTo>
                  <a:pt x="14" y="17"/>
                </a:moveTo>
                <a:lnTo>
                  <a:pt x="445" y="497"/>
                </a:lnTo>
                <a:lnTo>
                  <a:pt x="4" y="5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44" name="object 1344"/>
          <p:cNvSpPr/>
          <p:nvPr/>
        </p:nvSpPr>
        <p:spPr>
          <a:xfrm>
            <a:off x="7146700" y="3093829"/>
            <a:ext cx="934" cy="749"/>
          </a:xfrm>
          <a:custGeom>
            <a:avLst/>
            <a:gdLst/>
            <a:ahLst/>
            <a:cxnLst/>
            <a:rect l="l" t="t" r="r" b="b"/>
            <a:pathLst>
              <a:path w="934" h="749">
                <a:moveTo>
                  <a:pt x="460" y="397"/>
                </a:moveTo>
                <a:lnTo>
                  <a:pt x="0" y="0"/>
                </a:lnTo>
                <a:lnTo>
                  <a:pt x="453" y="392"/>
                </a:lnTo>
                <a:lnTo>
                  <a:pt x="934" y="749"/>
                </a:lnTo>
                <a:lnTo>
                  <a:pt x="460" y="397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45" name="object 1345"/>
          <p:cNvSpPr/>
          <p:nvPr/>
        </p:nvSpPr>
        <p:spPr>
          <a:xfrm>
            <a:off x="7147203" y="3094561"/>
            <a:ext cx="1599" cy="1709"/>
          </a:xfrm>
          <a:custGeom>
            <a:avLst/>
            <a:gdLst/>
            <a:ahLst/>
            <a:cxnLst/>
            <a:rect l="l" t="t" r="r" b="b"/>
            <a:pathLst>
              <a:path w="1599" h="1709">
                <a:moveTo>
                  <a:pt x="870" y="296"/>
                </a:moveTo>
                <a:lnTo>
                  <a:pt x="431" y="17"/>
                </a:lnTo>
                <a:lnTo>
                  <a:pt x="0" y="889"/>
                </a:lnTo>
                <a:lnTo>
                  <a:pt x="523" y="1220"/>
                </a:lnTo>
                <a:lnTo>
                  <a:pt x="1054" y="1491"/>
                </a:lnTo>
                <a:lnTo>
                  <a:pt x="1599" y="1709"/>
                </a:lnTo>
                <a:lnTo>
                  <a:pt x="1337" y="531"/>
                </a:lnTo>
                <a:lnTo>
                  <a:pt x="870" y="296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46" name="object 1346"/>
          <p:cNvSpPr/>
          <p:nvPr/>
        </p:nvSpPr>
        <p:spPr>
          <a:xfrm>
            <a:off x="7148258" y="3050048"/>
            <a:ext cx="545" cy="1177"/>
          </a:xfrm>
          <a:custGeom>
            <a:avLst/>
            <a:gdLst/>
            <a:ahLst/>
            <a:cxnLst/>
            <a:rect l="l" t="t" r="r" b="b"/>
            <a:pathLst>
              <a:path w="545" h="1177">
                <a:moveTo>
                  <a:pt x="283" y="1177"/>
                </a:moveTo>
                <a:lnTo>
                  <a:pt x="545" y="0"/>
                </a:lnTo>
                <a:lnTo>
                  <a:pt x="35" y="200"/>
                </a:lnTo>
                <a:lnTo>
                  <a:pt x="283" y="1177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47" name="object 1347"/>
          <p:cNvSpPr/>
          <p:nvPr/>
        </p:nvSpPr>
        <p:spPr>
          <a:xfrm>
            <a:off x="7148544" y="3095094"/>
            <a:ext cx="513" cy="199"/>
          </a:xfrm>
          <a:custGeom>
            <a:avLst/>
            <a:gdLst/>
            <a:ahLst/>
            <a:cxnLst/>
            <a:rect l="l" t="t" r="r" b="b"/>
            <a:pathLst>
              <a:path w="513" h="199">
                <a:moveTo>
                  <a:pt x="513" y="199"/>
                </a:moveTo>
                <a:lnTo>
                  <a:pt x="0" y="0"/>
                </a:lnTo>
                <a:lnTo>
                  <a:pt x="478" y="19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48" name="object 1348"/>
          <p:cNvSpPr/>
          <p:nvPr/>
        </p:nvSpPr>
        <p:spPr>
          <a:xfrm>
            <a:off x="7148074" y="3094858"/>
            <a:ext cx="1847" cy="1656"/>
          </a:xfrm>
          <a:custGeom>
            <a:avLst/>
            <a:gdLst/>
            <a:ahLst/>
            <a:cxnLst/>
            <a:rect l="l" t="t" r="r" b="b"/>
            <a:pathLst>
              <a:path w="1847" h="1656">
                <a:moveTo>
                  <a:pt x="1429" y="566"/>
                </a:moveTo>
                <a:lnTo>
                  <a:pt x="1288" y="1560"/>
                </a:lnTo>
                <a:lnTo>
                  <a:pt x="1847" y="1656"/>
                </a:lnTo>
                <a:lnTo>
                  <a:pt x="1472" y="575"/>
                </a:lnTo>
                <a:lnTo>
                  <a:pt x="948" y="427"/>
                </a:lnTo>
                <a:lnTo>
                  <a:pt x="502" y="252"/>
                </a:lnTo>
                <a:lnTo>
                  <a:pt x="0" y="0"/>
                </a:lnTo>
                <a:lnTo>
                  <a:pt x="467" y="235"/>
                </a:lnTo>
                <a:lnTo>
                  <a:pt x="729" y="1412"/>
                </a:lnTo>
                <a:lnTo>
                  <a:pt x="1288" y="1560"/>
                </a:lnTo>
                <a:lnTo>
                  <a:pt x="1429" y="566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49" name="object 1349"/>
          <p:cNvSpPr/>
          <p:nvPr/>
        </p:nvSpPr>
        <p:spPr>
          <a:xfrm>
            <a:off x="7149362" y="3049804"/>
            <a:ext cx="559" cy="1089"/>
          </a:xfrm>
          <a:custGeom>
            <a:avLst/>
            <a:gdLst/>
            <a:ahLst/>
            <a:cxnLst/>
            <a:rect l="l" t="t" r="r" b="b"/>
            <a:pathLst>
              <a:path w="559" h="1089">
                <a:moveTo>
                  <a:pt x="141" y="1089"/>
                </a:moveTo>
                <a:lnTo>
                  <a:pt x="559" y="0"/>
                </a:lnTo>
                <a:lnTo>
                  <a:pt x="35" y="78"/>
                </a:lnTo>
                <a:lnTo>
                  <a:pt x="141" y="1089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50" name="object 1350"/>
          <p:cNvSpPr/>
          <p:nvPr/>
        </p:nvSpPr>
        <p:spPr>
          <a:xfrm>
            <a:off x="7149999" y="3095503"/>
            <a:ext cx="1033" cy="34"/>
          </a:xfrm>
          <a:custGeom>
            <a:avLst/>
            <a:gdLst/>
            <a:ahLst/>
            <a:cxnLst/>
            <a:rect l="l" t="t" r="r" b="b"/>
            <a:pathLst>
              <a:path w="1033" h="34">
                <a:moveTo>
                  <a:pt x="516" y="33"/>
                </a:moveTo>
                <a:lnTo>
                  <a:pt x="0" y="0"/>
                </a:lnTo>
                <a:lnTo>
                  <a:pt x="495" y="34"/>
                </a:lnTo>
                <a:lnTo>
                  <a:pt x="1033" y="0"/>
                </a:lnTo>
                <a:lnTo>
                  <a:pt x="516" y="33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51" name="object 1351"/>
          <p:cNvSpPr/>
          <p:nvPr/>
        </p:nvSpPr>
        <p:spPr>
          <a:xfrm>
            <a:off x="7147146" y="3068072"/>
            <a:ext cx="5797" cy="13218"/>
          </a:xfrm>
          <a:custGeom>
            <a:avLst/>
            <a:gdLst/>
            <a:ahLst/>
            <a:cxnLst/>
            <a:rect l="l" t="t" r="r" b="b"/>
            <a:pathLst>
              <a:path w="5797" h="13218">
                <a:moveTo>
                  <a:pt x="5797" y="6609"/>
                </a:moveTo>
                <a:lnTo>
                  <a:pt x="5797" y="2955"/>
                </a:lnTo>
                <a:lnTo>
                  <a:pt x="4495" y="0"/>
                </a:lnTo>
                <a:lnTo>
                  <a:pt x="1295" y="0"/>
                </a:lnTo>
                <a:lnTo>
                  <a:pt x="0" y="2955"/>
                </a:lnTo>
                <a:lnTo>
                  <a:pt x="0" y="10262"/>
                </a:lnTo>
                <a:lnTo>
                  <a:pt x="1295" y="13218"/>
                </a:lnTo>
                <a:lnTo>
                  <a:pt x="4495" y="13218"/>
                </a:lnTo>
                <a:lnTo>
                  <a:pt x="5797" y="10262"/>
                </a:lnTo>
                <a:lnTo>
                  <a:pt x="5797" y="6609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52" name="object 1352"/>
          <p:cNvSpPr/>
          <p:nvPr/>
        </p:nvSpPr>
        <p:spPr>
          <a:xfrm>
            <a:off x="7148286" y="3067819"/>
            <a:ext cx="5691" cy="13218"/>
          </a:xfrm>
          <a:custGeom>
            <a:avLst/>
            <a:gdLst/>
            <a:ahLst/>
            <a:cxnLst/>
            <a:rect l="l" t="t" r="r" b="b"/>
            <a:pathLst>
              <a:path w="5691" h="13218">
                <a:moveTo>
                  <a:pt x="5691" y="6609"/>
                </a:moveTo>
                <a:lnTo>
                  <a:pt x="5691" y="2955"/>
                </a:lnTo>
                <a:lnTo>
                  <a:pt x="4417" y="0"/>
                </a:lnTo>
                <a:lnTo>
                  <a:pt x="1274" y="0"/>
                </a:lnTo>
                <a:lnTo>
                  <a:pt x="0" y="2955"/>
                </a:lnTo>
                <a:lnTo>
                  <a:pt x="0" y="10262"/>
                </a:lnTo>
                <a:lnTo>
                  <a:pt x="1274" y="13218"/>
                </a:lnTo>
                <a:lnTo>
                  <a:pt x="4417" y="13218"/>
                </a:lnTo>
                <a:lnTo>
                  <a:pt x="5691" y="10262"/>
                </a:lnTo>
                <a:lnTo>
                  <a:pt x="5691" y="6609"/>
                </a:lnTo>
                <a:close/>
              </a:path>
            </a:pathLst>
          </a:custGeom>
          <a:solidFill>
            <a:srgbClr val="DFDFD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53" name="object 1353"/>
          <p:cNvSpPr/>
          <p:nvPr/>
        </p:nvSpPr>
        <p:spPr>
          <a:xfrm>
            <a:off x="6824320" y="2922247"/>
            <a:ext cx="64688" cy="63817"/>
          </a:xfrm>
          <a:custGeom>
            <a:avLst/>
            <a:gdLst/>
            <a:ahLst/>
            <a:cxnLst/>
            <a:rect l="l" t="t" r="r" b="b"/>
            <a:pathLst>
              <a:path w="64688" h="63817">
                <a:moveTo>
                  <a:pt x="60341" y="1647"/>
                </a:moveTo>
                <a:lnTo>
                  <a:pt x="0" y="62291"/>
                </a:lnTo>
                <a:lnTo>
                  <a:pt x="2590" y="63817"/>
                </a:lnTo>
                <a:lnTo>
                  <a:pt x="7248" y="63817"/>
                </a:lnTo>
                <a:lnTo>
                  <a:pt x="64688" y="0"/>
                </a:lnTo>
                <a:lnTo>
                  <a:pt x="60341" y="1647"/>
                </a:lnTo>
                <a:close/>
              </a:path>
            </a:pathLst>
          </a:custGeom>
          <a:solidFill>
            <a:srgbClr val="3B0022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54" name="object 1354"/>
          <p:cNvSpPr/>
          <p:nvPr/>
        </p:nvSpPr>
        <p:spPr>
          <a:xfrm>
            <a:off x="6650849" y="2942712"/>
            <a:ext cx="331935" cy="74376"/>
          </a:xfrm>
          <a:custGeom>
            <a:avLst/>
            <a:gdLst/>
            <a:ahLst/>
            <a:cxnLst/>
            <a:rect l="l" t="t" r="r" b="b"/>
            <a:pathLst>
              <a:path w="331935" h="74376">
                <a:moveTo>
                  <a:pt x="323029" y="42463"/>
                </a:moveTo>
                <a:lnTo>
                  <a:pt x="324169" y="38522"/>
                </a:lnTo>
                <a:lnTo>
                  <a:pt x="331935" y="18310"/>
                </a:lnTo>
                <a:lnTo>
                  <a:pt x="331418" y="0"/>
                </a:lnTo>
                <a:lnTo>
                  <a:pt x="330483" y="3051"/>
                </a:lnTo>
                <a:lnTo>
                  <a:pt x="327170" y="13096"/>
                </a:lnTo>
                <a:lnTo>
                  <a:pt x="323029" y="42463"/>
                </a:lnTo>
                <a:close/>
              </a:path>
              <a:path w="331935" h="74376">
                <a:moveTo>
                  <a:pt x="249541" y="-21231"/>
                </a:moveTo>
                <a:lnTo>
                  <a:pt x="257201" y="-21990"/>
                </a:lnTo>
                <a:lnTo>
                  <a:pt x="265589" y="-22757"/>
                </a:lnTo>
                <a:lnTo>
                  <a:pt x="279868" y="-22757"/>
                </a:lnTo>
                <a:lnTo>
                  <a:pt x="290947" y="-22243"/>
                </a:lnTo>
                <a:lnTo>
                  <a:pt x="301608" y="-21615"/>
                </a:lnTo>
                <a:lnTo>
                  <a:pt x="310506" y="-20464"/>
                </a:lnTo>
                <a:lnTo>
                  <a:pt x="318477" y="-18938"/>
                </a:lnTo>
                <a:lnTo>
                  <a:pt x="326760" y="-16654"/>
                </a:lnTo>
                <a:lnTo>
                  <a:pt x="330278" y="-14875"/>
                </a:lnTo>
                <a:lnTo>
                  <a:pt x="332763" y="-11823"/>
                </a:lnTo>
                <a:lnTo>
                  <a:pt x="333173" y="-9530"/>
                </a:lnTo>
                <a:lnTo>
                  <a:pt x="333074" y="-6862"/>
                </a:lnTo>
                <a:lnTo>
                  <a:pt x="332550" y="-3941"/>
                </a:lnTo>
                <a:lnTo>
                  <a:pt x="331418" y="0"/>
                </a:lnTo>
                <a:lnTo>
                  <a:pt x="331935" y="18310"/>
                </a:lnTo>
                <a:lnTo>
                  <a:pt x="339905" y="-1525"/>
                </a:lnTo>
                <a:lnTo>
                  <a:pt x="341767" y="-5589"/>
                </a:lnTo>
                <a:lnTo>
                  <a:pt x="342801" y="-7115"/>
                </a:lnTo>
                <a:lnTo>
                  <a:pt x="343941" y="-8771"/>
                </a:lnTo>
                <a:lnTo>
                  <a:pt x="346319" y="-10419"/>
                </a:lnTo>
                <a:lnTo>
                  <a:pt x="349526" y="-11823"/>
                </a:lnTo>
                <a:lnTo>
                  <a:pt x="354184" y="-12835"/>
                </a:lnTo>
                <a:lnTo>
                  <a:pt x="358743" y="-13855"/>
                </a:lnTo>
                <a:lnTo>
                  <a:pt x="364951" y="-14491"/>
                </a:lnTo>
                <a:lnTo>
                  <a:pt x="374883" y="-15886"/>
                </a:lnTo>
                <a:lnTo>
                  <a:pt x="383895" y="-16017"/>
                </a:lnTo>
                <a:lnTo>
                  <a:pt x="393728" y="-16654"/>
                </a:lnTo>
                <a:lnTo>
                  <a:pt x="430468" y="-16654"/>
                </a:lnTo>
                <a:lnTo>
                  <a:pt x="434298" y="-16523"/>
                </a:lnTo>
                <a:lnTo>
                  <a:pt x="437611" y="-15886"/>
                </a:lnTo>
                <a:lnTo>
                  <a:pt x="439989" y="-14997"/>
                </a:lnTo>
                <a:lnTo>
                  <a:pt x="442063" y="-14360"/>
                </a:lnTo>
                <a:lnTo>
                  <a:pt x="444541" y="-12834"/>
                </a:lnTo>
                <a:lnTo>
                  <a:pt x="446198" y="-11570"/>
                </a:lnTo>
                <a:lnTo>
                  <a:pt x="447960" y="-9661"/>
                </a:lnTo>
                <a:lnTo>
                  <a:pt x="457899" y="1525"/>
                </a:lnTo>
                <a:lnTo>
                  <a:pt x="465346" y="12713"/>
                </a:lnTo>
                <a:lnTo>
                  <a:pt x="468865" y="18310"/>
                </a:lnTo>
                <a:lnTo>
                  <a:pt x="471038" y="21362"/>
                </a:lnTo>
                <a:lnTo>
                  <a:pt x="472079" y="23394"/>
                </a:lnTo>
                <a:lnTo>
                  <a:pt x="473112" y="25303"/>
                </a:lnTo>
                <a:lnTo>
                  <a:pt x="473523" y="27719"/>
                </a:lnTo>
                <a:lnTo>
                  <a:pt x="473112" y="33186"/>
                </a:lnTo>
                <a:lnTo>
                  <a:pt x="469905" y="38016"/>
                </a:lnTo>
                <a:lnTo>
                  <a:pt x="465658" y="40815"/>
                </a:lnTo>
                <a:lnTo>
                  <a:pt x="328622" y="55560"/>
                </a:lnTo>
                <a:lnTo>
                  <a:pt x="325726" y="55307"/>
                </a:lnTo>
                <a:lnTo>
                  <a:pt x="322102" y="50598"/>
                </a:lnTo>
                <a:lnTo>
                  <a:pt x="322102" y="48950"/>
                </a:lnTo>
                <a:lnTo>
                  <a:pt x="322307" y="46021"/>
                </a:lnTo>
                <a:lnTo>
                  <a:pt x="323029" y="42463"/>
                </a:lnTo>
                <a:lnTo>
                  <a:pt x="327170" y="13096"/>
                </a:lnTo>
                <a:lnTo>
                  <a:pt x="315476" y="42463"/>
                </a:lnTo>
                <a:lnTo>
                  <a:pt x="312368" y="48820"/>
                </a:lnTo>
                <a:lnTo>
                  <a:pt x="310506" y="50860"/>
                </a:lnTo>
                <a:lnTo>
                  <a:pt x="308751" y="52386"/>
                </a:lnTo>
                <a:lnTo>
                  <a:pt x="306471" y="52761"/>
                </a:lnTo>
                <a:lnTo>
                  <a:pt x="296844" y="52761"/>
                </a:lnTo>
                <a:lnTo>
                  <a:pt x="290947" y="51619"/>
                </a:lnTo>
                <a:lnTo>
                  <a:pt x="285772" y="50860"/>
                </a:lnTo>
                <a:lnTo>
                  <a:pt x="279146" y="49709"/>
                </a:lnTo>
                <a:lnTo>
                  <a:pt x="272732" y="48950"/>
                </a:lnTo>
                <a:lnTo>
                  <a:pt x="264967" y="48314"/>
                </a:lnTo>
                <a:lnTo>
                  <a:pt x="255339" y="47294"/>
                </a:lnTo>
                <a:lnTo>
                  <a:pt x="246335" y="46021"/>
                </a:lnTo>
                <a:lnTo>
                  <a:pt x="175332" y="41957"/>
                </a:lnTo>
                <a:lnTo>
                  <a:pt x="233295" y="-18302"/>
                </a:lnTo>
                <a:lnTo>
                  <a:pt x="172847" y="40048"/>
                </a:lnTo>
                <a:lnTo>
                  <a:pt x="170780" y="40815"/>
                </a:lnTo>
                <a:lnTo>
                  <a:pt x="168189" y="41827"/>
                </a:lnTo>
                <a:lnTo>
                  <a:pt x="165088" y="42716"/>
                </a:lnTo>
                <a:lnTo>
                  <a:pt x="159184" y="43483"/>
                </a:lnTo>
                <a:lnTo>
                  <a:pt x="155772" y="44120"/>
                </a:lnTo>
                <a:lnTo>
                  <a:pt x="151631" y="44503"/>
                </a:lnTo>
                <a:lnTo>
                  <a:pt x="147695" y="45262"/>
                </a:lnTo>
                <a:lnTo>
                  <a:pt x="141388" y="46404"/>
                </a:lnTo>
                <a:lnTo>
                  <a:pt x="134450" y="48061"/>
                </a:lnTo>
                <a:lnTo>
                  <a:pt x="118409" y="51366"/>
                </a:lnTo>
                <a:lnTo>
                  <a:pt x="108675" y="53650"/>
                </a:lnTo>
                <a:lnTo>
                  <a:pt x="100088" y="55690"/>
                </a:lnTo>
                <a:lnTo>
                  <a:pt x="88599" y="58611"/>
                </a:lnTo>
                <a:lnTo>
                  <a:pt x="82801" y="60137"/>
                </a:lnTo>
                <a:lnTo>
                  <a:pt x="77004" y="61916"/>
                </a:lnTo>
                <a:lnTo>
                  <a:pt x="69656" y="64209"/>
                </a:lnTo>
                <a:lnTo>
                  <a:pt x="62929" y="66747"/>
                </a:lnTo>
                <a:lnTo>
                  <a:pt x="42850" y="74507"/>
                </a:lnTo>
                <a:lnTo>
                  <a:pt x="36432" y="76792"/>
                </a:lnTo>
                <a:lnTo>
                  <a:pt x="31361" y="79085"/>
                </a:lnTo>
                <a:lnTo>
                  <a:pt x="26083" y="81500"/>
                </a:lnTo>
                <a:lnTo>
                  <a:pt x="21010" y="83654"/>
                </a:lnTo>
                <a:lnTo>
                  <a:pt x="14697" y="86453"/>
                </a:lnTo>
                <a:lnTo>
                  <a:pt x="5278" y="91536"/>
                </a:lnTo>
                <a:lnTo>
                  <a:pt x="3311" y="92940"/>
                </a:lnTo>
                <a:lnTo>
                  <a:pt x="1656" y="94213"/>
                </a:lnTo>
                <a:lnTo>
                  <a:pt x="724" y="95355"/>
                </a:lnTo>
                <a:lnTo>
                  <a:pt x="103" y="96881"/>
                </a:lnTo>
                <a:lnTo>
                  <a:pt x="0" y="98529"/>
                </a:lnTo>
                <a:lnTo>
                  <a:pt x="0" y="100569"/>
                </a:lnTo>
                <a:lnTo>
                  <a:pt x="1966" y="102470"/>
                </a:lnTo>
                <a:lnTo>
                  <a:pt x="3726" y="103874"/>
                </a:lnTo>
                <a:lnTo>
                  <a:pt x="6003" y="105522"/>
                </a:lnTo>
                <a:lnTo>
                  <a:pt x="8797" y="107048"/>
                </a:lnTo>
                <a:lnTo>
                  <a:pt x="11385" y="108452"/>
                </a:lnTo>
                <a:lnTo>
                  <a:pt x="14283" y="109716"/>
                </a:lnTo>
                <a:lnTo>
                  <a:pt x="17802" y="110989"/>
                </a:lnTo>
                <a:lnTo>
                  <a:pt x="21425" y="112515"/>
                </a:lnTo>
                <a:lnTo>
                  <a:pt x="25461" y="114041"/>
                </a:lnTo>
                <a:lnTo>
                  <a:pt x="28049" y="115314"/>
                </a:lnTo>
                <a:lnTo>
                  <a:pt x="37778" y="118619"/>
                </a:lnTo>
                <a:lnTo>
                  <a:pt x="43781" y="120275"/>
                </a:lnTo>
                <a:lnTo>
                  <a:pt x="50406" y="121923"/>
                </a:lnTo>
                <a:lnTo>
                  <a:pt x="56926" y="123327"/>
                </a:lnTo>
                <a:lnTo>
                  <a:pt x="63757" y="124853"/>
                </a:lnTo>
                <a:lnTo>
                  <a:pt x="70484" y="125995"/>
                </a:lnTo>
                <a:lnTo>
                  <a:pt x="75453" y="127007"/>
                </a:lnTo>
                <a:lnTo>
                  <a:pt x="80218" y="127643"/>
                </a:lnTo>
                <a:lnTo>
                  <a:pt x="85909" y="128411"/>
                </a:lnTo>
                <a:lnTo>
                  <a:pt x="91084" y="128916"/>
                </a:lnTo>
                <a:lnTo>
                  <a:pt x="95013" y="129169"/>
                </a:lnTo>
                <a:lnTo>
                  <a:pt x="99572" y="129300"/>
                </a:lnTo>
                <a:lnTo>
                  <a:pt x="139830" y="130059"/>
                </a:lnTo>
                <a:lnTo>
                  <a:pt x="134557" y="157647"/>
                </a:lnTo>
                <a:lnTo>
                  <a:pt x="133311" y="158545"/>
                </a:lnTo>
                <a:lnTo>
                  <a:pt x="131449" y="158920"/>
                </a:lnTo>
                <a:lnTo>
                  <a:pt x="142733" y="192614"/>
                </a:lnTo>
                <a:lnTo>
                  <a:pt x="145423" y="193885"/>
                </a:lnTo>
                <a:lnTo>
                  <a:pt x="147391" y="193885"/>
                </a:lnTo>
                <a:lnTo>
                  <a:pt x="165811" y="193122"/>
                </a:lnTo>
                <a:lnTo>
                  <a:pt x="169435" y="192233"/>
                </a:lnTo>
                <a:lnTo>
                  <a:pt x="172748" y="191597"/>
                </a:lnTo>
                <a:lnTo>
                  <a:pt x="175332" y="190580"/>
                </a:lnTo>
                <a:lnTo>
                  <a:pt x="178128" y="188927"/>
                </a:lnTo>
                <a:lnTo>
                  <a:pt x="179579" y="187529"/>
                </a:lnTo>
                <a:lnTo>
                  <a:pt x="180818" y="185367"/>
                </a:lnTo>
                <a:lnTo>
                  <a:pt x="182163" y="181299"/>
                </a:lnTo>
                <a:lnTo>
                  <a:pt x="183303" y="176594"/>
                </a:lnTo>
                <a:lnTo>
                  <a:pt x="184542" y="171637"/>
                </a:lnTo>
                <a:lnTo>
                  <a:pt x="186927" y="164516"/>
                </a:lnTo>
                <a:lnTo>
                  <a:pt x="188683" y="159809"/>
                </a:lnTo>
                <a:lnTo>
                  <a:pt x="190856" y="154857"/>
                </a:lnTo>
                <a:lnTo>
                  <a:pt x="192307" y="150916"/>
                </a:lnTo>
                <a:lnTo>
                  <a:pt x="194686" y="145823"/>
                </a:lnTo>
                <a:lnTo>
                  <a:pt x="197376" y="140871"/>
                </a:lnTo>
                <a:lnTo>
                  <a:pt x="199967" y="135657"/>
                </a:lnTo>
                <a:lnTo>
                  <a:pt x="203174" y="131210"/>
                </a:lnTo>
                <a:lnTo>
                  <a:pt x="205453" y="127643"/>
                </a:lnTo>
                <a:lnTo>
                  <a:pt x="208249" y="124470"/>
                </a:lnTo>
                <a:lnTo>
                  <a:pt x="211251" y="121671"/>
                </a:lnTo>
                <a:lnTo>
                  <a:pt x="213630" y="119255"/>
                </a:lnTo>
                <a:lnTo>
                  <a:pt x="216737" y="116587"/>
                </a:lnTo>
                <a:lnTo>
                  <a:pt x="220256" y="114294"/>
                </a:lnTo>
                <a:lnTo>
                  <a:pt x="223774" y="112393"/>
                </a:lnTo>
                <a:lnTo>
                  <a:pt x="228531" y="110231"/>
                </a:lnTo>
                <a:lnTo>
                  <a:pt x="232155" y="109211"/>
                </a:lnTo>
                <a:lnTo>
                  <a:pt x="235575" y="108199"/>
                </a:lnTo>
                <a:lnTo>
                  <a:pt x="239093" y="107685"/>
                </a:lnTo>
                <a:lnTo>
                  <a:pt x="242816" y="107563"/>
                </a:lnTo>
                <a:lnTo>
                  <a:pt x="246236" y="107563"/>
                </a:lnTo>
                <a:lnTo>
                  <a:pt x="249542" y="107938"/>
                </a:lnTo>
                <a:lnTo>
                  <a:pt x="252649" y="109088"/>
                </a:lnTo>
                <a:lnTo>
                  <a:pt x="256068" y="110231"/>
                </a:lnTo>
                <a:lnTo>
                  <a:pt x="258964" y="111626"/>
                </a:lnTo>
                <a:lnTo>
                  <a:pt x="261760" y="113283"/>
                </a:lnTo>
                <a:lnTo>
                  <a:pt x="264450" y="115820"/>
                </a:lnTo>
                <a:lnTo>
                  <a:pt x="266517" y="118113"/>
                </a:lnTo>
                <a:lnTo>
                  <a:pt x="268797" y="121287"/>
                </a:lnTo>
                <a:lnTo>
                  <a:pt x="270765" y="124339"/>
                </a:lnTo>
                <a:lnTo>
                  <a:pt x="272315" y="128158"/>
                </a:lnTo>
                <a:lnTo>
                  <a:pt x="274078" y="131585"/>
                </a:lnTo>
                <a:lnTo>
                  <a:pt x="275423" y="136040"/>
                </a:lnTo>
                <a:lnTo>
                  <a:pt x="276251" y="140234"/>
                </a:lnTo>
                <a:lnTo>
                  <a:pt x="277285" y="144812"/>
                </a:lnTo>
                <a:lnTo>
                  <a:pt x="277907" y="149390"/>
                </a:lnTo>
                <a:lnTo>
                  <a:pt x="278736" y="153331"/>
                </a:lnTo>
                <a:lnTo>
                  <a:pt x="279253" y="157525"/>
                </a:lnTo>
                <a:lnTo>
                  <a:pt x="279564" y="163627"/>
                </a:lnTo>
                <a:lnTo>
                  <a:pt x="279564" y="175069"/>
                </a:lnTo>
                <a:lnTo>
                  <a:pt x="279253" y="178756"/>
                </a:lnTo>
                <a:lnTo>
                  <a:pt x="278941" y="180918"/>
                </a:lnTo>
                <a:lnTo>
                  <a:pt x="461312" y="143033"/>
                </a:lnTo>
                <a:lnTo>
                  <a:pt x="468143" y="142519"/>
                </a:lnTo>
                <a:lnTo>
                  <a:pt x="470734" y="139345"/>
                </a:lnTo>
                <a:lnTo>
                  <a:pt x="472695" y="135657"/>
                </a:lnTo>
                <a:lnTo>
                  <a:pt x="474769" y="132474"/>
                </a:lnTo>
                <a:lnTo>
                  <a:pt x="476114" y="129300"/>
                </a:lnTo>
                <a:lnTo>
                  <a:pt x="477976" y="124217"/>
                </a:lnTo>
                <a:lnTo>
                  <a:pt x="479526" y="119386"/>
                </a:lnTo>
                <a:lnTo>
                  <a:pt x="480460" y="114294"/>
                </a:lnTo>
                <a:lnTo>
                  <a:pt x="481699" y="110353"/>
                </a:lnTo>
                <a:lnTo>
                  <a:pt x="482945" y="107685"/>
                </a:lnTo>
                <a:lnTo>
                  <a:pt x="484389" y="103874"/>
                </a:lnTo>
                <a:lnTo>
                  <a:pt x="486258" y="100570"/>
                </a:lnTo>
                <a:lnTo>
                  <a:pt x="488120" y="98024"/>
                </a:lnTo>
                <a:lnTo>
                  <a:pt x="489670" y="95739"/>
                </a:lnTo>
                <a:lnTo>
                  <a:pt x="491532" y="93446"/>
                </a:lnTo>
                <a:lnTo>
                  <a:pt x="493401" y="91284"/>
                </a:lnTo>
                <a:lnTo>
                  <a:pt x="495468" y="89636"/>
                </a:lnTo>
                <a:lnTo>
                  <a:pt x="497535" y="87857"/>
                </a:lnTo>
                <a:lnTo>
                  <a:pt x="500020" y="86200"/>
                </a:lnTo>
                <a:lnTo>
                  <a:pt x="503021" y="85311"/>
                </a:lnTo>
                <a:lnTo>
                  <a:pt x="506129" y="84543"/>
                </a:lnTo>
                <a:lnTo>
                  <a:pt x="509853" y="84038"/>
                </a:lnTo>
                <a:lnTo>
                  <a:pt x="512960" y="84038"/>
                </a:lnTo>
                <a:lnTo>
                  <a:pt x="515650" y="84543"/>
                </a:lnTo>
                <a:lnTo>
                  <a:pt x="518857" y="85947"/>
                </a:lnTo>
                <a:lnTo>
                  <a:pt x="521653" y="88999"/>
                </a:lnTo>
                <a:lnTo>
                  <a:pt x="524138" y="92687"/>
                </a:lnTo>
                <a:lnTo>
                  <a:pt x="526106" y="96629"/>
                </a:lnTo>
                <a:lnTo>
                  <a:pt x="527451" y="100823"/>
                </a:lnTo>
                <a:lnTo>
                  <a:pt x="528173" y="105400"/>
                </a:lnTo>
                <a:lnTo>
                  <a:pt x="528902" y="109211"/>
                </a:lnTo>
                <a:lnTo>
                  <a:pt x="529724" y="113536"/>
                </a:lnTo>
                <a:lnTo>
                  <a:pt x="529936" y="118113"/>
                </a:lnTo>
                <a:lnTo>
                  <a:pt x="530347" y="122054"/>
                </a:lnTo>
                <a:lnTo>
                  <a:pt x="530552" y="128411"/>
                </a:lnTo>
                <a:lnTo>
                  <a:pt x="533454" y="126885"/>
                </a:lnTo>
                <a:lnTo>
                  <a:pt x="536456" y="124470"/>
                </a:lnTo>
                <a:lnTo>
                  <a:pt x="538006" y="123066"/>
                </a:lnTo>
                <a:lnTo>
                  <a:pt x="539457" y="121287"/>
                </a:lnTo>
                <a:lnTo>
                  <a:pt x="541319" y="117983"/>
                </a:lnTo>
                <a:lnTo>
                  <a:pt x="543599" y="112140"/>
                </a:lnTo>
                <a:lnTo>
                  <a:pt x="554465" y="85947"/>
                </a:lnTo>
                <a:lnTo>
                  <a:pt x="553325" y="81500"/>
                </a:lnTo>
                <a:lnTo>
                  <a:pt x="553743" y="77428"/>
                </a:lnTo>
                <a:lnTo>
                  <a:pt x="554465" y="74246"/>
                </a:lnTo>
                <a:lnTo>
                  <a:pt x="555293" y="70819"/>
                </a:lnTo>
                <a:lnTo>
                  <a:pt x="557049" y="65605"/>
                </a:lnTo>
                <a:lnTo>
                  <a:pt x="553842" y="50860"/>
                </a:lnTo>
                <a:lnTo>
                  <a:pt x="552391" y="49962"/>
                </a:lnTo>
                <a:lnTo>
                  <a:pt x="550840" y="48951"/>
                </a:lnTo>
                <a:lnTo>
                  <a:pt x="548872" y="46919"/>
                </a:lnTo>
                <a:lnTo>
                  <a:pt x="546911" y="45768"/>
                </a:lnTo>
                <a:lnTo>
                  <a:pt x="544837" y="44504"/>
                </a:lnTo>
                <a:lnTo>
                  <a:pt x="542353" y="43353"/>
                </a:lnTo>
                <a:lnTo>
                  <a:pt x="536661" y="41705"/>
                </a:lnTo>
                <a:lnTo>
                  <a:pt x="531076" y="40432"/>
                </a:lnTo>
                <a:lnTo>
                  <a:pt x="527246" y="39412"/>
                </a:lnTo>
                <a:lnTo>
                  <a:pt x="522998" y="38775"/>
                </a:lnTo>
                <a:lnTo>
                  <a:pt x="519374" y="37886"/>
                </a:lnTo>
                <a:lnTo>
                  <a:pt x="516684" y="37380"/>
                </a:lnTo>
                <a:lnTo>
                  <a:pt x="514411" y="37249"/>
                </a:lnTo>
                <a:lnTo>
                  <a:pt x="510369" y="36743"/>
                </a:lnTo>
                <a:lnTo>
                  <a:pt x="507163" y="36360"/>
                </a:lnTo>
                <a:lnTo>
                  <a:pt x="504579" y="36238"/>
                </a:lnTo>
                <a:lnTo>
                  <a:pt x="500020" y="35723"/>
                </a:lnTo>
                <a:lnTo>
                  <a:pt x="496501" y="35217"/>
                </a:lnTo>
                <a:lnTo>
                  <a:pt x="494017" y="34581"/>
                </a:lnTo>
                <a:lnTo>
                  <a:pt x="492261" y="33569"/>
                </a:lnTo>
                <a:lnTo>
                  <a:pt x="490293" y="32296"/>
                </a:lnTo>
                <a:lnTo>
                  <a:pt x="488120" y="30134"/>
                </a:lnTo>
                <a:lnTo>
                  <a:pt x="486258" y="28224"/>
                </a:lnTo>
                <a:lnTo>
                  <a:pt x="483872" y="25051"/>
                </a:lnTo>
                <a:lnTo>
                  <a:pt x="481289" y="21362"/>
                </a:lnTo>
                <a:lnTo>
                  <a:pt x="461722" y="-6225"/>
                </a:lnTo>
                <a:lnTo>
                  <a:pt x="452512" y="-16654"/>
                </a:lnTo>
                <a:lnTo>
                  <a:pt x="451167" y="-17927"/>
                </a:lnTo>
                <a:lnTo>
                  <a:pt x="449822" y="-19453"/>
                </a:lnTo>
                <a:lnTo>
                  <a:pt x="448477" y="-20464"/>
                </a:lnTo>
                <a:lnTo>
                  <a:pt x="447238" y="-21484"/>
                </a:lnTo>
                <a:lnTo>
                  <a:pt x="445369" y="-22757"/>
                </a:lnTo>
                <a:lnTo>
                  <a:pt x="443408" y="-23263"/>
                </a:lnTo>
                <a:lnTo>
                  <a:pt x="441539" y="-24030"/>
                </a:lnTo>
                <a:lnTo>
                  <a:pt x="437504" y="-25172"/>
                </a:lnTo>
                <a:lnTo>
                  <a:pt x="433158" y="-25931"/>
                </a:lnTo>
                <a:lnTo>
                  <a:pt x="428401" y="-26820"/>
                </a:lnTo>
                <a:lnTo>
                  <a:pt x="422086" y="-27710"/>
                </a:lnTo>
                <a:lnTo>
                  <a:pt x="416388" y="-28477"/>
                </a:lnTo>
                <a:lnTo>
                  <a:pt x="411942" y="-28983"/>
                </a:lnTo>
                <a:lnTo>
                  <a:pt x="407178" y="-29497"/>
                </a:lnTo>
                <a:lnTo>
                  <a:pt x="401281" y="-30003"/>
                </a:lnTo>
                <a:lnTo>
                  <a:pt x="394032" y="-30387"/>
                </a:lnTo>
                <a:lnTo>
                  <a:pt x="383895" y="-30762"/>
                </a:lnTo>
                <a:lnTo>
                  <a:pt x="375506" y="-31145"/>
                </a:lnTo>
                <a:lnTo>
                  <a:pt x="368880" y="-31529"/>
                </a:lnTo>
                <a:lnTo>
                  <a:pt x="362778" y="-31651"/>
                </a:lnTo>
                <a:lnTo>
                  <a:pt x="354701" y="-31782"/>
                </a:lnTo>
                <a:lnTo>
                  <a:pt x="346836" y="-31913"/>
                </a:lnTo>
                <a:lnTo>
                  <a:pt x="323963" y="-31913"/>
                </a:lnTo>
                <a:lnTo>
                  <a:pt x="314959" y="-31782"/>
                </a:lnTo>
                <a:lnTo>
                  <a:pt x="307193" y="-31145"/>
                </a:lnTo>
                <a:lnTo>
                  <a:pt x="298918" y="-30387"/>
                </a:lnTo>
                <a:lnTo>
                  <a:pt x="291152" y="-29619"/>
                </a:lnTo>
                <a:lnTo>
                  <a:pt x="283181" y="-28983"/>
                </a:lnTo>
                <a:lnTo>
                  <a:pt x="276251" y="-28346"/>
                </a:lnTo>
                <a:lnTo>
                  <a:pt x="264450" y="-26821"/>
                </a:lnTo>
                <a:lnTo>
                  <a:pt x="256479" y="-25425"/>
                </a:lnTo>
                <a:lnTo>
                  <a:pt x="248302" y="-23900"/>
                </a:lnTo>
                <a:lnTo>
                  <a:pt x="243644" y="-22757"/>
                </a:lnTo>
                <a:lnTo>
                  <a:pt x="240126" y="-21990"/>
                </a:lnTo>
                <a:lnTo>
                  <a:pt x="236919" y="-20717"/>
                </a:lnTo>
                <a:lnTo>
                  <a:pt x="233295" y="-18816"/>
                </a:lnTo>
                <a:lnTo>
                  <a:pt x="238264" y="-19828"/>
                </a:lnTo>
                <a:lnTo>
                  <a:pt x="243021" y="-20464"/>
                </a:lnTo>
                <a:lnTo>
                  <a:pt x="249541" y="-21231"/>
                </a:lnTo>
                <a:close/>
              </a:path>
            </a:pathLst>
          </a:custGeom>
          <a:solidFill>
            <a:srgbClr val="CCCC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55" name="object 1355"/>
          <p:cNvSpPr/>
          <p:nvPr/>
        </p:nvSpPr>
        <p:spPr>
          <a:xfrm>
            <a:off x="6773499" y="3006791"/>
            <a:ext cx="433988" cy="130951"/>
          </a:xfrm>
          <a:custGeom>
            <a:avLst/>
            <a:gdLst/>
            <a:ahLst/>
            <a:cxnLst/>
            <a:rect l="l" t="t" r="r" b="b"/>
            <a:pathLst>
              <a:path w="433988" h="130951">
                <a:moveTo>
                  <a:pt x="61587" y="110100"/>
                </a:moveTo>
                <a:lnTo>
                  <a:pt x="61998" y="106794"/>
                </a:lnTo>
                <a:lnTo>
                  <a:pt x="61276" y="102090"/>
                </a:lnTo>
                <a:lnTo>
                  <a:pt x="61070" y="98530"/>
                </a:lnTo>
                <a:lnTo>
                  <a:pt x="61587" y="92051"/>
                </a:lnTo>
                <a:lnTo>
                  <a:pt x="63244" y="84796"/>
                </a:lnTo>
                <a:lnTo>
                  <a:pt x="65721" y="76539"/>
                </a:lnTo>
                <a:lnTo>
                  <a:pt x="68001" y="70688"/>
                </a:lnTo>
                <a:lnTo>
                  <a:pt x="71109" y="64201"/>
                </a:lnTo>
                <a:lnTo>
                  <a:pt x="74832" y="58611"/>
                </a:lnTo>
                <a:lnTo>
                  <a:pt x="78662" y="53144"/>
                </a:lnTo>
                <a:lnTo>
                  <a:pt x="82697" y="49072"/>
                </a:lnTo>
                <a:lnTo>
                  <a:pt x="86010" y="45768"/>
                </a:lnTo>
                <a:lnTo>
                  <a:pt x="89528" y="43100"/>
                </a:lnTo>
                <a:lnTo>
                  <a:pt x="93875" y="40684"/>
                </a:lnTo>
                <a:lnTo>
                  <a:pt x="98327" y="38653"/>
                </a:lnTo>
                <a:lnTo>
                  <a:pt x="102985" y="37249"/>
                </a:lnTo>
                <a:lnTo>
                  <a:pt x="107955" y="35854"/>
                </a:lnTo>
                <a:lnTo>
                  <a:pt x="113130" y="35217"/>
                </a:lnTo>
                <a:lnTo>
                  <a:pt x="116542" y="35217"/>
                </a:lnTo>
                <a:lnTo>
                  <a:pt x="121511" y="35723"/>
                </a:lnTo>
                <a:lnTo>
                  <a:pt x="125653" y="36743"/>
                </a:lnTo>
                <a:lnTo>
                  <a:pt x="129589" y="37502"/>
                </a:lnTo>
                <a:lnTo>
                  <a:pt x="133206" y="39028"/>
                </a:lnTo>
                <a:lnTo>
                  <a:pt x="135691" y="40301"/>
                </a:lnTo>
                <a:lnTo>
                  <a:pt x="141078" y="43605"/>
                </a:lnTo>
                <a:lnTo>
                  <a:pt x="145113" y="47546"/>
                </a:lnTo>
                <a:lnTo>
                  <a:pt x="148730" y="52377"/>
                </a:lnTo>
                <a:lnTo>
                  <a:pt x="151633" y="58359"/>
                </a:lnTo>
                <a:lnTo>
                  <a:pt x="154741" y="64837"/>
                </a:lnTo>
                <a:lnTo>
                  <a:pt x="156496" y="70941"/>
                </a:lnTo>
                <a:lnTo>
                  <a:pt x="157742" y="77550"/>
                </a:lnTo>
                <a:lnTo>
                  <a:pt x="157947" y="83148"/>
                </a:lnTo>
                <a:lnTo>
                  <a:pt x="157742" y="90647"/>
                </a:lnTo>
                <a:lnTo>
                  <a:pt x="157218" y="100692"/>
                </a:lnTo>
                <a:lnTo>
                  <a:pt x="156496" y="116584"/>
                </a:lnTo>
                <a:lnTo>
                  <a:pt x="337628" y="79966"/>
                </a:lnTo>
                <a:lnTo>
                  <a:pt x="345804" y="78701"/>
                </a:lnTo>
                <a:lnTo>
                  <a:pt x="348183" y="74760"/>
                </a:lnTo>
                <a:lnTo>
                  <a:pt x="349946" y="71325"/>
                </a:lnTo>
                <a:lnTo>
                  <a:pt x="352324" y="67636"/>
                </a:lnTo>
                <a:lnTo>
                  <a:pt x="354087" y="63189"/>
                </a:lnTo>
                <a:lnTo>
                  <a:pt x="355949" y="57591"/>
                </a:lnTo>
                <a:lnTo>
                  <a:pt x="357187" y="50851"/>
                </a:lnTo>
                <a:lnTo>
                  <a:pt x="357704" y="45637"/>
                </a:lnTo>
                <a:lnTo>
                  <a:pt x="358950" y="39795"/>
                </a:lnTo>
                <a:lnTo>
                  <a:pt x="359984" y="35601"/>
                </a:lnTo>
                <a:lnTo>
                  <a:pt x="362157" y="30387"/>
                </a:lnTo>
                <a:lnTo>
                  <a:pt x="364436" y="26193"/>
                </a:lnTo>
                <a:lnTo>
                  <a:pt x="368054" y="21362"/>
                </a:lnTo>
                <a:lnTo>
                  <a:pt x="371572" y="18310"/>
                </a:lnTo>
                <a:lnTo>
                  <a:pt x="375508" y="15895"/>
                </a:lnTo>
                <a:lnTo>
                  <a:pt x="379854" y="14491"/>
                </a:lnTo>
                <a:lnTo>
                  <a:pt x="383890" y="13855"/>
                </a:lnTo>
                <a:lnTo>
                  <a:pt x="388137" y="14491"/>
                </a:lnTo>
                <a:lnTo>
                  <a:pt x="392278" y="15895"/>
                </a:lnTo>
                <a:lnTo>
                  <a:pt x="395797" y="18310"/>
                </a:lnTo>
                <a:lnTo>
                  <a:pt x="398281" y="21737"/>
                </a:lnTo>
                <a:lnTo>
                  <a:pt x="400037" y="26193"/>
                </a:lnTo>
                <a:lnTo>
                  <a:pt x="402316" y="30387"/>
                </a:lnTo>
                <a:lnTo>
                  <a:pt x="404072" y="35601"/>
                </a:lnTo>
                <a:lnTo>
                  <a:pt x="405835" y="42080"/>
                </a:lnTo>
                <a:lnTo>
                  <a:pt x="406974" y="48436"/>
                </a:lnTo>
                <a:lnTo>
                  <a:pt x="407697" y="56449"/>
                </a:lnTo>
                <a:lnTo>
                  <a:pt x="407902" y="64201"/>
                </a:lnTo>
                <a:lnTo>
                  <a:pt x="411838" y="61149"/>
                </a:lnTo>
                <a:lnTo>
                  <a:pt x="415356" y="58734"/>
                </a:lnTo>
                <a:lnTo>
                  <a:pt x="417636" y="55176"/>
                </a:lnTo>
                <a:lnTo>
                  <a:pt x="419703" y="51741"/>
                </a:lnTo>
                <a:lnTo>
                  <a:pt x="421359" y="46274"/>
                </a:lnTo>
                <a:lnTo>
                  <a:pt x="412461" y="42080"/>
                </a:lnTo>
                <a:lnTo>
                  <a:pt x="409353" y="39795"/>
                </a:lnTo>
                <a:lnTo>
                  <a:pt x="407074" y="37502"/>
                </a:lnTo>
                <a:lnTo>
                  <a:pt x="406351" y="32671"/>
                </a:lnTo>
                <a:lnTo>
                  <a:pt x="405318" y="26315"/>
                </a:lnTo>
                <a:lnTo>
                  <a:pt x="403555" y="21362"/>
                </a:lnTo>
                <a:lnTo>
                  <a:pt x="401899" y="18310"/>
                </a:lnTo>
                <a:lnTo>
                  <a:pt x="400554" y="15895"/>
                </a:lnTo>
                <a:lnTo>
                  <a:pt x="397764" y="12460"/>
                </a:lnTo>
                <a:lnTo>
                  <a:pt x="403145" y="12207"/>
                </a:lnTo>
                <a:lnTo>
                  <a:pt x="406351" y="11954"/>
                </a:lnTo>
                <a:lnTo>
                  <a:pt x="409254" y="11187"/>
                </a:lnTo>
                <a:lnTo>
                  <a:pt x="411838" y="9661"/>
                </a:lnTo>
                <a:lnTo>
                  <a:pt x="414117" y="8266"/>
                </a:lnTo>
                <a:lnTo>
                  <a:pt x="416085" y="7115"/>
                </a:lnTo>
                <a:lnTo>
                  <a:pt x="419087" y="5597"/>
                </a:lnTo>
                <a:lnTo>
                  <a:pt x="423950" y="4071"/>
                </a:lnTo>
                <a:lnTo>
                  <a:pt x="429125" y="3051"/>
                </a:lnTo>
                <a:lnTo>
                  <a:pt x="433988" y="2415"/>
                </a:lnTo>
                <a:lnTo>
                  <a:pt x="427780" y="130"/>
                </a:lnTo>
                <a:lnTo>
                  <a:pt x="422605" y="0"/>
                </a:lnTo>
                <a:lnTo>
                  <a:pt x="412560" y="0"/>
                </a:lnTo>
                <a:lnTo>
                  <a:pt x="404900" y="758"/>
                </a:lnTo>
                <a:lnTo>
                  <a:pt x="393623" y="2031"/>
                </a:lnTo>
                <a:lnTo>
                  <a:pt x="384512" y="2798"/>
                </a:lnTo>
                <a:lnTo>
                  <a:pt x="370227" y="4324"/>
                </a:lnTo>
                <a:lnTo>
                  <a:pt x="349945" y="6609"/>
                </a:lnTo>
                <a:lnTo>
                  <a:pt x="295607" y="13096"/>
                </a:lnTo>
                <a:lnTo>
                  <a:pt x="251929" y="18947"/>
                </a:lnTo>
                <a:lnTo>
                  <a:pt x="211557" y="24152"/>
                </a:lnTo>
                <a:lnTo>
                  <a:pt x="137970" y="34197"/>
                </a:lnTo>
                <a:lnTo>
                  <a:pt x="133312" y="34075"/>
                </a:lnTo>
                <a:lnTo>
                  <a:pt x="129171" y="33308"/>
                </a:lnTo>
                <a:lnTo>
                  <a:pt x="123168" y="32802"/>
                </a:lnTo>
                <a:lnTo>
                  <a:pt x="117788" y="32549"/>
                </a:lnTo>
                <a:lnTo>
                  <a:pt x="112924" y="32549"/>
                </a:lnTo>
                <a:lnTo>
                  <a:pt x="107955" y="33055"/>
                </a:lnTo>
                <a:lnTo>
                  <a:pt x="102362" y="34075"/>
                </a:lnTo>
                <a:lnTo>
                  <a:pt x="99573" y="34711"/>
                </a:lnTo>
                <a:lnTo>
                  <a:pt x="96466" y="35723"/>
                </a:lnTo>
                <a:lnTo>
                  <a:pt x="92742" y="36996"/>
                </a:lnTo>
                <a:lnTo>
                  <a:pt x="82803" y="40301"/>
                </a:lnTo>
                <a:lnTo>
                  <a:pt x="72864" y="43605"/>
                </a:lnTo>
                <a:lnTo>
                  <a:pt x="59619" y="48314"/>
                </a:lnTo>
                <a:lnTo>
                  <a:pt x="51960" y="51235"/>
                </a:lnTo>
                <a:lnTo>
                  <a:pt x="15630" y="66363"/>
                </a:lnTo>
                <a:lnTo>
                  <a:pt x="0" y="114677"/>
                </a:lnTo>
                <a:lnTo>
                  <a:pt x="20493" y="130441"/>
                </a:lnTo>
                <a:lnTo>
                  <a:pt x="27742" y="130823"/>
                </a:lnTo>
                <a:lnTo>
                  <a:pt x="34779" y="130951"/>
                </a:lnTo>
                <a:lnTo>
                  <a:pt x="39225" y="130951"/>
                </a:lnTo>
                <a:lnTo>
                  <a:pt x="42021" y="130823"/>
                </a:lnTo>
                <a:lnTo>
                  <a:pt x="45235" y="130441"/>
                </a:lnTo>
                <a:lnTo>
                  <a:pt x="48335" y="129806"/>
                </a:lnTo>
                <a:lnTo>
                  <a:pt x="51443" y="129170"/>
                </a:lnTo>
                <a:lnTo>
                  <a:pt x="53510" y="128026"/>
                </a:lnTo>
                <a:lnTo>
                  <a:pt x="55068" y="126500"/>
                </a:lnTo>
                <a:lnTo>
                  <a:pt x="56717" y="124848"/>
                </a:lnTo>
                <a:lnTo>
                  <a:pt x="57963" y="122686"/>
                </a:lnTo>
                <a:lnTo>
                  <a:pt x="59619" y="118109"/>
                </a:lnTo>
                <a:lnTo>
                  <a:pt x="60759" y="113533"/>
                </a:lnTo>
                <a:lnTo>
                  <a:pt x="61587" y="110100"/>
                </a:lnTo>
                <a:close/>
              </a:path>
            </a:pathLst>
          </a:custGeom>
          <a:solidFill>
            <a:srgbClr val="CCCC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56" name="object 1356"/>
          <p:cNvSpPr/>
          <p:nvPr/>
        </p:nvSpPr>
        <p:spPr>
          <a:xfrm>
            <a:off x="6650228" y="2983650"/>
            <a:ext cx="308749" cy="88232"/>
          </a:xfrm>
          <a:custGeom>
            <a:avLst/>
            <a:gdLst/>
            <a:ahLst/>
            <a:cxnLst/>
            <a:rect l="l" t="t" r="r" b="b"/>
            <a:pathLst>
              <a:path w="308749" h="88232">
                <a:moveTo>
                  <a:pt x="2070" y="61533"/>
                </a:moveTo>
                <a:lnTo>
                  <a:pt x="3622" y="62936"/>
                </a:lnTo>
                <a:lnTo>
                  <a:pt x="5899" y="64584"/>
                </a:lnTo>
                <a:lnTo>
                  <a:pt x="8900" y="66110"/>
                </a:lnTo>
                <a:lnTo>
                  <a:pt x="11384" y="67383"/>
                </a:lnTo>
                <a:lnTo>
                  <a:pt x="14283" y="68656"/>
                </a:lnTo>
                <a:lnTo>
                  <a:pt x="17906" y="69929"/>
                </a:lnTo>
                <a:lnTo>
                  <a:pt x="21528" y="71455"/>
                </a:lnTo>
                <a:lnTo>
                  <a:pt x="25358" y="72981"/>
                </a:lnTo>
                <a:lnTo>
                  <a:pt x="28152" y="74246"/>
                </a:lnTo>
                <a:lnTo>
                  <a:pt x="37675" y="77559"/>
                </a:lnTo>
                <a:lnTo>
                  <a:pt x="43884" y="79207"/>
                </a:lnTo>
                <a:lnTo>
                  <a:pt x="50406" y="80864"/>
                </a:lnTo>
                <a:lnTo>
                  <a:pt x="57030" y="82259"/>
                </a:lnTo>
                <a:lnTo>
                  <a:pt x="63758" y="83785"/>
                </a:lnTo>
                <a:lnTo>
                  <a:pt x="70383" y="84927"/>
                </a:lnTo>
                <a:lnTo>
                  <a:pt x="75558" y="85947"/>
                </a:lnTo>
                <a:lnTo>
                  <a:pt x="80109" y="86584"/>
                </a:lnTo>
                <a:lnTo>
                  <a:pt x="85702" y="87342"/>
                </a:lnTo>
                <a:lnTo>
                  <a:pt x="91082" y="87857"/>
                </a:lnTo>
                <a:lnTo>
                  <a:pt x="94806" y="88109"/>
                </a:lnTo>
                <a:lnTo>
                  <a:pt x="99365" y="88232"/>
                </a:lnTo>
                <a:lnTo>
                  <a:pt x="113544" y="76155"/>
                </a:lnTo>
                <a:lnTo>
                  <a:pt x="120269" y="72092"/>
                </a:lnTo>
                <a:lnTo>
                  <a:pt x="128651" y="67636"/>
                </a:lnTo>
                <a:lnTo>
                  <a:pt x="152457" y="57086"/>
                </a:lnTo>
                <a:lnTo>
                  <a:pt x="164881" y="51749"/>
                </a:lnTo>
                <a:lnTo>
                  <a:pt x="182161" y="45515"/>
                </a:lnTo>
                <a:lnTo>
                  <a:pt x="193757" y="41321"/>
                </a:lnTo>
                <a:lnTo>
                  <a:pt x="201933" y="38653"/>
                </a:lnTo>
                <a:lnTo>
                  <a:pt x="212077" y="35470"/>
                </a:lnTo>
                <a:lnTo>
                  <a:pt x="226674" y="31660"/>
                </a:lnTo>
                <a:lnTo>
                  <a:pt x="237434" y="29245"/>
                </a:lnTo>
                <a:lnTo>
                  <a:pt x="248095" y="27335"/>
                </a:lnTo>
                <a:lnTo>
                  <a:pt x="265998" y="23900"/>
                </a:lnTo>
                <a:lnTo>
                  <a:pt x="284942" y="20342"/>
                </a:lnTo>
                <a:lnTo>
                  <a:pt x="302746" y="16654"/>
                </a:lnTo>
                <a:lnTo>
                  <a:pt x="305124" y="15128"/>
                </a:lnTo>
                <a:lnTo>
                  <a:pt x="308749" y="11570"/>
                </a:lnTo>
                <a:lnTo>
                  <a:pt x="306370" y="11954"/>
                </a:lnTo>
                <a:lnTo>
                  <a:pt x="296849" y="11954"/>
                </a:lnTo>
                <a:lnTo>
                  <a:pt x="290846" y="10812"/>
                </a:lnTo>
                <a:lnTo>
                  <a:pt x="285770" y="10044"/>
                </a:lnTo>
                <a:lnTo>
                  <a:pt x="279144" y="8902"/>
                </a:lnTo>
                <a:lnTo>
                  <a:pt x="272525" y="8135"/>
                </a:lnTo>
                <a:lnTo>
                  <a:pt x="264759" y="7507"/>
                </a:lnTo>
                <a:lnTo>
                  <a:pt x="255344" y="6487"/>
                </a:lnTo>
                <a:lnTo>
                  <a:pt x="246333" y="5214"/>
                </a:lnTo>
                <a:lnTo>
                  <a:pt x="175330" y="1142"/>
                </a:lnTo>
                <a:lnTo>
                  <a:pt x="173369" y="1142"/>
                </a:lnTo>
                <a:lnTo>
                  <a:pt x="170679" y="0"/>
                </a:lnTo>
                <a:lnTo>
                  <a:pt x="168194" y="1020"/>
                </a:lnTo>
                <a:lnTo>
                  <a:pt x="165192" y="1909"/>
                </a:lnTo>
                <a:lnTo>
                  <a:pt x="159189" y="2668"/>
                </a:lnTo>
                <a:lnTo>
                  <a:pt x="155671" y="3304"/>
                </a:lnTo>
                <a:lnTo>
                  <a:pt x="151530" y="3688"/>
                </a:lnTo>
                <a:lnTo>
                  <a:pt x="147594" y="4455"/>
                </a:lnTo>
                <a:lnTo>
                  <a:pt x="141386" y="5597"/>
                </a:lnTo>
                <a:lnTo>
                  <a:pt x="134243" y="7245"/>
                </a:lnTo>
                <a:lnTo>
                  <a:pt x="118301" y="10550"/>
                </a:lnTo>
                <a:lnTo>
                  <a:pt x="108468" y="12843"/>
                </a:lnTo>
                <a:lnTo>
                  <a:pt x="100086" y="14875"/>
                </a:lnTo>
                <a:lnTo>
                  <a:pt x="88392" y="17805"/>
                </a:lnTo>
                <a:lnTo>
                  <a:pt x="82594" y="19330"/>
                </a:lnTo>
                <a:lnTo>
                  <a:pt x="77009" y="21109"/>
                </a:lnTo>
                <a:lnTo>
                  <a:pt x="69760" y="23272"/>
                </a:lnTo>
                <a:lnTo>
                  <a:pt x="63032" y="25809"/>
                </a:lnTo>
                <a:lnTo>
                  <a:pt x="42953" y="33569"/>
                </a:lnTo>
                <a:lnTo>
                  <a:pt x="36432" y="35854"/>
                </a:lnTo>
                <a:lnTo>
                  <a:pt x="31361" y="38147"/>
                </a:lnTo>
                <a:lnTo>
                  <a:pt x="26185" y="40562"/>
                </a:lnTo>
                <a:lnTo>
                  <a:pt x="20907" y="42716"/>
                </a:lnTo>
                <a:lnTo>
                  <a:pt x="14904" y="45515"/>
                </a:lnTo>
                <a:lnTo>
                  <a:pt x="5278" y="50598"/>
                </a:lnTo>
                <a:lnTo>
                  <a:pt x="3415" y="52002"/>
                </a:lnTo>
                <a:lnTo>
                  <a:pt x="1656" y="53275"/>
                </a:lnTo>
                <a:lnTo>
                  <a:pt x="724" y="54417"/>
                </a:lnTo>
                <a:lnTo>
                  <a:pt x="206" y="55943"/>
                </a:lnTo>
                <a:lnTo>
                  <a:pt x="0" y="57591"/>
                </a:lnTo>
                <a:lnTo>
                  <a:pt x="0" y="59632"/>
                </a:lnTo>
                <a:lnTo>
                  <a:pt x="2070" y="61533"/>
                </a:lnTo>
                <a:close/>
              </a:path>
            </a:pathLst>
          </a:custGeom>
          <a:solidFill>
            <a:srgbClr val="CCCC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57" name="object 1357"/>
          <p:cNvSpPr/>
          <p:nvPr/>
        </p:nvSpPr>
        <p:spPr>
          <a:xfrm>
            <a:off x="6817800" y="3071760"/>
            <a:ext cx="14285" cy="11439"/>
          </a:xfrm>
          <a:custGeom>
            <a:avLst/>
            <a:gdLst/>
            <a:ahLst/>
            <a:cxnLst/>
            <a:rect l="l" t="t" r="r" b="b"/>
            <a:pathLst>
              <a:path w="14285" h="11439">
                <a:moveTo>
                  <a:pt x="0" y="3051"/>
                </a:moveTo>
                <a:lnTo>
                  <a:pt x="0" y="10934"/>
                </a:lnTo>
                <a:lnTo>
                  <a:pt x="934" y="11439"/>
                </a:lnTo>
                <a:lnTo>
                  <a:pt x="934" y="3810"/>
                </a:lnTo>
                <a:lnTo>
                  <a:pt x="14285" y="252"/>
                </a:lnTo>
                <a:lnTo>
                  <a:pt x="12416" y="0"/>
                </a:lnTo>
                <a:lnTo>
                  <a:pt x="0" y="3051"/>
                </a:lnTo>
                <a:close/>
              </a:path>
            </a:pathLst>
          </a:custGeom>
          <a:solidFill>
            <a:srgbClr val="FF8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58" name="object 1358"/>
          <p:cNvSpPr/>
          <p:nvPr/>
        </p:nvSpPr>
        <p:spPr>
          <a:xfrm>
            <a:off x="6818735" y="3072013"/>
            <a:ext cx="13351" cy="11187"/>
          </a:xfrm>
          <a:custGeom>
            <a:avLst/>
            <a:gdLst/>
            <a:ahLst/>
            <a:cxnLst/>
            <a:rect l="l" t="t" r="r" b="b"/>
            <a:pathLst>
              <a:path w="13351" h="11187">
                <a:moveTo>
                  <a:pt x="0" y="3557"/>
                </a:moveTo>
                <a:lnTo>
                  <a:pt x="0" y="11187"/>
                </a:lnTo>
                <a:lnTo>
                  <a:pt x="13351" y="7245"/>
                </a:lnTo>
                <a:lnTo>
                  <a:pt x="13351" y="0"/>
                </a:lnTo>
                <a:lnTo>
                  <a:pt x="0" y="3557"/>
                </a:lnTo>
                <a:close/>
              </a:path>
            </a:pathLst>
          </a:custGeom>
          <a:solidFill>
            <a:srgbClr val="FFDFC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59" name="object 1359"/>
          <p:cNvSpPr/>
          <p:nvPr/>
        </p:nvSpPr>
        <p:spPr>
          <a:xfrm>
            <a:off x="6982784" y="2995221"/>
            <a:ext cx="33016" cy="17543"/>
          </a:xfrm>
          <a:custGeom>
            <a:avLst/>
            <a:gdLst/>
            <a:ahLst/>
            <a:cxnLst/>
            <a:rect l="l" t="t" r="r" b="b"/>
            <a:pathLst>
              <a:path w="33016" h="17543">
                <a:moveTo>
                  <a:pt x="5068" y="12590"/>
                </a:moveTo>
                <a:lnTo>
                  <a:pt x="0" y="17543"/>
                </a:lnTo>
                <a:lnTo>
                  <a:pt x="5486" y="16784"/>
                </a:lnTo>
                <a:lnTo>
                  <a:pt x="9931" y="13855"/>
                </a:lnTo>
                <a:lnTo>
                  <a:pt x="14802" y="11701"/>
                </a:lnTo>
                <a:lnTo>
                  <a:pt x="18936" y="11064"/>
                </a:lnTo>
                <a:lnTo>
                  <a:pt x="20281" y="11064"/>
                </a:lnTo>
                <a:lnTo>
                  <a:pt x="24323" y="12329"/>
                </a:lnTo>
                <a:lnTo>
                  <a:pt x="28981" y="14491"/>
                </a:lnTo>
                <a:lnTo>
                  <a:pt x="31565" y="15128"/>
                </a:lnTo>
                <a:lnTo>
                  <a:pt x="32393" y="14491"/>
                </a:lnTo>
                <a:lnTo>
                  <a:pt x="33016" y="13096"/>
                </a:lnTo>
                <a:lnTo>
                  <a:pt x="33016" y="10297"/>
                </a:lnTo>
                <a:lnTo>
                  <a:pt x="32393" y="8266"/>
                </a:lnTo>
                <a:lnTo>
                  <a:pt x="30220" y="4961"/>
                </a:lnTo>
                <a:lnTo>
                  <a:pt x="28358" y="1656"/>
                </a:lnTo>
                <a:lnTo>
                  <a:pt x="27841" y="0"/>
                </a:lnTo>
                <a:lnTo>
                  <a:pt x="7758" y="1656"/>
                </a:lnTo>
                <a:lnTo>
                  <a:pt x="9726" y="4446"/>
                </a:lnTo>
                <a:lnTo>
                  <a:pt x="9931" y="5850"/>
                </a:lnTo>
                <a:lnTo>
                  <a:pt x="9521" y="8266"/>
                </a:lnTo>
                <a:lnTo>
                  <a:pt x="7758" y="10934"/>
                </a:lnTo>
                <a:lnTo>
                  <a:pt x="5068" y="12590"/>
                </a:lnTo>
                <a:close/>
              </a:path>
            </a:pathLst>
          </a:custGeom>
          <a:solidFill>
            <a:srgbClr val="003D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60" name="object 1360"/>
          <p:cNvSpPr/>
          <p:nvPr/>
        </p:nvSpPr>
        <p:spPr>
          <a:xfrm>
            <a:off x="6978537" y="2974625"/>
            <a:ext cx="33434" cy="38269"/>
          </a:xfrm>
          <a:custGeom>
            <a:avLst/>
            <a:gdLst/>
            <a:ahLst/>
            <a:cxnLst/>
            <a:rect l="l" t="t" r="r" b="b"/>
            <a:pathLst>
              <a:path w="33434" h="38269">
                <a:moveTo>
                  <a:pt x="516" y="34450"/>
                </a:moveTo>
                <a:lnTo>
                  <a:pt x="934" y="36612"/>
                </a:lnTo>
                <a:lnTo>
                  <a:pt x="1557" y="37502"/>
                </a:lnTo>
                <a:lnTo>
                  <a:pt x="3001" y="38138"/>
                </a:lnTo>
                <a:lnTo>
                  <a:pt x="4346" y="38269"/>
                </a:lnTo>
                <a:lnTo>
                  <a:pt x="6626" y="38138"/>
                </a:lnTo>
                <a:lnTo>
                  <a:pt x="8176" y="36996"/>
                </a:lnTo>
                <a:lnTo>
                  <a:pt x="8593" y="35854"/>
                </a:lnTo>
                <a:lnTo>
                  <a:pt x="8799" y="31529"/>
                </a:lnTo>
                <a:lnTo>
                  <a:pt x="9216" y="27719"/>
                </a:lnTo>
                <a:lnTo>
                  <a:pt x="9216" y="25042"/>
                </a:lnTo>
                <a:lnTo>
                  <a:pt x="9422" y="23647"/>
                </a:lnTo>
                <a:lnTo>
                  <a:pt x="9938" y="21231"/>
                </a:lnTo>
                <a:lnTo>
                  <a:pt x="10767" y="20473"/>
                </a:lnTo>
                <a:lnTo>
                  <a:pt x="12006" y="20473"/>
                </a:lnTo>
                <a:lnTo>
                  <a:pt x="14597" y="20848"/>
                </a:lnTo>
                <a:lnTo>
                  <a:pt x="18632" y="21999"/>
                </a:lnTo>
                <a:lnTo>
                  <a:pt x="21838" y="22626"/>
                </a:lnTo>
                <a:lnTo>
                  <a:pt x="24528" y="22757"/>
                </a:lnTo>
                <a:lnTo>
                  <a:pt x="27530" y="22626"/>
                </a:lnTo>
                <a:lnTo>
                  <a:pt x="29399" y="21999"/>
                </a:lnTo>
                <a:lnTo>
                  <a:pt x="30949" y="20848"/>
                </a:lnTo>
                <a:lnTo>
                  <a:pt x="32089" y="19453"/>
                </a:lnTo>
                <a:lnTo>
                  <a:pt x="32606" y="17674"/>
                </a:lnTo>
                <a:lnTo>
                  <a:pt x="33434" y="7123"/>
                </a:lnTo>
                <a:lnTo>
                  <a:pt x="32811" y="4577"/>
                </a:lnTo>
                <a:lnTo>
                  <a:pt x="32089" y="3435"/>
                </a:lnTo>
                <a:lnTo>
                  <a:pt x="30843" y="2162"/>
                </a:lnTo>
                <a:lnTo>
                  <a:pt x="28464" y="1525"/>
                </a:lnTo>
                <a:lnTo>
                  <a:pt x="19977" y="383"/>
                </a:lnTo>
                <a:lnTo>
                  <a:pt x="12628" y="0"/>
                </a:lnTo>
                <a:lnTo>
                  <a:pt x="8388" y="383"/>
                </a:lnTo>
                <a:lnTo>
                  <a:pt x="7043" y="1395"/>
                </a:lnTo>
                <a:lnTo>
                  <a:pt x="6314" y="2798"/>
                </a:lnTo>
                <a:lnTo>
                  <a:pt x="5592" y="5467"/>
                </a:lnTo>
                <a:lnTo>
                  <a:pt x="5486" y="12843"/>
                </a:lnTo>
                <a:lnTo>
                  <a:pt x="5592" y="16532"/>
                </a:lnTo>
                <a:lnTo>
                  <a:pt x="6625" y="18049"/>
                </a:lnTo>
                <a:lnTo>
                  <a:pt x="6831" y="18432"/>
                </a:lnTo>
                <a:lnTo>
                  <a:pt x="3829" y="23394"/>
                </a:lnTo>
                <a:lnTo>
                  <a:pt x="1557" y="26446"/>
                </a:lnTo>
                <a:lnTo>
                  <a:pt x="0" y="28094"/>
                </a:lnTo>
                <a:lnTo>
                  <a:pt x="0" y="30003"/>
                </a:lnTo>
                <a:lnTo>
                  <a:pt x="516" y="34450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61" name="object 1361"/>
          <p:cNvSpPr/>
          <p:nvPr/>
        </p:nvSpPr>
        <p:spPr>
          <a:xfrm>
            <a:off x="6984023" y="2985306"/>
            <a:ext cx="1762" cy="8135"/>
          </a:xfrm>
          <a:custGeom>
            <a:avLst/>
            <a:gdLst/>
            <a:ahLst/>
            <a:cxnLst/>
            <a:rect l="l" t="t" r="r" b="b"/>
            <a:pathLst>
              <a:path w="1762" h="8135">
                <a:moveTo>
                  <a:pt x="0" y="0"/>
                </a:moveTo>
                <a:lnTo>
                  <a:pt x="0" y="4830"/>
                </a:lnTo>
                <a:lnTo>
                  <a:pt x="106" y="6356"/>
                </a:lnTo>
                <a:lnTo>
                  <a:pt x="1245" y="8135"/>
                </a:lnTo>
                <a:lnTo>
                  <a:pt x="1762" y="5467"/>
                </a:lnTo>
                <a:lnTo>
                  <a:pt x="1762" y="3426"/>
                </a:lnTo>
                <a:lnTo>
                  <a:pt x="1557" y="1142"/>
                </a:lnTo>
                <a:lnTo>
                  <a:pt x="1033" y="252"/>
                </a:lnTo>
                <a:lnTo>
                  <a:pt x="0" y="0"/>
                </a:lnTo>
                <a:close/>
              </a:path>
            </a:pathLst>
          </a:custGeom>
          <a:solidFill>
            <a:srgbClr val="5F5F5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62" name="object 1362"/>
          <p:cNvSpPr/>
          <p:nvPr/>
        </p:nvSpPr>
        <p:spPr>
          <a:xfrm>
            <a:off x="6992716" y="2986196"/>
            <a:ext cx="18009" cy="7629"/>
          </a:xfrm>
          <a:custGeom>
            <a:avLst/>
            <a:gdLst/>
            <a:ahLst/>
            <a:cxnLst/>
            <a:rect l="l" t="t" r="r" b="b"/>
            <a:pathLst>
              <a:path w="18009" h="7629">
                <a:moveTo>
                  <a:pt x="9627" y="252"/>
                </a:moveTo>
                <a:lnTo>
                  <a:pt x="5698" y="1909"/>
                </a:lnTo>
                <a:lnTo>
                  <a:pt x="0" y="3304"/>
                </a:lnTo>
                <a:lnTo>
                  <a:pt x="3829" y="5467"/>
                </a:lnTo>
                <a:lnTo>
                  <a:pt x="10972" y="7629"/>
                </a:lnTo>
                <a:lnTo>
                  <a:pt x="14802" y="7245"/>
                </a:lnTo>
                <a:lnTo>
                  <a:pt x="17704" y="4063"/>
                </a:lnTo>
                <a:lnTo>
                  <a:pt x="18009" y="0"/>
                </a:lnTo>
                <a:lnTo>
                  <a:pt x="15319" y="122"/>
                </a:lnTo>
                <a:lnTo>
                  <a:pt x="12735" y="0"/>
                </a:lnTo>
                <a:lnTo>
                  <a:pt x="9627" y="252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63" name="object 1363"/>
          <p:cNvSpPr/>
          <p:nvPr/>
        </p:nvSpPr>
        <p:spPr>
          <a:xfrm>
            <a:off x="6978537" y="2976788"/>
            <a:ext cx="33434" cy="36107"/>
          </a:xfrm>
          <a:custGeom>
            <a:avLst/>
            <a:gdLst/>
            <a:ahLst/>
            <a:cxnLst/>
            <a:rect l="l" t="t" r="r" b="b"/>
            <a:pathLst>
              <a:path w="33434" h="36107">
                <a:moveTo>
                  <a:pt x="516" y="32288"/>
                </a:moveTo>
                <a:lnTo>
                  <a:pt x="934" y="34450"/>
                </a:lnTo>
                <a:lnTo>
                  <a:pt x="1557" y="35339"/>
                </a:lnTo>
                <a:lnTo>
                  <a:pt x="3001" y="35976"/>
                </a:lnTo>
                <a:lnTo>
                  <a:pt x="4346" y="36107"/>
                </a:lnTo>
                <a:lnTo>
                  <a:pt x="6626" y="35976"/>
                </a:lnTo>
                <a:lnTo>
                  <a:pt x="8176" y="34834"/>
                </a:lnTo>
                <a:lnTo>
                  <a:pt x="8593" y="33691"/>
                </a:lnTo>
                <a:lnTo>
                  <a:pt x="8799" y="29367"/>
                </a:lnTo>
                <a:lnTo>
                  <a:pt x="9216" y="25556"/>
                </a:lnTo>
                <a:lnTo>
                  <a:pt x="9216" y="22879"/>
                </a:lnTo>
                <a:lnTo>
                  <a:pt x="9422" y="21484"/>
                </a:lnTo>
                <a:lnTo>
                  <a:pt x="9938" y="19069"/>
                </a:lnTo>
                <a:lnTo>
                  <a:pt x="10767" y="18310"/>
                </a:lnTo>
                <a:lnTo>
                  <a:pt x="12006" y="18310"/>
                </a:lnTo>
                <a:lnTo>
                  <a:pt x="14596" y="18685"/>
                </a:lnTo>
                <a:lnTo>
                  <a:pt x="18632" y="19836"/>
                </a:lnTo>
                <a:lnTo>
                  <a:pt x="21838" y="20464"/>
                </a:lnTo>
                <a:lnTo>
                  <a:pt x="24528" y="20595"/>
                </a:lnTo>
                <a:lnTo>
                  <a:pt x="27530" y="20464"/>
                </a:lnTo>
                <a:lnTo>
                  <a:pt x="29399" y="19836"/>
                </a:lnTo>
                <a:lnTo>
                  <a:pt x="30949" y="18685"/>
                </a:lnTo>
                <a:lnTo>
                  <a:pt x="32089" y="17290"/>
                </a:lnTo>
                <a:lnTo>
                  <a:pt x="32606" y="15511"/>
                </a:lnTo>
                <a:lnTo>
                  <a:pt x="33434" y="4961"/>
                </a:lnTo>
                <a:lnTo>
                  <a:pt x="32811" y="2415"/>
                </a:lnTo>
                <a:lnTo>
                  <a:pt x="32089" y="1273"/>
                </a:lnTo>
                <a:lnTo>
                  <a:pt x="30843" y="0"/>
                </a:lnTo>
                <a:lnTo>
                  <a:pt x="32089" y="3941"/>
                </a:lnTo>
                <a:lnTo>
                  <a:pt x="32089" y="7245"/>
                </a:lnTo>
                <a:lnTo>
                  <a:pt x="31884" y="9530"/>
                </a:lnTo>
                <a:lnTo>
                  <a:pt x="31261" y="13349"/>
                </a:lnTo>
                <a:lnTo>
                  <a:pt x="30227" y="14744"/>
                </a:lnTo>
                <a:lnTo>
                  <a:pt x="28670" y="15633"/>
                </a:lnTo>
                <a:lnTo>
                  <a:pt x="26808" y="15886"/>
                </a:lnTo>
                <a:lnTo>
                  <a:pt x="25052" y="15633"/>
                </a:lnTo>
                <a:lnTo>
                  <a:pt x="23084" y="14997"/>
                </a:lnTo>
                <a:lnTo>
                  <a:pt x="20493" y="14369"/>
                </a:lnTo>
                <a:lnTo>
                  <a:pt x="17803" y="13471"/>
                </a:lnTo>
                <a:lnTo>
                  <a:pt x="15630" y="12843"/>
                </a:lnTo>
                <a:lnTo>
                  <a:pt x="13351" y="12207"/>
                </a:lnTo>
                <a:lnTo>
                  <a:pt x="10873" y="12843"/>
                </a:lnTo>
                <a:lnTo>
                  <a:pt x="9938" y="13985"/>
                </a:lnTo>
                <a:lnTo>
                  <a:pt x="9216" y="17290"/>
                </a:lnTo>
                <a:lnTo>
                  <a:pt x="8388" y="20342"/>
                </a:lnTo>
                <a:lnTo>
                  <a:pt x="6831" y="23899"/>
                </a:lnTo>
                <a:lnTo>
                  <a:pt x="5691" y="25931"/>
                </a:lnTo>
                <a:lnTo>
                  <a:pt x="4558" y="27204"/>
                </a:lnTo>
                <a:lnTo>
                  <a:pt x="2690" y="27841"/>
                </a:lnTo>
                <a:lnTo>
                  <a:pt x="1139" y="28224"/>
                </a:lnTo>
                <a:lnTo>
                  <a:pt x="0" y="27841"/>
                </a:lnTo>
                <a:lnTo>
                  <a:pt x="516" y="32288"/>
                </a:lnTo>
                <a:close/>
              </a:path>
            </a:pathLst>
          </a:custGeom>
          <a:solidFill>
            <a:srgbClr val="5F5F5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64" name="object 1364"/>
          <p:cNvSpPr/>
          <p:nvPr/>
        </p:nvSpPr>
        <p:spPr>
          <a:xfrm>
            <a:off x="7040019" y="3004245"/>
            <a:ext cx="14285" cy="5092"/>
          </a:xfrm>
          <a:custGeom>
            <a:avLst/>
            <a:gdLst/>
            <a:ahLst/>
            <a:cxnLst/>
            <a:rect l="l" t="t" r="r" b="b"/>
            <a:pathLst>
              <a:path w="14285" h="5092">
                <a:moveTo>
                  <a:pt x="0" y="1273"/>
                </a:moveTo>
                <a:lnTo>
                  <a:pt x="1345" y="5092"/>
                </a:lnTo>
                <a:lnTo>
                  <a:pt x="14285" y="3941"/>
                </a:lnTo>
                <a:lnTo>
                  <a:pt x="13251" y="0"/>
                </a:lnTo>
                <a:lnTo>
                  <a:pt x="0" y="1273"/>
                </a:lnTo>
                <a:close/>
              </a:path>
            </a:pathLst>
          </a:custGeom>
          <a:solidFill>
            <a:srgbClr val="003D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65" name="object 1365"/>
          <p:cNvSpPr/>
          <p:nvPr/>
        </p:nvSpPr>
        <p:spPr>
          <a:xfrm>
            <a:off x="7038051" y="3000051"/>
            <a:ext cx="16253" cy="5345"/>
          </a:xfrm>
          <a:custGeom>
            <a:avLst/>
            <a:gdLst/>
            <a:ahLst/>
            <a:cxnLst/>
            <a:rect l="l" t="t" r="r" b="b"/>
            <a:pathLst>
              <a:path w="16253" h="5345">
                <a:moveTo>
                  <a:pt x="0" y="1142"/>
                </a:moveTo>
                <a:lnTo>
                  <a:pt x="1040" y="4577"/>
                </a:lnTo>
                <a:lnTo>
                  <a:pt x="2074" y="5345"/>
                </a:lnTo>
                <a:lnTo>
                  <a:pt x="16253" y="4455"/>
                </a:lnTo>
                <a:lnTo>
                  <a:pt x="15219" y="1273"/>
                </a:lnTo>
                <a:lnTo>
                  <a:pt x="13563" y="0"/>
                </a:lnTo>
                <a:lnTo>
                  <a:pt x="0" y="1142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66" name="object 1366"/>
          <p:cNvSpPr/>
          <p:nvPr/>
        </p:nvSpPr>
        <p:spPr>
          <a:xfrm>
            <a:off x="7116402" y="2995221"/>
            <a:ext cx="14285" cy="5214"/>
          </a:xfrm>
          <a:custGeom>
            <a:avLst/>
            <a:gdLst/>
            <a:ahLst/>
            <a:cxnLst/>
            <a:rect l="l" t="t" r="r" b="b"/>
            <a:pathLst>
              <a:path w="14285" h="5214">
                <a:moveTo>
                  <a:pt x="0" y="1403"/>
                </a:moveTo>
                <a:lnTo>
                  <a:pt x="1352" y="5214"/>
                </a:lnTo>
                <a:lnTo>
                  <a:pt x="14285" y="3941"/>
                </a:lnTo>
                <a:lnTo>
                  <a:pt x="13046" y="0"/>
                </a:lnTo>
                <a:lnTo>
                  <a:pt x="0" y="1403"/>
                </a:lnTo>
                <a:close/>
              </a:path>
            </a:pathLst>
          </a:custGeom>
          <a:solidFill>
            <a:srgbClr val="003D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67" name="object 1367"/>
          <p:cNvSpPr/>
          <p:nvPr/>
        </p:nvSpPr>
        <p:spPr>
          <a:xfrm>
            <a:off x="7114441" y="2991157"/>
            <a:ext cx="16246" cy="5336"/>
          </a:xfrm>
          <a:custGeom>
            <a:avLst/>
            <a:gdLst/>
            <a:ahLst/>
            <a:cxnLst/>
            <a:rect l="l" t="t" r="r" b="b"/>
            <a:pathLst>
              <a:path w="16246" h="5336">
                <a:moveTo>
                  <a:pt x="0" y="758"/>
                </a:moveTo>
                <a:lnTo>
                  <a:pt x="927" y="4446"/>
                </a:lnTo>
                <a:lnTo>
                  <a:pt x="2173" y="5336"/>
                </a:lnTo>
                <a:lnTo>
                  <a:pt x="16246" y="4316"/>
                </a:lnTo>
                <a:lnTo>
                  <a:pt x="15007" y="1264"/>
                </a:lnTo>
                <a:lnTo>
                  <a:pt x="13556" y="0"/>
                </a:lnTo>
                <a:lnTo>
                  <a:pt x="0" y="758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68" name="object 1368"/>
          <p:cNvSpPr/>
          <p:nvPr/>
        </p:nvSpPr>
        <p:spPr>
          <a:xfrm>
            <a:off x="7059763" y="3018807"/>
            <a:ext cx="1110" cy="2563"/>
          </a:xfrm>
          <a:custGeom>
            <a:avLst/>
            <a:gdLst/>
            <a:ahLst/>
            <a:cxnLst/>
            <a:rect l="l" t="t" r="r" b="b"/>
            <a:pathLst>
              <a:path w="1110" h="2563">
                <a:moveTo>
                  <a:pt x="1110" y="2354"/>
                </a:moveTo>
                <a:lnTo>
                  <a:pt x="0" y="0"/>
                </a:lnTo>
                <a:lnTo>
                  <a:pt x="339" y="2563"/>
                </a:lnTo>
                <a:lnTo>
                  <a:pt x="1110" y="2354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69" name="object 1369"/>
          <p:cNvSpPr/>
          <p:nvPr/>
        </p:nvSpPr>
        <p:spPr>
          <a:xfrm>
            <a:off x="7058927" y="3018746"/>
            <a:ext cx="3135" cy="67802"/>
          </a:xfrm>
          <a:custGeom>
            <a:avLst/>
            <a:gdLst/>
            <a:ahLst/>
            <a:cxnLst/>
            <a:rect l="l" t="t" r="r" b="b"/>
            <a:pathLst>
              <a:path w="3135" h="67802">
                <a:moveTo>
                  <a:pt x="1182" y="60033"/>
                </a:moveTo>
                <a:lnTo>
                  <a:pt x="42" y="67157"/>
                </a:lnTo>
                <a:lnTo>
                  <a:pt x="0" y="67427"/>
                </a:lnTo>
                <a:lnTo>
                  <a:pt x="141" y="67697"/>
                </a:lnTo>
                <a:lnTo>
                  <a:pt x="368" y="67750"/>
                </a:lnTo>
                <a:lnTo>
                  <a:pt x="594" y="67802"/>
                </a:lnTo>
                <a:lnTo>
                  <a:pt x="807" y="67628"/>
                </a:lnTo>
                <a:lnTo>
                  <a:pt x="856" y="67349"/>
                </a:lnTo>
                <a:lnTo>
                  <a:pt x="1996" y="60233"/>
                </a:lnTo>
                <a:lnTo>
                  <a:pt x="2513" y="53955"/>
                </a:lnTo>
                <a:lnTo>
                  <a:pt x="3135" y="46962"/>
                </a:lnTo>
                <a:lnTo>
                  <a:pt x="3135" y="39900"/>
                </a:lnTo>
                <a:lnTo>
                  <a:pt x="2831" y="30491"/>
                </a:lnTo>
                <a:lnTo>
                  <a:pt x="2102" y="20037"/>
                </a:lnTo>
                <a:lnTo>
                  <a:pt x="1585" y="14177"/>
                </a:lnTo>
                <a:lnTo>
                  <a:pt x="1585" y="9565"/>
                </a:lnTo>
                <a:lnTo>
                  <a:pt x="1790" y="5624"/>
                </a:lnTo>
                <a:lnTo>
                  <a:pt x="1996" y="2711"/>
                </a:lnTo>
                <a:lnTo>
                  <a:pt x="1946" y="2415"/>
                </a:lnTo>
                <a:lnTo>
                  <a:pt x="1174" y="2624"/>
                </a:lnTo>
                <a:lnTo>
                  <a:pt x="849" y="130"/>
                </a:lnTo>
                <a:lnTo>
                  <a:pt x="806" y="0"/>
                </a:lnTo>
                <a:lnTo>
                  <a:pt x="1164" y="2778"/>
                </a:lnTo>
                <a:lnTo>
                  <a:pt x="1231" y="2921"/>
                </a:lnTo>
                <a:lnTo>
                  <a:pt x="1585" y="9530"/>
                </a:lnTo>
                <a:lnTo>
                  <a:pt x="1585" y="14238"/>
                </a:lnTo>
                <a:lnTo>
                  <a:pt x="2003" y="30552"/>
                </a:lnTo>
                <a:lnTo>
                  <a:pt x="2314" y="39935"/>
                </a:lnTo>
                <a:lnTo>
                  <a:pt x="2307" y="46910"/>
                </a:lnTo>
                <a:lnTo>
                  <a:pt x="1691" y="53851"/>
                </a:lnTo>
                <a:lnTo>
                  <a:pt x="1175" y="60077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70" name="object 1370"/>
          <p:cNvSpPr/>
          <p:nvPr/>
        </p:nvSpPr>
        <p:spPr>
          <a:xfrm>
            <a:off x="7051763" y="2990695"/>
            <a:ext cx="2074" cy="5153"/>
          </a:xfrm>
          <a:custGeom>
            <a:avLst/>
            <a:gdLst/>
            <a:ahLst/>
            <a:cxnLst/>
            <a:rect l="l" t="t" r="r" b="b"/>
            <a:pathLst>
              <a:path w="2074" h="5153">
                <a:moveTo>
                  <a:pt x="2060" y="5118"/>
                </a:moveTo>
                <a:lnTo>
                  <a:pt x="722" y="95"/>
                </a:lnTo>
                <a:lnTo>
                  <a:pt x="467" y="0"/>
                </a:lnTo>
                <a:lnTo>
                  <a:pt x="269" y="139"/>
                </a:lnTo>
                <a:lnTo>
                  <a:pt x="70" y="279"/>
                </a:lnTo>
                <a:lnTo>
                  <a:pt x="0" y="584"/>
                </a:lnTo>
                <a:lnTo>
                  <a:pt x="106" y="837"/>
                </a:lnTo>
                <a:lnTo>
                  <a:pt x="2068" y="514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71" name="object 1371"/>
          <p:cNvSpPr/>
          <p:nvPr/>
        </p:nvSpPr>
        <p:spPr>
          <a:xfrm>
            <a:off x="7054559" y="2995351"/>
            <a:ext cx="1359" cy="4028"/>
          </a:xfrm>
          <a:custGeom>
            <a:avLst/>
            <a:gdLst/>
            <a:ahLst/>
            <a:cxnLst/>
            <a:rect l="l" t="t" r="r" b="b"/>
            <a:pathLst>
              <a:path w="1359" h="4028">
                <a:moveTo>
                  <a:pt x="587" y="3941"/>
                </a:moveTo>
                <a:lnTo>
                  <a:pt x="1359" y="3601"/>
                </a:lnTo>
                <a:lnTo>
                  <a:pt x="14" y="34"/>
                </a:lnTo>
                <a:lnTo>
                  <a:pt x="587" y="3941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72" name="object 1372"/>
          <p:cNvSpPr/>
          <p:nvPr/>
        </p:nvSpPr>
        <p:spPr>
          <a:xfrm>
            <a:off x="7056669" y="3002318"/>
            <a:ext cx="722" cy="6635"/>
          </a:xfrm>
          <a:custGeom>
            <a:avLst/>
            <a:gdLst/>
            <a:ahLst/>
            <a:cxnLst/>
            <a:rect l="l" t="t" r="r" b="b"/>
            <a:pathLst>
              <a:path w="722" h="6635">
                <a:moveTo>
                  <a:pt x="644" y="6591"/>
                </a:moveTo>
                <a:lnTo>
                  <a:pt x="722" y="2929"/>
                </a:lnTo>
                <a:lnTo>
                  <a:pt x="0" y="0"/>
                </a:lnTo>
                <a:lnTo>
                  <a:pt x="644" y="6591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73" name="object 1373"/>
          <p:cNvSpPr/>
          <p:nvPr/>
        </p:nvSpPr>
        <p:spPr>
          <a:xfrm>
            <a:off x="7052485" y="2990791"/>
            <a:ext cx="7606" cy="30732"/>
          </a:xfrm>
          <a:custGeom>
            <a:avLst/>
            <a:gdLst/>
            <a:ahLst/>
            <a:cxnLst/>
            <a:rect l="l" t="t" r="r" b="b"/>
            <a:pathLst>
              <a:path w="7606" h="30732">
                <a:moveTo>
                  <a:pt x="6668" y="24911"/>
                </a:moveTo>
                <a:lnTo>
                  <a:pt x="6158" y="21624"/>
                </a:lnTo>
                <a:lnTo>
                  <a:pt x="5642" y="17944"/>
                </a:lnTo>
                <a:lnTo>
                  <a:pt x="4912" y="14474"/>
                </a:lnTo>
                <a:lnTo>
                  <a:pt x="4835" y="18162"/>
                </a:lnTo>
                <a:lnTo>
                  <a:pt x="4183" y="11544"/>
                </a:lnTo>
                <a:lnTo>
                  <a:pt x="3461" y="8239"/>
                </a:lnTo>
                <a:lnTo>
                  <a:pt x="2682" y="8588"/>
                </a:lnTo>
                <a:lnTo>
                  <a:pt x="2074" y="4560"/>
                </a:lnTo>
                <a:lnTo>
                  <a:pt x="106" y="244"/>
                </a:lnTo>
                <a:lnTo>
                  <a:pt x="0" y="0"/>
                </a:lnTo>
                <a:lnTo>
                  <a:pt x="1337" y="5022"/>
                </a:lnTo>
                <a:lnTo>
                  <a:pt x="2677" y="8574"/>
                </a:lnTo>
                <a:lnTo>
                  <a:pt x="3383" y="11806"/>
                </a:lnTo>
                <a:lnTo>
                  <a:pt x="4112" y="14753"/>
                </a:lnTo>
                <a:lnTo>
                  <a:pt x="4832" y="18149"/>
                </a:lnTo>
                <a:lnTo>
                  <a:pt x="5344" y="21807"/>
                </a:lnTo>
                <a:lnTo>
                  <a:pt x="5861" y="25120"/>
                </a:lnTo>
                <a:lnTo>
                  <a:pt x="6484" y="28320"/>
                </a:lnTo>
                <a:lnTo>
                  <a:pt x="6534" y="28460"/>
                </a:lnTo>
                <a:lnTo>
                  <a:pt x="7606" y="30732"/>
                </a:lnTo>
                <a:lnTo>
                  <a:pt x="7249" y="27954"/>
                </a:lnTo>
                <a:lnTo>
                  <a:pt x="6668" y="24911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74" name="object 1374"/>
          <p:cNvSpPr/>
          <p:nvPr/>
        </p:nvSpPr>
        <p:spPr>
          <a:xfrm>
            <a:off x="7059684" y="3021524"/>
            <a:ext cx="1245" cy="27774"/>
          </a:xfrm>
          <a:custGeom>
            <a:avLst/>
            <a:gdLst/>
            <a:ahLst/>
            <a:cxnLst/>
            <a:rect l="l" t="t" r="r" b="b"/>
            <a:pathLst>
              <a:path w="1245" h="27774">
                <a:moveTo>
                  <a:pt x="523" y="17363"/>
                </a:moveTo>
                <a:lnTo>
                  <a:pt x="1245" y="27774"/>
                </a:lnTo>
                <a:lnTo>
                  <a:pt x="828" y="11460"/>
                </a:lnTo>
                <a:lnTo>
                  <a:pt x="828" y="6752"/>
                </a:lnTo>
                <a:lnTo>
                  <a:pt x="474" y="142"/>
                </a:lnTo>
                <a:lnTo>
                  <a:pt x="406" y="0"/>
                </a:lnTo>
                <a:lnTo>
                  <a:pt x="212" y="2767"/>
                </a:lnTo>
                <a:lnTo>
                  <a:pt x="0" y="6717"/>
                </a:lnTo>
                <a:lnTo>
                  <a:pt x="0" y="11513"/>
                </a:lnTo>
                <a:lnTo>
                  <a:pt x="523" y="17363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75" name="object 1375"/>
          <p:cNvSpPr/>
          <p:nvPr/>
        </p:nvSpPr>
        <p:spPr>
          <a:xfrm>
            <a:off x="6957342" y="2982377"/>
            <a:ext cx="184798" cy="122684"/>
          </a:xfrm>
          <a:custGeom>
            <a:avLst/>
            <a:gdLst/>
            <a:ahLst/>
            <a:cxnLst/>
            <a:rect l="l" t="t" r="r" b="b"/>
            <a:pathLst>
              <a:path w="184798" h="122684">
                <a:moveTo>
                  <a:pt x="177627" y="7455"/>
                </a:moveTo>
                <a:lnTo>
                  <a:pt x="178328" y="6931"/>
                </a:lnTo>
                <a:lnTo>
                  <a:pt x="175737" y="2990"/>
                </a:lnTo>
                <a:lnTo>
                  <a:pt x="177627" y="7455"/>
                </a:lnTo>
                <a:close/>
              </a:path>
              <a:path w="184798" h="122684">
                <a:moveTo>
                  <a:pt x="175086" y="3618"/>
                </a:moveTo>
                <a:lnTo>
                  <a:pt x="173656" y="1020"/>
                </a:lnTo>
                <a:lnTo>
                  <a:pt x="173456" y="1020"/>
                </a:lnTo>
                <a:lnTo>
                  <a:pt x="175086" y="3618"/>
                </a:lnTo>
                <a:close/>
              </a:path>
              <a:path w="184798" h="122684">
                <a:moveTo>
                  <a:pt x="171037" y="52735"/>
                </a:moveTo>
                <a:lnTo>
                  <a:pt x="168743" y="58725"/>
                </a:lnTo>
                <a:lnTo>
                  <a:pt x="171723" y="53302"/>
                </a:lnTo>
                <a:lnTo>
                  <a:pt x="174007" y="48336"/>
                </a:lnTo>
                <a:lnTo>
                  <a:pt x="176962" y="42393"/>
                </a:lnTo>
                <a:lnTo>
                  <a:pt x="173337" y="47738"/>
                </a:lnTo>
                <a:lnTo>
                  <a:pt x="173975" y="48384"/>
                </a:lnTo>
                <a:lnTo>
                  <a:pt x="173337" y="47738"/>
                </a:lnTo>
                <a:lnTo>
                  <a:pt x="171015" y="52770"/>
                </a:lnTo>
                <a:close/>
              </a:path>
              <a:path w="184798" h="122684">
                <a:moveTo>
                  <a:pt x="173330" y="819"/>
                </a:moveTo>
                <a:lnTo>
                  <a:pt x="173656" y="0"/>
                </a:lnTo>
                <a:lnTo>
                  <a:pt x="163618" y="0"/>
                </a:lnTo>
                <a:lnTo>
                  <a:pt x="173330" y="819"/>
                </a:lnTo>
                <a:close/>
              </a:path>
              <a:path w="184798" h="122684">
                <a:moveTo>
                  <a:pt x="166060" y="65055"/>
                </a:moveTo>
                <a:lnTo>
                  <a:pt x="168734" y="58746"/>
                </a:lnTo>
                <a:lnTo>
                  <a:pt x="171037" y="52735"/>
                </a:lnTo>
                <a:lnTo>
                  <a:pt x="168035" y="58202"/>
                </a:lnTo>
                <a:lnTo>
                  <a:pt x="168722" y="58769"/>
                </a:lnTo>
                <a:lnTo>
                  <a:pt x="168035" y="58202"/>
                </a:lnTo>
                <a:lnTo>
                  <a:pt x="165317" y="64611"/>
                </a:lnTo>
                <a:lnTo>
                  <a:pt x="163448" y="69589"/>
                </a:lnTo>
                <a:lnTo>
                  <a:pt x="162160" y="76356"/>
                </a:lnTo>
                <a:lnTo>
                  <a:pt x="161367" y="76103"/>
                </a:lnTo>
                <a:lnTo>
                  <a:pt x="160921" y="85869"/>
                </a:lnTo>
                <a:lnTo>
                  <a:pt x="160829" y="80663"/>
                </a:lnTo>
                <a:lnTo>
                  <a:pt x="160107" y="85860"/>
                </a:lnTo>
                <a:lnTo>
                  <a:pt x="160100" y="86026"/>
                </a:lnTo>
                <a:lnTo>
                  <a:pt x="160665" y="90639"/>
                </a:lnTo>
                <a:lnTo>
                  <a:pt x="160921" y="86034"/>
                </a:lnTo>
                <a:lnTo>
                  <a:pt x="161643" y="80820"/>
                </a:lnTo>
                <a:lnTo>
                  <a:pt x="162151" y="76429"/>
                </a:lnTo>
                <a:lnTo>
                  <a:pt x="164205" y="69991"/>
                </a:lnTo>
                <a:lnTo>
                  <a:pt x="166060" y="65055"/>
                </a:lnTo>
                <a:close/>
              </a:path>
              <a:path w="184798" h="122684">
                <a:moveTo>
                  <a:pt x="160829" y="80663"/>
                </a:moveTo>
                <a:lnTo>
                  <a:pt x="160921" y="85869"/>
                </a:lnTo>
                <a:lnTo>
                  <a:pt x="161346" y="76216"/>
                </a:lnTo>
                <a:lnTo>
                  <a:pt x="160829" y="80663"/>
                </a:lnTo>
                <a:close/>
              </a:path>
              <a:path w="184798" h="122684">
                <a:moveTo>
                  <a:pt x="7121" y="117206"/>
                </a:moveTo>
                <a:lnTo>
                  <a:pt x="7406" y="121569"/>
                </a:lnTo>
                <a:lnTo>
                  <a:pt x="7128" y="117145"/>
                </a:lnTo>
                <a:close/>
              </a:path>
              <a:path w="184798" h="122684">
                <a:moveTo>
                  <a:pt x="7015" y="53338"/>
                </a:moveTo>
                <a:lnTo>
                  <a:pt x="7015" y="59501"/>
                </a:lnTo>
                <a:lnTo>
                  <a:pt x="7015" y="53338"/>
                </a:lnTo>
                <a:close/>
              </a:path>
              <a:path w="184798" h="122684">
                <a:moveTo>
                  <a:pt x="4934" y="34834"/>
                </a:moveTo>
                <a:lnTo>
                  <a:pt x="3589" y="28608"/>
                </a:lnTo>
                <a:lnTo>
                  <a:pt x="2449" y="23760"/>
                </a:lnTo>
                <a:lnTo>
                  <a:pt x="949" y="17914"/>
                </a:lnTo>
                <a:lnTo>
                  <a:pt x="785" y="17273"/>
                </a:lnTo>
                <a:lnTo>
                  <a:pt x="5856" y="16785"/>
                </a:lnTo>
                <a:lnTo>
                  <a:pt x="382" y="16915"/>
                </a:lnTo>
                <a:lnTo>
                  <a:pt x="403" y="17927"/>
                </a:lnTo>
                <a:lnTo>
                  <a:pt x="1656" y="24056"/>
                </a:lnTo>
                <a:lnTo>
                  <a:pt x="2789" y="28878"/>
                </a:lnTo>
                <a:lnTo>
                  <a:pt x="4127" y="35043"/>
                </a:lnTo>
                <a:lnTo>
                  <a:pt x="4934" y="34834"/>
                </a:lnTo>
                <a:close/>
              </a:path>
              <a:path w="184798" h="122684">
                <a:moveTo>
                  <a:pt x="5811" y="16793"/>
                </a:moveTo>
                <a:lnTo>
                  <a:pt x="785" y="17273"/>
                </a:lnTo>
                <a:lnTo>
                  <a:pt x="949" y="17914"/>
                </a:lnTo>
                <a:lnTo>
                  <a:pt x="5889" y="17805"/>
                </a:lnTo>
                <a:lnTo>
                  <a:pt x="5868" y="16784"/>
                </a:lnTo>
                <a:lnTo>
                  <a:pt x="785" y="17273"/>
                </a:lnTo>
                <a:lnTo>
                  <a:pt x="5811" y="16793"/>
                </a:lnTo>
                <a:close/>
              </a:path>
              <a:path w="184798" h="122684">
                <a:moveTo>
                  <a:pt x="10597" y="16906"/>
                </a:moveTo>
                <a:lnTo>
                  <a:pt x="17230" y="15503"/>
                </a:lnTo>
                <a:lnTo>
                  <a:pt x="17456" y="15459"/>
                </a:lnTo>
                <a:lnTo>
                  <a:pt x="17605" y="15197"/>
                </a:lnTo>
                <a:lnTo>
                  <a:pt x="17570" y="14918"/>
                </a:lnTo>
                <a:lnTo>
                  <a:pt x="17527" y="14639"/>
                </a:lnTo>
                <a:lnTo>
                  <a:pt x="17315" y="14456"/>
                </a:lnTo>
                <a:lnTo>
                  <a:pt x="17088" y="14509"/>
                </a:lnTo>
                <a:lnTo>
                  <a:pt x="10469" y="15904"/>
                </a:lnTo>
                <a:lnTo>
                  <a:pt x="5856" y="16785"/>
                </a:lnTo>
                <a:lnTo>
                  <a:pt x="5889" y="17805"/>
                </a:lnTo>
                <a:lnTo>
                  <a:pt x="10597" y="16906"/>
                </a:lnTo>
                <a:close/>
              </a:path>
              <a:path w="184798" h="122684">
                <a:moveTo>
                  <a:pt x="403" y="17927"/>
                </a:moveTo>
                <a:lnTo>
                  <a:pt x="382" y="16915"/>
                </a:lnTo>
                <a:lnTo>
                  <a:pt x="0" y="17569"/>
                </a:lnTo>
                <a:lnTo>
                  <a:pt x="1656" y="24056"/>
                </a:lnTo>
                <a:lnTo>
                  <a:pt x="403" y="17927"/>
                </a:lnTo>
                <a:close/>
              </a:path>
              <a:path w="184798" h="122684">
                <a:moveTo>
                  <a:pt x="5663" y="40484"/>
                </a:moveTo>
                <a:lnTo>
                  <a:pt x="6484" y="47451"/>
                </a:lnTo>
                <a:lnTo>
                  <a:pt x="6597" y="47730"/>
                </a:lnTo>
                <a:lnTo>
                  <a:pt x="9011" y="51034"/>
                </a:lnTo>
                <a:lnTo>
                  <a:pt x="9372" y="51950"/>
                </a:lnTo>
                <a:lnTo>
                  <a:pt x="9486" y="51130"/>
                </a:lnTo>
                <a:lnTo>
                  <a:pt x="6576" y="47563"/>
                </a:lnTo>
                <a:lnTo>
                  <a:pt x="5663" y="40484"/>
                </a:lnTo>
                <a:close/>
              </a:path>
              <a:path w="184798" h="122684">
                <a:moveTo>
                  <a:pt x="8898" y="51854"/>
                </a:moveTo>
                <a:lnTo>
                  <a:pt x="8484" y="51345"/>
                </a:lnTo>
                <a:lnTo>
                  <a:pt x="6420" y="52560"/>
                </a:lnTo>
                <a:lnTo>
                  <a:pt x="6187" y="53022"/>
                </a:lnTo>
                <a:lnTo>
                  <a:pt x="6187" y="59536"/>
                </a:lnTo>
                <a:lnTo>
                  <a:pt x="6498" y="66014"/>
                </a:lnTo>
                <a:lnTo>
                  <a:pt x="7121" y="74298"/>
                </a:lnTo>
                <a:lnTo>
                  <a:pt x="6781" y="53476"/>
                </a:lnTo>
                <a:lnTo>
                  <a:pt x="7015" y="53022"/>
                </a:lnTo>
                <a:lnTo>
                  <a:pt x="8898" y="51854"/>
                </a:lnTo>
                <a:close/>
              </a:path>
              <a:path w="184798" h="122684">
                <a:moveTo>
                  <a:pt x="7744" y="103203"/>
                </a:moveTo>
                <a:lnTo>
                  <a:pt x="7327" y="111085"/>
                </a:lnTo>
                <a:lnTo>
                  <a:pt x="7121" y="117200"/>
                </a:lnTo>
                <a:lnTo>
                  <a:pt x="6845" y="121680"/>
                </a:lnTo>
                <a:lnTo>
                  <a:pt x="7320" y="122259"/>
                </a:lnTo>
                <a:lnTo>
                  <a:pt x="6980" y="122684"/>
                </a:lnTo>
                <a:lnTo>
                  <a:pt x="153955" y="93568"/>
                </a:lnTo>
                <a:lnTo>
                  <a:pt x="161225" y="91528"/>
                </a:lnTo>
                <a:lnTo>
                  <a:pt x="161544" y="90961"/>
                </a:lnTo>
                <a:lnTo>
                  <a:pt x="160932" y="85957"/>
                </a:lnTo>
                <a:lnTo>
                  <a:pt x="161041" y="90534"/>
                </a:lnTo>
                <a:lnTo>
                  <a:pt x="160723" y="91109"/>
                </a:lnTo>
                <a:lnTo>
                  <a:pt x="160665" y="90639"/>
                </a:lnTo>
                <a:lnTo>
                  <a:pt x="153792" y="92574"/>
                </a:lnTo>
                <a:lnTo>
                  <a:pt x="7406" y="121569"/>
                </a:lnTo>
                <a:lnTo>
                  <a:pt x="7121" y="117206"/>
                </a:lnTo>
                <a:lnTo>
                  <a:pt x="7406" y="121569"/>
                </a:lnTo>
                <a:lnTo>
                  <a:pt x="7942" y="117302"/>
                </a:lnTo>
                <a:lnTo>
                  <a:pt x="7744" y="103238"/>
                </a:lnTo>
                <a:lnTo>
                  <a:pt x="7942" y="117302"/>
                </a:lnTo>
                <a:lnTo>
                  <a:pt x="7744" y="89382"/>
                </a:lnTo>
                <a:lnTo>
                  <a:pt x="7744" y="103203"/>
                </a:lnTo>
                <a:close/>
              </a:path>
              <a:path w="184798" h="122684">
                <a:moveTo>
                  <a:pt x="6845" y="121680"/>
                </a:moveTo>
                <a:lnTo>
                  <a:pt x="7121" y="117200"/>
                </a:lnTo>
                <a:lnTo>
                  <a:pt x="6505" y="122105"/>
                </a:lnTo>
                <a:lnTo>
                  <a:pt x="6980" y="122684"/>
                </a:lnTo>
                <a:lnTo>
                  <a:pt x="7320" y="122259"/>
                </a:lnTo>
                <a:lnTo>
                  <a:pt x="6845" y="121680"/>
                </a:lnTo>
                <a:close/>
              </a:path>
              <a:path w="184798" h="122684">
                <a:moveTo>
                  <a:pt x="7949" y="74202"/>
                </a:moveTo>
                <a:lnTo>
                  <a:pt x="7326" y="65945"/>
                </a:lnTo>
                <a:lnTo>
                  <a:pt x="7015" y="59475"/>
                </a:lnTo>
                <a:lnTo>
                  <a:pt x="7015" y="53338"/>
                </a:lnTo>
                <a:lnTo>
                  <a:pt x="9372" y="51950"/>
                </a:lnTo>
                <a:lnTo>
                  <a:pt x="9011" y="51034"/>
                </a:lnTo>
                <a:lnTo>
                  <a:pt x="6597" y="47730"/>
                </a:lnTo>
                <a:lnTo>
                  <a:pt x="6484" y="47451"/>
                </a:lnTo>
                <a:lnTo>
                  <a:pt x="5663" y="40484"/>
                </a:lnTo>
                <a:lnTo>
                  <a:pt x="4941" y="34886"/>
                </a:lnTo>
                <a:lnTo>
                  <a:pt x="4134" y="35095"/>
                </a:lnTo>
                <a:lnTo>
                  <a:pt x="2789" y="28870"/>
                </a:lnTo>
                <a:lnTo>
                  <a:pt x="4133" y="35091"/>
                </a:lnTo>
                <a:lnTo>
                  <a:pt x="4849" y="40641"/>
                </a:lnTo>
                <a:lnTo>
                  <a:pt x="5776" y="47887"/>
                </a:lnTo>
                <a:lnTo>
                  <a:pt x="5896" y="48166"/>
                </a:lnTo>
                <a:lnTo>
                  <a:pt x="8484" y="51345"/>
                </a:lnTo>
                <a:lnTo>
                  <a:pt x="8898" y="51854"/>
                </a:lnTo>
                <a:lnTo>
                  <a:pt x="7015" y="53022"/>
                </a:lnTo>
                <a:lnTo>
                  <a:pt x="6781" y="53476"/>
                </a:lnTo>
                <a:lnTo>
                  <a:pt x="7121" y="74298"/>
                </a:lnTo>
                <a:lnTo>
                  <a:pt x="7744" y="89409"/>
                </a:lnTo>
                <a:lnTo>
                  <a:pt x="7942" y="117302"/>
                </a:lnTo>
                <a:lnTo>
                  <a:pt x="8155" y="111146"/>
                </a:lnTo>
                <a:lnTo>
                  <a:pt x="8565" y="103273"/>
                </a:lnTo>
                <a:lnTo>
                  <a:pt x="8565" y="89356"/>
                </a:lnTo>
                <a:lnTo>
                  <a:pt x="7949" y="74228"/>
                </a:lnTo>
                <a:close/>
              </a:path>
              <a:path w="184798" h="122684">
                <a:moveTo>
                  <a:pt x="161367" y="76103"/>
                </a:moveTo>
                <a:lnTo>
                  <a:pt x="162138" y="76469"/>
                </a:lnTo>
                <a:lnTo>
                  <a:pt x="163441" y="69616"/>
                </a:lnTo>
                <a:lnTo>
                  <a:pt x="161367" y="76103"/>
                </a:lnTo>
                <a:close/>
              </a:path>
              <a:path w="184798" h="122684">
                <a:moveTo>
                  <a:pt x="163200" y="235"/>
                </a:moveTo>
                <a:lnTo>
                  <a:pt x="163200" y="793"/>
                </a:lnTo>
                <a:lnTo>
                  <a:pt x="163384" y="1020"/>
                </a:lnTo>
                <a:lnTo>
                  <a:pt x="173656" y="1020"/>
                </a:lnTo>
                <a:lnTo>
                  <a:pt x="175086" y="3618"/>
                </a:lnTo>
                <a:lnTo>
                  <a:pt x="177650" y="7516"/>
                </a:lnTo>
                <a:lnTo>
                  <a:pt x="179475" y="12503"/>
                </a:lnTo>
                <a:lnTo>
                  <a:pt x="180246" y="12128"/>
                </a:lnTo>
                <a:lnTo>
                  <a:pt x="178378" y="7045"/>
                </a:lnTo>
                <a:lnTo>
                  <a:pt x="177627" y="7455"/>
                </a:lnTo>
                <a:lnTo>
                  <a:pt x="175737" y="2990"/>
                </a:lnTo>
                <a:lnTo>
                  <a:pt x="173981" y="200"/>
                </a:lnTo>
                <a:lnTo>
                  <a:pt x="173656" y="0"/>
                </a:lnTo>
                <a:lnTo>
                  <a:pt x="173330" y="819"/>
                </a:lnTo>
                <a:lnTo>
                  <a:pt x="163618" y="0"/>
                </a:lnTo>
                <a:lnTo>
                  <a:pt x="163384" y="0"/>
                </a:lnTo>
                <a:lnTo>
                  <a:pt x="163200" y="235"/>
                </a:lnTo>
                <a:close/>
              </a:path>
              <a:path w="184798" h="122684">
                <a:moveTo>
                  <a:pt x="181811" y="17770"/>
                </a:moveTo>
                <a:lnTo>
                  <a:pt x="180261" y="12172"/>
                </a:lnTo>
                <a:lnTo>
                  <a:pt x="179475" y="12503"/>
                </a:lnTo>
                <a:lnTo>
                  <a:pt x="177684" y="7568"/>
                </a:lnTo>
                <a:lnTo>
                  <a:pt x="179480" y="12523"/>
                </a:lnTo>
                <a:lnTo>
                  <a:pt x="181018" y="18049"/>
                </a:lnTo>
                <a:lnTo>
                  <a:pt x="182252" y="24130"/>
                </a:lnTo>
                <a:lnTo>
                  <a:pt x="182767" y="28425"/>
                </a:lnTo>
                <a:lnTo>
                  <a:pt x="182866" y="28687"/>
                </a:lnTo>
                <a:lnTo>
                  <a:pt x="183931" y="30217"/>
                </a:lnTo>
                <a:lnTo>
                  <a:pt x="184041" y="29925"/>
                </a:lnTo>
                <a:lnTo>
                  <a:pt x="184105" y="30465"/>
                </a:lnTo>
                <a:lnTo>
                  <a:pt x="183552" y="33657"/>
                </a:lnTo>
                <a:lnTo>
                  <a:pt x="184798" y="30352"/>
                </a:lnTo>
                <a:lnTo>
                  <a:pt x="184735" y="29803"/>
                </a:lnTo>
                <a:lnTo>
                  <a:pt x="183588" y="28277"/>
                </a:lnTo>
                <a:lnTo>
                  <a:pt x="183496" y="28024"/>
                </a:lnTo>
                <a:lnTo>
                  <a:pt x="183064" y="23908"/>
                </a:lnTo>
                <a:lnTo>
                  <a:pt x="182257" y="24152"/>
                </a:lnTo>
                <a:lnTo>
                  <a:pt x="181811" y="17770"/>
                </a:lnTo>
                <a:close/>
              </a:path>
              <a:path w="184798" h="122684">
                <a:moveTo>
                  <a:pt x="183570" y="28131"/>
                </a:moveTo>
                <a:lnTo>
                  <a:pt x="183071" y="23961"/>
                </a:lnTo>
                <a:lnTo>
                  <a:pt x="183496" y="28024"/>
                </a:lnTo>
                <a:lnTo>
                  <a:pt x="183588" y="28277"/>
                </a:lnTo>
                <a:lnTo>
                  <a:pt x="184735" y="29803"/>
                </a:lnTo>
                <a:lnTo>
                  <a:pt x="183570" y="28131"/>
                </a:lnTo>
                <a:close/>
              </a:path>
              <a:path w="184798" h="122684">
                <a:moveTo>
                  <a:pt x="182250" y="24109"/>
                </a:moveTo>
                <a:lnTo>
                  <a:pt x="183064" y="23908"/>
                </a:lnTo>
                <a:lnTo>
                  <a:pt x="181818" y="17805"/>
                </a:lnTo>
                <a:lnTo>
                  <a:pt x="182250" y="24109"/>
                </a:lnTo>
                <a:close/>
              </a:path>
              <a:path w="184798" h="122684">
                <a:moveTo>
                  <a:pt x="179489" y="12547"/>
                </a:moveTo>
                <a:lnTo>
                  <a:pt x="181025" y="18092"/>
                </a:lnTo>
                <a:lnTo>
                  <a:pt x="179489" y="12547"/>
                </a:lnTo>
                <a:close/>
              </a:path>
              <a:path w="184798" h="122684">
                <a:moveTo>
                  <a:pt x="161041" y="90534"/>
                </a:moveTo>
                <a:lnTo>
                  <a:pt x="160932" y="85957"/>
                </a:lnTo>
                <a:lnTo>
                  <a:pt x="160665" y="90639"/>
                </a:lnTo>
                <a:lnTo>
                  <a:pt x="160723" y="91109"/>
                </a:lnTo>
                <a:lnTo>
                  <a:pt x="161041" y="90534"/>
                </a:lnTo>
                <a:close/>
              </a:path>
              <a:path w="184798" h="122684">
                <a:moveTo>
                  <a:pt x="183510" y="33744"/>
                </a:moveTo>
                <a:lnTo>
                  <a:pt x="182802" y="33229"/>
                </a:lnTo>
                <a:lnTo>
                  <a:pt x="180615" y="38574"/>
                </a:lnTo>
                <a:lnTo>
                  <a:pt x="183510" y="33744"/>
                </a:lnTo>
                <a:close/>
              </a:path>
              <a:path w="184798" h="122684">
                <a:moveTo>
                  <a:pt x="184105" y="30465"/>
                </a:moveTo>
                <a:lnTo>
                  <a:pt x="184041" y="29925"/>
                </a:lnTo>
                <a:lnTo>
                  <a:pt x="183931" y="30217"/>
                </a:lnTo>
                <a:lnTo>
                  <a:pt x="182845" y="33142"/>
                </a:lnTo>
                <a:lnTo>
                  <a:pt x="179949" y="37973"/>
                </a:lnTo>
                <a:lnTo>
                  <a:pt x="176962" y="42393"/>
                </a:lnTo>
                <a:lnTo>
                  <a:pt x="174017" y="48314"/>
                </a:lnTo>
                <a:lnTo>
                  <a:pt x="177599" y="43047"/>
                </a:lnTo>
                <a:lnTo>
                  <a:pt x="180600" y="38592"/>
                </a:lnTo>
                <a:lnTo>
                  <a:pt x="182802" y="33229"/>
                </a:lnTo>
                <a:lnTo>
                  <a:pt x="183510" y="33744"/>
                </a:lnTo>
                <a:lnTo>
                  <a:pt x="184105" y="30465"/>
                </a:lnTo>
                <a:close/>
              </a:path>
              <a:path w="184798" h="122684">
                <a:moveTo>
                  <a:pt x="182845" y="33142"/>
                </a:moveTo>
                <a:lnTo>
                  <a:pt x="183931" y="30217"/>
                </a:lnTo>
                <a:lnTo>
                  <a:pt x="182818" y="33186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76" name="object 1376"/>
          <p:cNvSpPr/>
          <p:nvPr/>
        </p:nvSpPr>
        <p:spPr>
          <a:xfrm>
            <a:off x="6666168" y="3047223"/>
            <a:ext cx="85492" cy="64074"/>
          </a:xfrm>
          <a:custGeom>
            <a:avLst/>
            <a:gdLst/>
            <a:ahLst/>
            <a:cxnLst/>
            <a:rect l="l" t="t" r="r" b="b"/>
            <a:pathLst>
              <a:path w="85492" h="64074">
                <a:moveTo>
                  <a:pt x="0" y="0"/>
                </a:moveTo>
                <a:lnTo>
                  <a:pt x="0" y="39281"/>
                </a:lnTo>
                <a:lnTo>
                  <a:pt x="85492" y="64074"/>
                </a:lnTo>
                <a:lnTo>
                  <a:pt x="85492" y="2034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77" name="object 1377"/>
          <p:cNvSpPr/>
          <p:nvPr/>
        </p:nvSpPr>
        <p:spPr>
          <a:xfrm>
            <a:off x="6673600" y="3058846"/>
            <a:ext cx="9000" cy="8597"/>
          </a:xfrm>
          <a:custGeom>
            <a:avLst/>
            <a:gdLst/>
            <a:ahLst/>
            <a:cxnLst/>
            <a:rect l="l" t="t" r="r" b="b"/>
            <a:pathLst>
              <a:path w="9000" h="8597">
                <a:moveTo>
                  <a:pt x="7784" y="6836"/>
                </a:moveTo>
                <a:lnTo>
                  <a:pt x="6366" y="5998"/>
                </a:lnTo>
                <a:lnTo>
                  <a:pt x="5055" y="5127"/>
                </a:lnTo>
                <a:lnTo>
                  <a:pt x="3858" y="4228"/>
                </a:lnTo>
                <a:lnTo>
                  <a:pt x="2772" y="3313"/>
                </a:lnTo>
                <a:lnTo>
                  <a:pt x="1820" y="2371"/>
                </a:lnTo>
                <a:lnTo>
                  <a:pt x="983" y="1421"/>
                </a:lnTo>
                <a:lnTo>
                  <a:pt x="620" y="941"/>
                </a:lnTo>
                <a:lnTo>
                  <a:pt x="290" y="462"/>
                </a:lnTo>
                <a:lnTo>
                  <a:pt x="0" y="0"/>
                </a:lnTo>
                <a:lnTo>
                  <a:pt x="2" y="1621"/>
                </a:lnTo>
                <a:lnTo>
                  <a:pt x="400" y="2144"/>
                </a:lnTo>
                <a:lnTo>
                  <a:pt x="1280" y="3147"/>
                </a:lnTo>
                <a:lnTo>
                  <a:pt x="2280" y="4133"/>
                </a:lnTo>
                <a:lnTo>
                  <a:pt x="3409" y="5083"/>
                </a:lnTo>
                <a:lnTo>
                  <a:pt x="4643" y="6007"/>
                </a:lnTo>
                <a:lnTo>
                  <a:pt x="5988" y="6905"/>
                </a:lnTo>
                <a:lnTo>
                  <a:pt x="7440" y="7760"/>
                </a:lnTo>
                <a:lnTo>
                  <a:pt x="9000" y="8597"/>
                </a:lnTo>
                <a:lnTo>
                  <a:pt x="7799" y="6844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78" name="object 1378"/>
          <p:cNvSpPr/>
          <p:nvPr/>
        </p:nvSpPr>
        <p:spPr>
          <a:xfrm>
            <a:off x="6672709" y="3056841"/>
            <a:ext cx="894" cy="3627"/>
          </a:xfrm>
          <a:custGeom>
            <a:avLst/>
            <a:gdLst/>
            <a:ahLst/>
            <a:cxnLst/>
            <a:rect l="l" t="t" r="r" b="b"/>
            <a:pathLst>
              <a:path w="894" h="3627">
                <a:moveTo>
                  <a:pt x="0" y="0"/>
                </a:moveTo>
                <a:lnTo>
                  <a:pt x="167" y="497"/>
                </a:lnTo>
                <a:lnTo>
                  <a:pt x="203" y="2572"/>
                </a:lnTo>
                <a:lnTo>
                  <a:pt x="537" y="3104"/>
                </a:lnTo>
                <a:lnTo>
                  <a:pt x="894" y="3627"/>
                </a:lnTo>
                <a:lnTo>
                  <a:pt x="875" y="1979"/>
                </a:lnTo>
                <a:lnTo>
                  <a:pt x="610" y="1491"/>
                </a:lnTo>
                <a:lnTo>
                  <a:pt x="372" y="994"/>
                </a:lnTo>
                <a:lnTo>
                  <a:pt x="180" y="531"/>
                </a:lnTo>
                <a:lnTo>
                  <a:pt x="0" y="0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79" name="object 1379"/>
          <p:cNvSpPr/>
          <p:nvPr/>
        </p:nvSpPr>
        <p:spPr>
          <a:xfrm>
            <a:off x="6672885" y="3057359"/>
            <a:ext cx="209" cy="502"/>
          </a:xfrm>
          <a:custGeom>
            <a:avLst/>
            <a:gdLst/>
            <a:ahLst/>
            <a:cxnLst/>
            <a:rect l="l" t="t" r="r" b="b"/>
            <a:pathLst>
              <a:path w="209" h="502">
                <a:moveTo>
                  <a:pt x="209" y="502"/>
                </a:moveTo>
                <a:lnTo>
                  <a:pt x="0" y="0"/>
                </a:lnTo>
                <a:lnTo>
                  <a:pt x="196" y="476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80" name="object 1380"/>
          <p:cNvSpPr/>
          <p:nvPr/>
        </p:nvSpPr>
        <p:spPr>
          <a:xfrm>
            <a:off x="6673585" y="3058820"/>
            <a:ext cx="318" cy="1647"/>
          </a:xfrm>
          <a:custGeom>
            <a:avLst/>
            <a:gdLst/>
            <a:ahLst/>
            <a:cxnLst/>
            <a:rect l="l" t="t" r="r" b="b"/>
            <a:pathLst>
              <a:path w="318" h="1647">
                <a:moveTo>
                  <a:pt x="15" y="26"/>
                </a:moveTo>
                <a:lnTo>
                  <a:pt x="318" y="505"/>
                </a:lnTo>
                <a:lnTo>
                  <a:pt x="9" y="15"/>
                </a:lnTo>
                <a:lnTo>
                  <a:pt x="18" y="1647"/>
                </a:lnTo>
                <a:lnTo>
                  <a:pt x="15" y="26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81" name="object 1381"/>
          <p:cNvSpPr/>
          <p:nvPr/>
        </p:nvSpPr>
        <p:spPr>
          <a:xfrm>
            <a:off x="6679967" y="3064845"/>
            <a:ext cx="49692" cy="11117"/>
          </a:xfrm>
          <a:custGeom>
            <a:avLst/>
            <a:gdLst/>
            <a:ahLst/>
            <a:cxnLst/>
            <a:rect l="l" t="t" r="r" b="b"/>
            <a:pathLst>
              <a:path w="49692" h="11117">
                <a:moveTo>
                  <a:pt x="0" y="0"/>
                </a:moveTo>
                <a:lnTo>
                  <a:pt x="1418" y="837"/>
                </a:lnTo>
                <a:lnTo>
                  <a:pt x="2634" y="2598"/>
                </a:lnTo>
                <a:lnTo>
                  <a:pt x="4287" y="3391"/>
                </a:lnTo>
                <a:lnTo>
                  <a:pt x="6036" y="4159"/>
                </a:lnTo>
                <a:lnTo>
                  <a:pt x="7879" y="4891"/>
                </a:lnTo>
                <a:lnTo>
                  <a:pt x="9812" y="5589"/>
                </a:lnTo>
                <a:lnTo>
                  <a:pt x="11829" y="6251"/>
                </a:lnTo>
                <a:lnTo>
                  <a:pt x="13925" y="6870"/>
                </a:lnTo>
                <a:lnTo>
                  <a:pt x="16094" y="7455"/>
                </a:lnTo>
                <a:lnTo>
                  <a:pt x="18342" y="8013"/>
                </a:lnTo>
                <a:lnTo>
                  <a:pt x="20660" y="8518"/>
                </a:lnTo>
                <a:lnTo>
                  <a:pt x="23047" y="8981"/>
                </a:lnTo>
                <a:lnTo>
                  <a:pt x="25491" y="9399"/>
                </a:lnTo>
                <a:lnTo>
                  <a:pt x="27993" y="9783"/>
                </a:lnTo>
                <a:lnTo>
                  <a:pt x="30554" y="10114"/>
                </a:lnTo>
                <a:lnTo>
                  <a:pt x="33168" y="10402"/>
                </a:lnTo>
                <a:lnTo>
                  <a:pt x="35824" y="10646"/>
                </a:lnTo>
                <a:lnTo>
                  <a:pt x="38528" y="10838"/>
                </a:lnTo>
                <a:lnTo>
                  <a:pt x="41268" y="10977"/>
                </a:lnTo>
                <a:lnTo>
                  <a:pt x="44043" y="11073"/>
                </a:lnTo>
                <a:lnTo>
                  <a:pt x="46853" y="11117"/>
                </a:lnTo>
                <a:lnTo>
                  <a:pt x="49692" y="11091"/>
                </a:lnTo>
                <a:lnTo>
                  <a:pt x="46867" y="10097"/>
                </a:lnTo>
                <a:lnTo>
                  <a:pt x="44064" y="10053"/>
                </a:lnTo>
                <a:lnTo>
                  <a:pt x="41296" y="9966"/>
                </a:lnTo>
                <a:lnTo>
                  <a:pt x="38570" y="9818"/>
                </a:lnTo>
                <a:lnTo>
                  <a:pt x="35880" y="9635"/>
                </a:lnTo>
                <a:lnTo>
                  <a:pt x="33235" y="9390"/>
                </a:lnTo>
                <a:lnTo>
                  <a:pt x="30635" y="9103"/>
                </a:lnTo>
                <a:lnTo>
                  <a:pt x="28088" y="8771"/>
                </a:lnTo>
                <a:lnTo>
                  <a:pt x="25600" y="8396"/>
                </a:lnTo>
                <a:lnTo>
                  <a:pt x="23169" y="7978"/>
                </a:lnTo>
                <a:lnTo>
                  <a:pt x="20798" y="7516"/>
                </a:lnTo>
                <a:lnTo>
                  <a:pt x="18496" y="7010"/>
                </a:lnTo>
                <a:lnTo>
                  <a:pt x="16264" y="6461"/>
                </a:lnTo>
                <a:lnTo>
                  <a:pt x="14111" y="5885"/>
                </a:lnTo>
                <a:lnTo>
                  <a:pt x="12033" y="5266"/>
                </a:lnTo>
                <a:lnTo>
                  <a:pt x="10035" y="4603"/>
                </a:lnTo>
                <a:lnTo>
                  <a:pt x="8123" y="3915"/>
                </a:lnTo>
                <a:lnTo>
                  <a:pt x="6302" y="3191"/>
                </a:lnTo>
                <a:lnTo>
                  <a:pt x="4578" y="2441"/>
                </a:lnTo>
                <a:lnTo>
                  <a:pt x="2949" y="1656"/>
                </a:lnTo>
                <a:lnTo>
                  <a:pt x="1419" y="837"/>
                </a:lnTo>
                <a:lnTo>
                  <a:pt x="0" y="0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82" name="object 1382"/>
          <p:cNvSpPr/>
          <p:nvPr/>
        </p:nvSpPr>
        <p:spPr>
          <a:xfrm>
            <a:off x="6724031" y="3074175"/>
            <a:ext cx="18773" cy="1761"/>
          </a:xfrm>
          <a:custGeom>
            <a:avLst/>
            <a:gdLst/>
            <a:ahLst/>
            <a:cxnLst/>
            <a:rect l="l" t="t" r="r" b="b"/>
            <a:pathLst>
              <a:path w="18773" h="1761">
                <a:moveTo>
                  <a:pt x="11000" y="1595"/>
                </a:moveTo>
                <a:lnTo>
                  <a:pt x="13485" y="1447"/>
                </a:lnTo>
                <a:lnTo>
                  <a:pt x="15934" y="1255"/>
                </a:lnTo>
                <a:lnTo>
                  <a:pt x="18370" y="1037"/>
                </a:lnTo>
                <a:lnTo>
                  <a:pt x="18603" y="1011"/>
                </a:lnTo>
                <a:lnTo>
                  <a:pt x="18773" y="776"/>
                </a:lnTo>
                <a:lnTo>
                  <a:pt x="18752" y="488"/>
                </a:lnTo>
                <a:lnTo>
                  <a:pt x="18738" y="209"/>
                </a:lnTo>
                <a:lnTo>
                  <a:pt x="18540" y="0"/>
                </a:lnTo>
                <a:lnTo>
                  <a:pt x="18313" y="26"/>
                </a:lnTo>
                <a:lnTo>
                  <a:pt x="15878" y="244"/>
                </a:lnTo>
                <a:lnTo>
                  <a:pt x="13443" y="435"/>
                </a:lnTo>
                <a:lnTo>
                  <a:pt x="10965" y="575"/>
                </a:lnTo>
                <a:lnTo>
                  <a:pt x="8466" y="680"/>
                </a:lnTo>
                <a:lnTo>
                  <a:pt x="5620" y="749"/>
                </a:lnTo>
                <a:lnTo>
                  <a:pt x="2801" y="767"/>
                </a:lnTo>
                <a:lnTo>
                  <a:pt x="0" y="723"/>
                </a:lnTo>
                <a:lnTo>
                  <a:pt x="2796" y="767"/>
                </a:lnTo>
                <a:lnTo>
                  <a:pt x="5627" y="1761"/>
                </a:lnTo>
                <a:lnTo>
                  <a:pt x="8487" y="1700"/>
                </a:lnTo>
                <a:lnTo>
                  <a:pt x="11000" y="1595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83" name="object 1383"/>
          <p:cNvSpPr/>
          <p:nvPr/>
        </p:nvSpPr>
        <p:spPr>
          <a:xfrm>
            <a:off x="6671719" y="3055934"/>
            <a:ext cx="1192" cy="3479"/>
          </a:xfrm>
          <a:custGeom>
            <a:avLst/>
            <a:gdLst/>
            <a:ahLst/>
            <a:cxnLst/>
            <a:rect l="l" t="t" r="r" b="b"/>
            <a:pathLst>
              <a:path w="1192" h="3479">
                <a:moveTo>
                  <a:pt x="214" y="1264"/>
                </a:moveTo>
                <a:lnTo>
                  <a:pt x="406" y="1831"/>
                </a:lnTo>
                <a:lnTo>
                  <a:pt x="637" y="2389"/>
                </a:lnTo>
                <a:lnTo>
                  <a:pt x="899" y="2938"/>
                </a:lnTo>
                <a:lnTo>
                  <a:pt x="1192" y="3479"/>
                </a:lnTo>
                <a:lnTo>
                  <a:pt x="1156" y="1403"/>
                </a:lnTo>
                <a:lnTo>
                  <a:pt x="1000" y="950"/>
                </a:lnTo>
                <a:lnTo>
                  <a:pt x="857" y="409"/>
                </a:lnTo>
                <a:lnTo>
                  <a:pt x="786" y="148"/>
                </a:lnTo>
                <a:lnTo>
                  <a:pt x="552" y="0"/>
                </a:lnTo>
                <a:lnTo>
                  <a:pt x="335" y="87"/>
                </a:lnTo>
                <a:lnTo>
                  <a:pt x="118" y="174"/>
                </a:lnTo>
                <a:lnTo>
                  <a:pt x="0" y="462"/>
                </a:lnTo>
                <a:lnTo>
                  <a:pt x="70" y="732"/>
                </a:lnTo>
                <a:lnTo>
                  <a:pt x="214" y="1264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84" name="object 1384"/>
          <p:cNvSpPr/>
          <p:nvPr/>
        </p:nvSpPr>
        <p:spPr>
          <a:xfrm>
            <a:off x="6675127" y="3065220"/>
            <a:ext cx="55317" cy="15442"/>
          </a:xfrm>
          <a:custGeom>
            <a:avLst/>
            <a:gdLst/>
            <a:ahLst/>
            <a:cxnLst/>
            <a:rect l="l" t="t" r="r" b="b"/>
            <a:pathLst>
              <a:path w="55317" h="15442">
                <a:moveTo>
                  <a:pt x="13635" y="8388"/>
                </a:moveTo>
                <a:lnTo>
                  <a:pt x="11804" y="7673"/>
                </a:lnTo>
                <a:lnTo>
                  <a:pt x="10063" y="6923"/>
                </a:lnTo>
                <a:lnTo>
                  <a:pt x="8419" y="6147"/>
                </a:lnTo>
                <a:lnTo>
                  <a:pt x="6882" y="5348"/>
                </a:lnTo>
                <a:lnTo>
                  <a:pt x="5442" y="4507"/>
                </a:lnTo>
                <a:lnTo>
                  <a:pt x="4116" y="3636"/>
                </a:lnTo>
                <a:lnTo>
                  <a:pt x="2901" y="2755"/>
                </a:lnTo>
                <a:lnTo>
                  <a:pt x="1806" y="1848"/>
                </a:lnTo>
                <a:lnTo>
                  <a:pt x="830" y="924"/>
                </a:lnTo>
                <a:lnTo>
                  <a:pt x="0" y="0"/>
                </a:lnTo>
                <a:lnTo>
                  <a:pt x="299" y="1700"/>
                </a:lnTo>
                <a:lnTo>
                  <a:pt x="1322" y="2676"/>
                </a:lnTo>
                <a:lnTo>
                  <a:pt x="2459" y="3618"/>
                </a:lnTo>
                <a:lnTo>
                  <a:pt x="3710" y="4525"/>
                </a:lnTo>
                <a:lnTo>
                  <a:pt x="5071" y="5414"/>
                </a:lnTo>
                <a:lnTo>
                  <a:pt x="6537" y="6269"/>
                </a:lnTo>
                <a:lnTo>
                  <a:pt x="8108" y="7088"/>
                </a:lnTo>
                <a:lnTo>
                  <a:pt x="9778" y="7882"/>
                </a:lnTo>
                <a:lnTo>
                  <a:pt x="11542" y="8640"/>
                </a:lnTo>
                <a:lnTo>
                  <a:pt x="13395" y="9364"/>
                </a:lnTo>
                <a:lnTo>
                  <a:pt x="15339" y="10044"/>
                </a:lnTo>
                <a:lnTo>
                  <a:pt x="17367" y="10698"/>
                </a:lnTo>
                <a:lnTo>
                  <a:pt x="19478" y="11309"/>
                </a:lnTo>
                <a:lnTo>
                  <a:pt x="21658" y="11893"/>
                </a:lnTo>
                <a:lnTo>
                  <a:pt x="23918" y="12425"/>
                </a:lnTo>
                <a:lnTo>
                  <a:pt x="26245" y="12930"/>
                </a:lnTo>
                <a:lnTo>
                  <a:pt x="28637" y="13384"/>
                </a:lnTo>
                <a:lnTo>
                  <a:pt x="31086" y="13794"/>
                </a:lnTo>
                <a:lnTo>
                  <a:pt x="33599" y="14169"/>
                </a:lnTo>
                <a:lnTo>
                  <a:pt x="36166" y="14491"/>
                </a:lnTo>
                <a:lnTo>
                  <a:pt x="38778" y="14770"/>
                </a:lnTo>
                <a:lnTo>
                  <a:pt x="41442" y="14997"/>
                </a:lnTo>
                <a:lnTo>
                  <a:pt x="44147" y="15189"/>
                </a:lnTo>
                <a:lnTo>
                  <a:pt x="46886" y="15320"/>
                </a:lnTo>
                <a:lnTo>
                  <a:pt x="49668" y="15407"/>
                </a:lnTo>
                <a:lnTo>
                  <a:pt x="52479" y="15442"/>
                </a:lnTo>
                <a:lnTo>
                  <a:pt x="55317" y="15416"/>
                </a:lnTo>
                <a:lnTo>
                  <a:pt x="52493" y="14422"/>
                </a:lnTo>
                <a:lnTo>
                  <a:pt x="49682" y="14387"/>
                </a:lnTo>
                <a:lnTo>
                  <a:pt x="46915" y="14308"/>
                </a:lnTo>
                <a:lnTo>
                  <a:pt x="44189" y="14177"/>
                </a:lnTo>
                <a:lnTo>
                  <a:pt x="41492" y="13986"/>
                </a:lnTo>
                <a:lnTo>
                  <a:pt x="38843" y="13759"/>
                </a:lnTo>
                <a:lnTo>
                  <a:pt x="36244" y="13480"/>
                </a:lnTo>
                <a:lnTo>
                  <a:pt x="33690" y="13157"/>
                </a:lnTo>
                <a:lnTo>
                  <a:pt x="31192" y="12782"/>
                </a:lnTo>
                <a:lnTo>
                  <a:pt x="28757" y="12372"/>
                </a:lnTo>
                <a:lnTo>
                  <a:pt x="26380" y="11928"/>
                </a:lnTo>
                <a:lnTo>
                  <a:pt x="24067" y="11431"/>
                </a:lnTo>
                <a:lnTo>
                  <a:pt x="21824" y="10890"/>
                </a:lnTo>
                <a:lnTo>
                  <a:pt x="19661" y="10323"/>
                </a:lnTo>
                <a:lnTo>
                  <a:pt x="17567" y="9704"/>
                </a:lnTo>
                <a:lnTo>
                  <a:pt x="15558" y="9068"/>
                </a:lnTo>
                <a:lnTo>
                  <a:pt x="13635" y="8388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85" name="object 1385"/>
          <p:cNvSpPr/>
          <p:nvPr/>
        </p:nvSpPr>
        <p:spPr>
          <a:xfrm>
            <a:off x="6672168" y="3060886"/>
            <a:ext cx="1248" cy="3470"/>
          </a:xfrm>
          <a:custGeom>
            <a:avLst/>
            <a:gdLst/>
            <a:ahLst/>
            <a:cxnLst/>
            <a:rect l="l" t="t" r="r" b="b"/>
            <a:pathLst>
              <a:path w="1248" h="3470">
                <a:moveTo>
                  <a:pt x="230" y="1273"/>
                </a:moveTo>
                <a:lnTo>
                  <a:pt x="433" y="1839"/>
                </a:lnTo>
                <a:lnTo>
                  <a:pt x="668" y="2389"/>
                </a:lnTo>
                <a:lnTo>
                  <a:pt x="942" y="2938"/>
                </a:lnTo>
                <a:lnTo>
                  <a:pt x="1248" y="3470"/>
                </a:lnTo>
                <a:lnTo>
                  <a:pt x="1178" y="1395"/>
                </a:lnTo>
                <a:lnTo>
                  <a:pt x="998" y="898"/>
                </a:lnTo>
                <a:lnTo>
                  <a:pt x="856" y="401"/>
                </a:lnTo>
                <a:lnTo>
                  <a:pt x="780" y="139"/>
                </a:lnTo>
                <a:lnTo>
                  <a:pt x="542" y="0"/>
                </a:lnTo>
                <a:lnTo>
                  <a:pt x="327" y="95"/>
                </a:lnTo>
                <a:lnTo>
                  <a:pt x="112" y="191"/>
                </a:lnTo>
                <a:lnTo>
                  <a:pt x="0" y="479"/>
                </a:lnTo>
                <a:lnTo>
                  <a:pt x="77" y="749"/>
                </a:lnTo>
                <a:lnTo>
                  <a:pt x="230" y="1273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86" name="object 1386"/>
          <p:cNvSpPr/>
          <p:nvPr/>
        </p:nvSpPr>
        <p:spPr>
          <a:xfrm>
            <a:off x="6673755" y="3063258"/>
            <a:ext cx="375" cy="2153"/>
          </a:xfrm>
          <a:custGeom>
            <a:avLst/>
            <a:gdLst/>
            <a:ahLst/>
            <a:cxnLst/>
            <a:rect l="l" t="t" r="r" b="b"/>
            <a:pathLst>
              <a:path w="375" h="2153">
                <a:moveTo>
                  <a:pt x="47" y="0"/>
                </a:moveTo>
                <a:lnTo>
                  <a:pt x="0" y="1621"/>
                </a:lnTo>
                <a:lnTo>
                  <a:pt x="375" y="2153"/>
                </a:lnTo>
                <a:lnTo>
                  <a:pt x="60" y="26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87" name="object 1387"/>
          <p:cNvSpPr/>
          <p:nvPr/>
        </p:nvSpPr>
        <p:spPr>
          <a:xfrm>
            <a:off x="6673555" y="3062770"/>
            <a:ext cx="248" cy="491"/>
          </a:xfrm>
          <a:custGeom>
            <a:avLst/>
            <a:gdLst/>
            <a:ahLst/>
            <a:cxnLst/>
            <a:rect l="l" t="t" r="r" b="b"/>
            <a:pathLst>
              <a:path w="248" h="491">
                <a:moveTo>
                  <a:pt x="14" y="34"/>
                </a:moveTo>
                <a:lnTo>
                  <a:pt x="248" y="491"/>
                </a:lnTo>
                <a:lnTo>
                  <a:pt x="0" y="0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88" name="object 1388"/>
          <p:cNvSpPr/>
          <p:nvPr/>
        </p:nvSpPr>
        <p:spPr>
          <a:xfrm>
            <a:off x="6673347" y="3062282"/>
            <a:ext cx="2634" cy="4638"/>
          </a:xfrm>
          <a:custGeom>
            <a:avLst/>
            <a:gdLst/>
            <a:ahLst/>
            <a:cxnLst/>
            <a:rect l="l" t="t" r="r" b="b"/>
            <a:pathLst>
              <a:path w="2634" h="4638">
                <a:moveTo>
                  <a:pt x="1779" y="2938"/>
                </a:moveTo>
                <a:lnTo>
                  <a:pt x="2634" y="3880"/>
                </a:lnTo>
                <a:lnTo>
                  <a:pt x="1760" y="2913"/>
                </a:lnTo>
                <a:lnTo>
                  <a:pt x="1392" y="2441"/>
                </a:lnTo>
                <a:lnTo>
                  <a:pt x="1042" y="1953"/>
                </a:lnTo>
                <a:lnTo>
                  <a:pt x="733" y="1464"/>
                </a:lnTo>
                <a:lnTo>
                  <a:pt x="457" y="979"/>
                </a:lnTo>
                <a:lnTo>
                  <a:pt x="222" y="523"/>
                </a:lnTo>
                <a:lnTo>
                  <a:pt x="7" y="17"/>
                </a:lnTo>
                <a:lnTo>
                  <a:pt x="70" y="2075"/>
                </a:lnTo>
                <a:lnTo>
                  <a:pt x="10" y="26"/>
                </a:lnTo>
                <a:lnTo>
                  <a:pt x="70" y="2075"/>
                </a:lnTo>
                <a:lnTo>
                  <a:pt x="407" y="2598"/>
                </a:lnTo>
                <a:lnTo>
                  <a:pt x="455" y="976"/>
                </a:lnTo>
                <a:lnTo>
                  <a:pt x="782" y="3130"/>
                </a:lnTo>
                <a:lnTo>
                  <a:pt x="1182" y="3636"/>
                </a:lnTo>
                <a:lnTo>
                  <a:pt x="2079" y="4638"/>
                </a:lnTo>
                <a:lnTo>
                  <a:pt x="1779" y="2938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89" name="object 1389"/>
          <p:cNvSpPr/>
          <p:nvPr/>
        </p:nvSpPr>
        <p:spPr>
          <a:xfrm>
            <a:off x="6724810" y="3078883"/>
            <a:ext cx="18405" cy="1752"/>
          </a:xfrm>
          <a:custGeom>
            <a:avLst/>
            <a:gdLst/>
            <a:ahLst/>
            <a:cxnLst/>
            <a:rect l="l" t="t" r="r" b="b"/>
            <a:pathLst>
              <a:path w="18405" h="1752">
                <a:moveTo>
                  <a:pt x="0" y="723"/>
                </a:moveTo>
                <a:lnTo>
                  <a:pt x="2803" y="758"/>
                </a:lnTo>
                <a:lnTo>
                  <a:pt x="5634" y="1752"/>
                </a:lnTo>
                <a:lnTo>
                  <a:pt x="8494" y="1682"/>
                </a:lnTo>
                <a:lnTo>
                  <a:pt x="13294" y="1438"/>
                </a:lnTo>
                <a:lnTo>
                  <a:pt x="18009" y="1037"/>
                </a:lnTo>
                <a:lnTo>
                  <a:pt x="18235" y="1020"/>
                </a:lnTo>
                <a:lnTo>
                  <a:pt x="18405" y="776"/>
                </a:lnTo>
                <a:lnTo>
                  <a:pt x="18391" y="497"/>
                </a:lnTo>
                <a:lnTo>
                  <a:pt x="18377" y="217"/>
                </a:lnTo>
                <a:lnTo>
                  <a:pt x="18179" y="0"/>
                </a:lnTo>
                <a:lnTo>
                  <a:pt x="17945" y="26"/>
                </a:lnTo>
                <a:lnTo>
                  <a:pt x="13251" y="418"/>
                </a:lnTo>
                <a:lnTo>
                  <a:pt x="8473" y="662"/>
                </a:lnTo>
                <a:lnTo>
                  <a:pt x="5627" y="732"/>
                </a:lnTo>
                <a:lnTo>
                  <a:pt x="2807" y="758"/>
                </a:lnTo>
                <a:lnTo>
                  <a:pt x="0" y="723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90" name="object 1390"/>
          <p:cNvSpPr/>
          <p:nvPr/>
        </p:nvSpPr>
        <p:spPr>
          <a:xfrm>
            <a:off x="6673374" y="3067260"/>
            <a:ext cx="4886" cy="7002"/>
          </a:xfrm>
          <a:custGeom>
            <a:avLst/>
            <a:gdLst/>
            <a:ahLst/>
            <a:cxnLst/>
            <a:rect l="l" t="t" r="r" b="b"/>
            <a:pathLst>
              <a:path w="4886" h="7002">
                <a:moveTo>
                  <a:pt x="4148" y="5232"/>
                </a:moveTo>
                <a:lnTo>
                  <a:pt x="3686" y="6078"/>
                </a:lnTo>
                <a:lnTo>
                  <a:pt x="4886" y="7002"/>
                </a:lnTo>
                <a:lnTo>
                  <a:pt x="4169" y="5249"/>
                </a:lnTo>
                <a:lnTo>
                  <a:pt x="3107" y="4316"/>
                </a:lnTo>
                <a:lnTo>
                  <a:pt x="2191" y="3375"/>
                </a:lnTo>
                <a:lnTo>
                  <a:pt x="1785" y="2904"/>
                </a:lnTo>
                <a:lnTo>
                  <a:pt x="1405" y="2424"/>
                </a:lnTo>
                <a:lnTo>
                  <a:pt x="1056" y="1945"/>
                </a:lnTo>
                <a:lnTo>
                  <a:pt x="741" y="1465"/>
                </a:lnTo>
                <a:lnTo>
                  <a:pt x="458" y="977"/>
                </a:lnTo>
                <a:lnTo>
                  <a:pt x="225" y="515"/>
                </a:lnTo>
                <a:lnTo>
                  <a:pt x="0" y="0"/>
                </a:lnTo>
                <a:lnTo>
                  <a:pt x="213" y="488"/>
                </a:lnTo>
                <a:lnTo>
                  <a:pt x="424" y="2598"/>
                </a:lnTo>
                <a:lnTo>
                  <a:pt x="799" y="3122"/>
                </a:lnTo>
                <a:lnTo>
                  <a:pt x="1204" y="3636"/>
                </a:lnTo>
                <a:lnTo>
                  <a:pt x="1643" y="4142"/>
                </a:lnTo>
                <a:lnTo>
                  <a:pt x="2601" y="5118"/>
                </a:lnTo>
                <a:lnTo>
                  <a:pt x="3686" y="6078"/>
                </a:lnTo>
                <a:lnTo>
                  <a:pt x="4148" y="5232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91" name="object 1391"/>
          <p:cNvSpPr/>
          <p:nvPr/>
        </p:nvSpPr>
        <p:spPr>
          <a:xfrm>
            <a:off x="6672068" y="3065342"/>
            <a:ext cx="1730" cy="4516"/>
          </a:xfrm>
          <a:custGeom>
            <a:avLst/>
            <a:gdLst/>
            <a:ahLst/>
            <a:cxnLst/>
            <a:rect l="l" t="t" r="r" b="b"/>
            <a:pathLst>
              <a:path w="1730" h="4516">
                <a:moveTo>
                  <a:pt x="184" y="1238"/>
                </a:moveTo>
                <a:lnTo>
                  <a:pt x="353" y="1804"/>
                </a:lnTo>
                <a:lnTo>
                  <a:pt x="561" y="2362"/>
                </a:lnTo>
                <a:lnTo>
                  <a:pt x="802" y="2912"/>
                </a:lnTo>
                <a:lnTo>
                  <a:pt x="1074" y="3452"/>
                </a:lnTo>
                <a:lnTo>
                  <a:pt x="1118" y="1412"/>
                </a:lnTo>
                <a:lnTo>
                  <a:pt x="1301" y="1909"/>
                </a:lnTo>
                <a:lnTo>
                  <a:pt x="1387" y="3993"/>
                </a:lnTo>
                <a:lnTo>
                  <a:pt x="1730" y="4516"/>
                </a:lnTo>
                <a:lnTo>
                  <a:pt x="1518" y="2406"/>
                </a:lnTo>
                <a:lnTo>
                  <a:pt x="1315" y="1944"/>
                </a:lnTo>
                <a:lnTo>
                  <a:pt x="1122" y="1423"/>
                </a:lnTo>
                <a:lnTo>
                  <a:pt x="981" y="967"/>
                </a:lnTo>
                <a:lnTo>
                  <a:pt x="859" y="427"/>
                </a:lnTo>
                <a:lnTo>
                  <a:pt x="797" y="156"/>
                </a:lnTo>
                <a:lnTo>
                  <a:pt x="569" y="0"/>
                </a:lnTo>
                <a:lnTo>
                  <a:pt x="348" y="78"/>
                </a:lnTo>
                <a:lnTo>
                  <a:pt x="128" y="148"/>
                </a:lnTo>
                <a:lnTo>
                  <a:pt x="0" y="435"/>
                </a:lnTo>
                <a:lnTo>
                  <a:pt x="61" y="706"/>
                </a:lnTo>
                <a:lnTo>
                  <a:pt x="184" y="1238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92" name="object 1392"/>
          <p:cNvSpPr/>
          <p:nvPr/>
        </p:nvSpPr>
        <p:spPr>
          <a:xfrm>
            <a:off x="6729213" y="3084542"/>
            <a:ext cx="2859" cy="52"/>
          </a:xfrm>
          <a:custGeom>
            <a:avLst/>
            <a:gdLst/>
            <a:ahLst/>
            <a:cxnLst/>
            <a:rect l="l" t="t" r="r" b="b"/>
            <a:pathLst>
              <a:path w="2859" h="52">
                <a:moveTo>
                  <a:pt x="7" y="52"/>
                </a:moveTo>
                <a:lnTo>
                  <a:pt x="2859" y="0"/>
                </a:lnTo>
                <a:lnTo>
                  <a:pt x="0" y="52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93" name="object 1393"/>
          <p:cNvSpPr/>
          <p:nvPr/>
        </p:nvSpPr>
        <p:spPr>
          <a:xfrm>
            <a:off x="6677534" y="3072501"/>
            <a:ext cx="65957" cy="13113"/>
          </a:xfrm>
          <a:custGeom>
            <a:avLst/>
            <a:gdLst/>
            <a:ahLst/>
            <a:cxnLst/>
            <a:rect l="l" t="t" r="r" b="b"/>
            <a:pathLst>
              <a:path w="65957" h="13113">
                <a:moveTo>
                  <a:pt x="3812" y="2615"/>
                </a:moveTo>
                <a:lnTo>
                  <a:pt x="2427" y="1760"/>
                </a:lnTo>
                <a:lnTo>
                  <a:pt x="1147" y="888"/>
                </a:lnTo>
                <a:lnTo>
                  <a:pt x="0" y="0"/>
                </a:lnTo>
                <a:lnTo>
                  <a:pt x="726" y="1760"/>
                </a:lnTo>
                <a:lnTo>
                  <a:pt x="2040" y="2658"/>
                </a:lnTo>
                <a:lnTo>
                  <a:pt x="3458" y="3530"/>
                </a:lnTo>
                <a:lnTo>
                  <a:pt x="4983" y="4367"/>
                </a:lnTo>
                <a:lnTo>
                  <a:pt x="6605" y="5170"/>
                </a:lnTo>
                <a:lnTo>
                  <a:pt x="8321" y="5946"/>
                </a:lnTo>
                <a:lnTo>
                  <a:pt x="10134" y="6687"/>
                </a:lnTo>
                <a:lnTo>
                  <a:pt x="12039" y="7402"/>
                </a:lnTo>
                <a:lnTo>
                  <a:pt x="14030" y="8064"/>
                </a:lnTo>
                <a:lnTo>
                  <a:pt x="16100" y="8701"/>
                </a:lnTo>
                <a:lnTo>
                  <a:pt x="18248" y="9294"/>
                </a:lnTo>
                <a:lnTo>
                  <a:pt x="20476" y="9852"/>
                </a:lnTo>
                <a:lnTo>
                  <a:pt x="22772" y="10375"/>
                </a:lnTo>
                <a:lnTo>
                  <a:pt x="25132" y="10855"/>
                </a:lnTo>
                <a:lnTo>
                  <a:pt x="27560" y="11282"/>
                </a:lnTo>
                <a:lnTo>
                  <a:pt x="30052" y="11683"/>
                </a:lnTo>
                <a:lnTo>
                  <a:pt x="32597" y="12023"/>
                </a:lnTo>
                <a:lnTo>
                  <a:pt x="35195" y="12328"/>
                </a:lnTo>
                <a:lnTo>
                  <a:pt x="37840" y="12581"/>
                </a:lnTo>
                <a:lnTo>
                  <a:pt x="40536" y="12790"/>
                </a:lnTo>
                <a:lnTo>
                  <a:pt x="43268" y="12947"/>
                </a:lnTo>
                <a:lnTo>
                  <a:pt x="46043" y="13052"/>
                </a:lnTo>
                <a:lnTo>
                  <a:pt x="48847" y="13113"/>
                </a:lnTo>
                <a:lnTo>
                  <a:pt x="48854" y="12093"/>
                </a:lnTo>
                <a:lnTo>
                  <a:pt x="48847" y="13113"/>
                </a:lnTo>
                <a:lnTo>
                  <a:pt x="51692" y="13113"/>
                </a:lnTo>
                <a:lnTo>
                  <a:pt x="54552" y="13061"/>
                </a:lnTo>
                <a:lnTo>
                  <a:pt x="57356" y="12956"/>
                </a:lnTo>
                <a:lnTo>
                  <a:pt x="60116" y="12799"/>
                </a:lnTo>
                <a:lnTo>
                  <a:pt x="62849" y="12599"/>
                </a:lnTo>
                <a:lnTo>
                  <a:pt x="65560" y="12346"/>
                </a:lnTo>
                <a:lnTo>
                  <a:pt x="65787" y="12320"/>
                </a:lnTo>
                <a:lnTo>
                  <a:pt x="65957" y="12075"/>
                </a:lnTo>
                <a:lnTo>
                  <a:pt x="65942" y="11796"/>
                </a:lnTo>
                <a:lnTo>
                  <a:pt x="65921" y="11517"/>
                </a:lnTo>
                <a:lnTo>
                  <a:pt x="65723" y="11308"/>
                </a:lnTo>
                <a:lnTo>
                  <a:pt x="65496" y="11326"/>
                </a:lnTo>
                <a:lnTo>
                  <a:pt x="62792" y="11587"/>
                </a:lnTo>
                <a:lnTo>
                  <a:pt x="60074" y="11788"/>
                </a:lnTo>
                <a:lnTo>
                  <a:pt x="57334" y="11945"/>
                </a:lnTo>
                <a:lnTo>
                  <a:pt x="54531" y="12041"/>
                </a:lnTo>
                <a:lnTo>
                  <a:pt x="51685" y="12093"/>
                </a:lnTo>
                <a:lnTo>
                  <a:pt x="48861" y="12093"/>
                </a:lnTo>
                <a:lnTo>
                  <a:pt x="46057" y="12032"/>
                </a:lnTo>
                <a:lnTo>
                  <a:pt x="43304" y="11927"/>
                </a:lnTo>
                <a:lnTo>
                  <a:pt x="40578" y="11770"/>
                </a:lnTo>
                <a:lnTo>
                  <a:pt x="37895" y="11570"/>
                </a:lnTo>
                <a:lnTo>
                  <a:pt x="35266" y="11317"/>
                </a:lnTo>
                <a:lnTo>
                  <a:pt x="32681" y="11012"/>
                </a:lnTo>
                <a:lnTo>
                  <a:pt x="30151" y="10672"/>
                </a:lnTo>
                <a:lnTo>
                  <a:pt x="27673" y="10279"/>
                </a:lnTo>
                <a:lnTo>
                  <a:pt x="25258" y="9852"/>
                </a:lnTo>
                <a:lnTo>
                  <a:pt x="22914" y="9372"/>
                </a:lnTo>
                <a:lnTo>
                  <a:pt x="20634" y="8858"/>
                </a:lnTo>
                <a:lnTo>
                  <a:pt x="18422" y="8300"/>
                </a:lnTo>
                <a:lnTo>
                  <a:pt x="16291" y="7707"/>
                </a:lnTo>
                <a:lnTo>
                  <a:pt x="14239" y="7088"/>
                </a:lnTo>
                <a:lnTo>
                  <a:pt x="12269" y="6416"/>
                </a:lnTo>
                <a:lnTo>
                  <a:pt x="10384" y="5719"/>
                </a:lnTo>
                <a:lnTo>
                  <a:pt x="8594" y="4986"/>
                </a:lnTo>
                <a:lnTo>
                  <a:pt x="6903" y="4228"/>
                </a:lnTo>
                <a:lnTo>
                  <a:pt x="5306" y="3434"/>
                </a:lnTo>
                <a:lnTo>
                  <a:pt x="3812" y="2615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94" name="object 1394"/>
          <p:cNvSpPr/>
          <p:nvPr/>
        </p:nvSpPr>
        <p:spPr>
          <a:xfrm>
            <a:off x="6673143" y="3066755"/>
            <a:ext cx="312" cy="2580"/>
          </a:xfrm>
          <a:custGeom>
            <a:avLst/>
            <a:gdLst/>
            <a:ahLst/>
            <a:cxnLst/>
            <a:rect l="l" t="t" r="r" b="b"/>
            <a:pathLst>
              <a:path w="312" h="2580">
                <a:moveTo>
                  <a:pt x="227" y="497"/>
                </a:moveTo>
                <a:lnTo>
                  <a:pt x="55" y="34"/>
                </a:lnTo>
                <a:lnTo>
                  <a:pt x="0" y="2040"/>
                </a:lnTo>
                <a:lnTo>
                  <a:pt x="312" y="2580"/>
                </a:lnTo>
                <a:lnTo>
                  <a:pt x="227" y="497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95" name="object 1395"/>
          <p:cNvSpPr/>
          <p:nvPr/>
        </p:nvSpPr>
        <p:spPr>
          <a:xfrm>
            <a:off x="6673039" y="3066266"/>
            <a:ext cx="151" cy="499"/>
          </a:xfrm>
          <a:custGeom>
            <a:avLst/>
            <a:gdLst/>
            <a:ahLst/>
            <a:cxnLst/>
            <a:rect l="l" t="t" r="r" b="b"/>
            <a:pathLst>
              <a:path w="151" h="499">
                <a:moveTo>
                  <a:pt x="10" y="43"/>
                </a:moveTo>
                <a:lnTo>
                  <a:pt x="151" y="499"/>
                </a:lnTo>
                <a:lnTo>
                  <a:pt x="3" y="10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96" name="object 1396"/>
          <p:cNvSpPr/>
          <p:nvPr/>
        </p:nvSpPr>
        <p:spPr>
          <a:xfrm>
            <a:off x="6673591" y="3067757"/>
            <a:ext cx="256" cy="505"/>
          </a:xfrm>
          <a:custGeom>
            <a:avLst/>
            <a:gdLst/>
            <a:ahLst/>
            <a:cxnLst/>
            <a:rect l="l" t="t" r="r" b="b"/>
            <a:pathLst>
              <a:path w="256" h="505">
                <a:moveTo>
                  <a:pt x="256" y="505"/>
                </a:moveTo>
                <a:lnTo>
                  <a:pt x="0" y="0"/>
                </a:lnTo>
                <a:lnTo>
                  <a:pt x="240" y="479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97" name="object 1397"/>
          <p:cNvSpPr/>
          <p:nvPr/>
        </p:nvSpPr>
        <p:spPr>
          <a:xfrm>
            <a:off x="6677776" y="3077447"/>
            <a:ext cx="54360" cy="13112"/>
          </a:xfrm>
          <a:custGeom>
            <a:avLst/>
            <a:gdLst/>
            <a:ahLst/>
            <a:cxnLst/>
            <a:rect l="l" t="t" r="r" b="b"/>
            <a:pathLst>
              <a:path w="54360" h="13112">
                <a:moveTo>
                  <a:pt x="18324" y="8298"/>
                </a:moveTo>
                <a:lnTo>
                  <a:pt x="16198" y="7706"/>
                </a:lnTo>
                <a:lnTo>
                  <a:pt x="14153" y="7069"/>
                </a:lnTo>
                <a:lnTo>
                  <a:pt x="12192" y="6406"/>
                </a:lnTo>
                <a:lnTo>
                  <a:pt x="10317" y="5709"/>
                </a:lnTo>
                <a:lnTo>
                  <a:pt x="8539" y="4985"/>
                </a:lnTo>
                <a:lnTo>
                  <a:pt x="6853" y="4218"/>
                </a:lnTo>
                <a:lnTo>
                  <a:pt x="5267" y="3424"/>
                </a:lnTo>
                <a:lnTo>
                  <a:pt x="3777" y="2605"/>
                </a:lnTo>
                <a:lnTo>
                  <a:pt x="2403" y="1759"/>
                </a:lnTo>
                <a:lnTo>
                  <a:pt x="1135" y="887"/>
                </a:lnTo>
                <a:lnTo>
                  <a:pt x="0" y="0"/>
                </a:lnTo>
                <a:lnTo>
                  <a:pt x="711" y="1759"/>
                </a:lnTo>
                <a:lnTo>
                  <a:pt x="2015" y="2657"/>
                </a:lnTo>
                <a:lnTo>
                  <a:pt x="3423" y="3529"/>
                </a:lnTo>
                <a:lnTo>
                  <a:pt x="4942" y="4357"/>
                </a:lnTo>
                <a:lnTo>
                  <a:pt x="6553" y="5168"/>
                </a:lnTo>
                <a:lnTo>
                  <a:pt x="8265" y="5944"/>
                </a:lnTo>
                <a:lnTo>
                  <a:pt x="10067" y="6677"/>
                </a:lnTo>
                <a:lnTo>
                  <a:pt x="11962" y="7383"/>
                </a:lnTo>
                <a:lnTo>
                  <a:pt x="13942" y="8054"/>
                </a:lnTo>
                <a:lnTo>
                  <a:pt x="16006" y="8691"/>
                </a:lnTo>
                <a:lnTo>
                  <a:pt x="18149" y="9293"/>
                </a:lnTo>
                <a:lnTo>
                  <a:pt x="20367" y="9851"/>
                </a:lnTo>
                <a:lnTo>
                  <a:pt x="22652" y="10365"/>
                </a:lnTo>
                <a:lnTo>
                  <a:pt x="25013" y="10836"/>
                </a:lnTo>
                <a:lnTo>
                  <a:pt x="27435" y="11281"/>
                </a:lnTo>
                <a:lnTo>
                  <a:pt x="29916" y="11673"/>
                </a:lnTo>
                <a:lnTo>
                  <a:pt x="32456" y="12022"/>
                </a:lnTo>
                <a:lnTo>
                  <a:pt x="35049" y="12318"/>
                </a:lnTo>
                <a:lnTo>
                  <a:pt x="37689" y="12580"/>
                </a:lnTo>
                <a:lnTo>
                  <a:pt x="40379" y="12789"/>
                </a:lnTo>
                <a:lnTo>
                  <a:pt x="43104" y="12946"/>
                </a:lnTo>
                <a:lnTo>
                  <a:pt x="45872" y="13051"/>
                </a:lnTo>
                <a:lnTo>
                  <a:pt x="48676" y="13112"/>
                </a:lnTo>
                <a:lnTo>
                  <a:pt x="51521" y="13112"/>
                </a:lnTo>
                <a:lnTo>
                  <a:pt x="51514" y="12100"/>
                </a:lnTo>
                <a:lnTo>
                  <a:pt x="54360" y="12048"/>
                </a:lnTo>
                <a:lnTo>
                  <a:pt x="51508" y="12100"/>
                </a:lnTo>
                <a:lnTo>
                  <a:pt x="48683" y="12091"/>
                </a:lnTo>
                <a:lnTo>
                  <a:pt x="45894" y="12030"/>
                </a:lnTo>
                <a:lnTo>
                  <a:pt x="43140" y="11926"/>
                </a:lnTo>
                <a:lnTo>
                  <a:pt x="40422" y="11769"/>
                </a:lnTo>
                <a:lnTo>
                  <a:pt x="37746" y="11560"/>
                </a:lnTo>
                <a:lnTo>
                  <a:pt x="35120" y="11307"/>
                </a:lnTo>
                <a:lnTo>
                  <a:pt x="32541" y="11010"/>
                </a:lnTo>
                <a:lnTo>
                  <a:pt x="30015" y="10661"/>
                </a:lnTo>
                <a:lnTo>
                  <a:pt x="27548" y="10269"/>
                </a:lnTo>
                <a:lnTo>
                  <a:pt x="25140" y="9833"/>
                </a:lnTo>
                <a:lnTo>
                  <a:pt x="22794" y="9362"/>
                </a:lnTo>
                <a:lnTo>
                  <a:pt x="20525" y="8848"/>
                </a:lnTo>
                <a:lnTo>
                  <a:pt x="18324" y="8298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98" name="object 1398"/>
          <p:cNvSpPr/>
          <p:nvPr/>
        </p:nvSpPr>
        <p:spPr>
          <a:xfrm>
            <a:off x="6672372" y="3070312"/>
            <a:ext cx="6114" cy="8893"/>
          </a:xfrm>
          <a:custGeom>
            <a:avLst/>
            <a:gdLst/>
            <a:ahLst/>
            <a:cxnLst/>
            <a:rect l="l" t="t" r="r" b="b"/>
            <a:pathLst>
              <a:path w="6114" h="8893">
                <a:moveTo>
                  <a:pt x="1755" y="2903"/>
                </a:moveTo>
                <a:lnTo>
                  <a:pt x="1495" y="2389"/>
                </a:lnTo>
                <a:lnTo>
                  <a:pt x="1293" y="1915"/>
                </a:lnTo>
                <a:lnTo>
                  <a:pt x="1114" y="1412"/>
                </a:lnTo>
                <a:lnTo>
                  <a:pt x="968" y="928"/>
                </a:lnTo>
                <a:lnTo>
                  <a:pt x="858" y="427"/>
                </a:lnTo>
                <a:lnTo>
                  <a:pt x="799" y="156"/>
                </a:lnTo>
                <a:lnTo>
                  <a:pt x="571" y="0"/>
                </a:lnTo>
                <a:lnTo>
                  <a:pt x="351" y="69"/>
                </a:lnTo>
                <a:lnTo>
                  <a:pt x="130" y="139"/>
                </a:lnTo>
                <a:lnTo>
                  <a:pt x="0" y="418"/>
                </a:lnTo>
                <a:lnTo>
                  <a:pt x="59" y="688"/>
                </a:lnTo>
                <a:lnTo>
                  <a:pt x="176" y="1220"/>
                </a:lnTo>
                <a:lnTo>
                  <a:pt x="346" y="1796"/>
                </a:lnTo>
                <a:lnTo>
                  <a:pt x="541" y="2345"/>
                </a:lnTo>
                <a:lnTo>
                  <a:pt x="778" y="2894"/>
                </a:lnTo>
                <a:lnTo>
                  <a:pt x="1053" y="3435"/>
                </a:lnTo>
                <a:lnTo>
                  <a:pt x="964" y="915"/>
                </a:lnTo>
                <a:lnTo>
                  <a:pt x="1053" y="3435"/>
                </a:lnTo>
                <a:lnTo>
                  <a:pt x="1357" y="3976"/>
                </a:lnTo>
                <a:lnTo>
                  <a:pt x="1286" y="1900"/>
                </a:lnTo>
                <a:lnTo>
                  <a:pt x="1357" y="3976"/>
                </a:lnTo>
                <a:lnTo>
                  <a:pt x="1695" y="4499"/>
                </a:lnTo>
                <a:lnTo>
                  <a:pt x="2064" y="5013"/>
                </a:lnTo>
                <a:lnTo>
                  <a:pt x="2464" y="5528"/>
                </a:lnTo>
                <a:lnTo>
                  <a:pt x="2899" y="6033"/>
                </a:lnTo>
                <a:lnTo>
                  <a:pt x="3851" y="7010"/>
                </a:lnTo>
                <a:lnTo>
                  <a:pt x="4925" y="7969"/>
                </a:lnTo>
                <a:lnTo>
                  <a:pt x="5390" y="7123"/>
                </a:lnTo>
                <a:lnTo>
                  <a:pt x="4925" y="7969"/>
                </a:lnTo>
                <a:lnTo>
                  <a:pt x="6114" y="8893"/>
                </a:lnTo>
                <a:lnTo>
                  <a:pt x="5411" y="7141"/>
                </a:lnTo>
                <a:lnTo>
                  <a:pt x="4360" y="6208"/>
                </a:lnTo>
                <a:lnTo>
                  <a:pt x="3448" y="5275"/>
                </a:lnTo>
                <a:lnTo>
                  <a:pt x="3046" y="4804"/>
                </a:lnTo>
                <a:lnTo>
                  <a:pt x="2675" y="4324"/>
                </a:lnTo>
                <a:lnTo>
                  <a:pt x="2331" y="3845"/>
                </a:lnTo>
                <a:lnTo>
                  <a:pt x="2021" y="3365"/>
                </a:lnTo>
                <a:lnTo>
                  <a:pt x="1742" y="2877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99" name="object 1399"/>
          <p:cNvSpPr/>
          <p:nvPr/>
        </p:nvSpPr>
        <p:spPr>
          <a:xfrm>
            <a:off x="6673337" y="3071228"/>
            <a:ext cx="88" cy="2519"/>
          </a:xfrm>
          <a:custGeom>
            <a:avLst/>
            <a:gdLst/>
            <a:ahLst/>
            <a:cxnLst/>
            <a:rect l="l" t="t" r="r" b="b"/>
            <a:pathLst>
              <a:path w="88" h="2519">
                <a:moveTo>
                  <a:pt x="0" y="0"/>
                </a:moveTo>
                <a:lnTo>
                  <a:pt x="88" y="2519"/>
                </a:lnTo>
                <a:lnTo>
                  <a:pt x="10" y="43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00" name="object 1400"/>
          <p:cNvSpPr/>
          <p:nvPr/>
        </p:nvSpPr>
        <p:spPr>
          <a:xfrm>
            <a:off x="6673659" y="3072213"/>
            <a:ext cx="70" cy="2075"/>
          </a:xfrm>
          <a:custGeom>
            <a:avLst/>
            <a:gdLst/>
            <a:ahLst/>
            <a:cxnLst/>
            <a:rect l="l" t="t" r="r" b="b"/>
            <a:pathLst>
              <a:path w="70" h="2075">
                <a:moveTo>
                  <a:pt x="0" y="0"/>
                </a:moveTo>
                <a:lnTo>
                  <a:pt x="70" y="2075"/>
                </a:lnTo>
                <a:lnTo>
                  <a:pt x="13" y="34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01" name="object 1401"/>
          <p:cNvSpPr/>
          <p:nvPr/>
        </p:nvSpPr>
        <p:spPr>
          <a:xfrm>
            <a:off x="6729291" y="3088797"/>
            <a:ext cx="14136" cy="1761"/>
          </a:xfrm>
          <a:custGeom>
            <a:avLst/>
            <a:gdLst/>
            <a:ahLst/>
            <a:cxnLst/>
            <a:rect l="l" t="t" r="r" b="b"/>
            <a:pathLst>
              <a:path w="14136" h="1761">
                <a:moveTo>
                  <a:pt x="2845" y="697"/>
                </a:moveTo>
                <a:lnTo>
                  <a:pt x="0" y="749"/>
                </a:lnTo>
                <a:lnTo>
                  <a:pt x="7" y="1761"/>
                </a:lnTo>
                <a:lnTo>
                  <a:pt x="2859" y="1709"/>
                </a:lnTo>
                <a:lnTo>
                  <a:pt x="5613" y="1630"/>
                </a:lnTo>
                <a:lnTo>
                  <a:pt x="8346" y="1482"/>
                </a:lnTo>
                <a:lnTo>
                  <a:pt x="11050" y="1281"/>
                </a:lnTo>
                <a:lnTo>
                  <a:pt x="13733" y="1037"/>
                </a:lnTo>
                <a:lnTo>
                  <a:pt x="13959" y="1011"/>
                </a:lnTo>
                <a:lnTo>
                  <a:pt x="14136" y="767"/>
                </a:lnTo>
                <a:lnTo>
                  <a:pt x="14115" y="488"/>
                </a:lnTo>
                <a:lnTo>
                  <a:pt x="14101" y="209"/>
                </a:lnTo>
                <a:lnTo>
                  <a:pt x="13903" y="0"/>
                </a:lnTo>
                <a:lnTo>
                  <a:pt x="13669" y="26"/>
                </a:lnTo>
                <a:lnTo>
                  <a:pt x="11000" y="270"/>
                </a:lnTo>
                <a:lnTo>
                  <a:pt x="8303" y="470"/>
                </a:lnTo>
                <a:lnTo>
                  <a:pt x="5585" y="610"/>
                </a:lnTo>
                <a:lnTo>
                  <a:pt x="2838" y="697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02" name="object 1402"/>
          <p:cNvSpPr/>
          <p:nvPr/>
        </p:nvSpPr>
        <p:spPr>
          <a:xfrm>
            <a:off x="6672865" y="3075317"/>
            <a:ext cx="295" cy="3034"/>
          </a:xfrm>
          <a:custGeom>
            <a:avLst/>
            <a:gdLst/>
            <a:ahLst/>
            <a:cxnLst/>
            <a:rect l="l" t="t" r="r" b="b"/>
            <a:pathLst>
              <a:path w="295" h="3034">
                <a:moveTo>
                  <a:pt x="295" y="3034"/>
                </a:moveTo>
                <a:lnTo>
                  <a:pt x="126" y="488"/>
                </a:lnTo>
                <a:lnTo>
                  <a:pt x="8" y="34"/>
                </a:lnTo>
                <a:lnTo>
                  <a:pt x="6" y="2493"/>
                </a:lnTo>
                <a:lnTo>
                  <a:pt x="295" y="3034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03" name="object 1403"/>
          <p:cNvSpPr/>
          <p:nvPr/>
        </p:nvSpPr>
        <p:spPr>
          <a:xfrm>
            <a:off x="6675559" y="3080610"/>
            <a:ext cx="1523" cy="1752"/>
          </a:xfrm>
          <a:custGeom>
            <a:avLst/>
            <a:gdLst/>
            <a:ahLst/>
            <a:cxnLst/>
            <a:rect l="l" t="t" r="r" b="b"/>
            <a:pathLst>
              <a:path w="1523" h="1752">
                <a:moveTo>
                  <a:pt x="1523" y="924"/>
                </a:moveTo>
                <a:lnTo>
                  <a:pt x="544" y="26"/>
                </a:lnTo>
                <a:lnTo>
                  <a:pt x="0" y="793"/>
                </a:lnTo>
                <a:lnTo>
                  <a:pt x="1049" y="1752"/>
                </a:lnTo>
                <a:lnTo>
                  <a:pt x="1523" y="924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04" name="object 1404"/>
          <p:cNvSpPr/>
          <p:nvPr/>
        </p:nvSpPr>
        <p:spPr>
          <a:xfrm>
            <a:off x="6680432" y="3084167"/>
            <a:ext cx="62394" cy="10733"/>
          </a:xfrm>
          <a:custGeom>
            <a:avLst/>
            <a:gdLst/>
            <a:ahLst/>
            <a:cxnLst/>
            <a:rect l="l" t="t" r="r" b="b"/>
            <a:pathLst>
              <a:path w="62394" h="10733">
                <a:moveTo>
                  <a:pt x="0" y="906"/>
                </a:moveTo>
                <a:lnTo>
                  <a:pt x="1485" y="1752"/>
                </a:lnTo>
                <a:lnTo>
                  <a:pt x="1817" y="828"/>
                </a:lnTo>
                <a:lnTo>
                  <a:pt x="3077" y="2572"/>
                </a:lnTo>
                <a:lnTo>
                  <a:pt x="4762" y="3348"/>
                </a:lnTo>
                <a:lnTo>
                  <a:pt x="6542" y="4098"/>
                </a:lnTo>
                <a:lnTo>
                  <a:pt x="8417" y="4813"/>
                </a:lnTo>
                <a:lnTo>
                  <a:pt x="10376" y="5493"/>
                </a:lnTo>
                <a:lnTo>
                  <a:pt x="12419" y="6138"/>
                </a:lnTo>
                <a:lnTo>
                  <a:pt x="14547" y="6740"/>
                </a:lnTo>
                <a:lnTo>
                  <a:pt x="16747" y="7315"/>
                </a:lnTo>
                <a:lnTo>
                  <a:pt x="19022" y="7847"/>
                </a:lnTo>
                <a:lnTo>
                  <a:pt x="21362" y="8327"/>
                </a:lnTo>
                <a:lnTo>
                  <a:pt x="23774" y="8771"/>
                </a:lnTo>
                <a:lnTo>
                  <a:pt x="26244" y="9181"/>
                </a:lnTo>
                <a:lnTo>
                  <a:pt x="28774" y="9539"/>
                </a:lnTo>
                <a:lnTo>
                  <a:pt x="31356" y="9861"/>
                </a:lnTo>
                <a:lnTo>
                  <a:pt x="33990" y="10123"/>
                </a:lnTo>
                <a:lnTo>
                  <a:pt x="36675" y="10341"/>
                </a:lnTo>
                <a:lnTo>
                  <a:pt x="39401" y="10515"/>
                </a:lnTo>
                <a:lnTo>
                  <a:pt x="42169" y="10637"/>
                </a:lnTo>
                <a:lnTo>
                  <a:pt x="44972" y="10707"/>
                </a:lnTo>
                <a:lnTo>
                  <a:pt x="47804" y="10733"/>
                </a:lnTo>
                <a:lnTo>
                  <a:pt x="50671" y="10690"/>
                </a:lnTo>
                <a:lnTo>
                  <a:pt x="53538" y="10602"/>
                </a:lnTo>
                <a:lnTo>
                  <a:pt x="56384" y="10463"/>
                </a:lnTo>
                <a:lnTo>
                  <a:pt x="59201" y="10262"/>
                </a:lnTo>
                <a:lnTo>
                  <a:pt x="61990" y="10009"/>
                </a:lnTo>
                <a:lnTo>
                  <a:pt x="62224" y="9983"/>
                </a:lnTo>
                <a:lnTo>
                  <a:pt x="62394" y="9748"/>
                </a:lnTo>
                <a:lnTo>
                  <a:pt x="62372" y="9460"/>
                </a:lnTo>
                <a:lnTo>
                  <a:pt x="62358" y="9181"/>
                </a:lnTo>
                <a:lnTo>
                  <a:pt x="62160" y="8972"/>
                </a:lnTo>
                <a:lnTo>
                  <a:pt x="61933" y="8998"/>
                </a:lnTo>
                <a:lnTo>
                  <a:pt x="59151" y="9251"/>
                </a:lnTo>
                <a:lnTo>
                  <a:pt x="56348" y="9443"/>
                </a:lnTo>
                <a:lnTo>
                  <a:pt x="53516" y="9591"/>
                </a:lnTo>
                <a:lnTo>
                  <a:pt x="50657" y="9669"/>
                </a:lnTo>
                <a:lnTo>
                  <a:pt x="47811" y="9713"/>
                </a:lnTo>
                <a:lnTo>
                  <a:pt x="44979" y="9696"/>
                </a:lnTo>
                <a:lnTo>
                  <a:pt x="42190" y="9617"/>
                </a:lnTo>
                <a:lnTo>
                  <a:pt x="39436" y="9504"/>
                </a:lnTo>
                <a:lnTo>
                  <a:pt x="36725" y="9329"/>
                </a:lnTo>
                <a:lnTo>
                  <a:pt x="34051" y="9111"/>
                </a:lnTo>
                <a:lnTo>
                  <a:pt x="31431" y="8841"/>
                </a:lnTo>
                <a:lnTo>
                  <a:pt x="28862" y="8527"/>
                </a:lnTo>
                <a:lnTo>
                  <a:pt x="26347" y="8170"/>
                </a:lnTo>
                <a:lnTo>
                  <a:pt x="23891" y="7769"/>
                </a:lnTo>
                <a:lnTo>
                  <a:pt x="21492" y="7324"/>
                </a:lnTo>
                <a:lnTo>
                  <a:pt x="19169" y="6844"/>
                </a:lnTo>
                <a:lnTo>
                  <a:pt x="16910" y="6312"/>
                </a:lnTo>
                <a:lnTo>
                  <a:pt x="14725" y="5746"/>
                </a:lnTo>
                <a:lnTo>
                  <a:pt x="12615" y="5144"/>
                </a:lnTo>
                <a:lnTo>
                  <a:pt x="10591" y="4507"/>
                </a:lnTo>
                <a:lnTo>
                  <a:pt x="8652" y="3836"/>
                </a:lnTo>
                <a:lnTo>
                  <a:pt x="6799" y="3130"/>
                </a:lnTo>
                <a:lnTo>
                  <a:pt x="5043" y="2389"/>
                </a:lnTo>
                <a:lnTo>
                  <a:pt x="3381" y="1621"/>
                </a:lnTo>
                <a:lnTo>
                  <a:pt x="1820" y="829"/>
                </a:lnTo>
                <a:lnTo>
                  <a:pt x="377" y="8"/>
                </a:lnTo>
                <a:lnTo>
                  <a:pt x="0" y="906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05" name="object 1405"/>
          <p:cNvSpPr/>
          <p:nvPr/>
        </p:nvSpPr>
        <p:spPr>
          <a:xfrm>
            <a:off x="6681917" y="3084996"/>
            <a:ext cx="1592" cy="1743"/>
          </a:xfrm>
          <a:custGeom>
            <a:avLst/>
            <a:gdLst/>
            <a:ahLst/>
            <a:cxnLst/>
            <a:rect l="l" t="t" r="r" b="b"/>
            <a:pathLst>
              <a:path w="1592" h="1743">
                <a:moveTo>
                  <a:pt x="332" y="0"/>
                </a:moveTo>
                <a:lnTo>
                  <a:pt x="0" y="924"/>
                </a:lnTo>
                <a:lnTo>
                  <a:pt x="1592" y="1743"/>
                </a:lnTo>
                <a:lnTo>
                  <a:pt x="348" y="8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06" name="object 1406"/>
          <p:cNvSpPr/>
          <p:nvPr/>
        </p:nvSpPr>
        <p:spPr>
          <a:xfrm>
            <a:off x="6725411" y="3093837"/>
            <a:ext cx="5684" cy="43"/>
          </a:xfrm>
          <a:custGeom>
            <a:avLst/>
            <a:gdLst/>
            <a:ahLst/>
            <a:cxnLst/>
            <a:rect l="l" t="t" r="r" b="b"/>
            <a:pathLst>
              <a:path w="5684" h="43">
                <a:moveTo>
                  <a:pt x="2826" y="43"/>
                </a:moveTo>
                <a:lnTo>
                  <a:pt x="0" y="26"/>
                </a:lnTo>
                <a:lnTo>
                  <a:pt x="2824" y="43"/>
                </a:lnTo>
                <a:lnTo>
                  <a:pt x="5684" y="0"/>
                </a:lnTo>
                <a:lnTo>
                  <a:pt x="2826" y="43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07" name="object 1407"/>
          <p:cNvSpPr/>
          <p:nvPr/>
        </p:nvSpPr>
        <p:spPr>
          <a:xfrm>
            <a:off x="6677095" y="3081544"/>
            <a:ext cx="1128" cy="905"/>
          </a:xfrm>
          <a:custGeom>
            <a:avLst/>
            <a:gdLst/>
            <a:ahLst/>
            <a:cxnLst/>
            <a:rect l="l" t="t" r="r" b="b"/>
            <a:pathLst>
              <a:path w="1128" h="905">
                <a:moveTo>
                  <a:pt x="8" y="7"/>
                </a:moveTo>
                <a:lnTo>
                  <a:pt x="1128" y="905"/>
                </a:lnTo>
                <a:lnTo>
                  <a:pt x="0" y="0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08" name="object 1408"/>
          <p:cNvSpPr/>
          <p:nvPr/>
        </p:nvSpPr>
        <p:spPr>
          <a:xfrm>
            <a:off x="6671914" y="3074384"/>
            <a:ext cx="10337" cy="10690"/>
          </a:xfrm>
          <a:custGeom>
            <a:avLst/>
            <a:gdLst/>
            <a:ahLst/>
            <a:cxnLst/>
            <a:rect l="l" t="t" r="r" b="b"/>
            <a:pathLst>
              <a:path w="10337" h="10690">
                <a:moveTo>
                  <a:pt x="6309" y="8065"/>
                </a:moveTo>
                <a:lnTo>
                  <a:pt x="5188" y="7167"/>
                </a:lnTo>
                <a:lnTo>
                  <a:pt x="4171" y="6232"/>
                </a:lnTo>
                <a:lnTo>
                  <a:pt x="3286" y="5283"/>
                </a:lnTo>
                <a:lnTo>
                  <a:pt x="2900" y="4821"/>
                </a:lnTo>
                <a:lnTo>
                  <a:pt x="2544" y="4342"/>
                </a:lnTo>
                <a:lnTo>
                  <a:pt x="2218" y="3862"/>
                </a:lnTo>
                <a:lnTo>
                  <a:pt x="1922" y="3374"/>
                </a:lnTo>
                <a:lnTo>
                  <a:pt x="1660" y="2886"/>
                </a:lnTo>
                <a:lnTo>
                  <a:pt x="1435" y="2406"/>
                </a:lnTo>
                <a:lnTo>
                  <a:pt x="1241" y="1918"/>
                </a:lnTo>
                <a:lnTo>
                  <a:pt x="1087" y="1451"/>
                </a:lnTo>
                <a:lnTo>
                  <a:pt x="957" y="958"/>
                </a:lnTo>
                <a:lnTo>
                  <a:pt x="858" y="435"/>
                </a:lnTo>
                <a:lnTo>
                  <a:pt x="806" y="165"/>
                </a:lnTo>
                <a:lnTo>
                  <a:pt x="584" y="0"/>
                </a:lnTo>
                <a:lnTo>
                  <a:pt x="361" y="61"/>
                </a:lnTo>
                <a:lnTo>
                  <a:pt x="138" y="122"/>
                </a:lnTo>
                <a:lnTo>
                  <a:pt x="0" y="401"/>
                </a:lnTo>
                <a:lnTo>
                  <a:pt x="52" y="671"/>
                </a:lnTo>
                <a:lnTo>
                  <a:pt x="152" y="1203"/>
                </a:lnTo>
                <a:lnTo>
                  <a:pt x="300" y="1770"/>
                </a:lnTo>
                <a:lnTo>
                  <a:pt x="487" y="2328"/>
                </a:lnTo>
                <a:lnTo>
                  <a:pt x="704" y="2886"/>
                </a:lnTo>
                <a:lnTo>
                  <a:pt x="957" y="3426"/>
                </a:lnTo>
                <a:lnTo>
                  <a:pt x="950" y="932"/>
                </a:lnTo>
                <a:lnTo>
                  <a:pt x="1077" y="1421"/>
                </a:lnTo>
                <a:lnTo>
                  <a:pt x="1246" y="3967"/>
                </a:lnTo>
                <a:lnTo>
                  <a:pt x="1568" y="4490"/>
                </a:lnTo>
                <a:lnTo>
                  <a:pt x="1920" y="5013"/>
                </a:lnTo>
                <a:lnTo>
                  <a:pt x="2306" y="5528"/>
                </a:lnTo>
                <a:lnTo>
                  <a:pt x="2725" y="6033"/>
                </a:lnTo>
                <a:lnTo>
                  <a:pt x="3645" y="7019"/>
                </a:lnTo>
                <a:lnTo>
                  <a:pt x="4163" y="6225"/>
                </a:lnTo>
                <a:lnTo>
                  <a:pt x="5168" y="7149"/>
                </a:lnTo>
                <a:lnTo>
                  <a:pt x="4694" y="7978"/>
                </a:lnTo>
                <a:lnTo>
                  <a:pt x="5857" y="8911"/>
                </a:lnTo>
                <a:lnTo>
                  <a:pt x="7129" y="9818"/>
                </a:lnTo>
                <a:lnTo>
                  <a:pt x="8517" y="10690"/>
                </a:lnTo>
                <a:lnTo>
                  <a:pt x="8879" y="9783"/>
                </a:lnTo>
                <a:lnTo>
                  <a:pt x="10337" y="10612"/>
                </a:lnTo>
                <a:lnTo>
                  <a:pt x="8890" y="9789"/>
                </a:lnTo>
                <a:lnTo>
                  <a:pt x="7525" y="8928"/>
                </a:lnTo>
                <a:lnTo>
                  <a:pt x="6290" y="8048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09" name="object 1409"/>
          <p:cNvSpPr/>
          <p:nvPr/>
        </p:nvSpPr>
        <p:spPr>
          <a:xfrm>
            <a:off x="6672876" y="3053144"/>
            <a:ext cx="36" cy="2066"/>
          </a:xfrm>
          <a:custGeom>
            <a:avLst/>
            <a:gdLst/>
            <a:ahLst/>
            <a:cxnLst/>
            <a:rect l="l" t="t" r="r" b="b"/>
            <a:pathLst>
              <a:path w="36" h="2066">
                <a:moveTo>
                  <a:pt x="0" y="0"/>
                </a:moveTo>
                <a:lnTo>
                  <a:pt x="36" y="2066"/>
                </a:lnTo>
                <a:lnTo>
                  <a:pt x="13" y="34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10" name="object 1410"/>
          <p:cNvSpPr/>
          <p:nvPr/>
        </p:nvSpPr>
        <p:spPr>
          <a:xfrm>
            <a:off x="6672618" y="3052647"/>
            <a:ext cx="57040" cy="19095"/>
          </a:xfrm>
          <a:custGeom>
            <a:avLst/>
            <a:gdLst/>
            <a:ahLst/>
            <a:cxnLst/>
            <a:rect l="l" t="t" r="r" b="b"/>
            <a:pathLst>
              <a:path w="57040" h="19095">
                <a:moveTo>
                  <a:pt x="35436" y="16767"/>
                </a:moveTo>
                <a:lnTo>
                  <a:pt x="32947" y="16392"/>
                </a:lnTo>
                <a:lnTo>
                  <a:pt x="30518" y="15965"/>
                </a:lnTo>
                <a:lnTo>
                  <a:pt x="28146" y="15503"/>
                </a:lnTo>
                <a:lnTo>
                  <a:pt x="25844" y="15006"/>
                </a:lnTo>
                <a:lnTo>
                  <a:pt x="23611" y="14465"/>
                </a:lnTo>
                <a:lnTo>
                  <a:pt x="21459" y="13881"/>
                </a:lnTo>
                <a:lnTo>
                  <a:pt x="19381" y="13262"/>
                </a:lnTo>
                <a:lnTo>
                  <a:pt x="17384" y="12608"/>
                </a:lnTo>
                <a:lnTo>
                  <a:pt x="15470" y="11919"/>
                </a:lnTo>
                <a:lnTo>
                  <a:pt x="13651" y="11195"/>
                </a:lnTo>
                <a:lnTo>
                  <a:pt x="11926" y="10445"/>
                </a:lnTo>
                <a:lnTo>
                  <a:pt x="10297" y="9652"/>
                </a:lnTo>
                <a:lnTo>
                  <a:pt x="8768" y="8842"/>
                </a:lnTo>
                <a:lnTo>
                  <a:pt x="7348" y="7995"/>
                </a:lnTo>
                <a:lnTo>
                  <a:pt x="6037" y="7123"/>
                </a:lnTo>
                <a:lnTo>
                  <a:pt x="4839" y="6234"/>
                </a:lnTo>
                <a:lnTo>
                  <a:pt x="3755" y="5318"/>
                </a:lnTo>
                <a:lnTo>
                  <a:pt x="2826" y="4412"/>
                </a:lnTo>
                <a:lnTo>
                  <a:pt x="1966" y="3418"/>
                </a:lnTo>
                <a:lnTo>
                  <a:pt x="1602" y="2947"/>
                </a:lnTo>
                <a:lnTo>
                  <a:pt x="1284" y="2483"/>
                </a:lnTo>
                <a:lnTo>
                  <a:pt x="977" y="1988"/>
                </a:lnTo>
                <a:lnTo>
                  <a:pt x="700" y="1482"/>
                </a:lnTo>
                <a:lnTo>
                  <a:pt x="462" y="985"/>
                </a:lnTo>
                <a:lnTo>
                  <a:pt x="266" y="517"/>
                </a:lnTo>
                <a:lnTo>
                  <a:pt x="101" y="34"/>
                </a:lnTo>
                <a:lnTo>
                  <a:pt x="0" y="2022"/>
                </a:lnTo>
                <a:lnTo>
                  <a:pt x="293" y="2563"/>
                </a:lnTo>
                <a:lnTo>
                  <a:pt x="257" y="497"/>
                </a:lnTo>
                <a:lnTo>
                  <a:pt x="293" y="2563"/>
                </a:lnTo>
                <a:lnTo>
                  <a:pt x="627" y="3104"/>
                </a:lnTo>
                <a:lnTo>
                  <a:pt x="984" y="3627"/>
                </a:lnTo>
                <a:lnTo>
                  <a:pt x="966" y="1970"/>
                </a:lnTo>
                <a:lnTo>
                  <a:pt x="1272" y="2467"/>
                </a:lnTo>
                <a:lnTo>
                  <a:pt x="1382" y="4141"/>
                </a:lnTo>
                <a:lnTo>
                  <a:pt x="2261" y="5153"/>
                </a:lnTo>
                <a:lnTo>
                  <a:pt x="2801" y="4385"/>
                </a:lnTo>
                <a:lnTo>
                  <a:pt x="2261" y="5153"/>
                </a:lnTo>
                <a:lnTo>
                  <a:pt x="3262" y="6129"/>
                </a:lnTo>
                <a:lnTo>
                  <a:pt x="4389" y="7088"/>
                </a:lnTo>
                <a:lnTo>
                  <a:pt x="5626" y="8004"/>
                </a:lnTo>
                <a:lnTo>
                  <a:pt x="6970" y="8902"/>
                </a:lnTo>
                <a:lnTo>
                  <a:pt x="8421" y="9765"/>
                </a:lnTo>
                <a:lnTo>
                  <a:pt x="9982" y="10594"/>
                </a:lnTo>
                <a:lnTo>
                  <a:pt x="11635" y="11396"/>
                </a:lnTo>
                <a:lnTo>
                  <a:pt x="13384" y="12154"/>
                </a:lnTo>
                <a:lnTo>
                  <a:pt x="15227" y="12896"/>
                </a:lnTo>
                <a:lnTo>
                  <a:pt x="17161" y="13584"/>
                </a:lnTo>
                <a:lnTo>
                  <a:pt x="19177" y="14247"/>
                </a:lnTo>
                <a:lnTo>
                  <a:pt x="21273" y="14875"/>
                </a:lnTo>
                <a:lnTo>
                  <a:pt x="23443" y="15459"/>
                </a:lnTo>
                <a:lnTo>
                  <a:pt x="25692" y="16000"/>
                </a:lnTo>
                <a:lnTo>
                  <a:pt x="28009" y="16505"/>
                </a:lnTo>
                <a:lnTo>
                  <a:pt x="30395" y="16976"/>
                </a:lnTo>
                <a:lnTo>
                  <a:pt x="32839" y="17404"/>
                </a:lnTo>
                <a:lnTo>
                  <a:pt x="35342" y="17778"/>
                </a:lnTo>
                <a:lnTo>
                  <a:pt x="37902" y="18110"/>
                </a:lnTo>
                <a:lnTo>
                  <a:pt x="40516" y="18398"/>
                </a:lnTo>
                <a:lnTo>
                  <a:pt x="43172" y="18633"/>
                </a:lnTo>
                <a:lnTo>
                  <a:pt x="45876" y="18825"/>
                </a:lnTo>
                <a:lnTo>
                  <a:pt x="48616" y="18964"/>
                </a:lnTo>
                <a:lnTo>
                  <a:pt x="51398" y="19052"/>
                </a:lnTo>
                <a:lnTo>
                  <a:pt x="54201" y="19095"/>
                </a:lnTo>
                <a:lnTo>
                  <a:pt x="57040" y="19078"/>
                </a:lnTo>
                <a:lnTo>
                  <a:pt x="54208" y="18075"/>
                </a:lnTo>
                <a:lnTo>
                  <a:pt x="51412" y="18040"/>
                </a:lnTo>
                <a:lnTo>
                  <a:pt x="48644" y="17953"/>
                </a:lnTo>
                <a:lnTo>
                  <a:pt x="45919" y="17805"/>
                </a:lnTo>
                <a:lnTo>
                  <a:pt x="43229" y="17622"/>
                </a:lnTo>
                <a:lnTo>
                  <a:pt x="40582" y="17386"/>
                </a:lnTo>
                <a:lnTo>
                  <a:pt x="37983" y="17098"/>
                </a:lnTo>
                <a:lnTo>
                  <a:pt x="35436" y="16767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11" name="object 1411"/>
          <p:cNvSpPr/>
          <p:nvPr/>
        </p:nvSpPr>
        <p:spPr>
          <a:xfrm>
            <a:off x="6675434" y="3057046"/>
            <a:ext cx="963" cy="937"/>
          </a:xfrm>
          <a:custGeom>
            <a:avLst/>
            <a:gdLst/>
            <a:ahLst/>
            <a:cxnLst/>
            <a:rect l="l" t="t" r="r" b="b"/>
            <a:pathLst>
              <a:path w="963" h="937">
                <a:moveTo>
                  <a:pt x="11" y="12"/>
                </a:moveTo>
                <a:lnTo>
                  <a:pt x="963" y="937"/>
                </a:lnTo>
                <a:lnTo>
                  <a:pt x="0" y="0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12" name="object 1412"/>
          <p:cNvSpPr/>
          <p:nvPr/>
        </p:nvSpPr>
        <p:spPr>
          <a:xfrm>
            <a:off x="6671719" y="3051740"/>
            <a:ext cx="1165" cy="2929"/>
          </a:xfrm>
          <a:custGeom>
            <a:avLst/>
            <a:gdLst/>
            <a:ahLst/>
            <a:cxnLst/>
            <a:rect l="l" t="t" r="r" b="b"/>
            <a:pathLst>
              <a:path w="1165" h="2929">
                <a:moveTo>
                  <a:pt x="0" y="462"/>
                </a:moveTo>
                <a:lnTo>
                  <a:pt x="70" y="723"/>
                </a:lnTo>
                <a:lnTo>
                  <a:pt x="214" y="1264"/>
                </a:lnTo>
                <a:lnTo>
                  <a:pt x="406" y="1831"/>
                </a:lnTo>
                <a:lnTo>
                  <a:pt x="637" y="2389"/>
                </a:lnTo>
                <a:lnTo>
                  <a:pt x="899" y="2929"/>
                </a:lnTo>
                <a:lnTo>
                  <a:pt x="989" y="906"/>
                </a:lnTo>
                <a:lnTo>
                  <a:pt x="1165" y="1424"/>
                </a:lnTo>
                <a:lnTo>
                  <a:pt x="999" y="934"/>
                </a:lnTo>
                <a:lnTo>
                  <a:pt x="857" y="409"/>
                </a:lnTo>
                <a:lnTo>
                  <a:pt x="786" y="139"/>
                </a:lnTo>
                <a:lnTo>
                  <a:pt x="552" y="0"/>
                </a:lnTo>
                <a:lnTo>
                  <a:pt x="335" y="87"/>
                </a:lnTo>
                <a:lnTo>
                  <a:pt x="118" y="174"/>
                </a:lnTo>
                <a:lnTo>
                  <a:pt x="0" y="462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13" name="object 1413"/>
          <p:cNvSpPr/>
          <p:nvPr/>
        </p:nvSpPr>
        <p:spPr>
          <a:xfrm>
            <a:off x="6673585" y="3054617"/>
            <a:ext cx="416" cy="2171"/>
          </a:xfrm>
          <a:custGeom>
            <a:avLst/>
            <a:gdLst/>
            <a:ahLst/>
            <a:cxnLst/>
            <a:rect l="l" t="t" r="r" b="b"/>
            <a:pathLst>
              <a:path w="416" h="2171">
                <a:moveTo>
                  <a:pt x="306" y="497"/>
                </a:moveTo>
                <a:lnTo>
                  <a:pt x="15" y="26"/>
                </a:lnTo>
                <a:lnTo>
                  <a:pt x="18" y="1656"/>
                </a:lnTo>
                <a:lnTo>
                  <a:pt x="416" y="2171"/>
                </a:lnTo>
                <a:lnTo>
                  <a:pt x="306" y="497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14" name="object 1414"/>
          <p:cNvSpPr/>
          <p:nvPr/>
        </p:nvSpPr>
        <p:spPr>
          <a:xfrm>
            <a:off x="6724031" y="3069981"/>
            <a:ext cx="18773" cy="1743"/>
          </a:xfrm>
          <a:custGeom>
            <a:avLst/>
            <a:gdLst/>
            <a:ahLst/>
            <a:cxnLst/>
            <a:rect l="l" t="t" r="r" b="b"/>
            <a:pathLst>
              <a:path w="18773" h="1743">
                <a:moveTo>
                  <a:pt x="11000" y="1595"/>
                </a:moveTo>
                <a:lnTo>
                  <a:pt x="13485" y="1447"/>
                </a:lnTo>
                <a:lnTo>
                  <a:pt x="15934" y="1264"/>
                </a:lnTo>
                <a:lnTo>
                  <a:pt x="18370" y="1028"/>
                </a:lnTo>
                <a:lnTo>
                  <a:pt x="18603" y="1011"/>
                </a:lnTo>
                <a:lnTo>
                  <a:pt x="18773" y="767"/>
                </a:lnTo>
                <a:lnTo>
                  <a:pt x="18752" y="488"/>
                </a:lnTo>
                <a:lnTo>
                  <a:pt x="18738" y="209"/>
                </a:lnTo>
                <a:lnTo>
                  <a:pt x="18540" y="0"/>
                </a:lnTo>
                <a:lnTo>
                  <a:pt x="18313" y="17"/>
                </a:lnTo>
                <a:lnTo>
                  <a:pt x="15878" y="244"/>
                </a:lnTo>
                <a:lnTo>
                  <a:pt x="13443" y="435"/>
                </a:lnTo>
                <a:lnTo>
                  <a:pt x="10965" y="575"/>
                </a:lnTo>
                <a:lnTo>
                  <a:pt x="8473" y="653"/>
                </a:lnTo>
                <a:lnTo>
                  <a:pt x="5627" y="732"/>
                </a:lnTo>
                <a:lnTo>
                  <a:pt x="2803" y="741"/>
                </a:lnTo>
                <a:lnTo>
                  <a:pt x="0" y="706"/>
                </a:lnTo>
                <a:lnTo>
                  <a:pt x="2796" y="741"/>
                </a:lnTo>
                <a:lnTo>
                  <a:pt x="5627" y="1743"/>
                </a:lnTo>
                <a:lnTo>
                  <a:pt x="8487" y="1674"/>
                </a:lnTo>
                <a:lnTo>
                  <a:pt x="11000" y="1595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15" name="object 1415"/>
          <p:cNvSpPr/>
          <p:nvPr/>
        </p:nvSpPr>
        <p:spPr>
          <a:xfrm>
            <a:off x="6653126" y="3044424"/>
            <a:ext cx="19976" cy="40807"/>
          </a:xfrm>
          <a:custGeom>
            <a:avLst/>
            <a:gdLst/>
            <a:ahLst/>
            <a:cxnLst/>
            <a:rect l="l" t="t" r="r" b="b"/>
            <a:pathLst>
              <a:path w="19976" h="40807">
                <a:moveTo>
                  <a:pt x="0" y="0"/>
                </a:moveTo>
                <a:lnTo>
                  <a:pt x="2691" y="30762"/>
                </a:lnTo>
                <a:lnTo>
                  <a:pt x="19976" y="40807"/>
                </a:lnTo>
                <a:lnTo>
                  <a:pt x="18423" y="483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16" name="object 1416"/>
          <p:cNvSpPr/>
          <p:nvPr/>
        </p:nvSpPr>
        <p:spPr>
          <a:xfrm>
            <a:off x="6651367" y="3043404"/>
            <a:ext cx="4243" cy="33691"/>
          </a:xfrm>
          <a:custGeom>
            <a:avLst/>
            <a:gdLst/>
            <a:ahLst/>
            <a:cxnLst/>
            <a:rect l="l" t="t" r="r" b="b"/>
            <a:pathLst>
              <a:path w="4243" h="33691">
                <a:moveTo>
                  <a:pt x="0" y="0"/>
                </a:moveTo>
                <a:lnTo>
                  <a:pt x="4243" y="33691"/>
                </a:lnTo>
                <a:lnTo>
                  <a:pt x="2380" y="1909"/>
                </a:lnTo>
                <a:lnTo>
                  <a:pt x="0" y="0"/>
                </a:lnTo>
                <a:close/>
              </a:path>
            </a:pathLst>
          </a:custGeom>
          <a:solidFill>
            <a:srgbClr val="DF6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17" name="object 1417"/>
          <p:cNvSpPr/>
          <p:nvPr/>
        </p:nvSpPr>
        <p:spPr>
          <a:xfrm>
            <a:off x="6667203" y="3047729"/>
            <a:ext cx="6831" cy="40554"/>
          </a:xfrm>
          <a:custGeom>
            <a:avLst/>
            <a:gdLst/>
            <a:ahLst/>
            <a:cxnLst/>
            <a:rect l="l" t="t" r="r" b="b"/>
            <a:pathLst>
              <a:path w="6831" h="40554">
                <a:moveTo>
                  <a:pt x="0" y="0"/>
                </a:moveTo>
                <a:lnTo>
                  <a:pt x="2173" y="37633"/>
                </a:lnTo>
                <a:lnTo>
                  <a:pt x="6831" y="40554"/>
                </a:lnTo>
                <a:lnTo>
                  <a:pt x="4968" y="505"/>
                </a:lnTo>
                <a:lnTo>
                  <a:pt x="0" y="0"/>
                </a:lnTo>
                <a:close/>
              </a:path>
            </a:pathLst>
          </a:custGeom>
          <a:solidFill>
            <a:srgbClr val="DFDFD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18" name="object 1418"/>
          <p:cNvSpPr/>
          <p:nvPr/>
        </p:nvSpPr>
        <p:spPr>
          <a:xfrm>
            <a:off x="6740688" y="3067818"/>
            <a:ext cx="10661" cy="36359"/>
          </a:xfrm>
          <a:custGeom>
            <a:avLst/>
            <a:gdLst/>
            <a:ahLst/>
            <a:cxnLst/>
            <a:rect l="l" t="t" r="r" b="b"/>
            <a:pathLst>
              <a:path w="10661" h="36359">
                <a:moveTo>
                  <a:pt x="0" y="252"/>
                </a:moveTo>
                <a:lnTo>
                  <a:pt x="2484" y="35468"/>
                </a:lnTo>
                <a:lnTo>
                  <a:pt x="10661" y="36359"/>
                </a:lnTo>
                <a:lnTo>
                  <a:pt x="7560" y="0"/>
                </a:lnTo>
                <a:lnTo>
                  <a:pt x="0" y="252"/>
                </a:lnTo>
                <a:close/>
              </a:path>
            </a:pathLst>
          </a:custGeom>
          <a:solidFill>
            <a:srgbClr val="DFDFD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19" name="object 1419"/>
          <p:cNvSpPr/>
          <p:nvPr/>
        </p:nvSpPr>
        <p:spPr>
          <a:xfrm>
            <a:off x="6746486" y="3067818"/>
            <a:ext cx="27325" cy="36486"/>
          </a:xfrm>
          <a:custGeom>
            <a:avLst/>
            <a:gdLst/>
            <a:ahLst/>
            <a:cxnLst/>
            <a:rect l="l" t="t" r="r" b="b"/>
            <a:pathLst>
              <a:path w="27325" h="36486">
                <a:moveTo>
                  <a:pt x="0" y="0"/>
                </a:moveTo>
                <a:lnTo>
                  <a:pt x="3107" y="35723"/>
                </a:lnTo>
                <a:lnTo>
                  <a:pt x="27325" y="36486"/>
                </a:lnTo>
                <a:lnTo>
                  <a:pt x="24635" y="25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20" name="object 1420"/>
          <p:cNvSpPr/>
          <p:nvPr/>
        </p:nvSpPr>
        <p:spPr>
          <a:xfrm>
            <a:off x="6771015" y="3071507"/>
            <a:ext cx="18837" cy="30509"/>
          </a:xfrm>
          <a:custGeom>
            <a:avLst/>
            <a:gdLst/>
            <a:ahLst/>
            <a:cxnLst/>
            <a:rect l="l" t="t" r="r" b="b"/>
            <a:pathLst>
              <a:path w="18837" h="30509">
                <a:moveTo>
                  <a:pt x="0" y="0"/>
                </a:moveTo>
                <a:lnTo>
                  <a:pt x="2173" y="30509"/>
                </a:lnTo>
                <a:lnTo>
                  <a:pt x="13039" y="30509"/>
                </a:lnTo>
                <a:lnTo>
                  <a:pt x="18837" y="252"/>
                </a:lnTo>
                <a:lnTo>
                  <a:pt x="0" y="0"/>
                </a:lnTo>
                <a:close/>
              </a:path>
            </a:pathLst>
          </a:custGeom>
          <a:solidFill>
            <a:srgbClr val="DF6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21" name="object 1421"/>
          <p:cNvSpPr/>
          <p:nvPr/>
        </p:nvSpPr>
        <p:spPr>
          <a:xfrm>
            <a:off x="6650228" y="3033106"/>
            <a:ext cx="140657" cy="40048"/>
          </a:xfrm>
          <a:custGeom>
            <a:avLst/>
            <a:gdLst/>
            <a:ahLst/>
            <a:cxnLst/>
            <a:rect l="l" t="t" r="r" b="b"/>
            <a:pathLst>
              <a:path w="140657" h="40048">
                <a:moveTo>
                  <a:pt x="1035" y="4708"/>
                </a:moveTo>
                <a:lnTo>
                  <a:pt x="310" y="6356"/>
                </a:lnTo>
                <a:lnTo>
                  <a:pt x="0" y="8266"/>
                </a:lnTo>
                <a:lnTo>
                  <a:pt x="0" y="10044"/>
                </a:lnTo>
                <a:lnTo>
                  <a:pt x="1035" y="11064"/>
                </a:lnTo>
                <a:lnTo>
                  <a:pt x="2277" y="12590"/>
                </a:lnTo>
                <a:lnTo>
                  <a:pt x="4036" y="13985"/>
                </a:lnTo>
                <a:lnTo>
                  <a:pt x="6831" y="15764"/>
                </a:lnTo>
                <a:lnTo>
                  <a:pt x="9729" y="17168"/>
                </a:lnTo>
                <a:lnTo>
                  <a:pt x="13041" y="18694"/>
                </a:lnTo>
                <a:lnTo>
                  <a:pt x="17077" y="20473"/>
                </a:lnTo>
                <a:lnTo>
                  <a:pt x="20907" y="21999"/>
                </a:lnTo>
                <a:lnTo>
                  <a:pt x="25772" y="23900"/>
                </a:lnTo>
                <a:lnTo>
                  <a:pt x="30326" y="25687"/>
                </a:lnTo>
                <a:lnTo>
                  <a:pt x="35191" y="27335"/>
                </a:lnTo>
                <a:lnTo>
                  <a:pt x="39538" y="28477"/>
                </a:lnTo>
                <a:lnTo>
                  <a:pt x="43678" y="29881"/>
                </a:lnTo>
                <a:lnTo>
                  <a:pt x="48335" y="30893"/>
                </a:lnTo>
                <a:lnTo>
                  <a:pt x="53200" y="32166"/>
                </a:lnTo>
                <a:lnTo>
                  <a:pt x="57754" y="33186"/>
                </a:lnTo>
                <a:lnTo>
                  <a:pt x="64172" y="34459"/>
                </a:lnTo>
                <a:lnTo>
                  <a:pt x="69760" y="35601"/>
                </a:lnTo>
                <a:lnTo>
                  <a:pt x="76697" y="36996"/>
                </a:lnTo>
                <a:lnTo>
                  <a:pt x="82594" y="37763"/>
                </a:lnTo>
                <a:lnTo>
                  <a:pt x="87974" y="38138"/>
                </a:lnTo>
                <a:lnTo>
                  <a:pt x="93673" y="38653"/>
                </a:lnTo>
                <a:lnTo>
                  <a:pt x="103810" y="39289"/>
                </a:lnTo>
                <a:lnTo>
                  <a:pt x="133209" y="40048"/>
                </a:lnTo>
                <a:lnTo>
                  <a:pt x="140657" y="39289"/>
                </a:lnTo>
                <a:lnTo>
                  <a:pt x="115094" y="26699"/>
                </a:lnTo>
                <a:lnTo>
                  <a:pt x="112298" y="25425"/>
                </a:lnTo>
                <a:lnTo>
                  <a:pt x="109091" y="25051"/>
                </a:lnTo>
                <a:lnTo>
                  <a:pt x="105983" y="25051"/>
                </a:lnTo>
                <a:lnTo>
                  <a:pt x="103088" y="25425"/>
                </a:lnTo>
                <a:lnTo>
                  <a:pt x="99570" y="25687"/>
                </a:lnTo>
                <a:lnTo>
                  <a:pt x="96051" y="25425"/>
                </a:lnTo>
                <a:lnTo>
                  <a:pt x="92116" y="24920"/>
                </a:lnTo>
                <a:lnTo>
                  <a:pt x="81249" y="23394"/>
                </a:lnTo>
                <a:lnTo>
                  <a:pt x="74106" y="22757"/>
                </a:lnTo>
                <a:lnTo>
                  <a:pt x="67275" y="21484"/>
                </a:lnTo>
                <a:lnTo>
                  <a:pt x="60031" y="19958"/>
                </a:lnTo>
                <a:lnTo>
                  <a:pt x="52579" y="18310"/>
                </a:lnTo>
                <a:lnTo>
                  <a:pt x="43678" y="16532"/>
                </a:lnTo>
                <a:lnTo>
                  <a:pt x="36329" y="13986"/>
                </a:lnTo>
                <a:lnTo>
                  <a:pt x="30636" y="11823"/>
                </a:lnTo>
                <a:lnTo>
                  <a:pt x="25150" y="10044"/>
                </a:lnTo>
                <a:lnTo>
                  <a:pt x="20286" y="8013"/>
                </a:lnTo>
                <a:lnTo>
                  <a:pt x="16353" y="6356"/>
                </a:lnTo>
                <a:lnTo>
                  <a:pt x="13041" y="4455"/>
                </a:lnTo>
                <a:lnTo>
                  <a:pt x="11281" y="3182"/>
                </a:lnTo>
                <a:lnTo>
                  <a:pt x="9729" y="1909"/>
                </a:lnTo>
                <a:lnTo>
                  <a:pt x="7970" y="0"/>
                </a:lnTo>
                <a:lnTo>
                  <a:pt x="6210" y="767"/>
                </a:lnTo>
                <a:lnTo>
                  <a:pt x="4761" y="1525"/>
                </a:lnTo>
                <a:lnTo>
                  <a:pt x="3519" y="2415"/>
                </a:lnTo>
                <a:lnTo>
                  <a:pt x="2173" y="3819"/>
                </a:lnTo>
                <a:lnTo>
                  <a:pt x="1035" y="4708"/>
                </a:lnTo>
                <a:close/>
              </a:path>
            </a:pathLst>
          </a:custGeom>
          <a:solidFill>
            <a:srgbClr val="3B0022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22" name="object 1422"/>
          <p:cNvSpPr/>
          <p:nvPr/>
        </p:nvSpPr>
        <p:spPr>
          <a:xfrm>
            <a:off x="7179228" y="3024335"/>
            <a:ext cx="41299" cy="33055"/>
          </a:xfrm>
          <a:custGeom>
            <a:avLst/>
            <a:gdLst/>
            <a:ahLst/>
            <a:cxnLst/>
            <a:rect l="l" t="t" r="r" b="b"/>
            <a:pathLst>
              <a:path w="41299" h="33055">
                <a:moveTo>
                  <a:pt x="2902" y="29750"/>
                </a:moveTo>
                <a:lnTo>
                  <a:pt x="3525" y="31407"/>
                </a:lnTo>
                <a:lnTo>
                  <a:pt x="4870" y="32296"/>
                </a:lnTo>
                <a:lnTo>
                  <a:pt x="6314" y="32933"/>
                </a:lnTo>
                <a:lnTo>
                  <a:pt x="8594" y="33055"/>
                </a:lnTo>
                <a:lnTo>
                  <a:pt x="12423" y="32933"/>
                </a:lnTo>
                <a:lnTo>
                  <a:pt x="15007" y="32549"/>
                </a:lnTo>
                <a:lnTo>
                  <a:pt x="18320" y="31782"/>
                </a:lnTo>
                <a:lnTo>
                  <a:pt x="23707" y="30387"/>
                </a:lnTo>
                <a:lnTo>
                  <a:pt x="29399" y="28477"/>
                </a:lnTo>
                <a:lnTo>
                  <a:pt x="33122" y="26698"/>
                </a:lnTo>
                <a:lnTo>
                  <a:pt x="36329" y="25173"/>
                </a:lnTo>
                <a:lnTo>
                  <a:pt x="38297" y="23777"/>
                </a:lnTo>
                <a:lnTo>
                  <a:pt x="39331" y="22757"/>
                </a:lnTo>
                <a:lnTo>
                  <a:pt x="40471" y="21484"/>
                </a:lnTo>
                <a:lnTo>
                  <a:pt x="41093" y="19958"/>
                </a:lnTo>
                <a:lnTo>
                  <a:pt x="41299" y="18180"/>
                </a:lnTo>
                <a:lnTo>
                  <a:pt x="40987" y="10550"/>
                </a:lnTo>
                <a:lnTo>
                  <a:pt x="40371" y="9661"/>
                </a:lnTo>
                <a:lnTo>
                  <a:pt x="39026" y="8771"/>
                </a:lnTo>
                <a:lnTo>
                  <a:pt x="33229" y="6609"/>
                </a:lnTo>
                <a:lnTo>
                  <a:pt x="30015" y="4961"/>
                </a:lnTo>
                <a:lnTo>
                  <a:pt x="27431" y="3819"/>
                </a:lnTo>
                <a:lnTo>
                  <a:pt x="26086" y="2546"/>
                </a:lnTo>
                <a:lnTo>
                  <a:pt x="25151" y="0"/>
                </a:lnTo>
                <a:lnTo>
                  <a:pt x="24840" y="1909"/>
                </a:lnTo>
                <a:lnTo>
                  <a:pt x="24118" y="3304"/>
                </a:lnTo>
                <a:lnTo>
                  <a:pt x="22879" y="4830"/>
                </a:lnTo>
                <a:lnTo>
                  <a:pt x="21010" y="5850"/>
                </a:lnTo>
                <a:lnTo>
                  <a:pt x="19566" y="6609"/>
                </a:lnTo>
                <a:lnTo>
                  <a:pt x="17081" y="7498"/>
                </a:lnTo>
                <a:lnTo>
                  <a:pt x="15007" y="8266"/>
                </a:lnTo>
                <a:lnTo>
                  <a:pt x="12006" y="9286"/>
                </a:lnTo>
                <a:lnTo>
                  <a:pt x="9422" y="10175"/>
                </a:lnTo>
                <a:lnTo>
                  <a:pt x="4452" y="11064"/>
                </a:lnTo>
                <a:lnTo>
                  <a:pt x="1762" y="11823"/>
                </a:lnTo>
                <a:lnTo>
                  <a:pt x="0" y="12712"/>
                </a:lnTo>
                <a:lnTo>
                  <a:pt x="2902" y="2975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23" name="object 1423"/>
          <p:cNvSpPr/>
          <p:nvPr/>
        </p:nvSpPr>
        <p:spPr>
          <a:xfrm>
            <a:off x="7181402" y="3029296"/>
            <a:ext cx="36853" cy="14744"/>
          </a:xfrm>
          <a:custGeom>
            <a:avLst/>
            <a:gdLst/>
            <a:ahLst/>
            <a:cxnLst/>
            <a:rect l="l" t="t" r="r" b="b"/>
            <a:pathLst>
              <a:path w="36853" h="14744">
                <a:moveTo>
                  <a:pt x="16253" y="13602"/>
                </a:moveTo>
                <a:lnTo>
                  <a:pt x="19460" y="12965"/>
                </a:lnTo>
                <a:lnTo>
                  <a:pt x="22667" y="12076"/>
                </a:lnTo>
                <a:lnTo>
                  <a:pt x="26709" y="10934"/>
                </a:lnTo>
                <a:lnTo>
                  <a:pt x="30326" y="9277"/>
                </a:lnTo>
                <a:lnTo>
                  <a:pt x="33434" y="7629"/>
                </a:lnTo>
                <a:lnTo>
                  <a:pt x="35197" y="6103"/>
                </a:lnTo>
                <a:lnTo>
                  <a:pt x="36435" y="4952"/>
                </a:lnTo>
                <a:lnTo>
                  <a:pt x="36853" y="3810"/>
                </a:lnTo>
                <a:lnTo>
                  <a:pt x="31055" y="1647"/>
                </a:lnTo>
                <a:lnTo>
                  <a:pt x="27742" y="0"/>
                </a:lnTo>
                <a:lnTo>
                  <a:pt x="26086" y="2031"/>
                </a:lnTo>
                <a:lnTo>
                  <a:pt x="24429" y="3304"/>
                </a:lnTo>
                <a:lnTo>
                  <a:pt x="22879" y="4699"/>
                </a:lnTo>
                <a:lnTo>
                  <a:pt x="20706" y="5589"/>
                </a:lnTo>
                <a:lnTo>
                  <a:pt x="18426" y="6609"/>
                </a:lnTo>
                <a:lnTo>
                  <a:pt x="15835" y="7115"/>
                </a:lnTo>
                <a:lnTo>
                  <a:pt x="13145" y="7751"/>
                </a:lnTo>
                <a:lnTo>
                  <a:pt x="10767" y="8388"/>
                </a:lnTo>
                <a:lnTo>
                  <a:pt x="7248" y="9155"/>
                </a:lnTo>
                <a:lnTo>
                  <a:pt x="5280" y="9155"/>
                </a:lnTo>
                <a:lnTo>
                  <a:pt x="2697" y="9277"/>
                </a:lnTo>
                <a:lnTo>
                  <a:pt x="828" y="9408"/>
                </a:lnTo>
                <a:lnTo>
                  <a:pt x="212" y="10550"/>
                </a:lnTo>
                <a:lnTo>
                  <a:pt x="0" y="11823"/>
                </a:lnTo>
                <a:lnTo>
                  <a:pt x="729" y="13218"/>
                </a:lnTo>
                <a:lnTo>
                  <a:pt x="2590" y="14622"/>
                </a:lnTo>
                <a:lnTo>
                  <a:pt x="5075" y="14744"/>
                </a:lnTo>
                <a:lnTo>
                  <a:pt x="8388" y="14744"/>
                </a:lnTo>
                <a:lnTo>
                  <a:pt x="12834" y="14108"/>
                </a:lnTo>
                <a:lnTo>
                  <a:pt x="16253" y="13602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24" name="object 1424"/>
          <p:cNvSpPr/>
          <p:nvPr/>
        </p:nvSpPr>
        <p:spPr>
          <a:xfrm>
            <a:off x="7207458" y="3036472"/>
            <a:ext cx="8468" cy="5144"/>
          </a:xfrm>
          <a:custGeom>
            <a:avLst/>
            <a:gdLst/>
            <a:ahLst/>
            <a:cxnLst/>
            <a:rect l="l" t="t" r="r" b="b"/>
            <a:pathLst>
              <a:path w="8468" h="5144">
                <a:moveTo>
                  <a:pt x="8468" y="627"/>
                </a:moveTo>
                <a:lnTo>
                  <a:pt x="8376" y="374"/>
                </a:lnTo>
                <a:lnTo>
                  <a:pt x="8284" y="113"/>
                </a:lnTo>
                <a:lnTo>
                  <a:pt x="8043" y="0"/>
                </a:lnTo>
                <a:lnTo>
                  <a:pt x="7831" y="113"/>
                </a:lnTo>
                <a:lnTo>
                  <a:pt x="4518" y="1892"/>
                </a:lnTo>
                <a:lnTo>
                  <a:pt x="0" y="4163"/>
                </a:lnTo>
                <a:lnTo>
                  <a:pt x="214" y="5144"/>
                </a:lnTo>
                <a:lnTo>
                  <a:pt x="4844" y="2825"/>
                </a:lnTo>
                <a:lnTo>
                  <a:pt x="8164" y="1046"/>
                </a:lnTo>
                <a:lnTo>
                  <a:pt x="8376" y="932"/>
                </a:lnTo>
                <a:lnTo>
                  <a:pt x="8468" y="627"/>
                </a:lnTo>
                <a:close/>
              </a:path>
            </a:pathLst>
          </a:custGeom>
          <a:solidFill>
            <a:srgbClr val="DFDFD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25" name="object 1425"/>
          <p:cNvSpPr/>
          <p:nvPr/>
        </p:nvSpPr>
        <p:spPr>
          <a:xfrm>
            <a:off x="7185847" y="3040623"/>
            <a:ext cx="21824" cy="4185"/>
          </a:xfrm>
          <a:custGeom>
            <a:avLst/>
            <a:gdLst/>
            <a:ahLst/>
            <a:cxnLst/>
            <a:rect l="l" t="t" r="r" b="b"/>
            <a:pathLst>
              <a:path w="21824" h="4185">
                <a:moveTo>
                  <a:pt x="7" y="3688"/>
                </a:moveTo>
                <a:lnTo>
                  <a:pt x="14" y="3967"/>
                </a:lnTo>
                <a:lnTo>
                  <a:pt x="205" y="4185"/>
                </a:lnTo>
                <a:lnTo>
                  <a:pt x="431" y="4185"/>
                </a:lnTo>
                <a:lnTo>
                  <a:pt x="5500" y="4054"/>
                </a:lnTo>
                <a:lnTo>
                  <a:pt x="11850" y="3287"/>
                </a:lnTo>
                <a:lnTo>
                  <a:pt x="17775" y="2014"/>
                </a:lnTo>
                <a:lnTo>
                  <a:pt x="21584" y="26"/>
                </a:lnTo>
                <a:lnTo>
                  <a:pt x="17775" y="2014"/>
                </a:lnTo>
                <a:lnTo>
                  <a:pt x="21824" y="994"/>
                </a:lnTo>
                <a:lnTo>
                  <a:pt x="21661" y="0"/>
                </a:lnTo>
                <a:lnTo>
                  <a:pt x="17633" y="1011"/>
                </a:lnTo>
                <a:lnTo>
                  <a:pt x="11737" y="2284"/>
                </a:lnTo>
                <a:lnTo>
                  <a:pt x="5450" y="3043"/>
                </a:lnTo>
                <a:lnTo>
                  <a:pt x="410" y="3165"/>
                </a:lnTo>
                <a:lnTo>
                  <a:pt x="184" y="3173"/>
                </a:lnTo>
                <a:lnTo>
                  <a:pt x="0" y="3400"/>
                </a:lnTo>
                <a:lnTo>
                  <a:pt x="7" y="3688"/>
                </a:lnTo>
                <a:close/>
              </a:path>
            </a:pathLst>
          </a:custGeom>
          <a:solidFill>
            <a:srgbClr val="DFDFD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26" name="object 1426"/>
          <p:cNvSpPr/>
          <p:nvPr/>
        </p:nvSpPr>
        <p:spPr>
          <a:xfrm>
            <a:off x="6644432" y="3072143"/>
            <a:ext cx="187547" cy="65599"/>
          </a:xfrm>
          <a:custGeom>
            <a:avLst/>
            <a:gdLst/>
            <a:ahLst/>
            <a:cxnLst/>
            <a:rect l="l" t="t" r="r" b="b"/>
            <a:pathLst>
              <a:path w="187547" h="65599">
                <a:moveTo>
                  <a:pt x="310" y="25678"/>
                </a:moveTo>
                <a:lnTo>
                  <a:pt x="1449" y="28094"/>
                </a:lnTo>
                <a:lnTo>
                  <a:pt x="3208" y="30003"/>
                </a:lnTo>
                <a:lnTo>
                  <a:pt x="5278" y="32161"/>
                </a:lnTo>
                <a:lnTo>
                  <a:pt x="8384" y="34323"/>
                </a:lnTo>
                <a:lnTo>
                  <a:pt x="17595" y="38390"/>
                </a:lnTo>
                <a:lnTo>
                  <a:pt x="24840" y="41696"/>
                </a:lnTo>
                <a:lnTo>
                  <a:pt x="34673" y="45764"/>
                </a:lnTo>
                <a:lnTo>
                  <a:pt x="45541" y="49833"/>
                </a:lnTo>
                <a:lnTo>
                  <a:pt x="54131" y="52757"/>
                </a:lnTo>
                <a:lnTo>
                  <a:pt x="64689" y="55681"/>
                </a:lnTo>
                <a:lnTo>
                  <a:pt x="76802" y="58351"/>
                </a:lnTo>
                <a:lnTo>
                  <a:pt x="82699" y="59750"/>
                </a:lnTo>
                <a:lnTo>
                  <a:pt x="88284" y="60640"/>
                </a:lnTo>
                <a:lnTo>
                  <a:pt x="93360" y="61530"/>
                </a:lnTo>
                <a:lnTo>
                  <a:pt x="96878" y="62166"/>
                </a:lnTo>
                <a:lnTo>
                  <a:pt x="101430" y="62674"/>
                </a:lnTo>
                <a:lnTo>
                  <a:pt x="105161" y="62801"/>
                </a:lnTo>
                <a:lnTo>
                  <a:pt x="114781" y="63818"/>
                </a:lnTo>
                <a:lnTo>
                  <a:pt x="123375" y="64454"/>
                </a:lnTo>
                <a:lnTo>
                  <a:pt x="130929" y="65089"/>
                </a:lnTo>
                <a:lnTo>
                  <a:pt x="139522" y="65471"/>
                </a:lnTo>
                <a:lnTo>
                  <a:pt x="149355" y="65599"/>
                </a:lnTo>
                <a:lnTo>
                  <a:pt x="158155" y="65344"/>
                </a:lnTo>
                <a:lnTo>
                  <a:pt x="163535" y="65089"/>
                </a:lnTo>
                <a:lnTo>
                  <a:pt x="168915" y="63945"/>
                </a:lnTo>
                <a:lnTo>
                  <a:pt x="174090" y="62674"/>
                </a:lnTo>
                <a:lnTo>
                  <a:pt x="177197" y="61148"/>
                </a:lnTo>
                <a:lnTo>
                  <a:pt x="179371" y="58987"/>
                </a:lnTo>
                <a:lnTo>
                  <a:pt x="181855" y="56826"/>
                </a:lnTo>
                <a:lnTo>
                  <a:pt x="183922" y="53393"/>
                </a:lnTo>
                <a:lnTo>
                  <a:pt x="185374" y="50596"/>
                </a:lnTo>
                <a:lnTo>
                  <a:pt x="186825" y="45765"/>
                </a:lnTo>
                <a:lnTo>
                  <a:pt x="187341" y="41060"/>
                </a:lnTo>
                <a:lnTo>
                  <a:pt x="187547" y="37119"/>
                </a:lnTo>
                <a:lnTo>
                  <a:pt x="187341" y="32924"/>
                </a:lnTo>
                <a:lnTo>
                  <a:pt x="186924" y="29367"/>
                </a:lnTo>
                <a:lnTo>
                  <a:pt x="175434" y="32161"/>
                </a:lnTo>
                <a:lnTo>
                  <a:pt x="171817" y="32797"/>
                </a:lnTo>
                <a:lnTo>
                  <a:pt x="165396" y="33814"/>
                </a:lnTo>
                <a:lnTo>
                  <a:pt x="160328" y="33941"/>
                </a:lnTo>
                <a:lnTo>
                  <a:pt x="155875" y="33941"/>
                </a:lnTo>
                <a:lnTo>
                  <a:pt x="151217" y="33814"/>
                </a:lnTo>
                <a:lnTo>
                  <a:pt x="147699" y="33687"/>
                </a:lnTo>
                <a:lnTo>
                  <a:pt x="144492" y="32415"/>
                </a:lnTo>
                <a:lnTo>
                  <a:pt x="142106" y="32034"/>
                </a:lnTo>
                <a:lnTo>
                  <a:pt x="139728" y="30509"/>
                </a:lnTo>
                <a:lnTo>
                  <a:pt x="138276" y="28852"/>
                </a:lnTo>
                <a:lnTo>
                  <a:pt x="119545" y="28730"/>
                </a:lnTo>
                <a:lnTo>
                  <a:pt x="111058" y="28346"/>
                </a:lnTo>
                <a:lnTo>
                  <a:pt x="106506" y="28216"/>
                </a:lnTo>
                <a:lnTo>
                  <a:pt x="101430" y="27710"/>
                </a:lnTo>
                <a:lnTo>
                  <a:pt x="94082" y="26699"/>
                </a:lnTo>
                <a:lnTo>
                  <a:pt x="85594" y="25548"/>
                </a:lnTo>
                <a:lnTo>
                  <a:pt x="79280" y="24405"/>
                </a:lnTo>
                <a:lnTo>
                  <a:pt x="73277" y="23263"/>
                </a:lnTo>
                <a:lnTo>
                  <a:pt x="67380" y="22496"/>
                </a:lnTo>
                <a:lnTo>
                  <a:pt x="58582" y="20333"/>
                </a:lnTo>
                <a:lnTo>
                  <a:pt x="49577" y="18180"/>
                </a:lnTo>
                <a:lnTo>
                  <a:pt x="40987" y="15764"/>
                </a:lnTo>
                <a:lnTo>
                  <a:pt x="34362" y="13471"/>
                </a:lnTo>
                <a:lnTo>
                  <a:pt x="27324" y="10803"/>
                </a:lnTo>
                <a:lnTo>
                  <a:pt x="20079" y="7882"/>
                </a:lnTo>
                <a:lnTo>
                  <a:pt x="16456" y="6094"/>
                </a:lnTo>
                <a:lnTo>
                  <a:pt x="13869" y="4568"/>
                </a:lnTo>
                <a:lnTo>
                  <a:pt x="12420" y="3557"/>
                </a:lnTo>
                <a:lnTo>
                  <a:pt x="10971" y="0"/>
                </a:lnTo>
                <a:lnTo>
                  <a:pt x="9728" y="0"/>
                </a:lnTo>
                <a:lnTo>
                  <a:pt x="7866" y="758"/>
                </a:lnTo>
                <a:lnTo>
                  <a:pt x="5796" y="2153"/>
                </a:lnTo>
                <a:lnTo>
                  <a:pt x="3519" y="3810"/>
                </a:lnTo>
                <a:lnTo>
                  <a:pt x="1863" y="5719"/>
                </a:lnTo>
                <a:lnTo>
                  <a:pt x="931" y="7498"/>
                </a:lnTo>
                <a:lnTo>
                  <a:pt x="310" y="8893"/>
                </a:lnTo>
                <a:lnTo>
                  <a:pt x="0" y="11056"/>
                </a:lnTo>
                <a:lnTo>
                  <a:pt x="0" y="23647"/>
                </a:lnTo>
                <a:lnTo>
                  <a:pt x="310" y="25678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27" name="object 1427"/>
          <p:cNvSpPr/>
          <p:nvPr/>
        </p:nvSpPr>
        <p:spPr>
          <a:xfrm>
            <a:off x="6644432" y="3081037"/>
            <a:ext cx="187547" cy="56705"/>
          </a:xfrm>
          <a:custGeom>
            <a:avLst/>
            <a:gdLst/>
            <a:ahLst/>
            <a:cxnLst/>
            <a:rect l="l" t="t" r="r" b="b"/>
            <a:pathLst>
              <a:path w="187547" h="56705">
                <a:moveTo>
                  <a:pt x="0" y="2162"/>
                </a:moveTo>
                <a:lnTo>
                  <a:pt x="0" y="14753"/>
                </a:lnTo>
                <a:lnTo>
                  <a:pt x="310" y="16784"/>
                </a:lnTo>
                <a:lnTo>
                  <a:pt x="1449" y="19200"/>
                </a:lnTo>
                <a:lnTo>
                  <a:pt x="3208" y="21109"/>
                </a:lnTo>
                <a:lnTo>
                  <a:pt x="5278" y="23267"/>
                </a:lnTo>
                <a:lnTo>
                  <a:pt x="8384" y="25429"/>
                </a:lnTo>
                <a:lnTo>
                  <a:pt x="17595" y="29497"/>
                </a:lnTo>
                <a:lnTo>
                  <a:pt x="24840" y="32802"/>
                </a:lnTo>
                <a:lnTo>
                  <a:pt x="34673" y="36871"/>
                </a:lnTo>
                <a:lnTo>
                  <a:pt x="45541" y="41066"/>
                </a:lnTo>
                <a:lnTo>
                  <a:pt x="54131" y="43864"/>
                </a:lnTo>
                <a:lnTo>
                  <a:pt x="64689" y="46787"/>
                </a:lnTo>
                <a:lnTo>
                  <a:pt x="74622" y="49203"/>
                </a:lnTo>
                <a:lnTo>
                  <a:pt x="82699" y="50856"/>
                </a:lnTo>
                <a:lnTo>
                  <a:pt x="88284" y="52001"/>
                </a:lnTo>
                <a:lnTo>
                  <a:pt x="93360" y="52636"/>
                </a:lnTo>
                <a:lnTo>
                  <a:pt x="96878" y="53272"/>
                </a:lnTo>
                <a:lnTo>
                  <a:pt x="101430" y="53780"/>
                </a:lnTo>
                <a:lnTo>
                  <a:pt x="105678" y="54161"/>
                </a:lnTo>
                <a:lnTo>
                  <a:pt x="114781" y="54924"/>
                </a:lnTo>
                <a:lnTo>
                  <a:pt x="123375" y="55560"/>
                </a:lnTo>
                <a:lnTo>
                  <a:pt x="130929" y="56196"/>
                </a:lnTo>
                <a:lnTo>
                  <a:pt x="139522" y="56577"/>
                </a:lnTo>
                <a:lnTo>
                  <a:pt x="149355" y="56705"/>
                </a:lnTo>
                <a:lnTo>
                  <a:pt x="158155" y="56450"/>
                </a:lnTo>
                <a:lnTo>
                  <a:pt x="163535" y="56196"/>
                </a:lnTo>
                <a:lnTo>
                  <a:pt x="167258" y="55560"/>
                </a:lnTo>
                <a:lnTo>
                  <a:pt x="170054" y="55052"/>
                </a:lnTo>
                <a:lnTo>
                  <a:pt x="173990" y="53908"/>
                </a:lnTo>
                <a:lnTo>
                  <a:pt x="177197" y="52254"/>
                </a:lnTo>
                <a:lnTo>
                  <a:pt x="179682" y="50093"/>
                </a:lnTo>
                <a:lnTo>
                  <a:pt x="181855" y="47932"/>
                </a:lnTo>
                <a:lnTo>
                  <a:pt x="183922" y="44499"/>
                </a:lnTo>
                <a:lnTo>
                  <a:pt x="185374" y="41829"/>
                </a:lnTo>
                <a:lnTo>
                  <a:pt x="186825" y="36871"/>
                </a:lnTo>
                <a:lnTo>
                  <a:pt x="187341" y="32167"/>
                </a:lnTo>
                <a:lnTo>
                  <a:pt x="187547" y="28225"/>
                </a:lnTo>
                <a:lnTo>
                  <a:pt x="187341" y="24030"/>
                </a:lnTo>
                <a:lnTo>
                  <a:pt x="186924" y="20473"/>
                </a:lnTo>
                <a:lnTo>
                  <a:pt x="186202" y="23521"/>
                </a:lnTo>
                <a:lnTo>
                  <a:pt x="185062" y="26191"/>
                </a:lnTo>
                <a:lnTo>
                  <a:pt x="182783" y="27844"/>
                </a:lnTo>
                <a:lnTo>
                  <a:pt x="179682" y="28988"/>
                </a:lnTo>
                <a:lnTo>
                  <a:pt x="176680" y="30006"/>
                </a:lnTo>
                <a:lnTo>
                  <a:pt x="172121" y="31023"/>
                </a:lnTo>
                <a:lnTo>
                  <a:pt x="166848" y="31785"/>
                </a:lnTo>
                <a:lnTo>
                  <a:pt x="161673" y="32167"/>
                </a:lnTo>
                <a:lnTo>
                  <a:pt x="154941" y="32802"/>
                </a:lnTo>
                <a:lnTo>
                  <a:pt x="149150" y="32802"/>
                </a:lnTo>
                <a:lnTo>
                  <a:pt x="144492" y="32676"/>
                </a:lnTo>
                <a:lnTo>
                  <a:pt x="138489" y="32167"/>
                </a:lnTo>
                <a:lnTo>
                  <a:pt x="120062" y="32166"/>
                </a:lnTo>
                <a:lnTo>
                  <a:pt x="114993" y="31913"/>
                </a:lnTo>
                <a:lnTo>
                  <a:pt x="108679" y="31785"/>
                </a:lnTo>
                <a:lnTo>
                  <a:pt x="102676" y="31277"/>
                </a:lnTo>
                <a:lnTo>
                  <a:pt x="95639" y="30641"/>
                </a:lnTo>
                <a:lnTo>
                  <a:pt x="88284" y="29624"/>
                </a:lnTo>
                <a:lnTo>
                  <a:pt x="81559" y="28861"/>
                </a:lnTo>
                <a:lnTo>
                  <a:pt x="75351" y="27590"/>
                </a:lnTo>
                <a:lnTo>
                  <a:pt x="69036" y="26318"/>
                </a:lnTo>
                <a:lnTo>
                  <a:pt x="62412" y="24920"/>
                </a:lnTo>
                <a:lnTo>
                  <a:pt x="56512" y="23521"/>
                </a:lnTo>
                <a:lnTo>
                  <a:pt x="51234" y="21999"/>
                </a:lnTo>
                <a:lnTo>
                  <a:pt x="46058" y="20342"/>
                </a:lnTo>
                <a:lnTo>
                  <a:pt x="40055" y="18310"/>
                </a:lnTo>
                <a:lnTo>
                  <a:pt x="34466" y="16401"/>
                </a:lnTo>
                <a:lnTo>
                  <a:pt x="30533" y="14875"/>
                </a:lnTo>
                <a:lnTo>
                  <a:pt x="26082" y="13733"/>
                </a:lnTo>
                <a:lnTo>
                  <a:pt x="22874" y="12207"/>
                </a:lnTo>
                <a:lnTo>
                  <a:pt x="18941" y="10681"/>
                </a:lnTo>
                <a:lnTo>
                  <a:pt x="16250" y="9408"/>
                </a:lnTo>
                <a:lnTo>
                  <a:pt x="12937" y="8266"/>
                </a:lnTo>
                <a:lnTo>
                  <a:pt x="9729" y="6740"/>
                </a:lnTo>
                <a:lnTo>
                  <a:pt x="6417" y="4961"/>
                </a:lnTo>
                <a:lnTo>
                  <a:pt x="3829" y="3051"/>
                </a:lnTo>
                <a:lnTo>
                  <a:pt x="1552" y="1273"/>
                </a:lnTo>
                <a:lnTo>
                  <a:pt x="310" y="0"/>
                </a:lnTo>
                <a:lnTo>
                  <a:pt x="0" y="2162"/>
                </a:lnTo>
                <a:close/>
              </a:path>
            </a:pathLst>
          </a:custGeom>
          <a:solidFill>
            <a:srgbClr val="5F5F5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28" name="object 1428"/>
          <p:cNvSpPr/>
          <p:nvPr/>
        </p:nvSpPr>
        <p:spPr>
          <a:xfrm>
            <a:off x="6657694" y="3089722"/>
            <a:ext cx="39982" cy="17542"/>
          </a:xfrm>
          <a:custGeom>
            <a:avLst/>
            <a:gdLst/>
            <a:ahLst/>
            <a:cxnLst/>
            <a:rect l="l" t="t" r="r" b="b"/>
            <a:pathLst>
              <a:path w="39982" h="17542">
                <a:moveTo>
                  <a:pt x="6077" y="3426"/>
                </a:moveTo>
                <a:lnTo>
                  <a:pt x="3300" y="1796"/>
                </a:lnTo>
                <a:lnTo>
                  <a:pt x="661" y="130"/>
                </a:lnTo>
                <a:lnTo>
                  <a:pt x="458" y="0"/>
                </a:lnTo>
                <a:lnTo>
                  <a:pt x="209" y="95"/>
                </a:lnTo>
                <a:lnTo>
                  <a:pt x="104" y="348"/>
                </a:lnTo>
                <a:lnTo>
                  <a:pt x="0" y="592"/>
                </a:lnTo>
                <a:lnTo>
                  <a:pt x="79" y="906"/>
                </a:lnTo>
                <a:lnTo>
                  <a:pt x="283" y="1028"/>
                </a:lnTo>
                <a:lnTo>
                  <a:pt x="2932" y="2703"/>
                </a:lnTo>
                <a:lnTo>
                  <a:pt x="5720" y="4342"/>
                </a:lnTo>
                <a:lnTo>
                  <a:pt x="8636" y="5920"/>
                </a:lnTo>
                <a:lnTo>
                  <a:pt x="11672" y="7437"/>
                </a:lnTo>
                <a:lnTo>
                  <a:pt x="14826" y="8902"/>
                </a:lnTo>
                <a:lnTo>
                  <a:pt x="18089" y="10315"/>
                </a:lnTo>
                <a:lnTo>
                  <a:pt x="21465" y="11666"/>
                </a:lnTo>
                <a:lnTo>
                  <a:pt x="24945" y="12965"/>
                </a:lnTo>
                <a:lnTo>
                  <a:pt x="28521" y="14194"/>
                </a:lnTo>
                <a:lnTo>
                  <a:pt x="32197" y="15374"/>
                </a:lnTo>
                <a:lnTo>
                  <a:pt x="35958" y="16487"/>
                </a:lnTo>
                <a:lnTo>
                  <a:pt x="39809" y="17542"/>
                </a:lnTo>
                <a:lnTo>
                  <a:pt x="39979" y="16547"/>
                </a:lnTo>
                <a:lnTo>
                  <a:pt x="36145" y="15497"/>
                </a:lnTo>
                <a:lnTo>
                  <a:pt x="32399" y="14387"/>
                </a:lnTo>
                <a:lnTo>
                  <a:pt x="28738" y="13209"/>
                </a:lnTo>
                <a:lnTo>
                  <a:pt x="25177" y="11989"/>
                </a:lnTo>
                <a:lnTo>
                  <a:pt x="21713" y="10690"/>
                </a:lnTo>
                <a:lnTo>
                  <a:pt x="18355" y="9347"/>
                </a:lnTo>
                <a:lnTo>
                  <a:pt x="15109" y="7943"/>
                </a:lnTo>
                <a:lnTo>
                  <a:pt x="11975" y="6495"/>
                </a:lnTo>
                <a:lnTo>
                  <a:pt x="8959" y="4978"/>
                </a:lnTo>
                <a:lnTo>
                  <a:pt x="6065" y="3418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29" name="object 1429"/>
          <p:cNvSpPr/>
          <p:nvPr/>
        </p:nvSpPr>
        <p:spPr>
          <a:xfrm>
            <a:off x="6705446" y="3108183"/>
            <a:ext cx="8241" cy="2677"/>
          </a:xfrm>
          <a:custGeom>
            <a:avLst/>
            <a:gdLst/>
            <a:ahLst/>
            <a:cxnLst/>
            <a:rect l="l" t="t" r="r" b="b"/>
            <a:pathLst>
              <a:path w="8241" h="2677">
                <a:moveTo>
                  <a:pt x="147" y="0"/>
                </a:moveTo>
                <a:lnTo>
                  <a:pt x="0" y="1000"/>
                </a:lnTo>
                <a:lnTo>
                  <a:pt x="8241" y="2677"/>
                </a:lnTo>
                <a:lnTo>
                  <a:pt x="159" y="2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30" name="object 1430"/>
          <p:cNvSpPr/>
          <p:nvPr/>
        </p:nvSpPr>
        <p:spPr>
          <a:xfrm>
            <a:off x="6697504" y="3106269"/>
            <a:ext cx="69928" cy="8946"/>
          </a:xfrm>
          <a:custGeom>
            <a:avLst/>
            <a:gdLst/>
            <a:ahLst/>
            <a:cxnLst/>
            <a:rect l="l" t="t" r="r" b="b"/>
            <a:pathLst>
              <a:path w="69928" h="8946">
                <a:moveTo>
                  <a:pt x="60640" y="7909"/>
                </a:moveTo>
                <a:lnTo>
                  <a:pt x="51466" y="7596"/>
                </a:lnTo>
                <a:lnTo>
                  <a:pt x="42397" y="7000"/>
                </a:lnTo>
                <a:lnTo>
                  <a:pt x="33506" y="6133"/>
                </a:lnTo>
                <a:lnTo>
                  <a:pt x="24799" y="4991"/>
                </a:lnTo>
                <a:lnTo>
                  <a:pt x="16306" y="3584"/>
                </a:lnTo>
                <a:lnTo>
                  <a:pt x="8097" y="1914"/>
                </a:lnTo>
                <a:lnTo>
                  <a:pt x="179" y="2"/>
                </a:lnTo>
                <a:lnTo>
                  <a:pt x="0" y="994"/>
                </a:lnTo>
                <a:lnTo>
                  <a:pt x="7942" y="2914"/>
                </a:lnTo>
                <a:lnTo>
                  <a:pt x="8089" y="1913"/>
                </a:lnTo>
                <a:lnTo>
                  <a:pt x="16183" y="4590"/>
                </a:lnTo>
                <a:lnTo>
                  <a:pt x="24693" y="5998"/>
                </a:lnTo>
                <a:lnTo>
                  <a:pt x="33421" y="7144"/>
                </a:lnTo>
                <a:lnTo>
                  <a:pt x="33499" y="6132"/>
                </a:lnTo>
                <a:lnTo>
                  <a:pt x="33421" y="7144"/>
                </a:lnTo>
                <a:lnTo>
                  <a:pt x="42348" y="8015"/>
                </a:lnTo>
                <a:lnTo>
                  <a:pt x="51423" y="8612"/>
                </a:lnTo>
                <a:lnTo>
                  <a:pt x="60633" y="8926"/>
                </a:lnTo>
                <a:lnTo>
                  <a:pt x="69928" y="8946"/>
                </a:lnTo>
                <a:lnTo>
                  <a:pt x="69921" y="7929"/>
                </a:lnTo>
                <a:lnTo>
                  <a:pt x="60640" y="7909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31" name="object 1431"/>
          <p:cNvSpPr/>
          <p:nvPr/>
        </p:nvSpPr>
        <p:spPr>
          <a:xfrm>
            <a:off x="6767426" y="3113328"/>
            <a:ext cx="19134" cy="1887"/>
          </a:xfrm>
          <a:custGeom>
            <a:avLst/>
            <a:gdLst/>
            <a:ahLst/>
            <a:cxnLst/>
            <a:rect l="l" t="t" r="r" b="b"/>
            <a:pathLst>
              <a:path w="19134" h="1887">
                <a:moveTo>
                  <a:pt x="0" y="871"/>
                </a:moveTo>
                <a:lnTo>
                  <a:pt x="7" y="1887"/>
                </a:lnTo>
                <a:lnTo>
                  <a:pt x="9358" y="1613"/>
                </a:lnTo>
                <a:lnTo>
                  <a:pt x="18724" y="1030"/>
                </a:lnTo>
                <a:lnTo>
                  <a:pt x="18957" y="1015"/>
                </a:lnTo>
                <a:lnTo>
                  <a:pt x="19134" y="776"/>
                </a:lnTo>
                <a:lnTo>
                  <a:pt x="19120" y="497"/>
                </a:lnTo>
                <a:lnTo>
                  <a:pt x="19106" y="216"/>
                </a:lnTo>
                <a:lnTo>
                  <a:pt x="18915" y="0"/>
                </a:lnTo>
                <a:lnTo>
                  <a:pt x="18688" y="14"/>
                </a:lnTo>
                <a:lnTo>
                  <a:pt x="9323" y="596"/>
                </a:lnTo>
                <a:lnTo>
                  <a:pt x="7" y="871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32" name="object 1432"/>
          <p:cNvSpPr/>
          <p:nvPr/>
        </p:nvSpPr>
        <p:spPr>
          <a:xfrm>
            <a:off x="6749176" y="3119689"/>
            <a:ext cx="22872" cy="10806"/>
          </a:xfrm>
          <a:custGeom>
            <a:avLst/>
            <a:gdLst/>
            <a:ahLst/>
            <a:cxnLst/>
            <a:rect l="l" t="t" r="r" b="b"/>
            <a:pathLst>
              <a:path w="22872" h="10806">
                <a:moveTo>
                  <a:pt x="3001" y="7500"/>
                </a:moveTo>
                <a:lnTo>
                  <a:pt x="3107" y="0"/>
                </a:lnTo>
                <a:lnTo>
                  <a:pt x="0" y="0"/>
                </a:lnTo>
                <a:lnTo>
                  <a:pt x="0" y="9916"/>
                </a:lnTo>
                <a:lnTo>
                  <a:pt x="22872" y="10806"/>
                </a:lnTo>
                <a:lnTo>
                  <a:pt x="22872" y="8771"/>
                </a:lnTo>
                <a:lnTo>
                  <a:pt x="3001" y="750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33" name="object 1433"/>
          <p:cNvSpPr/>
          <p:nvPr/>
        </p:nvSpPr>
        <p:spPr>
          <a:xfrm>
            <a:off x="6751767" y="3119689"/>
            <a:ext cx="20281" cy="9153"/>
          </a:xfrm>
          <a:custGeom>
            <a:avLst/>
            <a:gdLst/>
            <a:ahLst/>
            <a:cxnLst/>
            <a:rect l="l" t="t" r="r" b="b"/>
            <a:pathLst>
              <a:path w="20281" h="9153">
                <a:moveTo>
                  <a:pt x="0" y="0"/>
                </a:moveTo>
                <a:lnTo>
                  <a:pt x="0" y="8390"/>
                </a:lnTo>
                <a:lnTo>
                  <a:pt x="20281" y="9153"/>
                </a:lnTo>
                <a:lnTo>
                  <a:pt x="19870" y="0"/>
                </a:lnTo>
                <a:lnTo>
                  <a:pt x="0" y="0"/>
                </a:lnTo>
                <a:close/>
              </a:path>
            </a:pathLst>
          </a:custGeom>
          <a:solidFill>
            <a:srgbClr val="1F1F1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34" name="object 1434"/>
          <p:cNvSpPr/>
          <p:nvPr/>
        </p:nvSpPr>
        <p:spPr>
          <a:xfrm>
            <a:off x="6651574" y="3091466"/>
            <a:ext cx="9211" cy="11821"/>
          </a:xfrm>
          <a:custGeom>
            <a:avLst/>
            <a:gdLst/>
            <a:ahLst/>
            <a:cxnLst/>
            <a:rect l="l" t="t" r="r" b="b"/>
            <a:pathLst>
              <a:path w="9211" h="11821">
                <a:moveTo>
                  <a:pt x="931" y="6356"/>
                </a:moveTo>
                <a:lnTo>
                  <a:pt x="931" y="505"/>
                </a:lnTo>
                <a:lnTo>
                  <a:pt x="0" y="0"/>
                </a:lnTo>
                <a:lnTo>
                  <a:pt x="0" y="7376"/>
                </a:lnTo>
                <a:lnTo>
                  <a:pt x="9211" y="11821"/>
                </a:lnTo>
                <a:lnTo>
                  <a:pt x="9211" y="10166"/>
                </a:lnTo>
                <a:lnTo>
                  <a:pt x="931" y="6356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35" name="object 1435"/>
          <p:cNvSpPr/>
          <p:nvPr/>
        </p:nvSpPr>
        <p:spPr>
          <a:xfrm>
            <a:off x="6652506" y="3091971"/>
            <a:ext cx="8280" cy="9914"/>
          </a:xfrm>
          <a:custGeom>
            <a:avLst/>
            <a:gdLst/>
            <a:ahLst/>
            <a:cxnLst/>
            <a:rect l="l" t="t" r="r" b="b"/>
            <a:pathLst>
              <a:path w="8280" h="9914">
                <a:moveTo>
                  <a:pt x="0" y="0"/>
                </a:moveTo>
                <a:lnTo>
                  <a:pt x="0" y="6609"/>
                </a:lnTo>
                <a:lnTo>
                  <a:pt x="8280" y="9914"/>
                </a:lnTo>
                <a:lnTo>
                  <a:pt x="8280" y="3304"/>
                </a:lnTo>
                <a:lnTo>
                  <a:pt x="0" y="0"/>
                </a:lnTo>
                <a:close/>
              </a:path>
            </a:pathLst>
          </a:custGeom>
          <a:solidFill>
            <a:srgbClr val="1F1F1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36" name="object 1436"/>
          <p:cNvSpPr/>
          <p:nvPr/>
        </p:nvSpPr>
        <p:spPr>
          <a:xfrm>
            <a:off x="1332230" y="2406650"/>
            <a:ext cx="486028" cy="1177036"/>
          </a:xfrm>
          <a:custGeom>
            <a:avLst/>
            <a:gdLst/>
            <a:ahLst/>
            <a:cxnLst/>
            <a:rect l="l" t="t" r="r" b="b"/>
            <a:pathLst>
              <a:path w="486028" h="1177036">
                <a:moveTo>
                  <a:pt x="486028" y="0"/>
                </a:moveTo>
                <a:lnTo>
                  <a:pt x="457453" y="268097"/>
                </a:lnTo>
                <a:lnTo>
                  <a:pt x="281178" y="291846"/>
                </a:lnTo>
                <a:lnTo>
                  <a:pt x="187451" y="812164"/>
                </a:lnTo>
                <a:lnTo>
                  <a:pt x="61975" y="816863"/>
                </a:lnTo>
                <a:lnTo>
                  <a:pt x="0" y="1177036"/>
                </a:lnTo>
              </a:path>
            </a:pathLst>
          </a:custGeom>
          <a:ln w="12700">
            <a:solidFill>
              <a:srgbClr val="414141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37" name="object 1437"/>
          <p:cNvSpPr/>
          <p:nvPr/>
        </p:nvSpPr>
        <p:spPr>
          <a:xfrm>
            <a:off x="1670302" y="1873537"/>
            <a:ext cx="370927" cy="298369"/>
          </a:xfrm>
          <a:custGeom>
            <a:avLst/>
            <a:gdLst/>
            <a:ahLst/>
            <a:cxnLst/>
            <a:rect l="l" t="t" r="r" b="b"/>
            <a:pathLst>
              <a:path w="370927" h="298369">
                <a:moveTo>
                  <a:pt x="34839" y="298369"/>
                </a:moveTo>
                <a:lnTo>
                  <a:pt x="44572" y="287155"/>
                </a:lnTo>
                <a:lnTo>
                  <a:pt x="51754" y="278998"/>
                </a:lnTo>
                <a:lnTo>
                  <a:pt x="60971" y="269298"/>
                </a:lnTo>
                <a:lnTo>
                  <a:pt x="72752" y="259101"/>
                </a:lnTo>
                <a:lnTo>
                  <a:pt x="83507" y="248904"/>
                </a:lnTo>
                <a:lnTo>
                  <a:pt x="96837" y="237169"/>
                </a:lnTo>
                <a:lnTo>
                  <a:pt x="98203" y="236093"/>
                </a:lnTo>
                <a:lnTo>
                  <a:pt x="109129" y="227481"/>
                </a:lnTo>
                <a:lnTo>
                  <a:pt x="118348" y="220675"/>
                </a:lnTo>
                <a:lnTo>
                  <a:pt x="122958" y="217272"/>
                </a:lnTo>
                <a:lnTo>
                  <a:pt x="138846" y="206058"/>
                </a:lnTo>
                <a:lnTo>
                  <a:pt x="141304" y="204562"/>
                </a:lnTo>
                <a:lnTo>
                  <a:pt x="157280" y="194837"/>
                </a:lnTo>
                <a:lnTo>
                  <a:pt x="174195" y="184629"/>
                </a:lnTo>
                <a:lnTo>
                  <a:pt x="188178" y="176937"/>
                </a:lnTo>
                <a:lnTo>
                  <a:pt x="193657" y="173923"/>
                </a:lnTo>
                <a:lnTo>
                  <a:pt x="198222" y="171837"/>
                </a:lnTo>
                <a:lnTo>
                  <a:pt x="212619" y="165258"/>
                </a:lnTo>
                <a:lnTo>
                  <a:pt x="234645" y="155558"/>
                </a:lnTo>
                <a:lnTo>
                  <a:pt x="257703" y="146892"/>
                </a:lnTo>
                <a:lnTo>
                  <a:pt x="286909" y="137713"/>
                </a:lnTo>
                <a:lnTo>
                  <a:pt x="315078" y="129545"/>
                </a:lnTo>
                <a:lnTo>
                  <a:pt x="347353" y="122405"/>
                </a:lnTo>
                <a:lnTo>
                  <a:pt x="370927" y="117816"/>
                </a:lnTo>
                <a:lnTo>
                  <a:pt x="368667" y="110174"/>
                </a:lnTo>
                <a:lnTo>
                  <a:pt x="336088" y="0"/>
                </a:lnTo>
                <a:lnTo>
                  <a:pt x="321098" y="3020"/>
                </a:lnTo>
                <a:lnTo>
                  <a:pt x="295616" y="8156"/>
                </a:lnTo>
                <a:lnTo>
                  <a:pt x="268968" y="14272"/>
                </a:lnTo>
                <a:lnTo>
                  <a:pt x="249220" y="20587"/>
                </a:lnTo>
                <a:lnTo>
                  <a:pt x="235157" y="25121"/>
                </a:lnTo>
                <a:lnTo>
                  <a:pt x="215183" y="31620"/>
                </a:lnTo>
                <a:lnTo>
                  <a:pt x="192636" y="40800"/>
                </a:lnTo>
                <a:lnTo>
                  <a:pt x="167542" y="52534"/>
                </a:lnTo>
                <a:lnTo>
                  <a:pt x="143968" y="65281"/>
                </a:lnTo>
                <a:lnTo>
                  <a:pt x="123978" y="76495"/>
                </a:lnTo>
                <a:lnTo>
                  <a:pt x="106054" y="87727"/>
                </a:lnTo>
                <a:lnTo>
                  <a:pt x="86082" y="100982"/>
                </a:lnTo>
                <a:lnTo>
                  <a:pt x="73779" y="110173"/>
                </a:lnTo>
                <a:lnTo>
                  <a:pt x="60461" y="120365"/>
                </a:lnTo>
                <a:lnTo>
                  <a:pt x="46632" y="132094"/>
                </a:lnTo>
                <a:lnTo>
                  <a:pt x="32791" y="145360"/>
                </a:lnTo>
                <a:lnTo>
                  <a:pt x="26642" y="151225"/>
                </a:lnTo>
                <a:lnTo>
                  <a:pt x="20499" y="157084"/>
                </a:lnTo>
                <a:lnTo>
                  <a:pt x="9745" y="169333"/>
                </a:lnTo>
                <a:lnTo>
                  <a:pt x="0" y="180553"/>
                </a:lnTo>
                <a:lnTo>
                  <a:pt x="34839" y="298369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38" name="object 1438"/>
          <p:cNvSpPr/>
          <p:nvPr/>
        </p:nvSpPr>
        <p:spPr>
          <a:xfrm>
            <a:off x="1670302" y="1873537"/>
            <a:ext cx="370927" cy="298369"/>
          </a:xfrm>
          <a:custGeom>
            <a:avLst/>
            <a:gdLst/>
            <a:ahLst/>
            <a:cxnLst/>
            <a:rect l="l" t="t" r="r" b="b"/>
            <a:pathLst>
              <a:path w="370927" h="298369">
                <a:moveTo>
                  <a:pt x="368667" y="110174"/>
                </a:moveTo>
                <a:lnTo>
                  <a:pt x="370927" y="117816"/>
                </a:lnTo>
                <a:lnTo>
                  <a:pt x="347353" y="122405"/>
                </a:lnTo>
                <a:lnTo>
                  <a:pt x="315078" y="129545"/>
                </a:lnTo>
                <a:lnTo>
                  <a:pt x="286909" y="137713"/>
                </a:lnTo>
                <a:lnTo>
                  <a:pt x="257703" y="146892"/>
                </a:lnTo>
                <a:lnTo>
                  <a:pt x="234645" y="155558"/>
                </a:lnTo>
                <a:lnTo>
                  <a:pt x="212619" y="165258"/>
                </a:lnTo>
                <a:lnTo>
                  <a:pt x="198222" y="171837"/>
                </a:lnTo>
                <a:lnTo>
                  <a:pt x="193657" y="173923"/>
                </a:lnTo>
                <a:lnTo>
                  <a:pt x="188178" y="176937"/>
                </a:lnTo>
                <a:lnTo>
                  <a:pt x="174195" y="184629"/>
                </a:lnTo>
                <a:lnTo>
                  <a:pt x="157280" y="194837"/>
                </a:lnTo>
                <a:lnTo>
                  <a:pt x="141304" y="204562"/>
                </a:lnTo>
                <a:lnTo>
                  <a:pt x="138846" y="206058"/>
                </a:lnTo>
                <a:lnTo>
                  <a:pt x="122958" y="217272"/>
                </a:lnTo>
                <a:lnTo>
                  <a:pt x="118348" y="220675"/>
                </a:lnTo>
                <a:lnTo>
                  <a:pt x="109129" y="227481"/>
                </a:lnTo>
                <a:lnTo>
                  <a:pt x="98203" y="236093"/>
                </a:lnTo>
                <a:lnTo>
                  <a:pt x="96837" y="237169"/>
                </a:lnTo>
                <a:lnTo>
                  <a:pt x="83507" y="248904"/>
                </a:lnTo>
                <a:lnTo>
                  <a:pt x="72752" y="259101"/>
                </a:lnTo>
                <a:lnTo>
                  <a:pt x="60971" y="269298"/>
                </a:lnTo>
                <a:lnTo>
                  <a:pt x="51754" y="278998"/>
                </a:lnTo>
                <a:lnTo>
                  <a:pt x="44572" y="287155"/>
                </a:lnTo>
                <a:lnTo>
                  <a:pt x="34839" y="298369"/>
                </a:lnTo>
                <a:lnTo>
                  <a:pt x="0" y="180553"/>
                </a:lnTo>
                <a:lnTo>
                  <a:pt x="9745" y="169333"/>
                </a:lnTo>
                <a:lnTo>
                  <a:pt x="20499" y="157084"/>
                </a:lnTo>
                <a:lnTo>
                  <a:pt x="26642" y="151225"/>
                </a:lnTo>
                <a:lnTo>
                  <a:pt x="32791" y="145360"/>
                </a:lnTo>
                <a:lnTo>
                  <a:pt x="38775" y="139625"/>
                </a:lnTo>
                <a:lnTo>
                  <a:pt x="46632" y="132094"/>
                </a:lnTo>
                <a:lnTo>
                  <a:pt x="60461" y="120365"/>
                </a:lnTo>
                <a:lnTo>
                  <a:pt x="73779" y="110173"/>
                </a:lnTo>
                <a:lnTo>
                  <a:pt x="86082" y="100982"/>
                </a:lnTo>
                <a:lnTo>
                  <a:pt x="106054" y="87727"/>
                </a:lnTo>
                <a:lnTo>
                  <a:pt x="123978" y="76495"/>
                </a:lnTo>
                <a:lnTo>
                  <a:pt x="143968" y="65281"/>
                </a:lnTo>
                <a:lnTo>
                  <a:pt x="167542" y="52534"/>
                </a:lnTo>
                <a:lnTo>
                  <a:pt x="192636" y="40800"/>
                </a:lnTo>
                <a:lnTo>
                  <a:pt x="215183" y="31620"/>
                </a:lnTo>
                <a:lnTo>
                  <a:pt x="235157" y="25121"/>
                </a:lnTo>
                <a:lnTo>
                  <a:pt x="249220" y="20587"/>
                </a:lnTo>
                <a:lnTo>
                  <a:pt x="268968" y="14272"/>
                </a:lnTo>
                <a:lnTo>
                  <a:pt x="284813" y="10635"/>
                </a:lnTo>
                <a:lnTo>
                  <a:pt x="295616" y="8156"/>
                </a:lnTo>
                <a:lnTo>
                  <a:pt x="321098" y="3020"/>
                </a:lnTo>
                <a:lnTo>
                  <a:pt x="336088" y="0"/>
                </a:lnTo>
                <a:lnTo>
                  <a:pt x="368667" y="110174"/>
                </a:lnTo>
                <a:close/>
              </a:path>
            </a:pathLst>
          </a:custGeom>
          <a:ln w="817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39" name="object 1439"/>
          <p:cNvSpPr/>
          <p:nvPr/>
        </p:nvSpPr>
        <p:spPr>
          <a:xfrm>
            <a:off x="1762017" y="1803145"/>
            <a:ext cx="147535" cy="223400"/>
          </a:xfrm>
          <a:custGeom>
            <a:avLst/>
            <a:gdLst/>
            <a:ahLst/>
            <a:cxnLst/>
            <a:rect l="l" t="t" r="r" b="b"/>
            <a:pathLst>
              <a:path w="147535" h="223400">
                <a:moveTo>
                  <a:pt x="147535" y="0"/>
                </a:moveTo>
                <a:lnTo>
                  <a:pt x="0" y="223400"/>
                </a:lnTo>
                <a:lnTo>
                  <a:pt x="147535" y="0"/>
                </a:lnTo>
              </a:path>
            </a:pathLst>
          </a:custGeom>
          <a:ln w="819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40" name="object 1440"/>
          <p:cNvSpPr/>
          <p:nvPr/>
        </p:nvSpPr>
        <p:spPr>
          <a:xfrm>
            <a:off x="1749714" y="1875068"/>
            <a:ext cx="181365" cy="65789"/>
          </a:xfrm>
          <a:custGeom>
            <a:avLst/>
            <a:gdLst/>
            <a:ahLst/>
            <a:cxnLst/>
            <a:rect l="l" t="t" r="r" b="b"/>
            <a:pathLst>
              <a:path w="181365" h="65789">
                <a:moveTo>
                  <a:pt x="181365" y="65789"/>
                </a:moveTo>
                <a:lnTo>
                  <a:pt x="181365" y="65789"/>
                </a:lnTo>
                <a:lnTo>
                  <a:pt x="0" y="0"/>
                </a:lnTo>
              </a:path>
            </a:pathLst>
          </a:custGeom>
          <a:ln w="818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41" name="object 1441"/>
          <p:cNvSpPr/>
          <p:nvPr/>
        </p:nvSpPr>
        <p:spPr>
          <a:xfrm>
            <a:off x="1909553" y="1800081"/>
            <a:ext cx="21526" cy="140777"/>
          </a:xfrm>
          <a:custGeom>
            <a:avLst/>
            <a:gdLst/>
            <a:ahLst/>
            <a:cxnLst/>
            <a:rect l="l" t="t" r="r" b="b"/>
            <a:pathLst>
              <a:path w="21526" h="140777">
                <a:moveTo>
                  <a:pt x="21526" y="140777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820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42" name="object 1442"/>
          <p:cNvSpPr/>
          <p:nvPr/>
        </p:nvSpPr>
        <p:spPr>
          <a:xfrm>
            <a:off x="1760480" y="1940858"/>
            <a:ext cx="170599" cy="85687"/>
          </a:xfrm>
          <a:custGeom>
            <a:avLst/>
            <a:gdLst/>
            <a:ahLst/>
            <a:cxnLst/>
            <a:rect l="l" t="t" r="r" b="b"/>
            <a:pathLst>
              <a:path w="170599" h="85687">
                <a:moveTo>
                  <a:pt x="170599" y="0"/>
                </a:moveTo>
                <a:lnTo>
                  <a:pt x="0" y="85687"/>
                </a:lnTo>
                <a:lnTo>
                  <a:pt x="170599" y="0"/>
                </a:lnTo>
              </a:path>
            </a:pathLst>
          </a:custGeom>
          <a:ln w="818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43" name="object 1443"/>
          <p:cNvSpPr/>
          <p:nvPr/>
        </p:nvSpPr>
        <p:spPr>
          <a:xfrm>
            <a:off x="1746639" y="1873536"/>
            <a:ext cx="15377" cy="153008"/>
          </a:xfrm>
          <a:custGeom>
            <a:avLst/>
            <a:gdLst/>
            <a:ahLst/>
            <a:cxnLst/>
            <a:rect l="l" t="t" r="r" b="b"/>
            <a:pathLst>
              <a:path w="15377" h="153008">
                <a:moveTo>
                  <a:pt x="15377" y="153008"/>
                </a:moveTo>
                <a:lnTo>
                  <a:pt x="15377" y="153008"/>
                </a:lnTo>
                <a:lnTo>
                  <a:pt x="0" y="0"/>
                </a:lnTo>
              </a:path>
            </a:pathLst>
          </a:custGeom>
          <a:ln w="820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44" name="object 1444"/>
          <p:cNvSpPr/>
          <p:nvPr/>
        </p:nvSpPr>
        <p:spPr>
          <a:xfrm>
            <a:off x="1556584" y="1741939"/>
            <a:ext cx="458002" cy="250945"/>
          </a:xfrm>
          <a:custGeom>
            <a:avLst/>
            <a:gdLst/>
            <a:ahLst/>
            <a:cxnLst/>
            <a:rect l="l" t="t" r="r" b="b"/>
            <a:pathLst>
              <a:path w="458002" h="250945">
                <a:moveTo>
                  <a:pt x="0" y="250945"/>
                </a:moveTo>
                <a:lnTo>
                  <a:pt x="0" y="250945"/>
                </a:lnTo>
                <a:lnTo>
                  <a:pt x="458002" y="0"/>
                </a:lnTo>
              </a:path>
            </a:pathLst>
          </a:custGeom>
          <a:ln w="16358">
            <a:solidFill>
              <a:srgbClr val="BEBEBE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45" name="object 1445"/>
          <p:cNvSpPr/>
          <p:nvPr/>
        </p:nvSpPr>
        <p:spPr>
          <a:xfrm>
            <a:off x="1551961" y="1740407"/>
            <a:ext cx="464156" cy="254008"/>
          </a:xfrm>
          <a:custGeom>
            <a:avLst/>
            <a:gdLst/>
            <a:ahLst/>
            <a:cxnLst/>
            <a:rect l="l" t="t" r="r" b="b"/>
            <a:pathLst>
              <a:path w="464156" h="254008">
                <a:moveTo>
                  <a:pt x="0" y="254008"/>
                </a:moveTo>
                <a:lnTo>
                  <a:pt x="0" y="254008"/>
                </a:lnTo>
                <a:lnTo>
                  <a:pt x="464156" y="0"/>
                </a:lnTo>
              </a:path>
            </a:pathLst>
          </a:custGeom>
          <a:ln w="408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46" name="object 1446"/>
          <p:cNvSpPr/>
          <p:nvPr/>
        </p:nvSpPr>
        <p:spPr>
          <a:xfrm>
            <a:off x="1547349" y="1600654"/>
            <a:ext cx="278185" cy="254517"/>
          </a:xfrm>
          <a:custGeom>
            <a:avLst/>
            <a:gdLst/>
            <a:ahLst/>
            <a:cxnLst/>
            <a:rect l="l" t="t" r="r" b="b"/>
            <a:pathLst>
              <a:path w="278185" h="254517">
                <a:moveTo>
                  <a:pt x="278185" y="135169"/>
                </a:moveTo>
                <a:lnTo>
                  <a:pt x="201337" y="0"/>
                </a:lnTo>
                <a:lnTo>
                  <a:pt x="0" y="119862"/>
                </a:lnTo>
                <a:lnTo>
                  <a:pt x="58535" y="220418"/>
                </a:lnTo>
                <a:lnTo>
                  <a:pt x="78385" y="254517"/>
                </a:lnTo>
                <a:lnTo>
                  <a:pt x="278185" y="135169"/>
                </a:lnTo>
                <a:close/>
              </a:path>
            </a:pathLst>
          </a:custGeom>
          <a:solidFill>
            <a:srgbClr val="BEDF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47" name="object 1447"/>
          <p:cNvSpPr/>
          <p:nvPr/>
        </p:nvSpPr>
        <p:spPr>
          <a:xfrm>
            <a:off x="1547349" y="1600654"/>
            <a:ext cx="278185" cy="254517"/>
          </a:xfrm>
          <a:custGeom>
            <a:avLst/>
            <a:gdLst/>
            <a:ahLst/>
            <a:cxnLst/>
            <a:rect l="l" t="t" r="r" b="b"/>
            <a:pathLst>
              <a:path w="278185" h="254517">
                <a:moveTo>
                  <a:pt x="278185" y="135169"/>
                </a:moveTo>
                <a:lnTo>
                  <a:pt x="78385" y="254517"/>
                </a:lnTo>
                <a:lnTo>
                  <a:pt x="58535" y="220418"/>
                </a:lnTo>
                <a:lnTo>
                  <a:pt x="0" y="119862"/>
                </a:lnTo>
                <a:lnTo>
                  <a:pt x="201337" y="0"/>
                </a:lnTo>
                <a:lnTo>
                  <a:pt x="278185" y="135169"/>
                </a:lnTo>
                <a:close/>
              </a:path>
            </a:pathLst>
          </a:custGeom>
          <a:ln w="817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48" name="object 1448"/>
          <p:cNvSpPr/>
          <p:nvPr/>
        </p:nvSpPr>
        <p:spPr>
          <a:xfrm>
            <a:off x="1748687" y="1601168"/>
            <a:ext cx="150627" cy="151477"/>
          </a:xfrm>
          <a:custGeom>
            <a:avLst/>
            <a:gdLst/>
            <a:ahLst/>
            <a:cxnLst/>
            <a:rect l="l" t="t" r="r" b="b"/>
            <a:pathLst>
              <a:path w="150627" h="151477">
                <a:moveTo>
                  <a:pt x="110666" y="79056"/>
                </a:moveTo>
                <a:lnTo>
                  <a:pt x="0" y="0"/>
                </a:lnTo>
                <a:lnTo>
                  <a:pt x="76848" y="134655"/>
                </a:lnTo>
                <a:lnTo>
                  <a:pt x="150627" y="151477"/>
                </a:lnTo>
                <a:lnTo>
                  <a:pt x="110666" y="79056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49" name="object 1449"/>
          <p:cNvSpPr/>
          <p:nvPr/>
        </p:nvSpPr>
        <p:spPr>
          <a:xfrm>
            <a:off x="1748687" y="1601168"/>
            <a:ext cx="150627" cy="151477"/>
          </a:xfrm>
          <a:custGeom>
            <a:avLst/>
            <a:gdLst/>
            <a:ahLst/>
            <a:cxnLst/>
            <a:rect l="l" t="t" r="r" b="b"/>
            <a:pathLst>
              <a:path w="150627" h="151477">
                <a:moveTo>
                  <a:pt x="110666" y="79056"/>
                </a:moveTo>
                <a:lnTo>
                  <a:pt x="150627" y="151477"/>
                </a:lnTo>
                <a:lnTo>
                  <a:pt x="76848" y="134655"/>
                </a:lnTo>
                <a:lnTo>
                  <a:pt x="0" y="0"/>
                </a:lnTo>
                <a:lnTo>
                  <a:pt x="110666" y="79056"/>
                </a:lnTo>
                <a:close/>
              </a:path>
            </a:pathLst>
          </a:custGeom>
          <a:ln w="818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50" name="object 1450"/>
          <p:cNvSpPr/>
          <p:nvPr/>
        </p:nvSpPr>
        <p:spPr>
          <a:xfrm>
            <a:off x="1626245" y="1735823"/>
            <a:ext cx="271532" cy="119347"/>
          </a:xfrm>
          <a:custGeom>
            <a:avLst/>
            <a:gdLst/>
            <a:ahLst/>
            <a:cxnLst/>
            <a:rect l="l" t="t" r="r" b="b"/>
            <a:pathLst>
              <a:path w="271532" h="119347">
                <a:moveTo>
                  <a:pt x="259491" y="12741"/>
                </a:moveTo>
                <a:lnTo>
                  <a:pt x="199289" y="0"/>
                </a:lnTo>
                <a:lnTo>
                  <a:pt x="17891" y="108633"/>
                </a:lnTo>
                <a:lnTo>
                  <a:pt x="0" y="119347"/>
                </a:lnTo>
                <a:lnTo>
                  <a:pt x="12090" y="117205"/>
                </a:lnTo>
                <a:lnTo>
                  <a:pt x="120904" y="97918"/>
                </a:lnTo>
                <a:lnTo>
                  <a:pt x="206977" y="50702"/>
                </a:lnTo>
                <a:lnTo>
                  <a:pt x="271532" y="15289"/>
                </a:lnTo>
                <a:lnTo>
                  <a:pt x="259491" y="12741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51" name="object 1451"/>
          <p:cNvSpPr/>
          <p:nvPr/>
        </p:nvSpPr>
        <p:spPr>
          <a:xfrm>
            <a:off x="1626245" y="1735823"/>
            <a:ext cx="271532" cy="119347"/>
          </a:xfrm>
          <a:custGeom>
            <a:avLst/>
            <a:gdLst/>
            <a:ahLst/>
            <a:cxnLst/>
            <a:rect l="l" t="t" r="r" b="b"/>
            <a:pathLst>
              <a:path w="271532" h="119347">
                <a:moveTo>
                  <a:pt x="259491" y="12741"/>
                </a:moveTo>
                <a:lnTo>
                  <a:pt x="271532" y="15289"/>
                </a:lnTo>
                <a:lnTo>
                  <a:pt x="206977" y="50702"/>
                </a:lnTo>
                <a:lnTo>
                  <a:pt x="120904" y="97918"/>
                </a:lnTo>
                <a:lnTo>
                  <a:pt x="12090" y="117205"/>
                </a:lnTo>
                <a:lnTo>
                  <a:pt x="0" y="119347"/>
                </a:lnTo>
                <a:lnTo>
                  <a:pt x="17891" y="108633"/>
                </a:lnTo>
                <a:lnTo>
                  <a:pt x="199289" y="0"/>
                </a:lnTo>
                <a:lnTo>
                  <a:pt x="259491" y="12741"/>
                </a:lnTo>
                <a:close/>
              </a:path>
            </a:pathLst>
          </a:custGeom>
          <a:ln w="81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52" name="object 1452"/>
          <p:cNvSpPr/>
          <p:nvPr/>
        </p:nvSpPr>
        <p:spPr>
          <a:xfrm>
            <a:off x="1603715" y="1700110"/>
            <a:ext cx="74284" cy="75489"/>
          </a:xfrm>
          <a:custGeom>
            <a:avLst/>
            <a:gdLst/>
            <a:ahLst/>
            <a:cxnLst/>
            <a:rect l="l" t="t" r="r" b="b"/>
            <a:pathLst>
              <a:path w="74284" h="75489">
                <a:moveTo>
                  <a:pt x="39687" y="70"/>
                </a:moveTo>
                <a:lnTo>
                  <a:pt x="37397" y="0"/>
                </a:lnTo>
                <a:lnTo>
                  <a:pt x="23498" y="2710"/>
                </a:lnTo>
                <a:lnTo>
                  <a:pt x="11922" y="10145"/>
                </a:lnTo>
                <a:lnTo>
                  <a:pt x="3759" y="21261"/>
                </a:lnTo>
                <a:lnTo>
                  <a:pt x="97" y="35014"/>
                </a:lnTo>
                <a:lnTo>
                  <a:pt x="0" y="37753"/>
                </a:lnTo>
                <a:lnTo>
                  <a:pt x="2715" y="51876"/>
                </a:lnTo>
                <a:lnTo>
                  <a:pt x="10133" y="63553"/>
                </a:lnTo>
                <a:lnTo>
                  <a:pt x="21166" y="71740"/>
                </a:lnTo>
                <a:lnTo>
                  <a:pt x="34724" y="75394"/>
                </a:lnTo>
                <a:lnTo>
                  <a:pt x="37397" y="75489"/>
                </a:lnTo>
                <a:lnTo>
                  <a:pt x="51305" y="72744"/>
                </a:lnTo>
                <a:lnTo>
                  <a:pt x="62764" y="65217"/>
                </a:lnTo>
                <a:lnTo>
                  <a:pt x="70745" y="53973"/>
                </a:lnTo>
                <a:lnTo>
                  <a:pt x="73233" y="44011"/>
                </a:lnTo>
                <a:lnTo>
                  <a:pt x="74216" y="40078"/>
                </a:lnTo>
                <a:lnTo>
                  <a:pt x="74284" y="37753"/>
                </a:lnTo>
                <a:lnTo>
                  <a:pt x="71606" y="23540"/>
                </a:lnTo>
                <a:lnTo>
                  <a:pt x="64261" y="11811"/>
                </a:lnTo>
                <a:lnTo>
                  <a:pt x="53277" y="3633"/>
                </a:lnTo>
                <a:lnTo>
                  <a:pt x="39687" y="70"/>
                </a:lnTo>
                <a:close/>
              </a:path>
            </a:pathLst>
          </a:custGeom>
          <a:solidFill>
            <a:srgbClr val="3E7E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53" name="object 1453"/>
          <p:cNvSpPr/>
          <p:nvPr/>
        </p:nvSpPr>
        <p:spPr>
          <a:xfrm>
            <a:off x="1603715" y="1700110"/>
            <a:ext cx="74284" cy="75489"/>
          </a:xfrm>
          <a:custGeom>
            <a:avLst/>
            <a:gdLst/>
            <a:ahLst/>
            <a:cxnLst/>
            <a:rect l="l" t="t" r="r" b="b"/>
            <a:pathLst>
              <a:path w="74284" h="75489">
                <a:moveTo>
                  <a:pt x="39687" y="70"/>
                </a:moveTo>
                <a:lnTo>
                  <a:pt x="53277" y="3633"/>
                </a:lnTo>
                <a:lnTo>
                  <a:pt x="64261" y="11811"/>
                </a:lnTo>
                <a:lnTo>
                  <a:pt x="71606" y="23540"/>
                </a:lnTo>
                <a:lnTo>
                  <a:pt x="74284" y="37753"/>
                </a:lnTo>
                <a:lnTo>
                  <a:pt x="74216" y="40078"/>
                </a:lnTo>
                <a:lnTo>
                  <a:pt x="73233" y="44011"/>
                </a:lnTo>
                <a:lnTo>
                  <a:pt x="70745" y="53973"/>
                </a:lnTo>
                <a:lnTo>
                  <a:pt x="62764" y="65217"/>
                </a:lnTo>
                <a:lnTo>
                  <a:pt x="51305" y="72744"/>
                </a:lnTo>
                <a:lnTo>
                  <a:pt x="37397" y="75489"/>
                </a:lnTo>
                <a:lnTo>
                  <a:pt x="34724" y="75394"/>
                </a:lnTo>
                <a:lnTo>
                  <a:pt x="21166" y="71740"/>
                </a:lnTo>
                <a:lnTo>
                  <a:pt x="10133" y="63553"/>
                </a:lnTo>
                <a:lnTo>
                  <a:pt x="2715" y="51876"/>
                </a:lnTo>
                <a:lnTo>
                  <a:pt x="0" y="37753"/>
                </a:lnTo>
                <a:lnTo>
                  <a:pt x="97" y="35014"/>
                </a:lnTo>
                <a:lnTo>
                  <a:pt x="3759" y="21261"/>
                </a:lnTo>
                <a:lnTo>
                  <a:pt x="11922" y="10145"/>
                </a:lnTo>
                <a:lnTo>
                  <a:pt x="23498" y="2710"/>
                </a:lnTo>
                <a:lnTo>
                  <a:pt x="37397" y="0"/>
                </a:lnTo>
                <a:lnTo>
                  <a:pt x="39687" y="70"/>
                </a:lnTo>
                <a:close/>
              </a:path>
            </a:pathLst>
          </a:custGeom>
          <a:ln w="818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54" name="object 1454"/>
          <p:cNvSpPr/>
          <p:nvPr/>
        </p:nvSpPr>
        <p:spPr>
          <a:xfrm>
            <a:off x="1683632" y="1657270"/>
            <a:ext cx="74289" cy="75495"/>
          </a:xfrm>
          <a:custGeom>
            <a:avLst/>
            <a:gdLst/>
            <a:ahLst/>
            <a:cxnLst/>
            <a:rect l="l" t="t" r="r" b="b"/>
            <a:pathLst>
              <a:path w="74289" h="75495">
                <a:moveTo>
                  <a:pt x="39162" y="54"/>
                </a:moveTo>
                <a:lnTo>
                  <a:pt x="37403" y="0"/>
                </a:lnTo>
                <a:lnTo>
                  <a:pt x="23502" y="2711"/>
                </a:lnTo>
                <a:lnTo>
                  <a:pt x="11924" y="10147"/>
                </a:lnTo>
                <a:lnTo>
                  <a:pt x="3759" y="21262"/>
                </a:lnTo>
                <a:lnTo>
                  <a:pt x="96" y="35009"/>
                </a:lnTo>
                <a:lnTo>
                  <a:pt x="48" y="36375"/>
                </a:lnTo>
                <a:lnTo>
                  <a:pt x="0" y="37742"/>
                </a:lnTo>
                <a:lnTo>
                  <a:pt x="449" y="40080"/>
                </a:lnTo>
                <a:lnTo>
                  <a:pt x="2714" y="51863"/>
                </a:lnTo>
                <a:lnTo>
                  <a:pt x="5269" y="55888"/>
                </a:lnTo>
                <a:lnTo>
                  <a:pt x="10130" y="63543"/>
                </a:lnTo>
                <a:lnTo>
                  <a:pt x="18653" y="69874"/>
                </a:lnTo>
                <a:lnTo>
                  <a:pt x="21160" y="71736"/>
                </a:lnTo>
                <a:lnTo>
                  <a:pt x="34712" y="75398"/>
                </a:lnTo>
                <a:lnTo>
                  <a:pt x="37403" y="75495"/>
                </a:lnTo>
                <a:lnTo>
                  <a:pt x="37649" y="75447"/>
                </a:lnTo>
                <a:lnTo>
                  <a:pt x="51307" y="72748"/>
                </a:lnTo>
                <a:lnTo>
                  <a:pt x="62766" y="65219"/>
                </a:lnTo>
                <a:lnTo>
                  <a:pt x="70747" y="53974"/>
                </a:lnTo>
                <a:lnTo>
                  <a:pt x="73484" y="43026"/>
                </a:lnTo>
                <a:lnTo>
                  <a:pt x="74221" y="40080"/>
                </a:lnTo>
                <a:lnTo>
                  <a:pt x="74289" y="37742"/>
                </a:lnTo>
                <a:lnTo>
                  <a:pt x="72332" y="27360"/>
                </a:lnTo>
                <a:lnTo>
                  <a:pt x="71611" y="23535"/>
                </a:lnTo>
                <a:lnTo>
                  <a:pt x="64264" y="11808"/>
                </a:lnTo>
                <a:lnTo>
                  <a:pt x="53277" y="3631"/>
                </a:lnTo>
                <a:lnTo>
                  <a:pt x="45285" y="1537"/>
                </a:lnTo>
                <a:lnTo>
                  <a:pt x="39683" y="70"/>
                </a:lnTo>
                <a:lnTo>
                  <a:pt x="39162" y="54"/>
                </a:lnTo>
                <a:close/>
              </a:path>
            </a:pathLst>
          </a:custGeom>
          <a:solidFill>
            <a:srgbClr val="3E7E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55" name="object 1455"/>
          <p:cNvSpPr/>
          <p:nvPr/>
        </p:nvSpPr>
        <p:spPr>
          <a:xfrm>
            <a:off x="1683632" y="1657270"/>
            <a:ext cx="74289" cy="75495"/>
          </a:xfrm>
          <a:custGeom>
            <a:avLst/>
            <a:gdLst/>
            <a:ahLst/>
            <a:cxnLst/>
            <a:rect l="l" t="t" r="r" b="b"/>
            <a:pathLst>
              <a:path w="74289" h="75495">
                <a:moveTo>
                  <a:pt x="39162" y="54"/>
                </a:moveTo>
                <a:lnTo>
                  <a:pt x="45285" y="1537"/>
                </a:lnTo>
                <a:lnTo>
                  <a:pt x="53277" y="3631"/>
                </a:lnTo>
                <a:lnTo>
                  <a:pt x="64264" y="11808"/>
                </a:lnTo>
                <a:lnTo>
                  <a:pt x="71611" y="23535"/>
                </a:lnTo>
                <a:lnTo>
                  <a:pt x="72332" y="27360"/>
                </a:lnTo>
                <a:lnTo>
                  <a:pt x="74289" y="37742"/>
                </a:lnTo>
                <a:lnTo>
                  <a:pt x="73484" y="43026"/>
                </a:lnTo>
                <a:lnTo>
                  <a:pt x="70747" y="53974"/>
                </a:lnTo>
                <a:lnTo>
                  <a:pt x="62766" y="65219"/>
                </a:lnTo>
                <a:lnTo>
                  <a:pt x="51307" y="72748"/>
                </a:lnTo>
                <a:lnTo>
                  <a:pt x="37649" y="75447"/>
                </a:lnTo>
                <a:lnTo>
                  <a:pt x="37403" y="75495"/>
                </a:lnTo>
                <a:lnTo>
                  <a:pt x="34712" y="75398"/>
                </a:lnTo>
                <a:lnTo>
                  <a:pt x="21909" y="71939"/>
                </a:lnTo>
                <a:lnTo>
                  <a:pt x="18653" y="69874"/>
                </a:lnTo>
                <a:lnTo>
                  <a:pt x="10130" y="63543"/>
                </a:lnTo>
                <a:lnTo>
                  <a:pt x="5269" y="55888"/>
                </a:lnTo>
                <a:lnTo>
                  <a:pt x="2714" y="51863"/>
                </a:lnTo>
                <a:lnTo>
                  <a:pt x="449" y="40080"/>
                </a:lnTo>
                <a:lnTo>
                  <a:pt x="0" y="37742"/>
                </a:lnTo>
                <a:lnTo>
                  <a:pt x="48" y="36375"/>
                </a:lnTo>
                <a:lnTo>
                  <a:pt x="96" y="35009"/>
                </a:lnTo>
                <a:lnTo>
                  <a:pt x="3759" y="21262"/>
                </a:lnTo>
                <a:lnTo>
                  <a:pt x="11924" y="10147"/>
                </a:lnTo>
                <a:lnTo>
                  <a:pt x="23502" y="2711"/>
                </a:lnTo>
                <a:lnTo>
                  <a:pt x="37403" y="0"/>
                </a:lnTo>
                <a:lnTo>
                  <a:pt x="39162" y="54"/>
                </a:lnTo>
                <a:close/>
              </a:path>
            </a:pathLst>
          </a:custGeom>
          <a:ln w="818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56" name="object 1456"/>
          <p:cNvSpPr/>
          <p:nvPr/>
        </p:nvSpPr>
        <p:spPr>
          <a:xfrm>
            <a:off x="1071409" y="1839349"/>
            <a:ext cx="583532" cy="524338"/>
          </a:xfrm>
          <a:custGeom>
            <a:avLst/>
            <a:gdLst/>
            <a:ahLst/>
            <a:cxnLst/>
            <a:rect l="l" t="t" r="r" b="b"/>
            <a:pathLst>
              <a:path w="583532" h="524338">
                <a:moveTo>
                  <a:pt x="583532" y="281056"/>
                </a:moveTo>
                <a:lnTo>
                  <a:pt x="417544" y="0"/>
                </a:lnTo>
                <a:lnTo>
                  <a:pt x="0" y="243303"/>
                </a:lnTo>
                <a:lnTo>
                  <a:pt x="166001" y="524338"/>
                </a:lnTo>
                <a:lnTo>
                  <a:pt x="583532" y="281056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57" name="object 1457"/>
          <p:cNvSpPr/>
          <p:nvPr/>
        </p:nvSpPr>
        <p:spPr>
          <a:xfrm>
            <a:off x="1071409" y="1839349"/>
            <a:ext cx="583532" cy="524338"/>
          </a:xfrm>
          <a:custGeom>
            <a:avLst/>
            <a:gdLst/>
            <a:ahLst/>
            <a:cxnLst/>
            <a:rect l="l" t="t" r="r" b="b"/>
            <a:pathLst>
              <a:path w="583532" h="524338">
                <a:moveTo>
                  <a:pt x="583532" y="281056"/>
                </a:moveTo>
                <a:lnTo>
                  <a:pt x="166001" y="524338"/>
                </a:lnTo>
                <a:lnTo>
                  <a:pt x="0" y="243303"/>
                </a:lnTo>
                <a:lnTo>
                  <a:pt x="417544" y="0"/>
                </a:lnTo>
                <a:lnTo>
                  <a:pt x="583532" y="281056"/>
                </a:lnTo>
                <a:close/>
              </a:path>
            </a:pathLst>
          </a:custGeom>
          <a:ln w="817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58" name="object 1458"/>
          <p:cNvSpPr/>
          <p:nvPr/>
        </p:nvSpPr>
        <p:spPr>
          <a:xfrm>
            <a:off x="1419275" y="1883225"/>
            <a:ext cx="164961" cy="280525"/>
          </a:xfrm>
          <a:custGeom>
            <a:avLst/>
            <a:gdLst/>
            <a:ahLst/>
            <a:cxnLst/>
            <a:rect l="l" t="t" r="r" b="b"/>
            <a:pathLst>
              <a:path w="164961" h="280525">
                <a:moveTo>
                  <a:pt x="164961" y="280525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409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59" name="object 1459"/>
          <p:cNvSpPr/>
          <p:nvPr/>
        </p:nvSpPr>
        <p:spPr>
          <a:xfrm>
            <a:off x="1350107" y="1924545"/>
            <a:ext cx="163429" cy="275923"/>
          </a:xfrm>
          <a:custGeom>
            <a:avLst/>
            <a:gdLst/>
            <a:ahLst/>
            <a:cxnLst/>
            <a:rect l="l" t="t" r="r" b="b"/>
            <a:pathLst>
              <a:path w="163429" h="275923">
                <a:moveTo>
                  <a:pt x="163429" y="27592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409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60" name="object 1460"/>
          <p:cNvSpPr/>
          <p:nvPr/>
        </p:nvSpPr>
        <p:spPr>
          <a:xfrm>
            <a:off x="1280957" y="1964322"/>
            <a:ext cx="164961" cy="277467"/>
          </a:xfrm>
          <a:custGeom>
            <a:avLst/>
            <a:gdLst/>
            <a:ahLst/>
            <a:cxnLst/>
            <a:rect l="l" t="t" r="r" b="b"/>
            <a:pathLst>
              <a:path w="164961" h="277467">
                <a:moveTo>
                  <a:pt x="164961" y="277467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409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61" name="object 1461"/>
          <p:cNvSpPr/>
          <p:nvPr/>
        </p:nvSpPr>
        <p:spPr>
          <a:xfrm>
            <a:off x="1210252" y="1999515"/>
            <a:ext cx="167525" cy="283583"/>
          </a:xfrm>
          <a:custGeom>
            <a:avLst/>
            <a:gdLst/>
            <a:ahLst/>
            <a:cxnLst/>
            <a:rect l="l" t="t" r="r" b="b"/>
            <a:pathLst>
              <a:path w="167525" h="283583">
                <a:moveTo>
                  <a:pt x="167525" y="28358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409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62" name="object 1462"/>
          <p:cNvSpPr/>
          <p:nvPr/>
        </p:nvSpPr>
        <p:spPr>
          <a:xfrm>
            <a:off x="1144158" y="2042361"/>
            <a:ext cx="162919" cy="279000"/>
          </a:xfrm>
          <a:custGeom>
            <a:avLst/>
            <a:gdLst/>
            <a:ahLst/>
            <a:cxnLst/>
            <a:rect l="l" t="t" r="r" b="b"/>
            <a:pathLst>
              <a:path w="162919" h="279000">
                <a:moveTo>
                  <a:pt x="162919" y="279000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409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63" name="object 1463"/>
          <p:cNvSpPr/>
          <p:nvPr/>
        </p:nvSpPr>
        <p:spPr>
          <a:xfrm>
            <a:off x="1108808" y="1900058"/>
            <a:ext cx="412420" cy="237678"/>
          </a:xfrm>
          <a:custGeom>
            <a:avLst/>
            <a:gdLst/>
            <a:ahLst/>
            <a:cxnLst/>
            <a:rect l="l" t="t" r="r" b="b"/>
            <a:pathLst>
              <a:path w="412420" h="237678">
                <a:moveTo>
                  <a:pt x="0" y="237678"/>
                </a:moveTo>
                <a:lnTo>
                  <a:pt x="0" y="237678"/>
                </a:lnTo>
                <a:lnTo>
                  <a:pt x="412420" y="0"/>
                </a:lnTo>
              </a:path>
            </a:pathLst>
          </a:custGeom>
          <a:ln w="408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64" name="object 1464"/>
          <p:cNvSpPr/>
          <p:nvPr/>
        </p:nvSpPr>
        <p:spPr>
          <a:xfrm>
            <a:off x="1142621" y="1953616"/>
            <a:ext cx="407802" cy="239204"/>
          </a:xfrm>
          <a:custGeom>
            <a:avLst/>
            <a:gdLst/>
            <a:ahLst/>
            <a:cxnLst/>
            <a:rect l="l" t="t" r="r" b="b"/>
            <a:pathLst>
              <a:path w="407802" h="239204">
                <a:moveTo>
                  <a:pt x="0" y="239204"/>
                </a:moveTo>
                <a:lnTo>
                  <a:pt x="0" y="239204"/>
                </a:lnTo>
                <a:lnTo>
                  <a:pt x="407802" y="0"/>
                </a:lnTo>
              </a:path>
            </a:pathLst>
          </a:custGeom>
          <a:ln w="408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65" name="object 1465"/>
          <p:cNvSpPr/>
          <p:nvPr/>
        </p:nvSpPr>
        <p:spPr>
          <a:xfrm>
            <a:off x="1173365" y="2008700"/>
            <a:ext cx="412408" cy="240736"/>
          </a:xfrm>
          <a:custGeom>
            <a:avLst/>
            <a:gdLst/>
            <a:ahLst/>
            <a:cxnLst/>
            <a:rect l="l" t="t" r="r" b="b"/>
            <a:pathLst>
              <a:path w="412408" h="240736">
                <a:moveTo>
                  <a:pt x="0" y="240736"/>
                </a:moveTo>
                <a:lnTo>
                  <a:pt x="0" y="240736"/>
                </a:lnTo>
                <a:lnTo>
                  <a:pt x="412408" y="0"/>
                </a:lnTo>
              </a:path>
            </a:pathLst>
          </a:custGeom>
          <a:ln w="408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66" name="object 1466"/>
          <p:cNvSpPr/>
          <p:nvPr/>
        </p:nvSpPr>
        <p:spPr>
          <a:xfrm>
            <a:off x="1205646" y="2063790"/>
            <a:ext cx="410871" cy="239204"/>
          </a:xfrm>
          <a:custGeom>
            <a:avLst/>
            <a:gdLst/>
            <a:ahLst/>
            <a:cxnLst/>
            <a:rect l="l" t="t" r="r" b="b"/>
            <a:pathLst>
              <a:path w="410871" h="239204">
                <a:moveTo>
                  <a:pt x="0" y="239204"/>
                </a:moveTo>
                <a:lnTo>
                  <a:pt x="0" y="239204"/>
                </a:lnTo>
                <a:lnTo>
                  <a:pt x="410871" y="0"/>
                </a:lnTo>
              </a:path>
            </a:pathLst>
          </a:custGeom>
          <a:ln w="408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67" name="object 1467"/>
          <p:cNvSpPr/>
          <p:nvPr/>
        </p:nvSpPr>
        <p:spPr>
          <a:xfrm>
            <a:off x="1926468" y="1373687"/>
            <a:ext cx="583518" cy="524336"/>
          </a:xfrm>
          <a:custGeom>
            <a:avLst/>
            <a:gdLst/>
            <a:ahLst/>
            <a:cxnLst/>
            <a:rect l="l" t="t" r="r" b="b"/>
            <a:pathLst>
              <a:path w="583518" h="524336">
                <a:moveTo>
                  <a:pt x="513323" y="162186"/>
                </a:moveTo>
                <a:lnTo>
                  <a:pt x="417530" y="0"/>
                </a:lnTo>
                <a:lnTo>
                  <a:pt x="0" y="243279"/>
                </a:lnTo>
                <a:lnTo>
                  <a:pt x="165987" y="524336"/>
                </a:lnTo>
                <a:lnTo>
                  <a:pt x="583518" y="281033"/>
                </a:lnTo>
                <a:lnTo>
                  <a:pt x="513323" y="162186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68" name="object 1468"/>
          <p:cNvSpPr/>
          <p:nvPr/>
        </p:nvSpPr>
        <p:spPr>
          <a:xfrm>
            <a:off x="1926468" y="1373687"/>
            <a:ext cx="583518" cy="524336"/>
          </a:xfrm>
          <a:custGeom>
            <a:avLst/>
            <a:gdLst/>
            <a:ahLst/>
            <a:cxnLst/>
            <a:rect l="l" t="t" r="r" b="b"/>
            <a:pathLst>
              <a:path w="583518" h="524336">
                <a:moveTo>
                  <a:pt x="513323" y="162186"/>
                </a:moveTo>
                <a:lnTo>
                  <a:pt x="583518" y="281033"/>
                </a:lnTo>
                <a:lnTo>
                  <a:pt x="165987" y="524336"/>
                </a:lnTo>
                <a:lnTo>
                  <a:pt x="0" y="243279"/>
                </a:lnTo>
                <a:lnTo>
                  <a:pt x="417530" y="0"/>
                </a:lnTo>
                <a:lnTo>
                  <a:pt x="513323" y="162186"/>
                </a:lnTo>
                <a:close/>
              </a:path>
            </a:pathLst>
          </a:custGeom>
          <a:ln w="817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69" name="object 1469"/>
          <p:cNvSpPr/>
          <p:nvPr/>
        </p:nvSpPr>
        <p:spPr>
          <a:xfrm>
            <a:off x="2274830" y="1417539"/>
            <a:ext cx="164468" cy="280530"/>
          </a:xfrm>
          <a:custGeom>
            <a:avLst/>
            <a:gdLst/>
            <a:ahLst/>
            <a:cxnLst/>
            <a:rect l="l" t="t" r="r" b="b"/>
            <a:pathLst>
              <a:path w="164468" h="280530">
                <a:moveTo>
                  <a:pt x="164468" y="280530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409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70" name="object 1470"/>
          <p:cNvSpPr/>
          <p:nvPr/>
        </p:nvSpPr>
        <p:spPr>
          <a:xfrm>
            <a:off x="2205680" y="1458865"/>
            <a:ext cx="162913" cy="275935"/>
          </a:xfrm>
          <a:custGeom>
            <a:avLst/>
            <a:gdLst/>
            <a:ahLst/>
            <a:cxnLst/>
            <a:rect l="l" t="t" r="r" b="b"/>
            <a:pathLst>
              <a:path w="162913" h="275935">
                <a:moveTo>
                  <a:pt x="162913" y="275935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409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71" name="object 1471"/>
          <p:cNvSpPr/>
          <p:nvPr/>
        </p:nvSpPr>
        <p:spPr>
          <a:xfrm>
            <a:off x="2136002" y="1498642"/>
            <a:ext cx="164961" cy="277467"/>
          </a:xfrm>
          <a:custGeom>
            <a:avLst/>
            <a:gdLst/>
            <a:ahLst/>
            <a:cxnLst/>
            <a:rect l="l" t="t" r="r" b="b"/>
            <a:pathLst>
              <a:path w="164961" h="277467">
                <a:moveTo>
                  <a:pt x="164961" y="277467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409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72" name="object 1472"/>
          <p:cNvSpPr/>
          <p:nvPr/>
        </p:nvSpPr>
        <p:spPr>
          <a:xfrm>
            <a:off x="2065296" y="1533829"/>
            <a:ext cx="168041" cy="283600"/>
          </a:xfrm>
          <a:custGeom>
            <a:avLst/>
            <a:gdLst/>
            <a:ahLst/>
            <a:cxnLst/>
            <a:rect l="l" t="t" r="r" b="b"/>
            <a:pathLst>
              <a:path w="168041" h="283600">
                <a:moveTo>
                  <a:pt x="168041" y="283600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409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73" name="object 1473"/>
          <p:cNvSpPr/>
          <p:nvPr/>
        </p:nvSpPr>
        <p:spPr>
          <a:xfrm>
            <a:off x="1999220" y="1576681"/>
            <a:ext cx="163423" cy="278998"/>
          </a:xfrm>
          <a:custGeom>
            <a:avLst/>
            <a:gdLst/>
            <a:ahLst/>
            <a:cxnLst/>
            <a:rect l="l" t="t" r="r" b="b"/>
            <a:pathLst>
              <a:path w="163423" h="278998">
                <a:moveTo>
                  <a:pt x="163423" y="278998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409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74" name="object 1474"/>
          <p:cNvSpPr/>
          <p:nvPr/>
        </p:nvSpPr>
        <p:spPr>
          <a:xfrm>
            <a:off x="1963871" y="1434378"/>
            <a:ext cx="412408" cy="237678"/>
          </a:xfrm>
          <a:custGeom>
            <a:avLst/>
            <a:gdLst/>
            <a:ahLst/>
            <a:cxnLst/>
            <a:rect l="l" t="t" r="r" b="b"/>
            <a:pathLst>
              <a:path w="412408" h="237678">
                <a:moveTo>
                  <a:pt x="0" y="237678"/>
                </a:moveTo>
                <a:lnTo>
                  <a:pt x="0" y="237678"/>
                </a:lnTo>
                <a:lnTo>
                  <a:pt x="412408" y="0"/>
                </a:lnTo>
              </a:path>
            </a:pathLst>
          </a:custGeom>
          <a:ln w="408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75" name="object 1475"/>
          <p:cNvSpPr/>
          <p:nvPr/>
        </p:nvSpPr>
        <p:spPr>
          <a:xfrm>
            <a:off x="1997683" y="1487936"/>
            <a:ext cx="407797" cy="239204"/>
          </a:xfrm>
          <a:custGeom>
            <a:avLst/>
            <a:gdLst/>
            <a:ahLst/>
            <a:cxnLst/>
            <a:rect l="l" t="t" r="r" b="b"/>
            <a:pathLst>
              <a:path w="407797" h="239204">
                <a:moveTo>
                  <a:pt x="0" y="239204"/>
                </a:moveTo>
                <a:lnTo>
                  <a:pt x="0" y="239204"/>
                </a:lnTo>
                <a:lnTo>
                  <a:pt x="407797" y="0"/>
                </a:lnTo>
              </a:path>
            </a:pathLst>
          </a:custGeom>
          <a:ln w="408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76" name="object 1476"/>
          <p:cNvSpPr/>
          <p:nvPr/>
        </p:nvSpPr>
        <p:spPr>
          <a:xfrm>
            <a:off x="2028410" y="1543020"/>
            <a:ext cx="412426" cy="240736"/>
          </a:xfrm>
          <a:custGeom>
            <a:avLst/>
            <a:gdLst/>
            <a:ahLst/>
            <a:cxnLst/>
            <a:rect l="l" t="t" r="r" b="b"/>
            <a:pathLst>
              <a:path w="412426" h="240736">
                <a:moveTo>
                  <a:pt x="0" y="240736"/>
                </a:moveTo>
                <a:lnTo>
                  <a:pt x="0" y="240736"/>
                </a:lnTo>
                <a:lnTo>
                  <a:pt x="412426" y="0"/>
                </a:lnTo>
              </a:path>
            </a:pathLst>
          </a:custGeom>
          <a:ln w="408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77" name="object 1477"/>
          <p:cNvSpPr/>
          <p:nvPr/>
        </p:nvSpPr>
        <p:spPr>
          <a:xfrm>
            <a:off x="2060691" y="1598104"/>
            <a:ext cx="410871" cy="239210"/>
          </a:xfrm>
          <a:custGeom>
            <a:avLst/>
            <a:gdLst/>
            <a:ahLst/>
            <a:cxnLst/>
            <a:rect l="l" t="t" r="r" b="b"/>
            <a:pathLst>
              <a:path w="410871" h="239210">
                <a:moveTo>
                  <a:pt x="0" y="239210"/>
                </a:moveTo>
                <a:lnTo>
                  <a:pt x="0" y="239210"/>
                </a:lnTo>
                <a:lnTo>
                  <a:pt x="410871" y="0"/>
                </a:lnTo>
              </a:path>
            </a:pathLst>
          </a:custGeom>
          <a:ln w="408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78" name="object 1478"/>
          <p:cNvSpPr/>
          <p:nvPr/>
        </p:nvSpPr>
        <p:spPr>
          <a:xfrm>
            <a:off x="1673376" y="1774583"/>
            <a:ext cx="134234" cy="236666"/>
          </a:xfrm>
          <a:custGeom>
            <a:avLst/>
            <a:gdLst/>
            <a:ahLst/>
            <a:cxnLst/>
            <a:rect l="l" t="t" r="r" b="b"/>
            <a:pathLst>
              <a:path w="134234" h="236666">
                <a:moveTo>
                  <a:pt x="510" y="183623"/>
                </a:moveTo>
                <a:lnTo>
                  <a:pt x="1026" y="202994"/>
                </a:lnTo>
                <a:lnTo>
                  <a:pt x="4623" y="221359"/>
                </a:lnTo>
                <a:lnTo>
                  <a:pt x="7187" y="236666"/>
                </a:lnTo>
                <a:lnTo>
                  <a:pt x="7332" y="236666"/>
                </a:lnTo>
                <a:lnTo>
                  <a:pt x="102980" y="236158"/>
                </a:lnTo>
                <a:lnTo>
                  <a:pt x="101417" y="228758"/>
                </a:lnTo>
                <a:lnTo>
                  <a:pt x="98885" y="216769"/>
                </a:lnTo>
                <a:lnTo>
                  <a:pt x="96786" y="202994"/>
                </a:lnTo>
                <a:lnTo>
                  <a:pt x="96321" y="199936"/>
                </a:lnTo>
                <a:lnTo>
                  <a:pt x="95181" y="183623"/>
                </a:lnTo>
                <a:lnTo>
                  <a:pt x="94789" y="178016"/>
                </a:lnTo>
                <a:lnTo>
                  <a:pt x="94273" y="158627"/>
                </a:lnTo>
                <a:lnTo>
                  <a:pt x="94481" y="145869"/>
                </a:lnTo>
                <a:lnTo>
                  <a:pt x="94731" y="130574"/>
                </a:lnTo>
                <a:lnTo>
                  <a:pt x="97858" y="102520"/>
                </a:lnTo>
                <a:lnTo>
                  <a:pt x="106565" y="64258"/>
                </a:lnTo>
                <a:lnTo>
                  <a:pt x="116298" y="33660"/>
                </a:lnTo>
                <a:lnTo>
                  <a:pt x="134234" y="0"/>
                </a:lnTo>
                <a:lnTo>
                  <a:pt x="46632" y="0"/>
                </a:lnTo>
                <a:lnTo>
                  <a:pt x="36886" y="15815"/>
                </a:lnTo>
                <a:lnTo>
                  <a:pt x="28179" y="35187"/>
                </a:lnTo>
                <a:lnTo>
                  <a:pt x="19989" y="52534"/>
                </a:lnTo>
                <a:lnTo>
                  <a:pt x="14573" y="69874"/>
                </a:lnTo>
                <a:lnTo>
                  <a:pt x="12819" y="75489"/>
                </a:lnTo>
                <a:lnTo>
                  <a:pt x="11282" y="81607"/>
                </a:lnTo>
                <a:lnTo>
                  <a:pt x="8208" y="93843"/>
                </a:lnTo>
                <a:lnTo>
                  <a:pt x="4112" y="112208"/>
                </a:lnTo>
                <a:lnTo>
                  <a:pt x="2047" y="130574"/>
                </a:lnTo>
                <a:lnTo>
                  <a:pt x="1026" y="145869"/>
                </a:lnTo>
                <a:lnTo>
                  <a:pt x="0" y="163726"/>
                </a:lnTo>
                <a:lnTo>
                  <a:pt x="366" y="178016"/>
                </a:lnTo>
                <a:lnTo>
                  <a:pt x="510" y="183623"/>
                </a:lnTo>
                <a:close/>
              </a:path>
            </a:pathLst>
          </a:custGeom>
          <a:solidFill>
            <a:srgbClr val="5F5F5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79" name="object 1479"/>
          <p:cNvSpPr/>
          <p:nvPr/>
        </p:nvSpPr>
        <p:spPr>
          <a:xfrm>
            <a:off x="1673376" y="1774583"/>
            <a:ext cx="134234" cy="236666"/>
          </a:xfrm>
          <a:custGeom>
            <a:avLst/>
            <a:gdLst/>
            <a:ahLst/>
            <a:cxnLst/>
            <a:rect l="l" t="t" r="r" b="b"/>
            <a:pathLst>
              <a:path w="134234" h="236666">
                <a:moveTo>
                  <a:pt x="134234" y="0"/>
                </a:moveTo>
                <a:lnTo>
                  <a:pt x="116298" y="33660"/>
                </a:lnTo>
                <a:lnTo>
                  <a:pt x="106565" y="64258"/>
                </a:lnTo>
                <a:lnTo>
                  <a:pt x="97858" y="102520"/>
                </a:lnTo>
                <a:lnTo>
                  <a:pt x="94789" y="127007"/>
                </a:lnTo>
                <a:lnTo>
                  <a:pt x="94731" y="130574"/>
                </a:lnTo>
                <a:lnTo>
                  <a:pt x="94481" y="145869"/>
                </a:lnTo>
                <a:lnTo>
                  <a:pt x="94273" y="158627"/>
                </a:lnTo>
                <a:lnTo>
                  <a:pt x="94789" y="178016"/>
                </a:lnTo>
                <a:lnTo>
                  <a:pt x="95181" y="183623"/>
                </a:lnTo>
                <a:lnTo>
                  <a:pt x="96321" y="199936"/>
                </a:lnTo>
                <a:lnTo>
                  <a:pt x="96786" y="202994"/>
                </a:lnTo>
                <a:lnTo>
                  <a:pt x="98885" y="216769"/>
                </a:lnTo>
                <a:lnTo>
                  <a:pt x="101417" y="228758"/>
                </a:lnTo>
                <a:lnTo>
                  <a:pt x="102980" y="236158"/>
                </a:lnTo>
                <a:lnTo>
                  <a:pt x="7332" y="236666"/>
                </a:lnTo>
                <a:lnTo>
                  <a:pt x="7187" y="236666"/>
                </a:lnTo>
                <a:lnTo>
                  <a:pt x="4623" y="221359"/>
                </a:lnTo>
                <a:lnTo>
                  <a:pt x="1026" y="202994"/>
                </a:lnTo>
                <a:lnTo>
                  <a:pt x="510" y="183623"/>
                </a:lnTo>
                <a:lnTo>
                  <a:pt x="366" y="178016"/>
                </a:lnTo>
                <a:lnTo>
                  <a:pt x="0" y="163726"/>
                </a:lnTo>
                <a:lnTo>
                  <a:pt x="1026" y="145869"/>
                </a:lnTo>
                <a:lnTo>
                  <a:pt x="2047" y="130574"/>
                </a:lnTo>
                <a:lnTo>
                  <a:pt x="4112" y="112208"/>
                </a:lnTo>
                <a:lnTo>
                  <a:pt x="8208" y="93843"/>
                </a:lnTo>
                <a:lnTo>
                  <a:pt x="11282" y="81607"/>
                </a:lnTo>
                <a:lnTo>
                  <a:pt x="12819" y="75489"/>
                </a:lnTo>
                <a:lnTo>
                  <a:pt x="14573" y="69874"/>
                </a:lnTo>
                <a:lnTo>
                  <a:pt x="19989" y="52534"/>
                </a:lnTo>
                <a:lnTo>
                  <a:pt x="28179" y="35187"/>
                </a:lnTo>
                <a:lnTo>
                  <a:pt x="36886" y="15815"/>
                </a:lnTo>
                <a:lnTo>
                  <a:pt x="46632" y="0"/>
                </a:lnTo>
                <a:lnTo>
                  <a:pt x="134234" y="0"/>
                </a:lnTo>
                <a:close/>
              </a:path>
            </a:pathLst>
          </a:custGeom>
          <a:ln w="818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80" name="object 1480"/>
          <p:cNvSpPr/>
          <p:nvPr/>
        </p:nvSpPr>
        <p:spPr>
          <a:xfrm>
            <a:off x="1728715" y="1687872"/>
            <a:ext cx="225921" cy="237181"/>
          </a:xfrm>
          <a:custGeom>
            <a:avLst/>
            <a:gdLst/>
            <a:ahLst/>
            <a:cxnLst/>
            <a:rect l="l" t="t" r="r" b="b"/>
            <a:pathLst>
              <a:path w="225921" h="237181">
                <a:moveTo>
                  <a:pt x="74289" y="237181"/>
                </a:moveTo>
                <a:lnTo>
                  <a:pt x="77358" y="219833"/>
                </a:lnTo>
                <a:lnTo>
                  <a:pt x="83507" y="201468"/>
                </a:lnTo>
                <a:lnTo>
                  <a:pt x="89139" y="186681"/>
                </a:lnTo>
                <a:lnTo>
                  <a:pt x="98357" y="166790"/>
                </a:lnTo>
                <a:lnTo>
                  <a:pt x="108102" y="146892"/>
                </a:lnTo>
                <a:lnTo>
                  <a:pt x="113906" y="137374"/>
                </a:lnTo>
                <a:lnTo>
                  <a:pt x="116809" y="132614"/>
                </a:lnTo>
                <a:lnTo>
                  <a:pt x="119586" y="128530"/>
                </a:lnTo>
                <a:lnTo>
                  <a:pt x="127563" y="116798"/>
                </a:lnTo>
                <a:lnTo>
                  <a:pt x="136397" y="104566"/>
                </a:lnTo>
                <a:lnTo>
                  <a:pt x="139345" y="100485"/>
                </a:lnTo>
                <a:lnTo>
                  <a:pt x="141779" y="97296"/>
                </a:lnTo>
                <a:lnTo>
                  <a:pt x="149084" y="87727"/>
                </a:lnTo>
                <a:lnTo>
                  <a:pt x="160865" y="76513"/>
                </a:lnTo>
                <a:lnTo>
                  <a:pt x="173668" y="63755"/>
                </a:lnTo>
                <a:lnTo>
                  <a:pt x="189045" y="52026"/>
                </a:lnTo>
                <a:lnTo>
                  <a:pt x="203901" y="41308"/>
                </a:lnTo>
                <a:lnTo>
                  <a:pt x="225921" y="27036"/>
                </a:lnTo>
                <a:lnTo>
                  <a:pt x="152669" y="0"/>
                </a:lnTo>
                <a:lnTo>
                  <a:pt x="139345" y="7647"/>
                </a:lnTo>
                <a:lnTo>
                  <a:pt x="125516" y="17347"/>
                </a:lnTo>
                <a:lnTo>
                  <a:pt x="106037" y="32129"/>
                </a:lnTo>
                <a:lnTo>
                  <a:pt x="95799" y="41308"/>
                </a:lnTo>
                <a:lnTo>
                  <a:pt x="84528" y="52026"/>
                </a:lnTo>
                <a:lnTo>
                  <a:pt x="67102" y="69882"/>
                </a:lnTo>
                <a:lnTo>
                  <a:pt x="54811" y="86195"/>
                </a:lnTo>
                <a:lnTo>
                  <a:pt x="42519" y="104566"/>
                </a:lnTo>
                <a:lnTo>
                  <a:pt x="30743" y="124446"/>
                </a:lnTo>
                <a:lnTo>
                  <a:pt x="19971" y="147910"/>
                </a:lnTo>
                <a:lnTo>
                  <a:pt x="11781" y="168824"/>
                </a:lnTo>
                <a:lnTo>
                  <a:pt x="4095" y="193311"/>
                </a:lnTo>
                <a:lnTo>
                  <a:pt x="0" y="210150"/>
                </a:lnTo>
                <a:lnTo>
                  <a:pt x="41281" y="225171"/>
                </a:lnTo>
                <a:lnTo>
                  <a:pt x="74289" y="237181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81" name="object 1481"/>
          <p:cNvSpPr/>
          <p:nvPr/>
        </p:nvSpPr>
        <p:spPr>
          <a:xfrm>
            <a:off x="1728715" y="1687872"/>
            <a:ext cx="225921" cy="237181"/>
          </a:xfrm>
          <a:custGeom>
            <a:avLst/>
            <a:gdLst/>
            <a:ahLst/>
            <a:cxnLst/>
            <a:rect l="l" t="t" r="r" b="b"/>
            <a:pathLst>
              <a:path w="225921" h="237181">
                <a:moveTo>
                  <a:pt x="225921" y="27036"/>
                </a:moveTo>
                <a:lnTo>
                  <a:pt x="203901" y="41308"/>
                </a:lnTo>
                <a:lnTo>
                  <a:pt x="189045" y="52026"/>
                </a:lnTo>
                <a:lnTo>
                  <a:pt x="173668" y="63755"/>
                </a:lnTo>
                <a:lnTo>
                  <a:pt x="160865" y="76513"/>
                </a:lnTo>
                <a:lnTo>
                  <a:pt x="149084" y="87727"/>
                </a:lnTo>
                <a:lnTo>
                  <a:pt x="141779" y="97296"/>
                </a:lnTo>
                <a:lnTo>
                  <a:pt x="139345" y="100485"/>
                </a:lnTo>
                <a:lnTo>
                  <a:pt x="136397" y="104566"/>
                </a:lnTo>
                <a:lnTo>
                  <a:pt x="127563" y="116798"/>
                </a:lnTo>
                <a:lnTo>
                  <a:pt x="119586" y="128530"/>
                </a:lnTo>
                <a:lnTo>
                  <a:pt x="116809" y="132614"/>
                </a:lnTo>
                <a:lnTo>
                  <a:pt x="113906" y="137374"/>
                </a:lnTo>
                <a:lnTo>
                  <a:pt x="108102" y="146892"/>
                </a:lnTo>
                <a:lnTo>
                  <a:pt x="98357" y="166790"/>
                </a:lnTo>
                <a:lnTo>
                  <a:pt x="89139" y="186681"/>
                </a:lnTo>
                <a:lnTo>
                  <a:pt x="83507" y="201468"/>
                </a:lnTo>
                <a:lnTo>
                  <a:pt x="77358" y="219833"/>
                </a:lnTo>
                <a:lnTo>
                  <a:pt x="74289" y="237181"/>
                </a:lnTo>
                <a:lnTo>
                  <a:pt x="41281" y="225171"/>
                </a:lnTo>
                <a:lnTo>
                  <a:pt x="0" y="210150"/>
                </a:lnTo>
                <a:lnTo>
                  <a:pt x="4095" y="193311"/>
                </a:lnTo>
                <a:lnTo>
                  <a:pt x="11781" y="168824"/>
                </a:lnTo>
                <a:lnTo>
                  <a:pt x="19971" y="147910"/>
                </a:lnTo>
                <a:lnTo>
                  <a:pt x="30743" y="124446"/>
                </a:lnTo>
                <a:lnTo>
                  <a:pt x="42519" y="104566"/>
                </a:lnTo>
                <a:lnTo>
                  <a:pt x="54811" y="86195"/>
                </a:lnTo>
                <a:lnTo>
                  <a:pt x="67102" y="69882"/>
                </a:lnTo>
                <a:lnTo>
                  <a:pt x="84528" y="52026"/>
                </a:lnTo>
                <a:lnTo>
                  <a:pt x="95799" y="41308"/>
                </a:lnTo>
                <a:lnTo>
                  <a:pt x="106037" y="32129"/>
                </a:lnTo>
                <a:lnTo>
                  <a:pt x="125516" y="17347"/>
                </a:lnTo>
                <a:lnTo>
                  <a:pt x="139345" y="7647"/>
                </a:lnTo>
                <a:lnTo>
                  <a:pt x="152669" y="0"/>
                </a:lnTo>
                <a:lnTo>
                  <a:pt x="225921" y="27036"/>
                </a:lnTo>
                <a:close/>
              </a:path>
            </a:pathLst>
          </a:custGeom>
          <a:ln w="818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82" name="object 1482"/>
          <p:cNvSpPr/>
          <p:nvPr/>
        </p:nvSpPr>
        <p:spPr>
          <a:xfrm>
            <a:off x="293370" y="2612390"/>
            <a:ext cx="935672" cy="1123569"/>
          </a:xfrm>
          <a:custGeom>
            <a:avLst/>
            <a:gdLst/>
            <a:ahLst/>
            <a:cxnLst/>
            <a:rect l="l" t="t" r="r" b="b"/>
            <a:pathLst>
              <a:path w="935672" h="1123568">
                <a:moveTo>
                  <a:pt x="935672" y="0"/>
                </a:moveTo>
                <a:lnTo>
                  <a:pt x="705332" y="346456"/>
                </a:lnTo>
                <a:lnTo>
                  <a:pt x="662432" y="274955"/>
                </a:lnTo>
                <a:lnTo>
                  <a:pt x="314540" y="808989"/>
                </a:lnTo>
                <a:lnTo>
                  <a:pt x="250990" y="762888"/>
                </a:lnTo>
                <a:lnTo>
                  <a:pt x="0" y="1123569"/>
                </a:lnTo>
              </a:path>
            </a:pathLst>
          </a:custGeom>
          <a:ln w="12700">
            <a:solidFill>
              <a:srgbClr val="414141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83" name="object 1483"/>
          <p:cNvSpPr/>
          <p:nvPr/>
        </p:nvSpPr>
        <p:spPr>
          <a:xfrm>
            <a:off x="457200" y="3601720"/>
            <a:ext cx="7081520" cy="2722879"/>
          </a:xfrm>
          <a:custGeom>
            <a:avLst/>
            <a:gdLst/>
            <a:ahLst/>
            <a:cxnLst/>
            <a:rect l="l" t="t" r="r" b="b"/>
            <a:pathLst>
              <a:path w="7081520" h="2722879">
                <a:moveTo>
                  <a:pt x="0" y="1361439"/>
                </a:moveTo>
                <a:lnTo>
                  <a:pt x="11737" y="1473099"/>
                </a:lnTo>
                <a:lnTo>
                  <a:pt x="46341" y="1582272"/>
                </a:lnTo>
                <a:lnTo>
                  <a:pt x="102901" y="1688610"/>
                </a:lnTo>
                <a:lnTo>
                  <a:pt x="180506" y="1791760"/>
                </a:lnTo>
                <a:lnTo>
                  <a:pt x="278245" y="1891374"/>
                </a:lnTo>
                <a:lnTo>
                  <a:pt x="395205" y="1987100"/>
                </a:lnTo>
                <a:lnTo>
                  <a:pt x="530478" y="2078588"/>
                </a:lnTo>
                <a:lnTo>
                  <a:pt x="683150" y="2165489"/>
                </a:lnTo>
                <a:lnTo>
                  <a:pt x="852311" y="2247450"/>
                </a:lnTo>
                <a:lnTo>
                  <a:pt x="1037050" y="2324123"/>
                </a:lnTo>
                <a:lnTo>
                  <a:pt x="1236455" y="2395157"/>
                </a:lnTo>
                <a:lnTo>
                  <a:pt x="1449616" y="2460201"/>
                </a:lnTo>
                <a:lnTo>
                  <a:pt x="1675621" y="2518905"/>
                </a:lnTo>
                <a:lnTo>
                  <a:pt x="1913560" y="2570918"/>
                </a:lnTo>
                <a:lnTo>
                  <a:pt x="2162520" y="2615891"/>
                </a:lnTo>
                <a:lnTo>
                  <a:pt x="2421591" y="2653472"/>
                </a:lnTo>
                <a:lnTo>
                  <a:pt x="2689861" y="2683312"/>
                </a:lnTo>
                <a:lnTo>
                  <a:pt x="2966421" y="2705061"/>
                </a:lnTo>
                <a:lnTo>
                  <a:pt x="3250357" y="2718366"/>
                </a:lnTo>
                <a:lnTo>
                  <a:pt x="3540760" y="2722879"/>
                </a:lnTo>
                <a:lnTo>
                  <a:pt x="3831162" y="2718366"/>
                </a:lnTo>
                <a:lnTo>
                  <a:pt x="4115098" y="2705061"/>
                </a:lnTo>
                <a:lnTo>
                  <a:pt x="4391658" y="2683312"/>
                </a:lnTo>
                <a:lnTo>
                  <a:pt x="4659928" y="2653472"/>
                </a:lnTo>
                <a:lnTo>
                  <a:pt x="4918999" y="2615891"/>
                </a:lnTo>
                <a:lnTo>
                  <a:pt x="5167959" y="2570918"/>
                </a:lnTo>
                <a:lnTo>
                  <a:pt x="5405898" y="2518905"/>
                </a:lnTo>
                <a:lnTo>
                  <a:pt x="5631903" y="2460201"/>
                </a:lnTo>
                <a:lnTo>
                  <a:pt x="5845064" y="2395157"/>
                </a:lnTo>
                <a:lnTo>
                  <a:pt x="6044469" y="2324123"/>
                </a:lnTo>
                <a:lnTo>
                  <a:pt x="6229208" y="2247450"/>
                </a:lnTo>
                <a:lnTo>
                  <a:pt x="6398369" y="2165489"/>
                </a:lnTo>
                <a:lnTo>
                  <a:pt x="6551041" y="2078588"/>
                </a:lnTo>
                <a:lnTo>
                  <a:pt x="6686314" y="1987100"/>
                </a:lnTo>
                <a:lnTo>
                  <a:pt x="6803274" y="1891374"/>
                </a:lnTo>
                <a:lnTo>
                  <a:pt x="6901013" y="1791760"/>
                </a:lnTo>
                <a:lnTo>
                  <a:pt x="6978618" y="1688610"/>
                </a:lnTo>
                <a:lnTo>
                  <a:pt x="7035178" y="1582272"/>
                </a:lnTo>
                <a:lnTo>
                  <a:pt x="7069782" y="1473099"/>
                </a:lnTo>
                <a:lnTo>
                  <a:pt x="7081520" y="1361439"/>
                </a:lnTo>
                <a:lnTo>
                  <a:pt x="7069782" y="1249789"/>
                </a:lnTo>
                <a:lnTo>
                  <a:pt x="7035178" y="1140622"/>
                </a:lnTo>
                <a:lnTo>
                  <a:pt x="6978618" y="1034290"/>
                </a:lnTo>
                <a:lnTo>
                  <a:pt x="6901013" y="931143"/>
                </a:lnTo>
                <a:lnTo>
                  <a:pt x="6803274" y="831532"/>
                </a:lnTo>
                <a:lnTo>
                  <a:pt x="6686314" y="735807"/>
                </a:lnTo>
                <a:lnTo>
                  <a:pt x="6551041" y="644319"/>
                </a:lnTo>
                <a:lnTo>
                  <a:pt x="6398369" y="557418"/>
                </a:lnTo>
                <a:lnTo>
                  <a:pt x="6229208" y="475454"/>
                </a:lnTo>
                <a:lnTo>
                  <a:pt x="6044469" y="398780"/>
                </a:lnTo>
                <a:lnTo>
                  <a:pt x="5845064" y="327743"/>
                </a:lnTo>
                <a:lnTo>
                  <a:pt x="5631903" y="262696"/>
                </a:lnTo>
                <a:lnTo>
                  <a:pt x="5405898" y="203989"/>
                </a:lnTo>
                <a:lnTo>
                  <a:pt x="5167959" y="151973"/>
                </a:lnTo>
                <a:lnTo>
                  <a:pt x="4918999" y="106997"/>
                </a:lnTo>
                <a:lnTo>
                  <a:pt x="4659928" y="69413"/>
                </a:lnTo>
                <a:lnTo>
                  <a:pt x="4391658" y="39570"/>
                </a:lnTo>
                <a:lnTo>
                  <a:pt x="4115098" y="17820"/>
                </a:lnTo>
                <a:lnTo>
                  <a:pt x="3831162" y="4513"/>
                </a:lnTo>
                <a:lnTo>
                  <a:pt x="3540760" y="0"/>
                </a:lnTo>
                <a:lnTo>
                  <a:pt x="3250357" y="4513"/>
                </a:lnTo>
                <a:lnTo>
                  <a:pt x="2966421" y="17820"/>
                </a:lnTo>
                <a:lnTo>
                  <a:pt x="2689861" y="39570"/>
                </a:lnTo>
                <a:lnTo>
                  <a:pt x="2421591" y="69413"/>
                </a:lnTo>
                <a:lnTo>
                  <a:pt x="2162520" y="106997"/>
                </a:lnTo>
                <a:lnTo>
                  <a:pt x="1913560" y="151973"/>
                </a:lnTo>
                <a:lnTo>
                  <a:pt x="1675621" y="203989"/>
                </a:lnTo>
                <a:lnTo>
                  <a:pt x="1449616" y="262696"/>
                </a:lnTo>
                <a:lnTo>
                  <a:pt x="1236455" y="327743"/>
                </a:lnTo>
                <a:lnTo>
                  <a:pt x="1037050" y="398780"/>
                </a:lnTo>
                <a:lnTo>
                  <a:pt x="852311" y="475454"/>
                </a:lnTo>
                <a:lnTo>
                  <a:pt x="683150" y="557418"/>
                </a:lnTo>
                <a:lnTo>
                  <a:pt x="530478" y="644319"/>
                </a:lnTo>
                <a:lnTo>
                  <a:pt x="395205" y="735807"/>
                </a:lnTo>
                <a:lnTo>
                  <a:pt x="278245" y="831532"/>
                </a:lnTo>
                <a:lnTo>
                  <a:pt x="180506" y="931143"/>
                </a:lnTo>
                <a:lnTo>
                  <a:pt x="102901" y="1034290"/>
                </a:lnTo>
                <a:lnTo>
                  <a:pt x="46341" y="1140622"/>
                </a:lnTo>
                <a:lnTo>
                  <a:pt x="11737" y="1249789"/>
                </a:lnTo>
                <a:lnTo>
                  <a:pt x="0" y="1361439"/>
                </a:lnTo>
                <a:close/>
              </a:path>
            </a:pathLst>
          </a:custGeom>
          <a:solidFill>
            <a:srgbClr val="A1FFA2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84" name="object 1484"/>
          <p:cNvSpPr/>
          <p:nvPr/>
        </p:nvSpPr>
        <p:spPr>
          <a:xfrm>
            <a:off x="1013460" y="4368800"/>
            <a:ext cx="2070100" cy="1275080"/>
          </a:xfrm>
          <a:custGeom>
            <a:avLst/>
            <a:gdLst/>
            <a:ahLst/>
            <a:cxnLst/>
            <a:rect l="l" t="t" r="r" b="b"/>
            <a:pathLst>
              <a:path w="2070100" h="1275079">
                <a:moveTo>
                  <a:pt x="0" y="637539"/>
                </a:moveTo>
                <a:lnTo>
                  <a:pt x="3431" y="689820"/>
                </a:lnTo>
                <a:lnTo>
                  <a:pt x="13547" y="740937"/>
                </a:lnTo>
                <a:lnTo>
                  <a:pt x="30082" y="790728"/>
                </a:lnTo>
                <a:lnTo>
                  <a:pt x="52769" y="839029"/>
                </a:lnTo>
                <a:lnTo>
                  <a:pt x="81341" y="885674"/>
                </a:lnTo>
                <a:lnTo>
                  <a:pt x="115533" y="930500"/>
                </a:lnTo>
                <a:lnTo>
                  <a:pt x="155077" y="973342"/>
                </a:lnTo>
                <a:lnTo>
                  <a:pt x="199709" y="1014037"/>
                </a:lnTo>
                <a:lnTo>
                  <a:pt x="249160" y="1052419"/>
                </a:lnTo>
                <a:lnTo>
                  <a:pt x="303164" y="1088326"/>
                </a:lnTo>
                <a:lnTo>
                  <a:pt x="361456" y="1121592"/>
                </a:lnTo>
                <a:lnTo>
                  <a:pt x="423769" y="1152054"/>
                </a:lnTo>
                <a:lnTo>
                  <a:pt x="489836" y="1179547"/>
                </a:lnTo>
                <a:lnTo>
                  <a:pt x="559391" y="1203907"/>
                </a:lnTo>
                <a:lnTo>
                  <a:pt x="632168" y="1224970"/>
                </a:lnTo>
                <a:lnTo>
                  <a:pt x="707900" y="1242572"/>
                </a:lnTo>
                <a:lnTo>
                  <a:pt x="786320" y="1256547"/>
                </a:lnTo>
                <a:lnTo>
                  <a:pt x="867163" y="1266734"/>
                </a:lnTo>
                <a:lnTo>
                  <a:pt x="950161" y="1272966"/>
                </a:lnTo>
                <a:lnTo>
                  <a:pt x="1035050" y="1275080"/>
                </a:lnTo>
                <a:lnTo>
                  <a:pt x="1119938" y="1272966"/>
                </a:lnTo>
                <a:lnTo>
                  <a:pt x="1202936" y="1266734"/>
                </a:lnTo>
                <a:lnTo>
                  <a:pt x="1283779" y="1256547"/>
                </a:lnTo>
                <a:lnTo>
                  <a:pt x="1362199" y="1242572"/>
                </a:lnTo>
                <a:lnTo>
                  <a:pt x="1437931" y="1224970"/>
                </a:lnTo>
                <a:lnTo>
                  <a:pt x="1510708" y="1203907"/>
                </a:lnTo>
                <a:lnTo>
                  <a:pt x="1580263" y="1179547"/>
                </a:lnTo>
                <a:lnTo>
                  <a:pt x="1646330" y="1152054"/>
                </a:lnTo>
                <a:lnTo>
                  <a:pt x="1708643" y="1121592"/>
                </a:lnTo>
                <a:lnTo>
                  <a:pt x="1766935" y="1088326"/>
                </a:lnTo>
                <a:lnTo>
                  <a:pt x="1820939" y="1052419"/>
                </a:lnTo>
                <a:lnTo>
                  <a:pt x="1870390" y="1014037"/>
                </a:lnTo>
                <a:lnTo>
                  <a:pt x="1915022" y="973342"/>
                </a:lnTo>
                <a:lnTo>
                  <a:pt x="1954566" y="930500"/>
                </a:lnTo>
                <a:lnTo>
                  <a:pt x="1988758" y="885674"/>
                </a:lnTo>
                <a:lnTo>
                  <a:pt x="2017330" y="839029"/>
                </a:lnTo>
                <a:lnTo>
                  <a:pt x="2040017" y="790728"/>
                </a:lnTo>
                <a:lnTo>
                  <a:pt x="2056552" y="740937"/>
                </a:lnTo>
                <a:lnTo>
                  <a:pt x="2066668" y="689820"/>
                </a:lnTo>
                <a:lnTo>
                  <a:pt x="2070100" y="637539"/>
                </a:lnTo>
                <a:lnTo>
                  <a:pt x="2066668" y="585259"/>
                </a:lnTo>
                <a:lnTo>
                  <a:pt x="2056552" y="534142"/>
                </a:lnTo>
                <a:lnTo>
                  <a:pt x="2040017" y="484351"/>
                </a:lnTo>
                <a:lnTo>
                  <a:pt x="2017330" y="436050"/>
                </a:lnTo>
                <a:lnTo>
                  <a:pt x="1988758" y="389405"/>
                </a:lnTo>
                <a:lnTo>
                  <a:pt x="1954566" y="344579"/>
                </a:lnTo>
                <a:lnTo>
                  <a:pt x="1915022" y="301737"/>
                </a:lnTo>
                <a:lnTo>
                  <a:pt x="1870390" y="261042"/>
                </a:lnTo>
                <a:lnTo>
                  <a:pt x="1820939" y="222660"/>
                </a:lnTo>
                <a:lnTo>
                  <a:pt x="1766935" y="186753"/>
                </a:lnTo>
                <a:lnTo>
                  <a:pt x="1708643" y="153487"/>
                </a:lnTo>
                <a:lnTo>
                  <a:pt x="1646330" y="123025"/>
                </a:lnTo>
                <a:lnTo>
                  <a:pt x="1580263" y="95532"/>
                </a:lnTo>
                <a:lnTo>
                  <a:pt x="1510708" y="71172"/>
                </a:lnTo>
                <a:lnTo>
                  <a:pt x="1437931" y="50109"/>
                </a:lnTo>
                <a:lnTo>
                  <a:pt x="1362199" y="32507"/>
                </a:lnTo>
                <a:lnTo>
                  <a:pt x="1283779" y="18532"/>
                </a:lnTo>
                <a:lnTo>
                  <a:pt x="1202936" y="8345"/>
                </a:lnTo>
                <a:lnTo>
                  <a:pt x="1119938" y="2113"/>
                </a:lnTo>
                <a:lnTo>
                  <a:pt x="1035050" y="0"/>
                </a:lnTo>
                <a:lnTo>
                  <a:pt x="950161" y="2113"/>
                </a:lnTo>
                <a:lnTo>
                  <a:pt x="867163" y="8345"/>
                </a:lnTo>
                <a:lnTo>
                  <a:pt x="786320" y="18532"/>
                </a:lnTo>
                <a:lnTo>
                  <a:pt x="707900" y="32507"/>
                </a:lnTo>
                <a:lnTo>
                  <a:pt x="632168" y="50109"/>
                </a:lnTo>
                <a:lnTo>
                  <a:pt x="559391" y="71172"/>
                </a:lnTo>
                <a:lnTo>
                  <a:pt x="489836" y="95532"/>
                </a:lnTo>
                <a:lnTo>
                  <a:pt x="423769" y="123025"/>
                </a:lnTo>
                <a:lnTo>
                  <a:pt x="361456" y="153487"/>
                </a:lnTo>
                <a:lnTo>
                  <a:pt x="303164" y="186753"/>
                </a:lnTo>
                <a:lnTo>
                  <a:pt x="249160" y="222660"/>
                </a:lnTo>
                <a:lnTo>
                  <a:pt x="199709" y="261042"/>
                </a:lnTo>
                <a:lnTo>
                  <a:pt x="155077" y="301737"/>
                </a:lnTo>
                <a:lnTo>
                  <a:pt x="115533" y="344579"/>
                </a:lnTo>
                <a:lnTo>
                  <a:pt x="81341" y="389405"/>
                </a:lnTo>
                <a:lnTo>
                  <a:pt x="52769" y="436050"/>
                </a:lnTo>
                <a:lnTo>
                  <a:pt x="30082" y="484351"/>
                </a:lnTo>
                <a:lnTo>
                  <a:pt x="13547" y="534142"/>
                </a:lnTo>
                <a:lnTo>
                  <a:pt x="3431" y="585259"/>
                </a:lnTo>
                <a:lnTo>
                  <a:pt x="0" y="637539"/>
                </a:lnTo>
                <a:close/>
              </a:path>
            </a:pathLst>
          </a:custGeom>
          <a:solidFill>
            <a:srgbClr val="DBFFB8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85" name="object 1485"/>
          <p:cNvSpPr/>
          <p:nvPr/>
        </p:nvSpPr>
        <p:spPr>
          <a:xfrm>
            <a:off x="4091940" y="3327400"/>
            <a:ext cx="88900" cy="1356360"/>
          </a:xfrm>
          <a:custGeom>
            <a:avLst/>
            <a:gdLst/>
            <a:ahLst/>
            <a:cxnLst/>
            <a:rect l="l" t="t" r="r" b="b"/>
            <a:pathLst>
              <a:path w="88900" h="1356360">
                <a:moveTo>
                  <a:pt x="88900" y="0"/>
                </a:moveTo>
                <a:lnTo>
                  <a:pt x="0" y="1356360"/>
                </a:lnTo>
              </a:path>
            </a:pathLst>
          </a:custGeom>
          <a:ln w="508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86" name="object 1486"/>
          <p:cNvSpPr/>
          <p:nvPr/>
        </p:nvSpPr>
        <p:spPr>
          <a:xfrm>
            <a:off x="4196080" y="3327400"/>
            <a:ext cx="40640" cy="1356360"/>
          </a:xfrm>
          <a:custGeom>
            <a:avLst/>
            <a:gdLst/>
            <a:ahLst/>
            <a:cxnLst/>
            <a:rect l="l" t="t" r="r" b="b"/>
            <a:pathLst>
              <a:path w="40640" h="1356360">
                <a:moveTo>
                  <a:pt x="0" y="0"/>
                </a:moveTo>
                <a:lnTo>
                  <a:pt x="40640" y="1356360"/>
                </a:lnTo>
              </a:path>
            </a:pathLst>
          </a:custGeom>
          <a:ln w="508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87" name="object 1487"/>
          <p:cNvSpPr/>
          <p:nvPr/>
        </p:nvSpPr>
        <p:spPr>
          <a:xfrm>
            <a:off x="4044950" y="3303270"/>
            <a:ext cx="307339" cy="0"/>
          </a:xfrm>
          <a:custGeom>
            <a:avLst/>
            <a:gdLst/>
            <a:ahLst/>
            <a:cxnLst/>
            <a:rect l="l" t="t" r="r" b="b"/>
            <a:pathLst>
              <a:path w="307339" h="0">
                <a:moveTo>
                  <a:pt x="0" y="0"/>
                </a:moveTo>
                <a:lnTo>
                  <a:pt x="307339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88" name="object 1488"/>
          <p:cNvSpPr/>
          <p:nvPr/>
        </p:nvSpPr>
        <p:spPr>
          <a:xfrm>
            <a:off x="4036060" y="3169920"/>
            <a:ext cx="0" cy="144779"/>
          </a:xfrm>
          <a:custGeom>
            <a:avLst/>
            <a:gdLst/>
            <a:ahLst/>
            <a:cxnLst/>
            <a:rect l="l" t="t" r="r" b="b"/>
            <a:pathLst>
              <a:path w="0" h="144779">
                <a:moveTo>
                  <a:pt x="0" y="144779"/>
                </a:moveTo>
                <a:lnTo>
                  <a:pt x="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89" name="object 1489"/>
          <p:cNvSpPr/>
          <p:nvPr/>
        </p:nvSpPr>
        <p:spPr>
          <a:xfrm>
            <a:off x="4356100" y="3169920"/>
            <a:ext cx="0" cy="144779"/>
          </a:xfrm>
          <a:custGeom>
            <a:avLst/>
            <a:gdLst/>
            <a:ahLst/>
            <a:cxnLst/>
            <a:rect l="l" t="t" r="r" b="b"/>
            <a:pathLst>
              <a:path w="0" h="144779">
                <a:moveTo>
                  <a:pt x="0" y="144779"/>
                </a:moveTo>
                <a:lnTo>
                  <a:pt x="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90" name="object 1490"/>
          <p:cNvSpPr/>
          <p:nvPr/>
        </p:nvSpPr>
        <p:spPr>
          <a:xfrm>
            <a:off x="4277360" y="3139440"/>
            <a:ext cx="0" cy="144780"/>
          </a:xfrm>
          <a:custGeom>
            <a:avLst/>
            <a:gdLst/>
            <a:ahLst/>
            <a:cxnLst/>
            <a:rect l="l" t="t" r="r" b="b"/>
            <a:pathLst>
              <a:path w="0" h="144780">
                <a:moveTo>
                  <a:pt x="0" y="144780"/>
                </a:moveTo>
                <a:lnTo>
                  <a:pt x="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91" name="object 1491"/>
          <p:cNvSpPr/>
          <p:nvPr/>
        </p:nvSpPr>
        <p:spPr>
          <a:xfrm>
            <a:off x="4117340" y="3108960"/>
            <a:ext cx="0" cy="144779"/>
          </a:xfrm>
          <a:custGeom>
            <a:avLst/>
            <a:gdLst/>
            <a:ahLst/>
            <a:cxnLst/>
            <a:rect l="l" t="t" r="r" b="b"/>
            <a:pathLst>
              <a:path w="0" h="144779">
                <a:moveTo>
                  <a:pt x="0" y="144779"/>
                </a:moveTo>
                <a:lnTo>
                  <a:pt x="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92" name="object 1492"/>
          <p:cNvSpPr/>
          <p:nvPr/>
        </p:nvSpPr>
        <p:spPr>
          <a:xfrm>
            <a:off x="4196080" y="3081020"/>
            <a:ext cx="0" cy="142239"/>
          </a:xfrm>
          <a:custGeom>
            <a:avLst/>
            <a:gdLst/>
            <a:ahLst/>
            <a:cxnLst/>
            <a:rect l="l" t="t" r="r" b="b"/>
            <a:pathLst>
              <a:path w="0" h="142239">
                <a:moveTo>
                  <a:pt x="0" y="142239"/>
                </a:moveTo>
                <a:lnTo>
                  <a:pt x="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93" name="object 1493"/>
          <p:cNvSpPr/>
          <p:nvPr/>
        </p:nvSpPr>
        <p:spPr>
          <a:xfrm>
            <a:off x="4202430" y="3219450"/>
            <a:ext cx="109220" cy="78739"/>
          </a:xfrm>
          <a:custGeom>
            <a:avLst/>
            <a:gdLst/>
            <a:ahLst/>
            <a:cxnLst/>
            <a:rect l="l" t="t" r="r" b="b"/>
            <a:pathLst>
              <a:path w="109220" h="78739">
                <a:moveTo>
                  <a:pt x="0" y="0"/>
                </a:moveTo>
                <a:lnTo>
                  <a:pt x="109220" y="78739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94" name="object 1494"/>
          <p:cNvSpPr/>
          <p:nvPr/>
        </p:nvSpPr>
        <p:spPr>
          <a:xfrm>
            <a:off x="4032250" y="3219450"/>
            <a:ext cx="170179" cy="78739"/>
          </a:xfrm>
          <a:custGeom>
            <a:avLst/>
            <a:gdLst/>
            <a:ahLst/>
            <a:cxnLst/>
            <a:rect l="l" t="t" r="r" b="b"/>
            <a:pathLst>
              <a:path w="170179" h="78739">
                <a:moveTo>
                  <a:pt x="170179" y="0"/>
                </a:moveTo>
                <a:lnTo>
                  <a:pt x="0" y="78739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95" name="object 1495"/>
          <p:cNvSpPr/>
          <p:nvPr/>
        </p:nvSpPr>
        <p:spPr>
          <a:xfrm>
            <a:off x="4236720" y="3169920"/>
            <a:ext cx="0" cy="144779"/>
          </a:xfrm>
          <a:custGeom>
            <a:avLst/>
            <a:gdLst/>
            <a:ahLst/>
            <a:cxnLst/>
            <a:rect l="l" t="t" r="r" b="b"/>
            <a:pathLst>
              <a:path w="0" h="144779">
                <a:moveTo>
                  <a:pt x="0" y="144779"/>
                </a:moveTo>
                <a:lnTo>
                  <a:pt x="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96" name="object 1496"/>
          <p:cNvSpPr/>
          <p:nvPr/>
        </p:nvSpPr>
        <p:spPr>
          <a:xfrm>
            <a:off x="4155440" y="3169920"/>
            <a:ext cx="0" cy="144779"/>
          </a:xfrm>
          <a:custGeom>
            <a:avLst/>
            <a:gdLst/>
            <a:ahLst/>
            <a:cxnLst/>
            <a:rect l="l" t="t" r="r" b="b"/>
            <a:pathLst>
              <a:path w="0" h="144779">
                <a:moveTo>
                  <a:pt x="0" y="144779"/>
                </a:moveTo>
                <a:lnTo>
                  <a:pt x="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97" name="object 1497"/>
          <p:cNvSpPr/>
          <p:nvPr/>
        </p:nvSpPr>
        <p:spPr>
          <a:xfrm>
            <a:off x="4142740" y="4709160"/>
            <a:ext cx="68580" cy="0"/>
          </a:xfrm>
          <a:custGeom>
            <a:avLst/>
            <a:gdLst/>
            <a:ahLst/>
            <a:cxnLst/>
            <a:rect l="l" t="t" r="r" b="b"/>
            <a:pathLst>
              <a:path w="68580" h="0">
                <a:moveTo>
                  <a:pt x="0" y="0"/>
                </a:moveTo>
                <a:lnTo>
                  <a:pt x="68580" y="0"/>
                </a:lnTo>
              </a:path>
            </a:pathLst>
          </a:custGeom>
          <a:ln w="508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98" name="object 1498"/>
          <p:cNvSpPr/>
          <p:nvPr/>
        </p:nvSpPr>
        <p:spPr>
          <a:xfrm>
            <a:off x="1691357" y="4951214"/>
            <a:ext cx="16414" cy="24242"/>
          </a:xfrm>
          <a:custGeom>
            <a:avLst/>
            <a:gdLst/>
            <a:ahLst/>
            <a:cxnLst/>
            <a:rect l="l" t="t" r="r" b="b"/>
            <a:pathLst>
              <a:path w="16414" h="24242">
                <a:moveTo>
                  <a:pt x="8409" y="0"/>
                </a:moveTo>
                <a:lnTo>
                  <a:pt x="6563" y="10262"/>
                </a:lnTo>
                <a:lnTo>
                  <a:pt x="0" y="15284"/>
                </a:lnTo>
                <a:lnTo>
                  <a:pt x="273" y="16392"/>
                </a:lnTo>
                <a:lnTo>
                  <a:pt x="1023" y="19438"/>
                </a:lnTo>
                <a:lnTo>
                  <a:pt x="1707" y="19487"/>
                </a:lnTo>
                <a:lnTo>
                  <a:pt x="7178" y="19877"/>
                </a:lnTo>
                <a:lnTo>
                  <a:pt x="7639" y="20094"/>
                </a:lnTo>
                <a:lnTo>
                  <a:pt x="16414" y="24242"/>
                </a:lnTo>
                <a:lnTo>
                  <a:pt x="15384" y="20786"/>
                </a:lnTo>
                <a:lnTo>
                  <a:pt x="15179" y="20094"/>
                </a:lnTo>
                <a:lnTo>
                  <a:pt x="13846" y="17251"/>
                </a:lnTo>
                <a:lnTo>
                  <a:pt x="13333" y="16158"/>
                </a:lnTo>
                <a:lnTo>
                  <a:pt x="11694" y="11790"/>
                </a:lnTo>
                <a:lnTo>
                  <a:pt x="10670" y="7205"/>
                </a:lnTo>
                <a:lnTo>
                  <a:pt x="8409" y="0"/>
                </a:lnTo>
                <a:close/>
              </a:path>
            </a:pathLst>
          </a:custGeom>
          <a:solidFill>
            <a:srgbClr val="3E1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99" name="object 1499"/>
          <p:cNvSpPr/>
          <p:nvPr/>
        </p:nvSpPr>
        <p:spPr>
          <a:xfrm>
            <a:off x="1691357" y="4951214"/>
            <a:ext cx="16414" cy="24242"/>
          </a:xfrm>
          <a:custGeom>
            <a:avLst/>
            <a:gdLst/>
            <a:ahLst/>
            <a:cxnLst/>
            <a:rect l="l" t="t" r="r" b="b"/>
            <a:pathLst>
              <a:path w="16414" h="24242">
                <a:moveTo>
                  <a:pt x="10670" y="7205"/>
                </a:moveTo>
                <a:lnTo>
                  <a:pt x="11694" y="11790"/>
                </a:lnTo>
                <a:lnTo>
                  <a:pt x="13333" y="16158"/>
                </a:lnTo>
                <a:lnTo>
                  <a:pt x="13846" y="17251"/>
                </a:lnTo>
                <a:lnTo>
                  <a:pt x="15179" y="20094"/>
                </a:lnTo>
                <a:lnTo>
                  <a:pt x="15384" y="20786"/>
                </a:lnTo>
                <a:lnTo>
                  <a:pt x="16414" y="24242"/>
                </a:lnTo>
                <a:lnTo>
                  <a:pt x="7639" y="20094"/>
                </a:lnTo>
                <a:lnTo>
                  <a:pt x="7178" y="19877"/>
                </a:lnTo>
                <a:lnTo>
                  <a:pt x="1707" y="19487"/>
                </a:lnTo>
                <a:lnTo>
                  <a:pt x="1023" y="19438"/>
                </a:lnTo>
                <a:lnTo>
                  <a:pt x="273" y="16392"/>
                </a:lnTo>
                <a:lnTo>
                  <a:pt x="0" y="15284"/>
                </a:lnTo>
                <a:lnTo>
                  <a:pt x="6563" y="10262"/>
                </a:lnTo>
                <a:lnTo>
                  <a:pt x="8409" y="0"/>
                </a:lnTo>
                <a:lnTo>
                  <a:pt x="10670" y="7205"/>
                </a:lnTo>
                <a:close/>
              </a:path>
            </a:pathLst>
          </a:custGeom>
          <a:ln w="2092">
            <a:solidFill>
              <a:srgbClr val="3E1F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00" name="object 1500"/>
          <p:cNvSpPr/>
          <p:nvPr/>
        </p:nvSpPr>
        <p:spPr>
          <a:xfrm>
            <a:off x="1578495" y="5252421"/>
            <a:ext cx="59716" cy="26651"/>
          </a:xfrm>
          <a:custGeom>
            <a:avLst/>
            <a:gdLst/>
            <a:ahLst/>
            <a:cxnLst/>
            <a:rect l="l" t="t" r="r" b="b"/>
            <a:pathLst>
              <a:path w="59716" h="26651">
                <a:moveTo>
                  <a:pt x="59716" y="1309"/>
                </a:moveTo>
                <a:lnTo>
                  <a:pt x="59509" y="0"/>
                </a:lnTo>
                <a:lnTo>
                  <a:pt x="39606" y="874"/>
                </a:lnTo>
                <a:lnTo>
                  <a:pt x="36321" y="874"/>
                </a:lnTo>
                <a:lnTo>
                  <a:pt x="0" y="26651"/>
                </a:lnTo>
                <a:lnTo>
                  <a:pt x="31190" y="26651"/>
                </a:lnTo>
                <a:lnTo>
                  <a:pt x="59716" y="1309"/>
                </a:lnTo>
                <a:close/>
              </a:path>
            </a:pathLst>
          </a:custGeom>
          <a:solidFill>
            <a:srgbClr val="7E5F3E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01" name="object 1501"/>
          <p:cNvSpPr/>
          <p:nvPr/>
        </p:nvSpPr>
        <p:spPr>
          <a:xfrm>
            <a:off x="1578495" y="5252421"/>
            <a:ext cx="59716" cy="26651"/>
          </a:xfrm>
          <a:custGeom>
            <a:avLst/>
            <a:gdLst/>
            <a:ahLst/>
            <a:cxnLst/>
            <a:rect l="l" t="t" r="r" b="b"/>
            <a:pathLst>
              <a:path w="59716" h="26651">
                <a:moveTo>
                  <a:pt x="59716" y="1309"/>
                </a:moveTo>
                <a:lnTo>
                  <a:pt x="31190" y="26651"/>
                </a:lnTo>
                <a:lnTo>
                  <a:pt x="15595" y="26651"/>
                </a:lnTo>
                <a:lnTo>
                  <a:pt x="0" y="26651"/>
                </a:lnTo>
                <a:lnTo>
                  <a:pt x="36321" y="874"/>
                </a:lnTo>
                <a:lnTo>
                  <a:pt x="37142" y="874"/>
                </a:lnTo>
                <a:lnTo>
                  <a:pt x="39606" y="874"/>
                </a:lnTo>
                <a:lnTo>
                  <a:pt x="59509" y="0"/>
                </a:lnTo>
                <a:lnTo>
                  <a:pt x="59716" y="1309"/>
                </a:lnTo>
                <a:close/>
              </a:path>
            </a:pathLst>
          </a:custGeom>
          <a:ln w="21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02" name="object 1502"/>
          <p:cNvSpPr/>
          <p:nvPr/>
        </p:nvSpPr>
        <p:spPr>
          <a:xfrm>
            <a:off x="1608454" y="5253295"/>
            <a:ext cx="37961" cy="148751"/>
          </a:xfrm>
          <a:custGeom>
            <a:avLst/>
            <a:gdLst/>
            <a:ahLst/>
            <a:cxnLst/>
            <a:rect l="l" t="t" r="r" b="b"/>
            <a:pathLst>
              <a:path w="37961" h="148751">
                <a:moveTo>
                  <a:pt x="32199" y="402"/>
                </a:moveTo>
                <a:lnTo>
                  <a:pt x="29550" y="0"/>
                </a:lnTo>
                <a:lnTo>
                  <a:pt x="0" y="25777"/>
                </a:lnTo>
                <a:lnTo>
                  <a:pt x="5746" y="148751"/>
                </a:lnTo>
                <a:lnTo>
                  <a:pt x="36115" y="112275"/>
                </a:lnTo>
                <a:lnTo>
                  <a:pt x="37754" y="108556"/>
                </a:lnTo>
                <a:lnTo>
                  <a:pt x="37961" y="107464"/>
                </a:lnTo>
                <a:lnTo>
                  <a:pt x="37961" y="104627"/>
                </a:lnTo>
                <a:lnTo>
                  <a:pt x="32419" y="435"/>
                </a:lnTo>
                <a:lnTo>
                  <a:pt x="32199" y="402"/>
                </a:lnTo>
                <a:close/>
              </a:path>
            </a:pathLst>
          </a:custGeom>
          <a:solidFill>
            <a:srgbClr val="5F3E1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03" name="object 1503"/>
          <p:cNvSpPr/>
          <p:nvPr/>
        </p:nvSpPr>
        <p:spPr>
          <a:xfrm>
            <a:off x="1608454" y="5253295"/>
            <a:ext cx="37961" cy="148751"/>
          </a:xfrm>
          <a:custGeom>
            <a:avLst/>
            <a:gdLst/>
            <a:ahLst/>
            <a:cxnLst/>
            <a:rect l="l" t="t" r="r" b="b"/>
            <a:pathLst>
              <a:path w="37961" h="148751">
                <a:moveTo>
                  <a:pt x="32199" y="402"/>
                </a:moveTo>
                <a:lnTo>
                  <a:pt x="32419" y="435"/>
                </a:lnTo>
                <a:lnTo>
                  <a:pt x="37961" y="104627"/>
                </a:lnTo>
                <a:lnTo>
                  <a:pt x="37961" y="107464"/>
                </a:lnTo>
                <a:lnTo>
                  <a:pt x="37754" y="108556"/>
                </a:lnTo>
                <a:lnTo>
                  <a:pt x="36115" y="112275"/>
                </a:lnTo>
                <a:lnTo>
                  <a:pt x="5746" y="148751"/>
                </a:lnTo>
                <a:lnTo>
                  <a:pt x="0" y="25777"/>
                </a:lnTo>
                <a:lnTo>
                  <a:pt x="29550" y="0"/>
                </a:lnTo>
                <a:lnTo>
                  <a:pt x="32199" y="402"/>
                </a:lnTo>
                <a:close/>
              </a:path>
            </a:pathLst>
          </a:custGeom>
          <a:ln w="205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04" name="object 1504"/>
          <p:cNvSpPr/>
          <p:nvPr/>
        </p:nvSpPr>
        <p:spPr>
          <a:xfrm>
            <a:off x="1576855" y="5277980"/>
            <a:ext cx="40015" cy="124504"/>
          </a:xfrm>
          <a:custGeom>
            <a:avLst/>
            <a:gdLst/>
            <a:ahLst/>
            <a:cxnLst/>
            <a:rect l="l" t="t" r="r" b="b"/>
            <a:pathLst>
              <a:path w="40015" h="124504">
                <a:moveTo>
                  <a:pt x="32010" y="435"/>
                </a:moveTo>
                <a:lnTo>
                  <a:pt x="28520" y="0"/>
                </a:lnTo>
                <a:lnTo>
                  <a:pt x="5744" y="1091"/>
                </a:lnTo>
                <a:lnTo>
                  <a:pt x="2049" y="1963"/>
                </a:lnTo>
                <a:lnTo>
                  <a:pt x="0" y="4367"/>
                </a:lnTo>
                <a:lnTo>
                  <a:pt x="0" y="9606"/>
                </a:lnTo>
                <a:lnTo>
                  <a:pt x="5744" y="113798"/>
                </a:lnTo>
                <a:lnTo>
                  <a:pt x="5744" y="117291"/>
                </a:lnTo>
                <a:lnTo>
                  <a:pt x="5949" y="120354"/>
                </a:lnTo>
                <a:lnTo>
                  <a:pt x="7384" y="121882"/>
                </a:lnTo>
                <a:lnTo>
                  <a:pt x="11080" y="124504"/>
                </a:lnTo>
                <a:lnTo>
                  <a:pt x="37960" y="123847"/>
                </a:lnTo>
                <a:lnTo>
                  <a:pt x="39599" y="121882"/>
                </a:lnTo>
                <a:lnTo>
                  <a:pt x="40015" y="118819"/>
                </a:lnTo>
                <a:lnTo>
                  <a:pt x="34060" y="6548"/>
                </a:lnTo>
                <a:lnTo>
                  <a:pt x="33240" y="2837"/>
                </a:lnTo>
                <a:lnTo>
                  <a:pt x="32010" y="435"/>
                </a:lnTo>
                <a:close/>
              </a:path>
            </a:pathLst>
          </a:custGeom>
          <a:solidFill>
            <a:srgbClr val="BE7E1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05" name="object 1505"/>
          <p:cNvSpPr/>
          <p:nvPr/>
        </p:nvSpPr>
        <p:spPr>
          <a:xfrm>
            <a:off x="1576855" y="5277980"/>
            <a:ext cx="40015" cy="124504"/>
          </a:xfrm>
          <a:custGeom>
            <a:avLst/>
            <a:gdLst/>
            <a:ahLst/>
            <a:cxnLst/>
            <a:rect l="l" t="t" r="r" b="b"/>
            <a:pathLst>
              <a:path w="40015" h="124504">
                <a:moveTo>
                  <a:pt x="32010" y="435"/>
                </a:moveTo>
                <a:lnTo>
                  <a:pt x="33240" y="2837"/>
                </a:lnTo>
                <a:lnTo>
                  <a:pt x="34060" y="6548"/>
                </a:lnTo>
                <a:lnTo>
                  <a:pt x="40015" y="118819"/>
                </a:lnTo>
                <a:lnTo>
                  <a:pt x="39599" y="121882"/>
                </a:lnTo>
                <a:lnTo>
                  <a:pt x="37960" y="123847"/>
                </a:lnTo>
                <a:lnTo>
                  <a:pt x="11080" y="124504"/>
                </a:lnTo>
                <a:lnTo>
                  <a:pt x="7384" y="121882"/>
                </a:lnTo>
                <a:lnTo>
                  <a:pt x="5949" y="120354"/>
                </a:lnTo>
                <a:lnTo>
                  <a:pt x="5744" y="117291"/>
                </a:lnTo>
                <a:lnTo>
                  <a:pt x="5744" y="113798"/>
                </a:lnTo>
                <a:lnTo>
                  <a:pt x="0" y="9606"/>
                </a:lnTo>
                <a:lnTo>
                  <a:pt x="0" y="4367"/>
                </a:lnTo>
                <a:lnTo>
                  <a:pt x="2049" y="1963"/>
                </a:lnTo>
                <a:lnTo>
                  <a:pt x="5744" y="1091"/>
                </a:lnTo>
                <a:lnTo>
                  <a:pt x="28520" y="0"/>
                </a:lnTo>
                <a:lnTo>
                  <a:pt x="32010" y="435"/>
                </a:lnTo>
                <a:close/>
              </a:path>
            </a:pathLst>
          </a:custGeom>
          <a:ln w="206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06" name="object 1506"/>
          <p:cNvSpPr/>
          <p:nvPr/>
        </p:nvSpPr>
        <p:spPr>
          <a:xfrm>
            <a:off x="1595115" y="5252856"/>
            <a:ext cx="30164" cy="24685"/>
          </a:xfrm>
          <a:custGeom>
            <a:avLst/>
            <a:gdLst/>
            <a:ahLst/>
            <a:cxnLst/>
            <a:rect l="l" t="t" r="r" b="b"/>
            <a:pathLst>
              <a:path w="30164" h="24685">
                <a:moveTo>
                  <a:pt x="0" y="24685"/>
                </a:moveTo>
                <a:lnTo>
                  <a:pt x="0" y="24685"/>
                </a:lnTo>
                <a:lnTo>
                  <a:pt x="30164" y="0"/>
                </a:lnTo>
              </a:path>
            </a:pathLst>
          </a:custGeom>
          <a:ln w="106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07" name="object 1507"/>
          <p:cNvSpPr/>
          <p:nvPr/>
        </p:nvSpPr>
        <p:spPr>
          <a:xfrm>
            <a:off x="1593475" y="5278854"/>
            <a:ext cx="6565" cy="122973"/>
          </a:xfrm>
          <a:custGeom>
            <a:avLst/>
            <a:gdLst/>
            <a:ahLst/>
            <a:cxnLst/>
            <a:rect l="l" t="t" r="r" b="b"/>
            <a:pathLst>
              <a:path w="6565" h="122973">
                <a:moveTo>
                  <a:pt x="6565" y="12297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0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08" name="object 1508"/>
          <p:cNvSpPr/>
          <p:nvPr/>
        </p:nvSpPr>
        <p:spPr>
          <a:xfrm>
            <a:off x="1593475" y="5269458"/>
            <a:ext cx="19905" cy="4154"/>
          </a:xfrm>
          <a:custGeom>
            <a:avLst/>
            <a:gdLst/>
            <a:ahLst/>
            <a:cxnLst/>
            <a:rect l="l" t="t" r="r" b="b"/>
            <a:pathLst>
              <a:path w="19905" h="4154">
                <a:moveTo>
                  <a:pt x="19905" y="874"/>
                </a:moveTo>
                <a:lnTo>
                  <a:pt x="5130" y="0"/>
                </a:lnTo>
                <a:lnTo>
                  <a:pt x="0" y="3498"/>
                </a:lnTo>
                <a:lnTo>
                  <a:pt x="14159" y="4154"/>
                </a:lnTo>
                <a:lnTo>
                  <a:pt x="19905" y="874"/>
                </a:lnTo>
                <a:close/>
              </a:path>
            </a:pathLst>
          </a:custGeom>
          <a:solidFill>
            <a:srgbClr val="FFBE7E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09" name="object 1509"/>
          <p:cNvSpPr/>
          <p:nvPr/>
        </p:nvSpPr>
        <p:spPr>
          <a:xfrm>
            <a:off x="1593475" y="5269458"/>
            <a:ext cx="19905" cy="4154"/>
          </a:xfrm>
          <a:custGeom>
            <a:avLst/>
            <a:gdLst/>
            <a:ahLst/>
            <a:cxnLst/>
            <a:rect l="l" t="t" r="r" b="b"/>
            <a:pathLst>
              <a:path w="19905" h="4154">
                <a:moveTo>
                  <a:pt x="19905" y="874"/>
                </a:moveTo>
                <a:lnTo>
                  <a:pt x="14159" y="4154"/>
                </a:lnTo>
                <a:lnTo>
                  <a:pt x="0" y="3498"/>
                </a:lnTo>
                <a:lnTo>
                  <a:pt x="5130" y="0"/>
                </a:lnTo>
                <a:lnTo>
                  <a:pt x="19905" y="874"/>
                </a:lnTo>
                <a:close/>
              </a:path>
            </a:pathLst>
          </a:custGeom>
          <a:ln w="218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10" name="object 1510"/>
          <p:cNvSpPr/>
          <p:nvPr/>
        </p:nvSpPr>
        <p:spPr>
          <a:xfrm>
            <a:off x="1595320" y="5202186"/>
            <a:ext cx="29344" cy="52859"/>
          </a:xfrm>
          <a:custGeom>
            <a:avLst/>
            <a:gdLst/>
            <a:ahLst/>
            <a:cxnLst/>
            <a:rect l="l" t="t" r="r" b="b"/>
            <a:pathLst>
              <a:path w="29344" h="52859">
                <a:moveTo>
                  <a:pt x="22668" y="45961"/>
                </a:moveTo>
                <a:lnTo>
                  <a:pt x="24420" y="43901"/>
                </a:lnTo>
                <a:lnTo>
                  <a:pt x="27294" y="42591"/>
                </a:lnTo>
                <a:lnTo>
                  <a:pt x="28116" y="41063"/>
                </a:lnTo>
                <a:lnTo>
                  <a:pt x="29344" y="39972"/>
                </a:lnTo>
                <a:lnTo>
                  <a:pt x="25650" y="36914"/>
                </a:lnTo>
                <a:lnTo>
                  <a:pt x="24009" y="37132"/>
                </a:lnTo>
                <a:lnTo>
                  <a:pt x="21550" y="35822"/>
                </a:lnTo>
                <a:lnTo>
                  <a:pt x="18469" y="35822"/>
                </a:lnTo>
                <a:lnTo>
                  <a:pt x="19495" y="31885"/>
                </a:lnTo>
                <a:lnTo>
                  <a:pt x="20315" y="24898"/>
                </a:lnTo>
                <a:lnTo>
                  <a:pt x="19904" y="19003"/>
                </a:lnTo>
                <a:lnTo>
                  <a:pt x="18469" y="15940"/>
                </a:lnTo>
                <a:lnTo>
                  <a:pt x="18061" y="10919"/>
                </a:lnTo>
                <a:lnTo>
                  <a:pt x="18265" y="5023"/>
                </a:lnTo>
                <a:lnTo>
                  <a:pt x="18265" y="0"/>
                </a:lnTo>
                <a:lnTo>
                  <a:pt x="6775" y="0"/>
                </a:lnTo>
                <a:lnTo>
                  <a:pt x="6160" y="7425"/>
                </a:lnTo>
                <a:lnTo>
                  <a:pt x="5545" y="13974"/>
                </a:lnTo>
                <a:lnTo>
                  <a:pt x="5333" y="17693"/>
                </a:lnTo>
                <a:lnTo>
                  <a:pt x="4105" y="22496"/>
                </a:lnTo>
                <a:lnTo>
                  <a:pt x="4105" y="26210"/>
                </a:lnTo>
                <a:lnTo>
                  <a:pt x="3286" y="31013"/>
                </a:lnTo>
                <a:lnTo>
                  <a:pt x="1850" y="34289"/>
                </a:lnTo>
                <a:lnTo>
                  <a:pt x="825" y="36260"/>
                </a:lnTo>
                <a:lnTo>
                  <a:pt x="0" y="39972"/>
                </a:lnTo>
                <a:lnTo>
                  <a:pt x="2875" y="43029"/>
                </a:lnTo>
                <a:lnTo>
                  <a:pt x="5333" y="46523"/>
                </a:lnTo>
                <a:lnTo>
                  <a:pt x="8825" y="51108"/>
                </a:lnTo>
                <a:lnTo>
                  <a:pt x="9972" y="51719"/>
                </a:lnTo>
                <a:lnTo>
                  <a:pt x="10464" y="51980"/>
                </a:lnTo>
                <a:lnTo>
                  <a:pt x="13545" y="52859"/>
                </a:lnTo>
                <a:lnTo>
                  <a:pt x="16011" y="51108"/>
                </a:lnTo>
                <a:lnTo>
                  <a:pt x="19904" y="48269"/>
                </a:lnTo>
                <a:lnTo>
                  <a:pt x="22668" y="45961"/>
                </a:lnTo>
                <a:close/>
              </a:path>
            </a:pathLst>
          </a:custGeom>
          <a:solidFill>
            <a:srgbClr val="F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11" name="object 1511"/>
          <p:cNvSpPr/>
          <p:nvPr/>
        </p:nvSpPr>
        <p:spPr>
          <a:xfrm>
            <a:off x="1595320" y="5202186"/>
            <a:ext cx="29344" cy="52859"/>
          </a:xfrm>
          <a:custGeom>
            <a:avLst/>
            <a:gdLst/>
            <a:ahLst/>
            <a:cxnLst/>
            <a:rect l="l" t="t" r="r" b="b"/>
            <a:pathLst>
              <a:path w="29344" h="52859">
                <a:moveTo>
                  <a:pt x="18265" y="5023"/>
                </a:moveTo>
                <a:lnTo>
                  <a:pt x="18061" y="10919"/>
                </a:lnTo>
                <a:lnTo>
                  <a:pt x="18469" y="15940"/>
                </a:lnTo>
                <a:lnTo>
                  <a:pt x="19904" y="19003"/>
                </a:lnTo>
                <a:lnTo>
                  <a:pt x="20315" y="24898"/>
                </a:lnTo>
                <a:lnTo>
                  <a:pt x="19495" y="31885"/>
                </a:lnTo>
                <a:lnTo>
                  <a:pt x="18469" y="35822"/>
                </a:lnTo>
                <a:lnTo>
                  <a:pt x="21550" y="35822"/>
                </a:lnTo>
                <a:lnTo>
                  <a:pt x="24009" y="37132"/>
                </a:lnTo>
                <a:lnTo>
                  <a:pt x="25650" y="36914"/>
                </a:lnTo>
                <a:lnTo>
                  <a:pt x="29344" y="39972"/>
                </a:lnTo>
                <a:lnTo>
                  <a:pt x="28116" y="41063"/>
                </a:lnTo>
                <a:lnTo>
                  <a:pt x="27294" y="42591"/>
                </a:lnTo>
                <a:lnTo>
                  <a:pt x="24420" y="43901"/>
                </a:lnTo>
                <a:lnTo>
                  <a:pt x="22781" y="45867"/>
                </a:lnTo>
                <a:lnTo>
                  <a:pt x="19904" y="48269"/>
                </a:lnTo>
                <a:lnTo>
                  <a:pt x="16011" y="51108"/>
                </a:lnTo>
                <a:lnTo>
                  <a:pt x="13545" y="52859"/>
                </a:lnTo>
                <a:lnTo>
                  <a:pt x="10464" y="51980"/>
                </a:lnTo>
                <a:lnTo>
                  <a:pt x="9972" y="51719"/>
                </a:lnTo>
                <a:lnTo>
                  <a:pt x="8825" y="51108"/>
                </a:lnTo>
                <a:lnTo>
                  <a:pt x="5333" y="46523"/>
                </a:lnTo>
                <a:lnTo>
                  <a:pt x="2875" y="43029"/>
                </a:lnTo>
                <a:lnTo>
                  <a:pt x="0" y="39972"/>
                </a:lnTo>
                <a:lnTo>
                  <a:pt x="825" y="36260"/>
                </a:lnTo>
                <a:lnTo>
                  <a:pt x="1850" y="34289"/>
                </a:lnTo>
                <a:lnTo>
                  <a:pt x="3286" y="31013"/>
                </a:lnTo>
                <a:lnTo>
                  <a:pt x="4105" y="26210"/>
                </a:lnTo>
                <a:lnTo>
                  <a:pt x="4105" y="22496"/>
                </a:lnTo>
                <a:lnTo>
                  <a:pt x="5333" y="17693"/>
                </a:lnTo>
                <a:lnTo>
                  <a:pt x="5545" y="13974"/>
                </a:lnTo>
                <a:lnTo>
                  <a:pt x="6160" y="7425"/>
                </a:lnTo>
                <a:lnTo>
                  <a:pt x="6775" y="0"/>
                </a:lnTo>
                <a:lnTo>
                  <a:pt x="18265" y="0"/>
                </a:lnTo>
                <a:lnTo>
                  <a:pt x="18265" y="5023"/>
                </a:lnTo>
                <a:close/>
              </a:path>
            </a:pathLst>
          </a:custGeom>
          <a:ln w="208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12" name="object 1512"/>
          <p:cNvSpPr/>
          <p:nvPr/>
        </p:nvSpPr>
        <p:spPr>
          <a:xfrm>
            <a:off x="1601684" y="5236693"/>
            <a:ext cx="17031" cy="29706"/>
          </a:xfrm>
          <a:custGeom>
            <a:avLst/>
            <a:gdLst/>
            <a:ahLst/>
            <a:cxnLst/>
            <a:rect l="l" t="t" r="r" b="b"/>
            <a:pathLst>
              <a:path w="17031" h="29706">
                <a:moveTo>
                  <a:pt x="2460" y="29270"/>
                </a:moveTo>
                <a:lnTo>
                  <a:pt x="3436" y="29430"/>
                </a:lnTo>
                <a:lnTo>
                  <a:pt x="5130" y="29706"/>
                </a:lnTo>
                <a:lnTo>
                  <a:pt x="7589" y="27961"/>
                </a:lnTo>
                <a:lnTo>
                  <a:pt x="7589" y="14417"/>
                </a:lnTo>
                <a:lnTo>
                  <a:pt x="8000" y="10267"/>
                </a:lnTo>
                <a:lnTo>
                  <a:pt x="8000" y="8522"/>
                </a:lnTo>
                <a:lnTo>
                  <a:pt x="9850" y="6556"/>
                </a:lnTo>
                <a:lnTo>
                  <a:pt x="16209" y="3062"/>
                </a:lnTo>
                <a:lnTo>
                  <a:pt x="17031" y="1096"/>
                </a:lnTo>
                <a:lnTo>
                  <a:pt x="15467" y="454"/>
                </a:lnTo>
                <a:lnTo>
                  <a:pt x="14359" y="0"/>
                </a:lnTo>
                <a:lnTo>
                  <a:pt x="11696" y="0"/>
                </a:lnTo>
                <a:lnTo>
                  <a:pt x="10877" y="443"/>
                </a:lnTo>
                <a:lnTo>
                  <a:pt x="9024" y="878"/>
                </a:lnTo>
                <a:lnTo>
                  <a:pt x="4822" y="3114"/>
                </a:lnTo>
                <a:lnTo>
                  <a:pt x="4100" y="3498"/>
                </a:lnTo>
                <a:lnTo>
                  <a:pt x="1434" y="6338"/>
                </a:lnTo>
                <a:lnTo>
                  <a:pt x="1026" y="8084"/>
                </a:lnTo>
                <a:lnTo>
                  <a:pt x="410" y="10923"/>
                </a:lnTo>
                <a:lnTo>
                  <a:pt x="0" y="27087"/>
                </a:lnTo>
                <a:lnTo>
                  <a:pt x="2460" y="29270"/>
                </a:lnTo>
                <a:close/>
              </a:path>
            </a:pathLst>
          </a:custGeom>
          <a:solidFill>
            <a:srgbClr val="7E3E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13" name="object 1513"/>
          <p:cNvSpPr/>
          <p:nvPr/>
        </p:nvSpPr>
        <p:spPr>
          <a:xfrm>
            <a:off x="1601684" y="5236693"/>
            <a:ext cx="17031" cy="29706"/>
          </a:xfrm>
          <a:custGeom>
            <a:avLst/>
            <a:gdLst/>
            <a:ahLst/>
            <a:cxnLst/>
            <a:rect l="l" t="t" r="r" b="b"/>
            <a:pathLst>
              <a:path w="17031" h="29706">
                <a:moveTo>
                  <a:pt x="15467" y="454"/>
                </a:moveTo>
                <a:lnTo>
                  <a:pt x="17031" y="1096"/>
                </a:lnTo>
                <a:lnTo>
                  <a:pt x="16209" y="3062"/>
                </a:lnTo>
                <a:lnTo>
                  <a:pt x="9850" y="6556"/>
                </a:lnTo>
                <a:lnTo>
                  <a:pt x="8000" y="8522"/>
                </a:lnTo>
                <a:lnTo>
                  <a:pt x="8000" y="10267"/>
                </a:lnTo>
                <a:lnTo>
                  <a:pt x="7589" y="14417"/>
                </a:lnTo>
                <a:lnTo>
                  <a:pt x="7589" y="22501"/>
                </a:lnTo>
                <a:lnTo>
                  <a:pt x="7589" y="27961"/>
                </a:lnTo>
                <a:lnTo>
                  <a:pt x="5130" y="29706"/>
                </a:lnTo>
                <a:lnTo>
                  <a:pt x="3436" y="29430"/>
                </a:lnTo>
                <a:lnTo>
                  <a:pt x="2460" y="29270"/>
                </a:lnTo>
                <a:lnTo>
                  <a:pt x="0" y="27087"/>
                </a:lnTo>
                <a:lnTo>
                  <a:pt x="410" y="10923"/>
                </a:lnTo>
                <a:lnTo>
                  <a:pt x="1026" y="8084"/>
                </a:lnTo>
                <a:lnTo>
                  <a:pt x="1434" y="6338"/>
                </a:lnTo>
                <a:lnTo>
                  <a:pt x="4100" y="3498"/>
                </a:lnTo>
                <a:lnTo>
                  <a:pt x="4822" y="3114"/>
                </a:lnTo>
                <a:lnTo>
                  <a:pt x="9024" y="878"/>
                </a:lnTo>
                <a:lnTo>
                  <a:pt x="10877" y="443"/>
                </a:lnTo>
                <a:lnTo>
                  <a:pt x="11696" y="0"/>
                </a:lnTo>
                <a:lnTo>
                  <a:pt x="14359" y="0"/>
                </a:lnTo>
                <a:lnTo>
                  <a:pt x="15467" y="454"/>
                </a:lnTo>
                <a:close/>
              </a:path>
            </a:pathLst>
          </a:custGeom>
          <a:ln w="208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14" name="object 1514"/>
          <p:cNvSpPr/>
          <p:nvPr/>
        </p:nvSpPr>
        <p:spPr>
          <a:xfrm>
            <a:off x="1605785" y="5225556"/>
            <a:ext cx="7596" cy="15073"/>
          </a:xfrm>
          <a:custGeom>
            <a:avLst/>
            <a:gdLst/>
            <a:ahLst/>
            <a:cxnLst/>
            <a:rect l="l" t="t" r="r" b="b"/>
            <a:pathLst>
              <a:path w="7596" h="15073">
                <a:moveTo>
                  <a:pt x="1030" y="14199"/>
                </a:moveTo>
                <a:lnTo>
                  <a:pt x="1441" y="15073"/>
                </a:lnTo>
                <a:lnTo>
                  <a:pt x="5750" y="15073"/>
                </a:lnTo>
                <a:lnTo>
                  <a:pt x="6776" y="14199"/>
                </a:lnTo>
                <a:lnTo>
                  <a:pt x="7596" y="12669"/>
                </a:lnTo>
                <a:lnTo>
                  <a:pt x="7596" y="11136"/>
                </a:lnTo>
                <a:lnTo>
                  <a:pt x="7185" y="7861"/>
                </a:lnTo>
                <a:lnTo>
                  <a:pt x="7185" y="656"/>
                </a:lnTo>
                <a:lnTo>
                  <a:pt x="1850" y="0"/>
                </a:lnTo>
                <a:lnTo>
                  <a:pt x="1441" y="5677"/>
                </a:lnTo>
                <a:lnTo>
                  <a:pt x="415" y="10919"/>
                </a:lnTo>
                <a:lnTo>
                  <a:pt x="0" y="13325"/>
                </a:lnTo>
                <a:lnTo>
                  <a:pt x="1030" y="14199"/>
                </a:lnTo>
                <a:close/>
              </a:path>
            </a:pathLst>
          </a:custGeom>
          <a:solidFill>
            <a:srgbClr val="F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15" name="object 1515"/>
          <p:cNvSpPr/>
          <p:nvPr/>
        </p:nvSpPr>
        <p:spPr>
          <a:xfrm>
            <a:off x="1605785" y="5224029"/>
            <a:ext cx="7596" cy="17037"/>
          </a:xfrm>
          <a:custGeom>
            <a:avLst/>
            <a:gdLst/>
            <a:ahLst/>
            <a:cxnLst/>
            <a:rect l="l" t="t" r="r" b="b"/>
            <a:pathLst>
              <a:path w="7596" h="17037">
                <a:moveTo>
                  <a:pt x="1850" y="0"/>
                </a:moveTo>
                <a:lnTo>
                  <a:pt x="1850" y="4147"/>
                </a:lnTo>
                <a:lnTo>
                  <a:pt x="1235" y="7640"/>
                </a:lnTo>
                <a:lnTo>
                  <a:pt x="1030" y="10042"/>
                </a:lnTo>
                <a:lnTo>
                  <a:pt x="0" y="13979"/>
                </a:lnTo>
                <a:lnTo>
                  <a:pt x="1030" y="15727"/>
                </a:lnTo>
                <a:lnTo>
                  <a:pt x="1850" y="17037"/>
                </a:lnTo>
                <a:lnTo>
                  <a:pt x="4515" y="17037"/>
                </a:lnTo>
                <a:lnTo>
                  <a:pt x="6776" y="16601"/>
                </a:lnTo>
                <a:lnTo>
                  <a:pt x="7596" y="13979"/>
                </a:lnTo>
                <a:lnTo>
                  <a:pt x="7596" y="10916"/>
                </a:lnTo>
                <a:lnTo>
                  <a:pt x="7185" y="7205"/>
                </a:lnTo>
                <a:lnTo>
                  <a:pt x="7185" y="4367"/>
                </a:lnTo>
                <a:lnTo>
                  <a:pt x="7596" y="653"/>
                </a:lnTo>
              </a:path>
            </a:pathLst>
          </a:custGeom>
          <a:ln w="103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16" name="object 1516"/>
          <p:cNvSpPr/>
          <p:nvPr/>
        </p:nvSpPr>
        <p:spPr>
          <a:xfrm>
            <a:off x="1607635" y="5236475"/>
            <a:ext cx="3900" cy="7210"/>
          </a:xfrm>
          <a:custGeom>
            <a:avLst/>
            <a:gdLst/>
            <a:ahLst/>
            <a:cxnLst/>
            <a:rect l="l" t="t" r="r" b="b"/>
            <a:pathLst>
              <a:path w="3900" h="7210">
                <a:moveTo>
                  <a:pt x="3900" y="1970"/>
                </a:moveTo>
                <a:lnTo>
                  <a:pt x="3484" y="0"/>
                </a:lnTo>
                <a:lnTo>
                  <a:pt x="850" y="164"/>
                </a:lnTo>
                <a:lnTo>
                  <a:pt x="0" y="217"/>
                </a:lnTo>
                <a:lnTo>
                  <a:pt x="0" y="5464"/>
                </a:lnTo>
                <a:lnTo>
                  <a:pt x="1639" y="7210"/>
                </a:lnTo>
                <a:lnTo>
                  <a:pt x="3900" y="4590"/>
                </a:lnTo>
                <a:lnTo>
                  <a:pt x="3900" y="1970"/>
                </a:lnTo>
                <a:close/>
              </a:path>
            </a:pathLst>
          </a:custGeom>
          <a:solidFill>
            <a:srgbClr val="FF001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17" name="object 1517"/>
          <p:cNvSpPr/>
          <p:nvPr/>
        </p:nvSpPr>
        <p:spPr>
          <a:xfrm>
            <a:off x="1607635" y="5236475"/>
            <a:ext cx="3900" cy="7210"/>
          </a:xfrm>
          <a:custGeom>
            <a:avLst/>
            <a:gdLst/>
            <a:ahLst/>
            <a:cxnLst/>
            <a:rect l="l" t="t" r="r" b="b"/>
            <a:pathLst>
              <a:path w="3900" h="7210">
                <a:moveTo>
                  <a:pt x="3900" y="1970"/>
                </a:moveTo>
                <a:lnTo>
                  <a:pt x="3900" y="4590"/>
                </a:lnTo>
                <a:lnTo>
                  <a:pt x="1639" y="7210"/>
                </a:lnTo>
                <a:lnTo>
                  <a:pt x="0" y="5464"/>
                </a:lnTo>
                <a:lnTo>
                  <a:pt x="0" y="217"/>
                </a:lnTo>
                <a:lnTo>
                  <a:pt x="850" y="164"/>
                </a:lnTo>
                <a:lnTo>
                  <a:pt x="3484" y="0"/>
                </a:lnTo>
                <a:lnTo>
                  <a:pt x="3900" y="1970"/>
                </a:lnTo>
                <a:close/>
              </a:path>
            </a:pathLst>
          </a:custGeom>
          <a:ln w="208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18" name="object 1518"/>
          <p:cNvSpPr/>
          <p:nvPr/>
        </p:nvSpPr>
        <p:spPr>
          <a:xfrm>
            <a:off x="1674731" y="5433060"/>
            <a:ext cx="41448" cy="49801"/>
          </a:xfrm>
          <a:custGeom>
            <a:avLst/>
            <a:gdLst/>
            <a:ahLst/>
            <a:cxnLst/>
            <a:rect l="l" t="t" r="r" b="b"/>
            <a:pathLst>
              <a:path w="41448" h="49801">
                <a:moveTo>
                  <a:pt x="1850" y="17255"/>
                </a:moveTo>
                <a:lnTo>
                  <a:pt x="2610" y="20096"/>
                </a:lnTo>
                <a:lnTo>
                  <a:pt x="3078" y="21845"/>
                </a:lnTo>
                <a:lnTo>
                  <a:pt x="5332" y="28614"/>
                </a:lnTo>
                <a:lnTo>
                  <a:pt x="8984" y="34904"/>
                </a:lnTo>
                <a:lnTo>
                  <a:pt x="10215" y="36565"/>
                </a:lnTo>
                <a:lnTo>
                  <a:pt x="15594" y="41504"/>
                </a:lnTo>
                <a:lnTo>
                  <a:pt x="19699" y="44780"/>
                </a:lnTo>
                <a:lnTo>
                  <a:pt x="24830" y="47617"/>
                </a:lnTo>
                <a:lnTo>
                  <a:pt x="31189" y="49801"/>
                </a:lnTo>
                <a:lnTo>
                  <a:pt x="33055" y="49483"/>
                </a:lnTo>
                <a:lnTo>
                  <a:pt x="36320" y="48927"/>
                </a:lnTo>
                <a:lnTo>
                  <a:pt x="39311" y="47804"/>
                </a:lnTo>
                <a:lnTo>
                  <a:pt x="41448" y="44124"/>
                </a:lnTo>
                <a:lnTo>
                  <a:pt x="39809" y="41504"/>
                </a:lnTo>
                <a:lnTo>
                  <a:pt x="37963" y="38664"/>
                </a:lnTo>
                <a:lnTo>
                  <a:pt x="34678" y="33200"/>
                </a:lnTo>
                <a:lnTo>
                  <a:pt x="32628" y="24685"/>
                </a:lnTo>
                <a:lnTo>
                  <a:pt x="28730" y="17690"/>
                </a:lnTo>
                <a:lnTo>
                  <a:pt x="25238" y="9832"/>
                </a:lnTo>
                <a:lnTo>
                  <a:pt x="22369" y="3716"/>
                </a:lnTo>
                <a:lnTo>
                  <a:pt x="20314" y="435"/>
                </a:lnTo>
                <a:lnTo>
                  <a:pt x="19349" y="371"/>
                </a:lnTo>
                <a:lnTo>
                  <a:pt x="13748" y="0"/>
                </a:lnTo>
                <a:lnTo>
                  <a:pt x="12986" y="167"/>
                </a:lnTo>
                <a:lnTo>
                  <a:pt x="6774" y="1532"/>
                </a:lnTo>
                <a:lnTo>
                  <a:pt x="3489" y="4154"/>
                </a:lnTo>
                <a:lnTo>
                  <a:pt x="138" y="11701"/>
                </a:lnTo>
                <a:lnTo>
                  <a:pt x="0" y="12013"/>
                </a:lnTo>
                <a:lnTo>
                  <a:pt x="1850" y="1725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19" name="object 1519"/>
          <p:cNvSpPr/>
          <p:nvPr/>
        </p:nvSpPr>
        <p:spPr>
          <a:xfrm>
            <a:off x="1674731" y="5433060"/>
            <a:ext cx="41448" cy="49801"/>
          </a:xfrm>
          <a:custGeom>
            <a:avLst/>
            <a:gdLst/>
            <a:ahLst/>
            <a:cxnLst/>
            <a:rect l="l" t="t" r="r" b="b"/>
            <a:pathLst>
              <a:path w="41448" h="49801">
                <a:moveTo>
                  <a:pt x="19349" y="371"/>
                </a:moveTo>
                <a:lnTo>
                  <a:pt x="20314" y="435"/>
                </a:lnTo>
                <a:lnTo>
                  <a:pt x="22369" y="3716"/>
                </a:lnTo>
                <a:lnTo>
                  <a:pt x="25238" y="9832"/>
                </a:lnTo>
                <a:lnTo>
                  <a:pt x="28730" y="17690"/>
                </a:lnTo>
                <a:lnTo>
                  <a:pt x="32628" y="24685"/>
                </a:lnTo>
                <a:lnTo>
                  <a:pt x="34678" y="33200"/>
                </a:lnTo>
                <a:lnTo>
                  <a:pt x="37963" y="38664"/>
                </a:lnTo>
                <a:lnTo>
                  <a:pt x="39809" y="41504"/>
                </a:lnTo>
                <a:lnTo>
                  <a:pt x="41448" y="44124"/>
                </a:lnTo>
                <a:lnTo>
                  <a:pt x="39809" y="47617"/>
                </a:lnTo>
                <a:lnTo>
                  <a:pt x="36320" y="48927"/>
                </a:lnTo>
                <a:lnTo>
                  <a:pt x="33055" y="49483"/>
                </a:lnTo>
                <a:lnTo>
                  <a:pt x="31189" y="49801"/>
                </a:lnTo>
                <a:lnTo>
                  <a:pt x="24830" y="47617"/>
                </a:lnTo>
                <a:lnTo>
                  <a:pt x="19699" y="44780"/>
                </a:lnTo>
                <a:lnTo>
                  <a:pt x="15594" y="41504"/>
                </a:lnTo>
                <a:lnTo>
                  <a:pt x="10215" y="36565"/>
                </a:lnTo>
                <a:lnTo>
                  <a:pt x="8984" y="34904"/>
                </a:lnTo>
                <a:lnTo>
                  <a:pt x="5332" y="28614"/>
                </a:lnTo>
                <a:lnTo>
                  <a:pt x="3078" y="21845"/>
                </a:lnTo>
                <a:lnTo>
                  <a:pt x="2610" y="20096"/>
                </a:lnTo>
                <a:lnTo>
                  <a:pt x="1850" y="17255"/>
                </a:lnTo>
                <a:lnTo>
                  <a:pt x="0" y="12013"/>
                </a:lnTo>
                <a:lnTo>
                  <a:pt x="3489" y="4154"/>
                </a:lnTo>
                <a:lnTo>
                  <a:pt x="6774" y="1532"/>
                </a:lnTo>
                <a:lnTo>
                  <a:pt x="12986" y="167"/>
                </a:lnTo>
                <a:lnTo>
                  <a:pt x="13748" y="0"/>
                </a:lnTo>
                <a:lnTo>
                  <a:pt x="19349" y="371"/>
                </a:lnTo>
                <a:close/>
              </a:path>
            </a:pathLst>
          </a:custGeom>
          <a:ln w="210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20" name="object 1520"/>
          <p:cNvSpPr/>
          <p:nvPr/>
        </p:nvSpPr>
        <p:spPr>
          <a:xfrm>
            <a:off x="1678425" y="5355738"/>
            <a:ext cx="30985" cy="111396"/>
          </a:xfrm>
          <a:custGeom>
            <a:avLst/>
            <a:gdLst/>
            <a:ahLst/>
            <a:cxnLst/>
            <a:rect l="l" t="t" r="r" b="b"/>
            <a:pathLst>
              <a:path w="30985" h="111396">
                <a:moveTo>
                  <a:pt x="2261" y="39751"/>
                </a:moveTo>
                <a:lnTo>
                  <a:pt x="819" y="63783"/>
                </a:lnTo>
                <a:lnTo>
                  <a:pt x="0" y="76230"/>
                </a:lnTo>
                <a:lnTo>
                  <a:pt x="1230" y="83878"/>
                </a:lnTo>
                <a:lnTo>
                  <a:pt x="3080" y="90209"/>
                </a:lnTo>
                <a:lnTo>
                  <a:pt x="5746" y="96547"/>
                </a:lnTo>
                <a:lnTo>
                  <a:pt x="8824" y="102007"/>
                </a:lnTo>
                <a:lnTo>
                  <a:pt x="13340" y="107684"/>
                </a:lnTo>
                <a:lnTo>
                  <a:pt x="16825" y="109648"/>
                </a:lnTo>
                <a:lnTo>
                  <a:pt x="21136" y="111396"/>
                </a:lnTo>
                <a:lnTo>
                  <a:pt x="21572" y="111287"/>
                </a:lnTo>
                <a:lnTo>
                  <a:pt x="24625" y="110522"/>
                </a:lnTo>
                <a:lnTo>
                  <a:pt x="26265" y="108338"/>
                </a:lnTo>
                <a:lnTo>
                  <a:pt x="26031" y="105718"/>
                </a:lnTo>
                <a:lnTo>
                  <a:pt x="25856" y="103753"/>
                </a:lnTo>
                <a:lnTo>
                  <a:pt x="24301" y="98950"/>
                </a:lnTo>
                <a:lnTo>
                  <a:pt x="23806" y="97421"/>
                </a:lnTo>
                <a:lnTo>
                  <a:pt x="21136" y="90865"/>
                </a:lnTo>
                <a:lnTo>
                  <a:pt x="20521" y="85188"/>
                </a:lnTo>
                <a:lnTo>
                  <a:pt x="20521" y="82348"/>
                </a:lnTo>
                <a:lnTo>
                  <a:pt x="18266" y="78201"/>
                </a:lnTo>
                <a:lnTo>
                  <a:pt x="17380" y="72561"/>
                </a:lnTo>
                <a:lnTo>
                  <a:pt x="17236" y="71644"/>
                </a:lnTo>
                <a:lnTo>
                  <a:pt x="17408" y="70072"/>
                </a:lnTo>
                <a:lnTo>
                  <a:pt x="18675" y="58536"/>
                </a:lnTo>
                <a:lnTo>
                  <a:pt x="21545" y="47838"/>
                </a:lnTo>
                <a:lnTo>
                  <a:pt x="24625" y="28617"/>
                </a:lnTo>
                <a:lnTo>
                  <a:pt x="28934" y="13761"/>
                </a:lnTo>
                <a:lnTo>
                  <a:pt x="30985" y="0"/>
                </a:lnTo>
                <a:lnTo>
                  <a:pt x="23672" y="1376"/>
                </a:lnTo>
                <a:lnTo>
                  <a:pt x="819" y="5677"/>
                </a:lnTo>
                <a:lnTo>
                  <a:pt x="2261" y="13761"/>
                </a:lnTo>
                <a:lnTo>
                  <a:pt x="2669" y="22058"/>
                </a:lnTo>
                <a:lnTo>
                  <a:pt x="2261" y="39751"/>
                </a:lnTo>
                <a:close/>
              </a:path>
            </a:pathLst>
          </a:custGeom>
          <a:solidFill>
            <a:srgbClr val="F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21" name="object 1521"/>
          <p:cNvSpPr/>
          <p:nvPr/>
        </p:nvSpPr>
        <p:spPr>
          <a:xfrm>
            <a:off x="1678425" y="5355738"/>
            <a:ext cx="30985" cy="111396"/>
          </a:xfrm>
          <a:custGeom>
            <a:avLst/>
            <a:gdLst/>
            <a:ahLst/>
            <a:cxnLst/>
            <a:rect l="l" t="t" r="r" b="b"/>
            <a:pathLst>
              <a:path w="30985" h="111396">
                <a:moveTo>
                  <a:pt x="28934" y="13761"/>
                </a:moveTo>
                <a:lnTo>
                  <a:pt x="24625" y="28617"/>
                </a:lnTo>
                <a:lnTo>
                  <a:pt x="21545" y="47838"/>
                </a:lnTo>
                <a:lnTo>
                  <a:pt x="18675" y="58536"/>
                </a:lnTo>
                <a:lnTo>
                  <a:pt x="17408" y="70072"/>
                </a:lnTo>
                <a:lnTo>
                  <a:pt x="17236" y="71644"/>
                </a:lnTo>
                <a:lnTo>
                  <a:pt x="17380" y="72561"/>
                </a:lnTo>
                <a:lnTo>
                  <a:pt x="18266" y="78201"/>
                </a:lnTo>
                <a:lnTo>
                  <a:pt x="20521" y="82348"/>
                </a:lnTo>
                <a:lnTo>
                  <a:pt x="20521" y="85188"/>
                </a:lnTo>
                <a:lnTo>
                  <a:pt x="21136" y="90865"/>
                </a:lnTo>
                <a:lnTo>
                  <a:pt x="23806" y="97421"/>
                </a:lnTo>
                <a:lnTo>
                  <a:pt x="24301" y="98950"/>
                </a:lnTo>
                <a:lnTo>
                  <a:pt x="25856" y="103753"/>
                </a:lnTo>
                <a:lnTo>
                  <a:pt x="26031" y="105718"/>
                </a:lnTo>
                <a:lnTo>
                  <a:pt x="26265" y="108338"/>
                </a:lnTo>
                <a:lnTo>
                  <a:pt x="24625" y="110522"/>
                </a:lnTo>
                <a:lnTo>
                  <a:pt x="21572" y="111287"/>
                </a:lnTo>
                <a:lnTo>
                  <a:pt x="21136" y="111396"/>
                </a:lnTo>
                <a:lnTo>
                  <a:pt x="17094" y="109757"/>
                </a:lnTo>
                <a:lnTo>
                  <a:pt x="16825" y="109648"/>
                </a:lnTo>
                <a:lnTo>
                  <a:pt x="13340" y="107684"/>
                </a:lnTo>
                <a:lnTo>
                  <a:pt x="8824" y="102007"/>
                </a:lnTo>
                <a:lnTo>
                  <a:pt x="5844" y="96722"/>
                </a:lnTo>
                <a:lnTo>
                  <a:pt x="5746" y="96547"/>
                </a:lnTo>
                <a:lnTo>
                  <a:pt x="3080" y="90209"/>
                </a:lnTo>
                <a:lnTo>
                  <a:pt x="1230" y="83878"/>
                </a:lnTo>
                <a:lnTo>
                  <a:pt x="0" y="76230"/>
                </a:lnTo>
                <a:lnTo>
                  <a:pt x="819" y="63783"/>
                </a:lnTo>
                <a:lnTo>
                  <a:pt x="2261" y="39751"/>
                </a:lnTo>
                <a:lnTo>
                  <a:pt x="2669" y="22058"/>
                </a:lnTo>
                <a:lnTo>
                  <a:pt x="2261" y="13761"/>
                </a:lnTo>
                <a:lnTo>
                  <a:pt x="819" y="5677"/>
                </a:lnTo>
                <a:lnTo>
                  <a:pt x="23672" y="1376"/>
                </a:lnTo>
                <a:lnTo>
                  <a:pt x="30985" y="0"/>
                </a:lnTo>
                <a:lnTo>
                  <a:pt x="28934" y="13761"/>
                </a:lnTo>
                <a:close/>
              </a:path>
            </a:pathLst>
          </a:custGeom>
          <a:ln w="205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22" name="object 1522"/>
          <p:cNvSpPr/>
          <p:nvPr/>
        </p:nvSpPr>
        <p:spPr>
          <a:xfrm>
            <a:off x="1663035" y="5457745"/>
            <a:ext cx="30165" cy="62030"/>
          </a:xfrm>
          <a:custGeom>
            <a:avLst/>
            <a:gdLst/>
            <a:ahLst/>
            <a:cxnLst/>
            <a:rect l="l" t="t" r="r" b="b"/>
            <a:pathLst>
              <a:path w="30165" h="62030">
                <a:moveTo>
                  <a:pt x="25856" y="3055"/>
                </a:moveTo>
                <a:lnTo>
                  <a:pt x="17029" y="0"/>
                </a:lnTo>
                <a:lnTo>
                  <a:pt x="12520" y="1309"/>
                </a:lnTo>
                <a:lnTo>
                  <a:pt x="9403" y="3055"/>
                </a:lnTo>
                <a:lnTo>
                  <a:pt x="4719" y="15071"/>
                </a:lnTo>
                <a:lnTo>
                  <a:pt x="2465" y="25334"/>
                </a:lnTo>
                <a:lnTo>
                  <a:pt x="2056" y="33420"/>
                </a:lnTo>
                <a:lnTo>
                  <a:pt x="0" y="42372"/>
                </a:lnTo>
                <a:lnTo>
                  <a:pt x="1037" y="46962"/>
                </a:lnTo>
                <a:lnTo>
                  <a:pt x="1235" y="47836"/>
                </a:lnTo>
                <a:lnTo>
                  <a:pt x="1458" y="48869"/>
                </a:lnTo>
                <a:lnTo>
                  <a:pt x="2465" y="53514"/>
                </a:lnTo>
                <a:lnTo>
                  <a:pt x="6776" y="58099"/>
                </a:lnTo>
                <a:lnTo>
                  <a:pt x="9182" y="60052"/>
                </a:lnTo>
                <a:lnTo>
                  <a:pt x="11081" y="61593"/>
                </a:lnTo>
                <a:lnTo>
                  <a:pt x="17029" y="62030"/>
                </a:lnTo>
                <a:lnTo>
                  <a:pt x="21340" y="62030"/>
                </a:lnTo>
                <a:lnTo>
                  <a:pt x="26471" y="58317"/>
                </a:lnTo>
                <a:lnTo>
                  <a:pt x="29345" y="53514"/>
                </a:lnTo>
                <a:lnTo>
                  <a:pt x="30165" y="47836"/>
                </a:lnTo>
                <a:lnTo>
                  <a:pt x="30165" y="29483"/>
                </a:lnTo>
                <a:lnTo>
                  <a:pt x="29345" y="20094"/>
                </a:lnTo>
                <a:lnTo>
                  <a:pt x="29345" y="13325"/>
                </a:lnTo>
                <a:lnTo>
                  <a:pt x="28442" y="7153"/>
                </a:lnTo>
                <a:lnTo>
                  <a:pt x="28322" y="6331"/>
                </a:lnTo>
                <a:lnTo>
                  <a:pt x="25856" y="305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23" name="object 1523"/>
          <p:cNvSpPr/>
          <p:nvPr/>
        </p:nvSpPr>
        <p:spPr>
          <a:xfrm>
            <a:off x="1663035" y="5457745"/>
            <a:ext cx="30165" cy="62030"/>
          </a:xfrm>
          <a:custGeom>
            <a:avLst/>
            <a:gdLst/>
            <a:ahLst/>
            <a:cxnLst/>
            <a:rect l="l" t="t" r="r" b="b"/>
            <a:pathLst>
              <a:path w="30165" h="62030">
                <a:moveTo>
                  <a:pt x="25856" y="3055"/>
                </a:moveTo>
                <a:lnTo>
                  <a:pt x="28322" y="6331"/>
                </a:lnTo>
                <a:lnTo>
                  <a:pt x="28442" y="7153"/>
                </a:lnTo>
                <a:lnTo>
                  <a:pt x="29345" y="13325"/>
                </a:lnTo>
                <a:lnTo>
                  <a:pt x="29345" y="20094"/>
                </a:lnTo>
                <a:lnTo>
                  <a:pt x="30165" y="29483"/>
                </a:lnTo>
                <a:lnTo>
                  <a:pt x="30165" y="39315"/>
                </a:lnTo>
                <a:lnTo>
                  <a:pt x="30165" y="47836"/>
                </a:lnTo>
                <a:lnTo>
                  <a:pt x="29345" y="53514"/>
                </a:lnTo>
                <a:lnTo>
                  <a:pt x="26471" y="58317"/>
                </a:lnTo>
                <a:lnTo>
                  <a:pt x="21340" y="62030"/>
                </a:lnTo>
                <a:lnTo>
                  <a:pt x="17029" y="62030"/>
                </a:lnTo>
                <a:lnTo>
                  <a:pt x="11081" y="61593"/>
                </a:lnTo>
                <a:lnTo>
                  <a:pt x="9182" y="60052"/>
                </a:lnTo>
                <a:lnTo>
                  <a:pt x="6776" y="58099"/>
                </a:lnTo>
                <a:lnTo>
                  <a:pt x="2465" y="53514"/>
                </a:lnTo>
                <a:lnTo>
                  <a:pt x="1458" y="48869"/>
                </a:lnTo>
                <a:lnTo>
                  <a:pt x="1235" y="47836"/>
                </a:lnTo>
                <a:lnTo>
                  <a:pt x="1037" y="46962"/>
                </a:lnTo>
                <a:lnTo>
                  <a:pt x="0" y="42372"/>
                </a:lnTo>
                <a:lnTo>
                  <a:pt x="2056" y="33420"/>
                </a:lnTo>
                <a:lnTo>
                  <a:pt x="2465" y="25334"/>
                </a:lnTo>
                <a:lnTo>
                  <a:pt x="4719" y="15071"/>
                </a:lnTo>
                <a:lnTo>
                  <a:pt x="8620" y="3493"/>
                </a:lnTo>
                <a:lnTo>
                  <a:pt x="9403" y="3055"/>
                </a:lnTo>
                <a:lnTo>
                  <a:pt x="12520" y="1309"/>
                </a:lnTo>
                <a:lnTo>
                  <a:pt x="17029" y="0"/>
                </a:lnTo>
                <a:lnTo>
                  <a:pt x="25856" y="3055"/>
                </a:lnTo>
                <a:close/>
              </a:path>
            </a:pathLst>
          </a:custGeom>
          <a:ln w="207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24" name="object 1524"/>
          <p:cNvSpPr/>
          <p:nvPr/>
        </p:nvSpPr>
        <p:spPr>
          <a:xfrm>
            <a:off x="1646416" y="5373649"/>
            <a:ext cx="45349" cy="130180"/>
          </a:xfrm>
          <a:custGeom>
            <a:avLst/>
            <a:gdLst/>
            <a:ahLst/>
            <a:cxnLst/>
            <a:rect l="l" t="t" r="r" b="b"/>
            <a:pathLst>
              <a:path w="45349" h="130180">
                <a:moveTo>
                  <a:pt x="42474" y="128433"/>
                </a:moveTo>
                <a:lnTo>
                  <a:pt x="44733" y="123848"/>
                </a:lnTo>
                <a:lnTo>
                  <a:pt x="43909" y="117296"/>
                </a:lnTo>
                <a:lnTo>
                  <a:pt x="44768" y="112742"/>
                </a:lnTo>
                <a:lnTo>
                  <a:pt x="44940" y="111832"/>
                </a:lnTo>
                <a:lnTo>
                  <a:pt x="44961" y="111565"/>
                </a:lnTo>
                <a:lnTo>
                  <a:pt x="45349" y="106592"/>
                </a:lnTo>
                <a:lnTo>
                  <a:pt x="45349" y="100915"/>
                </a:lnTo>
                <a:lnTo>
                  <a:pt x="43498" y="92611"/>
                </a:lnTo>
                <a:lnTo>
                  <a:pt x="43498" y="85841"/>
                </a:lnTo>
                <a:lnTo>
                  <a:pt x="42064" y="81256"/>
                </a:lnTo>
                <a:lnTo>
                  <a:pt x="40013" y="76665"/>
                </a:lnTo>
                <a:lnTo>
                  <a:pt x="37959" y="68586"/>
                </a:lnTo>
                <a:lnTo>
                  <a:pt x="37139" y="58754"/>
                </a:lnTo>
                <a:lnTo>
                  <a:pt x="35909" y="44344"/>
                </a:lnTo>
                <a:lnTo>
                  <a:pt x="35909" y="25777"/>
                </a:lnTo>
                <a:lnTo>
                  <a:pt x="36728" y="12233"/>
                </a:lnTo>
                <a:lnTo>
                  <a:pt x="36728" y="0"/>
                </a:lnTo>
                <a:lnTo>
                  <a:pt x="0" y="8301"/>
                </a:lnTo>
                <a:lnTo>
                  <a:pt x="5128" y="24024"/>
                </a:lnTo>
                <a:lnTo>
                  <a:pt x="9848" y="42596"/>
                </a:lnTo>
                <a:lnTo>
                  <a:pt x="14364" y="56353"/>
                </a:lnTo>
                <a:lnTo>
                  <a:pt x="18675" y="65093"/>
                </a:lnTo>
                <a:lnTo>
                  <a:pt x="21338" y="73608"/>
                </a:lnTo>
                <a:lnTo>
                  <a:pt x="21338" y="93920"/>
                </a:lnTo>
                <a:lnTo>
                  <a:pt x="21749" y="100259"/>
                </a:lnTo>
                <a:lnTo>
                  <a:pt x="20929" y="109430"/>
                </a:lnTo>
                <a:lnTo>
                  <a:pt x="20929" y="117516"/>
                </a:lnTo>
                <a:lnTo>
                  <a:pt x="21338" y="124503"/>
                </a:lnTo>
                <a:lnTo>
                  <a:pt x="24419" y="128433"/>
                </a:lnTo>
                <a:lnTo>
                  <a:pt x="27141" y="129261"/>
                </a:lnTo>
                <a:lnTo>
                  <a:pt x="30165" y="130180"/>
                </a:lnTo>
                <a:lnTo>
                  <a:pt x="37754" y="130180"/>
                </a:lnTo>
                <a:lnTo>
                  <a:pt x="42474" y="128433"/>
                </a:lnTo>
                <a:close/>
              </a:path>
            </a:pathLst>
          </a:custGeom>
          <a:solidFill>
            <a:srgbClr val="F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25" name="object 1525"/>
          <p:cNvSpPr/>
          <p:nvPr/>
        </p:nvSpPr>
        <p:spPr>
          <a:xfrm>
            <a:off x="1646416" y="5373649"/>
            <a:ext cx="45349" cy="130180"/>
          </a:xfrm>
          <a:custGeom>
            <a:avLst/>
            <a:gdLst/>
            <a:ahLst/>
            <a:cxnLst/>
            <a:rect l="l" t="t" r="r" b="b"/>
            <a:pathLst>
              <a:path w="45349" h="130180">
                <a:moveTo>
                  <a:pt x="36728" y="12233"/>
                </a:moveTo>
                <a:lnTo>
                  <a:pt x="35909" y="25777"/>
                </a:lnTo>
                <a:lnTo>
                  <a:pt x="35909" y="44344"/>
                </a:lnTo>
                <a:lnTo>
                  <a:pt x="37139" y="58754"/>
                </a:lnTo>
                <a:lnTo>
                  <a:pt x="37959" y="68586"/>
                </a:lnTo>
                <a:lnTo>
                  <a:pt x="40013" y="76665"/>
                </a:lnTo>
                <a:lnTo>
                  <a:pt x="42064" y="81256"/>
                </a:lnTo>
                <a:lnTo>
                  <a:pt x="43498" y="85841"/>
                </a:lnTo>
                <a:lnTo>
                  <a:pt x="43498" y="92611"/>
                </a:lnTo>
                <a:lnTo>
                  <a:pt x="45349" y="100915"/>
                </a:lnTo>
                <a:lnTo>
                  <a:pt x="45349" y="106592"/>
                </a:lnTo>
                <a:lnTo>
                  <a:pt x="44961" y="111565"/>
                </a:lnTo>
                <a:lnTo>
                  <a:pt x="44940" y="111832"/>
                </a:lnTo>
                <a:lnTo>
                  <a:pt x="44768" y="112742"/>
                </a:lnTo>
                <a:lnTo>
                  <a:pt x="43909" y="117296"/>
                </a:lnTo>
                <a:lnTo>
                  <a:pt x="44733" y="123848"/>
                </a:lnTo>
                <a:lnTo>
                  <a:pt x="42474" y="128433"/>
                </a:lnTo>
                <a:lnTo>
                  <a:pt x="37754" y="130180"/>
                </a:lnTo>
                <a:lnTo>
                  <a:pt x="31469" y="130180"/>
                </a:lnTo>
                <a:lnTo>
                  <a:pt x="30165" y="130180"/>
                </a:lnTo>
                <a:lnTo>
                  <a:pt x="27141" y="129261"/>
                </a:lnTo>
                <a:lnTo>
                  <a:pt x="24419" y="128433"/>
                </a:lnTo>
                <a:lnTo>
                  <a:pt x="21338" y="124503"/>
                </a:lnTo>
                <a:lnTo>
                  <a:pt x="20929" y="117516"/>
                </a:lnTo>
                <a:lnTo>
                  <a:pt x="20929" y="109430"/>
                </a:lnTo>
                <a:lnTo>
                  <a:pt x="21749" y="100259"/>
                </a:lnTo>
                <a:lnTo>
                  <a:pt x="21338" y="93920"/>
                </a:lnTo>
                <a:lnTo>
                  <a:pt x="21338" y="73608"/>
                </a:lnTo>
                <a:lnTo>
                  <a:pt x="18675" y="65093"/>
                </a:lnTo>
                <a:lnTo>
                  <a:pt x="14364" y="56353"/>
                </a:lnTo>
                <a:lnTo>
                  <a:pt x="9848" y="42596"/>
                </a:lnTo>
                <a:lnTo>
                  <a:pt x="5128" y="24024"/>
                </a:lnTo>
                <a:lnTo>
                  <a:pt x="0" y="8301"/>
                </a:lnTo>
                <a:lnTo>
                  <a:pt x="36728" y="0"/>
                </a:lnTo>
                <a:lnTo>
                  <a:pt x="36728" y="12233"/>
                </a:lnTo>
                <a:close/>
              </a:path>
            </a:pathLst>
          </a:custGeom>
          <a:ln w="20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26" name="object 1526"/>
          <p:cNvSpPr/>
          <p:nvPr/>
        </p:nvSpPr>
        <p:spPr>
          <a:xfrm>
            <a:off x="1615224" y="5213979"/>
            <a:ext cx="116961" cy="172778"/>
          </a:xfrm>
          <a:custGeom>
            <a:avLst/>
            <a:gdLst/>
            <a:ahLst/>
            <a:cxnLst/>
            <a:rect l="l" t="t" r="r" b="b"/>
            <a:pathLst>
              <a:path w="116961" h="172778">
                <a:moveTo>
                  <a:pt x="18060" y="166662"/>
                </a:moveTo>
                <a:lnTo>
                  <a:pt x="28934" y="170812"/>
                </a:lnTo>
                <a:lnTo>
                  <a:pt x="45555" y="172778"/>
                </a:lnTo>
                <a:lnTo>
                  <a:pt x="65870" y="168628"/>
                </a:lnTo>
                <a:lnTo>
                  <a:pt x="81467" y="159232"/>
                </a:lnTo>
                <a:lnTo>
                  <a:pt x="89465" y="152026"/>
                </a:lnTo>
                <a:lnTo>
                  <a:pt x="95211" y="143725"/>
                </a:lnTo>
                <a:lnTo>
                  <a:pt x="99316" y="134115"/>
                </a:lnTo>
                <a:lnTo>
                  <a:pt x="101570" y="114676"/>
                </a:lnTo>
                <a:lnTo>
                  <a:pt x="105471" y="81694"/>
                </a:lnTo>
                <a:lnTo>
                  <a:pt x="108960" y="60725"/>
                </a:lnTo>
                <a:lnTo>
                  <a:pt x="113067" y="29270"/>
                </a:lnTo>
                <a:lnTo>
                  <a:pt x="116961" y="0"/>
                </a:lnTo>
                <a:lnTo>
                  <a:pt x="99316" y="1309"/>
                </a:lnTo>
                <a:lnTo>
                  <a:pt x="89452" y="3315"/>
                </a:lnTo>
                <a:lnTo>
                  <a:pt x="85360" y="4147"/>
                </a:lnTo>
                <a:lnTo>
                  <a:pt x="68242" y="5791"/>
                </a:lnTo>
                <a:lnTo>
                  <a:pt x="64839" y="6118"/>
                </a:lnTo>
                <a:lnTo>
                  <a:pt x="53762" y="7548"/>
                </a:lnTo>
                <a:lnTo>
                  <a:pt x="44531" y="8740"/>
                </a:lnTo>
                <a:lnTo>
                  <a:pt x="20110" y="8740"/>
                </a:lnTo>
                <a:lnTo>
                  <a:pt x="7389" y="5682"/>
                </a:lnTo>
                <a:lnTo>
                  <a:pt x="4260" y="4569"/>
                </a:lnTo>
                <a:lnTo>
                  <a:pt x="0" y="3055"/>
                </a:lnTo>
                <a:lnTo>
                  <a:pt x="2876" y="29270"/>
                </a:lnTo>
                <a:lnTo>
                  <a:pt x="5746" y="56353"/>
                </a:lnTo>
                <a:lnTo>
                  <a:pt x="7389" y="80820"/>
                </a:lnTo>
                <a:lnTo>
                  <a:pt x="8211" y="108774"/>
                </a:lnTo>
                <a:lnTo>
                  <a:pt x="9439" y="124721"/>
                </a:lnTo>
                <a:lnTo>
                  <a:pt x="9439" y="158140"/>
                </a:lnTo>
                <a:lnTo>
                  <a:pt x="18060" y="166662"/>
                </a:lnTo>
                <a:close/>
              </a:path>
            </a:pathLst>
          </a:custGeom>
          <a:solidFill>
            <a:srgbClr val="001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27" name="object 1527"/>
          <p:cNvSpPr/>
          <p:nvPr/>
        </p:nvSpPr>
        <p:spPr>
          <a:xfrm>
            <a:off x="1615224" y="5213979"/>
            <a:ext cx="116961" cy="172778"/>
          </a:xfrm>
          <a:custGeom>
            <a:avLst/>
            <a:gdLst/>
            <a:ahLst/>
            <a:cxnLst/>
            <a:rect l="l" t="t" r="r" b="b"/>
            <a:pathLst>
              <a:path w="116961" h="172778">
                <a:moveTo>
                  <a:pt x="113067" y="29270"/>
                </a:moveTo>
                <a:lnTo>
                  <a:pt x="108960" y="60725"/>
                </a:lnTo>
                <a:lnTo>
                  <a:pt x="105471" y="81694"/>
                </a:lnTo>
                <a:lnTo>
                  <a:pt x="101570" y="114676"/>
                </a:lnTo>
                <a:lnTo>
                  <a:pt x="99316" y="134115"/>
                </a:lnTo>
                <a:lnTo>
                  <a:pt x="95211" y="143725"/>
                </a:lnTo>
                <a:lnTo>
                  <a:pt x="89465" y="152026"/>
                </a:lnTo>
                <a:lnTo>
                  <a:pt x="81467" y="159232"/>
                </a:lnTo>
                <a:lnTo>
                  <a:pt x="65870" y="168628"/>
                </a:lnTo>
                <a:lnTo>
                  <a:pt x="45555" y="172778"/>
                </a:lnTo>
                <a:lnTo>
                  <a:pt x="28934" y="170812"/>
                </a:lnTo>
                <a:lnTo>
                  <a:pt x="18060" y="166662"/>
                </a:lnTo>
                <a:lnTo>
                  <a:pt x="9439" y="158140"/>
                </a:lnTo>
                <a:lnTo>
                  <a:pt x="9439" y="124721"/>
                </a:lnTo>
                <a:lnTo>
                  <a:pt x="8211" y="108774"/>
                </a:lnTo>
                <a:lnTo>
                  <a:pt x="7389" y="80820"/>
                </a:lnTo>
                <a:lnTo>
                  <a:pt x="5746" y="56353"/>
                </a:lnTo>
                <a:lnTo>
                  <a:pt x="2876" y="29270"/>
                </a:lnTo>
                <a:lnTo>
                  <a:pt x="0" y="3055"/>
                </a:lnTo>
                <a:lnTo>
                  <a:pt x="4260" y="4569"/>
                </a:lnTo>
                <a:lnTo>
                  <a:pt x="7389" y="5682"/>
                </a:lnTo>
                <a:lnTo>
                  <a:pt x="20110" y="8740"/>
                </a:lnTo>
                <a:lnTo>
                  <a:pt x="44531" y="8740"/>
                </a:lnTo>
                <a:lnTo>
                  <a:pt x="53762" y="7548"/>
                </a:lnTo>
                <a:lnTo>
                  <a:pt x="64839" y="6118"/>
                </a:lnTo>
                <a:lnTo>
                  <a:pt x="68242" y="5791"/>
                </a:lnTo>
                <a:lnTo>
                  <a:pt x="85360" y="4147"/>
                </a:lnTo>
                <a:lnTo>
                  <a:pt x="89452" y="3315"/>
                </a:lnTo>
                <a:lnTo>
                  <a:pt x="99316" y="1309"/>
                </a:lnTo>
                <a:lnTo>
                  <a:pt x="116961" y="0"/>
                </a:lnTo>
                <a:lnTo>
                  <a:pt x="113067" y="29270"/>
                </a:lnTo>
                <a:close/>
              </a:path>
            </a:pathLst>
          </a:custGeom>
          <a:ln w="209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28" name="object 1528"/>
          <p:cNvSpPr/>
          <p:nvPr/>
        </p:nvSpPr>
        <p:spPr>
          <a:xfrm>
            <a:off x="1735471" y="5176190"/>
            <a:ext cx="24625" cy="80602"/>
          </a:xfrm>
          <a:custGeom>
            <a:avLst/>
            <a:gdLst/>
            <a:ahLst/>
            <a:cxnLst/>
            <a:rect l="l" t="t" r="r" b="b"/>
            <a:pathLst>
              <a:path w="24625" h="80602">
                <a:moveTo>
                  <a:pt x="12516" y="64875"/>
                </a:moveTo>
                <a:lnTo>
                  <a:pt x="9644" y="70770"/>
                </a:lnTo>
                <a:lnTo>
                  <a:pt x="8620" y="73390"/>
                </a:lnTo>
                <a:lnTo>
                  <a:pt x="8209" y="76665"/>
                </a:lnTo>
                <a:lnTo>
                  <a:pt x="8209" y="77539"/>
                </a:lnTo>
                <a:lnTo>
                  <a:pt x="10670" y="80166"/>
                </a:lnTo>
                <a:lnTo>
                  <a:pt x="12924" y="77104"/>
                </a:lnTo>
                <a:lnTo>
                  <a:pt x="13751" y="79946"/>
                </a:lnTo>
                <a:lnTo>
                  <a:pt x="15594" y="80602"/>
                </a:lnTo>
                <a:lnTo>
                  <a:pt x="18670" y="76012"/>
                </a:lnTo>
                <a:lnTo>
                  <a:pt x="21749" y="72954"/>
                </a:lnTo>
                <a:lnTo>
                  <a:pt x="24625" y="64439"/>
                </a:lnTo>
                <a:lnTo>
                  <a:pt x="24625" y="58972"/>
                </a:lnTo>
                <a:lnTo>
                  <a:pt x="23595" y="47182"/>
                </a:lnTo>
                <a:lnTo>
                  <a:pt x="20521" y="34948"/>
                </a:lnTo>
                <a:lnTo>
                  <a:pt x="19290" y="26869"/>
                </a:lnTo>
                <a:lnTo>
                  <a:pt x="17440" y="20530"/>
                </a:lnTo>
                <a:lnTo>
                  <a:pt x="16209" y="11577"/>
                </a:lnTo>
                <a:lnTo>
                  <a:pt x="15594" y="0"/>
                </a:lnTo>
                <a:lnTo>
                  <a:pt x="3489" y="0"/>
                </a:lnTo>
                <a:lnTo>
                  <a:pt x="4311" y="16383"/>
                </a:lnTo>
                <a:lnTo>
                  <a:pt x="2254" y="25995"/>
                </a:lnTo>
                <a:lnTo>
                  <a:pt x="1434" y="35386"/>
                </a:lnTo>
                <a:lnTo>
                  <a:pt x="1434" y="44780"/>
                </a:lnTo>
                <a:lnTo>
                  <a:pt x="1026" y="48056"/>
                </a:lnTo>
                <a:lnTo>
                  <a:pt x="410" y="53515"/>
                </a:lnTo>
                <a:lnTo>
                  <a:pt x="0" y="57880"/>
                </a:lnTo>
                <a:lnTo>
                  <a:pt x="2254" y="60502"/>
                </a:lnTo>
                <a:lnTo>
                  <a:pt x="3956" y="60363"/>
                </a:lnTo>
                <a:lnTo>
                  <a:pt x="4924" y="60284"/>
                </a:lnTo>
                <a:lnTo>
                  <a:pt x="6974" y="55043"/>
                </a:lnTo>
                <a:lnTo>
                  <a:pt x="7180" y="50022"/>
                </a:lnTo>
                <a:lnTo>
                  <a:pt x="7180" y="46528"/>
                </a:lnTo>
                <a:lnTo>
                  <a:pt x="7484" y="44416"/>
                </a:lnTo>
                <a:lnTo>
                  <a:pt x="7589" y="43688"/>
                </a:lnTo>
                <a:lnTo>
                  <a:pt x="7910" y="44234"/>
                </a:lnTo>
                <a:lnTo>
                  <a:pt x="10670" y="48930"/>
                </a:lnTo>
                <a:lnTo>
                  <a:pt x="11900" y="56353"/>
                </a:lnTo>
                <a:lnTo>
                  <a:pt x="11900" y="61381"/>
                </a:lnTo>
                <a:lnTo>
                  <a:pt x="12516" y="64875"/>
                </a:lnTo>
                <a:close/>
              </a:path>
            </a:pathLst>
          </a:custGeom>
          <a:solidFill>
            <a:srgbClr val="F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29" name="object 1529"/>
          <p:cNvSpPr/>
          <p:nvPr/>
        </p:nvSpPr>
        <p:spPr>
          <a:xfrm>
            <a:off x="1735471" y="5176190"/>
            <a:ext cx="24625" cy="80602"/>
          </a:xfrm>
          <a:custGeom>
            <a:avLst/>
            <a:gdLst/>
            <a:ahLst/>
            <a:cxnLst/>
            <a:rect l="l" t="t" r="r" b="b"/>
            <a:pathLst>
              <a:path w="24625" h="80602">
                <a:moveTo>
                  <a:pt x="16209" y="11577"/>
                </a:moveTo>
                <a:lnTo>
                  <a:pt x="17440" y="20530"/>
                </a:lnTo>
                <a:lnTo>
                  <a:pt x="19290" y="26869"/>
                </a:lnTo>
                <a:lnTo>
                  <a:pt x="20521" y="34948"/>
                </a:lnTo>
                <a:lnTo>
                  <a:pt x="23595" y="47182"/>
                </a:lnTo>
                <a:lnTo>
                  <a:pt x="24625" y="58972"/>
                </a:lnTo>
                <a:lnTo>
                  <a:pt x="24625" y="64439"/>
                </a:lnTo>
                <a:lnTo>
                  <a:pt x="21749" y="72954"/>
                </a:lnTo>
                <a:lnTo>
                  <a:pt x="18670" y="76012"/>
                </a:lnTo>
                <a:lnTo>
                  <a:pt x="15594" y="80602"/>
                </a:lnTo>
                <a:lnTo>
                  <a:pt x="13751" y="79946"/>
                </a:lnTo>
                <a:lnTo>
                  <a:pt x="12924" y="77104"/>
                </a:lnTo>
                <a:lnTo>
                  <a:pt x="10670" y="80166"/>
                </a:lnTo>
                <a:lnTo>
                  <a:pt x="8209" y="77539"/>
                </a:lnTo>
                <a:lnTo>
                  <a:pt x="8209" y="76665"/>
                </a:lnTo>
                <a:lnTo>
                  <a:pt x="8620" y="73390"/>
                </a:lnTo>
                <a:lnTo>
                  <a:pt x="9644" y="70770"/>
                </a:lnTo>
                <a:lnTo>
                  <a:pt x="12516" y="64875"/>
                </a:lnTo>
                <a:lnTo>
                  <a:pt x="11900" y="61381"/>
                </a:lnTo>
                <a:lnTo>
                  <a:pt x="11900" y="56353"/>
                </a:lnTo>
                <a:lnTo>
                  <a:pt x="10670" y="48930"/>
                </a:lnTo>
                <a:lnTo>
                  <a:pt x="7910" y="44234"/>
                </a:lnTo>
                <a:lnTo>
                  <a:pt x="7589" y="43688"/>
                </a:lnTo>
                <a:lnTo>
                  <a:pt x="7484" y="44416"/>
                </a:lnTo>
                <a:lnTo>
                  <a:pt x="7180" y="46528"/>
                </a:lnTo>
                <a:lnTo>
                  <a:pt x="7180" y="50022"/>
                </a:lnTo>
                <a:lnTo>
                  <a:pt x="6974" y="55043"/>
                </a:lnTo>
                <a:lnTo>
                  <a:pt x="4924" y="60284"/>
                </a:lnTo>
                <a:lnTo>
                  <a:pt x="3956" y="60363"/>
                </a:lnTo>
                <a:lnTo>
                  <a:pt x="2254" y="60502"/>
                </a:lnTo>
                <a:lnTo>
                  <a:pt x="0" y="57880"/>
                </a:lnTo>
                <a:lnTo>
                  <a:pt x="410" y="53515"/>
                </a:lnTo>
                <a:lnTo>
                  <a:pt x="1026" y="48056"/>
                </a:lnTo>
                <a:lnTo>
                  <a:pt x="1434" y="44780"/>
                </a:lnTo>
                <a:lnTo>
                  <a:pt x="1434" y="35386"/>
                </a:lnTo>
                <a:lnTo>
                  <a:pt x="2254" y="25995"/>
                </a:lnTo>
                <a:lnTo>
                  <a:pt x="4311" y="16383"/>
                </a:lnTo>
                <a:lnTo>
                  <a:pt x="3489" y="0"/>
                </a:lnTo>
                <a:lnTo>
                  <a:pt x="15594" y="0"/>
                </a:lnTo>
                <a:lnTo>
                  <a:pt x="16209" y="11577"/>
                </a:lnTo>
                <a:close/>
              </a:path>
            </a:pathLst>
          </a:custGeom>
          <a:ln w="206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30" name="object 1530"/>
          <p:cNvSpPr/>
          <p:nvPr/>
        </p:nvSpPr>
        <p:spPr>
          <a:xfrm>
            <a:off x="1593885" y="4969561"/>
            <a:ext cx="166620" cy="269321"/>
          </a:xfrm>
          <a:custGeom>
            <a:avLst/>
            <a:gdLst/>
            <a:ahLst/>
            <a:cxnLst/>
            <a:rect l="l" t="t" r="r" b="b"/>
            <a:pathLst>
              <a:path w="166620" h="269321">
                <a:moveTo>
                  <a:pt x="139740" y="237866"/>
                </a:moveTo>
                <a:lnTo>
                  <a:pt x="139120" y="233498"/>
                </a:lnTo>
                <a:lnTo>
                  <a:pt x="141549" y="233274"/>
                </a:lnTo>
                <a:lnTo>
                  <a:pt x="143840" y="233062"/>
                </a:lnTo>
                <a:lnTo>
                  <a:pt x="153486" y="233062"/>
                </a:lnTo>
                <a:lnTo>
                  <a:pt x="160672" y="235900"/>
                </a:lnTo>
                <a:lnTo>
                  <a:pt x="162515" y="237866"/>
                </a:lnTo>
                <a:lnTo>
                  <a:pt x="163335" y="241359"/>
                </a:lnTo>
                <a:lnTo>
                  <a:pt x="166416" y="237210"/>
                </a:lnTo>
                <a:lnTo>
                  <a:pt x="166416" y="213180"/>
                </a:lnTo>
                <a:lnTo>
                  <a:pt x="166620" y="183041"/>
                </a:lnTo>
                <a:lnTo>
                  <a:pt x="166620" y="162074"/>
                </a:lnTo>
                <a:lnTo>
                  <a:pt x="166416" y="146565"/>
                </a:lnTo>
                <a:lnTo>
                  <a:pt x="163335" y="121223"/>
                </a:lnTo>
                <a:lnTo>
                  <a:pt x="161285" y="108776"/>
                </a:lnTo>
                <a:lnTo>
                  <a:pt x="161285" y="67707"/>
                </a:lnTo>
                <a:lnTo>
                  <a:pt x="158410" y="38662"/>
                </a:lnTo>
                <a:lnTo>
                  <a:pt x="154948" y="28830"/>
                </a:lnTo>
                <a:lnTo>
                  <a:pt x="153486" y="24680"/>
                </a:lnTo>
                <a:lnTo>
                  <a:pt x="151845" y="16819"/>
                </a:lnTo>
                <a:lnTo>
                  <a:pt x="147940" y="16177"/>
                </a:lnTo>
                <a:lnTo>
                  <a:pt x="143840" y="15504"/>
                </a:lnTo>
                <a:lnTo>
                  <a:pt x="131035" y="11208"/>
                </a:lnTo>
                <a:lnTo>
                  <a:pt x="128865" y="10480"/>
                </a:lnTo>
                <a:lnTo>
                  <a:pt x="124145" y="11572"/>
                </a:lnTo>
                <a:lnTo>
                  <a:pt x="114898" y="6738"/>
                </a:lnTo>
                <a:lnTo>
                  <a:pt x="112035" y="5241"/>
                </a:lnTo>
                <a:lnTo>
                  <a:pt x="108812" y="3349"/>
                </a:lnTo>
                <a:lnTo>
                  <a:pt x="106085" y="1748"/>
                </a:lnTo>
                <a:lnTo>
                  <a:pt x="99315" y="0"/>
                </a:lnTo>
                <a:lnTo>
                  <a:pt x="71593" y="2966"/>
                </a:lnTo>
                <a:lnTo>
                  <a:pt x="60536" y="4149"/>
                </a:lnTo>
                <a:lnTo>
                  <a:pt x="56225" y="10480"/>
                </a:lnTo>
                <a:lnTo>
                  <a:pt x="49455" y="16819"/>
                </a:lnTo>
                <a:lnTo>
                  <a:pt x="39399" y="21842"/>
                </a:lnTo>
                <a:lnTo>
                  <a:pt x="29606" y="25314"/>
                </a:lnTo>
                <a:lnTo>
                  <a:pt x="27700" y="25990"/>
                </a:lnTo>
                <a:lnTo>
                  <a:pt x="20724" y="28830"/>
                </a:lnTo>
                <a:lnTo>
                  <a:pt x="19857" y="29606"/>
                </a:lnTo>
                <a:lnTo>
                  <a:pt x="16823" y="32323"/>
                </a:lnTo>
                <a:lnTo>
                  <a:pt x="14980" y="33195"/>
                </a:lnTo>
                <a:lnTo>
                  <a:pt x="12930" y="37352"/>
                </a:lnTo>
                <a:lnTo>
                  <a:pt x="11899" y="47177"/>
                </a:lnTo>
                <a:lnTo>
                  <a:pt x="11080" y="66833"/>
                </a:lnTo>
                <a:lnTo>
                  <a:pt x="11880" y="78139"/>
                </a:lnTo>
                <a:lnTo>
                  <a:pt x="11899" y="78413"/>
                </a:lnTo>
                <a:lnTo>
                  <a:pt x="9030" y="91957"/>
                </a:lnTo>
                <a:lnTo>
                  <a:pt x="6980" y="110960"/>
                </a:lnTo>
                <a:lnTo>
                  <a:pt x="6980" y="126687"/>
                </a:lnTo>
                <a:lnTo>
                  <a:pt x="9030" y="139134"/>
                </a:lnTo>
                <a:lnTo>
                  <a:pt x="9030" y="146564"/>
                </a:lnTo>
                <a:lnTo>
                  <a:pt x="6980" y="154861"/>
                </a:lnTo>
                <a:lnTo>
                  <a:pt x="6155" y="175610"/>
                </a:lnTo>
                <a:lnTo>
                  <a:pt x="4310" y="198768"/>
                </a:lnTo>
                <a:lnTo>
                  <a:pt x="4310" y="207285"/>
                </a:lnTo>
                <a:lnTo>
                  <a:pt x="2055" y="216679"/>
                </a:lnTo>
                <a:lnTo>
                  <a:pt x="2055" y="226942"/>
                </a:lnTo>
                <a:lnTo>
                  <a:pt x="1230" y="235026"/>
                </a:lnTo>
                <a:lnTo>
                  <a:pt x="0" y="238958"/>
                </a:lnTo>
                <a:lnTo>
                  <a:pt x="5806" y="243283"/>
                </a:lnTo>
                <a:lnTo>
                  <a:pt x="6155" y="243543"/>
                </a:lnTo>
                <a:lnTo>
                  <a:pt x="7996" y="244020"/>
                </a:lnTo>
                <a:lnTo>
                  <a:pt x="13750" y="245509"/>
                </a:lnTo>
                <a:lnTo>
                  <a:pt x="19700" y="243543"/>
                </a:lnTo>
                <a:lnTo>
                  <a:pt x="20724" y="265384"/>
                </a:lnTo>
                <a:lnTo>
                  <a:pt x="20937" y="265535"/>
                </a:lnTo>
                <a:lnTo>
                  <a:pt x="22570" y="266694"/>
                </a:lnTo>
                <a:lnTo>
                  <a:pt x="37960" y="267575"/>
                </a:lnTo>
                <a:lnTo>
                  <a:pt x="47400" y="268447"/>
                </a:lnTo>
                <a:lnTo>
                  <a:pt x="48329" y="265384"/>
                </a:lnTo>
                <a:lnTo>
                  <a:pt x="51709" y="254249"/>
                </a:lnTo>
                <a:lnTo>
                  <a:pt x="52033" y="255195"/>
                </a:lnTo>
                <a:lnTo>
                  <a:pt x="56431" y="268011"/>
                </a:lnTo>
                <a:lnTo>
                  <a:pt x="78589" y="269321"/>
                </a:lnTo>
                <a:lnTo>
                  <a:pt x="91310" y="267575"/>
                </a:lnTo>
                <a:lnTo>
                  <a:pt x="99740" y="267043"/>
                </a:lnTo>
                <a:lnTo>
                  <a:pt x="105265" y="266694"/>
                </a:lnTo>
                <a:lnTo>
                  <a:pt x="117575" y="262982"/>
                </a:lnTo>
                <a:lnTo>
                  <a:pt x="123351" y="262335"/>
                </a:lnTo>
                <a:lnTo>
                  <a:pt x="129276" y="261672"/>
                </a:lnTo>
                <a:lnTo>
                  <a:pt x="131346" y="260422"/>
                </a:lnTo>
                <a:lnTo>
                  <a:pt x="136865" y="257087"/>
                </a:lnTo>
                <a:lnTo>
                  <a:pt x="139740" y="237866"/>
                </a:lnTo>
                <a:close/>
              </a:path>
            </a:pathLst>
          </a:custGeom>
          <a:solidFill>
            <a:srgbClr val="001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31" name="object 1531"/>
          <p:cNvSpPr/>
          <p:nvPr/>
        </p:nvSpPr>
        <p:spPr>
          <a:xfrm>
            <a:off x="1593885" y="4969561"/>
            <a:ext cx="166620" cy="269321"/>
          </a:xfrm>
          <a:custGeom>
            <a:avLst/>
            <a:gdLst/>
            <a:ahLst/>
            <a:cxnLst/>
            <a:rect l="l" t="t" r="r" b="b"/>
            <a:pathLst>
              <a:path w="166620" h="269321">
                <a:moveTo>
                  <a:pt x="106085" y="1748"/>
                </a:moveTo>
                <a:lnTo>
                  <a:pt x="108812" y="3349"/>
                </a:lnTo>
                <a:lnTo>
                  <a:pt x="112035" y="5241"/>
                </a:lnTo>
                <a:lnTo>
                  <a:pt x="114898" y="6738"/>
                </a:lnTo>
                <a:lnTo>
                  <a:pt x="124145" y="11572"/>
                </a:lnTo>
                <a:lnTo>
                  <a:pt x="128865" y="10480"/>
                </a:lnTo>
                <a:lnTo>
                  <a:pt x="131035" y="11208"/>
                </a:lnTo>
                <a:lnTo>
                  <a:pt x="143840" y="15504"/>
                </a:lnTo>
                <a:lnTo>
                  <a:pt x="147940" y="16177"/>
                </a:lnTo>
                <a:lnTo>
                  <a:pt x="151845" y="16819"/>
                </a:lnTo>
                <a:lnTo>
                  <a:pt x="153486" y="24680"/>
                </a:lnTo>
                <a:lnTo>
                  <a:pt x="154948" y="28830"/>
                </a:lnTo>
                <a:lnTo>
                  <a:pt x="158410" y="38662"/>
                </a:lnTo>
                <a:lnTo>
                  <a:pt x="161285" y="67707"/>
                </a:lnTo>
                <a:lnTo>
                  <a:pt x="161285" y="91083"/>
                </a:lnTo>
                <a:lnTo>
                  <a:pt x="161285" y="108776"/>
                </a:lnTo>
                <a:lnTo>
                  <a:pt x="163335" y="121223"/>
                </a:lnTo>
                <a:lnTo>
                  <a:pt x="166416" y="146565"/>
                </a:lnTo>
                <a:lnTo>
                  <a:pt x="166620" y="162074"/>
                </a:lnTo>
                <a:lnTo>
                  <a:pt x="166620" y="183041"/>
                </a:lnTo>
                <a:lnTo>
                  <a:pt x="166416" y="213180"/>
                </a:lnTo>
                <a:lnTo>
                  <a:pt x="166416" y="233498"/>
                </a:lnTo>
                <a:lnTo>
                  <a:pt x="166416" y="237210"/>
                </a:lnTo>
                <a:lnTo>
                  <a:pt x="163335" y="241359"/>
                </a:lnTo>
                <a:lnTo>
                  <a:pt x="162515" y="237866"/>
                </a:lnTo>
                <a:lnTo>
                  <a:pt x="160672" y="235900"/>
                </a:lnTo>
                <a:lnTo>
                  <a:pt x="153486" y="233062"/>
                </a:lnTo>
                <a:lnTo>
                  <a:pt x="143840" y="233062"/>
                </a:lnTo>
                <a:lnTo>
                  <a:pt x="141549" y="233274"/>
                </a:lnTo>
                <a:lnTo>
                  <a:pt x="139120" y="233498"/>
                </a:lnTo>
                <a:lnTo>
                  <a:pt x="139740" y="237866"/>
                </a:lnTo>
                <a:lnTo>
                  <a:pt x="136865" y="257087"/>
                </a:lnTo>
                <a:lnTo>
                  <a:pt x="131346" y="260422"/>
                </a:lnTo>
                <a:lnTo>
                  <a:pt x="129276" y="261672"/>
                </a:lnTo>
                <a:lnTo>
                  <a:pt x="123351" y="262335"/>
                </a:lnTo>
                <a:lnTo>
                  <a:pt x="117575" y="262982"/>
                </a:lnTo>
                <a:lnTo>
                  <a:pt x="105265" y="266694"/>
                </a:lnTo>
                <a:lnTo>
                  <a:pt x="99740" y="267043"/>
                </a:lnTo>
                <a:lnTo>
                  <a:pt x="91310" y="267575"/>
                </a:lnTo>
                <a:lnTo>
                  <a:pt x="78589" y="269321"/>
                </a:lnTo>
                <a:lnTo>
                  <a:pt x="56431" y="268011"/>
                </a:lnTo>
                <a:lnTo>
                  <a:pt x="52033" y="255195"/>
                </a:lnTo>
                <a:lnTo>
                  <a:pt x="51709" y="254249"/>
                </a:lnTo>
                <a:lnTo>
                  <a:pt x="48329" y="265384"/>
                </a:lnTo>
                <a:lnTo>
                  <a:pt x="47400" y="268447"/>
                </a:lnTo>
                <a:lnTo>
                  <a:pt x="37960" y="267575"/>
                </a:lnTo>
                <a:lnTo>
                  <a:pt x="22570" y="266694"/>
                </a:lnTo>
                <a:lnTo>
                  <a:pt x="20937" y="265535"/>
                </a:lnTo>
                <a:lnTo>
                  <a:pt x="20724" y="265384"/>
                </a:lnTo>
                <a:lnTo>
                  <a:pt x="19700" y="243543"/>
                </a:lnTo>
                <a:lnTo>
                  <a:pt x="13750" y="245509"/>
                </a:lnTo>
                <a:lnTo>
                  <a:pt x="7996" y="244020"/>
                </a:lnTo>
                <a:lnTo>
                  <a:pt x="6155" y="243543"/>
                </a:lnTo>
                <a:lnTo>
                  <a:pt x="5806" y="243283"/>
                </a:lnTo>
                <a:lnTo>
                  <a:pt x="0" y="238958"/>
                </a:lnTo>
                <a:lnTo>
                  <a:pt x="1230" y="235026"/>
                </a:lnTo>
                <a:lnTo>
                  <a:pt x="2055" y="226942"/>
                </a:lnTo>
                <a:lnTo>
                  <a:pt x="2055" y="216679"/>
                </a:lnTo>
                <a:lnTo>
                  <a:pt x="4310" y="207285"/>
                </a:lnTo>
                <a:lnTo>
                  <a:pt x="4310" y="198768"/>
                </a:lnTo>
                <a:lnTo>
                  <a:pt x="6155" y="175610"/>
                </a:lnTo>
                <a:lnTo>
                  <a:pt x="6980" y="154861"/>
                </a:lnTo>
                <a:lnTo>
                  <a:pt x="9030" y="146564"/>
                </a:lnTo>
                <a:lnTo>
                  <a:pt x="9030" y="139134"/>
                </a:lnTo>
                <a:lnTo>
                  <a:pt x="6980" y="126687"/>
                </a:lnTo>
                <a:lnTo>
                  <a:pt x="6980" y="110960"/>
                </a:lnTo>
                <a:lnTo>
                  <a:pt x="9030" y="91957"/>
                </a:lnTo>
                <a:lnTo>
                  <a:pt x="11899" y="78413"/>
                </a:lnTo>
                <a:lnTo>
                  <a:pt x="11880" y="78139"/>
                </a:lnTo>
                <a:lnTo>
                  <a:pt x="11080" y="66833"/>
                </a:lnTo>
                <a:lnTo>
                  <a:pt x="11899" y="47177"/>
                </a:lnTo>
                <a:lnTo>
                  <a:pt x="12930" y="37352"/>
                </a:lnTo>
                <a:lnTo>
                  <a:pt x="14980" y="33195"/>
                </a:lnTo>
                <a:lnTo>
                  <a:pt x="16823" y="32323"/>
                </a:lnTo>
                <a:lnTo>
                  <a:pt x="19857" y="29606"/>
                </a:lnTo>
                <a:lnTo>
                  <a:pt x="20724" y="28830"/>
                </a:lnTo>
                <a:lnTo>
                  <a:pt x="27700" y="25990"/>
                </a:lnTo>
                <a:lnTo>
                  <a:pt x="29606" y="25314"/>
                </a:lnTo>
                <a:lnTo>
                  <a:pt x="39399" y="21842"/>
                </a:lnTo>
                <a:lnTo>
                  <a:pt x="49455" y="16819"/>
                </a:lnTo>
                <a:lnTo>
                  <a:pt x="56225" y="10480"/>
                </a:lnTo>
                <a:lnTo>
                  <a:pt x="60536" y="4149"/>
                </a:lnTo>
                <a:lnTo>
                  <a:pt x="71593" y="2966"/>
                </a:lnTo>
                <a:lnTo>
                  <a:pt x="99315" y="0"/>
                </a:lnTo>
                <a:lnTo>
                  <a:pt x="106085" y="1748"/>
                </a:lnTo>
                <a:close/>
              </a:path>
            </a:pathLst>
          </a:custGeom>
          <a:ln w="208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32" name="object 1532"/>
          <p:cNvSpPr/>
          <p:nvPr/>
        </p:nvSpPr>
        <p:spPr>
          <a:xfrm>
            <a:off x="1612970" y="5023951"/>
            <a:ext cx="7793" cy="178235"/>
          </a:xfrm>
          <a:custGeom>
            <a:avLst/>
            <a:gdLst/>
            <a:ahLst/>
            <a:cxnLst/>
            <a:rect l="l" t="t" r="r" b="b"/>
            <a:pathLst>
              <a:path w="7793" h="178235">
                <a:moveTo>
                  <a:pt x="819" y="178235"/>
                </a:moveTo>
                <a:lnTo>
                  <a:pt x="819" y="160762"/>
                </a:lnTo>
                <a:lnTo>
                  <a:pt x="0" y="146562"/>
                </a:lnTo>
                <a:lnTo>
                  <a:pt x="3484" y="128651"/>
                </a:lnTo>
                <a:lnTo>
                  <a:pt x="6359" y="110304"/>
                </a:lnTo>
                <a:lnTo>
                  <a:pt x="7793" y="87807"/>
                </a:lnTo>
                <a:lnTo>
                  <a:pt x="6359" y="78631"/>
                </a:lnTo>
                <a:lnTo>
                  <a:pt x="4924" y="66833"/>
                </a:lnTo>
                <a:lnTo>
                  <a:pt x="2254" y="53295"/>
                </a:lnTo>
                <a:lnTo>
                  <a:pt x="6359" y="37785"/>
                </a:lnTo>
                <a:lnTo>
                  <a:pt x="6359" y="31011"/>
                </a:lnTo>
                <a:lnTo>
                  <a:pt x="7793" y="9824"/>
                </a:lnTo>
                <a:lnTo>
                  <a:pt x="6359" y="0"/>
                </a:lnTo>
              </a:path>
            </a:pathLst>
          </a:custGeom>
          <a:ln w="10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33" name="object 1533"/>
          <p:cNvSpPr/>
          <p:nvPr/>
        </p:nvSpPr>
        <p:spPr>
          <a:xfrm>
            <a:off x="1730955" y="5000575"/>
            <a:ext cx="5541" cy="202484"/>
          </a:xfrm>
          <a:custGeom>
            <a:avLst/>
            <a:gdLst/>
            <a:ahLst/>
            <a:cxnLst/>
            <a:rect l="l" t="t" r="r" b="b"/>
            <a:pathLst>
              <a:path w="5541" h="202484">
                <a:moveTo>
                  <a:pt x="2876" y="202484"/>
                </a:moveTo>
                <a:lnTo>
                  <a:pt x="3696" y="177143"/>
                </a:lnTo>
                <a:lnTo>
                  <a:pt x="3696" y="154428"/>
                </a:lnTo>
                <a:lnTo>
                  <a:pt x="3696" y="139357"/>
                </a:lnTo>
                <a:lnTo>
                  <a:pt x="2669" y="119262"/>
                </a:lnTo>
                <a:lnTo>
                  <a:pt x="1230" y="108556"/>
                </a:lnTo>
                <a:lnTo>
                  <a:pt x="0" y="93054"/>
                </a:lnTo>
                <a:lnTo>
                  <a:pt x="2050" y="79510"/>
                </a:lnTo>
                <a:lnTo>
                  <a:pt x="5541" y="65529"/>
                </a:lnTo>
                <a:lnTo>
                  <a:pt x="5335" y="48491"/>
                </a:lnTo>
                <a:lnTo>
                  <a:pt x="2669" y="32982"/>
                </a:lnTo>
                <a:lnTo>
                  <a:pt x="2876" y="13543"/>
                </a:lnTo>
                <a:lnTo>
                  <a:pt x="3285" y="0"/>
                </a:lnTo>
              </a:path>
            </a:pathLst>
          </a:custGeom>
          <a:ln w="102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34" name="object 1534"/>
          <p:cNvSpPr/>
          <p:nvPr/>
        </p:nvSpPr>
        <p:spPr>
          <a:xfrm>
            <a:off x="1650929" y="5114596"/>
            <a:ext cx="8620" cy="9827"/>
          </a:xfrm>
          <a:custGeom>
            <a:avLst/>
            <a:gdLst/>
            <a:ahLst/>
            <a:cxnLst/>
            <a:rect l="l" t="t" r="r" b="b"/>
            <a:pathLst>
              <a:path w="8620" h="9827">
                <a:moveTo>
                  <a:pt x="8620" y="2183"/>
                </a:moveTo>
                <a:lnTo>
                  <a:pt x="4311" y="0"/>
                </a:lnTo>
                <a:lnTo>
                  <a:pt x="0" y="2183"/>
                </a:lnTo>
                <a:lnTo>
                  <a:pt x="0" y="7643"/>
                </a:lnTo>
                <a:lnTo>
                  <a:pt x="4311" y="9827"/>
                </a:lnTo>
                <a:lnTo>
                  <a:pt x="8620" y="7643"/>
                </a:lnTo>
                <a:lnTo>
                  <a:pt x="8620" y="21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35" name="object 1535"/>
          <p:cNvSpPr/>
          <p:nvPr/>
        </p:nvSpPr>
        <p:spPr>
          <a:xfrm>
            <a:off x="1650929" y="5114596"/>
            <a:ext cx="8620" cy="9827"/>
          </a:xfrm>
          <a:custGeom>
            <a:avLst/>
            <a:gdLst/>
            <a:ahLst/>
            <a:cxnLst/>
            <a:rect l="l" t="t" r="r" b="b"/>
            <a:pathLst>
              <a:path w="8620" h="9827">
                <a:moveTo>
                  <a:pt x="8620" y="2183"/>
                </a:moveTo>
                <a:lnTo>
                  <a:pt x="8620" y="7643"/>
                </a:lnTo>
                <a:lnTo>
                  <a:pt x="4311" y="9827"/>
                </a:lnTo>
                <a:lnTo>
                  <a:pt x="0" y="7643"/>
                </a:lnTo>
                <a:lnTo>
                  <a:pt x="0" y="4805"/>
                </a:lnTo>
                <a:lnTo>
                  <a:pt x="0" y="2183"/>
                </a:lnTo>
                <a:lnTo>
                  <a:pt x="4311" y="0"/>
                </a:lnTo>
                <a:lnTo>
                  <a:pt x="8620" y="2183"/>
                </a:lnTo>
                <a:close/>
              </a:path>
            </a:pathLst>
          </a:custGeom>
          <a:ln w="210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36" name="object 1536"/>
          <p:cNvSpPr/>
          <p:nvPr/>
        </p:nvSpPr>
        <p:spPr>
          <a:xfrm>
            <a:off x="1669189" y="5114596"/>
            <a:ext cx="9031" cy="9827"/>
          </a:xfrm>
          <a:custGeom>
            <a:avLst/>
            <a:gdLst/>
            <a:ahLst/>
            <a:cxnLst/>
            <a:rect l="l" t="t" r="r" b="b"/>
            <a:pathLst>
              <a:path w="9031" h="9827">
                <a:moveTo>
                  <a:pt x="9031" y="2183"/>
                </a:moveTo>
                <a:lnTo>
                  <a:pt x="4515" y="0"/>
                </a:lnTo>
                <a:lnTo>
                  <a:pt x="0" y="2183"/>
                </a:lnTo>
                <a:lnTo>
                  <a:pt x="0" y="7643"/>
                </a:lnTo>
                <a:lnTo>
                  <a:pt x="4515" y="9827"/>
                </a:lnTo>
                <a:lnTo>
                  <a:pt x="9031" y="7643"/>
                </a:lnTo>
                <a:lnTo>
                  <a:pt x="9031" y="21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37" name="object 1537"/>
          <p:cNvSpPr/>
          <p:nvPr/>
        </p:nvSpPr>
        <p:spPr>
          <a:xfrm>
            <a:off x="1669189" y="5114596"/>
            <a:ext cx="9031" cy="9827"/>
          </a:xfrm>
          <a:custGeom>
            <a:avLst/>
            <a:gdLst/>
            <a:ahLst/>
            <a:cxnLst/>
            <a:rect l="l" t="t" r="r" b="b"/>
            <a:pathLst>
              <a:path w="9031" h="9827">
                <a:moveTo>
                  <a:pt x="9031" y="2183"/>
                </a:moveTo>
                <a:lnTo>
                  <a:pt x="9031" y="4805"/>
                </a:lnTo>
                <a:lnTo>
                  <a:pt x="9031" y="7643"/>
                </a:lnTo>
                <a:lnTo>
                  <a:pt x="4515" y="9827"/>
                </a:lnTo>
                <a:lnTo>
                  <a:pt x="0" y="7643"/>
                </a:lnTo>
                <a:lnTo>
                  <a:pt x="0" y="4805"/>
                </a:lnTo>
                <a:lnTo>
                  <a:pt x="0" y="2183"/>
                </a:lnTo>
                <a:lnTo>
                  <a:pt x="4515" y="0"/>
                </a:lnTo>
                <a:lnTo>
                  <a:pt x="9031" y="2183"/>
                </a:lnTo>
                <a:close/>
              </a:path>
            </a:pathLst>
          </a:custGeom>
          <a:ln w="211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38" name="object 1538"/>
          <p:cNvSpPr/>
          <p:nvPr/>
        </p:nvSpPr>
        <p:spPr>
          <a:xfrm>
            <a:off x="1650929" y="5147142"/>
            <a:ext cx="8620" cy="9391"/>
          </a:xfrm>
          <a:custGeom>
            <a:avLst/>
            <a:gdLst/>
            <a:ahLst/>
            <a:cxnLst/>
            <a:rect l="l" t="t" r="r" b="b"/>
            <a:pathLst>
              <a:path w="8620" h="9391">
                <a:moveTo>
                  <a:pt x="8620" y="1965"/>
                </a:moveTo>
                <a:lnTo>
                  <a:pt x="4311" y="0"/>
                </a:lnTo>
                <a:lnTo>
                  <a:pt x="0" y="1965"/>
                </a:lnTo>
                <a:lnTo>
                  <a:pt x="0" y="7207"/>
                </a:lnTo>
                <a:lnTo>
                  <a:pt x="4311" y="9391"/>
                </a:lnTo>
                <a:lnTo>
                  <a:pt x="8620" y="7207"/>
                </a:lnTo>
                <a:lnTo>
                  <a:pt x="8620" y="196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39" name="object 1539"/>
          <p:cNvSpPr/>
          <p:nvPr/>
        </p:nvSpPr>
        <p:spPr>
          <a:xfrm>
            <a:off x="1650929" y="5147142"/>
            <a:ext cx="8620" cy="9391"/>
          </a:xfrm>
          <a:custGeom>
            <a:avLst/>
            <a:gdLst/>
            <a:ahLst/>
            <a:cxnLst/>
            <a:rect l="l" t="t" r="r" b="b"/>
            <a:pathLst>
              <a:path w="8620" h="9391">
                <a:moveTo>
                  <a:pt x="8620" y="1965"/>
                </a:moveTo>
                <a:lnTo>
                  <a:pt x="8620" y="7207"/>
                </a:lnTo>
                <a:lnTo>
                  <a:pt x="4311" y="9391"/>
                </a:lnTo>
                <a:lnTo>
                  <a:pt x="0" y="7207"/>
                </a:lnTo>
                <a:lnTo>
                  <a:pt x="0" y="4585"/>
                </a:lnTo>
                <a:lnTo>
                  <a:pt x="0" y="1965"/>
                </a:lnTo>
                <a:lnTo>
                  <a:pt x="4311" y="0"/>
                </a:lnTo>
                <a:lnTo>
                  <a:pt x="8620" y="1965"/>
                </a:lnTo>
                <a:close/>
              </a:path>
            </a:pathLst>
          </a:custGeom>
          <a:ln w="211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40" name="object 1540"/>
          <p:cNvSpPr/>
          <p:nvPr/>
        </p:nvSpPr>
        <p:spPr>
          <a:xfrm>
            <a:off x="1669189" y="5147142"/>
            <a:ext cx="9031" cy="9391"/>
          </a:xfrm>
          <a:custGeom>
            <a:avLst/>
            <a:gdLst/>
            <a:ahLst/>
            <a:cxnLst/>
            <a:rect l="l" t="t" r="r" b="b"/>
            <a:pathLst>
              <a:path w="9031" h="9391">
                <a:moveTo>
                  <a:pt x="9031" y="1965"/>
                </a:moveTo>
                <a:lnTo>
                  <a:pt x="4515" y="0"/>
                </a:lnTo>
                <a:lnTo>
                  <a:pt x="0" y="1965"/>
                </a:lnTo>
                <a:lnTo>
                  <a:pt x="0" y="7207"/>
                </a:lnTo>
                <a:lnTo>
                  <a:pt x="4515" y="9391"/>
                </a:lnTo>
                <a:lnTo>
                  <a:pt x="9031" y="7207"/>
                </a:lnTo>
                <a:lnTo>
                  <a:pt x="9031" y="196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41" name="object 1541"/>
          <p:cNvSpPr/>
          <p:nvPr/>
        </p:nvSpPr>
        <p:spPr>
          <a:xfrm>
            <a:off x="1669189" y="5147142"/>
            <a:ext cx="9031" cy="9391"/>
          </a:xfrm>
          <a:custGeom>
            <a:avLst/>
            <a:gdLst/>
            <a:ahLst/>
            <a:cxnLst/>
            <a:rect l="l" t="t" r="r" b="b"/>
            <a:pathLst>
              <a:path w="9031" h="9391">
                <a:moveTo>
                  <a:pt x="9031" y="1965"/>
                </a:moveTo>
                <a:lnTo>
                  <a:pt x="9031" y="4585"/>
                </a:lnTo>
                <a:lnTo>
                  <a:pt x="9031" y="7207"/>
                </a:lnTo>
                <a:lnTo>
                  <a:pt x="4515" y="9391"/>
                </a:lnTo>
                <a:lnTo>
                  <a:pt x="0" y="7207"/>
                </a:lnTo>
                <a:lnTo>
                  <a:pt x="0" y="4585"/>
                </a:lnTo>
                <a:lnTo>
                  <a:pt x="0" y="1965"/>
                </a:lnTo>
                <a:lnTo>
                  <a:pt x="4515" y="0"/>
                </a:lnTo>
                <a:lnTo>
                  <a:pt x="9031" y="1965"/>
                </a:lnTo>
                <a:close/>
              </a:path>
            </a:pathLst>
          </a:custGeom>
          <a:ln w="211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42" name="object 1542"/>
          <p:cNvSpPr/>
          <p:nvPr/>
        </p:nvSpPr>
        <p:spPr>
          <a:xfrm>
            <a:off x="1646005" y="4893326"/>
            <a:ext cx="57045" cy="104847"/>
          </a:xfrm>
          <a:custGeom>
            <a:avLst/>
            <a:gdLst/>
            <a:ahLst/>
            <a:cxnLst/>
            <a:rect l="l" t="t" r="r" b="b"/>
            <a:pathLst>
              <a:path w="57045" h="104847">
                <a:moveTo>
                  <a:pt x="45760" y="84970"/>
                </a:moveTo>
                <a:lnTo>
                  <a:pt x="45760" y="81912"/>
                </a:lnTo>
                <a:lnTo>
                  <a:pt x="45373" y="77777"/>
                </a:lnTo>
                <a:lnTo>
                  <a:pt x="45351" y="77544"/>
                </a:lnTo>
                <a:lnTo>
                  <a:pt x="45361" y="77304"/>
                </a:lnTo>
                <a:lnTo>
                  <a:pt x="45555" y="72736"/>
                </a:lnTo>
                <a:lnTo>
                  <a:pt x="50275" y="70116"/>
                </a:lnTo>
                <a:lnTo>
                  <a:pt x="51914" y="67059"/>
                </a:lnTo>
                <a:lnTo>
                  <a:pt x="53349" y="62037"/>
                </a:lnTo>
                <a:lnTo>
                  <a:pt x="53964" y="57452"/>
                </a:lnTo>
                <a:lnTo>
                  <a:pt x="54580" y="51985"/>
                </a:lnTo>
                <a:lnTo>
                  <a:pt x="56021" y="46310"/>
                </a:lnTo>
                <a:lnTo>
                  <a:pt x="57045" y="41504"/>
                </a:lnTo>
                <a:lnTo>
                  <a:pt x="57045" y="38006"/>
                </a:lnTo>
                <a:lnTo>
                  <a:pt x="56226" y="33856"/>
                </a:lnTo>
                <a:lnTo>
                  <a:pt x="56634" y="29927"/>
                </a:lnTo>
                <a:lnTo>
                  <a:pt x="56634" y="27087"/>
                </a:lnTo>
                <a:lnTo>
                  <a:pt x="57045" y="19877"/>
                </a:lnTo>
                <a:lnTo>
                  <a:pt x="55195" y="10923"/>
                </a:lnTo>
                <a:lnTo>
                  <a:pt x="51506" y="5682"/>
                </a:lnTo>
                <a:lnTo>
                  <a:pt x="45760" y="1748"/>
                </a:lnTo>
                <a:lnTo>
                  <a:pt x="37550" y="0"/>
                </a:lnTo>
                <a:lnTo>
                  <a:pt x="30576" y="435"/>
                </a:lnTo>
                <a:lnTo>
                  <a:pt x="27495" y="800"/>
                </a:lnTo>
                <a:lnTo>
                  <a:pt x="19495" y="1748"/>
                </a:lnTo>
                <a:lnTo>
                  <a:pt x="13560" y="4317"/>
                </a:lnTo>
                <a:lnTo>
                  <a:pt x="12924" y="4592"/>
                </a:lnTo>
                <a:lnTo>
                  <a:pt x="11449" y="5173"/>
                </a:lnTo>
                <a:lnTo>
                  <a:pt x="7385" y="6774"/>
                </a:lnTo>
                <a:lnTo>
                  <a:pt x="4104" y="10267"/>
                </a:lnTo>
                <a:lnTo>
                  <a:pt x="819" y="18129"/>
                </a:lnTo>
                <a:lnTo>
                  <a:pt x="104" y="28048"/>
                </a:lnTo>
                <a:lnTo>
                  <a:pt x="0" y="29491"/>
                </a:lnTo>
                <a:lnTo>
                  <a:pt x="58" y="30800"/>
                </a:lnTo>
                <a:lnTo>
                  <a:pt x="410" y="38659"/>
                </a:lnTo>
                <a:lnTo>
                  <a:pt x="819" y="46528"/>
                </a:lnTo>
                <a:lnTo>
                  <a:pt x="3900" y="53297"/>
                </a:lnTo>
                <a:lnTo>
                  <a:pt x="5539" y="58323"/>
                </a:lnTo>
                <a:lnTo>
                  <a:pt x="6277" y="59242"/>
                </a:lnTo>
                <a:lnTo>
                  <a:pt x="6769" y="59854"/>
                </a:lnTo>
                <a:lnTo>
                  <a:pt x="7371" y="60305"/>
                </a:lnTo>
                <a:lnTo>
                  <a:pt x="10259" y="62473"/>
                </a:lnTo>
                <a:lnTo>
                  <a:pt x="10670" y="68151"/>
                </a:lnTo>
                <a:lnTo>
                  <a:pt x="10670" y="75143"/>
                </a:lnTo>
                <a:lnTo>
                  <a:pt x="10259" y="81038"/>
                </a:lnTo>
                <a:lnTo>
                  <a:pt x="10055" y="84532"/>
                </a:lnTo>
                <a:lnTo>
                  <a:pt x="10055" y="87807"/>
                </a:lnTo>
                <a:lnTo>
                  <a:pt x="9644" y="93054"/>
                </a:lnTo>
                <a:lnTo>
                  <a:pt x="10726" y="96843"/>
                </a:lnTo>
                <a:lnTo>
                  <a:pt x="11079" y="98078"/>
                </a:lnTo>
                <a:lnTo>
                  <a:pt x="14076" y="100786"/>
                </a:lnTo>
                <a:lnTo>
                  <a:pt x="15186" y="101789"/>
                </a:lnTo>
                <a:lnTo>
                  <a:pt x="18675" y="103535"/>
                </a:lnTo>
                <a:lnTo>
                  <a:pt x="20733" y="103991"/>
                </a:lnTo>
                <a:lnTo>
                  <a:pt x="23599" y="104627"/>
                </a:lnTo>
                <a:lnTo>
                  <a:pt x="24120" y="104673"/>
                </a:lnTo>
                <a:lnTo>
                  <a:pt x="26060" y="104847"/>
                </a:lnTo>
                <a:lnTo>
                  <a:pt x="28934" y="104191"/>
                </a:lnTo>
                <a:lnTo>
                  <a:pt x="31804" y="101789"/>
                </a:lnTo>
                <a:lnTo>
                  <a:pt x="37139" y="97204"/>
                </a:lnTo>
                <a:lnTo>
                  <a:pt x="42885" y="91083"/>
                </a:lnTo>
                <a:lnTo>
                  <a:pt x="45760" y="84970"/>
                </a:lnTo>
                <a:close/>
              </a:path>
            </a:pathLst>
          </a:custGeom>
          <a:solidFill>
            <a:srgbClr val="FFBEBE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43" name="object 1543"/>
          <p:cNvSpPr/>
          <p:nvPr/>
        </p:nvSpPr>
        <p:spPr>
          <a:xfrm>
            <a:off x="1646005" y="4893326"/>
            <a:ext cx="57045" cy="104847"/>
          </a:xfrm>
          <a:custGeom>
            <a:avLst/>
            <a:gdLst/>
            <a:ahLst/>
            <a:cxnLst/>
            <a:rect l="l" t="t" r="r" b="b"/>
            <a:pathLst>
              <a:path w="57045" h="104847">
                <a:moveTo>
                  <a:pt x="45760" y="1748"/>
                </a:moveTo>
                <a:lnTo>
                  <a:pt x="51506" y="5682"/>
                </a:lnTo>
                <a:lnTo>
                  <a:pt x="55195" y="10923"/>
                </a:lnTo>
                <a:lnTo>
                  <a:pt x="57045" y="19877"/>
                </a:lnTo>
                <a:lnTo>
                  <a:pt x="56634" y="27087"/>
                </a:lnTo>
                <a:lnTo>
                  <a:pt x="56634" y="29927"/>
                </a:lnTo>
                <a:lnTo>
                  <a:pt x="56226" y="33856"/>
                </a:lnTo>
                <a:lnTo>
                  <a:pt x="57045" y="38006"/>
                </a:lnTo>
                <a:lnTo>
                  <a:pt x="57045" y="41504"/>
                </a:lnTo>
                <a:lnTo>
                  <a:pt x="56021" y="46310"/>
                </a:lnTo>
                <a:lnTo>
                  <a:pt x="54580" y="51985"/>
                </a:lnTo>
                <a:lnTo>
                  <a:pt x="53964" y="57452"/>
                </a:lnTo>
                <a:lnTo>
                  <a:pt x="53349" y="62037"/>
                </a:lnTo>
                <a:lnTo>
                  <a:pt x="51914" y="67059"/>
                </a:lnTo>
                <a:lnTo>
                  <a:pt x="50275" y="70116"/>
                </a:lnTo>
                <a:lnTo>
                  <a:pt x="45555" y="72736"/>
                </a:lnTo>
                <a:lnTo>
                  <a:pt x="45361" y="77304"/>
                </a:lnTo>
                <a:lnTo>
                  <a:pt x="45351" y="77544"/>
                </a:lnTo>
                <a:lnTo>
                  <a:pt x="45373" y="77777"/>
                </a:lnTo>
                <a:lnTo>
                  <a:pt x="45760" y="81912"/>
                </a:lnTo>
                <a:lnTo>
                  <a:pt x="45760" y="84970"/>
                </a:lnTo>
                <a:lnTo>
                  <a:pt x="42885" y="91083"/>
                </a:lnTo>
                <a:lnTo>
                  <a:pt x="37139" y="97204"/>
                </a:lnTo>
                <a:lnTo>
                  <a:pt x="31804" y="101789"/>
                </a:lnTo>
                <a:lnTo>
                  <a:pt x="28934" y="104191"/>
                </a:lnTo>
                <a:lnTo>
                  <a:pt x="26060" y="104847"/>
                </a:lnTo>
                <a:lnTo>
                  <a:pt x="24120" y="104673"/>
                </a:lnTo>
                <a:lnTo>
                  <a:pt x="23599" y="104627"/>
                </a:lnTo>
                <a:lnTo>
                  <a:pt x="20733" y="103991"/>
                </a:lnTo>
                <a:lnTo>
                  <a:pt x="18675" y="103535"/>
                </a:lnTo>
                <a:lnTo>
                  <a:pt x="15186" y="101789"/>
                </a:lnTo>
                <a:lnTo>
                  <a:pt x="14076" y="100786"/>
                </a:lnTo>
                <a:lnTo>
                  <a:pt x="11079" y="98078"/>
                </a:lnTo>
                <a:lnTo>
                  <a:pt x="10726" y="96843"/>
                </a:lnTo>
                <a:lnTo>
                  <a:pt x="9644" y="93054"/>
                </a:lnTo>
                <a:lnTo>
                  <a:pt x="10055" y="87807"/>
                </a:lnTo>
                <a:lnTo>
                  <a:pt x="10055" y="84532"/>
                </a:lnTo>
                <a:lnTo>
                  <a:pt x="10259" y="81038"/>
                </a:lnTo>
                <a:lnTo>
                  <a:pt x="10670" y="75143"/>
                </a:lnTo>
                <a:lnTo>
                  <a:pt x="10670" y="68151"/>
                </a:lnTo>
                <a:lnTo>
                  <a:pt x="10259" y="62473"/>
                </a:lnTo>
                <a:lnTo>
                  <a:pt x="7371" y="60305"/>
                </a:lnTo>
                <a:lnTo>
                  <a:pt x="6769" y="59854"/>
                </a:lnTo>
                <a:lnTo>
                  <a:pt x="6277" y="59242"/>
                </a:lnTo>
                <a:lnTo>
                  <a:pt x="5539" y="58323"/>
                </a:lnTo>
                <a:lnTo>
                  <a:pt x="3900" y="53297"/>
                </a:lnTo>
                <a:lnTo>
                  <a:pt x="819" y="46528"/>
                </a:lnTo>
                <a:lnTo>
                  <a:pt x="410" y="38659"/>
                </a:lnTo>
                <a:lnTo>
                  <a:pt x="58" y="30800"/>
                </a:lnTo>
                <a:lnTo>
                  <a:pt x="0" y="29491"/>
                </a:lnTo>
                <a:lnTo>
                  <a:pt x="104" y="28048"/>
                </a:lnTo>
                <a:lnTo>
                  <a:pt x="819" y="18129"/>
                </a:lnTo>
                <a:lnTo>
                  <a:pt x="4104" y="10267"/>
                </a:lnTo>
                <a:lnTo>
                  <a:pt x="7385" y="6774"/>
                </a:lnTo>
                <a:lnTo>
                  <a:pt x="11449" y="5173"/>
                </a:lnTo>
                <a:lnTo>
                  <a:pt x="12924" y="4592"/>
                </a:lnTo>
                <a:lnTo>
                  <a:pt x="13560" y="4317"/>
                </a:lnTo>
                <a:lnTo>
                  <a:pt x="19495" y="1748"/>
                </a:lnTo>
                <a:lnTo>
                  <a:pt x="27495" y="800"/>
                </a:lnTo>
                <a:lnTo>
                  <a:pt x="30576" y="435"/>
                </a:lnTo>
                <a:lnTo>
                  <a:pt x="37550" y="0"/>
                </a:lnTo>
                <a:lnTo>
                  <a:pt x="45760" y="1748"/>
                </a:lnTo>
                <a:close/>
              </a:path>
            </a:pathLst>
          </a:custGeom>
          <a:ln w="2080">
            <a:solidFill>
              <a:srgbClr val="FF9F9F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44" name="object 1544"/>
          <p:cNvSpPr/>
          <p:nvPr/>
        </p:nvSpPr>
        <p:spPr>
          <a:xfrm>
            <a:off x="1658930" y="4942256"/>
            <a:ext cx="32426" cy="43027"/>
          </a:xfrm>
          <a:custGeom>
            <a:avLst/>
            <a:gdLst/>
            <a:ahLst/>
            <a:cxnLst/>
            <a:rect l="l" t="t" r="r" b="b"/>
            <a:pathLst>
              <a:path w="32426" h="43027">
                <a:moveTo>
                  <a:pt x="0" y="0"/>
                </a:moveTo>
                <a:lnTo>
                  <a:pt x="1646" y="10923"/>
                </a:lnTo>
                <a:lnTo>
                  <a:pt x="4924" y="18564"/>
                </a:lnTo>
                <a:lnTo>
                  <a:pt x="6570" y="22058"/>
                </a:lnTo>
                <a:lnTo>
                  <a:pt x="10055" y="26213"/>
                </a:lnTo>
                <a:lnTo>
                  <a:pt x="14979" y="29927"/>
                </a:lnTo>
                <a:lnTo>
                  <a:pt x="18264" y="32982"/>
                </a:lnTo>
                <a:lnTo>
                  <a:pt x="22575" y="36040"/>
                </a:lnTo>
                <a:lnTo>
                  <a:pt x="24625" y="41061"/>
                </a:lnTo>
                <a:lnTo>
                  <a:pt x="25241" y="43027"/>
                </a:lnTo>
                <a:lnTo>
                  <a:pt x="30165" y="38877"/>
                </a:lnTo>
                <a:lnTo>
                  <a:pt x="32426" y="35601"/>
                </a:lnTo>
                <a:lnTo>
                  <a:pt x="32220" y="33420"/>
                </a:lnTo>
                <a:lnTo>
                  <a:pt x="32220" y="24242"/>
                </a:lnTo>
                <a:lnTo>
                  <a:pt x="25649" y="24242"/>
                </a:lnTo>
                <a:lnTo>
                  <a:pt x="19290" y="22058"/>
                </a:lnTo>
                <a:lnTo>
                  <a:pt x="15390" y="22058"/>
                </a:lnTo>
                <a:lnTo>
                  <a:pt x="11290" y="19220"/>
                </a:lnTo>
                <a:lnTo>
                  <a:pt x="6161" y="14635"/>
                </a:lnTo>
                <a:lnTo>
                  <a:pt x="3489" y="9393"/>
                </a:lnTo>
                <a:lnTo>
                  <a:pt x="0" y="0"/>
                </a:lnTo>
                <a:close/>
              </a:path>
            </a:pathLst>
          </a:custGeom>
          <a:solidFill>
            <a:srgbClr val="FF7E7E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45" name="object 1545"/>
          <p:cNvSpPr/>
          <p:nvPr/>
        </p:nvSpPr>
        <p:spPr>
          <a:xfrm>
            <a:off x="1656265" y="4944001"/>
            <a:ext cx="2665" cy="2622"/>
          </a:xfrm>
          <a:custGeom>
            <a:avLst/>
            <a:gdLst/>
            <a:ahLst/>
            <a:cxnLst/>
            <a:rect l="l" t="t" r="r" b="b"/>
            <a:pathLst>
              <a:path w="2665" h="2622">
                <a:moveTo>
                  <a:pt x="1641" y="0"/>
                </a:moveTo>
                <a:lnTo>
                  <a:pt x="1230" y="0"/>
                </a:lnTo>
                <a:lnTo>
                  <a:pt x="0" y="2622"/>
                </a:lnTo>
                <a:lnTo>
                  <a:pt x="2665" y="2622"/>
                </a:lnTo>
                <a:lnTo>
                  <a:pt x="1641" y="0"/>
                </a:lnTo>
                <a:close/>
              </a:path>
            </a:pathLst>
          </a:custGeom>
          <a:solidFill>
            <a:srgbClr val="BEBE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46" name="object 1546"/>
          <p:cNvSpPr/>
          <p:nvPr/>
        </p:nvSpPr>
        <p:spPr>
          <a:xfrm>
            <a:off x="1656265" y="4944001"/>
            <a:ext cx="2665" cy="2622"/>
          </a:xfrm>
          <a:custGeom>
            <a:avLst/>
            <a:gdLst/>
            <a:ahLst/>
            <a:cxnLst/>
            <a:rect l="l" t="t" r="r" b="b"/>
            <a:pathLst>
              <a:path w="2665" h="2622">
                <a:moveTo>
                  <a:pt x="1641" y="0"/>
                </a:moveTo>
                <a:lnTo>
                  <a:pt x="2665" y="2622"/>
                </a:lnTo>
                <a:lnTo>
                  <a:pt x="0" y="2622"/>
                </a:lnTo>
                <a:lnTo>
                  <a:pt x="1230" y="0"/>
                </a:lnTo>
                <a:lnTo>
                  <a:pt x="1435" y="0"/>
                </a:lnTo>
                <a:lnTo>
                  <a:pt x="1641" y="0"/>
                </a:lnTo>
                <a:close/>
              </a:path>
            </a:pathLst>
          </a:custGeom>
          <a:ln w="211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47" name="object 1547"/>
          <p:cNvSpPr/>
          <p:nvPr/>
        </p:nvSpPr>
        <p:spPr>
          <a:xfrm>
            <a:off x="1653390" y="4938980"/>
            <a:ext cx="38170" cy="27517"/>
          </a:xfrm>
          <a:custGeom>
            <a:avLst/>
            <a:gdLst/>
            <a:ahLst/>
            <a:cxnLst/>
            <a:rect l="l" t="t" r="r" b="b"/>
            <a:pathLst>
              <a:path w="38170" h="27517">
                <a:moveTo>
                  <a:pt x="38170" y="27082"/>
                </a:moveTo>
                <a:lnTo>
                  <a:pt x="33859" y="27517"/>
                </a:lnTo>
                <a:lnTo>
                  <a:pt x="28319" y="26426"/>
                </a:lnTo>
                <a:lnTo>
                  <a:pt x="22164" y="25334"/>
                </a:lnTo>
                <a:lnTo>
                  <a:pt x="17445" y="22496"/>
                </a:lnTo>
                <a:lnTo>
                  <a:pt x="14159" y="20312"/>
                </a:lnTo>
                <a:lnTo>
                  <a:pt x="11701" y="17693"/>
                </a:lnTo>
                <a:lnTo>
                  <a:pt x="9644" y="14635"/>
                </a:lnTo>
                <a:lnTo>
                  <a:pt x="7800" y="9824"/>
                </a:lnTo>
                <a:lnTo>
                  <a:pt x="6774" y="5459"/>
                </a:lnTo>
                <a:lnTo>
                  <a:pt x="6159" y="1309"/>
                </a:lnTo>
                <a:lnTo>
                  <a:pt x="4924" y="3711"/>
                </a:lnTo>
                <a:lnTo>
                  <a:pt x="4104" y="4149"/>
                </a:lnTo>
                <a:lnTo>
                  <a:pt x="2874" y="4367"/>
                </a:lnTo>
                <a:lnTo>
                  <a:pt x="2258" y="3929"/>
                </a:lnTo>
                <a:lnTo>
                  <a:pt x="1439" y="3711"/>
                </a:lnTo>
                <a:lnTo>
                  <a:pt x="204" y="2183"/>
                </a:lnTo>
                <a:lnTo>
                  <a:pt x="0" y="0"/>
                </a:lnTo>
              </a:path>
            </a:pathLst>
          </a:custGeom>
          <a:ln w="1069">
            <a:solidFill>
              <a:srgbClr val="FF9F9F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48" name="object 1548"/>
          <p:cNvSpPr/>
          <p:nvPr/>
        </p:nvSpPr>
        <p:spPr>
          <a:xfrm>
            <a:off x="1668985" y="4917575"/>
            <a:ext cx="15594" cy="5241"/>
          </a:xfrm>
          <a:custGeom>
            <a:avLst/>
            <a:gdLst/>
            <a:ahLst/>
            <a:cxnLst/>
            <a:rect l="l" t="t" r="r" b="b"/>
            <a:pathLst>
              <a:path w="15594" h="5241">
                <a:moveTo>
                  <a:pt x="15594" y="874"/>
                </a:moveTo>
                <a:lnTo>
                  <a:pt x="12520" y="0"/>
                </a:lnTo>
                <a:lnTo>
                  <a:pt x="10259" y="0"/>
                </a:lnTo>
                <a:lnTo>
                  <a:pt x="6981" y="656"/>
                </a:lnTo>
                <a:lnTo>
                  <a:pt x="3489" y="1527"/>
                </a:lnTo>
                <a:lnTo>
                  <a:pt x="1441" y="3929"/>
                </a:lnTo>
                <a:lnTo>
                  <a:pt x="0" y="5241"/>
                </a:lnTo>
              </a:path>
            </a:pathLst>
          </a:custGeom>
          <a:ln w="1086">
            <a:solidFill>
              <a:srgbClr val="3E1F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49" name="object 1549"/>
          <p:cNvSpPr/>
          <p:nvPr/>
        </p:nvSpPr>
        <p:spPr>
          <a:xfrm>
            <a:off x="1692585" y="4916048"/>
            <a:ext cx="9442" cy="2619"/>
          </a:xfrm>
          <a:custGeom>
            <a:avLst/>
            <a:gdLst/>
            <a:ahLst/>
            <a:cxnLst/>
            <a:rect l="l" t="t" r="r" b="b"/>
            <a:pathLst>
              <a:path w="9442" h="2619">
                <a:moveTo>
                  <a:pt x="0" y="2401"/>
                </a:moveTo>
                <a:lnTo>
                  <a:pt x="1641" y="1309"/>
                </a:lnTo>
                <a:lnTo>
                  <a:pt x="4107" y="0"/>
                </a:lnTo>
                <a:lnTo>
                  <a:pt x="6769" y="435"/>
                </a:lnTo>
                <a:lnTo>
                  <a:pt x="8000" y="1091"/>
                </a:lnTo>
                <a:lnTo>
                  <a:pt x="9442" y="2619"/>
                </a:lnTo>
              </a:path>
            </a:pathLst>
          </a:custGeom>
          <a:ln w="1088">
            <a:solidFill>
              <a:srgbClr val="3E1F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50" name="object 1550"/>
          <p:cNvSpPr/>
          <p:nvPr/>
        </p:nvSpPr>
        <p:spPr>
          <a:xfrm>
            <a:off x="1635130" y="4881317"/>
            <a:ext cx="70790" cy="109212"/>
          </a:xfrm>
          <a:custGeom>
            <a:avLst/>
            <a:gdLst/>
            <a:ahLst/>
            <a:cxnLst/>
            <a:rect l="l" t="t" r="r" b="b"/>
            <a:pathLst>
              <a:path w="70790" h="109212">
                <a:moveTo>
                  <a:pt x="26880" y="3055"/>
                </a:moveTo>
                <a:lnTo>
                  <a:pt x="23184" y="4803"/>
                </a:lnTo>
                <a:lnTo>
                  <a:pt x="20518" y="7205"/>
                </a:lnTo>
                <a:lnTo>
                  <a:pt x="17029" y="9824"/>
                </a:lnTo>
                <a:lnTo>
                  <a:pt x="15186" y="12664"/>
                </a:lnTo>
                <a:lnTo>
                  <a:pt x="11694" y="14848"/>
                </a:lnTo>
                <a:lnTo>
                  <a:pt x="9644" y="18129"/>
                </a:lnTo>
                <a:lnTo>
                  <a:pt x="7589" y="21184"/>
                </a:lnTo>
                <a:lnTo>
                  <a:pt x="6268" y="24804"/>
                </a:lnTo>
                <a:lnTo>
                  <a:pt x="4309" y="36693"/>
                </a:lnTo>
                <a:lnTo>
                  <a:pt x="3285" y="50668"/>
                </a:lnTo>
                <a:lnTo>
                  <a:pt x="2254" y="66395"/>
                </a:lnTo>
                <a:lnTo>
                  <a:pt x="1230" y="78849"/>
                </a:lnTo>
                <a:lnTo>
                  <a:pt x="204" y="90427"/>
                </a:lnTo>
                <a:lnTo>
                  <a:pt x="0" y="100254"/>
                </a:lnTo>
                <a:lnTo>
                  <a:pt x="0" y="109212"/>
                </a:lnTo>
                <a:lnTo>
                  <a:pt x="3285" y="107902"/>
                </a:lnTo>
                <a:lnTo>
                  <a:pt x="6974" y="105718"/>
                </a:lnTo>
                <a:lnTo>
                  <a:pt x="9644" y="103091"/>
                </a:lnTo>
                <a:lnTo>
                  <a:pt x="11763" y="100963"/>
                </a:lnTo>
                <a:lnTo>
                  <a:pt x="13340" y="99380"/>
                </a:lnTo>
                <a:lnTo>
                  <a:pt x="14188" y="98645"/>
                </a:lnTo>
                <a:lnTo>
                  <a:pt x="16620" y="96540"/>
                </a:lnTo>
                <a:lnTo>
                  <a:pt x="19214" y="93360"/>
                </a:lnTo>
                <a:lnTo>
                  <a:pt x="21134" y="88899"/>
                </a:lnTo>
                <a:lnTo>
                  <a:pt x="21749" y="84306"/>
                </a:lnTo>
                <a:lnTo>
                  <a:pt x="22364" y="79285"/>
                </a:lnTo>
                <a:lnTo>
                  <a:pt x="21953" y="73608"/>
                </a:lnTo>
                <a:lnTo>
                  <a:pt x="21340" y="67269"/>
                </a:lnTo>
                <a:lnTo>
                  <a:pt x="20725" y="56353"/>
                </a:lnTo>
                <a:lnTo>
                  <a:pt x="21953" y="48922"/>
                </a:lnTo>
                <a:lnTo>
                  <a:pt x="22083" y="48509"/>
                </a:lnTo>
                <a:lnTo>
                  <a:pt x="23184" y="44993"/>
                </a:lnTo>
                <a:lnTo>
                  <a:pt x="24350" y="41693"/>
                </a:lnTo>
                <a:lnTo>
                  <a:pt x="24419" y="41499"/>
                </a:lnTo>
                <a:lnTo>
                  <a:pt x="24511" y="41310"/>
                </a:lnTo>
                <a:lnTo>
                  <a:pt x="27288" y="35601"/>
                </a:lnTo>
                <a:lnTo>
                  <a:pt x="29139" y="28827"/>
                </a:lnTo>
                <a:lnTo>
                  <a:pt x="29151" y="28682"/>
                </a:lnTo>
                <a:lnTo>
                  <a:pt x="29550" y="24024"/>
                </a:lnTo>
                <a:lnTo>
                  <a:pt x="30369" y="19220"/>
                </a:lnTo>
                <a:lnTo>
                  <a:pt x="33778" y="18314"/>
                </a:lnTo>
                <a:lnTo>
                  <a:pt x="34474" y="18129"/>
                </a:lnTo>
                <a:lnTo>
                  <a:pt x="35425" y="18016"/>
                </a:lnTo>
                <a:lnTo>
                  <a:pt x="38165" y="17690"/>
                </a:lnTo>
                <a:lnTo>
                  <a:pt x="43705" y="17690"/>
                </a:lnTo>
                <a:lnTo>
                  <a:pt x="45867" y="18228"/>
                </a:lnTo>
                <a:lnTo>
                  <a:pt x="49860" y="19220"/>
                </a:lnTo>
                <a:lnTo>
                  <a:pt x="53760" y="20748"/>
                </a:lnTo>
                <a:lnTo>
                  <a:pt x="55220" y="21871"/>
                </a:lnTo>
                <a:lnTo>
                  <a:pt x="57454" y="23588"/>
                </a:lnTo>
                <a:lnTo>
                  <a:pt x="60734" y="25769"/>
                </a:lnTo>
                <a:lnTo>
                  <a:pt x="63815" y="28391"/>
                </a:lnTo>
                <a:lnTo>
                  <a:pt x="66485" y="33200"/>
                </a:lnTo>
                <a:lnTo>
                  <a:pt x="68331" y="38659"/>
                </a:lnTo>
                <a:lnTo>
                  <a:pt x="70585" y="32321"/>
                </a:lnTo>
                <a:lnTo>
                  <a:pt x="70790" y="26643"/>
                </a:lnTo>
                <a:lnTo>
                  <a:pt x="70790" y="21184"/>
                </a:lnTo>
                <a:lnTo>
                  <a:pt x="70379" y="18129"/>
                </a:lnTo>
                <a:lnTo>
                  <a:pt x="68739" y="15289"/>
                </a:lnTo>
                <a:lnTo>
                  <a:pt x="68331" y="13318"/>
                </a:lnTo>
                <a:lnTo>
                  <a:pt x="65043" y="9171"/>
                </a:lnTo>
                <a:lnTo>
                  <a:pt x="64654" y="8843"/>
                </a:lnTo>
                <a:lnTo>
                  <a:pt x="61150" y="5895"/>
                </a:lnTo>
                <a:lnTo>
                  <a:pt x="57045" y="4365"/>
                </a:lnTo>
                <a:lnTo>
                  <a:pt x="51410" y="1929"/>
                </a:lnTo>
                <a:lnTo>
                  <a:pt x="50480" y="1527"/>
                </a:lnTo>
                <a:lnTo>
                  <a:pt x="46990" y="0"/>
                </a:lnTo>
                <a:lnTo>
                  <a:pt x="36320" y="0"/>
                </a:lnTo>
                <a:lnTo>
                  <a:pt x="30369" y="1527"/>
                </a:lnTo>
                <a:lnTo>
                  <a:pt x="26880" y="3055"/>
                </a:lnTo>
                <a:close/>
              </a:path>
            </a:pathLst>
          </a:custGeom>
          <a:solidFill>
            <a:srgbClr val="3E1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51" name="object 1551"/>
          <p:cNvSpPr/>
          <p:nvPr/>
        </p:nvSpPr>
        <p:spPr>
          <a:xfrm>
            <a:off x="1635130" y="4881317"/>
            <a:ext cx="70790" cy="109212"/>
          </a:xfrm>
          <a:custGeom>
            <a:avLst/>
            <a:gdLst/>
            <a:ahLst/>
            <a:cxnLst/>
            <a:rect l="l" t="t" r="r" b="b"/>
            <a:pathLst>
              <a:path w="70790" h="109212">
                <a:moveTo>
                  <a:pt x="46990" y="0"/>
                </a:moveTo>
                <a:lnTo>
                  <a:pt x="50480" y="1527"/>
                </a:lnTo>
                <a:lnTo>
                  <a:pt x="51410" y="1929"/>
                </a:lnTo>
                <a:lnTo>
                  <a:pt x="57045" y="4365"/>
                </a:lnTo>
                <a:lnTo>
                  <a:pt x="61150" y="5895"/>
                </a:lnTo>
                <a:lnTo>
                  <a:pt x="64654" y="8843"/>
                </a:lnTo>
                <a:lnTo>
                  <a:pt x="65043" y="9171"/>
                </a:lnTo>
                <a:lnTo>
                  <a:pt x="68331" y="13318"/>
                </a:lnTo>
                <a:lnTo>
                  <a:pt x="68739" y="15289"/>
                </a:lnTo>
                <a:lnTo>
                  <a:pt x="70379" y="18129"/>
                </a:lnTo>
                <a:lnTo>
                  <a:pt x="70790" y="21184"/>
                </a:lnTo>
                <a:lnTo>
                  <a:pt x="70790" y="26643"/>
                </a:lnTo>
                <a:lnTo>
                  <a:pt x="70585" y="32321"/>
                </a:lnTo>
                <a:lnTo>
                  <a:pt x="68331" y="38659"/>
                </a:lnTo>
                <a:lnTo>
                  <a:pt x="66485" y="33200"/>
                </a:lnTo>
                <a:lnTo>
                  <a:pt x="63815" y="28391"/>
                </a:lnTo>
                <a:lnTo>
                  <a:pt x="60734" y="25769"/>
                </a:lnTo>
                <a:lnTo>
                  <a:pt x="57454" y="23588"/>
                </a:lnTo>
                <a:lnTo>
                  <a:pt x="55220" y="21871"/>
                </a:lnTo>
                <a:lnTo>
                  <a:pt x="53760" y="20748"/>
                </a:lnTo>
                <a:lnTo>
                  <a:pt x="49860" y="19220"/>
                </a:lnTo>
                <a:lnTo>
                  <a:pt x="45867" y="18228"/>
                </a:lnTo>
                <a:lnTo>
                  <a:pt x="43705" y="17690"/>
                </a:lnTo>
                <a:lnTo>
                  <a:pt x="38165" y="17690"/>
                </a:lnTo>
                <a:lnTo>
                  <a:pt x="35425" y="18016"/>
                </a:lnTo>
                <a:lnTo>
                  <a:pt x="34474" y="18129"/>
                </a:lnTo>
                <a:lnTo>
                  <a:pt x="33778" y="18314"/>
                </a:lnTo>
                <a:lnTo>
                  <a:pt x="30369" y="19220"/>
                </a:lnTo>
                <a:lnTo>
                  <a:pt x="29550" y="24024"/>
                </a:lnTo>
                <a:lnTo>
                  <a:pt x="29151" y="28682"/>
                </a:lnTo>
                <a:lnTo>
                  <a:pt x="29139" y="28827"/>
                </a:lnTo>
                <a:lnTo>
                  <a:pt x="27288" y="35601"/>
                </a:lnTo>
                <a:lnTo>
                  <a:pt x="24511" y="41310"/>
                </a:lnTo>
                <a:lnTo>
                  <a:pt x="24419" y="41499"/>
                </a:lnTo>
                <a:lnTo>
                  <a:pt x="24350" y="41693"/>
                </a:lnTo>
                <a:lnTo>
                  <a:pt x="23184" y="44993"/>
                </a:lnTo>
                <a:lnTo>
                  <a:pt x="22083" y="48509"/>
                </a:lnTo>
                <a:lnTo>
                  <a:pt x="21953" y="48922"/>
                </a:lnTo>
                <a:lnTo>
                  <a:pt x="20725" y="56353"/>
                </a:lnTo>
                <a:lnTo>
                  <a:pt x="21340" y="67269"/>
                </a:lnTo>
                <a:lnTo>
                  <a:pt x="21953" y="73608"/>
                </a:lnTo>
                <a:lnTo>
                  <a:pt x="22364" y="79285"/>
                </a:lnTo>
                <a:lnTo>
                  <a:pt x="21749" y="84306"/>
                </a:lnTo>
                <a:lnTo>
                  <a:pt x="21134" y="88899"/>
                </a:lnTo>
                <a:lnTo>
                  <a:pt x="19290" y="93267"/>
                </a:lnTo>
                <a:lnTo>
                  <a:pt x="16620" y="96540"/>
                </a:lnTo>
                <a:lnTo>
                  <a:pt x="14188" y="98645"/>
                </a:lnTo>
                <a:lnTo>
                  <a:pt x="13340" y="99380"/>
                </a:lnTo>
                <a:lnTo>
                  <a:pt x="11763" y="100963"/>
                </a:lnTo>
                <a:lnTo>
                  <a:pt x="9644" y="103091"/>
                </a:lnTo>
                <a:lnTo>
                  <a:pt x="6974" y="105718"/>
                </a:lnTo>
                <a:lnTo>
                  <a:pt x="3285" y="107902"/>
                </a:lnTo>
                <a:lnTo>
                  <a:pt x="0" y="109212"/>
                </a:lnTo>
                <a:lnTo>
                  <a:pt x="0" y="100254"/>
                </a:lnTo>
                <a:lnTo>
                  <a:pt x="204" y="90427"/>
                </a:lnTo>
                <a:lnTo>
                  <a:pt x="1230" y="78849"/>
                </a:lnTo>
                <a:lnTo>
                  <a:pt x="2254" y="66395"/>
                </a:lnTo>
                <a:lnTo>
                  <a:pt x="3285" y="50668"/>
                </a:lnTo>
                <a:lnTo>
                  <a:pt x="4309" y="36693"/>
                </a:lnTo>
                <a:lnTo>
                  <a:pt x="6050" y="25769"/>
                </a:lnTo>
                <a:lnTo>
                  <a:pt x="7589" y="21184"/>
                </a:lnTo>
                <a:lnTo>
                  <a:pt x="9644" y="18129"/>
                </a:lnTo>
                <a:lnTo>
                  <a:pt x="11694" y="14848"/>
                </a:lnTo>
                <a:lnTo>
                  <a:pt x="15186" y="12664"/>
                </a:lnTo>
                <a:lnTo>
                  <a:pt x="17029" y="9824"/>
                </a:lnTo>
                <a:lnTo>
                  <a:pt x="20518" y="7205"/>
                </a:lnTo>
                <a:lnTo>
                  <a:pt x="23184" y="4803"/>
                </a:lnTo>
                <a:lnTo>
                  <a:pt x="26880" y="3055"/>
                </a:lnTo>
                <a:lnTo>
                  <a:pt x="30369" y="1527"/>
                </a:lnTo>
                <a:lnTo>
                  <a:pt x="36320" y="0"/>
                </a:lnTo>
                <a:lnTo>
                  <a:pt x="46990" y="0"/>
                </a:lnTo>
                <a:close/>
              </a:path>
            </a:pathLst>
          </a:custGeom>
          <a:ln w="2090">
            <a:solidFill>
              <a:srgbClr val="3E1F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52" name="object 1552"/>
          <p:cNvSpPr/>
          <p:nvPr/>
        </p:nvSpPr>
        <p:spPr>
          <a:xfrm>
            <a:off x="1648055" y="4903814"/>
            <a:ext cx="11905" cy="72080"/>
          </a:xfrm>
          <a:custGeom>
            <a:avLst/>
            <a:gdLst/>
            <a:ahLst/>
            <a:cxnLst/>
            <a:rect l="l" t="t" r="r" b="b"/>
            <a:pathLst>
              <a:path w="11905" h="72080">
                <a:moveTo>
                  <a:pt x="11905" y="0"/>
                </a:moveTo>
                <a:lnTo>
                  <a:pt x="11494" y="5239"/>
                </a:lnTo>
                <a:lnTo>
                  <a:pt x="10259" y="9824"/>
                </a:lnTo>
                <a:lnTo>
                  <a:pt x="9028" y="14635"/>
                </a:lnTo>
                <a:lnTo>
                  <a:pt x="6774" y="20312"/>
                </a:lnTo>
                <a:lnTo>
                  <a:pt x="5130" y="24898"/>
                </a:lnTo>
                <a:lnTo>
                  <a:pt x="3489" y="28832"/>
                </a:lnTo>
                <a:lnTo>
                  <a:pt x="2465" y="32108"/>
                </a:lnTo>
                <a:lnTo>
                  <a:pt x="2054" y="36911"/>
                </a:lnTo>
                <a:lnTo>
                  <a:pt x="1439" y="47399"/>
                </a:lnTo>
                <a:lnTo>
                  <a:pt x="1439" y="55914"/>
                </a:lnTo>
                <a:lnTo>
                  <a:pt x="1030" y="62901"/>
                </a:lnTo>
                <a:lnTo>
                  <a:pt x="0" y="72080"/>
                </a:lnTo>
              </a:path>
            </a:pathLst>
          </a:custGeom>
          <a:ln w="1026">
            <a:solidFill>
              <a:srgbClr val="5F3E1F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53" name="object 1553"/>
          <p:cNvSpPr/>
          <p:nvPr/>
        </p:nvSpPr>
        <p:spPr>
          <a:xfrm>
            <a:off x="1641285" y="4900100"/>
            <a:ext cx="14775" cy="87810"/>
          </a:xfrm>
          <a:custGeom>
            <a:avLst/>
            <a:gdLst/>
            <a:ahLst/>
            <a:cxnLst/>
            <a:rect l="l" t="t" r="r" b="b"/>
            <a:pathLst>
              <a:path w="14775" h="87810">
                <a:moveTo>
                  <a:pt x="14775" y="0"/>
                </a:moveTo>
                <a:lnTo>
                  <a:pt x="14364" y="6769"/>
                </a:lnTo>
                <a:lnTo>
                  <a:pt x="12309" y="11793"/>
                </a:lnTo>
                <a:lnTo>
                  <a:pt x="9439" y="17039"/>
                </a:lnTo>
                <a:lnTo>
                  <a:pt x="6359" y="23588"/>
                </a:lnTo>
                <a:lnTo>
                  <a:pt x="5130" y="29704"/>
                </a:lnTo>
                <a:lnTo>
                  <a:pt x="3489" y="38662"/>
                </a:lnTo>
                <a:lnTo>
                  <a:pt x="2874" y="43901"/>
                </a:lnTo>
                <a:lnTo>
                  <a:pt x="2465" y="53733"/>
                </a:lnTo>
                <a:lnTo>
                  <a:pt x="2465" y="62904"/>
                </a:lnTo>
                <a:lnTo>
                  <a:pt x="1434" y="70334"/>
                </a:lnTo>
                <a:lnTo>
                  <a:pt x="819" y="75138"/>
                </a:lnTo>
                <a:lnTo>
                  <a:pt x="0" y="87810"/>
                </a:lnTo>
              </a:path>
            </a:pathLst>
          </a:custGeom>
          <a:ln w="1026">
            <a:solidFill>
              <a:srgbClr val="5F3E1F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54" name="object 1554"/>
          <p:cNvSpPr/>
          <p:nvPr/>
        </p:nvSpPr>
        <p:spPr>
          <a:xfrm>
            <a:off x="1660985" y="4888958"/>
            <a:ext cx="43705" cy="24026"/>
          </a:xfrm>
          <a:custGeom>
            <a:avLst/>
            <a:gdLst/>
            <a:ahLst/>
            <a:cxnLst/>
            <a:rect l="l" t="t" r="r" b="b"/>
            <a:pathLst>
              <a:path w="43705" h="24026">
                <a:moveTo>
                  <a:pt x="0" y="6551"/>
                </a:moveTo>
                <a:lnTo>
                  <a:pt x="4107" y="3057"/>
                </a:lnTo>
                <a:lnTo>
                  <a:pt x="6976" y="1530"/>
                </a:lnTo>
                <a:lnTo>
                  <a:pt x="10466" y="874"/>
                </a:lnTo>
                <a:lnTo>
                  <a:pt x="13131" y="0"/>
                </a:lnTo>
                <a:lnTo>
                  <a:pt x="16209" y="874"/>
                </a:lnTo>
                <a:lnTo>
                  <a:pt x="19497" y="1309"/>
                </a:lnTo>
                <a:lnTo>
                  <a:pt x="24006" y="2622"/>
                </a:lnTo>
                <a:lnTo>
                  <a:pt x="28930" y="5459"/>
                </a:lnTo>
                <a:lnTo>
                  <a:pt x="34265" y="8960"/>
                </a:lnTo>
                <a:lnTo>
                  <a:pt x="38165" y="14199"/>
                </a:lnTo>
                <a:lnTo>
                  <a:pt x="41246" y="17475"/>
                </a:lnTo>
                <a:lnTo>
                  <a:pt x="42477" y="21186"/>
                </a:lnTo>
                <a:lnTo>
                  <a:pt x="43705" y="24026"/>
                </a:lnTo>
              </a:path>
            </a:pathLst>
          </a:custGeom>
          <a:ln w="1077">
            <a:solidFill>
              <a:srgbClr val="5F3E1F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55" name="object 1555"/>
          <p:cNvSpPr/>
          <p:nvPr/>
        </p:nvSpPr>
        <p:spPr>
          <a:xfrm>
            <a:off x="1667550" y="4897481"/>
            <a:ext cx="36320" cy="21840"/>
          </a:xfrm>
          <a:custGeom>
            <a:avLst/>
            <a:gdLst/>
            <a:ahLst/>
            <a:cxnLst/>
            <a:rect l="l" t="t" r="r" b="b"/>
            <a:pathLst>
              <a:path w="36320" h="21840">
                <a:moveTo>
                  <a:pt x="0" y="1965"/>
                </a:moveTo>
                <a:lnTo>
                  <a:pt x="6565" y="0"/>
                </a:lnTo>
                <a:lnTo>
                  <a:pt x="10670" y="0"/>
                </a:lnTo>
                <a:lnTo>
                  <a:pt x="16620" y="874"/>
                </a:lnTo>
                <a:lnTo>
                  <a:pt x="22364" y="3493"/>
                </a:lnTo>
                <a:lnTo>
                  <a:pt x="27495" y="7205"/>
                </a:lnTo>
                <a:lnTo>
                  <a:pt x="32011" y="12664"/>
                </a:lnTo>
                <a:lnTo>
                  <a:pt x="34885" y="17693"/>
                </a:lnTo>
                <a:lnTo>
                  <a:pt x="35911" y="20968"/>
                </a:lnTo>
                <a:lnTo>
                  <a:pt x="36320" y="21840"/>
                </a:lnTo>
              </a:path>
            </a:pathLst>
          </a:custGeom>
          <a:ln w="1074">
            <a:solidFill>
              <a:srgbClr val="5F3E1F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56" name="object 1556"/>
          <p:cNvSpPr/>
          <p:nvPr/>
        </p:nvSpPr>
        <p:spPr>
          <a:xfrm>
            <a:off x="1644159" y="5087727"/>
            <a:ext cx="16416" cy="132152"/>
          </a:xfrm>
          <a:custGeom>
            <a:avLst/>
            <a:gdLst/>
            <a:ahLst/>
            <a:cxnLst/>
            <a:rect l="l" t="t" r="r" b="b"/>
            <a:pathLst>
              <a:path w="16416" h="132152">
                <a:moveTo>
                  <a:pt x="16416" y="0"/>
                </a:moveTo>
                <a:lnTo>
                  <a:pt x="8000" y="15727"/>
                </a:lnTo>
                <a:lnTo>
                  <a:pt x="1434" y="32546"/>
                </a:lnTo>
                <a:lnTo>
                  <a:pt x="0" y="59192"/>
                </a:lnTo>
                <a:lnTo>
                  <a:pt x="1434" y="85844"/>
                </a:lnTo>
                <a:lnTo>
                  <a:pt x="1434" y="110524"/>
                </a:lnTo>
                <a:lnTo>
                  <a:pt x="1434" y="132152"/>
                </a:lnTo>
              </a:path>
            </a:pathLst>
          </a:custGeom>
          <a:ln w="10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57" name="object 1557"/>
          <p:cNvSpPr/>
          <p:nvPr/>
        </p:nvSpPr>
        <p:spPr>
          <a:xfrm>
            <a:off x="1650110" y="4971091"/>
            <a:ext cx="44116" cy="116635"/>
          </a:xfrm>
          <a:custGeom>
            <a:avLst/>
            <a:gdLst/>
            <a:ahLst/>
            <a:cxnLst/>
            <a:rect l="l" t="t" r="r" b="b"/>
            <a:pathLst>
              <a:path w="44116" h="116635">
                <a:moveTo>
                  <a:pt x="2050" y="88461"/>
                </a:moveTo>
                <a:lnTo>
                  <a:pt x="6154" y="99598"/>
                </a:lnTo>
                <a:lnTo>
                  <a:pt x="9850" y="116635"/>
                </a:lnTo>
                <a:lnTo>
                  <a:pt x="15801" y="103091"/>
                </a:lnTo>
                <a:lnTo>
                  <a:pt x="24621" y="77975"/>
                </a:lnTo>
                <a:lnTo>
                  <a:pt x="32215" y="51985"/>
                </a:lnTo>
                <a:lnTo>
                  <a:pt x="38985" y="29919"/>
                </a:lnTo>
                <a:lnTo>
                  <a:pt x="41655" y="22496"/>
                </a:lnTo>
                <a:lnTo>
                  <a:pt x="43501" y="16163"/>
                </a:lnTo>
                <a:lnTo>
                  <a:pt x="44116" y="10916"/>
                </a:lnTo>
                <a:lnTo>
                  <a:pt x="42885" y="5895"/>
                </a:lnTo>
                <a:lnTo>
                  <a:pt x="42270" y="0"/>
                </a:lnTo>
                <a:lnTo>
                  <a:pt x="41246" y="4365"/>
                </a:lnTo>
                <a:lnTo>
                  <a:pt x="41278" y="4657"/>
                </a:lnTo>
                <a:lnTo>
                  <a:pt x="41655" y="8079"/>
                </a:lnTo>
                <a:lnTo>
                  <a:pt x="38574" y="10916"/>
                </a:lnTo>
                <a:lnTo>
                  <a:pt x="31395" y="18564"/>
                </a:lnTo>
                <a:lnTo>
                  <a:pt x="23186" y="24460"/>
                </a:lnTo>
                <a:lnTo>
                  <a:pt x="17851" y="24460"/>
                </a:lnTo>
                <a:lnTo>
                  <a:pt x="16888" y="23746"/>
                </a:lnTo>
                <a:lnTo>
                  <a:pt x="11081" y="19438"/>
                </a:lnTo>
                <a:lnTo>
                  <a:pt x="7385" y="14410"/>
                </a:lnTo>
                <a:lnTo>
                  <a:pt x="5950" y="10916"/>
                </a:lnTo>
                <a:lnTo>
                  <a:pt x="5539" y="4803"/>
                </a:lnTo>
                <a:lnTo>
                  <a:pt x="3484" y="12664"/>
                </a:lnTo>
                <a:lnTo>
                  <a:pt x="2460" y="20312"/>
                </a:lnTo>
                <a:lnTo>
                  <a:pt x="1641" y="31665"/>
                </a:lnTo>
                <a:lnTo>
                  <a:pt x="796" y="38504"/>
                </a:lnTo>
                <a:lnTo>
                  <a:pt x="615" y="39969"/>
                </a:lnTo>
                <a:lnTo>
                  <a:pt x="173" y="59736"/>
                </a:lnTo>
                <a:lnTo>
                  <a:pt x="0" y="67487"/>
                </a:lnTo>
                <a:lnTo>
                  <a:pt x="2050" y="8846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58" name="object 1558"/>
          <p:cNvSpPr/>
          <p:nvPr/>
        </p:nvSpPr>
        <p:spPr>
          <a:xfrm>
            <a:off x="1650110" y="4971091"/>
            <a:ext cx="44116" cy="116635"/>
          </a:xfrm>
          <a:custGeom>
            <a:avLst/>
            <a:gdLst/>
            <a:ahLst/>
            <a:cxnLst/>
            <a:rect l="l" t="t" r="r" b="b"/>
            <a:pathLst>
              <a:path w="44116" h="116635">
                <a:moveTo>
                  <a:pt x="42885" y="5895"/>
                </a:moveTo>
                <a:lnTo>
                  <a:pt x="44116" y="10916"/>
                </a:lnTo>
                <a:lnTo>
                  <a:pt x="43501" y="16163"/>
                </a:lnTo>
                <a:lnTo>
                  <a:pt x="41655" y="22496"/>
                </a:lnTo>
                <a:lnTo>
                  <a:pt x="38985" y="29919"/>
                </a:lnTo>
                <a:lnTo>
                  <a:pt x="32215" y="51985"/>
                </a:lnTo>
                <a:lnTo>
                  <a:pt x="24621" y="77975"/>
                </a:lnTo>
                <a:lnTo>
                  <a:pt x="15801" y="103091"/>
                </a:lnTo>
                <a:lnTo>
                  <a:pt x="9850" y="116635"/>
                </a:lnTo>
                <a:lnTo>
                  <a:pt x="6154" y="99598"/>
                </a:lnTo>
                <a:lnTo>
                  <a:pt x="2050" y="88461"/>
                </a:lnTo>
                <a:lnTo>
                  <a:pt x="0" y="67487"/>
                </a:lnTo>
                <a:lnTo>
                  <a:pt x="173" y="59736"/>
                </a:lnTo>
                <a:lnTo>
                  <a:pt x="615" y="39969"/>
                </a:lnTo>
                <a:lnTo>
                  <a:pt x="796" y="38504"/>
                </a:lnTo>
                <a:lnTo>
                  <a:pt x="1641" y="31665"/>
                </a:lnTo>
                <a:lnTo>
                  <a:pt x="2460" y="20312"/>
                </a:lnTo>
                <a:lnTo>
                  <a:pt x="3484" y="12664"/>
                </a:lnTo>
                <a:lnTo>
                  <a:pt x="5539" y="4803"/>
                </a:lnTo>
                <a:lnTo>
                  <a:pt x="5950" y="10916"/>
                </a:lnTo>
                <a:lnTo>
                  <a:pt x="7385" y="14410"/>
                </a:lnTo>
                <a:lnTo>
                  <a:pt x="11081" y="19438"/>
                </a:lnTo>
                <a:lnTo>
                  <a:pt x="16888" y="23746"/>
                </a:lnTo>
                <a:lnTo>
                  <a:pt x="17851" y="24460"/>
                </a:lnTo>
                <a:lnTo>
                  <a:pt x="23186" y="24460"/>
                </a:lnTo>
                <a:lnTo>
                  <a:pt x="31395" y="18564"/>
                </a:lnTo>
                <a:lnTo>
                  <a:pt x="38574" y="10916"/>
                </a:lnTo>
                <a:lnTo>
                  <a:pt x="41655" y="8079"/>
                </a:lnTo>
                <a:lnTo>
                  <a:pt x="41278" y="4657"/>
                </a:lnTo>
                <a:lnTo>
                  <a:pt x="41246" y="4365"/>
                </a:lnTo>
                <a:lnTo>
                  <a:pt x="42270" y="0"/>
                </a:lnTo>
                <a:lnTo>
                  <a:pt x="42885" y="5895"/>
                </a:lnTo>
                <a:close/>
              </a:path>
            </a:pathLst>
          </a:custGeom>
          <a:ln w="206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59" name="object 1559"/>
          <p:cNvSpPr/>
          <p:nvPr/>
        </p:nvSpPr>
        <p:spPr>
          <a:xfrm>
            <a:off x="1664681" y="4996207"/>
            <a:ext cx="5746" cy="81256"/>
          </a:xfrm>
          <a:custGeom>
            <a:avLst/>
            <a:gdLst/>
            <a:ahLst/>
            <a:cxnLst/>
            <a:rect l="l" t="t" r="r" b="b"/>
            <a:pathLst>
              <a:path w="5746" h="81256">
                <a:moveTo>
                  <a:pt x="5746" y="0"/>
                </a:moveTo>
                <a:lnTo>
                  <a:pt x="5746" y="15071"/>
                </a:lnTo>
                <a:lnTo>
                  <a:pt x="3280" y="26433"/>
                </a:lnTo>
                <a:lnTo>
                  <a:pt x="2254" y="41061"/>
                </a:lnTo>
                <a:lnTo>
                  <a:pt x="1230" y="55479"/>
                </a:lnTo>
                <a:lnTo>
                  <a:pt x="1230" y="68368"/>
                </a:lnTo>
                <a:lnTo>
                  <a:pt x="819" y="77319"/>
                </a:lnTo>
                <a:lnTo>
                  <a:pt x="0" y="81256"/>
                </a:lnTo>
              </a:path>
            </a:pathLst>
          </a:custGeom>
          <a:ln w="10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60" name="object 1560"/>
          <p:cNvSpPr/>
          <p:nvPr/>
        </p:nvSpPr>
        <p:spPr>
          <a:xfrm>
            <a:off x="1662215" y="4997735"/>
            <a:ext cx="4515" cy="83878"/>
          </a:xfrm>
          <a:custGeom>
            <a:avLst/>
            <a:gdLst/>
            <a:ahLst/>
            <a:cxnLst/>
            <a:rect l="l" t="t" r="r" b="b"/>
            <a:pathLst>
              <a:path w="4515" h="83878">
                <a:moveTo>
                  <a:pt x="4515" y="0"/>
                </a:moveTo>
                <a:lnTo>
                  <a:pt x="4515" y="8522"/>
                </a:lnTo>
                <a:lnTo>
                  <a:pt x="4104" y="13543"/>
                </a:lnTo>
                <a:lnTo>
                  <a:pt x="2465" y="27961"/>
                </a:lnTo>
                <a:lnTo>
                  <a:pt x="819" y="43252"/>
                </a:lnTo>
                <a:lnTo>
                  <a:pt x="204" y="57444"/>
                </a:lnTo>
                <a:lnTo>
                  <a:pt x="204" y="70116"/>
                </a:lnTo>
                <a:lnTo>
                  <a:pt x="204" y="78636"/>
                </a:lnTo>
                <a:lnTo>
                  <a:pt x="0" y="83878"/>
                </a:lnTo>
              </a:path>
            </a:pathLst>
          </a:custGeom>
          <a:ln w="10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61" name="object 1561"/>
          <p:cNvSpPr/>
          <p:nvPr/>
        </p:nvSpPr>
        <p:spPr>
          <a:xfrm>
            <a:off x="1671040" y="4998173"/>
            <a:ext cx="11081" cy="15506"/>
          </a:xfrm>
          <a:custGeom>
            <a:avLst/>
            <a:gdLst/>
            <a:ahLst/>
            <a:cxnLst/>
            <a:rect l="l" t="t" r="r" b="b"/>
            <a:pathLst>
              <a:path w="11081" h="15506">
                <a:moveTo>
                  <a:pt x="4311" y="8301"/>
                </a:moveTo>
                <a:lnTo>
                  <a:pt x="0" y="0"/>
                </a:lnTo>
                <a:lnTo>
                  <a:pt x="0" y="5900"/>
                </a:lnTo>
                <a:lnTo>
                  <a:pt x="1434" y="8519"/>
                </a:lnTo>
                <a:lnTo>
                  <a:pt x="4107" y="12451"/>
                </a:lnTo>
                <a:lnTo>
                  <a:pt x="6769" y="13543"/>
                </a:lnTo>
                <a:lnTo>
                  <a:pt x="11081" y="15506"/>
                </a:lnTo>
                <a:lnTo>
                  <a:pt x="4311" y="8301"/>
                </a:lnTo>
                <a:close/>
              </a:path>
            </a:pathLst>
          </a:custGeom>
          <a:solidFill>
            <a:srgbClr val="9F9FBE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62" name="object 1562"/>
          <p:cNvSpPr/>
          <p:nvPr/>
        </p:nvSpPr>
        <p:spPr>
          <a:xfrm>
            <a:off x="1651751" y="4979388"/>
            <a:ext cx="18468" cy="34074"/>
          </a:xfrm>
          <a:custGeom>
            <a:avLst/>
            <a:gdLst/>
            <a:ahLst/>
            <a:cxnLst/>
            <a:rect l="l" t="t" r="r" b="b"/>
            <a:pathLst>
              <a:path w="18468" h="34074">
                <a:moveTo>
                  <a:pt x="1843" y="34074"/>
                </a:moveTo>
                <a:lnTo>
                  <a:pt x="5332" y="31672"/>
                </a:lnTo>
                <a:lnTo>
                  <a:pt x="9848" y="27961"/>
                </a:lnTo>
                <a:lnTo>
                  <a:pt x="10402" y="27174"/>
                </a:lnTo>
                <a:lnTo>
                  <a:pt x="18468" y="15727"/>
                </a:lnTo>
                <a:lnTo>
                  <a:pt x="16738" y="15288"/>
                </a:lnTo>
                <a:lnTo>
                  <a:pt x="14159" y="14635"/>
                </a:lnTo>
                <a:lnTo>
                  <a:pt x="10874" y="11577"/>
                </a:lnTo>
                <a:lnTo>
                  <a:pt x="6974" y="8522"/>
                </a:lnTo>
                <a:lnTo>
                  <a:pt x="4924" y="5021"/>
                </a:lnTo>
                <a:lnTo>
                  <a:pt x="3384" y="833"/>
                </a:lnTo>
                <a:lnTo>
                  <a:pt x="3078" y="0"/>
                </a:lnTo>
                <a:lnTo>
                  <a:pt x="1639" y="4585"/>
                </a:lnTo>
                <a:lnTo>
                  <a:pt x="1434" y="9614"/>
                </a:lnTo>
                <a:lnTo>
                  <a:pt x="819" y="12451"/>
                </a:lnTo>
                <a:lnTo>
                  <a:pt x="204" y="17037"/>
                </a:lnTo>
                <a:lnTo>
                  <a:pt x="0" y="21186"/>
                </a:lnTo>
                <a:lnTo>
                  <a:pt x="0" y="25995"/>
                </a:lnTo>
                <a:lnTo>
                  <a:pt x="408" y="29270"/>
                </a:lnTo>
                <a:lnTo>
                  <a:pt x="1843" y="3407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63" name="object 1563"/>
          <p:cNvSpPr/>
          <p:nvPr/>
        </p:nvSpPr>
        <p:spPr>
          <a:xfrm>
            <a:off x="1651751" y="4979388"/>
            <a:ext cx="18468" cy="34074"/>
          </a:xfrm>
          <a:custGeom>
            <a:avLst/>
            <a:gdLst/>
            <a:ahLst/>
            <a:cxnLst/>
            <a:rect l="l" t="t" r="r" b="b"/>
            <a:pathLst>
              <a:path w="18468" h="34074">
                <a:moveTo>
                  <a:pt x="3384" y="833"/>
                </a:moveTo>
                <a:lnTo>
                  <a:pt x="4924" y="5021"/>
                </a:lnTo>
                <a:lnTo>
                  <a:pt x="6974" y="8522"/>
                </a:lnTo>
                <a:lnTo>
                  <a:pt x="10874" y="11577"/>
                </a:lnTo>
                <a:lnTo>
                  <a:pt x="14159" y="14635"/>
                </a:lnTo>
                <a:lnTo>
                  <a:pt x="16738" y="15288"/>
                </a:lnTo>
                <a:lnTo>
                  <a:pt x="18468" y="15727"/>
                </a:lnTo>
                <a:lnTo>
                  <a:pt x="10402" y="27174"/>
                </a:lnTo>
                <a:lnTo>
                  <a:pt x="9848" y="27961"/>
                </a:lnTo>
                <a:lnTo>
                  <a:pt x="5332" y="31672"/>
                </a:lnTo>
                <a:lnTo>
                  <a:pt x="1843" y="34074"/>
                </a:lnTo>
                <a:lnTo>
                  <a:pt x="408" y="29270"/>
                </a:lnTo>
                <a:lnTo>
                  <a:pt x="0" y="25995"/>
                </a:lnTo>
                <a:lnTo>
                  <a:pt x="0" y="21186"/>
                </a:lnTo>
                <a:lnTo>
                  <a:pt x="204" y="17037"/>
                </a:lnTo>
                <a:lnTo>
                  <a:pt x="819" y="12451"/>
                </a:lnTo>
                <a:lnTo>
                  <a:pt x="1434" y="9614"/>
                </a:lnTo>
                <a:lnTo>
                  <a:pt x="1639" y="4585"/>
                </a:lnTo>
                <a:lnTo>
                  <a:pt x="3078" y="0"/>
                </a:lnTo>
                <a:lnTo>
                  <a:pt x="3384" y="833"/>
                </a:lnTo>
                <a:close/>
              </a:path>
            </a:pathLst>
          </a:custGeom>
          <a:ln w="208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64" name="object 1564"/>
          <p:cNvSpPr/>
          <p:nvPr/>
        </p:nvSpPr>
        <p:spPr>
          <a:xfrm>
            <a:off x="1667961" y="4976548"/>
            <a:ext cx="26058" cy="37132"/>
          </a:xfrm>
          <a:custGeom>
            <a:avLst/>
            <a:gdLst/>
            <a:ahLst/>
            <a:cxnLst/>
            <a:rect l="l" t="t" r="r" b="b"/>
            <a:pathLst>
              <a:path w="26058" h="37132">
                <a:moveTo>
                  <a:pt x="5335" y="26646"/>
                </a:moveTo>
                <a:lnTo>
                  <a:pt x="6596" y="28213"/>
                </a:lnTo>
                <a:lnTo>
                  <a:pt x="9028" y="31236"/>
                </a:lnTo>
                <a:lnTo>
                  <a:pt x="11522" y="33893"/>
                </a:lnTo>
                <a:lnTo>
                  <a:pt x="12963" y="35187"/>
                </a:lnTo>
                <a:lnTo>
                  <a:pt x="15183" y="37132"/>
                </a:lnTo>
                <a:lnTo>
                  <a:pt x="18879" y="31236"/>
                </a:lnTo>
                <a:lnTo>
                  <a:pt x="22364" y="21186"/>
                </a:lnTo>
                <a:lnTo>
                  <a:pt x="24830" y="12672"/>
                </a:lnTo>
                <a:lnTo>
                  <a:pt x="26058" y="7861"/>
                </a:lnTo>
                <a:lnTo>
                  <a:pt x="25649" y="3275"/>
                </a:lnTo>
                <a:lnTo>
                  <a:pt x="25034" y="0"/>
                </a:lnTo>
                <a:lnTo>
                  <a:pt x="22780" y="3275"/>
                </a:lnTo>
                <a:lnTo>
                  <a:pt x="21545" y="5459"/>
                </a:lnTo>
                <a:lnTo>
                  <a:pt x="18456" y="7588"/>
                </a:lnTo>
                <a:lnTo>
                  <a:pt x="18060" y="7861"/>
                </a:lnTo>
                <a:lnTo>
                  <a:pt x="17920" y="7984"/>
                </a:lnTo>
                <a:lnTo>
                  <a:pt x="14364" y="11141"/>
                </a:lnTo>
                <a:lnTo>
                  <a:pt x="11283" y="13546"/>
                </a:lnTo>
                <a:lnTo>
                  <a:pt x="8413" y="15727"/>
                </a:lnTo>
                <a:lnTo>
                  <a:pt x="4924" y="17475"/>
                </a:lnTo>
                <a:lnTo>
                  <a:pt x="0" y="19659"/>
                </a:lnTo>
                <a:lnTo>
                  <a:pt x="2147" y="22471"/>
                </a:lnTo>
                <a:lnTo>
                  <a:pt x="5335" y="2664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65" name="object 1565"/>
          <p:cNvSpPr/>
          <p:nvPr/>
        </p:nvSpPr>
        <p:spPr>
          <a:xfrm>
            <a:off x="1667961" y="4976548"/>
            <a:ext cx="26058" cy="37132"/>
          </a:xfrm>
          <a:custGeom>
            <a:avLst/>
            <a:gdLst/>
            <a:ahLst/>
            <a:cxnLst/>
            <a:rect l="l" t="t" r="r" b="b"/>
            <a:pathLst>
              <a:path w="26058" h="37132">
                <a:moveTo>
                  <a:pt x="25649" y="3275"/>
                </a:moveTo>
                <a:lnTo>
                  <a:pt x="26058" y="7861"/>
                </a:lnTo>
                <a:lnTo>
                  <a:pt x="24830" y="12672"/>
                </a:lnTo>
                <a:lnTo>
                  <a:pt x="22364" y="21186"/>
                </a:lnTo>
                <a:lnTo>
                  <a:pt x="18879" y="31236"/>
                </a:lnTo>
                <a:lnTo>
                  <a:pt x="15183" y="37132"/>
                </a:lnTo>
                <a:lnTo>
                  <a:pt x="12963" y="35187"/>
                </a:lnTo>
                <a:lnTo>
                  <a:pt x="11694" y="34076"/>
                </a:lnTo>
                <a:lnTo>
                  <a:pt x="9028" y="31236"/>
                </a:lnTo>
                <a:lnTo>
                  <a:pt x="6596" y="28213"/>
                </a:lnTo>
                <a:lnTo>
                  <a:pt x="5335" y="26646"/>
                </a:lnTo>
                <a:lnTo>
                  <a:pt x="2147" y="22471"/>
                </a:lnTo>
                <a:lnTo>
                  <a:pt x="0" y="19659"/>
                </a:lnTo>
                <a:lnTo>
                  <a:pt x="4924" y="17475"/>
                </a:lnTo>
                <a:lnTo>
                  <a:pt x="8413" y="15727"/>
                </a:lnTo>
                <a:lnTo>
                  <a:pt x="11283" y="13546"/>
                </a:lnTo>
                <a:lnTo>
                  <a:pt x="14364" y="11141"/>
                </a:lnTo>
                <a:lnTo>
                  <a:pt x="17920" y="7984"/>
                </a:lnTo>
                <a:lnTo>
                  <a:pt x="18060" y="7861"/>
                </a:lnTo>
                <a:lnTo>
                  <a:pt x="18456" y="7588"/>
                </a:lnTo>
                <a:lnTo>
                  <a:pt x="21545" y="5459"/>
                </a:lnTo>
                <a:lnTo>
                  <a:pt x="22780" y="3275"/>
                </a:lnTo>
                <a:lnTo>
                  <a:pt x="25034" y="0"/>
                </a:lnTo>
                <a:lnTo>
                  <a:pt x="25649" y="3275"/>
                </a:lnTo>
                <a:close/>
              </a:path>
            </a:pathLst>
          </a:custGeom>
          <a:ln w="209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66" name="object 1566"/>
          <p:cNvSpPr/>
          <p:nvPr/>
        </p:nvSpPr>
        <p:spPr>
          <a:xfrm>
            <a:off x="1663241" y="4901192"/>
            <a:ext cx="8824" cy="7207"/>
          </a:xfrm>
          <a:custGeom>
            <a:avLst/>
            <a:gdLst/>
            <a:ahLst/>
            <a:cxnLst/>
            <a:rect l="l" t="t" r="r" b="b"/>
            <a:pathLst>
              <a:path w="8824" h="7207">
                <a:moveTo>
                  <a:pt x="3285" y="0"/>
                </a:moveTo>
                <a:lnTo>
                  <a:pt x="0" y="874"/>
                </a:lnTo>
                <a:lnTo>
                  <a:pt x="4719" y="1309"/>
                </a:lnTo>
                <a:lnTo>
                  <a:pt x="7798" y="3713"/>
                </a:lnTo>
                <a:lnTo>
                  <a:pt x="8824" y="7207"/>
                </a:lnTo>
                <a:lnTo>
                  <a:pt x="8824" y="4149"/>
                </a:lnTo>
                <a:lnTo>
                  <a:pt x="8413" y="1309"/>
                </a:lnTo>
                <a:lnTo>
                  <a:pt x="6774" y="0"/>
                </a:lnTo>
                <a:lnTo>
                  <a:pt x="3285" y="0"/>
                </a:lnTo>
                <a:close/>
              </a:path>
            </a:pathLst>
          </a:custGeom>
          <a:solidFill>
            <a:srgbClr val="3E1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67" name="object 1567"/>
          <p:cNvSpPr/>
          <p:nvPr/>
        </p:nvSpPr>
        <p:spPr>
          <a:xfrm>
            <a:off x="1667550" y="4899882"/>
            <a:ext cx="9031" cy="7205"/>
          </a:xfrm>
          <a:custGeom>
            <a:avLst/>
            <a:gdLst/>
            <a:ahLst/>
            <a:cxnLst/>
            <a:rect l="l" t="t" r="r" b="b"/>
            <a:pathLst>
              <a:path w="9031" h="7205">
                <a:moveTo>
                  <a:pt x="3900" y="0"/>
                </a:moveTo>
                <a:lnTo>
                  <a:pt x="0" y="656"/>
                </a:lnTo>
                <a:lnTo>
                  <a:pt x="5335" y="1091"/>
                </a:lnTo>
                <a:lnTo>
                  <a:pt x="7800" y="3711"/>
                </a:lnTo>
                <a:lnTo>
                  <a:pt x="9031" y="7205"/>
                </a:lnTo>
                <a:lnTo>
                  <a:pt x="9031" y="4149"/>
                </a:lnTo>
                <a:lnTo>
                  <a:pt x="8416" y="1091"/>
                </a:lnTo>
                <a:lnTo>
                  <a:pt x="6769" y="0"/>
                </a:lnTo>
                <a:lnTo>
                  <a:pt x="3900" y="0"/>
                </a:lnTo>
                <a:close/>
              </a:path>
            </a:pathLst>
          </a:custGeom>
          <a:solidFill>
            <a:srgbClr val="3E1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68" name="object 1568"/>
          <p:cNvSpPr/>
          <p:nvPr/>
        </p:nvSpPr>
        <p:spPr>
          <a:xfrm>
            <a:off x="1672474" y="4900320"/>
            <a:ext cx="8416" cy="7205"/>
          </a:xfrm>
          <a:custGeom>
            <a:avLst/>
            <a:gdLst/>
            <a:ahLst/>
            <a:cxnLst/>
            <a:rect l="l" t="t" r="r" b="b"/>
            <a:pathLst>
              <a:path w="8416" h="7205">
                <a:moveTo>
                  <a:pt x="3285" y="0"/>
                </a:moveTo>
                <a:lnTo>
                  <a:pt x="0" y="653"/>
                </a:lnTo>
                <a:lnTo>
                  <a:pt x="4926" y="1309"/>
                </a:lnTo>
                <a:lnTo>
                  <a:pt x="7180" y="3711"/>
                </a:lnTo>
                <a:lnTo>
                  <a:pt x="8416" y="7205"/>
                </a:lnTo>
                <a:lnTo>
                  <a:pt x="8416" y="4147"/>
                </a:lnTo>
                <a:lnTo>
                  <a:pt x="8007" y="1309"/>
                </a:lnTo>
                <a:lnTo>
                  <a:pt x="6154" y="0"/>
                </a:lnTo>
                <a:lnTo>
                  <a:pt x="3285" y="0"/>
                </a:lnTo>
                <a:close/>
              </a:path>
            </a:pathLst>
          </a:custGeom>
          <a:solidFill>
            <a:srgbClr val="3E1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69" name="object 1569"/>
          <p:cNvSpPr/>
          <p:nvPr/>
        </p:nvSpPr>
        <p:spPr>
          <a:xfrm>
            <a:off x="1680891" y="4949243"/>
            <a:ext cx="14563" cy="5682"/>
          </a:xfrm>
          <a:custGeom>
            <a:avLst/>
            <a:gdLst/>
            <a:ahLst/>
            <a:cxnLst/>
            <a:rect l="l" t="t" r="r" b="b"/>
            <a:pathLst>
              <a:path w="14563" h="5682">
                <a:moveTo>
                  <a:pt x="5950" y="0"/>
                </a:moveTo>
                <a:lnTo>
                  <a:pt x="2665" y="217"/>
                </a:lnTo>
                <a:lnTo>
                  <a:pt x="0" y="1970"/>
                </a:lnTo>
                <a:lnTo>
                  <a:pt x="3895" y="4154"/>
                </a:lnTo>
                <a:lnTo>
                  <a:pt x="8204" y="5682"/>
                </a:lnTo>
                <a:lnTo>
                  <a:pt x="10874" y="5028"/>
                </a:lnTo>
                <a:lnTo>
                  <a:pt x="14563" y="1970"/>
                </a:lnTo>
                <a:lnTo>
                  <a:pt x="11285" y="0"/>
                </a:lnTo>
                <a:lnTo>
                  <a:pt x="9850" y="653"/>
                </a:lnTo>
                <a:lnTo>
                  <a:pt x="8615" y="217"/>
                </a:lnTo>
                <a:lnTo>
                  <a:pt x="595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70" name="object 1570"/>
          <p:cNvSpPr/>
          <p:nvPr/>
        </p:nvSpPr>
        <p:spPr>
          <a:xfrm>
            <a:off x="1680891" y="4949243"/>
            <a:ext cx="14563" cy="5682"/>
          </a:xfrm>
          <a:custGeom>
            <a:avLst/>
            <a:gdLst/>
            <a:ahLst/>
            <a:cxnLst/>
            <a:rect l="l" t="t" r="r" b="b"/>
            <a:pathLst>
              <a:path w="14563" h="5682">
                <a:moveTo>
                  <a:pt x="14563" y="1970"/>
                </a:moveTo>
                <a:lnTo>
                  <a:pt x="10874" y="5028"/>
                </a:lnTo>
                <a:lnTo>
                  <a:pt x="8204" y="5682"/>
                </a:lnTo>
                <a:lnTo>
                  <a:pt x="3895" y="4154"/>
                </a:lnTo>
                <a:lnTo>
                  <a:pt x="0" y="1970"/>
                </a:lnTo>
                <a:lnTo>
                  <a:pt x="2665" y="217"/>
                </a:lnTo>
                <a:lnTo>
                  <a:pt x="5950" y="0"/>
                </a:lnTo>
                <a:lnTo>
                  <a:pt x="8615" y="217"/>
                </a:lnTo>
                <a:lnTo>
                  <a:pt x="9850" y="653"/>
                </a:lnTo>
                <a:lnTo>
                  <a:pt x="11285" y="0"/>
                </a:lnTo>
                <a:lnTo>
                  <a:pt x="14563" y="1970"/>
                </a:lnTo>
                <a:close/>
              </a:path>
            </a:pathLst>
          </a:custGeom>
          <a:ln w="2167">
            <a:solidFill>
              <a:srgbClr val="FF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71" name="object 1571"/>
          <p:cNvSpPr/>
          <p:nvPr/>
        </p:nvSpPr>
        <p:spPr>
          <a:xfrm>
            <a:off x="1683655" y="4950778"/>
            <a:ext cx="12626" cy="871"/>
          </a:xfrm>
          <a:custGeom>
            <a:avLst/>
            <a:gdLst/>
            <a:ahLst/>
            <a:cxnLst/>
            <a:rect l="l" t="t" r="r" b="b"/>
            <a:pathLst>
              <a:path w="12626" h="871">
                <a:moveTo>
                  <a:pt x="12626" y="0"/>
                </a:moveTo>
                <a:lnTo>
                  <a:pt x="9136" y="0"/>
                </a:lnTo>
                <a:lnTo>
                  <a:pt x="7086" y="435"/>
                </a:lnTo>
                <a:lnTo>
                  <a:pt x="4825" y="435"/>
                </a:lnTo>
                <a:lnTo>
                  <a:pt x="3186" y="0"/>
                </a:lnTo>
                <a:lnTo>
                  <a:pt x="720" y="0"/>
                </a:lnTo>
                <a:lnTo>
                  <a:pt x="0" y="90"/>
                </a:lnTo>
                <a:lnTo>
                  <a:pt x="1955" y="435"/>
                </a:lnTo>
                <a:lnTo>
                  <a:pt x="3801" y="435"/>
                </a:lnTo>
                <a:lnTo>
                  <a:pt x="6671" y="871"/>
                </a:lnTo>
                <a:lnTo>
                  <a:pt x="8725" y="435"/>
                </a:lnTo>
                <a:lnTo>
                  <a:pt x="10775" y="435"/>
                </a:lnTo>
                <a:lnTo>
                  <a:pt x="12626" y="0"/>
                </a:lnTo>
                <a:close/>
              </a:path>
            </a:pathLst>
          </a:custGeom>
          <a:solidFill>
            <a:srgbClr val="8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72" name="object 1572"/>
          <p:cNvSpPr/>
          <p:nvPr/>
        </p:nvSpPr>
        <p:spPr>
          <a:xfrm>
            <a:off x="1680891" y="4950778"/>
            <a:ext cx="2764" cy="435"/>
          </a:xfrm>
          <a:custGeom>
            <a:avLst/>
            <a:gdLst/>
            <a:ahLst/>
            <a:cxnLst/>
            <a:rect l="l" t="t" r="r" b="b"/>
            <a:pathLst>
              <a:path w="2764" h="435">
                <a:moveTo>
                  <a:pt x="2764" y="90"/>
                </a:moveTo>
                <a:lnTo>
                  <a:pt x="2254" y="0"/>
                </a:lnTo>
                <a:lnTo>
                  <a:pt x="0" y="435"/>
                </a:lnTo>
                <a:lnTo>
                  <a:pt x="2764" y="90"/>
                </a:lnTo>
                <a:close/>
              </a:path>
            </a:pathLst>
          </a:custGeom>
          <a:solidFill>
            <a:srgbClr val="8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73" name="object 1573"/>
          <p:cNvSpPr/>
          <p:nvPr/>
        </p:nvSpPr>
        <p:spPr>
          <a:xfrm>
            <a:off x="1684171" y="4940072"/>
            <a:ext cx="7389" cy="2183"/>
          </a:xfrm>
          <a:custGeom>
            <a:avLst/>
            <a:gdLst/>
            <a:ahLst/>
            <a:cxnLst/>
            <a:rect l="l" t="t" r="r" b="b"/>
            <a:pathLst>
              <a:path w="7389" h="2183">
                <a:moveTo>
                  <a:pt x="0" y="0"/>
                </a:moveTo>
                <a:lnTo>
                  <a:pt x="204" y="1091"/>
                </a:lnTo>
                <a:lnTo>
                  <a:pt x="1023" y="1745"/>
                </a:lnTo>
                <a:lnTo>
                  <a:pt x="1643" y="2183"/>
                </a:lnTo>
                <a:lnTo>
                  <a:pt x="3900" y="2183"/>
                </a:lnTo>
                <a:lnTo>
                  <a:pt x="4309" y="1745"/>
                </a:lnTo>
                <a:lnTo>
                  <a:pt x="4924" y="1745"/>
                </a:lnTo>
                <a:lnTo>
                  <a:pt x="5743" y="2183"/>
                </a:lnTo>
                <a:lnTo>
                  <a:pt x="7389" y="2183"/>
                </a:lnTo>
                <a:lnTo>
                  <a:pt x="7389" y="1745"/>
                </a:lnTo>
                <a:lnTo>
                  <a:pt x="7185" y="1091"/>
                </a:lnTo>
                <a:lnTo>
                  <a:pt x="6570" y="653"/>
                </a:lnTo>
                <a:lnTo>
                  <a:pt x="5743" y="0"/>
                </a:lnTo>
                <a:lnTo>
                  <a:pt x="4309" y="0"/>
                </a:lnTo>
                <a:lnTo>
                  <a:pt x="3693" y="217"/>
                </a:lnTo>
                <a:lnTo>
                  <a:pt x="2258" y="653"/>
                </a:lnTo>
                <a:lnTo>
                  <a:pt x="1643" y="874"/>
                </a:lnTo>
                <a:lnTo>
                  <a:pt x="819" y="653"/>
                </a:lnTo>
                <a:lnTo>
                  <a:pt x="408" y="217"/>
                </a:lnTo>
                <a:lnTo>
                  <a:pt x="0" y="0"/>
                </a:lnTo>
                <a:close/>
              </a:path>
            </a:pathLst>
          </a:custGeom>
          <a:solidFill>
            <a:srgbClr val="FF7E7E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74" name="object 1574"/>
          <p:cNvSpPr/>
          <p:nvPr/>
        </p:nvSpPr>
        <p:spPr>
          <a:xfrm>
            <a:off x="1680064" y="4921505"/>
            <a:ext cx="5957" cy="9391"/>
          </a:xfrm>
          <a:custGeom>
            <a:avLst/>
            <a:gdLst/>
            <a:ahLst/>
            <a:cxnLst/>
            <a:rect l="l" t="t" r="r" b="b"/>
            <a:pathLst>
              <a:path w="5957" h="9391">
                <a:moveTo>
                  <a:pt x="5335" y="2183"/>
                </a:moveTo>
                <a:lnTo>
                  <a:pt x="0" y="0"/>
                </a:lnTo>
                <a:lnTo>
                  <a:pt x="3491" y="2183"/>
                </a:lnTo>
                <a:lnTo>
                  <a:pt x="5130" y="3493"/>
                </a:lnTo>
                <a:lnTo>
                  <a:pt x="5130" y="7207"/>
                </a:lnTo>
                <a:lnTo>
                  <a:pt x="5750" y="9391"/>
                </a:lnTo>
                <a:lnTo>
                  <a:pt x="5957" y="6333"/>
                </a:lnTo>
                <a:lnTo>
                  <a:pt x="5335" y="2183"/>
                </a:lnTo>
                <a:close/>
              </a:path>
            </a:pathLst>
          </a:custGeom>
          <a:solidFill>
            <a:srgbClr val="FF7E7E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75" name="object 1575"/>
          <p:cNvSpPr/>
          <p:nvPr/>
        </p:nvSpPr>
        <p:spPr>
          <a:xfrm>
            <a:off x="1672474" y="4922817"/>
            <a:ext cx="11696" cy="4803"/>
          </a:xfrm>
          <a:custGeom>
            <a:avLst/>
            <a:gdLst/>
            <a:ahLst/>
            <a:cxnLst/>
            <a:rect l="l" t="t" r="r" b="b"/>
            <a:pathLst>
              <a:path w="11696" h="4803">
                <a:moveTo>
                  <a:pt x="8826" y="0"/>
                </a:moveTo>
                <a:lnTo>
                  <a:pt x="4926" y="435"/>
                </a:lnTo>
                <a:lnTo>
                  <a:pt x="0" y="3055"/>
                </a:lnTo>
                <a:lnTo>
                  <a:pt x="3080" y="4147"/>
                </a:lnTo>
                <a:lnTo>
                  <a:pt x="6361" y="4803"/>
                </a:lnTo>
                <a:lnTo>
                  <a:pt x="9031" y="4365"/>
                </a:lnTo>
                <a:lnTo>
                  <a:pt x="9857" y="4094"/>
                </a:lnTo>
                <a:lnTo>
                  <a:pt x="11696" y="3493"/>
                </a:lnTo>
                <a:lnTo>
                  <a:pt x="11696" y="3055"/>
                </a:lnTo>
                <a:lnTo>
                  <a:pt x="882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76" name="object 1576"/>
          <p:cNvSpPr/>
          <p:nvPr/>
        </p:nvSpPr>
        <p:spPr>
          <a:xfrm>
            <a:off x="1672474" y="4922817"/>
            <a:ext cx="11696" cy="4803"/>
          </a:xfrm>
          <a:custGeom>
            <a:avLst/>
            <a:gdLst/>
            <a:ahLst/>
            <a:cxnLst/>
            <a:rect l="l" t="t" r="r" b="b"/>
            <a:pathLst>
              <a:path w="11696" h="4803">
                <a:moveTo>
                  <a:pt x="8826" y="0"/>
                </a:moveTo>
                <a:lnTo>
                  <a:pt x="11696" y="3055"/>
                </a:lnTo>
                <a:lnTo>
                  <a:pt x="11696" y="3493"/>
                </a:lnTo>
                <a:lnTo>
                  <a:pt x="9857" y="4094"/>
                </a:lnTo>
                <a:lnTo>
                  <a:pt x="9031" y="4365"/>
                </a:lnTo>
                <a:lnTo>
                  <a:pt x="6361" y="4803"/>
                </a:lnTo>
                <a:lnTo>
                  <a:pt x="3080" y="4147"/>
                </a:lnTo>
                <a:lnTo>
                  <a:pt x="0" y="3055"/>
                </a:lnTo>
                <a:lnTo>
                  <a:pt x="4926" y="435"/>
                </a:lnTo>
                <a:lnTo>
                  <a:pt x="8826" y="0"/>
                </a:lnTo>
                <a:close/>
              </a:path>
            </a:pathLst>
          </a:custGeom>
          <a:ln w="2166">
            <a:solidFill>
              <a:srgbClr val="FF9F9F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77" name="object 1577"/>
          <p:cNvSpPr/>
          <p:nvPr/>
        </p:nvSpPr>
        <p:spPr>
          <a:xfrm>
            <a:off x="1675966" y="4923253"/>
            <a:ext cx="6359" cy="4147"/>
          </a:xfrm>
          <a:custGeom>
            <a:avLst/>
            <a:gdLst/>
            <a:ahLst/>
            <a:cxnLst/>
            <a:rect l="l" t="t" r="r" b="b"/>
            <a:pathLst>
              <a:path w="6359" h="4147">
                <a:moveTo>
                  <a:pt x="615" y="653"/>
                </a:moveTo>
                <a:lnTo>
                  <a:pt x="0" y="1091"/>
                </a:lnTo>
                <a:lnTo>
                  <a:pt x="0" y="1965"/>
                </a:lnTo>
                <a:lnTo>
                  <a:pt x="204" y="2619"/>
                </a:lnTo>
                <a:lnTo>
                  <a:pt x="615" y="3275"/>
                </a:lnTo>
                <a:lnTo>
                  <a:pt x="1023" y="3711"/>
                </a:lnTo>
                <a:lnTo>
                  <a:pt x="1639" y="4147"/>
                </a:lnTo>
                <a:lnTo>
                  <a:pt x="4924" y="4147"/>
                </a:lnTo>
                <a:lnTo>
                  <a:pt x="5539" y="3711"/>
                </a:lnTo>
                <a:lnTo>
                  <a:pt x="5539" y="3275"/>
                </a:lnTo>
                <a:lnTo>
                  <a:pt x="5950" y="3275"/>
                </a:lnTo>
                <a:lnTo>
                  <a:pt x="6359" y="1965"/>
                </a:lnTo>
                <a:lnTo>
                  <a:pt x="6154" y="1309"/>
                </a:lnTo>
                <a:lnTo>
                  <a:pt x="5950" y="874"/>
                </a:lnTo>
                <a:lnTo>
                  <a:pt x="5539" y="435"/>
                </a:lnTo>
                <a:lnTo>
                  <a:pt x="4309" y="0"/>
                </a:lnTo>
                <a:lnTo>
                  <a:pt x="1639" y="0"/>
                </a:lnTo>
                <a:lnTo>
                  <a:pt x="1639" y="435"/>
                </a:lnTo>
                <a:lnTo>
                  <a:pt x="615" y="435"/>
                </a:lnTo>
                <a:lnTo>
                  <a:pt x="615" y="653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78" name="object 1578"/>
          <p:cNvSpPr/>
          <p:nvPr/>
        </p:nvSpPr>
        <p:spPr>
          <a:xfrm>
            <a:off x="1677605" y="4923253"/>
            <a:ext cx="3489" cy="3493"/>
          </a:xfrm>
          <a:custGeom>
            <a:avLst/>
            <a:gdLst/>
            <a:ahLst/>
            <a:cxnLst/>
            <a:rect l="l" t="t" r="r" b="b"/>
            <a:pathLst>
              <a:path w="3489" h="3493">
                <a:moveTo>
                  <a:pt x="0" y="1745"/>
                </a:moveTo>
                <a:lnTo>
                  <a:pt x="0" y="2619"/>
                </a:lnTo>
                <a:lnTo>
                  <a:pt x="819" y="3493"/>
                </a:lnTo>
                <a:lnTo>
                  <a:pt x="2669" y="3493"/>
                </a:lnTo>
                <a:lnTo>
                  <a:pt x="3489" y="2619"/>
                </a:lnTo>
                <a:lnTo>
                  <a:pt x="3489" y="874"/>
                </a:lnTo>
                <a:lnTo>
                  <a:pt x="2669" y="0"/>
                </a:lnTo>
                <a:lnTo>
                  <a:pt x="819" y="0"/>
                </a:lnTo>
                <a:lnTo>
                  <a:pt x="0" y="874"/>
                </a:lnTo>
                <a:lnTo>
                  <a:pt x="0" y="174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79" name="object 1579"/>
          <p:cNvSpPr/>
          <p:nvPr/>
        </p:nvSpPr>
        <p:spPr>
          <a:xfrm>
            <a:off x="1676990" y="4923689"/>
            <a:ext cx="1026" cy="1309"/>
          </a:xfrm>
          <a:custGeom>
            <a:avLst/>
            <a:gdLst/>
            <a:ahLst/>
            <a:cxnLst/>
            <a:rect l="l" t="t" r="r" b="b"/>
            <a:pathLst>
              <a:path w="1026" h="1309">
                <a:moveTo>
                  <a:pt x="0" y="656"/>
                </a:moveTo>
                <a:lnTo>
                  <a:pt x="0" y="1091"/>
                </a:lnTo>
                <a:lnTo>
                  <a:pt x="204" y="1309"/>
                </a:lnTo>
                <a:lnTo>
                  <a:pt x="819" y="1309"/>
                </a:lnTo>
                <a:lnTo>
                  <a:pt x="1026" y="1091"/>
                </a:lnTo>
                <a:lnTo>
                  <a:pt x="1026" y="217"/>
                </a:lnTo>
                <a:lnTo>
                  <a:pt x="819" y="0"/>
                </a:lnTo>
                <a:lnTo>
                  <a:pt x="204" y="0"/>
                </a:lnTo>
                <a:lnTo>
                  <a:pt x="0" y="217"/>
                </a:lnTo>
                <a:lnTo>
                  <a:pt x="0" y="65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80" name="object 1580"/>
          <p:cNvSpPr/>
          <p:nvPr/>
        </p:nvSpPr>
        <p:spPr>
          <a:xfrm>
            <a:off x="1672885" y="4922817"/>
            <a:ext cx="10670" cy="2837"/>
          </a:xfrm>
          <a:custGeom>
            <a:avLst/>
            <a:gdLst/>
            <a:ahLst/>
            <a:cxnLst/>
            <a:rect l="l" t="t" r="r" b="b"/>
            <a:pathLst>
              <a:path w="10670" h="2837">
                <a:moveTo>
                  <a:pt x="10670" y="2181"/>
                </a:moveTo>
                <a:lnTo>
                  <a:pt x="8620" y="0"/>
                </a:lnTo>
                <a:lnTo>
                  <a:pt x="4924" y="435"/>
                </a:lnTo>
                <a:lnTo>
                  <a:pt x="1845" y="1309"/>
                </a:lnTo>
                <a:lnTo>
                  <a:pt x="0" y="2837"/>
                </a:lnTo>
                <a:lnTo>
                  <a:pt x="4924" y="871"/>
                </a:lnTo>
                <a:lnTo>
                  <a:pt x="8005" y="435"/>
                </a:lnTo>
                <a:lnTo>
                  <a:pt x="10670" y="218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81" name="object 1581"/>
          <p:cNvSpPr/>
          <p:nvPr/>
        </p:nvSpPr>
        <p:spPr>
          <a:xfrm>
            <a:off x="1672885" y="4925655"/>
            <a:ext cx="9850" cy="1527"/>
          </a:xfrm>
          <a:custGeom>
            <a:avLst/>
            <a:gdLst/>
            <a:ahLst/>
            <a:cxnLst/>
            <a:rect l="l" t="t" r="r" b="b"/>
            <a:pathLst>
              <a:path w="9850" h="1527">
                <a:moveTo>
                  <a:pt x="1845" y="656"/>
                </a:moveTo>
                <a:lnTo>
                  <a:pt x="4719" y="1527"/>
                </a:lnTo>
                <a:lnTo>
                  <a:pt x="8005" y="1527"/>
                </a:lnTo>
                <a:lnTo>
                  <a:pt x="9850" y="217"/>
                </a:lnTo>
                <a:lnTo>
                  <a:pt x="7596" y="1309"/>
                </a:lnTo>
                <a:lnTo>
                  <a:pt x="4719" y="1091"/>
                </a:lnTo>
                <a:lnTo>
                  <a:pt x="0" y="0"/>
                </a:lnTo>
                <a:lnTo>
                  <a:pt x="1845" y="6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82" name="object 1582"/>
          <p:cNvSpPr/>
          <p:nvPr/>
        </p:nvSpPr>
        <p:spPr>
          <a:xfrm>
            <a:off x="1692585" y="4922161"/>
            <a:ext cx="9031" cy="4803"/>
          </a:xfrm>
          <a:custGeom>
            <a:avLst/>
            <a:gdLst/>
            <a:ahLst/>
            <a:cxnLst/>
            <a:rect l="l" t="t" r="r" b="b"/>
            <a:pathLst>
              <a:path w="9031" h="4803">
                <a:moveTo>
                  <a:pt x="5335" y="435"/>
                </a:moveTo>
                <a:lnTo>
                  <a:pt x="2460" y="0"/>
                </a:lnTo>
                <a:lnTo>
                  <a:pt x="0" y="2837"/>
                </a:lnTo>
                <a:lnTo>
                  <a:pt x="4107" y="4803"/>
                </a:lnTo>
                <a:lnTo>
                  <a:pt x="5438" y="4476"/>
                </a:lnTo>
                <a:lnTo>
                  <a:pt x="6769" y="4149"/>
                </a:lnTo>
                <a:lnTo>
                  <a:pt x="6958" y="4040"/>
                </a:lnTo>
                <a:lnTo>
                  <a:pt x="9031" y="2837"/>
                </a:lnTo>
                <a:lnTo>
                  <a:pt x="5335" y="43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83" name="object 1583"/>
          <p:cNvSpPr/>
          <p:nvPr/>
        </p:nvSpPr>
        <p:spPr>
          <a:xfrm>
            <a:off x="1692585" y="4922161"/>
            <a:ext cx="9031" cy="4803"/>
          </a:xfrm>
          <a:custGeom>
            <a:avLst/>
            <a:gdLst/>
            <a:ahLst/>
            <a:cxnLst/>
            <a:rect l="l" t="t" r="r" b="b"/>
            <a:pathLst>
              <a:path w="9031" h="4803">
                <a:moveTo>
                  <a:pt x="5335" y="435"/>
                </a:moveTo>
                <a:lnTo>
                  <a:pt x="9031" y="2837"/>
                </a:lnTo>
                <a:lnTo>
                  <a:pt x="6958" y="4040"/>
                </a:lnTo>
                <a:lnTo>
                  <a:pt x="6769" y="4149"/>
                </a:lnTo>
                <a:lnTo>
                  <a:pt x="5438" y="4476"/>
                </a:lnTo>
                <a:lnTo>
                  <a:pt x="4107" y="4803"/>
                </a:lnTo>
                <a:lnTo>
                  <a:pt x="0" y="2837"/>
                </a:lnTo>
                <a:lnTo>
                  <a:pt x="2460" y="0"/>
                </a:lnTo>
                <a:lnTo>
                  <a:pt x="5335" y="435"/>
                </a:lnTo>
                <a:close/>
              </a:path>
            </a:pathLst>
          </a:custGeom>
          <a:ln w="2155">
            <a:solidFill>
              <a:srgbClr val="FF9F9F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84" name="object 1584"/>
          <p:cNvSpPr/>
          <p:nvPr/>
        </p:nvSpPr>
        <p:spPr>
          <a:xfrm>
            <a:off x="1694226" y="4923035"/>
            <a:ext cx="5335" cy="3711"/>
          </a:xfrm>
          <a:custGeom>
            <a:avLst/>
            <a:gdLst/>
            <a:ahLst/>
            <a:cxnLst/>
            <a:rect l="l" t="t" r="r" b="b"/>
            <a:pathLst>
              <a:path w="5335" h="3711">
                <a:moveTo>
                  <a:pt x="0" y="1527"/>
                </a:moveTo>
                <a:lnTo>
                  <a:pt x="0" y="1963"/>
                </a:lnTo>
                <a:lnTo>
                  <a:pt x="615" y="2837"/>
                </a:lnTo>
                <a:lnTo>
                  <a:pt x="1023" y="3055"/>
                </a:lnTo>
                <a:lnTo>
                  <a:pt x="1434" y="3275"/>
                </a:lnTo>
                <a:lnTo>
                  <a:pt x="1850" y="3711"/>
                </a:lnTo>
                <a:lnTo>
                  <a:pt x="3489" y="3711"/>
                </a:lnTo>
                <a:lnTo>
                  <a:pt x="4104" y="3055"/>
                </a:lnTo>
                <a:lnTo>
                  <a:pt x="4513" y="3055"/>
                </a:lnTo>
                <a:lnTo>
                  <a:pt x="5128" y="2837"/>
                </a:lnTo>
                <a:lnTo>
                  <a:pt x="5335" y="1745"/>
                </a:lnTo>
                <a:lnTo>
                  <a:pt x="5335" y="871"/>
                </a:lnTo>
                <a:lnTo>
                  <a:pt x="4719" y="435"/>
                </a:lnTo>
                <a:lnTo>
                  <a:pt x="4513" y="435"/>
                </a:lnTo>
                <a:lnTo>
                  <a:pt x="3489" y="0"/>
                </a:lnTo>
                <a:lnTo>
                  <a:pt x="1434" y="0"/>
                </a:lnTo>
                <a:lnTo>
                  <a:pt x="615" y="435"/>
                </a:lnTo>
                <a:lnTo>
                  <a:pt x="204" y="435"/>
                </a:lnTo>
                <a:lnTo>
                  <a:pt x="0" y="1527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85" name="object 1585"/>
          <p:cNvSpPr/>
          <p:nvPr/>
        </p:nvSpPr>
        <p:spPr>
          <a:xfrm>
            <a:off x="1695661" y="4922597"/>
            <a:ext cx="3489" cy="3713"/>
          </a:xfrm>
          <a:custGeom>
            <a:avLst/>
            <a:gdLst/>
            <a:ahLst/>
            <a:cxnLst/>
            <a:rect l="l" t="t" r="r" b="b"/>
            <a:pathLst>
              <a:path w="3489" h="3713">
                <a:moveTo>
                  <a:pt x="0" y="1965"/>
                </a:moveTo>
                <a:lnTo>
                  <a:pt x="0" y="2839"/>
                </a:lnTo>
                <a:lnTo>
                  <a:pt x="824" y="3713"/>
                </a:lnTo>
                <a:lnTo>
                  <a:pt x="2669" y="3713"/>
                </a:lnTo>
                <a:lnTo>
                  <a:pt x="3489" y="2839"/>
                </a:lnTo>
                <a:lnTo>
                  <a:pt x="3489" y="874"/>
                </a:lnTo>
                <a:lnTo>
                  <a:pt x="2669" y="0"/>
                </a:lnTo>
                <a:lnTo>
                  <a:pt x="824" y="0"/>
                </a:lnTo>
                <a:lnTo>
                  <a:pt x="0" y="874"/>
                </a:lnTo>
                <a:lnTo>
                  <a:pt x="0" y="196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86" name="object 1586"/>
          <p:cNvSpPr/>
          <p:nvPr/>
        </p:nvSpPr>
        <p:spPr>
          <a:xfrm>
            <a:off x="1695661" y="4923035"/>
            <a:ext cx="1030" cy="1091"/>
          </a:xfrm>
          <a:custGeom>
            <a:avLst/>
            <a:gdLst/>
            <a:ahLst/>
            <a:cxnLst/>
            <a:rect l="l" t="t" r="r" b="b"/>
            <a:pathLst>
              <a:path w="1030" h="1091">
                <a:moveTo>
                  <a:pt x="0" y="653"/>
                </a:moveTo>
                <a:lnTo>
                  <a:pt x="0" y="871"/>
                </a:lnTo>
                <a:lnTo>
                  <a:pt x="204" y="1091"/>
                </a:lnTo>
                <a:lnTo>
                  <a:pt x="824" y="1091"/>
                </a:lnTo>
                <a:lnTo>
                  <a:pt x="1030" y="871"/>
                </a:lnTo>
                <a:lnTo>
                  <a:pt x="1030" y="217"/>
                </a:lnTo>
                <a:lnTo>
                  <a:pt x="824" y="0"/>
                </a:lnTo>
                <a:lnTo>
                  <a:pt x="204" y="0"/>
                </a:lnTo>
                <a:lnTo>
                  <a:pt x="0" y="217"/>
                </a:lnTo>
                <a:lnTo>
                  <a:pt x="0" y="65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87" name="object 1587"/>
          <p:cNvSpPr/>
          <p:nvPr/>
        </p:nvSpPr>
        <p:spPr>
          <a:xfrm>
            <a:off x="1693407" y="4922597"/>
            <a:ext cx="8620" cy="2401"/>
          </a:xfrm>
          <a:custGeom>
            <a:avLst/>
            <a:gdLst/>
            <a:ahLst/>
            <a:cxnLst/>
            <a:rect l="l" t="t" r="r" b="b"/>
            <a:pathLst>
              <a:path w="8620" h="2401">
                <a:moveTo>
                  <a:pt x="4513" y="220"/>
                </a:moveTo>
                <a:lnTo>
                  <a:pt x="1843" y="0"/>
                </a:lnTo>
                <a:lnTo>
                  <a:pt x="0" y="1965"/>
                </a:lnTo>
                <a:lnTo>
                  <a:pt x="2254" y="656"/>
                </a:lnTo>
                <a:lnTo>
                  <a:pt x="4513" y="656"/>
                </a:lnTo>
                <a:lnTo>
                  <a:pt x="8620" y="2401"/>
                </a:lnTo>
                <a:lnTo>
                  <a:pt x="7178" y="1091"/>
                </a:lnTo>
                <a:lnTo>
                  <a:pt x="4513" y="2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88" name="object 1588"/>
          <p:cNvSpPr/>
          <p:nvPr/>
        </p:nvSpPr>
        <p:spPr>
          <a:xfrm>
            <a:off x="1694226" y="4924998"/>
            <a:ext cx="7594" cy="1530"/>
          </a:xfrm>
          <a:custGeom>
            <a:avLst/>
            <a:gdLst/>
            <a:ahLst/>
            <a:cxnLst/>
            <a:rect l="l" t="t" r="r" b="b"/>
            <a:pathLst>
              <a:path w="7594" h="1530">
                <a:moveTo>
                  <a:pt x="0" y="438"/>
                </a:moveTo>
                <a:lnTo>
                  <a:pt x="1434" y="1530"/>
                </a:lnTo>
                <a:lnTo>
                  <a:pt x="4104" y="1530"/>
                </a:lnTo>
                <a:lnTo>
                  <a:pt x="6359" y="656"/>
                </a:lnTo>
                <a:lnTo>
                  <a:pt x="7594" y="0"/>
                </a:lnTo>
                <a:lnTo>
                  <a:pt x="4104" y="1091"/>
                </a:lnTo>
                <a:lnTo>
                  <a:pt x="2054" y="1312"/>
                </a:lnTo>
                <a:lnTo>
                  <a:pt x="0" y="43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89" name="object 1589"/>
          <p:cNvSpPr/>
          <p:nvPr/>
        </p:nvSpPr>
        <p:spPr>
          <a:xfrm>
            <a:off x="2207260" y="4249420"/>
            <a:ext cx="0" cy="55880"/>
          </a:xfrm>
          <a:custGeom>
            <a:avLst/>
            <a:gdLst/>
            <a:ahLst/>
            <a:cxnLst/>
            <a:rect l="l" t="t" r="r" b="b"/>
            <a:pathLst>
              <a:path w="0" h="55879">
                <a:moveTo>
                  <a:pt x="0" y="0"/>
                </a:moveTo>
                <a:lnTo>
                  <a:pt x="0" y="55879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90" name="object 1590"/>
          <p:cNvSpPr/>
          <p:nvPr/>
        </p:nvSpPr>
        <p:spPr>
          <a:xfrm>
            <a:off x="2207260" y="4516120"/>
            <a:ext cx="0" cy="604519"/>
          </a:xfrm>
          <a:custGeom>
            <a:avLst/>
            <a:gdLst/>
            <a:ahLst/>
            <a:cxnLst/>
            <a:rect l="l" t="t" r="r" b="b"/>
            <a:pathLst>
              <a:path w="0" h="604520">
                <a:moveTo>
                  <a:pt x="0" y="0"/>
                </a:moveTo>
                <a:lnTo>
                  <a:pt x="0" y="604519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91" name="object 1591"/>
          <p:cNvSpPr/>
          <p:nvPr/>
        </p:nvSpPr>
        <p:spPr>
          <a:xfrm>
            <a:off x="2207260" y="4305300"/>
            <a:ext cx="0" cy="210819"/>
          </a:xfrm>
          <a:custGeom>
            <a:avLst/>
            <a:gdLst/>
            <a:ahLst/>
            <a:cxnLst/>
            <a:rect l="l" t="t" r="r" b="b"/>
            <a:pathLst>
              <a:path w="0" h="210820">
                <a:moveTo>
                  <a:pt x="0" y="210819"/>
                </a:moveTo>
                <a:lnTo>
                  <a:pt x="0" y="0"/>
                </a:lnTo>
              </a:path>
            </a:pathLst>
          </a:custGeom>
          <a:ln w="1270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92" name="object 1592"/>
          <p:cNvSpPr/>
          <p:nvPr/>
        </p:nvSpPr>
        <p:spPr>
          <a:xfrm>
            <a:off x="4829810" y="3331210"/>
            <a:ext cx="1039749" cy="402335"/>
          </a:xfrm>
          <a:custGeom>
            <a:avLst/>
            <a:gdLst/>
            <a:ahLst/>
            <a:cxnLst/>
            <a:rect l="l" t="t" r="r" b="b"/>
            <a:pathLst>
              <a:path w="1039749" h="402336">
                <a:moveTo>
                  <a:pt x="0" y="0"/>
                </a:moveTo>
                <a:lnTo>
                  <a:pt x="279780" y="137794"/>
                </a:lnTo>
                <a:lnTo>
                  <a:pt x="294131" y="69723"/>
                </a:lnTo>
                <a:lnTo>
                  <a:pt x="718692" y="294639"/>
                </a:lnTo>
                <a:lnTo>
                  <a:pt x="739266" y="258190"/>
                </a:lnTo>
                <a:lnTo>
                  <a:pt x="1039749" y="402335"/>
                </a:lnTo>
              </a:path>
            </a:pathLst>
          </a:custGeom>
          <a:ln w="12700">
            <a:solidFill>
              <a:srgbClr val="414141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93" name="object 1593"/>
          <p:cNvSpPr/>
          <p:nvPr/>
        </p:nvSpPr>
        <p:spPr>
          <a:xfrm>
            <a:off x="4372610" y="3415029"/>
            <a:ext cx="722249" cy="613156"/>
          </a:xfrm>
          <a:custGeom>
            <a:avLst/>
            <a:gdLst/>
            <a:ahLst/>
            <a:cxnLst/>
            <a:rect l="l" t="t" r="r" b="b"/>
            <a:pathLst>
              <a:path w="722249" h="613156">
                <a:moveTo>
                  <a:pt x="0" y="0"/>
                </a:moveTo>
                <a:lnTo>
                  <a:pt x="101853" y="177419"/>
                </a:lnTo>
                <a:lnTo>
                  <a:pt x="224281" y="120396"/>
                </a:lnTo>
                <a:lnTo>
                  <a:pt x="456564" y="438785"/>
                </a:lnTo>
                <a:lnTo>
                  <a:pt x="552068" y="399288"/>
                </a:lnTo>
                <a:lnTo>
                  <a:pt x="722249" y="613156"/>
                </a:lnTo>
              </a:path>
            </a:pathLst>
          </a:custGeom>
          <a:ln w="12700">
            <a:solidFill>
              <a:srgbClr val="414141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94" name="object 1594"/>
          <p:cNvSpPr/>
          <p:nvPr/>
        </p:nvSpPr>
        <p:spPr>
          <a:xfrm>
            <a:off x="3293110" y="3415029"/>
            <a:ext cx="729995" cy="613156"/>
          </a:xfrm>
          <a:custGeom>
            <a:avLst/>
            <a:gdLst/>
            <a:ahLst/>
            <a:cxnLst/>
            <a:rect l="l" t="t" r="r" b="b"/>
            <a:pathLst>
              <a:path w="729995" h="613156">
                <a:moveTo>
                  <a:pt x="729995" y="0"/>
                </a:moveTo>
                <a:lnTo>
                  <a:pt x="620394" y="171069"/>
                </a:lnTo>
                <a:lnTo>
                  <a:pt x="491870" y="120396"/>
                </a:lnTo>
                <a:lnTo>
                  <a:pt x="252349" y="438785"/>
                </a:lnTo>
                <a:lnTo>
                  <a:pt x="163449" y="391287"/>
                </a:lnTo>
                <a:lnTo>
                  <a:pt x="0" y="613156"/>
                </a:lnTo>
              </a:path>
            </a:pathLst>
          </a:custGeom>
          <a:ln w="12700">
            <a:solidFill>
              <a:srgbClr val="414141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95" name="object 1595"/>
          <p:cNvSpPr/>
          <p:nvPr/>
        </p:nvSpPr>
        <p:spPr>
          <a:xfrm>
            <a:off x="2533650" y="3326129"/>
            <a:ext cx="1017015" cy="404749"/>
          </a:xfrm>
          <a:custGeom>
            <a:avLst/>
            <a:gdLst/>
            <a:ahLst/>
            <a:cxnLst/>
            <a:rect l="l" t="t" r="r" b="b"/>
            <a:pathLst>
              <a:path w="1017015" h="404749">
                <a:moveTo>
                  <a:pt x="1017015" y="0"/>
                </a:moveTo>
                <a:lnTo>
                  <a:pt x="744092" y="149225"/>
                </a:lnTo>
                <a:lnTo>
                  <a:pt x="737742" y="80899"/>
                </a:lnTo>
                <a:lnTo>
                  <a:pt x="320420" y="311150"/>
                </a:lnTo>
                <a:lnTo>
                  <a:pt x="293497" y="257175"/>
                </a:lnTo>
                <a:lnTo>
                  <a:pt x="0" y="404749"/>
                </a:lnTo>
              </a:path>
            </a:pathLst>
          </a:custGeom>
          <a:ln w="12700">
            <a:solidFill>
              <a:srgbClr val="414141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96" name="object 1596"/>
          <p:cNvSpPr/>
          <p:nvPr/>
        </p:nvSpPr>
        <p:spPr>
          <a:xfrm>
            <a:off x="2449830" y="4519930"/>
            <a:ext cx="394588" cy="110108"/>
          </a:xfrm>
          <a:custGeom>
            <a:avLst/>
            <a:gdLst/>
            <a:ahLst/>
            <a:cxnLst/>
            <a:rect l="l" t="t" r="r" b="b"/>
            <a:pathLst>
              <a:path w="394588" h="110108">
                <a:moveTo>
                  <a:pt x="0" y="0"/>
                </a:moveTo>
                <a:lnTo>
                  <a:pt x="106680" y="37211"/>
                </a:lnTo>
                <a:lnTo>
                  <a:pt x="111378" y="19431"/>
                </a:lnTo>
                <a:lnTo>
                  <a:pt x="272161" y="81026"/>
                </a:lnTo>
                <a:lnTo>
                  <a:pt x="280034" y="71247"/>
                </a:lnTo>
                <a:lnTo>
                  <a:pt x="394588" y="110109"/>
                </a:lnTo>
              </a:path>
            </a:pathLst>
          </a:custGeom>
          <a:ln w="12700">
            <a:solidFill>
              <a:srgbClr val="414141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97" name="object 1597"/>
          <p:cNvSpPr/>
          <p:nvPr/>
        </p:nvSpPr>
        <p:spPr>
          <a:xfrm>
            <a:off x="2277110" y="4542790"/>
            <a:ext cx="275335" cy="166116"/>
          </a:xfrm>
          <a:custGeom>
            <a:avLst/>
            <a:gdLst/>
            <a:ahLst/>
            <a:cxnLst/>
            <a:rect l="l" t="t" r="r" b="b"/>
            <a:pathLst>
              <a:path w="275335" h="166115">
                <a:moveTo>
                  <a:pt x="0" y="0"/>
                </a:moveTo>
                <a:lnTo>
                  <a:pt x="39496" y="48514"/>
                </a:lnTo>
                <a:lnTo>
                  <a:pt x="85470" y="32893"/>
                </a:lnTo>
                <a:lnTo>
                  <a:pt x="173989" y="119126"/>
                </a:lnTo>
                <a:lnTo>
                  <a:pt x="210438" y="108077"/>
                </a:lnTo>
                <a:lnTo>
                  <a:pt x="275335" y="166116"/>
                </a:lnTo>
              </a:path>
            </a:pathLst>
          </a:custGeom>
          <a:ln w="12700">
            <a:solidFill>
              <a:srgbClr val="414141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98" name="object 1598"/>
          <p:cNvSpPr/>
          <p:nvPr/>
        </p:nvSpPr>
        <p:spPr>
          <a:xfrm>
            <a:off x="1865630" y="4542790"/>
            <a:ext cx="277749" cy="166116"/>
          </a:xfrm>
          <a:custGeom>
            <a:avLst/>
            <a:gdLst/>
            <a:ahLst/>
            <a:cxnLst/>
            <a:rect l="l" t="t" r="r" b="b"/>
            <a:pathLst>
              <a:path w="277749" h="166115">
                <a:moveTo>
                  <a:pt x="277749" y="0"/>
                </a:moveTo>
                <a:lnTo>
                  <a:pt x="236474" y="46990"/>
                </a:lnTo>
                <a:lnTo>
                  <a:pt x="187325" y="32893"/>
                </a:lnTo>
                <a:lnTo>
                  <a:pt x="96774" y="119126"/>
                </a:lnTo>
                <a:lnTo>
                  <a:pt x="61849" y="106553"/>
                </a:lnTo>
                <a:lnTo>
                  <a:pt x="0" y="166116"/>
                </a:lnTo>
              </a:path>
            </a:pathLst>
          </a:custGeom>
          <a:ln w="12700">
            <a:solidFill>
              <a:srgbClr val="414141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99" name="object 1599"/>
          <p:cNvSpPr/>
          <p:nvPr/>
        </p:nvSpPr>
        <p:spPr>
          <a:xfrm>
            <a:off x="1578609" y="4517390"/>
            <a:ext cx="386969" cy="112649"/>
          </a:xfrm>
          <a:custGeom>
            <a:avLst/>
            <a:gdLst/>
            <a:ahLst/>
            <a:cxnLst/>
            <a:rect l="l" t="t" r="r" b="b"/>
            <a:pathLst>
              <a:path w="386969" h="112649">
                <a:moveTo>
                  <a:pt x="386969" y="0"/>
                </a:moveTo>
                <a:lnTo>
                  <a:pt x="283464" y="41910"/>
                </a:lnTo>
                <a:lnTo>
                  <a:pt x="280289" y="22479"/>
                </a:lnTo>
                <a:lnTo>
                  <a:pt x="122682" y="86995"/>
                </a:lnTo>
                <a:lnTo>
                  <a:pt x="111506" y="70866"/>
                </a:lnTo>
                <a:lnTo>
                  <a:pt x="0" y="112649"/>
                </a:lnTo>
              </a:path>
            </a:pathLst>
          </a:custGeom>
          <a:ln w="12700">
            <a:solidFill>
              <a:srgbClr val="414141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00" name="object 1600"/>
          <p:cNvSpPr/>
          <p:nvPr/>
        </p:nvSpPr>
        <p:spPr>
          <a:xfrm>
            <a:off x="7301345" y="2665232"/>
            <a:ext cx="128140" cy="2129448"/>
          </a:xfrm>
          <a:custGeom>
            <a:avLst/>
            <a:gdLst/>
            <a:ahLst/>
            <a:cxnLst/>
            <a:rect l="l" t="t" r="r" b="b"/>
            <a:pathLst>
              <a:path w="128140" h="2129448">
                <a:moveTo>
                  <a:pt x="128139" y="337268"/>
                </a:moveTo>
                <a:lnTo>
                  <a:pt x="458" y="0"/>
                </a:lnTo>
                <a:lnTo>
                  <a:pt x="0" y="0"/>
                </a:lnTo>
                <a:lnTo>
                  <a:pt x="0" y="2129448"/>
                </a:lnTo>
                <a:lnTo>
                  <a:pt x="128140" y="2129448"/>
                </a:lnTo>
                <a:lnTo>
                  <a:pt x="128139" y="337268"/>
                </a:lnTo>
                <a:close/>
              </a:path>
            </a:pathLst>
          </a:custGeom>
          <a:solidFill>
            <a:srgbClr val="5F5F7E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01" name="object 1601"/>
          <p:cNvSpPr/>
          <p:nvPr/>
        </p:nvSpPr>
        <p:spPr>
          <a:xfrm>
            <a:off x="6833594" y="2665232"/>
            <a:ext cx="467194" cy="2128243"/>
          </a:xfrm>
          <a:custGeom>
            <a:avLst/>
            <a:gdLst/>
            <a:ahLst/>
            <a:cxnLst/>
            <a:rect l="l" t="t" r="r" b="b"/>
            <a:pathLst>
              <a:path w="467194" h="2128243">
                <a:moveTo>
                  <a:pt x="467194" y="2128243"/>
                </a:moveTo>
                <a:lnTo>
                  <a:pt x="467194" y="0"/>
                </a:lnTo>
                <a:lnTo>
                  <a:pt x="0" y="0"/>
                </a:lnTo>
                <a:lnTo>
                  <a:pt x="0" y="2128242"/>
                </a:lnTo>
                <a:lnTo>
                  <a:pt x="467194" y="2128243"/>
                </a:lnTo>
                <a:close/>
              </a:path>
            </a:pathLst>
          </a:custGeom>
          <a:solidFill>
            <a:srgbClr val="464646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02" name="object 1602"/>
          <p:cNvSpPr/>
          <p:nvPr/>
        </p:nvSpPr>
        <p:spPr>
          <a:xfrm>
            <a:off x="7271061" y="2836126"/>
            <a:ext cx="549" cy="2130692"/>
          </a:xfrm>
          <a:custGeom>
            <a:avLst/>
            <a:gdLst/>
            <a:ahLst/>
            <a:cxnLst/>
            <a:rect l="l" t="t" r="r" b="b"/>
            <a:pathLst>
              <a:path w="549" h="2130692">
                <a:moveTo>
                  <a:pt x="0" y="2130692"/>
                </a:moveTo>
                <a:lnTo>
                  <a:pt x="549" y="2130692"/>
                </a:lnTo>
                <a:lnTo>
                  <a:pt x="549" y="0"/>
                </a:lnTo>
                <a:lnTo>
                  <a:pt x="0" y="0"/>
                </a:lnTo>
                <a:lnTo>
                  <a:pt x="0" y="2130692"/>
                </a:lnTo>
                <a:close/>
              </a:path>
            </a:pathLst>
          </a:custGeom>
          <a:solidFill>
            <a:srgbClr val="4E4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03" name="object 1603"/>
          <p:cNvSpPr/>
          <p:nvPr/>
        </p:nvSpPr>
        <p:spPr>
          <a:xfrm>
            <a:off x="6544846" y="2836126"/>
            <a:ext cx="571564" cy="2130692"/>
          </a:xfrm>
          <a:custGeom>
            <a:avLst/>
            <a:gdLst/>
            <a:ahLst/>
            <a:cxnLst/>
            <a:rect l="l" t="t" r="r" b="b"/>
            <a:pathLst>
              <a:path w="571564" h="2130692">
                <a:moveTo>
                  <a:pt x="0" y="2130692"/>
                </a:moveTo>
                <a:lnTo>
                  <a:pt x="571564" y="2130692"/>
                </a:lnTo>
                <a:lnTo>
                  <a:pt x="571563" y="0"/>
                </a:lnTo>
                <a:lnTo>
                  <a:pt x="0" y="0"/>
                </a:lnTo>
                <a:lnTo>
                  <a:pt x="0" y="2130692"/>
                </a:lnTo>
                <a:close/>
              </a:path>
            </a:pathLst>
          </a:custGeom>
          <a:solidFill>
            <a:srgbClr val="4E4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04" name="object 1604"/>
          <p:cNvSpPr/>
          <p:nvPr/>
        </p:nvSpPr>
        <p:spPr>
          <a:xfrm>
            <a:off x="7116410" y="2836159"/>
            <a:ext cx="154651" cy="2129453"/>
          </a:xfrm>
          <a:custGeom>
            <a:avLst/>
            <a:gdLst/>
            <a:ahLst/>
            <a:cxnLst/>
            <a:rect l="l" t="t" r="r" b="b"/>
            <a:pathLst>
              <a:path w="154651" h="2129453">
                <a:moveTo>
                  <a:pt x="0" y="2129453"/>
                </a:moveTo>
                <a:lnTo>
                  <a:pt x="154651" y="2129453"/>
                </a:lnTo>
                <a:lnTo>
                  <a:pt x="154651" y="0"/>
                </a:lnTo>
                <a:lnTo>
                  <a:pt x="0" y="0"/>
                </a:lnTo>
                <a:lnTo>
                  <a:pt x="0" y="2129453"/>
                </a:lnTo>
                <a:close/>
              </a:path>
            </a:pathLst>
          </a:custGeom>
          <a:solidFill>
            <a:srgbClr val="5F5F7E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05" name="object 1605"/>
          <p:cNvSpPr/>
          <p:nvPr/>
        </p:nvSpPr>
        <p:spPr>
          <a:xfrm>
            <a:off x="6622706" y="2831312"/>
            <a:ext cx="0" cy="2140319"/>
          </a:xfrm>
          <a:custGeom>
            <a:avLst/>
            <a:gdLst/>
            <a:ahLst/>
            <a:cxnLst/>
            <a:rect l="l" t="t" r="r" b="b"/>
            <a:pathLst>
              <a:path w="0" h="2140319">
                <a:moveTo>
                  <a:pt x="0" y="0"/>
                </a:moveTo>
                <a:lnTo>
                  <a:pt x="0" y="2140319"/>
                </a:lnTo>
              </a:path>
            </a:pathLst>
          </a:custGeom>
          <a:ln w="557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06" name="object 1606"/>
          <p:cNvSpPr/>
          <p:nvPr/>
        </p:nvSpPr>
        <p:spPr>
          <a:xfrm>
            <a:off x="6726519" y="2831312"/>
            <a:ext cx="0" cy="176976"/>
          </a:xfrm>
          <a:custGeom>
            <a:avLst/>
            <a:gdLst/>
            <a:ahLst/>
            <a:cxnLst/>
            <a:rect l="l" t="t" r="r" b="b"/>
            <a:pathLst>
              <a:path w="0" h="176976">
                <a:moveTo>
                  <a:pt x="0" y="0"/>
                </a:moveTo>
                <a:lnTo>
                  <a:pt x="0" y="176976"/>
                </a:lnTo>
              </a:path>
            </a:pathLst>
          </a:custGeom>
          <a:ln w="557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07" name="object 1607"/>
          <p:cNvSpPr/>
          <p:nvPr/>
        </p:nvSpPr>
        <p:spPr>
          <a:xfrm>
            <a:off x="6723733" y="4969225"/>
            <a:ext cx="5571" cy="0"/>
          </a:xfrm>
          <a:custGeom>
            <a:avLst/>
            <a:gdLst/>
            <a:ahLst/>
            <a:cxnLst/>
            <a:rect l="l" t="t" r="r" b="b"/>
            <a:pathLst>
              <a:path w="5571" h="0">
                <a:moveTo>
                  <a:pt x="0" y="0"/>
                </a:moveTo>
                <a:lnTo>
                  <a:pt x="5571" y="0"/>
                </a:lnTo>
              </a:path>
            </a:pathLst>
          </a:custGeom>
          <a:ln w="1240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08" name="object 1608"/>
          <p:cNvSpPr/>
          <p:nvPr/>
        </p:nvSpPr>
        <p:spPr>
          <a:xfrm>
            <a:off x="6830350" y="2831312"/>
            <a:ext cx="0" cy="176976"/>
          </a:xfrm>
          <a:custGeom>
            <a:avLst/>
            <a:gdLst/>
            <a:ahLst/>
            <a:cxnLst/>
            <a:rect l="l" t="t" r="r" b="b"/>
            <a:pathLst>
              <a:path w="0" h="176976">
                <a:moveTo>
                  <a:pt x="0" y="0"/>
                </a:moveTo>
                <a:lnTo>
                  <a:pt x="0" y="176976"/>
                </a:lnTo>
              </a:path>
            </a:pathLst>
          </a:custGeom>
          <a:ln w="560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09" name="object 1609"/>
          <p:cNvSpPr/>
          <p:nvPr/>
        </p:nvSpPr>
        <p:spPr>
          <a:xfrm>
            <a:off x="6827546" y="4969225"/>
            <a:ext cx="5609" cy="0"/>
          </a:xfrm>
          <a:custGeom>
            <a:avLst/>
            <a:gdLst/>
            <a:ahLst/>
            <a:cxnLst/>
            <a:rect l="l" t="t" r="r" b="b"/>
            <a:pathLst>
              <a:path w="5609" h="0">
                <a:moveTo>
                  <a:pt x="0" y="0"/>
                </a:moveTo>
                <a:lnTo>
                  <a:pt x="5609" y="0"/>
                </a:lnTo>
              </a:path>
            </a:pathLst>
          </a:custGeom>
          <a:ln w="1249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10" name="object 1610"/>
          <p:cNvSpPr/>
          <p:nvPr/>
        </p:nvSpPr>
        <p:spPr>
          <a:xfrm>
            <a:off x="6934163" y="2831312"/>
            <a:ext cx="0" cy="176976"/>
          </a:xfrm>
          <a:custGeom>
            <a:avLst/>
            <a:gdLst/>
            <a:ahLst/>
            <a:cxnLst/>
            <a:rect l="l" t="t" r="r" b="b"/>
            <a:pathLst>
              <a:path w="0" h="176976">
                <a:moveTo>
                  <a:pt x="0" y="0"/>
                </a:moveTo>
                <a:lnTo>
                  <a:pt x="0" y="176976"/>
                </a:lnTo>
              </a:path>
            </a:pathLst>
          </a:custGeom>
          <a:ln w="560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11" name="object 1611"/>
          <p:cNvSpPr/>
          <p:nvPr/>
        </p:nvSpPr>
        <p:spPr>
          <a:xfrm>
            <a:off x="6931358" y="4969225"/>
            <a:ext cx="5609" cy="0"/>
          </a:xfrm>
          <a:custGeom>
            <a:avLst/>
            <a:gdLst/>
            <a:ahLst/>
            <a:cxnLst/>
            <a:rect l="l" t="t" r="r" b="b"/>
            <a:pathLst>
              <a:path w="5609" h="0">
                <a:moveTo>
                  <a:pt x="0" y="0"/>
                </a:moveTo>
                <a:lnTo>
                  <a:pt x="5609" y="0"/>
                </a:lnTo>
              </a:path>
            </a:pathLst>
          </a:custGeom>
          <a:ln w="1249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12" name="object 1612"/>
          <p:cNvSpPr/>
          <p:nvPr/>
        </p:nvSpPr>
        <p:spPr>
          <a:xfrm>
            <a:off x="7037994" y="2831312"/>
            <a:ext cx="0" cy="176976"/>
          </a:xfrm>
          <a:custGeom>
            <a:avLst/>
            <a:gdLst/>
            <a:ahLst/>
            <a:cxnLst/>
            <a:rect l="l" t="t" r="r" b="b"/>
            <a:pathLst>
              <a:path w="0" h="176976">
                <a:moveTo>
                  <a:pt x="0" y="0"/>
                </a:moveTo>
                <a:lnTo>
                  <a:pt x="0" y="176976"/>
                </a:lnTo>
              </a:path>
            </a:pathLst>
          </a:custGeom>
          <a:ln w="557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13" name="object 1613"/>
          <p:cNvSpPr/>
          <p:nvPr/>
        </p:nvSpPr>
        <p:spPr>
          <a:xfrm>
            <a:off x="7035208" y="4969225"/>
            <a:ext cx="5571" cy="0"/>
          </a:xfrm>
          <a:custGeom>
            <a:avLst/>
            <a:gdLst/>
            <a:ahLst/>
            <a:cxnLst/>
            <a:rect l="l" t="t" r="r" b="b"/>
            <a:pathLst>
              <a:path w="5571" h="0">
                <a:moveTo>
                  <a:pt x="0" y="0"/>
                </a:moveTo>
                <a:lnTo>
                  <a:pt x="5571" y="0"/>
                </a:lnTo>
              </a:path>
            </a:pathLst>
          </a:custGeom>
          <a:ln w="1240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14" name="object 1614"/>
          <p:cNvSpPr/>
          <p:nvPr/>
        </p:nvSpPr>
        <p:spPr>
          <a:xfrm>
            <a:off x="6635682" y="3122627"/>
            <a:ext cx="600224" cy="232366"/>
          </a:xfrm>
          <a:custGeom>
            <a:avLst/>
            <a:gdLst/>
            <a:ahLst/>
            <a:cxnLst/>
            <a:rect l="l" t="t" r="r" b="b"/>
            <a:pathLst>
              <a:path w="600224" h="232366">
                <a:moveTo>
                  <a:pt x="0" y="232366"/>
                </a:moveTo>
                <a:lnTo>
                  <a:pt x="600224" y="232366"/>
                </a:lnTo>
                <a:lnTo>
                  <a:pt x="600224" y="0"/>
                </a:lnTo>
                <a:lnTo>
                  <a:pt x="0" y="0"/>
                </a:lnTo>
                <a:lnTo>
                  <a:pt x="0" y="232366"/>
                </a:lnTo>
                <a:close/>
              </a:path>
            </a:pathLst>
          </a:custGeom>
          <a:solidFill>
            <a:srgbClr val="371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15" name="object 1615"/>
          <p:cNvSpPr/>
          <p:nvPr/>
        </p:nvSpPr>
        <p:spPr>
          <a:xfrm>
            <a:off x="6635682" y="3469347"/>
            <a:ext cx="600224" cy="231086"/>
          </a:xfrm>
          <a:custGeom>
            <a:avLst/>
            <a:gdLst/>
            <a:ahLst/>
            <a:cxnLst/>
            <a:rect l="l" t="t" r="r" b="b"/>
            <a:pathLst>
              <a:path w="600224" h="231086">
                <a:moveTo>
                  <a:pt x="0" y="231086"/>
                </a:moveTo>
                <a:lnTo>
                  <a:pt x="600224" y="231086"/>
                </a:lnTo>
                <a:lnTo>
                  <a:pt x="600224" y="0"/>
                </a:lnTo>
                <a:lnTo>
                  <a:pt x="0" y="0"/>
                </a:lnTo>
                <a:lnTo>
                  <a:pt x="0" y="231086"/>
                </a:lnTo>
                <a:close/>
              </a:path>
            </a:pathLst>
          </a:custGeom>
          <a:solidFill>
            <a:srgbClr val="371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16" name="object 1616"/>
          <p:cNvSpPr/>
          <p:nvPr/>
        </p:nvSpPr>
        <p:spPr>
          <a:xfrm>
            <a:off x="6635682" y="3813591"/>
            <a:ext cx="600225" cy="232325"/>
          </a:xfrm>
          <a:custGeom>
            <a:avLst/>
            <a:gdLst/>
            <a:ahLst/>
            <a:cxnLst/>
            <a:rect l="l" t="t" r="r" b="b"/>
            <a:pathLst>
              <a:path w="600225" h="232325">
                <a:moveTo>
                  <a:pt x="0" y="232325"/>
                </a:moveTo>
                <a:lnTo>
                  <a:pt x="600225" y="232325"/>
                </a:lnTo>
                <a:lnTo>
                  <a:pt x="600225" y="0"/>
                </a:lnTo>
                <a:lnTo>
                  <a:pt x="0" y="0"/>
                </a:lnTo>
                <a:lnTo>
                  <a:pt x="0" y="232325"/>
                </a:lnTo>
                <a:close/>
              </a:path>
            </a:pathLst>
          </a:custGeom>
          <a:solidFill>
            <a:srgbClr val="371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17" name="object 1617"/>
          <p:cNvSpPr/>
          <p:nvPr/>
        </p:nvSpPr>
        <p:spPr>
          <a:xfrm>
            <a:off x="6635682" y="4159073"/>
            <a:ext cx="600225" cy="231144"/>
          </a:xfrm>
          <a:custGeom>
            <a:avLst/>
            <a:gdLst/>
            <a:ahLst/>
            <a:cxnLst/>
            <a:rect l="l" t="t" r="r" b="b"/>
            <a:pathLst>
              <a:path w="600225" h="231144">
                <a:moveTo>
                  <a:pt x="0" y="231144"/>
                </a:moveTo>
                <a:lnTo>
                  <a:pt x="600225" y="231144"/>
                </a:lnTo>
                <a:lnTo>
                  <a:pt x="600225" y="0"/>
                </a:lnTo>
                <a:lnTo>
                  <a:pt x="0" y="0"/>
                </a:lnTo>
                <a:lnTo>
                  <a:pt x="0" y="231144"/>
                </a:lnTo>
                <a:close/>
              </a:path>
            </a:pathLst>
          </a:custGeom>
          <a:solidFill>
            <a:srgbClr val="371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18" name="object 1618"/>
          <p:cNvSpPr/>
          <p:nvPr/>
        </p:nvSpPr>
        <p:spPr>
          <a:xfrm>
            <a:off x="6635681" y="4504571"/>
            <a:ext cx="600225" cy="232333"/>
          </a:xfrm>
          <a:custGeom>
            <a:avLst/>
            <a:gdLst/>
            <a:ahLst/>
            <a:cxnLst/>
            <a:rect l="l" t="t" r="r" b="b"/>
            <a:pathLst>
              <a:path w="600225" h="232333">
                <a:moveTo>
                  <a:pt x="0" y="232333"/>
                </a:moveTo>
                <a:lnTo>
                  <a:pt x="600225" y="232333"/>
                </a:lnTo>
                <a:lnTo>
                  <a:pt x="600225" y="0"/>
                </a:lnTo>
                <a:lnTo>
                  <a:pt x="0" y="0"/>
                </a:lnTo>
                <a:lnTo>
                  <a:pt x="0" y="232333"/>
                </a:lnTo>
                <a:close/>
              </a:path>
            </a:pathLst>
          </a:custGeom>
          <a:solidFill>
            <a:srgbClr val="371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19" name="object 1619"/>
          <p:cNvSpPr/>
          <p:nvPr/>
        </p:nvSpPr>
        <p:spPr>
          <a:xfrm>
            <a:off x="6635681" y="4851259"/>
            <a:ext cx="600225" cy="115559"/>
          </a:xfrm>
          <a:custGeom>
            <a:avLst/>
            <a:gdLst/>
            <a:ahLst/>
            <a:cxnLst/>
            <a:rect l="l" t="t" r="r" b="b"/>
            <a:pathLst>
              <a:path w="600225" h="115559">
                <a:moveTo>
                  <a:pt x="0" y="115559"/>
                </a:moveTo>
                <a:lnTo>
                  <a:pt x="600225" y="115559"/>
                </a:lnTo>
                <a:lnTo>
                  <a:pt x="600225" y="0"/>
                </a:lnTo>
                <a:lnTo>
                  <a:pt x="0" y="0"/>
                </a:lnTo>
                <a:lnTo>
                  <a:pt x="0" y="115559"/>
                </a:lnTo>
                <a:close/>
              </a:path>
            </a:pathLst>
          </a:custGeom>
          <a:solidFill>
            <a:srgbClr val="371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20" name="object 1620"/>
          <p:cNvSpPr/>
          <p:nvPr/>
        </p:nvSpPr>
        <p:spPr>
          <a:xfrm>
            <a:off x="6651884" y="3122627"/>
            <a:ext cx="571008" cy="232366"/>
          </a:xfrm>
          <a:custGeom>
            <a:avLst/>
            <a:gdLst/>
            <a:ahLst/>
            <a:cxnLst/>
            <a:rect l="l" t="t" r="r" b="b"/>
            <a:pathLst>
              <a:path w="571008" h="232366">
                <a:moveTo>
                  <a:pt x="0" y="232366"/>
                </a:moveTo>
                <a:lnTo>
                  <a:pt x="571008" y="232366"/>
                </a:lnTo>
                <a:lnTo>
                  <a:pt x="571008" y="0"/>
                </a:lnTo>
                <a:lnTo>
                  <a:pt x="0" y="0"/>
                </a:lnTo>
                <a:lnTo>
                  <a:pt x="0" y="232366"/>
                </a:lnTo>
                <a:close/>
              </a:path>
            </a:pathLst>
          </a:custGeom>
          <a:solidFill>
            <a:srgbClr val="5F5F7E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21" name="object 1621"/>
          <p:cNvSpPr/>
          <p:nvPr/>
        </p:nvSpPr>
        <p:spPr>
          <a:xfrm>
            <a:off x="6651884" y="3469347"/>
            <a:ext cx="571008" cy="231086"/>
          </a:xfrm>
          <a:custGeom>
            <a:avLst/>
            <a:gdLst/>
            <a:ahLst/>
            <a:cxnLst/>
            <a:rect l="l" t="t" r="r" b="b"/>
            <a:pathLst>
              <a:path w="571008" h="231086">
                <a:moveTo>
                  <a:pt x="0" y="231086"/>
                </a:moveTo>
                <a:lnTo>
                  <a:pt x="571008" y="231086"/>
                </a:lnTo>
                <a:lnTo>
                  <a:pt x="571008" y="0"/>
                </a:lnTo>
                <a:lnTo>
                  <a:pt x="0" y="0"/>
                </a:lnTo>
                <a:lnTo>
                  <a:pt x="0" y="231086"/>
                </a:lnTo>
                <a:close/>
              </a:path>
            </a:pathLst>
          </a:custGeom>
          <a:solidFill>
            <a:srgbClr val="5F5F7E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22" name="object 1622"/>
          <p:cNvSpPr/>
          <p:nvPr/>
        </p:nvSpPr>
        <p:spPr>
          <a:xfrm>
            <a:off x="6651884" y="3813591"/>
            <a:ext cx="571009" cy="232325"/>
          </a:xfrm>
          <a:custGeom>
            <a:avLst/>
            <a:gdLst/>
            <a:ahLst/>
            <a:cxnLst/>
            <a:rect l="l" t="t" r="r" b="b"/>
            <a:pathLst>
              <a:path w="571009" h="232325">
                <a:moveTo>
                  <a:pt x="0" y="232325"/>
                </a:moveTo>
                <a:lnTo>
                  <a:pt x="571009" y="232325"/>
                </a:lnTo>
                <a:lnTo>
                  <a:pt x="571009" y="0"/>
                </a:lnTo>
                <a:lnTo>
                  <a:pt x="0" y="0"/>
                </a:lnTo>
                <a:lnTo>
                  <a:pt x="0" y="232325"/>
                </a:lnTo>
                <a:close/>
              </a:path>
            </a:pathLst>
          </a:custGeom>
          <a:solidFill>
            <a:srgbClr val="5F5F7E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23" name="object 1623"/>
          <p:cNvSpPr/>
          <p:nvPr/>
        </p:nvSpPr>
        <p:spPr>
          <a:xfrm>
            <a:off x="6651884" y="4159073"/>
            <a:ext cx="571009" cy="231144"/>
          </a:xfrm>
          <a:custGeom>
            <a:avLst/>
            <a:gdLst/>
            <a:ahLst/>
            <a:cxnLst/>
            <a:rect l="l" t="t" r="r" b="b"/>
            <a:pathLst>
              <a:path w="571009" h="231144">
                <a:moveTo>
                  <a:pt x="0" y="231144"/>
                </a:moveTo>
                <a:lnTo>
                  <a:pt x="571009" y="231144"/>
                </a:lnTo>
                <a:lnTo>
                  <a:pt x="571009" y="0"/>
                </a:lnTo>
                <a:lnTo>
                  <a:pt x="0" y="0"/>
                </a:lnTo>
                <a:lnTo>
                  <a:pt x="0" y="231144"/>
                </a:lnTo>
                <a:close/>
              </a:path>
            </a:pathLst>
          </a:custGeom>
          <a:solidFill>
            <a:srgbClr val="5F5F7E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24" name="object 1624"/>
          <p:cNvSpPr/>
          <p:nvPr/>
        </p:nvSpPr>
        <p:spPr>
          <a:xfrm>
            <a:off x="6651884" y="4504571"/>
            <a:ext cx="571009" cy="232333"/>
          </a:xfrm>
          <a:custGeom>
            <a:avLst/>
            <a:gdLst/>
            <a:ahLst/>
            <a:cxnLst/>
            <a:rect l="l" t="t" r="r" b="b"/>
            <a:pathLst>
              <a:path w="571009" h="232333">
                <a:moveTo>
                  <a:pt x="0" y="232333"/>
                </a:moveTo>
                <a:lnTo>
                  <a:pt x="571009" y="232333"/>
                </a:lnTo>
                <a:lnTo>
                  <a:pt x="571009" y="0"/>
                </a:lnTo>
                <a:lnTo>
                  <a:pt x="0" y="0"/>
                </a:lnTo>
                <a:lnTo>
                  <a:pt x="0" y="232333"/>
                </a:lnTo>
                <a:close/>
              </a:path>
            </a:pathLst>
          </a:custGeom>
          <a:solidFill>
            <a:srgbClr val="5F5F7E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25" name="object 1625"/>
          <p:cNvSpPr/>
          <p:nvPr/>
        </p:nvSpPr>
        <p:spPr>
          <a:xfrm>
            <a:off x="6625932" y="3008273"/>
            <a:ext cx="622950" cy="114354"/>
          </a:xfrm>
          <a:custGeom>
            <a:avLst/>
            <a:gdLst/>
            <a:ahLst/>
            <a:cxnLst/>
            <a:rect l="l" t="t" r="r" b="b"/>
            <a:pathLst>
              <a:path w="622950" h="114354">
                <a:moveTo>
                  <a:pt x="0" y="114354"/>
                </a:moveTo>
                <a:lnTo>
                  <a:pt x="622950" y="114354"/>
                </a:lnTo>
                <a:lnTo>
                  <a:pt x="622950" y="0"/>
                </a:lnTo>
                <a:lnTo>
                  <a:pt x="0" y="0"/>
                </a:lnTo>
                <a:lnTo>
                  <a:pt x="0" y="114354"/>
                </a:lnTo>
                <a:close/>
              </a:path>
            </a:pathLst>
          </a:custGeom>
          <a:solidFill>
            <a:srgbClr val="464646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26" name="object 1626"/>
          <p:cNvSpPr/>
          <p:nvPr/>
        </p:nvSpPr>
        <p:spPr>
          <a:xfrm>
            <a:off x="6625932" y="3700434"/>
            <a:ext cx="622950" cy="113156"/>
          </a:xfrm>
          <a:custGeom>
            <a:avLst/>
            <a:gdLst/>
            <a:ahLst/>
            <a:cxnLst/>
            <a:rect l="l" t="t" r="r" b="b"/>
            <a:pathLst>
              <a:path w="622950" h="113156">
                <a:moveTo>
                  <a:pt x="0" y="113156"/>
                </a:moveTo>
                <a:lnTo>
                  <a:pt x="622950" y="113156"/>
                </a:lnTo>
                <a:lnTo>
                  <a:pt x="622950" y="0"/>
                </a:lnTo>
                <a:lnTo>
                  <a:pt x="0" y="0"/>
                </a:lnTo>
                <a:lnTo>
                  <a:pt x="0" y="113156"/>
                </a:lnTo>
                <a:close/>
              </a:path>
            </a:pathLst>
          </a:custGeom>
          <a:solidFill>
            <a:srgbClr val="464646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27" name="object 1627"/>
          <p:cNvSpPr/>
          <p:nvPr/>
        </p:nvSpPr>
        <p:spPr>
          <a:xfrm>
            <a:off x="6625932" y="4045916"/>
            <a:ext cx="622950" cy="113156"/>
          </a:xfrm>
          <a:custGeom>
            <a:avLst/>
            <a:gdLst/>
            <a:ahLst/>
            <a:cxnLst/>
            <a:rect l="l" t="t" r="r" b="b"/>
            <a:pathLst>
              <a:path w="622950" h="113156">
                <a:moveTo>
                  <a:pt x="0" y="113156"/>
                </a:moveTo>
                <a:lnTo>
                  <a:pt x="622950" y="113156"/>
                </a:lnTo>
                <a:lnTo>
                  <a:pt x="622950" y="0"/>
                </a:lnTo>
                <a:lnTo>
                  <a:pt x="0" y="0"/>
                </a:lnTo>
                <a:lnTo>
                  <a:pt x="0" y="113156"/>
                </a:lnTo>
                <a:close/>
              </a:path>
            </a:pathLst>
          </a:custGeom>
          <a:solidFill>
            <a:srgbClr val="464646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28" name="object 1628"/>
          <p:cNvSpPr/>
          <p:nvPr/>
        </p:nvSpPr>
        <p:spPr>
          <a:xfrm>
            <a:off x="6625932" y="4390217"/>
            <a:ext cx="622950" cy="114354"/>
          </a:xfrm>
          <a:custGeom>
            <a:avLst/>
            <a:gdLst/>
            <a:ahLst/>
            <a:cxnLst/>
            <a:rect l="l" t="t" r="r" b="b"/>
            <a:pathLst>
              <a:path w="622950" h="114354">
                <a:moveTo>
                  <a:pt x="0" y="114354"/>
                </a:moveTo>
                <a:lnTo>
                  <a:pt x="622950" y="114354"/>
                </a:lnTo>
                <a:lnTo>
                  <a:pt x="622950" y="0"/>
                </a:lnTo>
                <a:lnTo>
                  <a:pt x="0" y="0"/>
                </a:lnTo>
                <a:lnTo>
                  <a:pt x="0" y="114354"/>
                </a:lnTo>
                <a:close/>
              </a:path>
            </a:pathLst>
          </a:custGeom>
          <a:solidFill>
            <a:srgbClr val="464646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29" name="object 1629"/>
          <p:cNvSpPr/>
          <p:nvPr/>
        </p:nvSpPr>
        <p:spPr>
          <a:xfrm>
            <a:off x="6625932" y="4736904"/>
            <a:ext cx="622950" cy="114354"/>
          </a:xfrm>
          <a:custGeom>
            <a:avLst/>
            <a:gdLst/>
            <a:ahLst/>
            <a:cxnLst/>
            <a:rect l="l" t="t" r="r" b="b"/>
            <a:pathLst>
              <a:path w="622950" h="114354">
                <a:moveTo>
                  <a:pt x="0" y="114354"/>
                </a:moveTo>
                <a:lnTo>
                  <a:pt x="622950" y="114354"/>
                </a:lnTo>
                <a:lnTo>
                  <a:pt x="622950" y="0"/>
                </a:lnTo>
                <a:lnTo>
                  <a:pt x="0" y="0"/>
                </a:lnTo>
                <a:lnTo>
                  <a:pt x="0" y="114354"/>
                </a:lnTo>
                <a:close/>
              </a:path>
            </a:pathLst>
          </a:custGeom>
          <a:solidFill>
            <a:srgbClr val="464646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30" name="object 1630"/>
          <p:cNvSpPr/>
          <p:nvPr/>
        </p:nvSpPr>
        <p:spPr>
          <a:xfrm>
            <a:off x="6625932" y="3354993"/>
            <a:ext cx="622950" cy="114354"/>
          </a:xfrm>
          <a:custGeom>
            <a:avLst/>
            <a:gdLst/>
            <a:ahLst/>
            <a:cxnLst/>
            <a:rect l="l" t="t" r="r" b="b"/>
            <a:pathLst>
              <a:path w="622950" h="114354">
                <a:moveTo>
                  <a:pt x="0" y="114354"/>
                </a:moveTo>
                <a:lnTo>
                  <a:pt x="622950" y="114354"/>
                </a:lnTo>
                <a:lnTo>
                  <a:pt x="622950" y="0"/>
                </a:lnTo>
                <a:lnTo>
                  <a:pt x="0" y="0"/>
                </a:lnTo>
                <a:lnTo>
                  <a:pt x="0" y="114354"/>
                </a:lnTo>
                <a:close/>
              </a:path>
            </a:pathLst>
          </a:custGeom>
          <a:solidFill>
            <a:srgbClr val="464646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31" name="object 1631"/>
          <p:cNvSpPr/>
          <p:nvPr/>
        </p:nvSpPr>
        <p:spPr>
          <a:xfrm>
            <a:off x="6761953" y="3080556"/>
            <a:ext cx="0" cy="1705693"/>
          </a:xfrm>
          <a:custGeom>
            <a:avLst/>
            <a:gdLst/>
            <a:ahLst/>
            <a:cxnLst/>
            <a:rect l="l" t="t" r="r" b="b"/>
            <a:pathLst>
              <a:path w="0" h="1705693">
                <a:moveTo>
                  <a:pt x="0" y="0"/>
                </a:moveTo>
                <a:lnTo>
                  <a:pt x="0" y="1705693"/>
                </a:lnTo>
              </a:path>
            </a:pathLst>
          </a:custGeom>
          <a:ln w="13707">
            <a:solidFill>
              <a:srgbClr val="464646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32" name="object 1632"/>
          <p:cNvSpPr/>
          <p:nvPr/>
        </p:nvSpPr>
        <p:spPr>
          <a:xfrm>
            <a:off x="6875517" y="3087781"/>
            <a:ext cx="0" cy="1705693"/>
          </a:xfrm>
          <a:custGeom>
            <a:avLst/>
            <a:gdLst/>
            <a:ahLst/>
            <a:cxnLst/>
            <a:rect l="l" t="t" r="r" b="b"/>
            <a:pathLst>
              <a:path w="0" h="1705693">
                <a:moveTo>
                  <a:pt x="0" y="0"/>
                </a:moveTo>
                <a:lnTo>
                  <a:pt x="0" y="1705693"/>
                </a:lnTo>
              </a:path>
            </a:pathLst>
          </a:custGeom>
          <a:ln w="13707">
            <a:solidFill>
              <a:srgbClr val="464646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33" name="object 1633"/>
          <p:cNvSpPr/>
          <p:nvPr/>
        </p:nvSpPr>
        <p:spPr>
          <a:xfrm>
            <a:off x="6992306" y="3095007"/>
            <a:ext cx="0" cy="1705693"/>
          </a:xfrm>
          <a:custGeom>
            <a:avLst/>
            <a:gdLst/>
            <a:ahLst/>
            <a:cxnLst/>
            <a:rect l="l" t="t" r="r" b="b"/>
            <a:pathLst>
              <a:path w="0" h="1705693">
                <a:moveTo>
                  <a:pt x="0" y="0"/>
                </a:moveTo>
                <a:lnTo>
                  <a:pt x="0" y="1705693"/>
                </a:lnTo>
              </a:path>
            </a:pathLst>
          </a:custGeom>
          <a:ln w="13707">
            <a:solidFill>
              <a:srgbClr val="464646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34" name="object 1634"/>
          <p:cNvSpPr/>
          <p:nvPr/>
        </p:nvSpPr>
        <p:spPr>
          <a:xfrm>
            <a:off x="7102798" y="3104523"/>
            <a:ext cx="13707" cy="0"/>
          </a:xfrm>
          <a:custGeom>
            <a:avLst/>
            <a:gdLst/>
            <a:ahLst/>
            <a:cxnLst/>
            <a:rect l="l" t="t" r="r" b="b"/>
            <a:pathLst>
              <a:path w="13707" h="0">
                <a:moveTo>
                  <a:pt x="0" y="0"/>
                </a:moveTo>
                <a:lnTo>
                  <a:pt x="13707" y="0"/>
                </a:lnTo>
              </a:path>
            </a:pathLst>
          </a:custGeom>
          <a:ln w="30527">
            <a:solidFill>
              <a:srgbClr val="464646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35" name="object 1635"/>
          <p:cNvSpPr/>
          <p:nvPr/>
        </p:nvSpPr>
        <p:spPr>
          <a:xfrm>
            <a:off x="7109652" y="3324859"/>
            <a:ext cx="0" cy="810260"/>
          </a:xfrm>
          <a:custGeom>
            <a:avLst/>
            <a:gdLst/>
            <a:ahLst/>
            <a:cxnLst/>
            <a:rect l="l" t="t" r="r" b="b"/>
            <a:pathLst>
              <a:path w="0" h="810260">
                <a:moveTo>
                  <a:pt x="0" y="0"/>
                </a:moveTo>
                <a:lnTo>
                  <a:pt x="0" y="810260"/>
                </a:lnTo>
              </a:path>
            </a:pathLst>
          </a:custGeom>
          <a:ln w="13707">
            <a:solidFill>
              <a:srgbClr val="464646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36" name="object 1636"/>
          <p:cNvSpPr/>
          <p:nvPr/>
        </p:nvSpPr>
        <p:spPr>
          <a:xfrm>
            <a:off x="7109652" y="4345939"/>
            <a:ext cx="0" cy="454760"/>
          </a:xfrm>
          <a:custGeom>
            <a:avLst/>
            <a:gdLst/>
            <a:ahLst/>
            <a:cxnLst/>
            <a:rect l="l" t="t" r="r" b="b"/>
            <a:pathLst>
              <a:path w="0" h="454760">
                <a:moveTo>
                  <a:pt x="0" y="0"/>
                </a:moveTo>
                <a:lnTo>
                  <a:pt x="0" y="454760"/>
                </a:lnTo>
              </a:path>
            </a:pathLst>
          </a:custGeom>
          <a:ln w="13707">
            <a:solidFill>
              <a:srgbClr val="464646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37" name="object 1637"/>
          <p:cNvSpPr/>
          <p:nvPr/>
        </p:nvSpPr>
        <p:spPr>
          <a:xfrm>
            <a:off x="6067356" y="3231030"/>
            <a:ext cx="519657" cy="174472"/>
          </a:xfrm>
          <a:custGeom>
            <a:avLst/>
            <a:gdLst/>
            <a:ahLst/>
            <a:cxnLst/>
            <a:rect l="l" t="t" r="r" b="b"/>
            <a:pathLst>
              <a:path w="519657" h="174472">
                <a:moveTo>
                  <a:pt x="0" y="174472"/>
                </a:moveTo>
                <a:lnTo>
                  <a:pt x="519657" y="174472"/>
                </a:lnTo>
                <a:lnTo>
                  <a:pt x="519657" y="0"/>
                </a:lnTo>
                <a:lnTo>
                  <a:pt x="0" y="0"/>
                </a:lnTo>
                <a:lnTo>
                  <a:pt x="0" y="174472"/>
                </a:lnTo>
                <a:close/>
              </a:path>
            </a:pathLst>
          </a:custGeom>
          <a:solidFill>
            <a:srgbClr val="7679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38" name="object 1638"/>
          <p:cNvSpPr/>
          <p:nvPr/>
        </p:nvSpPr>
        <p:spPr>
          <a:xfrm>
            <a:off x="6067356" y="5132935"/>
            <a:ext cx="519657" cy="55371"/>
          </a:xfrm>
          <a:custGeom>
            <a:avLst/>
            <a:gdLst/>
            <a:ahLst/>
            <a:cxnLst/>
            <a:rect l="l" t="t" r="r" b="b"/>
            <a:pathLst>
              <a:path w="519657" h="55371">
                <a:moveTo>
                  <a:pt x="0" y="55371"/>
                </a:moveTo>
                <a:lnTo>
                  <a:pt x="519657" y="55371"/>
                </a:lnTo>
                <a:lnTo>
                  <a:pt x="519657" y="0"/>
                </a:lnTo>
                <a:lnTo>
                  <a:pt x="0" y="0"/>
                </a:lnTo>
                <a:lnTo>
                  <a:pt x="0" y="55371"/>
                </a:lnTo>
                <a:close/>
              </a:path>
            </a:pathLst>
          </a:custGeom>
          <a:solidFill>
            <a:srgbClr val="7679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39" name="object 1639"/>
          <p:cNvSpPr/>
          <p:nvPr/>
        </p:nvSpPr>
        <p:spPr>
          <a:xfrm>
            <a:off x="5989491" y="3230961"/>
            <a:ext cx="77865" cy="1957345"/>
          </a:xfrm>
          <a:custGeom>
            <a:avLst/>
            <a:gdLst/>
            <a:ahLst/>
            <a:cxnLst/>
            <a:rect l="l" t="t" r="r" b="b"/>
            <a:pathLst>
              <a:path w="77865" h="1957345">
                <a:moveTo>
                  <a:pt x="77865" y="1957345"/>
                </a:moveTo>
                <a:lnTo>
                  <a:pt x="77865" y="0"/>
                </a:lnTo>
                <a:lnTo>
                  <a:pt x="0" y="116839"/>
                </a:lnTo>
                <a:lnTo>
                  <a:pt x="0" y="1901973"/>
                </a:lnTo>
                <a:lnTo>
                  <a:pt x="74619" y="1957345"/>
                </a:lnTo>
                <a:lnTo>
                  <a:pt x="77865" y="1957345"/>
                </a:lnTo>
                <a:close/>
              </a:path>
            </a:pathLst>
          </a:custGeom>
          <a:solidFill>
            <a:srgbClr val="371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40" name="object 1640"/>
          <p:cNvSpPr/>
          <p:nvPr/>
        </p:nvSpPr>
        <p:spPr>
          <a:xfrm>
            <a:off x="6067356" y="3405502"/>
            <a:ext cx="519657" cy="57800"/>
          </a:xfrm>
          <a:custGeom>
            <a:avLst/>
            <a:gdLst/>
            <a:ahLst/>
            <a:cxnLst/>
            <a:rect l="l" t="t" r="r" b="b"/>
            <a:pathLst>
              <a:path w="519657" h="57800">
                <a:moveTo>
                  <a:pt x="0" y="57800"/>
                </a:moveTo>
                <a:lnTo>
                  <a:pt x="519657" y="57800"/>
                </a:lnTo>
                <a:lnTo>
                  <a:pt x="519657" y="0"/>
                </a:lnTo>
                <a:lnTo>
                  <a:pt x="0" y="0"/>
                </a:lnTo>
                <a:lnTo>
                  <a:pt x="0" y="57800"/>
                </a:lnTo>
                <a:close/>
              </a:path>
            </a:pathLst>
          </a:custGeom>
          <a:solidFill>
            <a:srgbClr val="464646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41" name="object 1641"/>
          <p:cNvSpPr/>
          <p:nvPr/>
        </p:nvSpPr>
        <p:spPr>
          <a:xfrm>
            <a:off x="6067356" y="3751001"/>
            <a:ext cx="519657" cy="56628"/>
          </a:xfrm>
          <a:custGeom>
            <a:avLst/>
            <a:gdLst/>
            <a:ahLst/>
            <a:cxnLst/>
            <a:rect l="l" t="t" r="r" b="b"/>
            <a:pathLst>
              <a:path w="519657" h="56628">
                <a:moveTo>
                  <a:pt x="0" y="56627"/>
                </a:moveTo>
                <a:lnTo>
                  <a:pt x="519657" y="56628"/>
                </a:lnTo>
                <a:lnTo>
                  <a:pt x="519657" y="0"/>
                </a:lnTo>
                <a:lnTo>
                  <a:pt x="0" y="0"/>
                </a:lnTo>
                <a:lnTo>
                  <a:pt x="0" y="56627"/>
                </a:lnTo>
                <a:close/>
              </a:path>
            </a:pathLst>
          </a:custGeom>
          <a:solidFill>
            <a:srgbClr val="464646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42" name="object 1642"/>
          <p:cNvSpPr/>
          <p:nvPr/>
        </p:nvSpPr>
        <p:spPr>
          <a:xfrm>
            <a:off x="6067356" y="4095327"/>
            <a:ext cx="519658" cy="57751"/>
          </a:xfrm>
          <a:custGeom>
            <a:avLst/>
            <a:gdLst/>
            <a:ahLst/>
            <a:cxnLst/>
            <a:rect l="l" t="t" r="r" b="b"/>
            <a:pathLst>
              <a:path w="519658" h="57751">
                <a:moveTo>
                  <a:pt x="0" y="57750"/>
                </a:moveTo>
                <a:lnTo>
                  <a:pt x="519658" y="57751"/>
                </a:lnTo>
                <a:lnTo>
                  <a:pt x="519658" y="0"/>
                </a:lnTo>
                <a:lnTo>
                  <a:pt x="0" y="0"/>
                </a:lnTo>
                <a:lnTo>
                  <a:pt x="0" y="57750"/>
                </a:lnTo>
                <a:close/>
              </a:path>
            </a:pathLst>
          </a:custGeom>
          <a:solidFill>
            <a:srgbClr val="464646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43" name="object 1643"/>
          <p:cNvSpPr/>
          <p:nvPr/>
        </p:nvSpPr>
        <p:spPr>
          <a:xfrm>
            <a:off x="6067356" y="4440776"/>
            <a:ext cx="519658" cy="57775"/>
          </a:xfrm>
          <a:custGeom>
            <a:avLst/>
            <a:gdLst/>
            <a:ahLst/>
            <a:cxnLst/>
            <a:rect l="l" t="t" r="r" b="b"/>
            <a:pathLst>
              <a:path w="519658" h="57775">
                <a:moveTo>
                  <a:pt x="0" y="57775"/>
                </a:moveTo>
                <a:lnTo>
                  <a:pt x="519658" y="57775"/>
                </a:lnTo>
                <a:lnTo>
                  <a:pt x="519658" y="0"/>
                </a:lnTo>
                <a:lnTo>
                  <a:pt x="0" y="0"/>
                </a:lnTo>
                <a:lnTo>
                  <a:pt x="0" y="57775"/>
                </a:lnTo>
                <a:close/>
              </a:path>
            </a:pathLst>
          </a:custGeom>
          <a:solidFill>
            <a:srgbClr val="464646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44" name="object 1644"/>
          <p:cNvSpPr/>
          <p:nvPr/>
        </p:nvSpPr>
        <p:spPr>
          <a:xfrm>
            <a:off x="6067355" y="4787455"/>
            <a:ext cx="519658" cy="57782"/>
          </a:xfrm>
          <a:custGeom>
            <a:avLst/>
            <a:gdLst/>
            <a:ahLst/>
            <a:cxnLst/>
            <a:rect l="l" t="t" r="r" b="b"/>
            <a:pathLst>
              <a:path w="519658" h="57782">
                <a:moveTo>
                  <a:pt x="0" y="57782"/>
                </a:moveTo>
                <a:lnTo>
                  <a:pt x="519658" y="57782"/>
                </a:lnTo>
                <a:lnTo>
                  <a:pt x="519658" y="0"/>
                </a:lnTo>
                <a:lnTo>
                  <a:pt x="0" y="0"/>
                </a:lnTo>
                <a:lnTo>
                  <a:pt x="0" y="57782"/>
                </a:lnTo>
                <a:close/>
              </a:path>
            </a:pathLst>
          </a:custGeom>
          <a:solidFill>
            <a:srgbClr val="464646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45" name="object 1645"/>
          <p:cNvSpPr/>
          <p:nvPr/>
        </p:nvSpPr>
        <p:spPr>
          <a:xfrm>
            <a:off x="6067356" y="3463303"/>
            <a:ext cx="519656" cy="287697"/>
          </a:xfrm>
          <a:custGeom>
            <a:avLst/>
            <a:gdLst/>
            <a:ahLst/>
            <a:cxnLst/>
            <a:rect l="l" t="t" r="r" b="b"/>
            <a:pathLst>
              <a:path w="519656" h="287697">
                <a:moveTo>
                  <a:pt x="0" y="287697"/>
                </a:moveTo>
                <a:lnTo>
                  <a:pt x="519656" y="287697"/>
                </a:lnTo>
                <a:lnTo>
                  <a:pt x="519656" y="0"/>
                </a:lnTo>
                <a:lnTo>
                  <a:pt x="0" y="0"/>
                </a:lnTo>
                <a:lnTo>
                  <a:pt x="0" y="287697"/>
                </a:lnTo>
                <a:close/>
              </a:path>
            </a:pathLst>
          </a:custGeom>
          <a:solidFill>
            <a:srgbClr val="5F5F7E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46" name="object 1646"/>
          <p:cNvSpPr/>
          <p:nvPr/>
        </p:nvSpPr>
        <p:spPr>
          <a:xfrm>
            <a:off x="6067356" y="3807629"/>
            <a:ext cx="519656" cy="287697"/>
          </a:xfrm>
          <a:custGeom>
            <a:avLst/>
            <a:gdLst/>
            <a:ahLst/>
            <a:cxnLst/>
            <a:rect l="l" t="t" r="r" b="b"/>
            <a:pathLst>
              <a:path w="519656" h="287697">
                <a:moveTo>
                  <a:pt x="0" y="287697"/>
                </a:moveTo>
                <a:lnTo>
                  <a:pt x="519656" y="287697"/>
                </a:lnTo>
                <a:lnTo>
                  <a:pt x="519656" y="0"/>
                </a:lnTo>
                <a:lnTo>
                  <a:pt x="0" y="0"/>
                </a:lnTo>
                <a:lnTo>
                  <a:pt x="0" y="287697"/>
                </a:lnTo>
                <a:close/>
              </a:path>
            </a:pathLst>
          </a:custGeom>
          <a:solidFill>
            <a:srgbClr val="5F5F7E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47" name="object 1647"/>
          <p:cNvSpPr/>
          <p:nvPr/>
        </p:nvSpPr>
        <p:spPr>
          <a:xfrm>
            <a:off x="6067356" y="4153078"/>
            <a:ext cx="519656" cy="287697"/>
          </a:xfrm>
          <a:custGeom>
            <a:avLst/>
            <a:gdLst/>
            <a:ahLst/>
            <a:cxnLst/>
            <a:rect l="l" t="t" r="r" b="b"/>
            <a:pathLst>
              <a:path w="519656" h="287697">
                <a:moveTo>
                  <a:pt x="0" y="287697"/>
                </a:moveTo>
                <a:lnTo>
                  <a:pt x="519656" y="287697"/>
                </a:lnTo>
                <a:lnTo>
                  <a:pt x="519656" y="0"/>
                </a:lnTo>
                <a:lnTo>
                  <a:pt x="0" y="0"/>
                </a:lnTo>
                <a:lnTo>
                  <a:pt x="0" y="287697"/>
                </a:lnTo>
                <a:close/>
              </a:path>
            </a:pathLst>
          </a:custGeom>
          <a:solidFill>
            <a:srgbClr val="5F5F7E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48" name="object 1648"/>
          <p:cNvSpPr/>
          <p:nvPr/>
        </p:nvSpPr>
        <p:spPr>
          <a:xfrm>
            <a:off x="6067357" y="4498552"/>
            <a:ext cx="519656" cy="288903"/>
          </a:xfrm>
          <a:custGeom>
            <a:avLst/>
            <a:gdLst/>
            <a:ahLst/>
            <a:cxnLst/>
            <a:rect l="l" t="t" r="r" b="b"/>
            <a:pathLst>
              <a:path w="519656" h="288903">
                <a:moveTo>
                  <a:pt x="0" y="288903"/>
                </a:moveTo>
                <a:lnTo>
                  <a:pt x="519656" y="288903"/>
                </a:lnTo>
                <a:lnTo>
                  <a:pt x="519656" y="0"/>
                </a:lnTo>
                <a:lnTo>
                  <a:pt x="0" y="0"/>
                </a:lnTo>
                <a:lnTo>
                  <a:pt x="0" y="288903"/>
                </a:lnTo>
                <a:close/>
              </a:path>
            </a:pathLst>
          </a:custGeom>
          <a:solidFill>
            <a:srgbClr val="5F5F7E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49" name="object 1649"/>
          <p:cNvSpPr/>
          <p:nvPr/>
        </p:nvSpPr>
        <p:spPr>
          <a:xfrm>
            <a:off x="6067357" y="4845237"/>
            <a:ext cx="519656" cy="287697"/>
          </a:xfrm>
          <a:custGeom>
            <a:avLst/>
            <a:gdLst/>
            <a:ahLst/>
            <a:cxnLst/>
            <a:rect l="l" t="t" r="r" b="b"/>
            <a:pathLst>
              <a:path w="519656" h="287697">
                <a:moveTo>
                  <a:pt x="0" y="287697"/>
                </a:moveTo>
                <a:lnTo>
                  <a:pt x="519656" y="287697"/>
                </a:lnTo>
                <a:lnTo>
                  <a:pt x="519656" y="0"/>
                </a:lnTo>
                <a:lnTo>
                  <a:pt x="0" y="0"/>
                </a:lnTo>
                <a:lnTo>
                  <a:pt x="0" y="287697"/>
                </a:lnTo>
                <a:close/>
              </a:path>
            </a:pathLst>
          </a:custGeom>
          <a:solidFill>
            <a:srgbClr val="5F5F7E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50" name="object 1650"/>
          <p:cNvSpPr/>
          <p:nvPr/>
        </p:nvSpPr>
        <p:spPr>
          <a:xfrm>
            <a:off x="6002469" y="4852456"/>
            <a:ext cx="51910" cy="328629"/>
          </a:xfrm>
          <a:custGeom>
            <a:avLst/>
            <a:gdLst/>
            <a:ahLst/>
            <a:cxnLst/>
            <a:rect l="l" t="t" r="r" b="b"/>
            <a:pathLst>
              <a:path w="51910" h="328629">
                <a:moveTo>
                  <a:pt x="0" y="287702"/>
                </a:moveTo>
                <a:lnTo>
                  <a:pt x="51910" y="328629"/>
                </a:lnTo>
                <a:lnTo>
                  <a:pt x="51910" y="0"/>
                </a:lnTo>
                <a:lnTo>
                  <a:pt x="0" y="0"/>
                </a:lnTo>
                <a:lnTo>
                  <a:pt x="0" y="287702"/>
                </a:lnTo>
                <a:close/>
              </a:path>
            </a:pathLst>
          </a:custGeom>
          <a:solidFill>
            <a:srgbClr val="464646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51" name="object 1651"/>
          <p:cNvSpPr/>
          <p:nvPr/>
        </p:nvSpPr>
        <p:spPr>
          <a:xfrm>
            <a:off x="6504940" y="3454400"/>
            <a:ext cx="0" cy="210819"/>
          </a:xfrm>
          <a:custGeom>
            <a:avLst/>
            <a:gdLst/>
            <a:ahLst/>
            <a:cxnLst/>
            <a:rect l="l" t="t" r="r" b="b"/>
            <a:pathLst>
              <a:path w="0" h="210820">
                <a:moveTo>
                  <a:pt x="0" y="210819"/>
                </a:moveTo>
                <a:lnTo>
                  <a:pt x="0" y="0"/>
                </a:lnTo>
              </a:path>
            </a:pathLst>
          </a:custGeom>
          <a:ln w="1270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52" name="object 1652"/>
          <p:cNvSpPr/>
          <p:nvPr/>
        </p:nvSpPr>
        <p:spPr>
          <a:xfrm>
            <a:off x="6504940" y="4135120"/>
            <a:ext cx="0" cy="210819"/>
          </a:xfrm>
          <a:custGeom>
            <a:avLst/>
            <a:gdLst/>
            <a:ahLst/>
            <a:cxnLst/>
            <a:rect l="l" t="t" r="r" b="b"/>
            <a:pathLst>
              <a:path w="0" h="210820">
                <a:moveTo>
                  <a:pt x="0" y="210819"/>
                </a:moveTo>
                <a:lnTo>
                  <a:pt x="0" y="0"/>
                </a:lnTo>
              </a:path>
            </a:pathLst>
          </a:custGeom>
          <a:ln w="1270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53" name="object 1653"/>
          <p:cNvSpPr/>
          <p:nvPr/>
        </p:nvSpPr>
        <p:spPr>
          <a:xfrm>
            <a:off x="6504940" y="4815840"/>
            <a:ext cx="0" cy="210820"/>
          </a:xfrm>
          <a:custGeom>
            <a:avLst/>
            <a:gdLst/>
            <a:ahLst/>
            <a:cxnLst/>
            <a:rect l="l" t="t" r="r" b="b"/>
            <a:pathLst>
              <a:path w="0" h="210820">
                <a:moveTo>
                  <a:pt x="0" y="210820"/>
                </a:moveTo>
                <a:lnTo>
                  <a:pt x="0" y="0"/>
                </a:lnTo>
              </a:path>
            </a:pathLst>
          </a:custGeom>
          <a:ln w="1270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54" name="object 1654"/>
          <p:cNvSpPr/>
          <p:nvPr/>
        </p:nvSpPr>
        <p:spPr>
          <a:xfrm>
            <a:off x="7139940" y="3114040"/>
            <a:ext cx="0" cy="210820"/>
          </a:xfrm>
          <a:custGeom>
            <a:avLst/>
            <a:gdLst/>
            <a:ahLst/>
            <a:cxnLst/>
            <a:rect l="l" t="t" r="r" b="b"/>
            <a:pathLst>
              <a:path w="0" h="210820">
                <a:moveTo>
                  <a:pt x="0" y="210820"/>
                </a:moveTo>
                <a:lnTo>
                  <a:pt x="0" y="0"/>
                </a:lnTo>
              </a:path>
            </a:pathLst>
          </a:custGeom>
          <a:ln w="1270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55" name="object 1655"/>
          <p:cNvSpPr/>
          <p:nvPr/>
        </p:nvSpPr>
        <p:spPr>
          <a:xfrm>
            <a:off x="7139940" y="4135120"/>
            <a:ext cx="0" cy="210819"/>
          </a:xfrm>
          <a:custGeom>
            <a:avLst/>
            <a:gdLst/>
            <a:ahLst/>
            <a:cxnLst/>
            <a:rect l="l" t="t" r="r" b="b"/>
            <a:pathLst>
              <a:path w="0" h="210820">
                <a:moveTo>
                  <a:pt x="0" y="210819"/>
                </a:moveTo>
                <a:lnTo>
                  <a:pt x="0" y="0"/>
                </a:lnTo>
              </a:path>
            </a:pathLst>
          </a:custGeom>
          <a:ln w="1270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56" name="object 1656"/>
          <p:cNvSpPr/>
          <p:nvPr/>
        </p:nvSpPr>
        <p:spPr>
          <a:xfrm>
            <a:off x="6183673" y="3614662"/>
            <a:ext cx="64723" cy="114062"/>
          </a:xfrm>
          <a:custGeom>
            <a:avLst/>
            <a:gdLst/>
            <a:ahLst/>
            <a:cxnLst/>
            <a:rect l="l" t="t" r="r" b="b"/>
            <a:pathLst>
              <a:path w="64723" h="114062">
                <a:moveTo>
                  <a:pt x="42972" y="2025"/>
                </a:moveTo>
                <a:lnTo>
                  <a:pt x="64723" y="104019"/>
                </a:lnTo>
                <a:lnTo>
                  <a:pt x="0" y="114062"/>
                </a:lnTo>
                <a:lnTo>
                  <a:pt x="16632" y="0"/>
                </a:lnTo>
              </a:path>
            </a:pathLst>
          </a:custGeom>
          <a:ln w="376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57" name="object 1657"/>
          <p:cNvSpPr/>
          <p:nvPr/>
        </p:nvSpPr>
        <p:spPr>
          <a:xfrm>
            <a:off x="6141906" y="3590615"/>
            <a:ext cx="181444" cy="40253"/>
          </a:xfrm>
          <a:custGeom>
            <a:avLst/>
            <a:gdLst/>
            <a:ahLst/>
            <a:cxnLst/>
            <a:rect l="l" t="t" r="r" b="b"/>
            <a:pathLst>
              <a:path w="181444" h="40253">
                <a:moveTo>
                  <a:pt x="130189" y="9639"/>
                </a:moveTo>
                <a:lnTo>
                  <a:pt x="85866" y="0"/>
                </a:lnTo>
                <a:lnTo>
                  <a:pt x="0" y="10130"/>
                </a:lnTo>
                <a:lnTo>
                  <a:pt x="11847" y="15458"/>
                </a:lnTo>
                <a:lnTo>
                  <a:pt x="66977" y="40253"/>
                </a:lnTo>
                <a:lnTo>
                  <a:pt x="181444" y="20787"/>
                </a:lnTo>
                <a:lnTo>
                  <a:pt x="130189" y="96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58" name="object 1658"/>
          <p:cNvSpPr/>
          <p:nvPr/>
        </p:nvSpPr>
        <p:spPr>
          <a:xfrm>
            <a:off x="6141906" y="3590615"/>
            <a:ext cx="181444" cy="40253"/>
          </a:xfrm>
          <a:custGeom>
            <a:avLst/>
            <a:gdLst/>
            <a:ahLst/>
            <a:cxnLst/>
            <a:rect l="l" t="t" r="r" b="b"/>
            <a:pathLst>
              <a:path w="181444" h="40253">
                <a:moveTo>
                  <a:pt x="130189" y="9639"/>
                </a:moveTo>
                <a:lnTo>
                  <a:pt x="181444" y="20787"/>
                </a:lnTo>
                <a:lnTo>
                  <a:pt x="66977" y="40253"/>
                </a:lnTo>
                <a:lnTo>
                  <a:pt x="11847" y="15458"/>
                </a:lnTo>
                <a:lnTo>
                  <a:pt x="0" y="10130"/>
                </a:lnTo>
                <a:lnTo>
                  <a:pt x="85866" y="0"/>
                </a:lnTo>
                <a:lnTo>
                  <a:pt x="130189" y="9639"/>
                </a:lnTo>
                <a:close/>
              </a:path>
            </a:pathLst>
          </a:custGeom>
          <a:ln w="14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59" name="object 1659"/>
          <p:cNvSpPr/>
          <p:nvPr/>
        </p:nvSpPr>
        <p:spPr>
          <a:xfrm>
            <a:off x="6208884" y="3611490"/>
            <a:ext cx="114015" cy="26073"/>
          </a:xfrm>
          <a:custGeom>
            <a:avLst/>
            <a:gdLst/>
            <a:ahLst/>
            <a:cxnLst/>
            <a:rect l="l" t="t" r="r" b="b"/>
            <a:pathLst>
              <a:path w="114015" h="26073">
                <a:moveTo>
                  <a:pt x="114015" y="6782"/>
                </a:moveTo>
                <a:lnTo>
                  <a:pt x="114015" y="0"/>
                </a:lnTo>
                <a:lnTo>
                  <a:pt x="0" y="19378"/>
                </a:lnTo>
                <a:lnTo>
                  <a:pt x="0" y="26073"/>
                </a:lnTo>
                <a:lnTo>
                  <a:pt x="39567" y="19378"/>
                </a:lnTo>
                <a:lnTo>
                  <a:pt x="114015" y="6782"/>
                </a:lnTo>
                <a:close/>
              </a:path>
            </a:pathLst>
          </a:custGeom>
          <a:solidFill>
            <a:srgbClr val="DFDFD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60" name="object 1660"/>
          <p:cNvSpPr/>
          <p:nvPr/>
        </p:nvSpPr>
        <p:spPr>
          <a:xfrm>
            <a:off x="6208884" y="3611490"/>
            <a:ext cx="114015" cy="26073"/>
          </a:xfrm>
          <a:custGeom>
            <a:avLst/>
            <a:gdLst/>
            <a:ahLst/>
            <a:cxnLst/>
            <a:rect l="l" t="t" r="r" b="b"/>
            <a:pathLst>
              <a:path w="114015" h="26073">
                <a:moveTo>
                  <a:pt x="114015" y="6782"/>
                </a:moveTo>
                <a:lnTo>
                  <a:pt x="39567" y="19378"/>
                </a:lnTo>
                <a:lnTo>
                  <a:pt x="0" y="26073"/>
                </a:lnTo>
                <a:lnTo>
                  <a:pt x="0" y="19378"/>
                </a:lnTo>
                <a:lnTo>
                  <a:pt x="114015" y="0"/>
                </a:lnTo>
                <a:lnTo>
                  <a:pt x="114015" y="6782"/>
                </a:lnTo>
                <a:close/>
              </a:path>
            </a:pathLst>
          </a:custGeom>
          <a:ln w="14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61" name="object 1661"/>
          <p:cNvSpPr/>
          <p:nvPr/>
        </p:nvSpPr>
        <p:spPr>
          <a:xfrm>
            <a:off x="6141906" y="3600745"/>
            <a:ext cx="66977" cy="36818"/>
          </a:xfrm>
          <a:custGeom>
            <a:avLst/>
            <a:gdLst/>
            <a:ahLst/>
            <a:cxnLst/>
            <a:rect l="l" t="t" r="r" b="b"/>
            <a:pathLst>
              <a:path w="66977" h="36818">
                <a:moveTo>
                  <a:pt x="13705" y="6164"/>
                </a:moveTo>
                <a:lnTo>
                  <a:pt x="0" y="0"/>
                </a:lnTo>
                <a:lnTo>
                  <a:pt x="0" y="4666"/>
                </a:lnTo>
                <a:lnTo>
                  <a:pt x="66977" y="36818"/>
                </a:lnTo>
                <a:lnTo>
                  <a:pt x="66977" y="30123"/>
                </a:lnTo>
                <a:lnTo>
                  <a:pt x="13705" y="6164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62" name="object 1662"/>
          <p:cNvSpPr/>
          <p:nvPr/>
        </p:nvSpPr>
        <p:spPr>
          <a:xfrm>
            <a:off x="6141906" y="3600745"/>
            <a:ext cx="66977" cy="36818"/>
          </a:xfrm>
          <a:custGeom>
            <a:avLst/>
            <a:gdLst/>
            <a:ahLst/>
            <a:cxnLst/>
            <a:rect l="l" t="t" r="r" b="b"/>
            <a:pathLst>
              <a:path w="66977" h="36818">
                <a:moveTo>
                  <a:pt x="13705" y="6164"/>
                </a:moveTo>
                <a:lnTo>
                  <a:pt x="66977" y="30123"/>
                </a:lnTo>
                <a:lnTo>
                  <a:pt x="66977" y="36818"/>
                </a:lnTo>
                <a:lnTo>
                  <a:pt x="0" y="4666"/>
                </a:lnTo>
                <a:lnTo>
                  <a:pt x="0" y="0"/>
                </a:lnTo>
                <a:lnTo>
                  <a:pt x="13705" y="6164"/>
                </a:lnTo>
                <a:close/>
              </a:path>
            </a:pathLst>
          </a:custGeom>
          <a:ln w="136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63" name="object 1663"/>
          <p:cNvSpPr/>
          <p:nvPr/>
        </p:nvSpPr>
        <p:spPr>
          <a:xfrm>
            <a:off x="6246664" y="3623382"/>
            <a:ext cx="78794" cy="146211"/>
          </a:xfrm>
          <a:custGeom>
            <a:avLst/>
            <a:gdLst/>
            <a:ahLst/>
            <a:cxnLst/>
            <a:rect l="l" t="t" r="r" b="b"/>
            <a:pathLst>
              <a:path w="78794" h="146211">
                <a:moveTo>
                  <a:pt x="43497" y="0"/>
                </a:moveTo>
                <a:lnTo>
                  <a:pt x="78794" y="134938"/>
                </a:lnTo>
                <a:lnTo>
                  <a:pt x="0" y="146211"/>
                </a:lnTo>
                <a:lnTo>
                  <a:pt x="12566" y="2729"/>
                </a:lnTo>
              </a:path>
            </a:pathLst>
          </a:custGeom>
          <a:ln w="375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64" name="object 1664"/>
          <p:cNvSpPr/>
          <p:nvPr/>
        </p:nvSpPr>
        <p:spPr>
          <a:xfrm>
            <a:off x="6196617" y="3575642"/>
            <a:ext cx="55991" cy="40869"/>
          </a:xfrm>
          <a:custGeom>
            <a:avLst/>
            <a:gdLst/>
            <a:ahLst/>
            <a:cxnLst/>
            <a:rect l="l" t="t" r="r" b="b"/>
            <a:pathLst>
              <a:path w="55991" h="40869">
                <a:moveTo>
                  <a:pt x="55991" y="12508"/>
                </a:moveTo>
                <a:lnTo>
                  <a:pt x="0" y="0"/>
                </a:lnTo>
                <a:lnTo>
                  <a:pt x="0" y="19906"/>
                </a:lnTo>
                <a:lnTo>
                  <a:pt x="24885" y="29223"/>
                </a:lnTo>
                <a:lnTo>
                  <a:pt x="55991" y="40869"/>
                </a:lnTo>
                <a:lnTo>
                  <a:pt x="55991" y="12508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65" name="object 1665"/>
          <p:cNvSpPr/>
          <p:nvPr/>
        </p:nvSpPr>
        <p:spPr>
          <a:xfrm>
            <a:off x="6196617" y="3575642"/>
            <a:ext cx="55991" cy="40869"/>
          </a:xfrm>
          <a:custGeom>
            <a:avLst/>
            <a:gdLst/>
            <a:ahLst/>
            <a:cxnLst/>
            <a:rect l="l" t="t" r="r" b="b"/>
            <a:pathLst>
              <a:path w="55991" h="40869">
                <a:moveTo>
                  <a:pt x="55991" y="12508"/>
                </a:moveTo>
                <a:lnTo>
                  <a:pt x="55991" y="40869"/>
                </a:lnTo>
                <a:lnTo>
                  <a:pt x="24885" y="29223"/>
                </a:lnTo>
                <a:lnTo>
                  <a:pt x="0" y="19906"/>
                </a:lnTo>
                <a:lnTo>
                  <a:pt x="0" y="3127"/>
                </a:lnTo>
                <a:lnTo>
                  <a:pt x="0" y="0"/>
                </a:lnTo>
                <a:lnTo>
                  <a:pt x="55991" y="12508"/>
                </a:lnTo>
                <a:close/>
              </a:path>
            </a:pathLst>
          </a:custGeom>
          <a:ln w="133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66" name="object 1666"/>
          <p:cNvSpPr/>
          <p:nvPr/>
        </p:nvSpPr>
        <p:spPr>
          <a:xfrm>
            <a:off x="6252608" y="3585331"/>
            <a:ext cx="41617" cy="31180"/>
          </a:xfrm>
          <a:custGeom>
            <a:avLst/>
            <a:gdLst/>
            <a:ahLst/>
            <a:cxnLst/>
            <a:rect l="l" t="t" r="r" b="b"/>
            <a:pathLst>
              <a:path w="41617" h="31180">
                <a:moveTo>
                  <a:pt x="41617" y="24134"/>
                </a:moveTo>
                <a:lnTo>
                  <a:pt x="41617" y="0"/>
                </a:lnTo>
                <a:lnTo>
                  <a:pt x="31183" y="706"/>
                </a:lnTo>
                <a:lnTo>
                  <a:pt x="0" y="2818"/>
                </a:lnTo>
                <a:lnTo>
                  <a:pt x="0" y="31180"/>
                </a:lnTo>
                <a:lnTo>
                  <a:pt x="41617" y="24134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67" name="object 1667"/>
          <p:cNvSpPr/>
          <p:nvPr/>
        </p:nvSpPr>
        <p:spPr>
          <a:xfrm>
            <a:off x="6252608" y="3585331"/>
            <a:ext cx="41617" cy="31180"/>
          </a:xfrm>
          <a:custGeom>
            <a:avLst/>
            <a:gdLst/>
            <a:ahLst/>
            <a:cxnLst/>
            <a:rect l="l" t="t" r="r" b="b"/>
            <a:pathLst>
              <a:path w="41617" h="31180">
                <a:moveTo>
                  <a:pt x="41617" y="24134"/>
                </a:moveTo>
                <a:lnTo>
                  <a:pt x="0" y="31180"/>
                </a:lnTo>
                <a:lnTo>
                  <a:pt x="0" y="2818"/>
                </a:lnTo>
                <a:lnTo>
                  <a:pt x="31183" y="706"/>
                </a:lnTo>
                <a:lnTo>
                  <a:pt x="41617" y="0"/>
                </a:lnTo>
                <a:lnTo>
                  <a:pt x="41617" y="24134"/>
                </a:lnTo>
                <a:close/>
              </a:path>
            </a:pathLst>
          </a:custGeom>
          <a:ln w="133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68" name="object 1668"/>
          <p:cNvSpPr/>
          <p:nvPr/>
        </p:nvSpPr>
        <p:spPr>
          <a:xfrm>
            <a:off x="6196617" y="3575642"/>
            <a:ext cx="97609" cy="12508"/>
          </a:xfrm>
          <a:custGeom>
            <a:avLst/>
            <a:gdLst/>
            <a:ahLst/>
            <a:cxnLst/>
            <a:rect l="l" t="t" r="r" b="b"/>
            <a:pathLst>
              <a:path w="97609" h="12508">
                <a:moveTo>
                  <a:pt x="97609" y="9689"/>
                </a:moveTo>
                <a:lnTo>
                  <a:pt x="40865" y="0"/>
                </a:lnTo>
                <a:lnTo>
                  <a:pt x="0" y="0"/>
                </a:lnTo>
                <a:lnTo>
                  <a:pt x="55539" y="12508"/>
                </a:lnTo>
                <a:lnTo>
                  <a:pt x="87466" y="10369"/>
                </a:lnTo>
                <a:lnTo>
                  <a:pt x="97609" y="9689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69" name="object 1669"/>
          <p:cNvSpPr/>
          <p:nvPr/>
        </p:nvSpPr>
        <p:spPr>
          <a:xfrm>
            <a:off x="6196617" y="3575642"/>
            <a:ext cx="97609" cy="12508"/>
          </a:xfrm>
          <a:custGeom>
            <a:avLst/>
            <a:gdLst/>
            <a:ahLst/>
            <a:cxnLst/>
            <a:rect l="l" t="t" r="r" b="b"/>
            <a:pathLst>
              <a:path w="97609" h="12508">
                <a:moveTo>
                  <a:pt x="97609" y="9689"/>
                </a:moveTo>
                <a:lnTo>
                  <a:pt x="87466" y="10369"/>
                </a:lnTo>
                <a:lnTo>
                  <a:pt x="55539" y="12508"/>
                </a:lnTo>
                <a:lnTo>
                  <a:pt x="0" y="0"/>
                </a:lnTo>
                <a:lnTo>
                  <a:pt x="40865" y="0"/>
                </a:lnTo>
                <a:lnTo>
                  <a:pt x="97609" y="9689"/>
                </a:lnTo>
                <a:close/>
              </a:path>
            </a:pathLst>
          </a:custGeom>
          <a:ln w="140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70" name="object 1670"/>
          <p:cNvSpPr/>
          <p:nvPr/>
        </p:nvSpPr>
        <p:spPr>
          <a:xfrm>
            <a:off x="6227021" y="3572296"/>
            <a:ext cx="35446" cy="11624"/>
          </a:xfrm>
          <a:custGeom>
            <a:avLst/>
            <a:gdLst/>
            <a:ahLst/>
            <a:cxnLst/>
            <a:rect l="l" t="t" r="r" b="b"/>
            <a:pathLst>
              <a:path w="35446" h="11624">
                <a:moveTo>
                  <a:pt x="35446" y="6605"/>
                </a:moveTo>
                <a:lnTo>
                  <a:pt x="0" y="0"/>
                </a:lnTo>
                <a:lnTo>
                  <a:pt x="0" y="7486"/>
                </a:lnTo>
                <a:lnTo>
                  <a:pt x="18889" y="11624"/>
                </a:lnTo>
                <a:lnTo>
                  <a:pt x="25159" y="11157"/>
                </a:lnTo>
                <a:lnTo>
                  <a:pt x="35446" y="10391"/>
                </a:lnTo>
                <a:lnTo>
                  <a:pt x="35446" y="6605"/>
                </a:lnTo>
                <a:close/>
              </a:path>
            </a:pathLst>
          </a:custGeom>
          <a:solidFill>
            <a:srgbClr val="5F5F5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71" name="object 1671"/>
          <p:cNvSpPr/>
          <p:nvPr/>
        </p:nvSpPr>
        <p:spPr>
          <a:xfrm>
            <a:off x="6227021" y="3572296"/>
            <a:ext cx="35446" cy="11624"/>
          </a:xfrm>
          <a:custGeom>
            <a:avLst/>
            <a:gdLst/>
            <a:ahLst/>
            <a:cxnLst/>
            <a:rect l="l" t="t" r="r" b="b"/>
            <a:pathLst>
              <a:path w="35446" h="11624">
                <a:moveTo>
                  <a:pt x="35446" y="6605"/>
                </a:moveTo>
                <a:lnTo>
                  <a:pt x="35446" y="7486"/>
                </a:lnTo>
                <a:lnTo>
                  <a:pt x="35446" y="10391"/>
                </a:lnTo>
                <a:lnTo>
                  <a:pt x="25159" y="11157"/>
                </a:lnTo>
                <a:lnTo>
                  <a:pt x="18889" y="11624"/>
                </a:lnTo>
                <a:lnTo>
                  <a:pt x="0" y="7486"/>
                </a:lnTo>
                <a:lnTo>
                  <a:pt x="0" y="0"/>
                </a:lnTo>
                <a:lnTo>
                  <a:pt x="35446" y="6605"/>
                </a:lnTo>
                <a:close/>
              </a:path>
            </a:pathLst>
          </a:custGeom>
          <a:ln w="139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72" name="object 1672"/>
          <p:cNvSpPr/>
          <p:nvPr/>
        </p:nvSpPr>
        <p:spPr>
          <a:xfrm>
            <a:off x="6207755" y="3522706"/>
            <a:ext cx="45228" cy="57164"/>
          </a:xfrm>
          <a:custGeom>
            <a:avLst/>
            <a:gdLst/>
            <a:ahLst/>
            <a:cxnLst/>
            <a:rect l="l" t="t" r="r" b="b"/>
            <a:pathLst>
              <a:path w="45228" h="57164">
                <a:moveTo>
                  <a:pt x="28383" y="1051"/>
                </a:moveTo>
                <a:lnTo>
                  <a:pt x="6246" y="0"/>
                </a:lnTo>
                <a:lnTo>
                  <a:pt x="0" y="49237"/>
                </a:lnTo>
                <a:lnTo>
                  <a:pt x="15431" y="52387"/>
                </a:lnTo>
                <a:lnTo>
                  <a:pt x="38832" y="57164"/>
                </a:lnTo>
                <a:lnTo>
                  <a:pt x="45228" y="1851"/>
                </a:lnTo>
                <a:lnTo>
                  <a:pt x="28383" y="1051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73" name="object 1673"/>
          <p:cNvSpPr/>
          <p:nvPr/>
        </p:nvSpPr>
        <p:spPr>
          <a:xfrm>
            <a:off x="6207755" y="3522706"/>
            <a:ext cx="45228" cy="57164"/>
          </a:xfrm>
          <a:custGeom>
            <a:avLst/>
            <a:gdLst/>
            <a:ahLst/>
            <a:cxnLst/>
            <a:rect l="l" t="t" r="r" b="b"/>
            <a:pathLst>
              <a:path w="45228" h="57164">
                <a:moveTo>
                  <a:pt x="28383" y="1051"/>
                </a:moveTo>
                <a:lnTo>
                  <a:pt x="45228" y="1851"/>
                </a:lnTo>
                <a:lnTo>
                  <a:pt x="38832" y="57164"/>
                </a:lnTo>
                <a:lnTo>
                  <a:pt x="15431" y="52387"/>
                </a:lnTo>
                <a:lnTo>
                  <a:pt x="0" y="49237"/>
                </a:lnTo>
                <a:lnTo>
                  <a:pt x="6246" y="0"/>
                </a:lnTo>
                <a:lnTo>
                  <a:pt x="28383" y="1051"/>
                </a:lnTo>
                <a:close/>
              </a:path>
            </a:pathLst>
          </a:custGeom>
          <a:ln w="128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74" name="object 1674"/>
          <p:cNvSpPr/>
          <p:nvPr/>
        </p:nvSpPr>
        <p:spPr>
          <a:xfrm>
            <a:off x="6246587" y="3524469"/>
            <a:ext cx="40113" cy="56809"/>
          </a:xfrm>
          <a:custGeom>
            <a:avLst/>
            <a:gdLst/>
            <a:ahLst/>
            <a:cxnLst/>
            <a:rect l="l" t="t" r="r" b="b"/>
            <a:pathLst>
              <a:path w="40113" h="56809">
                <a:moveTo>
                  <a:pt x="40113" y="12594"/>
                </a:moveTo>
                <a:lnTo>
                  <a:pt x="6396" y="0"/>
                </a:lnTo>
                <a:lnTo>
                  <a:pt x="0" y="55401"/>
                </a:lnTo>
                <a:lnTo>
                  <a:pt x="35371" y="56809"/>
                </a:lnTo>
                <a:lnTo>
                  <a:pt x="40113" y="12594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75" name="object 1675"/>
          <p:cNvSpPr/>
          <p:nvPr/>
        </p:nvSpPr>
        <p:spPr>
          <a:xfrm>
            <a:off x="6246587" y="3524469"/>
            <a:ext cx="40113" cy="56809"/>
          </a:xfrm>
          <a:custGeom>
            <a:avLst/>
            <a:gdLst/>
            <a:ahLst/>
            <a:cxnLst/>
            <a:rect l="l" t="t" r="r" b="b"/>
            <a:pathLst>
              <a:path w="40113" h="56809">
                <a:moveTo>
                  <a:pt x="40113" y="12594"/>
                </a:moveTo>
                <a:lnTo>
                  <a:pt x="35371" y="56809"/>
                </a:lnTo>
                <a:lnTo>
                  <a:pt x="0" y="55401"/>
                </a:lnTo>
                <a:lnTo>
                  <a:pt x="6396" y="0"/>
                </a:lnTo>
                <a:lnTo>
                  <a:pt x="40113" y="12594"/>
                </a:lnTo>
                <a:close/>
              </a:path>
            </a:pathLst>
          </a:custGeom>
          <a:ln w="127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76" name="object 1676"/>
          <p:cNvSpPr/>
          <p:nvPr/>
        </p:nvSpPr>
        <p:spPr>
          <a:xfrm>
            <a:off x="6212873" y="3528344"/>
            <a:ext cx="32510" cy="42983"/>
          </a:xfrm>
          <a:custGeom>
            <a:avLst/>
            <a:gdLst/>
            <a:ahLst/>
            <a:cxnLst/>
            <a:rect l="l" t="t" r="r" b="b"/>
            <a:pathLst>
              <a:path w="32510" h="42983">
                <a:moveTo>
                  <a:pt x="32510" y="1936"/>
                </a:moveTo>
                <a:lnTo>
                  <a:pt x="4816" y="0"/>
                </a:lnTo>
                <a:lnTo>
                  <a:pt x="0" y="38138"/>
                </a:lnTo>
                <a:lnTo>
                  <a:pt x="1213" y="38348"/>
                </a:lnTo>
                <a:lnTo>
                  <a:pt x="27921" y="42983"/>
                </a:lnTo>
                <a:lnTo>
                  <a:pt x="32510" y="1936"/>
                </a:lnTo>
                <a:close/>
              </a:path>
            </a:pathLst>
          </a:custGeom>
          <a:solidFill>
            <a:srgbClr val="00C0C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77" name="object 1677"/>
          <p:cNvSpPr/>
          <p:nvPr/>
        </p:nvSpPr>
        <p:spPr>
          <a:xfrm>
            <a:off x="6212873" y="3528344"/>
            <a:ext cx="32510" cy="42983"/>
          </a:xfrm>
          <a:custGeom>
            <a:avLst/>
            <a:gdLst/>
            <a:ahLst/>
            <a:cxnLst/>
            <a:rect l="l" t="t" r="r" b="b"/>
            <a:pathLst>
              <a:path w="32510" h="42983">
                <a:moveTo>
                  <a:pt x="32510" y="1936"/>
                </a:moveTo>
                <a:lnTo>
                  <a:pt x="27921" y="42983"/>
                </a:lnTo>
                <a:lnTo>
                  <a:pt x="1213" y="38348"/>
                </a:lnTo>
                <a:lnTo>
                  <a:pt x="0" y="38138"/>
                </a:lnTo>
                <a:lnTo>
                  <a:pt x="4816" y="0"/>
                </a:lnTo>
                <a:lnTo>
                  <a:pt x="32510" y="1936"/>
                </a:lnTo>
                <a:close/>
              </a:path>
            </a:pathLst>
          </a:custGeom>
          <a:ln w="127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78" name="object 1678"/>
          <p:cNvSpPr/>
          <p:nvPr/>
        </p:nvSpPr>
        <p:spPr>
          <a:xfrm>
            <a:off x="6200606" y="3579958"/>
            <a:ext cx="31833" cy="26690"/>
          </a:xfrm>
          <a:custGeom>
            <a:avLst/>
            <a:gdLst/>
            <a:ahLst/>
            <a:cxnLst/>
            <a:rect l="l" t="t" r="r" b="b"/>
            <a:pathLst>
              <a:path w="31833" h="26690">
                <a:moveTo>
                  <a:pt x="31833" y="8015"/>
                </a:moveTo>
                <a:lnTo>
                  <a:pt x="0" y="0"/>
                </a:lnTo>
                <a:lnTo>
                  <a:pt x="0" y="15062"/>
                </a:lnTo>
                <a:lnTo>
                  <a:pt x="16108" y="20946"/>
                </a:lnTo>
                <a:lnTo>
                  <a:pt x="31833" y="26690"/>
                </a:lnTo>
                <a:lnTo>
                  <a:pt x="31833" y="8015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79" name="object 1679"/>
          <p:cNvSpPr/>
          <p:nvPr/>
        </p:nvSpPr>
        <p:spPr>
          <a:xfrm>
            <a:off x="6200606" y="3579958"/>
            <a:ext cx="31833" cy="26690"/>
          </a:xfrm>
          <a:custGeom>
            <a:avLst/>
            <a:gdLst/>
            <a:ahLst/>
            <a:cxnLst/>
            <a:rect l="l" t="t" r="r" b="b"/>
            <a:pathLst>
              <a:path w="31833" h="26690">
                <a:moveTo>
                  <a:pt x="31833" y="8015"/>
                </a:moveTo>
                <a:lnTo>
                  <a:pt x="31833" y="11832"/>
                </a:lnTo>
                <a:lnTo>
                  <a:pt x="31833" y="26690"/>
                </a:lnTo>
                <a:lnTo>
                  <a:pt x="16108" y="20946"/>
                </a:lnTo>
                <a:lnTo>
                  <a:pt x="0" y="15062"/>
                </a:lnTo>
                <a:lnTo>
                  <a:pt x="0" y="0"/>
                </a:lnTo>
                <a:lnTo>
                  <a:pt x="31833" y="8015"/>
                </a:lnTo>
                <a:close/>
              </a:path>
            </a:pathLst>
          </a:custGeom>
          <a:ln w="13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80" name="object 1680"/>
          <p:cNvSpPr/>
          <p:nvPr/>
        </p:nvSpPr>
        <p:spPr>
          <a:xfrm>
            <a:off x="6203390" y="3586299"/>
            <a:ext cx="8655" cy="2556"/>
          </a:xfrm>
          <a:custGeom>
            <a:avLst/>
            <a:gdLst/>
            <a:ahLst/>
            <a:cxnLst/>
            <a:rect l="l" t="t" r="r" b="b"/>
            <a:pathLst>
              <a:path w="8655" h="2556">
                <a:moveTo>
                  <a:pt x="8655" y="2556"/>
                </a:moveTo>
                <a:lnTo>
                  <a:pt x="0" y="0"/>
                </a:lnTo>
              </a:path>
            </a:pathLst>
          </a:custGeom>
          <a:ln w="139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81" name="object 1681"/>
          <p:cNvSpPr/>
          <p:nvPr/>
        </p:nvSpPr>
        <p:spPr>
          <a:xfrm>
            <a:off x="6216185" y="3590087"/>
            <a:ext cx="11362" cy="3161"/>
          </a:xfrm>
          <a:custGeom>
            <a:avLst/>
            <a:gdLst/>
            <a:ahLst/>
            <a:cxnLst/>
            <a:rect l="l" t="t" r="r" b="b"/>
            <a:pathLst>
              <a:path w="11362" h="3161">
                <a:moveTo>
                  <a:pt x="11362" y="3161"/>
                </a:moveTo>
                <a:lnTo>
                  <a:pt x="0" y="0"/>
                </a:lnTo>
              </a:path>
            </a:pathLst>
          </a:custGeom>
          <a:ln w="139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82" name="object 1682"/>
          <p:cNvSpPr/>
          <p:nvPr/>
        </p:nvSpPr>
        <p:spPr>
          <a:xfrm>
            <a:off x="6214002" y="3583304"/>
            <a:ext cx="0" cy="17441"/>
          </a:xfrm>
          <a:custGeom>
            <a:avLst/>
            <a:gdLst/>
            <a:ahLst/>
            <a:cxnLst/>
            <a:rect l="l" t="t" r="r" b="b"/>
            <a:pathLst>
              <a:path w="0" h="17441">
                <a:moveTo>
                  <a:pt x="0" y="17441"/>
                </a:moveTo>
                <a:lnTo>
                  <a:pt x="0" y="0"/>
                </a:lnTo>
              </a:path>
            </a:pathLst>
          </a:custGeom>
          <a:ln w="60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83" name="object 1683"/>
          <p:cNvSpPr/>
          <p:nvPr/>
        </p:nvSpPr>
        <p:spPr>
          <a:xfrm>
            <a:off x="6229280" y="3587268"/>
            <a:ext cx="0" cy="19024"/>
          </a:xfrm>
          <a:custGeom>
            <a:avLst/>
            <a:gdLst/>
            <a:ahLst/>
            <a:cxnLst/>
            <a:rect l="l" t="t" r="r" b="b"/>
            <a:pathLst>
              <a:path w="0" h="19024">
                <a:moveTo>
                  <a:pt x="0" y="19024"/>
                </a:moveTo>
                <a:lnTo>
                  <a:pt x="0" y="0"/>
                </a:lnTo>
              </a:path>
            </a:pathLst>
          </a:custGeom>
          <a:ln w="60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84" name="object 1684"/>
          <p:cNvSpPr/>
          <p:nvPr/>
        </p:nvSpPr>
        <p:spPr>
          <a:xfrm>
            <a:off x="6200757" y="3586917"/>
            <a:ext cx="29124" cy="8903"/>
          </a:xfrm>
          <a:custGeom>
            <a:avLst/>
            <a:gdLst/>
            <a:ahLst/>
            <a:cxnLst/>
            <a:rect l="l" t="t" r="r" b="b"/>
            <a:pathLst>
              <a:path w="29124" h="8903">
                <a:moveTo>
                  <a:pt x="29124" y="8903"/>
                </a:moveTo>
                <a:lnTo>
                  <a:pt x="0" y="0"/>
                </a:lnTo>
              </a:path>
            </a:pathLst>
          </a:custGeom>
          <a:ln w="69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85" name="object 1685"/>
          <p:cNvSpPr/>
          <p:nvPr/>
        </p:nvSpPr>
        <p:spPr>
          <a:xfrm>
            <a:off x="6200606" y="3584010"/>
            <a:ext cx="29275" cy="8184"/>
          </a:xfrm>
          <a:custGeom>
            <a:avLst/>
            <a:gdLst/>
            <a:ahLst/>
            <a:cxnLst/>
            <a:rect l="l" t="t" r="r" b="b"/>
            <a:pathLst>
              <a:path w="29275" h="8184">
                <a:moveTo>
                  <a:pt x="29275" y="8184"/>
                </a:moveTo>
                <a:lnTo>
                  <a:pt x="0" y="0"/>
                </a:lnTo>
              </a:path>
            </a:pathLst>
          </a:custGeom>
          <a:ln w="69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86" name="object 1686"/>
          <p:cNvSpPr/>
          <p:nvPr/>
        </p:nvSpPr>
        <p:spPr>
          <a:xfrm>
            <a:off x="6235602" y="3605501"/>
            <a:ext cx="3535" cy="10834"/>
          </a:xfrm>
          <a:custGeom>
            <a:avLst/>
            <a:gdLst/>
            <a:ahLst/>
            <a:cxnLst/>
            <a:rect l="l" t="t" r="r" b="b"/>
            <a:pathLst>
              <a:path w="3535" h="10834">
                <a:moveTo>
                  <a:pt x="3535" y="10130"/>
                </a:moveTo>
                <a:lnTo>
                  <a:pt x="2482" y="0"/>
                </a:lnTo>
                <a:lnTo>
                  <a:pt x="0" y="440"/>
                </a:lnTo>
                <a:lnTo>
                  <a:pt x="217" y="2747"/>
                </a:lnTo>
                <a:lnTo>
                  <a:pt x="978" y="10834"/>
                </a:lnTo>
                <a:lnTo>
                  <a:pt x="3535" y="10130"/>
                </a:lnTo>
                <a:close/>
              </a:path>
            </a:pathLst>
          </a:custGeom>
          <a:solidFill>
            <a:srgbClr val="5F5F5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87" name="object 1687"/>
          <p:cNvSpPr/>
          <p:nvPr/>
        </p:nvSpPr>
        <p:spPr>
          <a:xfrm>
            <a:off x="6235602" y="3605501"/>
            <a:ext cx="3535" cy="10834"/>
          </a:xfrm>
          <a:custGeom>
            <a:avLst/>
            <a:gdLst/>
            <a:ahLst/>
            <a:cxnLst/>
            <a:rect l="l" t="t" r="r" b="b"/>
            <a:pathLst>
              <a:path w="3535" h="10834">
                <a:moveTo>
                  <a:pt x="3535" y="10130"/>
                </a:moveTo>
                <a:lnTo>
                  <a:pt x="978" y="10834"/>
                </a:lnTo>
                <a:lnTo>
                  <a:pt x="217" y="2747"/>
                </a:lnTo>
                <a:lnTo>
                  <a:pt x="0" y="440"/>
                </a:lnTo>
                <a:lnTo>
                  <a:pt x="2482" y="0"/>
                </a:lnTo>
                <a:lnTo>
                  <a:pt x="3535" y="10130"/>
                </a:lnTo>
                <a:close/>
              </a:path>
            </a:pathLst>
          </a:custGeom>
          <a:ln w="122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88" name="object 1688"/>
          <p:cNvSpPr/>
          <p:nvPr/>
        </p:nvSpPr>
        <p:spPr>
          <a:xfrm>
            <a:off x="6226795" y="3606912"/>
            <a:ext cx="9784" cy="9424"/>
          </a:xfrm>
          <a:custGeom>
            <a:avLst/>
            <a:gdLst/>
            <a:ahLst/>
            <a:cxnLst/>
            <a:rect l="l" t="t" r="r" b="b"/>
            <a:pathLst>
              <a:path w="9784" h="9424">
                <a:moveTo>
                  <a:pt x="7300" y="5371"/>
                </a:moveTo>
                <a:lnTo>
                  <a:pt x="5790" y="4449"/>
                </a:lnTo>
                <a:lnTo>
                  <a:pt x="3838" y="3257"/>
                </a:lnTo>
                <a:lnTo>
                  <a:pt x="3398" y="3419"/>
                </a:lnTo>
                <a:lnTo>
                  <a:pt x="0" y="4666"/>
                </a:lnTo>
                <a:lnTo>
                  <a:pt x="9784" y="9424"/>
                </a:lnTo>
                <a:lnTo>
                  <a:pt x="8956" y="352"/>
                </a:lnTo>
                <a:lnTo>
                  <a:pt x="6507" y="42"/>
                </a:lnTo>
                <a:lnTo>
                  <a:pt x="6171" y="0"/>
                </a:lnTo>
                <a:lnTo>
                  <a:pt x="7300" y="5371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89" name="object 1689"/>
          <p:cNvSpPr/>
          <p:nvPr/>
        </p:nvSpPr>
        <p:spPr>
          <a:xfrm>
            <a:off x="6226795" y="3606912"/>
            <a:ext cx="9784" cy="9424"/>
          </a:xfrm>
          <a:custGeom>
            <a:avLst/>
            <a:gdLst/>
            <a:ahLst/>
            <a:cxnLst/>
            <a:rect l="l" t="t" r="r" b="b"/>
            <a:pathLst>
              <a:path w="9784" h="9424">
                <a:moveTo>
                  <a:pt x="6507" y="42"/>
                </a:moveTo>
                <a:lnTo>
                  <a:pt x="8956" y="352"/>
                </a:lnTo>
                <a:lnTo>
                  <a:pt x="9784" y="9424"/>
                </a:lnTo>
                <a:lnTo>
                  <a:pt x="0" y="4666"/>
                </a:lnTo>
                <a:lnTo>
                  <a:pt x="3398" y="3419"/>
                </a:lnTo>
                <a:lnTo>
                  <a:pt x="3838" y="3257"/>
                </a:lnTo>
                <a:lnTo>
                  <a:pt x="5790" y="4449"/>
                </a:lnTo>
                <a:lnTo>
                  <a:pt x="7300" y="5371"/>
                </a:lnTo>
                <a:lnTo>
                  <a:pt x="6171" y="0"/>
                </a:lnTo>
                <a:lnTo>
                  <a:pt x="6507" y="42"/>
                </a:lnTo>
                <a:close/>
              </a:path>
            </a:pathLst>
          </a:custGeom>
          <a:ln w="131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90" name="object 1690"/>
          <p:cNvSpPr/>
          <p:nvPr/>
        </p:nvSpPr>
        <p:spPr>
          <a:xfrm>
            <a:off x="6168021" y="3580575"/>
            <a:ext cx="74654" cy="40515"/>
          </a:xfrm>
          <a:custGeom>
            <a:avLst/>
            <a:gdLst/>
            <a:ahLst/>
            <a:cxnLst/>
            <a:rect l="l" t="t" r="r" b="b"/>
            <a:pathLst>
              <a:path w="74654" h="40515">
                <a:moveTo>
                  <a:pt x="69507" y="15204"/>
                </a:moveTo>
                <a:lnTo>
                  <a:pt x="29802" y="0"/>
                </a:lnTo>
                <a:lnTo>
                  <a:pt x="0" y="17703"/>
                </a:lnTo>
                <a:lnTo>
                  <a:pt x="15775" y="26970"/>
                </a:lnTo>
                <a:lnTo>
                  <a:pt x="38832" y="40515"/>
                </a:lnTo>
                <a:lnTo>
                  <a:pt x="56132" y="29243"/>
                </a:lnTo>
                <a:lnTo>
                  <a:pt x="74654" y="17175"/>
                </a:lnTo>
                <a:lnTo>
                  <a:pt x="69507" y="15204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91" name="object 1691"/>
          <p:cNvSpPr/>
          <p:nvPr/>
        </p:nvSpPr>
        <p:spPr>
          <a:xfrm>
            <a:off x="6168021" y="3580575"/>
            <a:ext cx="74654" cy="40515"/>
          </a:xfrm>
          <a:custGeom>
            <a:avLst/>
            <a:gdLst/>
            <a:ahLst/>
            <a:cxnLst/>
            <a:rect l="l" t="t" r="r" b="b"/>
            <a:pathLst>
              <a:path w="74654" h="40515">
                <a:moveTo>
                  <a:pt x="69507" y="15204"/>
                </a:moveTo>
                <a:lnTo>
                  <a:pt x="74654" y="17175"/>
                </a:lnTo>
                <a:lnTo>
                  <a:pt x="56132" y="29243"/>
                </a:lnTo>
                <a:lnTo>
                  <a:pt x="38832" y="40515"/>
                </a:lnTo>
                <a:lnTo>
                  <a:pt x="15775" y="26970"/>
                </a:lnTo>
                <a:lnTo>
                  <a:pt x="0" y="17703"/>
                </a:lnTo>
                <a:lnTo>
                  <a:pt x="29802" y="0"/>
                </a:lnTo>
                <a:lnTo>
                  <a:pt x="69507" y="15204"/>
                </a:lnTo>
                <a:close/>
              </a:path>
            </a:pathLst>
          </a:custGeom>
          <a:ln w="13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92" name="object 1692"/>
          <p:cNvSpPr/>
          <p:nvPr/>
        </p:nvSpPr>
        <p:spPr>
          <a:xfrm>
            <a:off x="6206702" y="3597573"/>
            <a:ext cx="37327" cy="28626"/>
          </a:xfrm>
          <a:custGeom>
            <a:avLst/>
            <a:gdLst/>
            <a:ahLst/>
            <a:cxnLst/>
            <a:rect l="l" t="t" r="r" b="b"/>
            <a:pathLst>
              <a:path w="37327" h="28626">
                <a:moveTo>
                  <a:pt x="36658" y="2184"/>
                </a:moveTo>
                <a:lnTo>
                  <a:pt x="36049" y="0"/>
                </a:lnTo>
                <a:lnTo>
                  <a:pt x="0" y="23692"/>
                </a:lnTo>
                <a:lnTo>
                  <a:pt x="1053" y="28626"/>
                </a:lnTo>
                <a:lnTo>
                  <a:pt x="12689" y="20912"/>
                </a:lnTo>
                <a:lnTo>
                  <a:pt x="37327" y="4580"/>
                </a:lnTo>
                <a:lnTo>
                  <a:pt x="36658" y="2184"/>
                </a:lnTo>
                <a:close/>
              </a:path>
            </a:pathLst>
          </a:custGeom>
          <a:solidFill>
            <a:srgbClr val="5F5F5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93" name="object 1693"/>
          <p:cNvSpPr/>
          <p:nvPr/>
        </p:nvSpPr>
        <p:spPr>
          <a:xfrm>
            <a:off x="6206702" y="3597573"/>
            <a:ext cx="37327" cy="28626"/>
          </a:xfrm>
          <a:custGeom>
            <a:avLst/>
            <a:gdLst/>
            <a:ahLst/>
            <a:cxnLst/>
            <a:rect l="l" t="t" r="r" b="b"/>
            <a:pathLst>
              <a:path w="37327" h="28626">
                <a:moveTo>
                  <a:pt x="36658" y="2184"/>
                </a:moveTo>
                <a:lnTo>
                  <a:pt x="37327" y="4580"/>
                </a:lnTo>
                <a:lnTo>
                  <a:pt x="12689" y="20912"/>
                </a:lnTo>
                <a:lnTo>
                  <a:pt x="1053" y="28626"/>
                </a:lnTo>
                <a:lnTo>
                  <a:pt x="0" y="23692"/>
                </a:lnTo>
                <a:lnTo>
                  <a:pt x="36049" y="0"/>
                </a:lnTo>
                <a:lnTo>
                  <a:pt x="36658" y="2184"/>
                </a:lnTo>
                <a:close/>
              </a:path>
            </a:pathLst>
          </a:custGeom>
          <a:ln w="133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94" name="object 1694"/>
          <p:cNvSpPr/>
          <p:nvPr/>
        </p:nvSpPr>
        <p:spPr>
          <a:xfrm>
            <a:off x="6167795" y="3598278"/>
            <a:ext cx="39960" cy="28097"/>
          </a:xfrm>
          <a:custGeom>
            <a:avLst/>
            <a:gdLst/>
            <a:ahLst/>
            <a:cxnLst/>
            <a:rect l="l" t="t" r="r" b="b"/>
            <a:pathLst>
              <a:path w="39960" h="28097">
                <a:moveTo>
                  <a:pt x="28428" y="16733"/>
                </a:moveTo>
                <a:lnTo>
                  <a:pt x="0" y="0"/>
                </a:lnTo>
                <a:lnTo>
                  <a:pt x="1429" y="4140"/>
                </a:lnTo>
                <a:lnTo>
                  <a:pt x="39960" y="28097"/>
                </a:lnTo>
                <a:lnTo>
                  <a:pt x="39461" y="25906"/>
                </a:lnTo>
                <a:lnTo>
                  <a:pt x="38757" y="22812"/>
                </a:lnTo>
                <a:lnTo>
                  <a:pt x="28428" y="16733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95" name="object 1695"/>
          <p:cNvSpPr/>
          <p:nvPr/>
        </p:nvSpPr>
        <p:spPr>
          <a:xfrm>
            <a:off x="6167795" y="3598278"/>
            <a:ext cx="39960" cy="28097"/>
          </a:xfrm>
          <a:custGeom>
            <a:avLst/>
            <a:gdLst/>
            <a:ahLst/>
            <a:cxnLst/>
            <a:rect l="l" t="t" r="r" b="b"/>
            <a:pathLst>
              <a:path w="39960" h="28097">
                <a:moveTo>
                  <a:pt x="28428" y="16733"/>
                </a:moveTo>
                <a:lnTo>
                  <a:pt x="38757" y="22812"/>
                </a:lnTo>
                <a:lnTo>
                  <a:pt x="39461" y="25906"/>
                </a:lnTo>
                <a:lnTo>
                  <a:pt x="39960" y="28097"/>
                </a:lnTo>
                <a:lnTo>
                  <a:pt x="1429" y="4140"/>
                </a:lnTo>
                <a:lnTo>
                  <a:pt x="0" y="0"/>
                </a:lnTo>
                <a:lnTo>
                  <a:pt x="28428" y="16733"/>
                </a:lnTo>
                <a:close/>
              </a:path>
            </a:pathLst>
          </a:custGeom>
          <a:ln w="134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96" name="object 1696"/>
          <p:cNvSpPr/>
          <p:nvPr/>
        </p:nvSpPr>
        <p:spPr>
          <a:xfrm>
            <a:off x="6198049" y="3599689"/>
            <a:ext cx="29950" cy="17791"/>
          </a:xfrm>
          <a:custGeom>
            <a:avLst/>
            <a:gdLst/>
            <a:ahLst/>
            <a:cxnLst/>
            <a:rect l="l" t="t" r="r" b="b"/>
            <a:pathLst>
              <a:path w="29950" h="17791">
                <a:moveTo>
                  <a:pt x="29950" y="4578"/>
                </a:moveTo>
                <a:lnTo>
                  <a:pt x="19566" y="0"/>
                </a:lnTo>
                <a:lnTo>
                  <a:pt x="0" y="12417"/>
                </a:lnTo>
                <a:lnTo>
                  <a:pt x="9932" y="17791"/>
                </a:lnTo>
                <a:lnTo>
                  <a:pt x="29950" y="4578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97" name="object 1697"/>
          <p:cNvSpPr/>
          <p:nvPr/>
        </p:nvSpPr>
        <p:spPr>
          <a:xfrm>
            <a:off x="6171556" y="3587093"/>
            <a:ext cx="44175" cy="23869"/>
          </a:xfrm>
          <a:custGeom>
            <a:avLst/>
            <a:gdLst/>
            <a:ahLst/>
            <a:cxnLst/>
            <a:rect l="l" t="t" r="r" b="b"/>
            <a:pathLst>
              <a:path w="44175" h="23869">
                <a:moveTo>
                  <a:pt x="44175" y="11625"/>
                </a:moveTo>
                <a:lnTo>
                  <a:pt x="18062" y="0"/>
                </a:lnTo>
                <a:lnTo>
                  <a:pt x="0" y="10216"/>
                </a:lnTo>
                <a:lnTo>
                  <a:pt x="24910" y="23869"/>
                </a:lnTo>
                <a:lnTo>
                  <a:pt x="44175" y="11625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98" name="object 1698"/>
          <p:cNvSpPr/>
          <p:nvPr/>
        </p:nvSpPr>
        <p:spPr>
          <a:xfrm>
            <a:off x="6190295" y="3581896"/>
            <a:ext cx="48692" cy="21843"/>
          </a:xfrm>
          <a:custGeom>
            <a:avLst/>
            <a:gdLst/>
            <a:ahLst/>
            <a:cxnLst/>
            <a:rect l="l" t="t" r="r" b="b"/>
            <a:pathLst>
              <a:path w="48692" h="21843">
                <a:moveTo>
                  <a:pt x="38533" y="21843"/>
                </a:moveTo>
                <a:lnTo>
                  <a:pt x="48692" y="15765"/>
                </a:lnTo>
                <a:lnTo>
                  <a:pt x="7828" y="0"/>
                </a:lnTo>
                <a:lnTo>
                  <a:pt x="0" y="4580"/>
                </a:lnTo>
                <a:lnTo>
                  <a:pt x="38533" y="21843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99" name="object 1699"/>
          <p:cNvSpPr/>
          <p:nvPr/>
        </p:nvSpPr>
        <p:spPr>
          <a:xfrm>
            <a:off x="6196090" y="3582600"/>
            <a:ext cx="42295" cy="17334"/>
          </a:xfrm>
          <a:custGeom>
            <a:avLst/>
            <a:gdLst/>
            <a:ahLst/>
            <a:cxnLst/>
            <a:rect l="l" t="t" r="r" b="b"/>
            <a:pathLst>
              <a:path w="42295" h="17334">
                <a:moveTo>
                  <a:pt x="42295" y="17334"/>
                </a:moveTo>
                <a:lnTo>
                  <a:pt x="0" y="0"/>
                </a:lnTo>
              </a:path>
            </a:pathLst>
          </a:custGeom>
          <a:ln w="1380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00" name="object 1700"/>
          <p:cNvSpPr/>
          <p:nvPr/>
        </p:nvSpPr>
        <p:spPr>
          <a:xfrm>
            <a:off x="6193833" y="3583746"/>
            <a:ext cx="41016" cy="17521"/>
          </a:xfrm>
          <a:custGeom>
            <a:avLst/>
            <a:gdLst/>
            <a:ahLst/>
            <a:cxnLst/>
            <a:rect l="l" t="t" r="r" b="b"/>
            <a:pathLst>
              <a:path w="41016" h="17521">
                <a:moveTo>
                  <a:pt x="41016" y="17521"/>
                </a:moveTo>
                <a:lnTo>
                  <a:pt x="0" y="0"/>
                </a:lnTo>
              </a:path>
            </a:pathLst>
          </a:custGeom>
          <a:ln w="1378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01" name="object 1701"/>
          <p:cNvSpPr/>
          <p:nvPr/>
        </p:nvSpPr>
        <p:spPr>
          <a:xfrm>
            <a:off x="6192253" y="3585155"/>
            <a:ext cx="40036" cy="18063"/>
          </a:xfrm>
          <a:custGeom>
            <a:avLst/>
            <a:gdLst/>
            <a:ahLst/>
            <a:cxnLst/>
            <a:rect l="l" t="t" r="r" b="b"/>
            <a:pathLst>
              <a:path w="40036" h="18063">
                <a:moveTo>
                  <a:pt x="40036" y="18063"/>
                </a:moveTo>
                <a:lnTo>
                  <a:pt x="0" y="0"/>
                </a:lnTo>
              </a:path>
            </a:pathLst>
          </a:custGeom>
          <a:ln w="1375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02" name="object 1702"/>
          <p:cNvSpPr/>
          <p:nvPr/>
        </p:nvSpPr>
        <p:spPr>
          <a:xfrm>
            <a:off x="6187135" y="3588150"/>
            <a:ext cx="39283" cy="18605"/>
          </a:xfrm>
          <a:custGeom>
            <a:avLst/>
            <a:gdLst/>
            <a:ahLst/>
            <a:cxnLst/>
            <a:rect l="l" t="t" r="r" b="b"/>
            <a:pathLst>
              <a:path w="39283" h="18605">
                <a:moveTo>
                  <a:pt x="39283" y="18605"/>
                </a:moveTo>
                <a:lnTo>
                  <a:pt x="0" y="0"/>
                </a:lnTo>
              </a:path>
            </a:pathLst>
          </a:custGeom>
          <a:ln w="1372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03" name="object 1703"/>
          <p:cNvSpPr/>
          <p:nvPr/>
        </p:nvSpPr>
        <p:spPr>
          <a:xfrm>
            <a:off x="6184199" y="3590087"/>
            <a:ext cx="39059" cy="18786"/>
          </a:xfrm>
          <a:custGeom>
            <a:avLst/>
            <a:gdLst/>
            <a:ahLst/>
            <a:cxnLst/>
            <a:rect l="l" t="t" r="r" b="b"/>
            <a:pathLst>
              <a:path w="39059" h="18786">
                <a:moveTo>
                  <a:pt x="39059" y="18786"/>
                </a:moveTo>
                <a:lnTo>
                  <a:pt x="0" y="0"/>
                </a:lnTo>
              </a:path>
            </a:pathLst>
          </a:custGeom>
          <a:ln w="1371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04" name="object 1704"/>
          <p:cNvSpPr/>
          <p:nvPr/>
        </p:nvSpPr>
        <p:spPr>
          <a:xfrm>
            <a:off x="6181039" y="3591673"/>
            <a:ext cx="39207" cy="19679"/>
          </a:xfrm>
          <a:custGeom>
            <a:avLst/>
            <a:gdLst/>
            <a:ahLst/>
            <a:cxnLst/>
            <a:rect l="l" t="t" r="r" b="b"/>
            <a:pathLst>
              <a:path w="39207" h="19679">
                <a:moveTo>
                  <a:pt x="39207" y="19679"/>
                </a:moveTo>
                <a:lnTo>
                  <a:pt x="0" y="0"/>
                </a:lnTo>
              </a:path>
            </a:pathLst>
          </a:custGeom>
          <a:ln w="1368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05" name="object 1705"/>
          <p:cNvSpPr/>
          <p:nvPr/>
        </p:nvSpPr>
        <p:spPr>
          <a:xfrm>
            <a:off x="6178555" y="3593434"/>
            <a:ext cx="37780" cy="19692"/>
          </a:xfrm>
          <a:custGeom>
            <a:avLst/>
            <a:gdLst/>
            <a:ahLst/>
            <a:cxnLst/>
            <a:rect l="l" t="t" r="r" b="b"/>
            <a:pathLst>
              <a:path w="37780" h="19692">
                <a:moveTo>
                  <a:pt x="37780" y="19692"/>
                </a:moveTo>
                <a:lnTo>
                  <a:pt x="0" y="0"/>
                </a:lnTo>
              </a:path>
            </a:pathLst>
          </a:custGeom>
          <a:ln w="1366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06" name="object 1706"/>
          <p:cNvSpPr/>
          <p:nvPr/>
        </p:nvSpPr>
        <p:spPr>
          <a:xfrm>
            <a:off x="6175245" y="3595459"/>
            <a:ext cx="37553" cy="19872"/>
          </a:xfrm>
          <a:custGeom>
            <a:avLst/>
            <a:gdLst/>
            <a:ahLst/>
            <a:cxnLst/>
            <a:rect l="l" t="t" r="r" b="b"/>
            <a:pathLst>
              <a:path w="37553" h="19872">
                <a:moveTo>
                  <a:pt x="37553" y="19872"/>
                </a:moveTo>
                <a:lnTo>
                  <a:pt x="0" y="0"/>
                </a:lnTo>
              </a:path>
            </a:pathLst>
          </a:custGeom>
          <a:ln w="1365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07" name="object 1707"/>
          <p:cNvSpPr/>
          <p:nvPr/>
        </p:nvSpPr>
        <p:spPr>
          <a:xfrm>
            <a:off x="6204896" y="3602771"/>
            <a:ext cx="19791" cy="13299"/>
          </a:xfrm>
          <a:custGeom>
            <a:avLst/>
            <a:gdLst/>
            <a:ahLst/>
            <a:cxnLst/>
            <a:rect l="l" t="t" r="r" b="b"/>
            <a:pathLst>
              <a:path w="19791" h="13299">
                <a:moveTo>
                  <a:pt x="0" y="13299"/>
                </a:moveTo>
                <a:lnTo>
                  <a:pt x="19791" y="0"/>
                </a:lnTo>
              </a:path>
            </a:pathLst>
          </a:custGeom>
          <a:ln w="1346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08" name="object 1708"/>
          <p:cNvSpPr/>
          <p:nvPr/>
        </p:nvSpPr>
        <p:spPr>
          <a:xfrm>
            <a:off x="6201058" y="3601010"/>
            <a:ext cx="19490" cy="12770"/>
          </a:xfrm>
          <a:custGeom>
            <a:avLst/>
            <a:gdLst/>
            <a:ahLst/>
            <a:cxnLst/>
            <a:rect l="l" t="t" r="r" b="b"/>
            <a:pathLst>
              <a:path w="19490" h="12770">
                <a:moveTo>
                  <a:pt x="0" y="12770"/>
                </a:moveTo>
                <a:lnTo>
                  <a:pt x="19490" y="0"/>
                </a:lnTo>
              </a:path>
            </a:pathLst>
          </a:custGeom>
          <a:ln w="1348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09" name="object 1709"/>
          <p:cNvSpPr/>
          <p:nvPr/>
        </p:nvSpPr>
        <p:spPr>
          <a:xfrm>
            <a:off x="6192780" y="3597045"/>
            <a:ext cx="18966" cy="12067"/>
          </a:xfrm>
          <a:custGeom>
            <a:avLst/>
            <a:gdLst/>
            <a:ahLst/>
            <a:cxnLst/>
            <a:rect l="l" t="t" r="r" b="b"/>
            <a:pathLst>
              <a:path w="18966" h="12067">
                <a:moveTo>
                  <a:pt x="0" y="12067"/>
                </a:moveTo>
                <a:lnTo>
                  <a:pt x="18966" y="0"/>
                </a:lnTo>
              </a:path>
            </a:pathLst>
          </a:custGeom>
          <a:ln w="1350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10" name="object 1710"/>
          <p:cNvSpPr/>
          <p:nvPr/>
        </p:nvSpPr>
        <p:spPr>
          <a:xfrm>
            <a:off x="6188415" y="3595020"/>
            <a:ext cx="18811" cy="11977"/>
          </a:xfrm>
          <a:custGeom>
            <a:avLst/>
            <a:gdLst/>
            <a:ahLst/>
            <a:cxnLst/>
            <a:rect l="l" t="t" r="r" b="b"/>
            <a:pathLst>
              <a:path w="18811" h="11977">
                <a:moveTo>
                  <a:pt x="0" y="11977"/>
                </a:moveTo>
                <a:lnTo>
                  <a:pt x="18811" y="0"/>
                </a:lnTo>
              </a:path>
            </a:pathLst>
          </a:custGeom>
          <a:ln w="1350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11" name="object 1711"/>
          <p:cNvSpPr/>
          <p:nvPr/>
        </p:nvSpPr>
        <p:spPr>
          <a:xfrm>
            <a:off x="6184350" y="3593082"/>
            <a:ext cx="18286" cy="11978"/>
          </a:xfrm>
          <a:custGeom>
            <a:avLst/>
            <a:gdLst/>
            <a:ahLst/>
            <a:cxnLst/>
            <a:rect l="l" t="t" r="r" b="b"/>
            <a:pathLst>
              <a:path w="18286" h="11978">
                <a:moveTo>
                  <a:pt x="0" y="11978"/>
                </a:moveTo>
                <a:lnTo>
                  <a:pt x="18286" y="0"/>
                </a:lnTo>
              </a:path>
            </a:pathLst>
          </a:custGeom>
          <a:ln w="1348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12" name="object 1712"/>
          <p:cNvSpPr/>
          <p:nvPr/>
        </p:nvSpPr>
        <p:spPr>
          <a:xfrm>
            <a:off x="6180664" y="3591143"/>
            <a:ext cx="17987" cy="11450"/>
          </a:xfrm>
          <a:custGeom>
            <a:avLst/>
            <a:gdLst/>
            <a:ahLst/>
            <a:cxnLst/>
            <a:rect l="l" t="t" r="r" b="b"/>
            <a:pathLst>
              <a:path w="17987" h="11450">
                <a:moveTo>
                  <a:pt x="0" y="11450"/>
                </a:moveTo>
                <a:lnTo>
                  <a:pt x="17987" y="0"/>
                </a:lnTo>
              </a:path>
            </a:pathLst>
          </a:custGeom>
          <a:ln w="1350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13" name="object 1713"/>
          <p:cNvSpPr/>
          <p:nvPr/>
        </p:nvSpPr>
        <p:spPr>
          <a:xfrm>
            <a:off x="6176599" y="3589206"/>
            <a:ext cx="17987" cy="11010"/>
          </a:xfrm>
          <a:custGeom>
            <a:avLst/>
            <a:gdLst/>
            <a:ahLst/>
            <a:cxnLst/>
            <a:rect l="l" t="t" r="r" b="b"/>
            <a:pathLst>
              <a:path w="17987" h="11010">
                <a:moveTo>
                  <a:pt x="0" y="11010"/>
                </a:moveTo>
                <a:lnTo>
                  <a:pt x="17987" y="0"/>
                </a:lnTo>
              </a:path>
            </a:pathLst>
          </a:custGeom>
          <a:ln w="1354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14" name="object 1714"/>
          <p:cNvSpPr/>
          <p:nvPr/>
        </p:nvSpPr>
        <p:spPr>
          <a:xfrm>
            <a:off x="6223635" y="3595372"/>
            <a:ext cx="9482" cy="5813"/>
          </a:xfrm>
          <a:custGeom>
            <a:avLst/>
            <a:gdLst/>
            <a:ahLst/>
            <a:cxnLst/>
            <a:rect l="l" t="t" r="r" b="b"/>
            <a:pathLst>
              <a:path w="9482" h="5813">
                <a:moveTo>
                  <a:pt x="0" y="5813"/>
                </a:moveTo>
                <a:lnTo>
                  <a:pt x="9482" y="0"/>
                </a:lnTo>
              </a:path>
            </a:pathLst>
          </a:custGeom>
          <a:ln w="1353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15" name="object 1715"/>
          <p:cNvSpPr/>
          <p:nvPr/>
        </p:nvSpPr>
        <p:spPr>
          <a:xfrm>
            <a:off x="6217991" y="3592907"/>
            <a:ext cx="8953" cy="5899"/>
          </a:xfrm>
          <a:custGeom>
            <a:avLst/>
            <a:gdLst/>
            <a:ahLst/>
            <a:cxnLst/>
            <a:rect l="l" t="t" r="r" b="b"/>
            <a:pathLst>
              <a:path w="8953" h="5899">
                <a:moveTo>
                  <a:pt x="0" y="5899"/>
                </a:moveTo>
                <a:lnTo>
                  <a:pt x="8953" y="0"/>
                </a:lnTo>
              </a:path>
            </a:pathLst>
          </a:custGeom>
          <a:ln w="1347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16" name="object 1716"/>
          <p:cNvSpPr/>
          <p:nvPr/>
        </p:nvSpPr>
        <p:spPr>
          <a:xfrm>
            <a:off x="6212196" y="3590791"/>
            <a:ext cx="9108" cy="5549"/>
          </a:xfrm>
          <a:custGeom>
            <a:avLst/>
            <a:gdLst/>
            <a:ahLst/>
            <a:cxnLst/>
            <a:rect l="l" t="t" r="r" b="b"/>
            <a:pathLst>
              <a:path w="9108" h="5549">
                <a:moveTo>
                  <a:pt x="0" y="5549"/>
                </a:moveTo>
                <a:lnTo>
                  <a:pt x="9108" y="0"/>
                </a:lnTo>
              </a:path>
            </a:pathLst>
          </a:custGeom>
          <a:ln w="1354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17" name="object 1717"/>
          <p:cNvSpPr/>
          <p:nvPr/>
        </p:nvSpPr>
        <p:spPr>
          <a:xfrm>
            <a:off x="6206702" y="3588590"/>
            <a:ext cx="9031" cy="5285"/>
          </a:xfrm>
          <a:custGeom>
            <a:avLst/>
            <a:gdLst/>
            <a:ahLst/>
            <a:cxnLst/>
            <a:rect l="l" t="t" r="r" b="b"/>
            <a:pathLst>
              <a:path w="9031" h="5285">
                <a:moveTo>
                  <a:pt x="0" y="5285"/>
                </a:moveTo>
                <a:lnTo>
                  <a:pt x="9031" y="0"/>
                </a:lnTo>
              </a:path>
            </a:pathLst>
          </a:custGeom>
          <a:ln w="1357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18" name="object 1718"/>
          <p:cNvSpPr/>
          <p:nvPr/>
        </p:nvSpPr>
        <p:spPr>
          <a:xfrm>
            <a:off x="6201434" y="3586300"/>
            <a:ext cx="8353" cy="5372"/>
          </a:xfrm>
          <a:custGeom>
            <a:avLst/>
            <a:gdLst/>
            <a:ahLst/>
            <a:cxnLst/>
            <a:rect l="l" t="t" r="r" b="b"/>
            <a:pathLst>
              <a:path w="8353" h="5372">
                <a:moveTo>
                  <a:pt x="0" y="5372"/>
                </a:moveTo>
                <a:lnTo>
                  <a:pt x="8353" y="0"/>
                </a:lnTo>
              </a:path>
            </a:pathLst>
          </a:custGeom>
          <a:ln w="1349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19" name="object 1719"/>
          <p:cNvSpPr/>
          <p:nvPr/>
        </p:nvSpPr>
        <p:spPr>
          <a:xfrm>
            <a:off x="6195338" y="3583745"/>
            <a:ext cx="8205" cy="5286"/>
          </a:xfrm>
          <a:custGeom>
            <a:avLst/>
            <a:gdLst/>
            <a:ahLst/>
            <a:cxnLst/>
            <a:rect l="l" t="t" r="r" b="b"/>
            <a:pathLst>
              <a:path w="8205" h="5286">
                <a:moveTo>
                  <a:pt x="0" y="5286"/>
                </a:moveTo>
                <a:lnTo>
                  <a:pt x="8205" y="0"/>
                </a:lnTo>
              </a:path>
            </a:pathLst>
          </a:custGeom>
          <a:ln w="1349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20" name="object 1720"/>
          <p:cNvSpPr/>
          <p:nvPr/>
        </p:nvSpPr>
        <p:spPr>
          <a:xfrm>
            <a:off x="6155378" y="3563224"/>
            <a:ext cx="18211" cy="41748"/>
          </a:xfrm>
          <a:custGeom>
            <a:avLst/>
            <a:gdLst/>
            <a:ahLst/>
            <a:cxnLst/>
            <a:rect l="l" t="t" r="r" b="b"/>
            <a:pathLst>
              <a:path w="18211" h="41748">
                <a:moveTo>
                  <a:pt x="18211" y="3521"/>
                </a:moveTo>
                <a:lnTo>
                  <a:pt x="12868" y="0"/>
                </a:lnTo>
                <a:lnTo>
                  <a:pt x="10907" y="269"/>
                </a:lnTo>
                <a:lnTo>
                  <a:pt x="9029" y="528"/>
                </a:lnTo>
                <a:lnTo>
                  <a:pt x="8201" y="2377"/>
                </a:lnTo>
                <a:lnTo>
                  <a:pt x="6847" y="6517"/>
                </a:lnTo>
                <a:lnTo>
                  <a:pt x="3460" y="9335"/>
                </a:lnTo>
                <a:lnTo>
                  <a:pt x="1849" y="11918"/>
                </a:lnTo>
                <a:lnTo>
                  <a:pt x="0" y="14885"/>
                </a:lnTo>
                <a:lnTo>
                  <a:pt x="2165" y="24546"/>
                </a:lnTo>
                <a:lnTo>
                  <a:pt x="6020" y="41748"/>
                </a:lnTo>
                <a:lnTo>
                  <a:pt x="11815" y="28182"/>
                </a:lnTo>
                <a:lnTo>
                  <a:pt x="14122" y="19610"/>
                </a:lnTo>
                <a:lnTo>
                  <a:pt x="15276" y="15324"/>
                </a:lnTo>
                <a:lnTo>
                  <a:pt x="16780" y="11096"/>
                </a:lnTo>
                <a:lnTo>
                  <a:pt x="16913" y="10392"/>
                </a:lnTo>
                <a:lnTo>
                  <a:pt x="18211" y="3521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21" name="object 1721"/>
          <p:cNvSpPr/>
          <p:nvPr/>
        </p:nvSpPr>
        <p:spPr>
          <a:xfrm>
            <a:off x="6155378" y="3563224"/>
            <a:ext cx="18211" cy="41748"/>
          </a:xfrm>
          <a:custGeom>
            <a:avLst/>
            <a:gdLst/>
            <a:ahLst/>
            <a:cxnLst/>
            <a:rect l="l" t="t" r="r" b="b"/>
            <a:pathLst>
              <a:path w="18211" h="41748">
                <a:moveTo>
                  <a:pt x="18211" y="3521"/>
                </a:moveTo>
                <a:lnTo>
                  <a:pt x="16913" y="10392"/>
                </a:lnTo>
                <a:lnTo>
                  <a:pt x="16780" y="11096"/>
                </a:lnTo>
                <a:lnTo>
                  <a:pt x="15276" y="15324"/>
                </a:lnTo>
                <a:lnTo>
                  <a:pt x="14122" y="19610"/>
                </a:lnTo>
                <a:lnTo>
                  <a:pt x="11815" y="28182"/>
                </a:lnTo>
                <a:lnTo>
                  <a:pt x="6020" y="41748"/>
                </a:lnTo>
                <a:lnTo>
                  <a:pt x="2165" y="24546"/>
                </a:lnTo>
                <a:lnTo>
                  <a:pt x="0" y="14885"/>
                </a:lnTo>
                <a:lnTo>
                  <a:pt x="1849" y="11918"/>
                </a:lnTo>
                <a:lnTo>
                  <a:pt x="3460" y="9335"/>
                </a:lnTo>
                <a:lnTo>
                  <a:pt x="6847" y="6517"/>
                </a:lnTo>
                <a:lnTo>
                  <a:pt x="8201" y="2377"/>
                </a:lnTo>
                <a:lnTo>
                  <a:pt x="9029" y="528"/>
                </a:lnTo>
                <a:lnTo>
                  <a:pt x="10907" y="269"/>
                </a:lnTo>
                <a:lnTo>
                  <a:pt x="12868" y="0"/>
                </a:lnTo>
                <a:lnTo>
                  <a:pt x="18211" y="3521"/>
                </a:lnTo>
                <a:close/>
              </a:path>
            </a:pathLst>
          </a:custGeom>
          <a:ln w="123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22" name="object 1722"/>
          <p:cNvSpPr/>
          <p:nvPr/>
        </p:nvSpPr>
        <p:spPr>
          <a:xfrm>
            <a:off x="6158161" y="3566570"/>
            <a:ext cx="14222" cy="29771"/>
          </a:xfrm>
          <a:custGeom>
            <a:avLst/>
            <a:gdLst/>
            <a:ahLst/>
            <a:cxnLst/>
            <a:rect l="l" t="t" r="r" b="b"/>
            <a:pathLst>
              <a:path w="14222" h="29771">
                <a:moveTo>
                  <a:pt x="1053" y="6782"/>
                </a:moveTo>
                <a:lnTo>
                  <a:pt x="0" y="8895"/>
                </a:lnTo>
                <a:lnTo>
                  <a:pt x="752" y="10394"/>
                </a:lnTo>
                <a:lnTo>
                  <a:pt x="2559" y="15766"/>
                </a:lnTo>
                <a:lnTo>
                  <a:pt x="3613" y="19290"/>
                </a:lnTo>
                <a:lnTo>
                  <a:pt x="5945" y="29771"/>
                </a:lnTo>
                <a:lnTo>
                  <a:pt x="7224" y="25720"/>
                </a:lnTo>
                <a:lnTo>
                  <a:pt x="6773" y="22371"/>
                </a:lnTo>
                <a:lnTo>
                  <a:pt x="6171" y="17175"/>
                </a:lnTo>
                <a:lnTo>
                  <a:pt x="6171" y="13387"/>
                </a:lnTo>
                <a:lnTo>
                  <a:pt x="6697" y="11979"/>
                </a:lnTo>
                <a:lnTo>
                  <a:pt x="6773" y="15237"/>
                </a:lnTo>
                <a:lnTo>
                  <a:pt x="7525" y="20963"/>
                </a:lnTo>
                <a:lnTo>
                  <a:pt x="8127" y="24133"/>
                </a:lnTo>
                <a:lnTo>
                  <a:pt x="9559" y="18673"/>
                </a:lnTo>
                <a:lnTo>
                  <a:pt x="11665" y="11275"/>
                </a:lnTo>
                <a:lnTo>
                  <a:pt x="8806" y="10659"/>
                </a:lnTo>
                <a:lnTo>
                  <a:pt x="7750" y="8631"/>
                </a:lnTo>
                <a:lnTo>
                  <a:pt x="9634" y="9863"/>
                </a:lnTo>
                <a:lnTo>
                  <a:pt x="12192" y="10218"/>
                </a:lnTo>
                <a:lnTo>
                  <a:pt x="14222" y="3436"/>
                </a:lnTo>
                <a:lnTo>
                  <a:pt x="10838" y="3524"/>
                </a:lnTo>
                <a:lnTo>
                  <a:pt x="7525" y="1936"/>
                </a:lnTo>
                <a:lnTo>
                  <a:pt x="5945" y="0"/>
                </a:lnTo>
                <a:lnTo>
                  <a:pt x="4666" y="3524"/>
                </a:lnTo>
                <a:lnTo>
                  <a:pt x="5343" y="6694"/>
                </a:lnTo>
                <a:lnTo>
                  <a:pt x="4215" y="4933"/>
                </a:lnTo>
                <a:lnTo>
                  <a:pt x="1053" y="6782"/>
                </a:lnTo>
                <a:close/>
              </a:path>
            </a:pathLst>
          </a:custGeom>
          <a:solidFill>
            <a:srgbClr val="DFDFD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23" name="object 1723"/>
          <p:cNvSpPr/>
          <p:nvPr/>
        </p:nvSpPr>
        <p:spPr>
          <a:xfrm>
            <a:off x="6160343" y="3548251"/>
            <a:ext cx="904" cy="6077"/>
          </a:xfrm>
          <a:custGeom>
            <a:avLst/>
            <a:gdLst/>
            <a:ahLst/>
            <a:cxnLst/>
            <a:rect l="l" t="t" r="r" b="b"/>
            <a:pathLst>
              <a:path w="904" h="6077">
                <a:moveTo>
                  <a:pt x="904" y="0"/>
                </a:moveTo>
                <a:lnTo>
                  <a:pt x="0" y="6077"/>
                </a:lnTo>
                <a:lnTo>
                  <a:pt x="904" y="0"/>
                </a:lnTo>
                <a:close/>
              </a:path>
            </a:pathLst>
          </a:custGeom>
          <a:solidFill>
            <a:srgbClr val="FFC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24" name="object 1724"/>
          <p:cNvSpPr/>
          <p:nvPr/>
        </p:nvSpPr>
        <p:spPr>
          <a:xfrm>
            <a:off x="6158838" y="3541644"/>
            <a:ext cx="16632" cy="27127"/>
          </a:xfrm>
          <a:custGeom>
            <a:avLst/>
            <a:gdLst/>
            <a:ahLst/>
            <a:cxnLst/>
            <a:rect l="l" t="t" r="r" b="b"/>
            <a:pathLst>
              <a:path w="16632" h="27127">
                <a:moveTo>
                  <a:pt x="14074" y="24838"/>
                </a:moveTo>
                <a:lnTo>
                  <a:pt x="14450" y="19818"/>
                </a:lnTo>
                <a:lnTo>
                  <a:pt x="15428" y="18055"/>
                </a:lnTo>
                <a:lnTo>
                  <a:pt x="16180" y="15501"/>
                </a:lnTo>
                <a:lnTo>
                  <a:pt x="16267" y="14131"/>
                </a:lnTo>
                <a:lnTo>
                  <a:pt x="16331" y="13124"/>
                </a:lnTo>
                <a:lnTo>
                  <a:pt x="16632" y="9864"/>
                </a:lnTo>
                <a:lnTo>
                  <a:pt x="16632" y="6870"/>
                </a:lnTo>
                <a:lnTo>
                  <a:pt x="15278" y="3786"/>
                </a:lnTo>
                <a:lnTo>
                  <a:pt x="13999" y="3433"/>
                </a:lnTo>
                <a:lnTo>
                  <a:pt x="13609" y="2450"/>
                </a:lnTo>
                <a:lnTo>
                  <a:pt x="12417" y="1496"/>
                </a:lnTo>
                <a:lnTo>
                  <a:pt x="11213" y="2289"/>
                </a:lnTo>
                <a:lnTo>
                  <a:pt x="10385" y="704"/>
                </a:lnTo>
                <a:lnTo>
                  <a:pt x="9031" y="175"/>
                </a:lnTo>
                <a:lnTo>
                  <a:pt x="7600" y="1584"/>
                </a:lnTo>
                <a:lnTo>
                  <a:pt x="7053" y="90"/>
                </a:lnTo>
                <a:lnTo>
                  <a:pt x="4967" y="0"/>
                </a:lnTo>
                <a:lnTo>
                  <a:pt x="3988" y="2993"/>
                </a:lnTo>
                <a:lnTo>
                  <a:pt x="3612" y="6958"/>
                </a:lnTo>
                <a:lnTo>
                  <a:pt x="3225" y="9449"/>
                </a:lnTo>
                <a:lnTo>
                  <a:pt x="3161" y="9864"/>
                </a:lnTo>
                <a:lnTo>
                  <a:pt x="2634" y="8719"/>
                </a:lnTo>
                <a:lnTo>
                  <a:pt x="2408" y="6606"/>
                </a:lnTo>
                <a:lnTo>
                  <a:pt x="601" y="3962"/>
                </a:lnTo>
                <a:lnTo>
                  <a:pt x="300" y="8015"/>
                </a:lnTo>
                <a:lnTo>
                  <a:pt x="210" y="8545"/>
                </a:lnTo>
                <a:lnTo>
                  <a:pt x="0" y="9775"/>
                </a:lnTo>
                <a:lnTo>
                  <a:pt x="1504" y="12684"/>
                </a:lnTo>
                <a:lnTo>
                  <a:pt x="2785" y="15413"/>
                </a:lnTo>
                <a:lnTo>
                  <a:pt x="5945" y="18143"/>
                </a:lnTo>
                <a:lnTo>
                  <a:pt x="6171" y="19199"/>
                </a:lnTo>
                <a:lnTo>
                  <a:pt x="6171" y="20611"/>
                </a:lnTo>
                <a:lnTo>
                  <a:pt x="5794" y="24045"/>
                </a:lnTo>
                <a:lnTo>
                  <a:pt x="10160" y="27127"/>
                </a:lnTo>
                <a:lnTo>
                  <a:pt x="13470" y="27127"/>
                </a:lnTo>
                <a:lnTo>
                  <a:pt x="13823" y="25791"/>
                </a:lnTo>
                <a:lnTo>
                  <a:pt x="14074" y="24838"/>
                </a:lnTo>
                <a:close/>
              </a:path>
            </a:pathLst>
          </a:custGeom>
          <a:solidFill>
            <a:srgbClr val="FFC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25" name="object 1725"/>
          <p:cNvSpPr/>
          <p:nvPr/>
        </p:nvSpPr>
        <p:spPr>
          <a:xfrm>
            <a:off x="6158838" y="3541644"/>
            <a:ext cx="16632" cy="27127"/>
          </a:xfrm>
          <a:custGeom>
            <a:avLst/>
            <a:gdLst/>
            <a:ahLst/>
            <a:cxnLst/>
            <a:rect l="l" t="t" r="r" b="b"/>
            <a:pathLst>
              <a:path w="16632" h="27127">
                <a:moveTo>
                  <a:pt x="7053" y="90"/>
                </a:moveTo>
                <a:lnTo>
                  <a:pt x="7600" y="1584"/>
                </a:lnTo>
                <a:lnTo>
                  <a:pt x="9031" y="175"/>
                </a:lnTo>
                <a:lnTo>
                  <a:pt x="10385" y="704"/>
                </a:lnTo>
                <a:lnTo>
                  <a:pt x="11213" y="2289"/>
                </a:lnTo>
                <a:lnTo>
                  <a:pt x="12417" y="1496"/>
                </a:lnTo>
                <a:lnTo>
                  <a:pt x="13609" y="2450"/>
                </a:lnTo>
                <a:lnTo>
                  <a:pt x="13999" y="3433"/>
                </a:lnTo>
                <a:lnTo>
                  <a:pt x="15278" y="3786"/>
                </a:lnTo>
                <a:lnTo>
                  <a:pt x="16632" y="6870"/>
                </a:lnTo>
                <a:lnTo>
                  <a:pt x="16632" y="9864"/>
                </a:lnTo>
                <a:lnTo>
                  <a:pt x="16331" y="13124"/>
                </a:lnTo>
                <a:lnTo>
                  <a:pt x="16267" y="14131"/>
                </a:lnTo>
                <a:lnTo>
                  <a:pt x="16180" y="15501"/>
                </a:lnTo>
                <a:lnTo>
                  <a:pt x="15428" y="18055"/>
                </a:lnTo>
                <a:lnTo>
                  <a:pt x="14450" y="19818"/>
                </a:lnTo>
                <a:lnTo>
                  <a:pt x="14074" y="24838"/>
                </a:lnTo>
                <a:lnTo>
                  <a:pt x="13823" y="25791"/>
                </a:lnTo>
                <a:lnTo>
                  <a:pt x="13470" y="27127"/>
                </a:lnTo>
                <a:lnTo>
                  <a:pt x="10160" y="27127"/>
                </a:lnTo>
                <a:lnTo>
                  <a:pt x="5794" y="24045"/>
                </a:lnTo>
                <a:lnTo>
                  <a:pt x="6171" y="20611"/>
                </a:lnTo>
                <a:lnTo>
                  <a:pt x="6171" y="19199"/>
                </a:lnTo>
                <a:lnTo>
                  <a:pt x="5945" y="18143"/>
                </a:lnTo>
                <a:lnTo>
                  <a:pt x="2785" y="15413"/>
                </a:lnTo>
                <a:lnTo>
                  <a:pt x="1504" y="12684"/>
                </a:lnTo>
                <a:lnTo>
                  <a:pt x="0" y="9775"/>
                </a:lnTo>
                <a:lnTo>
                  <a:pt x="210" y="8545"/>
                </a:lnTo>
                <a:lnTo>
                  <a:pt x="300" y="8015"/>
                </a:lnTo>
                <a:lnTo>
                  <a:pt x="601" y="3962"/>
                </a:lnTo>
                <a:lnTo>
                  <a:pt x="2408" y="6606"/>
                </a:lnTo>
                <a:lnTo>
                  <a:pt x="2634" y="8719"/>
                </a:lnTo>
                <a:lnTo>
                  <a:pt x="3161" y="9864"/>
                </a:lnTo>
                <a:lnTo>
                  <a:pt x="3225" y="9449"/>
                </a:lnTo>
                <a:lnTo>
                  <a:pt x="3612" y="6958"/>
                </a:lnTo>
                <a:lnTo>
                  <a:pt x="3988" y="2993"/>
                </a:lnTo>
                <a:lnTo>
                  <a:pt x="4967" y="0"/>
                </a:lnTo>
                <a:lnTo>
                  <a:pt x="7053" y="90"/>
                </a:lnTo>
                <a:close/>
              </a:path>
            </a:pathLst>
          </a:custGeom>
          <a:ln w="1260">
            <a:solidFill>
              <a:srgbClr val="401F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26" name="object 1726"/>
          <p:cNvSpPr/>
          <p:nvPr/>
        </p:nvSpPr>
        <p:spPr>
          <a:xfrm>
            <a:off x="6166137" y="3543141"/>
            <a:ext cx="8505" cy="10392"/>
          </a:xfrm>
          <a:custGeom>
            <a:avLst/>
            <a:gdLst/>
            <a:ahLst/>
            <a:cxnLst/>
            <a:rect l="l" t="t" r="r" b="b"/>
            <a:pathLst>
              <a:path w="8505" h="10392">
                <a:moveTo>
                  <a:pt x="679" y="7046"/>
                </a:moveTo>
                <a:lnTo>
                  <a:pt x="1431" y="3789"/>
                </a:lnTo>
                <a:lnTo>
                  <a:pt x="829" y="2377"/>
                </a:lnTo>
                <a:lnTo>
                  <a:pt x="376" y="176"/>
                </a:lnTo>
                <a:lnTo>
                  <a:pt x="0" y="0"/>
                </a:lnTo>
                <a:lnTo>
                  <a:pt x="453" y="2289"/>
                </a:lnTo>
                <a:lnTo>
                  <a:pt x="1130" y="3964"/>
                </a:lnTo>
                <a:lnTo>
                  <a:pt x="529" y="6694"/>
                </a:lnTo>
                <a:lnTo>
                  <a:pt x="679" y="7839"/>
                </a:lnTo>
                <a:lnTo>
                  <a:pt x="1582" y="8455"/>
                </a:lnTo>
                <a:lnTo>
                  <a:pt x="2259" y="8455"/>
                </a:lnTo>
                <a:lnTo>
                  <a:pt x="2710" y="8191"/>
                </a:lnTo>
                <a:lnTo>
                  <a:pt x="2785" y="8983"/>
                </a:lnTo>
                <a:lnTo>
                  <a:pt x="3237" y="9864"/>
                </a:lnTo>
                <a:lnTo>
                  <a:pt x="4139" y="9864"/>
                </a:lnTo>
                <a:lnTo>
                  <a:pt x="5192" y="9687"/>
                </a:lnTo>
                <a:lnTo>
                  <a:pt x="5719" y="8808"/>
                </a:lnTo>
                <a:lnTo>
                  <a:pt x="5945" y="9776"/>
                </a:lnTo>
                <a:lnTo>
                  <a:pt x="6396" y="10392"/>
                </a:lnTo>
                <a:lnTo>
                  <a:pt x="7301" y="10392"/>
                </a:lnTo>
                <a:lnTo>
                  <a:pt x="7602" y="9864"/>
                </a:lnTo>
                <a:lnTo>
                  <a:pt x="8505" y="8455"/>
                </a:lnTo>
                <a:lnTo>
                  <a:pt x="7451" y="9687"/>
                </a:lnTo>
                <a:lnTo>
                  <a:pt x="6850" y="10128"/>
                </a:lnTo>
                <a:lnTo>
                  <a:pt x="6321" y="9952"/>
                </a:lnTo>
                <a:lnTo>
                  <a:pt x="6096" y="9071"/>
                </a:lnTo>
                <a:lnTo>
                  <a:pt x="6171" y="8015"/>
                </a:lnTo>
                <a:lnTo>
                  <a:pt x="7076" y="6518"/>
                </a:lnTo>
                <a:lnTo>
                  <a:pt x="7001" y="5021"/>
                </a:lnTo>
                <a:lnTo>
                  <a:pt x="6624" y="3524"/>
                </a:lnTo>
                <a:lnTo>
                  <a:pt x="6775" y="5461"/>
                </a:lnTo>
                <a:lnTo>
                  <a:pt x="6850" y="6518"/>
                </a:lnTo>
                <a:lnTo>
                  <a:pt x="5644" y="8191"/>
                </a:lnTo>
                <a:lnTo>
                  <a:pt x="4892" y="9336"/>
                </a:lnTo>
                <a:lnTo>
                  <a:pt x="3688" y="9512"/>
                </a:lnTo>
                <a:lnTo>
                  <a:pt x="3011" y="8983"/>
                </a:lnTo>
                <a:lnTo>
                  <a:pt x="3086" y="7750"/>
                </a:lnTo>
                <a:lnTo>
                  <a:pt x="3688" y="6430"/>
                </a:lnTo>
                <a:lnTo>
                  <a:pt x="4290" y="5285"/>
                </a:lnTo>
                <a:lnTo>
                  <a:pt x="4290" y="4229"/>
                </a:lnTo>
                <a:lnTo>
                  <a:pt x="4064" y="2905"/>
                </a:lnTo>
                <a:lnTo>
                  <a:pt x="3914" y="968"/>
                </a:lnTo>
                <a:lnTo>
                  <a:pt x="3463" y="704"/>
                </a:lnTo>
                <a:lnTo>
                  <a:pt x="3613" y="2817"/>
                </a:lnTo>
                <a:lnTo>
                  <a:pt x="3914" y="4757"/>
                </a:lnTo>
                <a:lnTo>
                  <a:pt x="3312" y="6166"/>
                </a:lnTo>
                <a:lnTo>
                  <a:pt x="2710" y="7927"/>
                </a:lnTo>
                <a:lnTo>
                  <a:pt x="1807" y="8103"/>
                </a:lnTo>
                <a:lnTo>
                  <a:pt x="1130" y="7750"/>
                </a:lnTo>
                <a:lnTo>
                  <a:pt x="679" y="7046"/>
                </a:lnTo>
                <a:close/>
              </a:path>
            </a:pathLst>
          </a:custGeom>
          <a:solidFill>
            <a:srgbClr val="401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27" name="object 1727"/>
          <p:cNvSpPr/>
          <p:nvPr/>
        </p:nvSpPr>
        <p:spPr>
          <a:xfrm>
            <a:off x="6167795" y="3548779"/>
            <a:ext cx="1354" cy="440"/>
          </a:xfrm>
          <a:custGeom>
            <a:avLst/>
            <a:gdLst/>
            <a:ahLst/>
            <a:cxnLst/>
            <a:rect l="l" t="t" r="r" b="b"/>
            <a:pathLst>
              <a:path w="1354" h="440">
                <a:moveTo>
                  <a:pt x="375" y="0"/>
                </a:moveTo>
                <a:lnTo>
                  <a:pt x="0" y="440"/>
                </a:lnTo>
                <a:lnTo>
                  <a:pt x="451" y="352"/>
                </a:lnTo>
                <a:lnTo>
                  <a:pt x="1354" y="352"/>
                </a:lnTo>
                <a:lnTo>
                  <a:pt x="375" y="0"/>
                </a:lnTo>
                <a:close/>
              </a:path>
            </a:pathLst>
          </a:custGeom>
          <a:solidFill>
            <a:srgbClr val="401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28" name="object 1728"/>
          <p:cNvSpPr/>
          <p:nvPr/>
        </p:nvSpPr>
        <p:spPr>
          <a:xfrm>
            <a:off x="6169600" y="3550363"/>
            <a:ext cx="1805" cy="704"/>
          </a:xfrm>
          <a:custGeom>
            <a:avLst/>
            <a:gdLst/>
            <a:ahLst/>
            <a:cxnLst/>
            <a:rect l="l" t="t" r="r" b="b"/>
            <a:pathLst>
              <a:path w="1805" h="704">
                <a:moveTo>
                  <a:pt x="1128" y="87"/>
                </a:moveTo>
                <a:lnTo>
                  <a:pt x="375" y="0"/>
                </a:lnTo>
                <a:lnTo>
                  <a:pt x="0" y="704"/>
                </a:lnTo>
                <a:lnTo>
                  <a:pt x="526" y="264"/>
                </a:lnTo>
                <a:lnTo>
                  <a:pt x="978" y="176"/>
                </a:lnTo>
                <a:lnTo>
                  <a:pt x="1805" y="528"/>
                </a:lnTo>
                <a:lnTo>
                  <a:pt x="1504" y="264"/>
                </a:lnTo>
                <a:lnTo>
                  <a:pt x="1128" y="87"/>
                </a:lnTo>
                <a:close/>
              </a:path>
            </a:pathLst>
          </a:custGeom>
          <a:solidFill>
            <a:srgbClr val="401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29" name="object 1729"/>
          <p:cNvSpPr/>
          <p:nvPr/>
        </p:nvSpPr>
        <p:spPr>
          <a:xfrm>
            <a:off x="6172762" y="3551508"/>
            <a:ext cx="1354" cy="351"/>
          </a:xfrm>
          <a:custGeom>
            <a:avLst/>
            <a:gdLst/>
            <a:ahLst/>
            <a:cxnLst/>
            <a:rect l="l" t="t" r="r" b="b"/>
            <a:pathLst>
              <a:path w="1354" h="351">
                <a:moveTo>
                  <a:pt x="752" y="0"/>
                </a:moveTo>
                <a:lnTo>
                  <a:pt x="300" y="0"/>
                </a:lnTo>
                <a:lnTo>
                  <a:pt x="0" y="175"/>
                </a:lnTo>
                <a:lnTo>
                  <a:pt x="752" y="87"/>
                </a:lnTo>
                <a:lnTo>
                  <a:pt x="978" y="263"/>
                </a:lnTo>
                <a:lnTo>
                  <a:pt x="1354" y="351"/>
                </a:lnTo>
                <a:lnTo>
                  <a:pt x="752" y="0"/>
                </a:lnTo>
                <a:close/>
              </a:path>
            </a:pathLst>
          </a:custGeom>
          <a:solidFill>
            <a:srgbClr val="401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30" name="object 1730"/>
          <p:cNvSpPr/>
          <p:nvPr/>
        </p:nvSpPr>
        <p:spPr>
          <a:xfrm>
            <a:off x="6167042" y="3553005"/>
            <a:ext cx="2031" cy="5726"/>
          </a:xfrm>
          <a:custGeom>
            <a:avLst/>
            <a:gdLst/>
            <a:ahLst/>
            <a:cxnLst/>
            <a:rect l="l" t="t" r="r" b="b"/>
            <a:pathLst>
              <a:path w="2031" h="5726">
                <a:moveTo>
                  <a:pt x="0" y="0"/>
                </a:moveTo>
                <a:lnTo>
                  <a:pt x="1128" y="1410"/>
                </a:lnTo>
                <a:lnTo>
                  <a:pt x="1654" y="3259"/>
                </a:lnTo>
                <a:lnTo>
                  <a:pt x="1730" y="5726"/>
                </a:lnTo>
                <a:lnTo>
                  <a:pt x="2031" y="3788"/>
                </a:lnTo>
                <a:lnTo>
                  <a:pt x="1880" y="2203"/>
                </a:lnTo>
                <a:lnTo>
                  <a:pt x="1579" y="1499"/>
                </a:lnTo>
                <a:lnTo>
                  <a:pt x="0" y="0"/>
                </a:lnTo>
                <a:close/>
              </a:path>
            </a:pathLst>
          </a:custGeom>
          <a:solidFill>
            <a:srgbClr val="401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31" name="object 1731"/>
          <p:cNvSpPr/>
          <p:nvPr/>
        </p:nvSpPr>
        <p:spPr>
          <a:xfrm>
            <a:off x="6162150" y="3550716"/>
            <a:ext cx="3310" cy="1936"/>
          </a:xfrm>
          <a:custGeom>
            <a:avLst/>
            <a:gdLst/>
            <a:ahLst/>
            <a:cxnLst/>
            <a:rect l="l" t="t" r="r" b="b"/>
            <a:pathLst>
              <a:path w="3310" h="1936">
                <a:moveTo>
                  <a:pt x="1279" y="1056"/>
                </a:moveTo>
                <a:lnTo>
                  <a:pt x="3310" y="1936"/>
                </a:lnTo>
                <a:lnTo>
                  <a:pt x="1880" y="703"/>
                </a:lnTo>
                <a:lnTo>
                  <a:pt x="74" y="0"/>
                </a:lnTo>
                <a:lnTo>
                  <a:pt x="0" y="880"/>
                </a:lnTo>
                <a:lnTo>
                  <a:pt x="1279" y="1056"/>
                </a:lnTo>
                <a:close/>
              </a:path>
            </a:pathLst>
          </a:custGeom>
          <a:solidFill>
            <a:srgbClr val="401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32" name="object 1732"/>
          <p:cNvSpPr/>
          <p:nvPr/>
        </p:nvSpPr>
        <p:spPr>
          <a:xfrm>
            <a:off x="6166363" y="3559435"/>
            <a:ext cx="2559" cy="2555"/>
          </a:xfrm>
          <a:custGeom>
            <a:avLst/>
            <a:gdLst/>
            <a:ahLst/>
            <a:cxnLst/>
            <a:rect l="l" t="t" r="r" b="b"/>
            <a:pathLst>
              <a:path w="2559" h="2555">
                <a:moveTo>
                  <a:pt x="1356" y="1673"/>
                </a:moveTo>
                <a:lnTo>
                  <a:pt x="0" y="2555"/>
                </a:lnTo>
                <a:lnTo>
                  <a:pt x="1732" y="1939"/>
                </a:lnTo>
                <a:lnTo>
                  <a:pt x="2559" y="0"/>
                </a:lnTo>
                <a:lnTo>
                  <a:pt x="1356" y="1673"/>
                </a:lnTo>
                <a:close/>
              </a:path>
            </a:pathLst>
          </a:custGeom>
          <a:solidFill>
            <a:srgbClr val="401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33" name="object 1733"/>
          <p:cNvSpPr/>
          <p:nvPr/>
        </p:nvSpPr>
        <p:spPr>
          <a:xfrm>
            <a:off x="6169976" y="3557851"/>
            <a:ext cx="2558" cy="2729"/>
          </a:xfrm>
          <a:custGeom>
            <a:avLst/>
            <a:gdLst/>
            <a:ahLst/>
            <a:cxnLst/>
            <a:rect l="l" t="t" r="r" b="b"/>
            <a:pathLst>
              <a:path w="2558" h="2729">
                <a:moveTo>
                  <a:pt x="150" y="703"/>
                </a:moveTo>
                <a:lnTo>
                  <a:pt x="225" y="1584"/>
                </a:lnTo>
                <a:lnTo>
                  <a:pt x="827" y="2465"/>
                </a:lnTo>
                <a:lnTo>
                  <a:pt x="2558" y="2729"/>
                </a:lnTo>
                <a:lnTo>
                  <a:pt x="1504" y="2200"/>
                </a:lnTo>
                <a:lnTo>
                  <a:pt x="225" y="968"/>
                </a:lnTo>
                <a:lnTo>
                  <a:pt x="0" y="0"/>
                </a:lnTo>
                <a:lnTo>
                  <a:pt x="150" y="703"/>
                </a:lnTo>
                <a:close/>
              </a:path>
            </a:pathLst>
          </a:custGeom>
          <a:solidFill>
            <a:srgbClr val="401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34" name="object 1734"/>
          <p:cNvSpPr/>
          <p:nvPr/>
        </p:nvSpPr>
        <p:spPr>
          <a:xfrm>
            <a:off x="6152441" y="3539267"/>
            <a:ext cx="13244" cy="12152"/>
          </a:xfrm>
          <a:custGeom>
            <a:avLst/>
            <a:gdLst/>
            <a:ahLst/>
            <a:cxnLst/>
            <a:rect l="l" t="t" r="r" b="b"/>
            <a:pathLst>
              <a:path w="13244" h="12152">
                <a:moveTo>
                  <a:pt x="5016" y="1073"/>
                </a:moveTo>
                <a:lnTo>
                  <a:pt x="1958" y="0"/>
                </a:lnTo>
                <a:lnTo>
                  <a:pt x="0" y="6691"/>
                </a:lnTo>
                <a:lnTo>
                  <a:pt x="2611" y="7576"/>
                </a:lnTo>
                <a:lnTo>
                  <a:pt x="6246" y="8807"/>
                </a:lnTo>
                <a:lnTo>
                  <a:pt x="10913" y="12152"/>
                </a:lnTo>
                <a:lnTo>
                  <a:pt x="13244" y="5810"/>
                </a:lnTo>
                <a:lnTo>
                  <a:pt x="12341" y="5124"/>
                </a:lnTo>
                <a:lnTo>
                  <a:pt x="8730" y="2377"/>
                </a:lnTo>
                <a:lnTo>
                  <a:pt x="5016" y="107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35" name="object 1735"/>
          <p:cNvSpPr/>
          <p:nvPr/>
        </p:nvSpPr>
        <p:spPr>
          <a:xfrm>
            <a:off x="6152441" y="3539267"/>
            <a:ext cx="13244" cy="12152"/>
          </a:xfrm>
          <a:custGeom>
            <a:avLst/>
            <a:gdLst/>
            <a:ahLst/>
            <a:cxnLst/>
            <a:rect l="l" t="t" r="r" b="b"/>
            <a:pathLst>
              <a:path w="13244" h="12152">
                <a:moveTo>
                  <a:pt x="5016" y="1073"/>
                </a:moveTo>
                <a:lnTo>
                  <a:pt x="8730" y="2377"/>
                </a:lnTo>
                <a:lnTo>
                  <a:pt x="12341" y="5124"/>
                </a:lnTo>
                <a:lnTo>
                  <a:pt x="13244" y="5810"/>
                </a:lnTo>
                <a:lnTo>
                  <a:pt x="10913" y="12152"/>
                </a:lnTo>
                <a:lnTo>
                  <a:pt x="6246" y="8807"/>
                </a:lnTo>
                <a:lnTo>
                  <a:pt x="2611" y="7576"/>
                </a:lnTo>
                <a:lnTo>
                  <a:pt x="0" y="6691"/>
                </a:lnTo>
                <a:lnTo>
                  <a:pt x="1958" y="0"/>
                </a:lnTo>
                <a:lnTo>
                  <a:pt x="5016" y="1073"/>
                </a:lnTo>
                <a:close/>
              </a:path>
            </a:pathLst>
          </a:custGeom>
          <a:ln w="131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36" name="object 1736"/>
          <p:cNvSpPr/>
          <p:nvPr/>
        </p:nvSpPr>
        <p:spPr>
          <a:xfrm>
            <a:off x="6160420" y="3544374"/>
            <a:ext cx="3159" cy="3259"/>
          </a:xfrm>
          <a:custGeom>
            <a:avLst/>
            <a:gdLst/>
            <a:ahLst/>
            <a:cxnLst/>
            <a:rect l="l" t="t" r="r" b="b"/>
            <a:pathLst>
              <a:path w="3159" h="3259">
                <a:moveTo>
                  <a:pt x="2483" y="0"/>
                </a:moveTo>
                <a:lnTo>
                  <a:pt x="0" y="2115"/>
                </a:lnTo>
                <a:lnTo>
                  <a:pt x="3159" y="3259"/>
                </a:lnTo>
                <a:lnTo>
                  <a:pt x="248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37" name="object 1737"/>
          <p:cNvSpPr/>
          <p:nvPr/>
        </p:nvSpPr>
        <p:spPr>
          <a:xfrm>
            <a:off x="6160420" y="3544374"/>
            <a:ext cx="3159" cy="3259"/>
          </a:xfrm>
          <a:custGeom>
            <a:avLst/>
            <a:gdLst/>
            <a:ahLst/>
            <a:cxnLst/>
            <a:rect l="l" t="t" r="r" b="b"/>
            <a:pathLst>
              <a:path w="3159" h="3259">
                <a:moveTo>
                  <a:pt x="2483" y="0"/>
                </a:moveTo>
                <a:lnTo>
                  <a:pt x="3159" y="3259"/>
                </a:lnTo>
                <a:lnTo>
                  <a:pt x="0" y="2115"/>
                </a:lnTo>
                <a:lnTo>
                  <a:pt x="2483" y="0"/>
                </a:lnTo>
                <a:close/>
              </a:path>
            </a:pathLst>
          </a:custGeom>
          <a:ln w="130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38" name="object 1738"/>
          <p:cNvSpPr/>
          <p:nvPr/>
        </p:nvSpPr>
        <p:spPr>
          <a:xfrm>
            <a:off x="6158838" y="3545518"/>
            <a:ext cx="3161" cy="7927"/>
          </a:xfrm>
          <a:custGeom>
            <a:avLst/>
            <a:gdLst/>
            <a:ahLst/>
            <a:cxnLst/>
            <a:rect l="l" t="t" r="r" b="b"/>
            <a:pathLst>
              <a:path w="3161" h="7927">
                <a:moveTo>
                  <a:pt x="2408" y="4492"/>
                </a:moveTo>
                <a:lnTo>
                  <a:pt x="2333" y="2996"/>
                </a:lnTo>
                <a:lnTo>
                  <a:pt x="451" y="0"/>
                </a:lnTo>
                <a:lnTo>
                  <a:pt x="74" y="2732"/>
                </a:lnTo>
                <a:lnTo>
                  <a:pt x="225" y="4229"/>
                </a:lnTo>
                <a:lnTo>
                  <a:pt x="0" y="5726"/>
                </a:lnTo>
                <a:lnTo>
                  <a:pt x="451" y="7927"/>
                </a:lnTo>
                <a:lnTo>
                  <a:pt x="3161" y="6078"/>
                </a:lnTo>
                <a:lnTo>
                  <a:pt x="2408" y="4492"/>
                </a:lnTo>
                <a:close/>
              </a:path>
            </a:pathLst>
          </a:custGeom>
          <a:solidFill>
            <a:srgbClr val="FFC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39" name="object 1739"/>
          <p:cNvSpPr/>
          <p:nvPr/>
        </p:nvSpPr>
        <p:spPr>
          <a:xfrm>
            <a:off x="6158838" y="3545518"/>
            <a:ext cx="3161" cy="7927"/>
          </a:xfrm>
          <a:custGeom>
            <a:avLst/>
            <a:gdLst/>
            <a:ahLst/>
            <a:cxnLst/>
            <a:rect l="l" t="t" r="r" b="b"/>
            <a:pathLst>
              <a:path w="3161" h="7927">
                <a:moveTo>
                  <a:pt x="2333" y="2996"/>
                </a:moveTo>
                <a:lnTo>
                  <a:pt x="2408" y="4492"/>
                </a:lnTo>
                <a:lnTo>
                  <a:pt x="3161" y="6078"/>
                </a:lnTo>
                <a:lnTo>
                  <a:pt x="451" y="7927"/>
                </a:lnTo>
                <a:lnTo>
                  <a:pt x="0" y="5726"/>
                </a:lnTo>
                <a:lnTo>
                  <a:pt x="225" y="4229"/>
                </a:lnTo>
                <a:lnTo>
                  <a:pt x="74" y="2732"/>
                </a:lnTo>
                <a:lnTo>
                  <a:pt x="451" y="0"/>
                </a:lnTo>
                <a:lnTo>
                  <a:pt x="2333" y="2996"/>
                </a:lnTo>
                <a:close/>
              </a:path>
            </a:pathLst>
          </a:custGeom>
          <a:ln w="1232">
            <a:solidFill>
              <a:srgbClr val="401F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40" name="object 1740"/>
          <p:cNvSpPr/>
          <p:nvPr/>
        </p:nvSpPr>
        <p:spPr>
          <a:xfrm>
            <a:off x="6159966" y="3551420"/>
            <a:ext cx="2333" cy="2644"/>
          </a:xfrm>
          <a:custGeom>
            <a:avLst/>
            <a:gdLst/>
            <a:ahLst/>
            <a:cxnLst/>
            <a:rect l="l" t="t" r="r" b="b"/>
            <a:pathLst>
              <a:path w="2333" h="2644">
                <a:moveTo>
                  <a:pt x="1582" y="0"/>
                </a:moveTo>
                <a:lnTo>
                  <a:pt x="0" y="2025"/>
                </a:lnTo>
                <a:lnTo>
                  <a:pt x="604" y="2644"/>
                </a:lnTo>
                <a:lnTo>
                  <a:pt x="2333" y="352"/>
                </a:lnTo>
                <a:lnTo>
                  <a:pt x="1582" y="0"/>
                </a:lnTo>
                <a:close/>
              </a:path>
            </a:pathLst>
          </a:custGeom>
          <a:solidFill>
            <a:srgbClr val="FFC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41" name="object 1741"/>
          <p:cNvSpPr/>
          <p:nvPr/>
        </p:nvSpPr>
        <p:spPr>
          <a:xfrm>
            <a:off x="6163504" y="3543141"/>
            <a:ext cx="3162" cy="5813"/>
          </a:xfrm>
          <a:custGeom>
            <a:avLst/>
            <a:gdLst/>
            <a:ahLst/>
            <a:cxnLst/>
            <a:rect l="l" t="t" r="r" b="b"/>
            <a:pathLst>
              <a:path w="3162" h="5813">
                <a:moveTo>
                  <a:pt x="2858" y="0"/>
                </a:moveTo>
                <a:lnTo>
                  <a:pt x="0" y="87"/>
                </a:lnTo>
                <a:lnTo>
                  <a:pt x="225" y="1673"/>
                </a:lnTo>
                <a:lnTo>
                  <a:pt x="376" y="2289"/>
                </a:lnTo>
                <a:lnTo>
                  <a:pt x="451" y="3260"/>
                </a:lnTo>
                <a:lnTo>
                  <a:pt x="2181" y="5813"/>
                </a:lnTo>
                <a:lnTo>
                  <a:pt x="3162" y="2905"/>
                </a:lnTo>
                <a:lnTo>
                  <a:pt x="2858" y="0"/>
                </a:lnTo>
                <a:close/>
              </a:path>
            </a:pathLst>
          </a:custGeom>
          <a:solidFill>
            <a:srgbClr val="FFC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42" name="object 1742"/>
          <p:cNvSpPr/>
          <p:nvPr/>
        </p:nvSpPr>
        <p:spPr>
          <a:xfrm>
            <a:off x="6163504" y="3543141"/>
            <a:ext cx="3162" cy="5813"/>
          </a:xfrm>
          <a:custGeom>
            <a:avLst/>
            <a:gdLst/>
            <a:ahLst/>
            <a:cxnLst/>
            <a:rect l="l" t="t" r="r" b="b"/>
            <a:pathLst>
              <a:path w="3162" h="5813">
                <a:moveTo>
                  <a:pt x="2858" y="0"/>
                </a:moveTo>
                <a:lnTo>
                  <a:pt x="3162" y="2905"/>
                </a:lnTo>
                <a:lnTo>
                  <a:pt x="2181" y="5813"/>
                </a:lnTo>
                <a:lnTo>
                  <a:pt x="451" y="3260"/>
                </a:lnTo>
                <a:lnTo>
                  <a:pt x="376" y="2289"/>
                </a:lnTo>
                <a:lnTo>
                  <a:pt x="225" y="1673"/>
                </a:lnTo>
                <a:lnTo>
                  <a:pt x="0" y="87"/>
                </a:lnTo>
                <a:lnTo>
                  <a:pt x="2858" y="0"/>
                </a:lnTo>
                <a:close/>
              </a:path>
            </a:pathLst>
          </a:custGeom>
          <a:ln w="1250">
            <a:solidFill>
              <a:srgbClr val="401F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43" name="object 1743"/>
          <p:cNvSpPr/>
          <p:nvPr/>
        </p:nvSpPr>
        <p:spPr>
          <a:xfrm>
            <a:off x="6164632" y="3546314"/>
            <a:ext cx="1579" cy="1584"/>
          </a:xfrm>
          <a:custGeom>
            <a:avLst/>
            <a:gdLst/>
            <a:ahLst/>
            <a:cxnLst/>
            <a:rect l="l" t="t" r="r" b="b"/>
            <a:pathLst>
              <a:path w="1579" h="1584">
                <a:moveTo>
                  <a:pt x="75" y="1584"/>
                </a:moveTo>
                <a:lnTo>
                  <a:pt x="225" y="616"/>
                </a:lnTo>
                <a:lnTo>
                  <a:pt x="376" y="351"/>
                </a:lnTo>
                <a:lnTo>
                  <a:pt x="1579" y="439"/>
                </a:lnTo>
                <a:lnTo>
                  <a:pt x="828" y="0"/>
                </a:lnTo>
                <a:lnTo>
                  <a:pt x="225" y="87"/>
                </a:lnTo>
                <a:lnTo>
                  <a:pt x="0" y="439"/>
                </a:lnTo>
                <a:lnTo>
                  <a:pt x="75" y="1584"/>
                </a:lnTo>
                <a:close/>
              </a:path>
            </a:pathLst>
          </a:custGeom>
          <a:solidFill>
            <a:srgbClr val="401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44" name="object 1744"/>
          <p:cNvSpPr/>
          <p:nvPr/>
        </p:nvSpPr>
        <p:spPr>
          <a:xfrm>
            <a:off x="6184425" y="3734448"/>
            <a:ext cx="45607" cy="27393"/>
          </a:xfrm>
          <a:custGeom>
            <a:avLst/>
            <a:gdLst/>
            <a:ahLst/>
            <a:cxnLst/>
            <a:rect l="l" t="t" r="r" b="b"/>
            <a:pathLst>
              <a:path w="45607" h="27393">
                <a:moveTo>
                  <a:pt x="32912" y="15433"/>
                </a:moveTo>
                <a:lnTo>
                  <a:pt x="30027" y="14621"/>
                </a:lnTo>
                <a:lnTo>
                  <a:pt x="18062" y="8017"/>
                </a:lnTo>
                <a:lnTo>
                  <a:pt x="18438" y="882"/>
                </a:lnTo>
                <a:lnTo>
                  <a:pt x="9495" y="336"/>
                </a:lnTo>
                <a:lnTo>
                  <a:pt x="3989" y="0"/>
                </a:lnTo>
                <a:lnTo>
                  <a:pt x="3538" y="7046"/>
                </a:lnTo>
                <a:lnTo>
                  <a:pt x="1205" y="10394"/>
                </a:lnTo>
                <a:lnTo>
                  <a:pt x="526" y="12081"/>
                </a:lnTo>
                <a:lnTo>
                  <a:pt x="0" y="13388"/>
                </a:lnTo>
                <a:lnTo>
                  <a:pt x="0" y="18673"/>
                </a:lnTo>
                <a:lnTo>
                  <a:pt x="451" y="20875"/>
                </a:lnTo>
                <a:lnTo>
                  <a:pt x="451" y="24575"/>
                </a:lnTo>
                <a:lnTo>
                  <a:pt x="4892" y="25544"/>
                </a:lnTo>
                <a:lnTo>
                  <a:pt x="12117" y="25808"/>
                </a:lnTo>
                <a:lnTo>
                  <a:pt x="12418" y="23695"/>
                </a:lnTo>
                <a:lnTo>
                  <a:pt x="18062" y="25544"/>
                </a:lnTo>
                <a:lnTo>
                  <a:pt x="27244" y="27393"/>
                </a:lnTo>
                <a:lnTo>
                  <a:pt x="38082" y="26513"/>
                </a:lnTo>
                <a:lnTo>
                  <a:pt x="40224" y="25808"/>
                </a:lnTo>
                <a:lnTo>
                  <a:pt x="45306" y="24136"/>
                </a:lnTo>
                <a:lnTo>
                  <a:pt x="45607" y="20347"/>
                </a:lnTo>
                <a:lnTo>
                  <a:pt x="42113" y="18524"/>
                </a:lnTo>
                <a:lnTo>
                  <a:pt x="40037" y="17441"/>
                </a:lnTo>
                <a:lnTo>
                  <a:pt x="32912" y="15433"/>
                </a:lnTo>
                <a:close/>
              </a:path>
            </a:pathLst>
          </a:custGeom>
          <a:solidFill>
            <a:srgbClr val="5F5F5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45" name="object 1745"/>
          <p:cNvSpPr/>
          <p:nvPr/>
        </p:nvSpPr>
        <p:spPr>
          <a:xfrm>
            <a:off x="6184425" y="3734448"/>
            <a:ext cx="45607" cy="27393"/>
          </a:xfrm>
          <a:custGeom>
            <a:avLst/>
            <a:gdLst/>
            <a:ahLst/>
            <a:cxnLst/>
            <a:rect l="l" t="t" r="r" b="b"/>
            <a:pathLst>
              <a:path w="45607" h="27393">
                <a:moveTo>
                  <a:pt x="9495" y="336"/>
                </a:moveTo>
                <a:lnTo>
                  <a:pt x="18438" y="882"/>
                </a:lnTo>
                <a:lnTo>
                  <a:pt x="18062" y="8017"/>
                </a:lnTo>
                <a:lnTo>
                  <a:pt x="30027" y="14621"/>
                </a:lnTo>
                <a:lnTo>
                  <a:pt x="32912" y="15433"/>
                </a:lnTo>
                <a:lnTo>
                  <a:pt x="40037" y="17441"/>
                </a:lnTo>
                <a:lnTo>
                  <a:pt x="42113" y="18524"/>
                </a:lnTo>
                <a:lnTo>
                  <a:pt x="45607" y="20347"/>
                </a:lnTo>
                <a:lnTo>
                  <a:pt x="45306" y="24136"/>
                </a:lnTo>
                <a:lnTo>
                  <a:pt x="40224" y="25808"/>
                </a:lnTo>
                <a:lnTo>
                  <a:pt x="38082" y="26513"/>
                </a:lnTo>
                <a:lnTo>
                  <a:pt x="27244" y="27393"/>
                </a:lnTo>
                <a:lnTo>
                  <a:pt x="18062" y="25544"/>
                </a:lnTo>
                <a:lnTo>
                  <a:pt x="12418" y="23695"/>
                </a:lnTo>
                <a:lnTo>
                  <a:pt x="12117" y="25808"/>
                </a:lnTo>
                <a:lnTo>
                  <a:pt x="4892" y="25544"/>
                </a:lnTo>
                <a:lnTo>
                  <a:pt x="451" y="24575"/>
                </a:lnTo>
                <a:lnTo>
                  <a:pt x="451" y="20875"/>
                </a:lnTo>
                <a:lnTo>
                  <a:pt x="0" y="18673"/>
                </a:lnTo>
                <a:lnTo>
                  <a:pt x="0" y="13388"/>
                </a:lnTo>
                <a:lnTo>
                  <a:pt x="526" y="12081"/>
                </a:lnTo>
                <a:lnTo>
                  <a:pt x="1205" y="10394"/>
                </a:lnTo>
                <a:lnTo>
                  <a:pt x="3538" y="7046"/>
                </a:lnTo>
                <a:lnTo>
                  <a:pt x="3989" y="0"/>
                </a:lnTo>
                <a:lnTo>
                  <a:pt x="9495" y="336"/>
                </a:lnTo>
                <a:close/>
              </a:path>
            </a:pathLst>
          </a:custGeom>
          <a:ln w="135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46" name="object 1746"/>
          <p:cNvSpPr/>
          <p:nvPr/>
        </p:nvSpPr>
        <p:spPr>
          <a:xfrm>
            <a:off x="6199629" y="3744227"/>
            <a:ext cx="13696" cy="8543"/>
          </a:xfrm>
          <a:custGeom>
            <a:avLst/>
            <a:gdLst/>
            <a:ahLst/>
            <a:cxnLst/>
            <a:rect l="l" t="t" r="r" b="b"/>
            <a:pathLst>
              <a:path w="13696" h="8543">
                <a:moveTo>
                  <a:pt x="3460" y="0"/>
                </a:moveTo>
                <a:lnTo>
                  <a:pt x="0" y="4489"/>
                </a:lnTo>
                <a:lnTo>
                  <a:pt x="12266" y="8543"/>
                </a:lnTo>
                <a:lnTo>
                  <a:pt x="13696" y="5459"/>
                </a:lnTo>
                <a:lnTo>
                  <a:pt x="3460" y="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47" name="object 1747"/>
          <p:cNvSpPr/>
          <p:nvPr/>
        </p:nvSpPr>
        <p:spPr>
          <a:xfrm>
            <a:off x="6213174" y="3750217"/>
            <a:ext cx="15429" cy="5194"/>
          </a:xfrm>
          <a:custGeom>
            <a:avLst/>
            <a:gdLst/>
            <a:ahLst/>
            <a:cxnLst/>
            <a:rect l="l" t="t" r="r" b="b"/>
            <a:pathLst>
              <a:path w="15429" h="5194">
                <a:moveTo>
                  <a:pt x="1805" y="0"/>
                </a:moveTo>
                <a:lnTo>
                  <a:pt x="0" y="2465"/>
                </a:lnTo>
                <a:lnTo>
                  <a:pt x="7600" y="4754"/>
                </a:lnTo>
                <a:lnTo>
                  <a:pt x="11138" y="5194"/>
                </a:lnTo>
                <a:lnTo>
                  <a:pt x="15429" y="4931"/>
                </a:lnTo>
                <a:lnTo>
                  <a:pt x="10913" y="2289"/>
                </a:lnTo>
                <a:lnTo>
                  <a:pt x="1805" y="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48" name="object 1748"/>
          <p:cNvSpPr/>
          <p:nvPr/>
        </p:nvSpPr>
        <p:spPr>
          <a:xfrm>
            <a:off x="6184802" y="3744227"/>
            <a:ext cx="44177" cy="16206"/>
          </a:xfrm>
          <a:custGeom>
            <a:avLst/>
            <a:gdLst/>
            <a:ahLst/>
            <a:cxnLst/>
            <a:rect l="l" t="t" r="r" b="b"/>
            <a:pathLst>
              <a:path w="44177" h="16206">
                <a:moveTo>
                  <a:pt x="0" y="3345"/>
                </a:moveTo>
                <a:lnTo>
                  <a:pt x="0" y="10215"/>
                </a:lnTo>
                <a:lnTo>
                  <a:pt x="3237" y="11272"/>
                </a:lnTo>
                <a:lnTo>
                  <a:pt x="11213" y="12505"/>
                </a:lnTo>
                <a:lnTo>
                  <a:pt x="14375" y="12945"/>
                </a:lnTo>
                <a:lnTo>
                  <a:pt x="19644" y="15149"/>
                </a:lnTo>
                <a:lnTo>
                  <a:pt x="25589" y="16206"/>
                </a:lnTo>
                <a:lnTo>
                  <a:pt x="36424" y="16206"/>
                </a:lnTo>
                <a:lnTo>
                  <a:pt x="44177" y="13740"/>
                </a:lnTo>
                <a:lnTo>
                  <a:pt x="44177" y="11272"/>
                </a:lnTo>
                <a:lnTo>
                  <a:pt x="38383" y="11977"/>
                </a:lnTo>
                <a:lnTo>
                  <a:pt x="29124" y="10392"/>
                </a:lnTo>
                <a:lnTo>
                  <a:pt x="23781" y="8983"/>
                </a:lnTo>
                <a:lnTo>
                  <a:pt x="13547" y="5106"/>
                </a:lnTo>
                <a:lnTo>
                  <a:pt x="9182" y="4489"/>
                </a:lnTo>
                <a:lnTo>
                  <a:pt x="4817" y="2640"/>
                </a:lnTo>
                <a:lnTo>
                  <a:pt x="2634" y="0"/>
                </a:lnTo>
                <a:lnTo>
                  <a:pt x="0" y="3345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49" name="object 1749"/>
          <p:cNvSpPr/>
          <p:nvPr/>
        </p:nvSpPr>
        <p:spPr>
          <a:xfrm>
            <a:off x="6187888" y="3734979"/>
            <a:ext cx="14448" cy="13209"/>
          </a:xfrm>
          <a:custGeom>
            <a:avLst/>
            <a:gdLst/>
            <a:ahLst/>
            <a:cxnLst/>
            <a:rect l="l" t="t" r="r" b="b"/>
            <a:pathLst>
              <a:path w="14448" h="13209">
                <a:moveTo>
                  <a:pt x="14072" y="879"/>
                </a:moveTo>
                <a:lnTo>
                  <a:pt x="1279" y="0"/>
                </a:lnTo>
                <a:lnTo>
                  <a:pt x="978" y="6867"/>
                </a:lnTo>
                <a:lnTo>
                  <a:pt x="0" y="8631"/>
                </a:lnTo>
                <a:lnTo>
                  <a:pt x="1730" y="11272"/>
                </a:lnTo>
                <a:lnTo>
                  <a:pt x="6772" y="13209"/>
                </a:lnTo>
                <a:lnTo>
                  <a:pt x="11213" y="13209"/>
                </a:lnTo>
                <a:lnTo>
                  <a:pt x="14448" y="8807"/>
                </a:lnTo>
                <a:lnTo>
                  <a:pt x="13621" y="7395"/>
                </a:lnTo>
                <a:lnTo>
                  <a:pt x="14072" y="879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50" name="object 1750"/>
          <p:cNvSpPr/>
          <p:nvPr/>
        </p:nvSpPr>
        <p:spPr>
          <a:xfrm>
            <a:off x="6185255" y="3686446"/>
            <a:ext cx="19265" cy="54784"/>
          </a:xfrm>
          <a:custGeom>
            <a:avLst/>
            <a:gdLst/>
            <a:ahLst/>
            <a:cxnLst/>
            <a:rect l="l" t="t" r="r" b="b"/>
            <a:pathLst>
              <a:path w="19265" h="54784">
                <a:moveTo>
                  <a:pt x="18664" y="54784"/>
                </a:moveTo>
                <a:lnTo>
                  <a:pt x="19265" y="0"/>
                </a:lnTo>
                <a:lnTo>
                  <a:pt x="17234" y="131"/>
                </a:lnTo>
                <a:lnTo>
                  <a:pt x="1579" y="1145"/>
                </a:lnTo>
                <a:lnTo>
                  <a:pt x="375" y="19731"/>
                </a:lnTo>
                <a:lnTo>
                  <a:pt x="677" y="35056"/>
                </a:lnTo>
                <a:lnTo>
                  <a:pt x="0" y="52319"/>
                </a:lnTo>
                <a:lnTo>
                  <a:pt x="2070" y="52858"/>
                </a:lnTo>
                <a:lnTo>
                  <a:pt x="9481" y="54784"/>
                </a:lnTo>
                <a:lnTo>
                  <a:pt x="18664" y="54784"/>
                </a:lnTo>
                <a:close/>
              </a:path>
            </a:pathLst>
          </a:custGeom>
          <a:solidFill>
            <a:srgbClr val="5F5F5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51" name="object 1751"/>
          <p:cNvSpPr/>
          <p:nvPr/>
        </p:nvSpPr>
        <p:spPr>
          <a:xfrm>
            <a:off x="6185255" y="3686446"/>
            <a:ext cx="19265" cy="54784"/>
          </a:xfrm>
          <a:custGeom>
            <a:avLst/>
            <a:gdLst/>
            <a:ahLst/>
            <a:cxnLst/>
            <a:rect l="l" t="t" r="r" b="b"/>
            <a:pathLst>
              <a:path w="19265" h="54784">
                <a:moveTo>
                  <a:pt x="18664" y="54784"/>
                </a:moveTo>
                <a:lnTo>
                  <a:pt x="9481" y="54784"/>
                </a:lnTo>
                <a:lnTo>
                  <a:pt x="2070" y="52858"/>
                </a:lnTo>
                <a:lnTo>
                  <a:pt x="0" y="52319"/>
                </a:lnTo>
                <a:lnTo>
                  <a:pt x="677" y="35056"/>
                </a:lnTo>
                <a:lnTo>
                  <a:pt x="375" y="19731"/>
                </a:lnTo>
                <a:lnTo>
                  <a:pt x="1579" y="1145"/>
                </a:lnTo>
                <a:lnTo>
                  <a:pt x="17234" y="131"/>
                </a:lnTo>
                <a:lnTo>
                  <a:pt x="19265" y="0"/>
                </a:lnTo>
                <a:lnTo>
                  <a:pt x="18664" y="54784"/>
                </a:lnTo>
                <a:close/>
              </a:path>
            </a:pathLst>
          </a:custGeom>
          <a:ln w="122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52" name="object 1752"/>
          <p:cNvSpPr/>
          <p:nvPr/>
        </p:nvSpPr>
        <p:spPr>
          <a:xfrm>
            <a:off x="6186835" y="3687238"/>
            <a:ext cx="16629" cy="52583"/>
          </a:xfrm>
          <a:custGeom>
            <a:avLst/>
            <a:gdLst/>
            <a:ahLst/>
            <a:cxnLst/>
            <a:rect l="l" t="t" r="r" b="b"/>
            <a:pathLst>
              <a:path w="16629" h="52583">
                <a:moveTo>
                  <a:pt x="1504" y="1673"/>
                </a:moveTo>
                <a:lnTo>
                  <a:pt x="0" y="17262"/>
                </a:lnTo>
                <a:lnTo>
                  <a:pt x="300" y="29771"/>
                </a:lnTo>
                <a:lnTo>
                  <a:pt x="300" y="48885"/>
                </a:lnTo>
                <a:lnTo>
                  <a:pt x="8428" y="52583"/>
                </a:lnTo>
                <a:lnTo>
                  <a:pt x="15652" y="52583"/>
                </a:lnTo>
                <a:lnTo>
                  <a:pt x="16629" y="0"/>
                </a:lnTo>
                <a:lnTo>
                  <a:pt x="1504" y="1673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53" name="object 1753"/>
          <p:cNvSpPr/>
          <p:nvPr/>
        </p:nvSpPr>
        <p:spPr>
          <a:xfrm>
            <a:off x="6195263" y="3742199"/>
            <a:ext cx="46358" cy="27481"/>
          </a:xfrm>
          <a:custGeom>
            <a:avLst/>
            <a:gdLst/>
            <a:ahLst/>
            <a:cxnLst/>
            <a:rect l="l" t="t" r="r" b="b"/>
            <a:pathLst>
              <a:path w="46358" h="27481">
                <a:moveTo>
                  <a:pt x="526" y="24663"/>
                </a:moveTo>
                <a:lnTo>
                  <a:pt x="5042" y="25632"/>
                </a:lnTo>
                <a:lnTo>
                  <a:pt x="12417" y="25808"/>
                </a:lnTo>
                <a:lnTo>
                  <a:pt x="12792" y="23695"/>
                </a:lnTo>
                <a:lnTo>
                  <a:pt x="13452" y="23921"/>
                </a:lnTo>
                <a:lnTo>
                  <a:pt x="18437" y="25632"/>
                </a:lnTo>
                <a:lnTo>
                  <a:pt x="27695" y="27481"/>
                </a:lnTo>
                <a:lnTo>
                  <a:pt x="29416" y="27344"/>
                </a:lnTo>
                <a:lnTo>
                  <a:pt x="38756" y="26601"/>
                </a:lnTo>
                <a:lnTo>
                  <a:pt x="46058" y="24223"/>
                </a:lnTo>
                <a:lnTo>
                  <a:pt x="46358" y="20347"/>
                </a:lnTo>
                <a:lnTo>
                  <a:pt x="40714" y="17529"/>
                </a:lnTo>
                <a:lnTo>
                  <a:pt x="30554" y="14708"/>
                </a:lnTo>
                <a:lnTo>
                  <a:pt x="18437" y="8017"/>
                </a:lnTo>
                <a:lnTo>
                  <a:pt x="18626" y="4487"/>
                </a:lnTo>
                <a:lnTo>
                  <a:pt x="18814" y="971"/>
                </a:lnTo>
                <a:lnTo>
                  <a:pt x="9081" y="323"/>
                </a:lnTo>
                <a:lnTo>
                  <a:pt x="4214" y="0"/>
                </a:lnTo>
                <a:lnTo>
                  <a:pt x="3687" y="7222"/>
                </a:lnTo>
                <a:lnTo>
                  <a:pt x="1429" y="10482"/>
                </a:lnTo>
                <a:lnTo>
                  <a:pt x="0" y="13388"/>
                </a:lnTo>
                <a:lnTo>
                  <a:pt x="0" y="18762"/>
                </a:lnTo>
                <a:lnTo>
                  <a:pt x="91" y="19128"/>
                </a:lnTo>
                <a:lnTo>
                  <a:pt x="526" y="20875"/>
                </a:lnTo>
                <a:lnTo>
                  <a:pt x="526" y="24663"/>
                </a:lnTo>
                <a:close/>
              </a:path>
            </a:pathLst>
          </a:custGeom>
          <a:solidFill>
            <a:srgbClr val="5F5F5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54" name="object 1754"/>
          <p:cNvSpPr/>
          <p:nvPr/>
        </p:nvSpPr>
        <p:spPr>
          <a:xfrm>
            <a:off x="6195263" y="3742199"/>
            <a:ext cx="46358" cy="27481"/>
          </a:xfrm>
          <a:custGeom>
            <a:avLst/>
            <a:gdLst/>
            <a:ahLst/>
            <a:cxnLst/>
            <a:rect l="l" t="t" r="r" b="b"/>
            <a:pathLst>
              <a:path w="46358" h="27481">
                <a:moveTo>
                  <a:pt x="9081" y="323"/>
                </a:moveTo>
                <a:lnTo>
                  <a:pt x="18814" y="971"/>
                </a:lnTo>
                <a:lnTo>
                  <a:pt x="18626" y="4487"/>
                </a:lnTo>
                <a:lnTo>
                  <a:pt x="18437" y="8017"/>
                </a:lnTo>
                <a:lnTo>
                  <a:pt x="30554" y="14708"/>
                </a:lnTo>
                <a:lnTo>
                  <a:pt x="40714" y="17529"/>
                </a:lnTo>
                <a:lnTo>
                  <a:pt x="46358" y="20347"/>
                </a:lnTo>
                <a:lnTo>
                  <a:pt x="46058" y="24223"/>
                </a:lnTo>
                <a:lnTo>
                  <a:pt x="38756" y="26601"/>
                </a:lnTo>
                <a:lnTo>
                  <a:pt x="29416" y="27344"/>
                </a:lnTo>
                <a:lnTo>
                  <a:pt x="27695" y="27481"/>
                </a:lnTo>
                <a:lnTo>
                  <a:pt x="18437" y="25632"/>
                </a:lnTo>
                <a:lnTo>
                  <a:pt x="13452" y="23921"/>
                </a:lnTo>
                <a:lnTo>
                  <a:pt x="12792" y="23695"/>
                </a:lnTo>
                <a:lnTo>
                  <a:pt x="12417" y="25808"/>
                </a:lnTo>
                <a:lnTo>
                  <a:pt x="5042" y="25632"/>
                </a:lnTo>
                <a:lnTo>
                  <a:pt x="526" y="24663"/>
                </a:lnTo>
                <a:lnTo>
                  <a:pt x="526" y="20875"/>
                </a:lnTo>
                <a:lnTo>
                  <a:pt x="91" y="19128"/>
                </a:lnTo>
                <a:lnTo>
                  <a:pt x="0" y="18762"/>
                </a:lnTo>
                <a:lnTo>
                  <a:pt x="0" y="18104"/>
                </a:lnTo>
                <a:lnTo>
                  <a:pt x="0" y="13388"/>
                </a:lnTo>
                <a:lnTo>
                  <a:pt x="1429" y="10482"/>
                </a:lnTo>
                <a:lnTo>
                  <a:pt x="3687" y="7222"/>
                </a:lnTo>
                <a:lnTo>
                  <a:pt x="4214" y="0"/>
                </a:lnTo>
                <a:lnTo>
                  <a:pt x="9081" y="323"/>
                </a:lnTo>
                <a:close/>
              </a:path>
            </a:pathLst>
          </a:custGeom>
          <a:ln w="135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55" name="object 1755"/>
          <p:cNvSpPr/>
          <p:nvPr/>
        </p:nvSpPr>
        <p:spPr>
          <a:xfrm>
            <a:off x="6210842" y="3751978"/>
            <a:ext cx="13847" cy="8543"/>
          </a:xfrm>
          <a:custGeom>
            <a:avLst/>
            <a:gdLst/>
            <a:ahLst/>
            <a:cxnLst/>
            <a:rect l="l" t="t" r="r" b="b"/>
            <a:pathLst>
              <a:path w="13847" h="8543">
                <a:moveTo>
                  <a:pt x="3461" y="0"/>
                </a:moveTo>
                <a:lnTo>
                  <a:pt x="0" y="4666"/>
                </a:lnTo>
                <a:lnTo>
                  <a:pt x="12343" y="8543"/>
                </a:lnTo>
                <a:lnTo>
                  <a:pt x="13847" y="5459"/>
                </a:lnTo>
                <a:lnTo>
                  <a:pt x="3461" y="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56" name="object 1756"/>
          <p:cNvSpPr/>
          <p:nvPr/>
        </p:nvSpPr>
        <p:spPr>
          <a:xfrm>
            <a:off x="6224539" y="3758144"/>
            <a:ext cx="15651" cy="5106"/>
          </a:xfrm>
          <a:custGeom>
            <a:avLst/>
            <a:gdLst/>
            <a:ahLst/>
            <a:cxnLst/>
            <a:rect l="l" t="t" r="r" b="b"/>
            <a:pathLst>
              <a:path w="15651" h="5106">
                <a:moveTo>
                  <a:pt x="1805" y="0"/>
                </a:moveTo>
                <a:lnTo>
                  <a:pt x="0" y="2377"/>
                </a:lnTo>
                <a:lnTo>
                  <a:pt x="7675" y="4577"/>
                </a:lnTo>
                <a:lnTo>
                  <a:pt x="11288" y="5106"/>
                </a:lnTo>
                <a:lnTo>
                  <a:pt x="15651" y="4754"/>
                </a:lnTo>
                <a:lnTo>
                  <a:pt x="11063" y="2200"/>
                </a:lnTo>
                <a:lnTo>
                  <a:pt x="1805" y="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57" name="object 1757"/>
          <p:cNvSpPr/>
          <p:nvPr/>
        </p:nvSpPr>
        <p:spPr>
          <a:xfrm>
            <a:off x="6195790" y="3751978"/>
            <a:ext cx="44702" cy="16294"/>
          </a:xfrm>
          <a:custGeom>
            <a:avLst/>
            <a:gdLst/>
            <a:ahLst/>
            <a:cxnLst/>
            <a:rect l="l" t="t" r="r" b="b"/>
            <a:pathLst>
              <a:path w="44702" h="16294">
                <a:moveTo>
                  <a:pt x="0" y="3433"/>
                </a:moveTo>
                <a:lnTo>
                  <a:pt x="0" y="10303"/>
                </a:lnTo>
                <a:lnTo>
                  <a:pt x="3312" y="11361"/>
                </a:lnTo>
                <a:lnTo>
                  <a:pt x="11288" y="12505"/>
                </a:lnTo>
                <a:lnTo>
                  <a:pt x="14525" y="13124"/>
                </a:lnTo>
                <a:lnTo>
                  <a:pt x="19792" y="15237"/>
                </a:lnTo>
                <a:lnTo>
                  <a:pt x="25887" y="16294"/>
                </a:lnTo>
                <a:lnTo>
                  <a:pt x="36950" y="16294"/>
                </a:lnTo>
                <a:lnTo>
                  <a:pt x="44702" y="13740"/>
                </a:lnTo>
                <a:lnTo>
                  <a:pt x="44702" y="11361"/>
                </a:lnTo>
                <a:lnTo>
                  <a:pt x="38908" y="12065"/>
                </a:lnTo>
                <a:lnTo>
                  <a:pt x="29425" y="10480"/>
                </a:lnTo>
                <a:lnTo>
                  <a:pt x="24081" y="9071"/>
                </a:lnTo>
                <a:lnTo>
                  <a:pt x="13771" y="5106"/>
                </a:lnTo>
                <a:lnTo>
                  <a:pt x="9257" y="4666"/>
                </a:lnTo>
                <a:lnTo>
                  <a:pt x="4892" y="2729"/>
                </a:lnTo>
                <a:lnTo>
                  <a:pt x="2559" y="0"/>
                </a:lnTo>
                <a:lnTo>
                  <a:pt x="0" y="3433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58" name="object 1758"/>
          <p:cNvSpPr/>
          <p:nvPr/>
        </p:nvSpPr>
        <p:spPr>
          <a:xfrm>
            <a:off x="6198801" y="3742818"/>
            <a:ext cx="14824" cy="13121"/>
          </a:xfrm>
          <a:custGeom>
            <a:avLst/>
            <a:gdLst/>
            <a:ahLst/>
            <a:cxnLst/>
            <a:rect l="l" t="t" r="r" b="b"/>
            <a:pathLst>
              <a:path w="14824" h="13121">
                <a:moveTo>
                  <a:pt x="14297" y="880"/>
                </a:moveTo>
                <a:lnTo>
                  <a:pt x="1354" y="0"/>
                </a:lnTo>
                <a:lnTo>
                  <a:pt x="1053" y="6868"/>
                </a:lnTo>
                <a:lnTo>
                  <a:pt x="0" y="8631"/>
                </a:lnTo>
                <a:lnTo>
                  <a:pt x="1880" y="11184"/>
                </a:lnTo>
                <a:lnTo>
                  <a:pt x="6922" y="13121"/>
                </a:lnTo>
                <a:lnTo>
                  <a:pt x="11438" y="13121"/>
                </a:lnTo>
                <a:lnTo>
                  <a:pt x="14824" y="8807"/>
                </a:lnTo>
                <a:lnTo>
                  <a:pt x="13846" y="7310"/>
                </a:lnTo>
                <a:lnTo>
                  <a:pt x="14297" y="880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59" name="object 1759"/>
          <p:cNvSpPr/>
          <p:nvPr/>
        </p:nvSpPr>
        <p:spPr>
          <a:xfrm>
            <a:off x="6125651" y="3742111"/>
            <a:ext cx="55464" cy="25896"/>
          </a:xfrm>
          <a:custGeom>
            <a:avLst/>
            <a:gdLst/>
            <a:ahLst/>
            <a:cxnLst/>
            <a:rect l="l" t="t" r="r" b="b"/>
            <a:pathLst>
              <a:path w="55464" h="25896">
                <a:moveTo>
                  <a:pt x="32156" y="280"/>
                </a:moveTo>
                <a:lnTo>
                  <a:pt x="27768" y="0"/>
                </a:lnTo>
                <a:lnTo>
                  <a:pt x="10867" y="2676"/>
                </a:lnTo>
                <a:lnTo>
                  <a:pt x="2713" y="8278"/>
                </a:lnTo>
                <a:lnTo>
                  <a:pt x="1041" y="9426"/>
                </a:lnTo>
                <a:lnTo>
                  <a:pt x="895" y="9921"/>
                </a:lnTo>
                <a:lnTo>
                  <a:pt x="0" y="12948"/>
                </a:lnTo>
                <a:lnTo>
                  <a:pt x="5724" y="20819"/>
                </a:lnTo>
                <a:lnTo>
                  <a:pt x="13223" y="23197"/>
                </a:lnTo>
                <a:lnTo>
                  <a:pt x="20198" y="25408"/>
                </a:lnTo>
                <a:lnTo>
                  <a:pt x="23687" y="25633"/>
                </a:lnTo>
                <a:lnTo>
                  <a:pt x="27769" y="25896"/>
                </a:lnTo>
                <a:lnTo>
                  <a:pt x="28629" y="25759"/>
                </a:lnTo>
                <a:lnTo>
                  <a:pt x="44642" y="23208"/>
                </a:lnTo>
                <a:lnTo>
                  <a:pt x="50796" y="18955"/>
                </a:lnTo>
                <a:lnTo>
                  <a:pt x="54444" y="16434"/>
                </a:lnTo>
                <a:lnTo>
                  <a:pt x="55464" y="12948"/>
                </a:lnTo>
                <a:lnTo>
                  <a:pt x="54221" y="11241"/>
                </a:lnTo>
                <a:lnTo>
                  <a:pt x="49721" y="5063"/>
                </a:lnTo>
                <a:lnTo>
                  <a:pt x="35232" y="477"/>
                </a:lnTo>
                <a:lnTo>
                  <a:pt x="32156" y="280"/>
                </a:lnTo>
                <a:close/>
              </a:path>
            </a:pathLst>
          </a:custGeom>
          <a:solidFill>
            <a:srgbClr val="5F5F5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60" name="object 1760"/>
          <p:cNvSpPr/>
          <p:nvPr/>
        </p:nvSpPr>
        <p:spPr>
          <a:xfrm>
            <a:off x="6125651" y="3742111"/>
            <a:ext cx="55464" cy="25896"/>
          </a:xfrm>
          <a:custGeom>
            <a:avLst/>
            <a:gdLst/>
            <a:ahLst/>
            <a:cxnLst/>
            <a:rect l="l" t="t" r="r" b="b"/>
            <a:pathLst>
              <a:path w="55464" h="25896">
                <a:moveTo>
                  <a:pt x="32156" y="280"/>
                </a:moveTo>
                <a:lnTo>
                  <a:pt x="35232" y="477"/>
                </a:lnTo>
                <a:lnTo>
                  <a:pt x="49721" y="5063"/>
                </a:lnTo>
                <a:lnTo>
                  <a:pt x="54221" y="11241"/>
                </a:lnTo>
                <a:lnTo>
                  <a:pt x="55464" y="12948"/>
                </a:lnTo>
                <a:lnTo>
                  <a:pt x="54444" y="16434"/>
                </a:lnTo>
                <a:lnTo>
                  <a:pt x="50796" y="18955"/>
                </a:lnTo>
                <a:lnTo>
                  <a:pt x="44642" y="23208"/>
                </a:lnTo>
                <a:lnTo>
                  <a:pt x="28629" y="25759"/>
                </a:lnTo>
                <a:lnTo>
                  <a:pt x="27769" y="25896"/>
                </a:lnTo>
                <a:lnTo>
                  <a:pt x="23687" y="25633"/>
                </a:lnTo>
                <a:lnTo>
                  <a:pt x="20198" y="25408"/>
                </a:lnTo>
                <a:lnTo>
                  <a:pt x="13223" y="23197"/>
                </a:lnTo>
                <a:lnTo>
                  <a:pt x="5724" y="20819"/>
                </a:lnTo>
                <a:lnTo>
                  <a:pt x="0" y="12948"/>
                </a:lnTo>
                <a:lnTo>
                  <a:pt x="895" y="9921"/>
                </a:lnTo>
                <a:lnTo>
                  <a:pt x="1041" y="9426"/>
                </a:lnTo>
                <a:lnTo>
                  <a:pt x="2713" y="8278"/>
                </a:lnTo>
                <a:lnTo>
                  <a:pt x="10867" y="2676"/>
                </a:lnTo>
                <a:lnTo>
                  <a:pt x="27768" y="0"/>
                </a:lnTo>
                <a:lnTo>
                  <a:pt x="32156" y="280"/>
                </a:lnTo>
                <a:close/>
              </a:path>
            </a:pathLst>
          </a:custGeom>
          <a:ln w="137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61" name="object 1761"/>
          <p:cNvSpPr/>
          <p:nvPr/>
        </p:nvSpPr>
        <p:spPr>
          <a:xfrm>
            <a:off x="6153270" y="3692172"/>
            <a:ext cx="0" cy="57781"/>
          </a:xfrm>
          <a:custGeom>
            <a:avLst/>
            <a:gdLst/>
            <a:ahLst/>
            <a:cxnLst/>
            <a:rect l="l" t="t" r="r" b="b"/>
            <a:pathLst>
              <a:path w="0" h="57781">
                <a:moveTo>
                  <a:pt x="0" y="0"/>
                </a:moveTo>
                <a:lnTo>
                  <a:pt x="0" y="57781"/>
                </a:lnTo>
              </a:path>
            </a:pathLst>
          </a:custGeom>
          <a:ln w="16472">
            <a:solidFill>
              <a:srgbClr val="5F5F5F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62" name="object 1762"/>
          <p:cNvSpPr/>
          <p:nvPr/>
        </p:nvSpPr>
        <p:spPr>
          <a:xfrm>
            <a:off x="6153270" y="3691466"/>
            <a:ext cx="0" cy="59191"/>
          </a:xfrm>
          <a:custGeom>
            <a:avLst/>
            <a:gdLst/>
            <a:ahLst/>
            <a:cxnLst/>
            <a:rect l="l" t="t" r="r" b="b"/>
            <a:pathLst>
              <a:path w="0" h="59191">
                <a:moveTo>
                  <a:pt x="0" y="0"/>
                </a:moveTo>
                <a:lnTo>
                  <a:pt x="0" y="59191"/>
                </a:lnTo>
              </a:path>
            </a:pathLst>
          </a:custGeom>
          <a:ln w="1767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63" name="object 1763"/>
          <p:cNvSpPr/>
          <p:nvPr/>
        </p:nvSpPr>
        <p:spPr>
          <a:xfrm>
            <a:off x="6120759" y="3671032"/>
            <a:ext cx="72924" cy="29859"/>
          </a:xfrm>
          <a:custGeom>
            <a:avLst/>
            <a:gdLst/>
            <a:ahLst/>
            <a:cxnLst/>
            <a:rect l="l" t="t" r="r" b="b"/>
            <a:pathLst>
              <a:path w="72924" h="29859">
                <a:moveTo>
                  <a:pt x="72924" y="15590"/>
                </a:moveTo>
                <a:lnTo>
                  <a:pt x="41166" y="0"/>
                </a:lnTo>
                <a:lnTo>
                  <a:pt x="30636" y="202"/>
                </a:lnTo>
                <a:lnTo>
                  <a:pt x="0" y="792"/>
                </a:lnTo>
                <a:lnTo>
                  <a:pt x="445" y="8750"/>
                </a:lnTo>
                <a:lnTo>
                  <a:pt x="1203" y="22284"/>
                </a:lnTo>
                <a:lnTo>
                  <a:pt x="18735" y="28677"/>
                </a:lnTo>
                <a:lnTo>
                  <a:pt x="21975" y="29859"/>
                </a:lnTo>
                <a:lnTo>
                  <a:pt x="48465" y="29859"/>
                </a:lnTo>
                <a:lnTo>
                  <a:pt x="72095" y="24917"/>
                </a:lnTo>
                <a:lnTo>
                  <a:pt x="72473" y="24838"/>
                </a:lnTo>
                <a:lnTo>
                  <a:pt x="72924" y="1559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64" name="object 1764"/>
          <p:cNvSpPr/>
          <p:nvPr/>
        </p:nvSpPr>
        <p:spPr>
          <a:xfrm>
            <a:off x="6120759" y="3671032"/>
            <a:ext cx="72924" cy="29859"/>
          </a:xfrm>
          <a:custGeom>
            <a:avLst/>
            <a:gdLst/>
            <a:ahLst/>
            <a:cxnLst/>
            <a:rect l="l" t="t" r="r" b="b"/>
            <a:pathLst>
              <a:path w="72924" h="29859">
                <a:moveTo>
                  <a:pt x="72924" y="15590"/>
                </a:moveTo>
                <a:lnTo>
                  <a:pt x="72473" y="24838"/>
                </a:lnTo>
                <a:lnTo>
                  <a:pt x="72095" y="24917"/>
                </a:lnTo>
                <a:lnTo>
                  <a:pt x="48465" y="29859"/>
                </a:lnTo>
                <a:lnTo>
                  <a:pt x="21975" y="29859"/>
                </a:lnTo>
                <a:lnTo>
                  <a:pt x="18735" y="28677"/>
                </a:lnTo>
                <a:lnTo>
                  <a:pt x="1203" y="22284"/>
                </a:lnTo>
                <a:lnTo>
                  <a:pt x="445" y="8750"/>
                </a:lnTo>
                <a:lnTo>
                  <a:pt x="0" y="792"/>
                </a:lnTo>
                <a:lnTo>
                  <a:pt x="30636" y="202"/>
                </a:lnTo>
                <a:lnTo>
                  <a:pt x="41166" y="0"/>
                </a:lnTo>
                <a:lnTo>
                  <a:pt x="72924" y="15590"/>
                </a:lnTo>
                <a:close/>
              </a:path>
            </a:pathLst>
          </a:custGeom>
          <a:ln w="138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65" name="object 1765"/>
          <p:cNvSpPr/>
          <p:nvPr/>
        </p:nvSpPr>
        <p:spPr>
          <a:xfrm>
            <a:off x="6122339" y="3682396"/>
            <a:ext cx="69539" cy="17086"/>
          </a:xfrm>
          <a:custGeom>
            <a:avLst/>
            <a:gdLst/>
            <a:ahLst/>
            <a:cxnLst/>
            <a:rect l="l" t="t" r="r" b="b"/>
            <a:pathLst>
              <a:path w="69539" h="17086">
                <a:moveTo>
                  <a:pt x="69162" y="12505"/>
                </a:moveTo>
                <a:lnTo>
                  <a:pt x="69539" y="5810"/>
                </a:lnTo>
                <a:lnTo>
                  <a:pt x="47187" y="9599"/>
                </a:lnTo>
                <a:lnTo>
                  <a:pt x="18663" y="9159"/>
                </a:lnTo>
                <a:lnTo>
                  <a:pt x="0" y="0"/>
                </a:lnTo>
                <a:lnTo>
                  <a:pt x="0" y="9159"/>
                </a:lnTo>
                <a:lnTo>
                  <a:pt x="19493" y="17086"/>
                </a:lnTo>
                <a:lnTo>
                  <a:pt x="47563" y="17086"/>
                </a:lnTo>
                <a:lnTo>
                  <a:pt x="69162" y="12505"/>
                </a:lnTo>
                <a:close/>
              </a:path>
            </a:pathLst>
          </a:custGeom>
          <a:solidFill>
            <a:srgbClr val="5F5F5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66" name="object 1766"/>
          <p:cNvSpPr/>
          <p:nvPr/>
        </p:nvSpPr>
        <p:spPr>
          <a:xfrm>
            <a:off x="6118501" y="3639588"/>
            <a:ext cx="99414" cy="108249"/>
          </a:xfrm>
          <a:custGeom>
            <a:avLst/>
            <a:gdLst/>
            <a:ahLst/>
            <a:cxnLst/>
            <a:rect l="l" t="t" r="r" b="b"/>
            <a:pathLst>
              <a:path w="99414" h="108249">
                <a:moveTo>
                  <a:pt x="98436" y="50118"/>
                </a:moveTo>
                <a:lnTo>
                  <a:pt x="98473" y="47315"/>
                </a:lnTo>
                <a:lnTo>
                  <a:pt x="98587" y="38578"/>
                </a:lnTo>
                <a:lnTo>
                  <a:pt x="98210" y="29771"/>
                </a:lnTo>
                <a:lnTo>
                  <a:pt x="93921" y="24485"/>
                </a:lnTo>
                <a:lnTo>
                  <a:pt x="88727" y="21491"/>
                </a:lnTo>
                <a:lnTo>
                  <a:pt x="76911" y="16470"/>
                </a:lnTo>
                <a:lnTo>
                  <a:pt x="59526" y="11536"/>
                </a:lnTo>
                <a:lnTo>
                  <a:pt x="56217" y="11184"/>
                </a:lnTo>
                <a:lnTo>
                  <a:pt x="53882" y="11536"/>
                </a:lnTo>
                <a:lnTo>
                  <a:pt x="53355" y="10480"/>
                </a:lnTo>
                <a:lnTo>
                  <a:pt x="49745" y="9775"/>
                </a:lnTo>
                <a:lnTo>
                  <a:pt x="47862" y="6606"/>
                </a:lnTo>
                <a:lnTo>
                  <a:pt x="44702" y="6342"/>
                </a:lnTo>
                <a:lnTo>
                  <a:pt x="44928" y="4578"/>
                </a:lnTo>
                <a:lnTo>
                  <a:pt x="42896" y="0"/>
                </a:lnTo>
                <a:lnTo>
                  <a:pt x="2407" y="1233"/>
                </a:lnTo>
                <a:lnTo>
                  <a:pt x="2533" y="5354"/>
                </a:lnTo>
                <a:lnTo>
                  <a:pt x="2558" y="6166"/>
                </a:lnTo>
                <a:lnTo>
                  <a:pt x="1805" y="10480"/>
                </a:lnTo>
                <a:lnTo>
                  <a:pt x="1496" y="12064"/>
                </a:lnTo>
                <a:lnTo>
                  <a:pt x="1204" y="13564"/>
                </a:lnTo>
                <a:lnTo>
                  <a:pt x="1137" y="13942"/>
                </a:lnTo>
                <a:lnTo>
                  <a:pt x="526" y="17438"/>
                </a:lnTo>
                <a:lnTo>
                  <a:pt x="275" y="20422"/>
                </a:lnTo>
                <a:lnTo>
                  <a:pt x="0" y="23692"/>
                </a:lnTo>
                <a:lnTo>
                  <a:pt x="399" y="26148"/>
                </a:lnTo>
                <a:lnTo>
                  <a:pt x="601" y="27393"/>
                </a:lnTo>
                <a:lnTo>
                  <a:pt x="1805" y="30827"/>
                </a:lnTo>
                <a:lnTo>
                  <a:pt x="3234" y="33820"/>
                </a:lnTo>
                <a:lnTo>
                  <a:pt x="5117" y="34878"/>
                </a:lnTo>
                <a:lnTo>
                  <a:pt x="8051" y="35848"/>
                </a:lnTo>
                <a:lnTo>
                  <a:pt x="9772" y="36519"/>
                </a:lnTo>
                <a:lnTo>
                  <a:pt x="11890" y="37345"/>
                </a:lnTo>
                <a:lnTo>
                  <a:pt x="15802" y="41836"/>
                </a:lnTo>
                <a:lnTo>
                  <a:pt x="17601" y="42815"/>
                </a:lnTo>
                <a:lnTo>
                  <a:pt x="19039" y="43599"/>
                </a:lnTo>
                <a:lnTo>
                  <a:pt x="22159" y="44723"/>
                </a:lnTo>
                <a:lnTo>
                  <a:pt x="22952" y="45008"/>
                </a:lnTo>
                <a:lnTo>
                  <a:pt x="29048" y="45888"/>
                </a:lnTo>
                <a:lnTo>
                  <a:pt x="34315" y="45888"/>
                </a:lnTo>
                <a:lnTo>
                  <a:pt x="34447" y="45871"/>
                </a:lnTo>
                <a:lnTo>
                  <a:pt x="38305" y="45360"/>
                </a:lnTo>
                <a:lnTo>
                  <a:pt x="41994" y="45008"/>
                </a:lnTo>
                <a:lnTo>
                  <a:pt x="43953" y="46219"/>
                </a:lnTo>
                <a:lnTo>
                  <a:pt x="44702" y="46681"/>
                </a:lnTo>
                <a:lnTo>
                  <a:pt x="49872" y="46335"/>
                </a:lnTo>
                <a:lnTo>
                  <a:pt x="58264" y="47710"/>
                </a:lnTo>
                <a:lnTo>
                  <a:pt x="71117" y="49851"/>
                </a:lnTo>
                <a:lnTo>
                  <a:pt x="75251" y="50426"/>
                </a:lnTo>
                <a:lnTo>
                  <a:pt x="76836" y="50646"/>
                </a:lnTo>
                <a:lnTo>
                  <a:pt x="74730" y="65267"/>
                </a:lnTo>
                <a:lnTo>
                  <a:pt x="74685" y="66745"/>
                </a:lnTo>
                <a:lnTo>
                  <a:pt x="74504" y="72754"/>
                </a:lnTo>
                <a:lnTo>
                  <a:pt x="75465" y="79963"/>
                </a:lnTo>
                <a:lnTo>
                  <a:pt x="75783" y="82354"/>
                </a:lnTo>
                <a:lnTo>
                  <a:pt x="76369" y="87521"/>
                </a:lnTo>
                <a:lnTo>
                  <a:pt x="77062" y="93627"/>
                </a:lnTo>
                <a:lnTo>
                  <a:pt x="77062" y="105254"/>
                </a:lnTo>
                <a:lnTo>
                  <a:pt x="78078" y="105615"/>
                </a:lnTo>
                <a:lnTo>
                  <a:pt x="82029" y="107015"/>
                </a:lnTo>
                <a:lnTo>
                  <a:pt x="84136" y="107253"/>
                </a:lnTo>
                <a:lnTo>
                  <a:pt x="88275" y="107719"/>
                </a:lnTo>
                <a:lnTo>
                  <a:pt x="93619" y="108249"/>
                </a:lnTo>
                <a:lnTo>
                  <a:pt x="99414" y="107456"/>
                </a:lnTo>
                <a:lnTo>
                  <a:pt x="98963" y="96711"/>
                </a:lnTo>
                <a:lnTo>
                  <a:pt x="98963" y="60950"/>
                </a:lnTo>
                <a:lnTo>
                  <a:pt x="98436" y="50118"/>
                </a:lnTo>
                <a:close/>
              </a:path>
            </a:pathLst>
          </a:custGeom>
          <a:solidFill>
            <a:srgbClr val="5F5F5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67" name="object 1767"/>
          <p:cNvSpPr/>
          <p:nvPr/>
        </p:nvSpPr>
        <p:spPr>
          <a:xfrm>
            <a:off x="6118501" y="3639588"/>
            <a:ext cx="99414" cy="108249"/>
          </a:xfrm>
          <a:custGeom>
            <a:avLst/>
            <a:gdLst/>
            <a:ahLst/>
            <a:cxnLst/>
            <a:rect l="l" t="t" r="r" b="b"/>
            <a:pathLst>
              <a:path w="99414" h="108249">
                <a:moveTo>
                  <a:pt x="44928" y="4578"/>
                </a:moveTo>
                <a:lnTo>
                  <a:pt x="44702" y="6342"/>
                </a:lnTo>
                <a:lnTo>
                  <a:pt x="47862" y="6606"/>
                </a:lnTo>
                <a:lnTo>
                  <a:pt x="49745" y="9775"/>
                </a:lnTo>
                <a:lnTo>
                  <a:pt x="53355" y="10480"/>
                </a:lnTo>
                <a:lnTo>
                  <a:pt x="53882" y="11536"/>
                </a:lnTo>
                <a:lnTo>
                  <a:pt x="56217" y="11184"/>
                </a:lnTo>
                <a:lnTo>
                  <a:pt x="59526" y="11536"/>
                </a:lnTo>
                <a:lnTo>
                  <a:pt x="76911" y="16470"/>
                </a:lnTo>
                <a:lnTo>
                  <a:pt x="88727" y="21491"/>
                </a:lnTo>
                <a:lnTo>
                  <a:pt x="93921" y="24485"/>
                </a:lnTo>
                <a:lnTo>
                  <a:pt x="98210" y="29771"/>
                </a:lnTo>
                <a:lnTo>
                  <a:pt x="98587" y="38578"/>
                </a:lnTo>
                <a:lnTo>
                  <a:pt x="98473" y="47315"/>
                </a:lnTo>
                <a:lnTo>
                  <a:pt x="98436" y="50118"/>
                </a:lnTo>
                <a:lnTo>
                  <a:pt x="98963" y="60950"/>
                </a:lnTo>
                <a:lnTo>
                  <a:pt x="98963" y="81267"/>
                </a:lnTo>
                <a:lnTo>
                  <a:pt x="98963" y="96711"/>
                </a:lnTo>
                <a:lnTo>
                  <a:pt x="99414" y="107456"/>
                </a:lnTo>
                <a:lnTo>
                  <a:pt x="93619" y="108249"/>
                </a:lnTo>
                <a:lnTo>
                  <a:pt x="88275" y="107719"/>
                </a:lnTo>
                <a:lnTo>
                  <a:pt x="84136" y="107253"/>
                </a:lnTo>
                <a:lnTo>
                  <a:pt x="82029" y="107015"/>
                </a:lnTo>
                <a:lnTo>
                  <a:pt x="78078" y="105615"/>
                </a:lnTo>
                <a:lnTo>
                  <a:pt x="77062" y="105254"/>
                </a:lnTo>
                <a:lnTo>
                  <a:pt x="77062" y="93627"/>
                </a:lnTo>
                <a:lnTo>
                  <a:pt x="76369" y="87521"/>
                </a:lnTo>
                <a:lnTo>
                  <a:pt x="75783" y="82354"/>
                </a:lnTo>
                <a:lnTo>
                  <a:pt x="75465" y="79963"/>
                </a:lnTo>
                <a:lnTo>
                  <a:pt x="74504" y="72754"/>
                </a:lnTo>
                <a:lnTo>
                  <a:pt x="74685" y="66745"/>
                </a:lnTo>
                <a:lnTo>
                  <a:pt x="74730" y="65267"/>
                </a:lnTo>
                <a:lnTo>
                  <a:pt x="76836" y="50646"/>
                </a:lnTo>
                <a:lnTo>
                  <a:pt x="75251" y="50426"/>
                </a:lnTo>
                <a:lnTo>
                  <a:pt x="71117" y="49851"/>
                </a:lnTo>
                <a:lnTo>
                  <a:pt x="58264" y="47710"/>
                </a:lnTo>
                <a:lnTo>
                  <a:pt x="49970" y="46329"/>
                </a:lnTo>
                <a:lnTo>
                  <a:pt x="44702" y="46681"/>
                </a:lnTo>
                <a:lnTo>
                  <a:pt x="43953" y="46219"/>
                </a:lnTo>
                <a:lnTo>
                  <a:pt x="41994" y="45008"/>
                </a:lnTo>
                <a:lnTo>
                  <a:pt x="38305" y="45360"/>
                </a:lnTo>
                <a:lnTo>
                  <a:pt x="34447" y="45871"/>
                </a:lnTo>
                <a:lnTo>
                  <a:pt x="34315" y="45888"/>
                </a:lnTo>
                <a:lnTo>
                  <a:pt x="29048" y="45888"/>
                </a:lnTo>
                <a:lnTo>
                  <a:pt x="22952" y="45008"/>
                </a:lnTo>
                <a:lnTo>
                  <a:pt x="22159" y="44723"/>
                </a:lnTo>
                <a:lnTo>
                  <a:pt x="19039" y="43599"/>
                </a:lnTo>
                <a:lnTo>
                  <a:pt x="17601" y="42815"/>
                </a:lnTo>
                <a:lnTo>
                  <a:pt x="15802" y="41836"/>
                </a:lnTo>
                <a:lnTo>
                  <a:pt x="11890" y="37345"/>
                </a:lnTo>
                <a:lnTo>
                  <a:pt x="9772" y="36519"/>
                </a:lnTo>
                <a:lnTo>
                  <a:pt x="8051" y="35848"/>
                </a:lnTo>
                <a:lnTo>
                  <a:pt x="5117" y="34878"/>
                </a:lnTo>
                <a:lnTo>
                  <a:pt x="3593" y="34022"/>
                </a:lnTo>
                <a:lnTo>
                  <a:pt x="1805" y="30827"/>
                </a:lnTo>
                <a:lnTo>
                  <a:pt x="601" y="27393"/>
                </a:lnTo>
                <a:lnTo>
                  <a:pt x="399" y="26148"/>
                </a:lnTo>
                <a:lnTo>
                  <a:pt x="0" y="23692"/>
                </a:lnTo>
                <a:lnTo>
                  <a:pt x="275" y="20422"/>
                </a:lnTo>
                <a:lnTo>
                  <a:pt x="526" y="17438"/>
                </a:lnTo>
                <a:lnTo>
                  <a:pt x="1137" y="13942"/>
                </a:lnTo>
                <a:lnTo>
                  <a:pt x="1496" y="12064"/>
                </a:lnTo>
                <a:lnTo>
                  <a:pt x="1805" y="10480"/>
                </a:lnTo>
                <a:lnTo>
                  <a:pt x="2558" y="6166"/>
                </a:lnTo>
                <a:lnTo>
                  <a:pt x="2533" y="5354"/>
                </a:lnTo>
                <a:lnTo>
                  <a:pt x="2407" y="1233"/>
                </a:lnTo>
                <a:lnTo>
                  <a:pt x="42896" y="0"/>
                </a:lnTo>
                <a:lnTo>
                  <a:pt x="44928" y="4578"/>
                </a:lnTo>
                <a:close/>
              </a:path>
            </a:pathLst>
          </a:custGeom>
          <a:ln w="129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68" name="object 1768"/>
          <p:cNvSpPr/>
          <p:nvPr/>
        </p:nvSpPr>
        <p:spPr>
          <a:xfrm>
            <a:off x="6119705" y="3644167"/>
            <a:ext cx="97157" cy="102261"/>
          </a:xfrm>
          <a:custGeom>
            <a:avLst/>
            <a:gdLst/>
            <a:ahLst/>
            <a:cxnLst/>
            <a:rect l="l" t="t" r="r" b="b"/>
            <a:pathLst>
              <a:path w="97157" h="102261">
                <a:moveTo>
                  <a:pt x="44325" y="36201"/>
                </a:moveTo>
                <a:lnTo>
                  <a:pt x="47788" y="37697"/>
                </a:lnTo>
                <a:lnTo>
                  <a:pt x="51174" y="40694"/>
                </a:lnTo>
                <a:lnTo>
                  <a:pt x="62387" y="42190"/>
                </a:lnTo>
                <a:lnTo>
                  <a:pt x="73451" y="44215"/>
                </a:lnTo>
                <a:lnTo>
                  <a:pt x="76836" y="45184"/>
                </a:lnTo>
                <a:lnTo>
                  <a:pt x="73978" y="64299"/>
                </a:lnTo>
                <a:lnTo>
                  <a:pt x="76159" y="82090"/>
                </a:lnTo>
                <a:lnTo>
                  <a:pt x="76385" y="99443"/>
                </a:lnTo>
                <a:lnTo>
                  <a:pt x="83458" y="101204"/>
                </a:lnTo>
                <a:lnTo>
                  <a:pt x="89705" y="102261"/>
                </a:lnTo>
                <a:lnTo>
                  <a:pt x="97157" y="101996"/>
                </a:lnTo>
                <a:lnTo>
                  <a:pt x="96780" y="77071"/>
                </a:lnTo>
                <a:lnTo>
                  <a:pt x="96780" y="56283"/>
                </a:lnTo>
                <a:lnTo>
                  <a:pt x="95650" y="44744"/>
                </a:lnTo>
                <a:lnTo>
                  <a:pt x="96630" y="37433"/>
                </a:lnTo>
                <a:lnTo>
                  <a:pt x="95951" y="29418"/>
                </a:lnTo>
                <a:lnTo>
                  <a:pt x="94672" y="24223"/>
                </a:lnTo>
                <a:lnTo>
                  <a:pt x="89328" y="20170"/>
                </a:lnTo>
                <a:lnTo>
                  <a:pt x="82631" y="16648"/>
                </a:lnTo>
                <a:lnTo>
                  <a:pt x="69687" y="11627"/>
                </a:lnTo>
                <a:lnTo>
                  <a:pt x="59150" y="8105"/>
                </a:lnTo>
                <a:lnTo>
                  <a:pt x="53357" y="7575"/>
                </a:lnTo>
                <a:lnTo>
                  <a:pt x="50948" y="11627"/>
                </a:lnTo>
                <a:lnTo>
                  <a:pt x="43649" y="15856"/>
                </a:lnTo>
                <a:lnTo>
                  <a:pt x="47562" y="12155"/>
                </a:lnTo>
                <a:lnTo>
                  <a:pt x="50571" y="10130"/>
                </a:lnTo>
                <a:lnTo>
                  <a:pt x="51625" y="7310"/>
                </a:lnTo>
                <a:lnTo>
                  <a:pt x="51174" y="6077"/>
                </a:lnTo>
                <a:lnTo>
                  <a:pt x="49067" y="6077"/>
                </a:lnTo>
                <a:lnTo>
                  <a:pt x="47788" y="7575"/>
                </a:lnTo>
                <a:lnTo>
                  <a:pt x="46507" y="9073"/>
                </a:lnTo>
                <a:lnTo>
                  <a:pt x="43272" y="10570"/>
                </a:lnTo>
                <a:lnTo>
                  <a:pt x="46282" y="7575"/>
                </a:lnTo>
                <a:lnTo>
                  <a:pt x="47562" y="5285"/>
                </a:lnTo>
                <a:lnTo>
                  <a:pt x="46657" y="3788"/>
                </a:lnTo>
                <a:lnTo>
                  <a:pt x="44099" y="2819"/>
                </a:lnTo>
                <a:lnTo>
                  <a:pt x="40714" y="6342"/>
                </a:lnTo>
                <a:lnTo>
                  <a:pt x="37477" y="8633"/>
                </a:lnTo>
                <a:lnTo>
                  <a:pt x="41316" y="3524"/>
                </a:lnTo>
                <a:lnTo>
                  <a:pt x="42595" y="1587"/>
                </a:lnTo>
                <a:lnTo>
                  <a:pt x="42595" y="0"/>
                </a:lnTo>
                <a:lnTo>
                  <a:pt x="39358" y="530"/>
                </a:lnTo>
                <a:lnTo>
                  <a:pt x="36423" y="3084"/>
                </a:lnTo>
                <a:lnTo>
                  <a:pt x="34466" y="4845"/>
                </a:lnTo>
                <a:lnTo>
                  <a:pt x="25210" y="5813"/>
                </a:lnTo>
                <a:lnTo>
                  <a:pt x="25436" y="3084"/>
                </a:lnTo>
                <a:lnTo>
                  <a:pt x="22727" y="2027"/>
                </a:lnTo>
                <a:lnTo>
                  <a:pt x="22727" y="5549"/>
                </a:lnTo>
                <a:lnTo>
                  <a:pt x="19942" y="6342"/>
                </a:lnTo>
                <a:lnTo>
                  <a:pt x="13921" y="7310"/>
                </a:lnTo>
                <a:lnTo>
                  <a:pt x="14372" y="3524"/>
                </a:lnTo>
                <a:lnTo>
                  <a:pt x="12191" y="3524"/>
                </a:lnTo>
                <a:lnTo>
                  <a:pt x="11965" y="7310"/>
                </a:lnTo>
                <a:lnTo>
                  <a:pt x="8578" y="7045"/>
                </a:lnTo>
                <a:lnTo>
                  <a:pt x="4892" y="6077"/>
                </a:lnTo>
                <a:lnTo>
                  <a:pt x="4741" y="3084"/>
                </a:lnTo>
                <a:lnTo>
                  <a:pt x="3234" y="1763"/>
                </a:lnTo>
                <a:lnTo>
                  <a:pt x="3008" y="5108"/>
                </a:lnTo>
                <a:lnTo>
                  <a:pt x="1880" y="3788"/>
                </a:lnTo>
                <a:lnTo>
                  <a:pt x="601" y="11099"/>
                </a:lnTo>
                <a:lnTo>
                  <a:pt x="0" y="19642"/>
                </a:lnTo>
                <a:lnTo>
                  <a:pt x="2557" y="28362"/>
                </a:lnTo>
                <a:lnTo>
                  <a:pt x="8578" y="30389"/>
                </a:lnTo>
                <a:lnTo>
                  <a:pt x="7900" y="28362"/>
                </a:lnTo>
                <a:lnTo>
                  <a:pt x="11138" y="31357"/>
                </a:lnTo>
                <a:lnTo>
                  <a:pt x="13922" y="34704"/>
                </a:lnTo>
                <a:lnTo>
                  <a:pt x="20168" y="38140"/>
                </a:lnTo>
                <a:lnTo>
                  <a:pt x="27769" y="38932"/>
                </a:lnTo>
                <a:lnTo>
                  <a:pt x="37026" y="39461"/>
                </a:lnTo>
                <a:lnTo>
                  <a:pt x="40865" y="38932"/>
                </a:lnTo>
                <a:lnTo>
                  <a:pt x="37477" y="37169"/>
                </a:lnTo>
                <a:lnTo>
                  <a:pt x="35973" y="32678"/>
                </a:lnTo>
                <a:lnTo>
                  <a:pt x="38756" y="36376"/>
                </a:lnTo>
                <a:lnTo>
                  <a:pt x="42219" y="38669"/>
                </a:lnTo>
                <a:lnTo>
                  <a:pt x="45379" y="40694"/>
                </a:lnTo>
                <a:lnTo>
                  <a:pt x="48616" y="40165"/>
                </a:lnTo>
                <a:lnTo>
                  <a:pt x="46507" y="38404"/>
                </a:lnTo>
                <a:lnTo>
                  <a:pt x="44325" y="36201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69" name="object 1769"/>
          <p:cNvSpPr/>
          <p:nvPr/>
        </p:nvSpPr>
        <p:spPr>
          <a:xfrm>
            <a:off x="6133176" y="3661079"/>
            <a:ext cx="13169" cy="2553"/>
          </a:xfrm>
          <a:custGeom>
            <a:avLst/>
            <a:gdLst/>
            <a:ahLst/>
            <a:cxnLst/>
            <a:rect l="l" t="t" r="r" b="b"/>
            <a:pathLst>
              <a:path w="13169" h="2553">
                <a:moveTo>
                  <a:pt x="0" y="0"/>
                </a:moveTo>
                <a:lnTo>
                  <a:pt x="6171" y="2553"/>
                </a:lnTo>
                <a:lnTo>
                  <a:pt x="13169" y="1937"/>
                </a:lnTo>
                <a:lnTo>
                  <a:pt x="0" y="0"/>
                </a:lnTo>
                <a:close/>
              </a:path>
            </a:pathLst>
          </a:custGeom>
          <a:solidFill>
            <a:srgbClr val="5F5F5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70" name="object 1770"/>
          <p:cNvSpPr/>
          <p:nvPr/>
        </p:nvSpPr>
        <p:spPr>
          <a:xfrm>
            <a:off x="6120081" y="3656763"/>
            <a:ext cx="8051" cy="3084"/>
          </a:xfrm>
          <a:custGeom>
            <a:avLst/>
            <a:gdLst/>
            <a:ahLst/>
            <a:cxnLst/>
            <a:rect l="l" t="t" r="r" b="b"/>
            <a:pathLst>
              <a:path w="8051" h="3084">
                <a:moveTo>
                  <a:pt x="2106" y="1936"/>
                </a:moveTo>
                <a:lnTo>
                  <a:pt x="0" y="0"/>
                </a:lnTo>
                <a:lnTo>
                  <a:pt x="1956" y="3084"/>
                </a:lnTo>
                <a:lnTo>
                  <a:pt x="8051" y="2907"/>
                </a:lnTo>
                <a:lnTo>
                  <a:pt x="2106" y="1936"/>
                </a:lnTo>
                <a:close/>
              </a:path>
            </a:pathLst>
          </a:custGeom>
          <a:solidFill>
            <a:srgbClr val="5F5F5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71" name="object 1771"/>
          <p:cNvSpPr/>
          <p:nvPr/>
        </p:nvSpPr>
        <p:spPr>
          <a:xfrm>
            <a:off x="6153795" y="3654297"/>
            <a:ext cx="12342" cy="7839"/>
          </a:xfrm>
          <a:custGeom>
            <a:avLst/>
            <a:gdLst/>
            <a:ahLst/>
            <a:cxnLst/>
            <a:rect l="l" t="t" r="r" b="b"/>
            <a:pathLst>
              <a:path w="12342" h="7839">
                <a:moveTo>
                  <a:pt x="5945" y="7575"/>
                </a:moveTo>
                <a:lnTo>
                  <a:pt x="12342" y="7839"/>
                </a:lnTo>
                <a:lnTo>
                  <a:pt x="7001" y="6871"/>
                </a:lnTo>
                <a:lnTo>
                  <a:pt x="6624" y="4138"/>
                </a:lnTo>
                <a:lnTo>
                  <a:pt x="6624" y="1761"/>
                </a:lnTo>
                <a:lnTo>
                  <a:pt x="5494" y="704"/>
                </a:lnTo>
                <a:lnTo>
                  <a:pt x="0" y="0"/>
                </a:lnTo>
                <a:lnTo>
                  <a:pt x="4892" y="2641"/>
                </a:lnTo>
                <a:lnTo>
                  <a:pt x="5945" y="7575"/>
                </a:lnTo>
                <a:close/>
              </a:path>
            </a:pathLst>
          </a:custGeom>
          <a:solidFill>
            <a:srgbClr val="5F5F5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72" name="object 1772"/>
          <p:cNvSpPr/>
          <p:nvPr/>
        </p:nvSpPr>
        <p:spPr>
          <a:xfrm>
            <a:off x="6166288" y="3672353"/>
            <a:ext cx="40187" cy="11627"/>
          </a:xfrm>
          <a:custGeom>
            <a:avLst/>
            <a:gdLst/>
            <a:ahLst/>
            <a:cxnLst/>
            <a:rect l="l" t="t" r="r" b="b"/>
            <a:pathLst>
              <a:path w="40187" h="11627">
                <a:moveTo>
                  <a:pt x="16632" y="3436"/>
                </a:moveTo>
                <a:lnTo>
                  <a:pt x="20697" y="4492"/>
                </a:lnTo>
                <a:lnTo>
                  <a:pt x="25890" y="4492"/>
                </a:lnTo>
                <a:lnTo>
                  <a:pt x="34393" y="6518"/>
                </a:lnTo>
                <a:lnTo>
                  <a:pt x="37176" y="10922"/>
                </a:lnTo>
                <a:lnTo>
                  <a:pt x="40187" y="11627"/>
                </a:lnTo>
                <a:lnTo>
                  <a:pt x="37176" y="9424"/>
                </a:lnTo>
                <a:lnTo>
                  <a:pt x="34769" y="5461"/>
                </a:lnTo>
                <a:lnTo>
                  <a:pt x="28448" y="3964"/>
                </a:lnTo>
                <a:lnTo>
                  <a:pt x="20697" y="3436"/>
                </a:lnTo>
                <a:lnTo>
                  <a:pt x="10159" y="528"/>
                </a:lnTo>
                <a:lnTo>
                  <a:pt x="0" y="0"/>
                </a:lnTo>
                <a:lnTo>
                  <a:pt x="9633" y="1320"/>
                </a:lnTo>
                <a:lnTo>
                  <a:pt x="16632" y="3436"/>
                </a:lnTo>
                <a:close/>
              </a:path>
            </a:pathLst>
          </a:custGeom>
          <a:solidFill>
            <a:srgbClr val="5F5F5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73" name="object 1773"/>
          <p:cNvSpPr/>
          <p:nvPr/>
        </p:nvSpPr>
        <p:spPr>
          <a:xfrm>
            <a:off x="6125876" y="3514074"/>
            <a:ext cx="34920" cy="44744"/>
          </a:xfrm>
          <a:custGeom>
            <a:avLst/>
            <a:gdLst/>
            <a:ahLst/>
            <a:cxnLst/>
            <a:rect l="l" t="t" r="r" b="b"/>
            <a:pathLst>
              <a:path w="34920" h="44744">
                <a:moveTo>
                  <a:pt x="27091" y="40341"/>
                </a:moveTo>
                <a:lnTo>
                  <a:pt x="29802" y="39459"/>
                </a:lnTo>
                <a:lnTo>
                  <a:pt x="30478" y="36465"/>
                </a:lnTo>
                <a:lnTo>
                  <a:pt x="31231" y="35408"/>
                </a:lnTo>
                <a:lnTo>
                  <a:pt x="30930" y="33736"/>
                </a:lnTo>
                <a:lnTo>
                  <a:pt x="31832" y="32502"/>
                </a:lnTo>
                <a:lnTo>
                  <a:pt x="31382" y="30211"/>
                </a:lnTo>
                <a:lnTo>
                  <a:pt x="31306" y="28274"/>
                </a:lnTo>
                <a:lnTo>
                  <a:pt x="32134" y="27922"/>
                </a:lnTo>
                <a:lnTo>
                  <a:pt x="34920" y="25808"/>
                </a:lnTo>
                <a:lnTo>
                  <a:pt x="33714" y="23252"/>
                </a:lnTo>
                <a:lnTo>
                  <a:pt x="32140" y="19984"/>
                </a:lnTo>
                <a:lnTo>
                  <a:pt x="31382" y="18410"/>
                </a:lnTo>
                <a:lnTo>
                  <a:pt x="29877" y="16646"/>
                </a:lnTo>
                <a:lnTo>
                  <a:pt x="30629" y="14357"/>
                </a:lnTo>
                <a:lnTo>
                  <a:pt x="29726" y="10659"/>
                </a:lnTo>
                <a:lnTo>
                  <a:pt x="28819" y="8590"/>
                </a:lnTo>
                <a:lnTo>
                  <a:pt x="28219" y="7222"/>
                </a:lnTo>
                <a:lnTo>
                  <a:pt x="26564" y="4052"/>
                </a:lnTo>
                <a:lnTo>
                  <a:pt x="24607" y="2390"/>
                </a:lnTo>
                <a:lnTo>
                  <a:pt x="23555" y="1496"/>
                </a:lnTo>
                <a:lnTo>
                  <a:pt x="21292" y="1273"/>
                </a:lnTo>
                <a:lnTo>
                  <a:pt x="18212" y="968"/>
                </a:lnTo>
                <a:lnTo>
                  <a:pt x="15854" y="584"/>
                </a:lnTo>
                <a:lnTo>
                  <a:pt x="12266" y="0"/>
                </a:lnTo>
                <a:lnTo>
                  <a:pt x="7750" y="1936"/>
                </a:lnTo>
                <a:lnTo>
                  <a:pt x="4545" y="3649"/>
                </a:lnTo>
                <a:lnTo>
                  <a:pt x="3460" y="4229"/>
                </a:lnTo>
                <a:lnTo>
                  <a:pt x="0" y="8543"/>
                </a:lnTo>
                <a:lnTo>
                  <a:pt x="0" y="24397"/>
                </a:lnTo>
                <a:lnTo>
                  <a:pt x="5117" y="30387"/>
                </a:lnTo>
                <a:lnTo>
                  <a:pt x="5493" y="33559"/>
                </a:lnTo>
                <a:lnTo>
                  <a:pt x="4565" y="36113"/>
                </a:lnTo>
                <a:lnTo>
                  <a:pt x="3988" y="37697"/>
                </a:lnTo>
                <a:lnTo>
                  <a:pt x="18361" y="43146"/>
                </a:lnTo>
                <a:lnTo>
                  <a:pt x="22577" y="44744"/>
                </a:lnTo>
                <a:lnTo>
                  <a:pt x="22431" y="41316"/>
                </a:lnTo>
                <a:lnTo>
                  <a:pt x="22352" y="39459"/>
                </a:lnTo>
                <a:lnTo>
                  <a:pt x="24759" y="39901"/>
                </a:lnTo>
                <a:lnTo>
                  <a:pt x="27091" y="40341"/>
                </a:lnTo>
                <a:close/>
              </a:path>
            </a:pathLst>
          </a:custGeom>
          <a:solidFill>
            <a:srgbClr val="FFC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74" name="object 1774"/>
          <p:cNvSpPr/>
          <p:nvPr/>
        </p:nvSpPr>
        <p:spPr>
          <a:xfrm>
            <a:off x="6125876" y="3514074"/>
            <a:ext cx="34920" cy="44744"/>
          </a:xfrm>
          <a:custGeom>
            <a:avLst/>
            <a:gdLst/>
            <a:ahLst/>
            <a:cxnLst/>
            <a:rect l="l" t="t" r="r" b="b"/>
            <a:pathLst>
              <a:path w="34920" h="44744">
                <a:moveTo>
                  <a:pt x="15854" y="584"/>
                </a:moveTo>
                <a:lnTo>
                  <a:pt x="18212" y="968"/>
                </a:lnTo>
                <a:lnTo>
                  <a:pt x="21292" y="1273"/>
                </a:lnTo>
                <a:lnTo>
                  <a:pt x="23555" y="1496"/>
                </a:lnTo>
                <a:lnTo>
                  <a:pt x="24607" y="2390"/>
                </a:lnTo>
                <a:lnTo>
                  <a:pt x="26564" y="4052"/>
                </a:lnTo>
                <a:lnTo>
                  <a:pt x="28219" y="7222"/>
                </a:lnTo>
                <a:lnTo>
                  <a:pt x="28819" y="8590"/>
                </a:lnTo>
                <a:lnTo>
                  <a:pt x="29726" y="10659"/>
                </a:lnTo>
                <a:lnTo>
                  <a:pt x="30629" y="14357"/>
                </a:lnTo>
                <a:lnTo>
                  <a:pt x="29877" y="16646"/>
                </a:lnTo>
                <a:lnTo>
                  <a:pt x="31382" y="18410"/>
                </a:lnTo>
                <a:lnTo>
                  <a:pt x="32140" y="19984"/>
                </a:lnTo>
                <a:lnTo>
                  <a:pt x="33714" y="23252"/>
                </a:lnTo>
                <a:lnTo>
                  <a:pt x="34920" y="25808"/>
                </a:lnTo>
                <a:lnTo>
                  <a:pt x="32134" y="27922"/>
                </a:lnTo>
                <a:lnTo>
                  <a:pt x="31306" y="28274"/>
                </a:lnTo>
                <a:lnTo>
                  <a:pt x="31382" y="30211"/>
                </a:lnTo>
                <a:lnTo>
                  <a:pt x="31832" y="32502"/>
                </a:lnTo>
                <a:lnTo>
                  <a:pt x="30930" y="33736"/>
                </a:lnTo>
                <a:lnTo>
                  <a:pt x="31231" y="35408"/>
                </a:lnTo>
                <a:lnTo>
                  <a:pt x="30478" y="36465"/>
                </a:lnTo>
                <a:lnTo>
                  <a:pt x="29802" y="39459"/>
                </a:lnTo>
                <a:lnTo>
                  <a:pt x="27091" y="40341"/>
                </a:lnTo>
                <a:lnTo>
                  <a:pt x="24759" y="39901"/>
                </a:lnTo>
                <a:lnTo>
                  <a:pt x="22352" y="39459"/>
                </a:lnTo>
                <a:lnTo>
                  <a:pt x="22431" y="41316"/>
                </a:lnTo>
                <a:lnTo>
                  <a:pt x="22577" y="44744"/>
                </a:lnTo>
                <a:lnTo>
                  <a:pt x="18361" y="43146"/>
                </a:lnTo>
                <a:lnTo>
                  <a:pt x="3988" y="37697"/>
                </a:lnTo>
                <a:lnTo>
                  <a:pt x="4565" y="36113"/>
                </a:lnTo>
                <a:lnTo>
                  <a:pt x="5493" y="33559"/>
                </a:lnTo>
                <a:lnTo>
                  <a:pt x="5117" y="30387"/>
                </a:lnTo>
                <a:lnTo>
                  <a:pt x="0" y="24397"/>
                </a:lnTo>
                <a:lnTo>
                  <a:pt x="0" y="9165"/>
                </a:lnTo>
                <a:lnTo>
                  <a:pt x="0" y="8543"/>
                </a:lnTo>
                <a:lnTo>
                  <a:pt x="2918" y="4904"/>
                </a:lnTo>
                <a:lnTo>
                  <a:pt x="3460" y="4229"/>
                </a:lnTo>
                <a:lnTo>
                  <a:pt x="4545" y="3649"/>
                </a:lnTo>
                <a:lnTo>
                  <a:pt x="7750" y="1936"/>
                </a:lnTo>
                <a:lnTo>
                  <a:pt x="12266" y="0"/>
                </a:lnTo>
                <a:lnTo>
                  <a:pt x="15854" y="584"/>
                </a:lnTo>
                <a:close/>
              </a:path>
            </a:pathLst>
          </a:custGeom>
          <a:ln w="1281">
            <a:solidFill>
              <a:srgbClr val="401F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75" name="object 1775"/>
          <p:cNvSpPr/>
          <p:nvPr/>
        </p:nvSpPr>
        <p:spPr>
          <a:xfrm>
            <a:off x="6156807" y="3541028"/>
            <a:ext cx="1956" cy="440"/>
          </a:xfrm>
          <a:custGeom>
            <a:avLst/>
            <a:gdLst/>
            <a:ahLst/>
            <a:cxnLst/>
            <a:rect l="l" t="t" r="r" b="b"/>
            <a:pathLst>
              <a:path w="1956" h="440">
                <a:moveTo>
                  <a:pt x="601" y="0"/>
                </a:moveTo>
                <a:lnTo>
                  <a:pt x="0" y="87"/>
                </a:lnTo>
                <a:lnTo>
                  <a:pt x="150" y="440"/>
                </a:lnTo>
                <a:lnTo>
                  <a:pt x="526" y="351"/>
                </a:lnTo>
                <a:lnTo>
                  <a:pt x="1504" y="440"/>
                </a:lnTo>
                <a:lnTo>
                  <a:pt x="1956" y="175"/>
                </a:lnTo>
                <a:lnTo>
                  <a:pt x="601" y="0"/>
                </a:lnTo>
                <a:close/>
              </a:path>
            </a:pathLst>
          </a:custGeom>
          <a:solidFill>
            <a:srgbClr val="401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76" name="object 1776"/>
          <p:cNvSpPr/>
          <p:nvPr/>
        </p:nvSpPr>
        <p:spPr>
          <a:xfrm>
            <a:off x="6156205" y="3539267"/>
            <a:ext cx="752" cy="1673"/>
          </a:xfrm>
          <a:custGeom>
            <a:avLst/>
            <a:gdLst/>
            <a:ahLst/>
            <a:cxnLst/>
            <a:rect l="l" t="t" r="r" b="b"/>
            <a:pathLst>
              <a:path w="752" h="1673">
                <a:moveTo>
                  <a:pt x="225" y="440"/>
                </a:moveTo>
                <a:lnTo>
                  <a:pt x="752" y="0"/>
                </a:lnTo>
                <a:lnTo>
                  <a:pt x="0" y="87"/>
                </a:lnTo>
                <a:lnTo>
                  <a:pt x="0" y="616"/>
                </a:lnTo>
                <a:lnTo>
                  <a:pt x="149" y="1673"/>
                </a:lnTo>
                <a:lnTo>
                  <a:pt x="225" y="880"/>
                </a:lnTo>
                <a:lnTo>
                  <a:pt x="225" y="440"/>
                </a:lnTo>
                <a:close/>
              </a:path>
            </a:pathLst>
          </a:custGeom>
          <a:solidFill>
            <a:srgbClr val="401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77" name="object 1777"/>
          <p:cNvSpPr/>
          <p:nvPr/>
        </p:nvSpPr>
        <p:spPr>
          <a:xfrm>
            <a:off x="6154775" y="3533805"/>
            <a:ext cx="827" cy="3257"/>
          </a:xfrm>
          <a:custGeom>
            <a:avLst/>
            <a:gdLst/>
            <a:ahLst/>
            <a:cxnLst/>
            <a:rect l="l" t="t" r="r" b="b"/>
            <a:pathLst>
              <a:path w="827" h="3257">
                <a:moveTo>
                  <a:pt x="0" y="0"/>
                </a:moveTo>
                <a:lnTo>
                  <a:pt x="376" y="2377"/>
                </a:lnTo>
                <a:lnTo>
                  <a:pt x="827" y="3257"/>
                </a:lnTo>
                <a:lnTo>
                  <a:pt x="602" y="1849"/>
                </a:lnTo>
                <a:lnTo>
                  <a:pt x="0" y="0"/>
                </a:lnTo>
                <a:close/>
              </a:path>
            </a:pathLst>
          </a:custGeom>
          <a:solidFill>
            <a:srgbClr val="401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78" name="object 1778"/>
          <p:cNvSpPr/>
          <p:nvPr/>
        </p:nvSpPr>
        <p:spPr>
          <a:xfrm>
            <a:off x="6151162" y="3530544"/>
            <a:ext cx="3688" cy="2732"/>
          </a:xfrm>
          <a:custGeom>
            <a:avLst/>
            <a:gdLst/>
            <a:ahLst/>
            <a:cxnLst/>
            <a:rect l="l" t="t" r="r" b="b"/>
            <a:pathLst>
              <a:path w="3688" h="2732">
                <a:moveTo>
                  <a:pt x="3312" y="2732"/>
                </a:moveTo>
                <a:lnTo>
                  <a:pt x="3086" y="2204"/>
                </a:lnTo>
                <a:lnTo>
                  <a:pt x="3086" y="1939"/>
                </a:lnTo>
                <a:lnTo>
                  <a:pt x="2933" y="1499"/>
                </a:lnTo>
                <a:lnTo>
                  <a:pt x="3688" y="0"/>
                </a:lnTo>
                <a:lnTo>
                  <a:pt x="1279" y="528"/>
                </a:lnTo>
                <a:lnTo>
                  <a:pt x="0" y="1411"/>
                </a:lnTo>
                <a:lnTo>
                  <a:pt x="1279" y="1499"/>
                </a:lnTo>
                <a:lnTo>
                  <a:pt x="2106" y="1852"/>
                </a:lnTo>
                <a:lnTo>
                  <a:pt x="2783" y="1852"/>
                </a:lnTo>
                <a:lnTo>
                  <a:pt x="3312" y="2732"/>
                </a:lnTo>
                <a:close/>
              </a:path>
            </a:pathLst>
          </a:custGeom>
          <a:solidFill>
            <a:srgbClr val="401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79" name="object 1779"/>
          <p:cNvSpPr/>
          <p:nvPr/>
        </p:nvSpPr>
        <p:spPr>
          <a:xfrm>
            <a:off x="6149507" y="3526318"/>
            <a:ext cx="6321" cy="2641"/>
          </a:xfrm>
          <a:custGeom>
            <a:avLst/>
            <a:gdLst/>
            <a:ahLst/>
            <a:cxnLst/>
            <a:rect l="l" t="t" r="r" b="b"/>
            <a:pathLst>
              <a:path w="6321" h="2641">
                <a:moveTo>
                  <a:pt x="1579" y="704"/>
                </a:moveTo>
                <a:lnTo>
                  <a:pt x="0" y="1408"/>
                </a:lnTo>
                <a:lnTo>
                  <a:pt x="977" y="1320"/>
                </a:lnTo>
                <a:lnTo>
                  <a:pt x="3083" y="1320"/>
                </a:lnTo>
                <a:lnTo>
                  <a:pt x="4362" y="1849"/>
                </a:lnTo>
                <a:lnTo>
                  <a:pt x="5343" y="2641"/>
                </a:lnTo>
                <a:lnTo>
                  <a:pt x="6020" y="2289"/>
                </a:lnTo>
                <a:lnTo>
                  <a:pt x="6321" y="1320"/>
                </a:lnTo>
                <a:lnTo>
                  <a:pt x="5192" y="704"/>
                </a:lnTo>
                <a:lnTo>
                  <a:pt x="4438" y="704"/>
                </a:lnTo>
                <a:lnTo>
                  <a:pt x="3535" y="176"/>
                </a:lnTo>
                <a:lnTo>
                  <a:pt x="3686" y="528"/>
                </a:lnTo>
                <a:lnTo>
                  <a:pt x="2557" y="0"/>
                </a:lnTo>
                <a:lnTo>
                  <a:pt x="2708" y="352"/>
                </a:lnTo>
                <a:lnTo>
                  <a:pt x="1579" y="704"/>
                </a:lnTo>
                <a:close/>
              </a:path>
            </a:pathLst>
          </a:custGeom>
          <a:solidFill>
            <a:srgbClr val="401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80" name="object 1780"/>
          <p:cNvSpPr/>
          <p:nvPr/>
        </p:nvSpPr>
        <p:spPr>
          <a:xfrm>
            <a:off x="6139647" y="3538559"/>
            <a:ext cx="601" cy="176"/>
          </a:xfrm>
          <a:custGeom>
            <a:avLst/>
            <a:gdLst/>
            <a:ahLst/>
            <a:cxnLst/>
            <a:rect l="l" t="t" r="r" b="b"/>
            <a:pathLst>
              <a:path w="601" h="176">
                <a:moveTo>
                  <a:pt x="601" y="176"/>
                </a:moveTo>
                <a:lnTo>
                  <a:pt x="0" y="0"/>
                </a:lnTo>
                <a:lnTo>
                  <a:pt x="601" y="176"/>
                </a:lnTo>
                <a:close/>
              </a:path>
            </a:pathLst>
          </a:custGeom>
          <a:solidFill>
            <a:srgbClr val="401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81" name="object 1781"/>
          <p:cNvSpPr/>
          <p:nvPr/>
        </p:nvSpPr>
        <p:spPr>
          <a:xfrm>
            <a:off x="6137842" y="3530016"/>
            <a:ext cx="3686" cy="8543"/>
          </a:xfrm>
          <a:custGeom>
            <a:avLst/>
            <a:gdLst/>
            <a:ahLst/>
            <a:cxnLst/>
            <a:rect l="l" t="t" r="r" b="b"/>
            <a:pathLst>
              <a:path w="3686" h="8543">
                <a:moveTo>
                  <a:pt x="3686" y="1675"/>
                </a:moveTo>
                <a:lnTo>
                  <a:pt x="3159" y="264"/>
                </a:lnTo>
                <a:lnTo>
                  <a:pt x="2106" y="0"/>
                </a:lnTo>
                <a:lnTo>
                  <a:pt x="978" y="440"/>
                </a:lnTo>
                <a:lnTo>
                  <a:pt x="75" y="1852"/>
                </a:lnTo>
                <a:lnTo>
                  <a:pt x="0" y="4052"/>
                </a:lnTo>
                <a:lnTo>
                  <a:pt x="75" y="6429"/>
                </a:lnTo>
                <a:lnTo>
                  <a:pt x="903" y="8279"/>
                </a:lnTo>
                <a:lnTo>
                  <a:pt x="1805" y="8543"/>
                </a:lnTo>
                <a:lnTo>
                  <a:pt x="1354" y="7399"/>
                </a:lnTo>
                <a:lnTo>
                  <a:pt x="1429" y="6166"/>
                </a:lnTo>
                <a:lnTo>
                  <a:pt x="2483" y="4845"/>
                </a:lnTo>
                <a:lnTo>
                  <a:pt x="3460" y="3260"/>
                </a:lnTo>
                <a:lnTo>
                  <a:pt x="2257" y="4052"/>
                </a:lnTo>
                <a:lnTo>
                  <a:pt x="1579" y="5109"/>
                </a:lnTo>
                <a:lnTo>
                  <a:pt x="978" y="7046"/>
                </a:lnTo>
                <a:lnTo>
                  <a:pt x="526" y="5813"/>
                </a:lnTo>
                <a:lnTo>
                  <a:pt x="376" y="4317"/>
                </a:lnTo>
                <a:lnTo>
                  <a:pt x="526" y="2292"/>
                </a:lnTo>
                <a:lnTo>
                  <a:pt x="1204" y="880"/>
                </a:lnTo>
                <a:lnTo>
                  <a:pt x="2558" y="617"/>
                </a:lnTo>
                <a:lnTo>
                  <a:pt x="3686" y="1675"/>
                </a:lnTo>
                <a:close/>
              </a:path>
            </a:pathLst>
          </a:custGeom>
          <a:solidFill>
            <a:srgbClr val="401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82" name="object 1782"/>
          <p:cNvSpPr/>
          <p:nvPr/>
        </p:nvSpPr>
        <p:spPr>
          <a:xfrm>
            <a:off x="6136563" y="3528607"/>
            <a:ext cx="6021" cy="11803"/>
          </a:xfrm>
          <a:custGeom>
            <a:avLst/>
            <a:gdLst/>
            <a:ahLst/>
            <a:cxnLst/>
            <a:rect l="l" t="t" r="r" b="b"/>
            <a:pathLst>
              <a:path w="6021" h="11803">
                <a:moveTo>
                  <a:pt x="376" y="9336"/>
                </a:moveTo>
                <a:lnTo>
                  <a:pt x="1279" y="11099"/>
                </a:lnTo>
                <a:lnTo>
                  <a:pt x="2408" y="11627"/>
                </a:lnTo>
                <a:lnTo>
                  <a:pt x="3385" y="11803"/>
                </a:lnTo>
                <a:lnTo>
                  <a:pt x="4137" y="11099"/>
                </a:lnTo>
                <a:lnTo>
                  <a:pt x="4137" y="10922"/>
                </a:lnTo>
                <a:lnTo>
                  <a:pt x="2257" y="10922"/>
                </a:lnTo>
                <a:lnTo>
                  <a:pt x="978" y="9247"/>
                </a:lnTo>
                <a:lnTo>
                  <a:pt x="752" y="7575"/>
                </a:lnTo>
                <a:lnTo>
                  <a:pt x="752" y="6078"/>
                </a:lnTo>
                <a:lnTo>
                  <a:pt x="451" y="5109"/>
                </a:lnTo>
                <a:lnTo>
                  <a:pt x="451" y="3701"/>
                </a:lnTo>
                <a:lnTo>
                  <a:pt x="903" y="1936"/>
                </a:lnTo>
                <a:lnTo>
                  <a:pt x="1579" y="880"/>
                </a:lnTo>
                <a:lnTo>
                  <a:pt x="3536" y="528"/>
                </a:lnTo>
                <a:lnTo>
                  <a:pt x="5041" y="968"/>
                </a:lnTo>
                <a:lnTo>
                  <a:pt x="6021" y="2908"/>
                </a:lnTo>
                <a:lnTo>
                  <a:pt x="5870" y="968"/>
                </a:lnTo>
                <a:lnTo>
                  <a:pt x="5041" y="352"/>
                </a:lnTo>
                <a:lnTo>
                  <a:pt x="2783" y="0"/>
                </a:lnTo>
                <a:lnTo>
                  <a:pt x="1204" y="528"/>
                </a:lnTo>
                <a:lnTo>
                  <a:pt x="602" y="1761"/>
                </a:lnTo>
                <a:lnTo>
                  <a:pt x="0" y="3172"/>
                </a:lnTo>
                <a:lnTo>
                  <a:pt x="0" y="4757"/>
                </a:lnTo>
                <a:lnTo>
                  <a:pt x="301" y="6606"/>
                </a:lnTo>
                <a:lnTo>
                  <a:pt x="376" y="9336"/>
                </a:lnTo>
                <a:close/>
              </a:path>
            </a:pathLst>
          </a:custGeom>
          <a:solidFill>
            <a:srgbClr val="401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83" name="object 1783"/>
          <p:cNvSpPr/>
          <p:nvPr/>
        </p:nvSpPr>
        <p:spPr>
          <a:xfrm>
            <a:off x="6140174" y="3541379"/>
            <a:ext cx="5494" cy="9864"/>
          </a:xfrm>
          <a:custGeom>
            <a:avLst/>
            <a:gdLst/>
            <a:ahLst/>
            <a:cxnLst/>
            <a:rect l="l" t="t" r="r" b="b"/>
            <a:pathLst>
              <a:path w="5494" h="9864">
                <a:moveTo>
                  <a:pt x="5494" y="9864"/>
                </a:moveTo>
                <a:lnTo>
                  <a:pt x="4666" y="8983"/>
                </a:lnTo>
                <a:lnTo>
                  <a:pt x="3011" y="6430"/>
                </a:lnTo>
                <a:lnTo>
                  <a:pt x="1808" y="4403"/>
                </a:lnTo>
                <a:lnTo>
                  <a:pt x="677" y="2113"/>
                </a:lnTo>
                <a:lnTo>
                  <a:pt x="0" y="0"/>
                </a:lnTo>
                <a:lnTo>
                  <a:pt x="827" y="3610"/>
                </a:lnTo>
                <a:lnTo>
                  <a:pt x="2184" y="6343"/>
                </a:lnTo>
                <a:lnTo>
                  <a:pt x="3613" y="8720"/>
                </a:lnTo>
                <a:lnTo>
                  <a:pt x="5494" y="9864"/>
                </a:lnTo>
                <a:close/>
              </a:path>
            </a:pathLst>
          </a:custGeom>
          <a:solidFill>
            <a:srgbClr val="401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84" name="object 1784"/>
          <p:cNvSpPr/>
          <p:nvPr/>
        </p:nvSpPr>
        <p:spPr>
          <a:xfrm>
            <a:off x="6123241" y="3507732"/>
            <a:ext cx="31534" cy="37081"/>
          </a:xfrm>
          <a:custGeom>
            <a:avLst/>
            <a:gdLst/>
            <a:ahLst/>
            <a:cxnLst/>
            <a:rect l="l" t="t" r="r" b="b"/>
            <a:pathLst>
              <a:path w="31534" h="37081">
                <a:moveTo>
                  <a:pt x="12871" y="32150"/>
                </a:moveTo>
                <a:lnTo>
                  <a:pt x="13021" y="30211"/>
                </a:lnTo>
                <a:lnTo>
                  <a:pt x="13021" y="28538"/>
                </a:lnTo>
                <a:lnTo>
                  <a:pt x="12720" y="26336"/>
                </a:lnTo>
                <a:lnTo>
                  <a:pt x="13021" y="23252"/>
                </a:lnTo>
                <a:lnTo>
                  <a:pt x="13773" y="20963"/>
                </a:lnTo>
                <a:lnTo>
                  <a:pt x="16031" y="20259"/>
                </a:lnTo>
                <a:lnTo>
                  <a:pt x="18438" y="20259"/>
                </a:lnTo>
                <a:lnTo>
                  <a:pt x="19644" y="21755"/>
                </a:lnTo>
                <a:lnTo>
                  <a:pt x="20170" y="25104"/>
                </a:lnTo>
                <a:lnTo>
                  <a:pt x="22126" y="25104"/>
                </a:lnTo>
                <a:lnTo>
                  <a:pt x="21374" y="22196"/>
                </a:lnTo>
                <a:lnTo>
                  <a:pt x="22277" y="20259"/>
                </a:lnTo>
                <a:lnTo>
                  <a:pt x="21825" y="17264"/>
                </a:lnTo>
                <a:lnTo>
                  <a:pt x="20321" y="16120"/>
                </a:lnTo>
                <a:lnTo>
                  <a:pt x="19117" y="12948"/>
                </a:lnTo>
                <a:lnTo>
                  <a:pt x="21073" y="10306"/>
                </a:lnTo>
                <a:lnTo>
                  <a:pt x="24233" y="9778"/>
                </a:lnTo>
                <a:lnTo>
                  <a:pt x="29049" y="10659"/>
                </a:lnTo>
                <a:lnTo>
                  <a:pt x="31308" y="9250"/>
                </a:lnTo>
                <a:lnTo>
                  <a:pt x="31534" y="7838"/>
                </a:lnTo>
                <a:lnTo>
                  <a:pt x="30027" y="5197"/>
                </a:lnTo>
                <a:lnTo>
                  <a:pt x="28523" y="3436"/>
                </a:lnTo>
                <a:lnTo>
                  <a:pt x="25514" y="1675"/>
                </a:lnTo>
                <a:lnTo>
                  <a:pt x="18816" y="352"/>
                </a:lnTo>
                <a:lnTo>
                  <a:pt x="13472" y="0"/>
                </a:lnTo>
                <a:lnTo>
                  <a:pt x="7979" y="528"/>
                </a:lnTo>
                <a:lnTo>
                  <a:pt x="5117" y="1147"/>
                </a:lnTo>
                <a:lnTo>
                  <a:pt x="1958" y="3259"/>
                </a:lnTo>
                <a:lnTo>
                  <a:pt x="604" y="6342"/>
                </a:lnTo>
                <a:lnTo>
                  <a:pt x="0" y="11891"/>
                </a:lnTo>
                <a:lnTo>
                  <a:pt x="303" y="17705"/>
                </a:lnTo>
                <a:lnTo>
                  <a:pt x="904" y="25808"/>
                </a:lnTo>
                <a:lnTo>
                  <a:pt x="2409" y="30827"/>
                </a:lnTo>
                <a:lnTo>
                  <a:pt x="7602" y="37081"/>
                </a:lnTo>
                <a:lnTo>
                  <a:pt x="10310" y="34968"/>
                </a:lnTo>
                <a:lnTo>
                  <a:pt x="11363" y="33911"/>
                </a:lnTo>
                <a:lnTo>
                  <a:pt x="12871" y="32150"/>
                </a:lnTo>
                <a:close/>
              </a:path>
            </a:pathLst>
          </a:custGeom>
          <a:solidFill>
            <a:srgbClr val="5F2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85" name="object 1785"/>
          <p:cNvSpPr/>
          <p:nvPr/>
        </p:nvSpPr>
        <p:spPr>
          <a:xfrm>
            <a:off x="6123995" y="3508260"/>
            <a:ext cx="29951" cy="35497"/>
          </a:xfrm>
          <a:custGeom>
            <a:avLst/>
            <a:gdLst/>
            <a:ahLst/>
            <a:cxnLst/>
            <a:rect l="l" t="t" r="r" b="b"/>
            <a:pathLst>
              <a:path w="29951" h="35497">
                <a:moveTo>
                  <a:pt x="11891" y="30653"/>
                </a:moveTo>
                <a:lnTo>
                  <a:pt x="11966" y="29243"/>
                </a:lnTo>
                <a:lnTo>
                  <a:pt x="9556" y="28010"/>
                </a:lnTo>
                <a:lnTo>
                  <a:pt x="7600" y="26336"/>
                </a:lnTo>
                <a:lnTo>
                  <a:pt x="9406" y="27129"/>
                </a:lnTo>
                <a:lnTo>
                  <a:pt x="11740" y="28185"/>
                </a:lnTo>
                <a:lnTo>
                  <a:pt x="11740" y="25104"/>
                </a:lnTo>
                <a:lnTo>
                  <a:pt x="10609" y="24927"/>
                </a:lnTo>
                <a:lnTo>
                  <a:pt x="8579" y="24311"/>
                </a:lnTo>
                <a:lnTo>
                  <a:pt x="7450" y="23343"/>
                </a:lnTo>
                <a:lnTo>
                  <a:pt x="9255" y="23959"/>
                </a:lnTo>
                <a:lnTo>
                  <a:pt x="11740" y="24488"/>
                </a:lnTo>
                <a:lnTo>
                  <a:pt x="11891" y="22990"/>
                </a:lnTo>
                <a:lnTo>
                  <a:pt x="10234" y="22372"/>
                </a:lnTo>
                <a:lnTo>
                  <a:pt x="8278" y="21667"/>
                </a:lnTo>
                <a:lnTo>
                  <a:pt x="5191" y="19026"/>
                </a:lnTo>
                <a:lnTo>
                  <a:pt x="6848" y="19906"/>
                </a:lnTo>
                <a:lnTo>
                  <a:pt x="9255" y="20963"/>
                </a:lnTo>
                <a:lnTo>
                  <a:pt x="11891" y="21667"/>
                </a:lnTo>
                <a:lnTo>
                  <a:pt x="12567" y="20259"/>
                </a:lnTo>
                <a:lnTo>
                  <a:pt x="9029" y="19554"/>
                </a:lnTo>
                <a:lnTo>
                  <a:pt x="6999" y="18674"/>
                </a:lnTo>
                <a:lnTo>
                  <a:pt x="10384" y="19202"/>
                </a:lnTo>
                <a:lnTo>
                  <a:pt x="13320" y="19026"/>
                </a:lnTo>
                <a:lnTo>
                  <a:pt x="14524" y="18850"/>
                </a:lnTo>
                <a:lnTo>
                  <a:pt x="17684" y="19026"/>
                </a:lnTo>
                <a:lnTo>
                  <a:pt x="19190" y="19731"/>
                </a:lnTo>
                <a:lnTo>
                  <a:pt x="20770" y="20434"/>
                </a:lnTo>
                <a:lnTo>
                  <a:pt x="21071" y="19554"/>
                </a:lnTo>
                <a:lnTo>
                  <a:pt x="20318" y="18674"/>
                </a:lnTo>
                <a:lnTo>
                  <a:pt x="18212" y="17617"/>
                </a:lnTo>
                <a:lnTo>
                  <a:pt x="15577" y="16560"/>
                </a:lnTo>
                <a:lnTo>
                  <a:pt x="16705" y="16560"/>
                </a:lnTo>
                <a:lnTo>
                  <a:pt x="19190" y="17529"/>
                </a:lnTo>
                <a:lnTo>
                  <a:pt x="20921" y="18497"/>
                </a:lnTo>
                <a:lnTo>
                  <a:pt x="20770" y="17177"/>
                </a:lnTo>
                <a:lnTo>
                  <a:pt x="19265" y="16208"/>
                </a:lnTo>
                <a:lnTo>
                  <a:pt x="17082" y="15238"/>
                </a:lnTo>
                <a:lnTo>
                  <a:pt x="13471" y="14005"/>
                </a:lnTo>
                <a:lnTo>
                  <a:pt x="15878" y="14181"/>
                </a:lnTo>
                <a:lnTo>
                  <a:pt x="17383" y="14445"/>
                </a:lnTo>
                <a:lnTo>
                  <a:pt x="19040" y="15416"/>
                </a:lnTo>
                <a:lnTo>
                  <a:pt x="18514" y="14621"/>
                </a:lnTo>
                <a:lnTo>
                  <a:pt x="18212" y="13124"/>
                </a:lnTo>
                <a:lnTo>
                  <a:pt x="17383" y="12420"/>
                </a:lnTo>
                <a:lnTo>
                  <a:pt x="14674" y="10834"/>
                </a:lnTo>
                <a:lnTo>
                  <a:pt x="16179" y="11187"/>
                </a:lnTo>
                <a:lnTo>
                  <a:pt x="17911" y="11892"/>
                </a:lnTo>
                <a:lnTo>
                  <a:pt x="18664" y="11011"/>
                </a:lnTo>
                <a:lnTo>
                  <a:pt x="17759" y="10306"/>
                </a:lnTo>
                <a:lnTo>
                  <a:pt x="16179" y="9426"/>
                </a:lnTo>
                <a:lnTo>
                  <a:pt x="13922" y="8545"/>
                </a:lnTo>
                <a:lnTo>
                  <a:pt x="14674" y="8545"/>
                </a:lnTo>
                <a:lnTo>
                  <a:pt x="16856" y="8985"/>
                </a:lnTo>
                <a:lnTo>
                  <a:pt x="17911" y="9250"/>
                </a:lnTo>
                <a:lnTo>
                  <a:pt x="19190" y="10131"/>
                </a:lnTo>
                <a:lnTo>
                  <a:pt x="19868" y="9250"/>
                </a:lnTo>
                <a:lnTo>
                  <a:pt x="20770" y="8898"/>
                </a:lnTo>
                <a:lnTo>
                  <a:pt x="20469" y="8722"/>
                </a:lnTo>
                <a:lnTo>
                  <a:pt x="19190" y="8105"/>
                </a:lnTo>
                <a:lnTo>
                  <a:pt x="17383" y="7575"/>
                </a:lnTo>
                <a:lnTo>
                  <a:pt x="13772" y="7134"/>
                </a:lnTo>
                <a:lnTo>
                  <a:pt x="16254" y="6959"/>
                </a:lnTo>
                <a:lnTo>
                  <a:pt x="18363" y="7134"/>
                </a:lnTo>
                <a:lnTo>
                  <a:pt x="20770" y="7750"/>
                </a:lnTo>
                <a:lnTo>
                  <a:pt x="22350" y="8722"/>
                </a:lnTo>
                <a:lnTo>
                  <a:pt x="24760" y="8722"/>
                </a:lnTo>
                <a:lnTo>
                  <a:pt x="27994" y="9250"/>
                </a:lnTo>
                <a:lnTo>
                  <a:pt x="29273" y="8369"/>
                </a:lnTo>
                <a:lnTo>
                  <a:pt x="29951" y="7575"/>
                </a:lnTo>
                <a:lnTo>
                  <a:pt x="29424" y="6606"/>
                </a:lnTo>
                <a:lnTo>
                  <a:pt x="28747" y="5373"/>
                </a:lnTo>
                <a:lnTo>
                  <a:pt x="27543" y="3436"/>
                </a:lnTo>
                <a:lnTo>
                  <a:pt x="24985" y="2203"/>
                </a:lnTo>
                <a:lnTo>
                  <a:pt x="21222" y="794"/>
                </a:lnTo>
                <a:lnTo>
                  <a:pt x="22801" y="2555"/>
                </a:lnTo>
                <a:lnTo>
                  <a:pt x="23479" y="5197"/>
                </a:lnTo>
                <a:lnTo>
                  <a:pt x="22200" y="2908"/>
                </a:lnTo>
                <a:lnTo>
                  <a:pt x="20620" y="1147"/>
                </a:lnTo>
                <a:lnTo>
                  <a:pt x="19040" y="354"/>
                </a:lnTo>
                <a:lnTo>
                  <a:pt x="16405" y="176"/>
                </a:lnTo>
                <a:lnTo>
                  <a:pt x="13471" y="0"/>
                </a:lnTo>
                <a:lnTo>
                  <a:pt x="14373" y="619"/>
                </a:lnTo>
                <a:lnTo>
                  <a:pt x="15878" y="1763"/>
                </a:lnTo>
                <a:lnTo>
                  <a:pt x="17911" y="2731"/>
                </a:lnTo>
                <a:lnTo>
                  <a:pt x="14900" y="2115"/>
                </a:lnTo>
                <a:lnTo>
                  <a:pt x="13019" y="619"/>
                </a:lnTo>
                <a:lnTo>
                  <a:pt x="10233" y="176"/>
                </a:lnTo>
                <a:lnTo>
                  <a:pt x="8278" y="354"/>
                </a:lnTo>
                <a:lnTo>
                  <a:pt x="5644" y="794"/>
                </a:lnTo>
                <a:lnTo>
                  <a:pt x="7976" y="1939"/>
                </a:lnTo>
                <a:lnTo>
                  <a:pt x="9556" y="4140"/>
                </a:lnTo>
                <a:lnTo>
                  <a:pt x="7300" y="2203"/>
                </a:lnTo>
                <a:lnTo>
                  <a:pt x="4815" y="1499"/>
                </a:lnTo>
                <a:lnTo>
                  <a:pt x="2182" y="2380"/>
                </a:lnTo>
                <a:lnTo>
                  <a:pt x="1354" y="3789"/>
                </a:lnTo>
                <a:lnTo>
                  <a:pt x="752" y="5989"/>
                </a:lnTo>
                <a:lnTo>
                  <a:pt x="3536" y="6782"/>
                </a:lnTo>
                <a:lnTo>
                  <a:pt x="6396" y="7750"/>
                </a:lnTo>
                <a:lnTo>
                  <a:pt x="8879" y="9954"/>
                </a:lnTo>
                <a:lnTo>
                  <a:pt x="6171" y="8545"/>
                </a:lnTo>
                <a:lnTo>
                  <a:pt x="3987" y="7750"/>
                </a:lnTo>
                <a:lnTo>
                  <a:pt x="602" y="7134"/>
                </a:lnTo>
                <a:lnTo>
                  <a:pt x="301" y="9954"/>
                </a:lnTo>
                <a:lnTo>
                  <a:pt x="301" y="12243"/>
                </a:lnTo>
                <a:lnTo>
                  <a:pt x="1655" y="12508"/>
                </a:lnTo>
                <a:lnTo>
                  <a:pt x="4363" y="13652"/>
                </a:lnTo>
                <a:lnTo>
                  <a:pt x="5795" y="14621"/>
                </a:lnTo>
                <a:lnTo>
                  <a:pt x="9556" y="16385"/>
                </a:lnTo>
                <a:lnTo>
                  <a:pt x="5341" y="15238"/>
                </a:lnTo>
                <a:lnTo>
                  <a:pt x="2558" y="14005"/>
                </a:lnTo>
                <a:lnTo>
                  <a:pt x="0" y="13124"/>
                </a:lnTo>
                <a:lnTo>
                  <a:pt x="451" y="17529"/>
                </a:lnTo>
                <a:lnTo>
                  <a:pt x="752" y="21227"/>
                </a:lnTo>
                <a:lnTo>
                  <a:pt x="1354" y="26336"/>
                </a:lnTo>
                <a:lnTo>
                  <a:pt x="2182" y="29243"/>
                </a:lnTo>
                <a:lnTo>
                  <a:pt x="4514" y="33119"/>
                </a:lnTo>
                <a:lnTo>
                  <a:pt x="6999" y="35497"/>
                </a:lnTo>
                <a:lnTo>
                  <a:pt x="7976" y="34880"/>
                </a:lnTo>
                <a:lnTo>
                  <a:pt x="6848" y="33207"/>
                </a:lnTo>
                <a:lnTo>
                  <a:pt x="5644" y="31622"/>
                </a:lnTo>
                <a:lnTo>
                  <a:pt x="4514" y="28010"/>
                </a:lnTo>
                <a:lnTo>
                  <a:pt x="5795" y="30475"/>
                </a:lnTo>
                <a:lnTo>
                  <a:pt x="7149" y="32767"/>
                </a:lnTo>
                <a:lnTo>
                  <a:pt x="9030" y="34704"/>
                </a:lnTo>
                <a:lnTo>
                  <a:pt x="10234" y="33119"/>
                </a:lnTo>
                <a:lnTo>
                  <a:pt x="8579" y="30653"/>
                </a:lnTo>
                <a:lnTo>
                  <a:pt x="7600" y="29418"/>
                </a:lnTo>
                <a:lnTo>
                  <a:pt x="6547" y="26073"/>
                </a:lnTo>
                <a:lnTo>
                  <a:pt x="7600" y="28185"/>
                </a:lnTo>
                <a:lnTo>
                  <a:pt x="9255" y="30475"/>
                </a:lnTo>
                <a:lnTo>
                  <a:pt x="10459" y="32327"/>
                </a:lnTo>
                <a:lnTo>
                  <a:pt x="11891" y="30653"/>
                </a:lnTo>
                <a:close/>
              </a:path>
            </a:pathLst>
          </a:custGeom>
          <a:solidFill>
            <a:srgbClr val="9F5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86" name="object 1786"/>
          <p:cNvSpPr/>
          <p:nvPr/>
        </p:nvSpPr>
        <p:spPr>
          <a:xfrm>
            <a:off x="6184877" y="3598718"/>
            <a:ext cx="32813" cy="22900"/>
          </a:xfrm>
          <a:custGeom>
            <a:avLst/>
            <a:gdLst/>
            <a:ahLst/>
            <a:cxnLst/>
            <a:rect l="l" t="t" r="r" b="b"/>
            <a:pathLst>
              <a:path w="32813" h="22900">
                <a:moveTo>
                  <a:pt x="5418" y="21755"/>
                </a:moveTo>
                <a:lnTo>
                  <a:pt x="7451" y="21138"/>
                </a:lnTo>
                <a:lnTo>
                  <a:pt x="8956" y="21315"/>
                </a:lnTo>
                <a:lnTo>
                  <a:pt x="12567" y="21315"/>
                </a:lnTo>
                <a:lnTo>
                  <a:pt x="15654" y="19642"/>
                </a:lnTo>
                <a:lnTo>
                  <a:pt x="17610" y="16560"/>
                </a:lnTo>
                <a:lnTo>
                  <a:pt x="18664" y="14796"/>
                </a:lnTo>
                <a:lnTo>
                  <a:pt x="20019" y="13212"/>
                </a:lnTo>
                <a:lnTo>
                  <a:pt x="21148" y="12331"/>
                </a:lnTo>
                <a:lnTo>
                  <a:pt x="23179" y="12155"/>
                </a:lnTo>
                <a:lnTo>
                  <a:pt x="25309" y="12297"/>
                </a:lnTo>
                <a:lnTo>
                  <a:pt x="25815" y="12331"/>
                </a:lnTo>
                <a:lnTo>
                  <a:pt x="28748" y="13212"/>
                </a:lnTo>
                <a:lnTo>
                  <a:pt x="29952" y="10922"/>
                </a:lnTo>
                <a:lnTo>
                  <a:pt x="26115" y="9249"/>
                </a:lnTo>
                <a:lnTo>
                  <a:pt x="23606" y="8579"/>
                </a:lnTo>
                <a:lnTo>
                  <a:pt x="25965" y="8105"/>
                </a:lnTo>
                <a:lnTo>
                  <a:pt x="27337" y="8417"/>
                </a:lnTo>
                <a:lnTo>
                  <a:pt x="28673" y="8721"/>
                </a:lnTo>
                <a:lnTo>
                  <a:pt x="32813" y="8545"/>
                </a:lnTo>
                <a:lnTo>
                  <a:pt x="32361" y="7398"/>
                </a:lnTo>
                <a:lnTo>
                  <a:pt x="32061" y="6782"/>
                </a:lnTo>
                <a:lnTo>
                  <a:pt x="31760" y="5637"/>
                </a:lnTo>
                <a:lnTo>
                  <a:pt x="29275" y="2203"/>
                </a:lnTo>
                <a:lnTo>
                  <a:pt x="28115" y="1740"/>
                </a:lnTo>
                <a:lnTo>
                  <a:pt x="25965" y="882"/>
                </a:lnTo>
                <a:lnTo>
                  <a:pt x="25519" y="463"/>
                </a:lnTo>
                <a:lnTo>
                  <a:pt x="25213" y="175"/>
                </a:lnTo>
                <a:lnTo>
                  <a:pt x="22202" y="0"/>
                </a:lnTo>
                <a:lnTo>
                  <a:pt x="16481" y="1147"/>
                </a:lnTo>
                <a:lnTo>
                  <a:pt x="13021" y="3700"/>
                </a:lnTo>
                <a:lnTo>
                  <a:pt x="9408" y="7222"/>
                </a:lnTo>
                <a:lnTo>
                  <a:pt x="8512" y="8231"/>
                </a:lnTo>
                <a:lnTo>
                  <a:pt x="7451" y="9426"/>
                </a:lnTo>
                <a:lnTo>
                  <a:pt x="6474" y="10922"/>
                </a:lnTo>
                <a:lnTo>
                  <a:pt x="5569" y="11979"/>
                </a:lnTo>
                <a:lnTo>
                  <a:pt x="4064" y="12331"/>
                </a:lnTo>
                <a:lnTo>
                  <a:pt x="0" y="13387"/>
                </a:lnTo>
                <a:lnTo>
                  <a:pt x="0" y="22900"/>
                </a:lnTo>
                <a:lnTo>
                  <a:pt x="5418" y="21755"/>
                </a:lnTo>
                <a:close/>
              </a:path>
            </a:pathLst>
          </a:custGeom>
          <a:solidFill>
            <a:srgbClr val="FFC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87" name="object 1787"/>
          <p:cNvSpPr/>
          <p:nvPr/>
        </p:nvSpPr>
        <p:spPr>
          <a:xfrm>
            <a:off x="6184877" y="3598718"/>
            <a:ext cx="32813" cy="22900"/>
          </a:xfrm>
          <a:custGeom>
            <a:avLst/>
            <a:gdLst/>
            <a:ahLst/>
            <a:cxnLst/>
            <a:rect l="l" t="t" r="r" b="b"/>
            <a:pathLst>
              <a:path w="32813" h="22900">
                <a:moveTo>
                  <a:pt x="25213" y="175"/>
                </a:moveTo>
                <a:lnTo>
                  <a:pt x="25519" y="463"/>
                </a:lnTo>
                <a:lnTo>
                  <a:pt x="25965" y="882"/>
                </a:lnTo>
                <a:lnTo>
                  <a:pt x="28115" y="1740"/>
                </a:lnTo>
                <a:lnTo>
                  <a:pt x="29275" y="2203"/>
                </a:lnTo>
                <a:lnTo>
                  <a:pt x="31760" y="5637"/>
                </a:lnTo>
                <a:lnTo>
                  <a:pt x="32061" y="6782"/>
                </a:lnTo>
                <a:lnTo>
                  <a:pt x="32361" y="7398"/>
                </a:lnTo>
                <a:lnTo>
                  <a:pt x="32813" y="8545"/>
                </a:lnTo>
                <a:lnTo>
                  <a:pt x="28673" y="8721"/>
                </a:lnTo>
                <a:lnTo>
                  <a:pt x="27337" y="8417"/>
                </a:lnTo>
                <a:lnTo>
                  <a:pt x="25965" y="8105"/>
                </a:lnTo>
                <a:lnTo>
                  <a:pt x="23481" y="8545"/>
                </a:lnTo>
                <a:lnTo>
                  <a:pt x="26115" y="9249"/>
                </a:lnTo>
                <a:lnTo>
                  <a:pt x="29952" y="10922"/>
                </a:lnTo>
                <a:lnTo>
                  <a:pt x="28748" y="13212"/>
                </a:lnTo>
                <a:lnTo>
                  <a:pt x="25815" y="12331"/>
                </a:lnTo>
                <a:lnTo>
                  <a:pt x="25309" y="12297"/>
                </a:lnTo>
                <a:lnTo>
                  <a:pt x="23179" y="12155"/>
                </a:lnTo>
                <a:lnTo>
                  <a:pt x="21148" y="12331"/>
                </a:lnTo>
                <a:lnTo>
                  <a:pt x="20019" y="13212"/>
                </a:lnTo>
                <a:lnTo>
                  <a:pt x="18664" y="14796"/>
                </a:lnTo>
                <a:lnTo>
                  <a:pt x="17610" y="16560"/>
                </a:lnTo>
                <a:lnTo>
                  <a:pt x="15654" y="19642"/>
                </a:lnTo>
                <a:lnTo>
                  <a:pt x="12567" y="21315"/>
                </a:lnTo>
                <a:lnTo>
                  <a:pt x="8956" y="21315"/>
                </a:lnTo>
                <a:lnTo>
                  <a:pt x="7451" y="21138"/>
                </a:lnTo>
                <a:lnTo>
                  <a:pt x="5418" y="21755"/>
                </a:lnTo>
                <a:lnTo>
                  <a:pt x="0" y="22900"/>
                </a:lnTo>
                <a:lnTo>
                  <a:pt x="0" y="22137"/>
                </a:lnTo>
                <a:lnTo>
                  <a:pt x="0" y="13387"/>
                </a:lnTo>
                <a:lnTo>
                  <a:pt x="4064" y="12331"/>
                </a:lnTo>
                <a:lnTo>
                  <a:pt x="5569" y="11979"/>
                </a:lnTo>
                <a:lnTo>
                  <a:pt x="6474" y="10922"/>
                </a:lnTo>
                <a:lnTo>
                  <a:pt x="7451" y="9426"/>
                </a:lnTo>
                <a:lnTo>
                  <a:pt x="8512" y="8231"/>
                </a:lnTo>
                <a:lnTo>
                  <a:pt x="9408" y="7222"/>
                </a:lnTo>
                <a:lnTo>
                  <a:pt x="13021" y="3700"/>
                </a:lnTo>
                <a:lnTo>
                  <a:pt x="16481" y="1147"/>
                </a:lnTo>
                <a:lnTo>
                  <a:pt x="22202" y="0"/>
                </a:lnTo>
                <a:lnTo>
                  <a:pt x="25213" y="175"/>
                </a:lnTo>
                <a:close/>
              </a:path>
            </a:pathLst>
          </a:custGeom>
          <a:ln w="1342">
            <a:solidFill>
              <a:srgbClr val="401F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88" name="object 1788"/>
          <p:cNvSpPr/>
          <p:nvPr/>
        </p:nvSpPr>
        <p:spPr>
          <a:xfrm>
            <a:off x="6205574" y="3602331"/>
            <a:ext cx="10461" cy="2817"/>
          </a:xfrm>
          <a:custGeom>
            <a:avLst/>
            <a:gdLst/>
            <a:ahLst/>
            <a:cxnLst/>
            <a:rect l="l" t="t" r="r" b="b"/>
            <a:pathLst>
              <a:path w="10461" h="2817">
                <a:moveTo>
                  <a:pt x="5493" y="968"/>
                </a:moveTo>
                <a:lnTo>
                  <a:pt x="7224" y="1584"/>
                </a:lnTo>
                <a:lnTo>
                  <a:pt x="8653" y="1849"/>
                </a:lnTo>
                <a:lnTo>
                  <a:pt x="10461" y="2817"/>
                </a:lnTo>
                <a:lnTo>
                  <a:pt x="10308" y="2377"/>
                </a:lnTo>
                <a:lnTo>
                  <a:pt x="8653" y="1496"/>
                </a:lnTo>
                <a:lnTo>
                  <a:pt x="7224" y="1320"/>
                </a:lnTo>
                <a:lnTo>
                  <a:pt x="4516" y="0"/>
                </a:lnTo>
                <a:lnTo>
                  <a:pt x="2482" y="352"/>
                </a:lnTo>
                <a:lnTo>
                  <a:pt x="0" y="968"/>
                </a:lnTo>
                <a:lnTo>
                  <a:pt x="1654" y="792"/>
                </a:lnTo>
                <a:lnTo>
                  <a:pt x="3987" y="528"/>
                </a:lnTo>
                <a:lnTo>
                  <a:pt x="5493" y="968"/>
                </a:lnTo>
                <a:close/>
              </a:path>
            </a:pathLst>
          </a:custGeom>
          <a:solidFill>
            <a:srgbClr val="401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89" name="object 1789"/>
          <p:cNvSpPr/>
          <p:nvPr/>
        </p:nvSpPr>
        <p:spPr>
          <a:xfrm>
            <a:off x="6201584" y="3599161"/>
            <a:ext cx="8806" cy="1936"/>
          </a:xfrm>
          <a:custGeom>
            <a:avLst/>
            <a:gdLst/>
            <a:ahLst/>
            <a:cxnLst/>
            <a:rect l="l" t="t" r="r" b="b"/>
            <a:pathLst>
              <a:path w="8806" h="1936">
                <a:moveTo>
                  <a:pt x="1956" y="1233"/>
                </a:moveTo>
                <a:lnTo>
                  <a:pt x="0" y="1584"/>
                </a:lnTo>
                <a:lnTo>
                  <a:pt x="300" y="1936"/>
                </a:lnTo>
                <a:lnTo>
                  <a:pt x="2109" y="1584"/>
                </a:lnTo>
                <a:lnTo>
                  <a:pt x="3688" y="1144"/>
                </a:lnTo>
                <a:lnTo>
                  <a:pt x="6547" y="264"/>
                </a:lnTo>
                <a:lnTo>
                  <a:pt x="7901" y="528"/>
                </a:lnTo>
                <a:lnTo>
                  <a:pt x="8806" y="616"/>
                </a:lnTo>
                <a:lnTo>
                  <a:pt x="7450" y="87"/>
                </a:lnTo>
                <a:lnTo>
                  <a:pt x="6396" y="0"/>
                </a:lnTo>
                <a:lnTo>
                  <a:pt x="4215" y="616"/>
                </a:lnTo>
                <a:lnTo>
                  <a:pt x="1956" y="1233"/>
                </a:lnTo>
                <a:close/>
              </a:path>
            </a:pathLst>
          </a:custGeom>
          <a:solidFill>
            <a:srgbClr val="401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90" name="object 1790"/>
          <p:cNvSpPr/>
          <p:nvPr/>
        </p:nvSpPr>
        <p:spPr>
          <a:xfrm>
            <a:off x="6205197" y="3606469"/>
            <a:ext cx="3536" cy="970"/>
          </a:xfrm>
          <a:custGeom>
            <a:avLst/>
            <a:gdLst/>
            <a:ahLst/>
            <a:cxnLst/>
            <a:rect l="l" t="t" r="r" b="b"/>
            <a:pathLst>
              <a:path w="3536" h="970">
                <a:moveTo>
                  <a:pt x="0" y="0"/>
                </a:moveTo>
                <a:lnTo>
                  <a:pt x="376" y="706"/>
                </a:lnTo>
                <a:lnTo>
                  <a:pt x="1805" y="706"/>
                </a:lnTo>
                <a:lnTo>
                  <a:pt x="3084" y="970"/>
                </a:lnTo>
                <a:lnTo>
                  <a:pt x="3536" y="442"/>
                </a:lnTo>
                <a:lnTo>
                  <a:pt x="978" y="266"/>
                </a:lnTo>
                <a:lnTo>
                  <a:pt x="0" y="0"/>
                </a:lnTo>
                <a:close/>
              </a:path>
            </a:pathLst>
          </a:custGeom>
          <a:solidFill>
            <a:srgbClr val="401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91" name="object 1791"/>
          <p:cNvSpPr/>
          <p:nvPr/>
        </p:nvSpPr>
        <p:spPr>
          <a:xfrm>
            <a:off x="6215431" y="3605676"/>
            <a:ext cx="754" cy="1763"/>
          </a:xfrm>
          <a:custGeom>
            <a:avLst/>
            <a:gdLst/>
            <a:ahLst/>
            <a:cxnLst/>
            <a:rect l="l" t="t" r="r" b="b"/>
            <a:pathLst>
              <a:path w="754" h="1763">
                <a:moveTo>
                  <a:pt x="0" y="0"/>
                </a:moveTo>
                <a:lnTo>
                  <a:pt x="0" y="440"/>
                </a:lnTo>
                <a:lnTo>
                  <a:pt x="150" y="1322"/>
                </a:lnTo>
                <a:lnTo>
                  <a:pt x="754" y="1763"/>
                </a:lnTo>
                <a:lnTo>
                  <a:pt x="0" y="0"/>
                </a:lnTo>
                <a:close/>
              </a:path>
            </a:pathLst>
          </a:custGeom>
          <a:solidFill>
            <a:srgbClr val="401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92" name="object 1792"/>
          <p:cNvSpPr/>
          <p:nvPr/>
        </p:nvSpPr>
        <p:spPr>
          <a:xfrm>
            <a:off x="6213024" y="3609994"/>
            <a:ext cx="676" cy="968"/>
          </a:xfrm>
          <a:custGeom>
            <a:avLst/>
            <a:gdLst/>
            <a:ahLst/>
            <a:cxnLst/>
            <a:rect l="l" t="t" r="r" b="b"/>
            <a:pathLst>
              <a:path w="676" h="968">
                <a:moveTo>
                  <a:pt x="0" y="0"/>
                </a:moveTo>
                <a:lnTo>
                  <a:pt x="149" y="528"/>
                </a:lnTo>
                <a:lnTo>
                  <a:pt x="676" y="968"/>
                </a:lnTo>
                <a:lnTo>
                  <a:pt x="0" y="0"/>
                </a:lnTo>
                <a:close/>
              </a:path>
            </a:pathLst>
          </a:custGeom>
          <a:solidFill>
            <a:srgbClr val="401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93" name="object 1793"/>
          <p:cNvSpPr/>
          <p:nvPr/>
        </p:nvSpPr>
        <p:spPr>
          <a:xfrm>
            <a:off x="6200230" y="3603915"/>
            <a:ext cx="1654" cy="2289"/>
          </a:xfrm>
          <a:custGeom>
            <a:avLst/>
            <a:gdLst/>
            <a:ahLst/>
            <a:cxnLst/>
            <a:rect l="l" t="t" r="r" b="b"/>
            <a:pathLst>
              <a:path w="1654" h="2289">
                <a:moveTo>
                  <a:pt x="1354" y="704"/>
                </a:moveTo>
                <a:lnTo>
                  <a:pt x="1654" y="0"/>
                </a:lnTo>
                <a:lnTo>
                  <a:pt x="0" y="2289"/>
                </a:lnTo>
                <a:lnTo>
                  <a:pt x="1354" y="1320"/>
                </a:lnTo>
                <a:lnTo>
                  <a:pt x="1354" y="704"/>
                </a:lnTo>
                <a:close/>
              </a:path>
            </a:pathLst>
          </a:custGeom>
          <a:solidFill>
            <a:srgbClr val="401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94" name="object 1794"/>
          <p:cNvSpPr/>
          <p:nvPr/>
        </p:nvSpPr>
        <p:spPr>
          <a:xfrm>
            <a:off x="6193532" y="3603827"/>
            <a:ext cx="5268" cy="6254"/>
          </a:xfrm>
          <a:custGeom>
            <a:avLst/>
            <a:gdLst/>
            <a:ahLst/>
            <a:cxnLst/>
            <a:rect l="l" t="t" r="r" b="b"/>
            <a:pathLst>
              <a:path w="5268" h="6254">
                <a:moveTo>
                  <a:pt x="3310" y="3524"/>
                </a:moveTo>
                <a:lnTo>
                  <a:pt x="4365" y="1936"/>
                </a:lnTo>
                <a:lnTo>
                  <a:pt x="5268" y="0"/>
                </a:lnTo>
                <a:lnTo>
                  <a:pt x="3084" y="2908"/>
                </a:lnTo>
                <a:lnTo>
                  <a:pt x="0" y="6254"/>
                </a:lnTo>
                <a:lnTo>
                  <a:pt x="3310" y="3524"/>
                </a:lnTo>
                <a:close/>
              </a:path>
            </a:pathLst>
          </a:custGeom>
          <a:solidFill>
            <a:srgbClr val="401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95" name="object 1795"/>
          <p:cNvSpPr/>
          <p:nvPr/>
        </p:nvSpPr>
        <p:spPr>
          <a:xfrm>
            <a:off x="6190898" y="3612723"/>
            <a:ext cx="1205" cy="4492"/>
          </a:xfrm>
          <a:custGeom>
            <a:avLst/>
            <a:gdLst/>
            <a:ahLst/>
            <a:cxnLst/>
            <a:rect l="l" t="t" r="r" b="b"/>
            <a:pathLst>
              <a:path w="1205" h="4492">
                <a:moveTo>
                  <a:pt x="1054" y="1144"/>
                </a:moveTo>
                <a:lnTo>
                  <a:pt x="0" y="0"/>
                </a:lnTo>
                <a:lnTo>
                  <a:pt x="754" y="1586"/>
                </a:lnTo>
                <a:lnTo>
                  <a:pt x="979" y="3172"/>
                </a:lnTo>
                <a:lnTo>
                  <a:pt x="1054" y="4492"/>
                </a:lnTo>
                <a:lnTo>
                  <a:pt x="1205" y="2555"/>
                </a:lnTo>
                <a:lnTo>
                  <a:pt x="1054" y="1144"/>
                </a:lnTo>
                <a:close/>
              </a:path>
            </a:pathLst>
          </a:custGeom>
          <a:solidFill>
            <a:srgbClr val="401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96" name="object 1796"/>
          <p:cNvSpPr/>
          <p:nvPr/>
        </p:nvSpPr>
        <p:spPr>
          <a:xfrm>
            <a:off x="6203240" y="3608057"/>
            <a:ext cx="603" cy="1584"/>
          </a:xfrm>
          <a:custGeom>
            <a:avLst/>
            <a:gdLst/>
            <a:ahLst/>
            <a:cxnLst/>
            <a:rect l="l" t="t" r="r" b="b"/>
            <a:pathLst>
              <a:path w="603" h="1584">
                <a:moveTo>
                  <a:pt x="149" y="0"/>
                </a:moveTo>
                <a:lnTo>
                  <a:pt x="0" y="703"/>
                </a:lnTo>
                <a:lnTo>
                  <a:pt x="603" y="1584"/>
                </a:lnTo>
                <a:lnTo>
                  <a:pt x="149" y="0"/>
                </a:lnTo>
                <a:close/>
              </a:path>
            </a:pathLst>
          </a:custGeom>
          <a:solidFill>
            <a:srgbClr val="401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97" name="object 1797"/>
          <p:cNvSpPr/>
          <p:nvPr/>
        </p:nvSpPr>
        <p:spPr>
          <a:xfrm>
            <a:off x="6154851" y="3546489"/>
            <a:ext cx="2407" cy="1936"/>
          </a:xfrm>
          <a:custGeom>
            <a:avLst/>
            <a:gdLst/>
            <a:ahLst/>
            <a:cxnLst/>
            <a:rect l="l" t="t" r="r" b="b"/>
            <a:pathLst>
              <a:path w="2407" h="1936">
                <a:moveTo>
                  <a:pt x="2407" y="0"/>
                </a:moveTo>
                <a:lnTo>
                  <a:pt x="1729" y="528"/>
                </a:lnTo>
                <a:lnTo>
                  <a:pt x="1053" y="792"/>
                </a:lnTo>
                <a:lnTo>
                  <a:pt x="375" y="1233"/>
                </a:lnTo>
                <a:lnTo>
                  <a:pt x="0" y="1936"/>
                </a:lnTo>
                <a:lnTo>
                  <a:pt x="601" y="1672"/>
                </a:lnTo>
                <a:lnTo>
                  <a:pt x="1729" y="1320"/>
                </a:lnTo>
                <a:lnTo>
                  <a:pt x="2407" y="0"/>
                </a:lnTo>
                <a:close/>
              </a:path>
            </a:pathLst>
          </a:custGeom>
          <a:solidFill>
            <a:srgbClr val="401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98" name="object 1798"/>
          <p:cNvSpPr/>
          <p:nvPr/>
        </p:nvSpPr>
        <p:spPr>
          <a:xfrm>
            <a:off x="6156054" y="3549659"/>
            <a:ext cx="601" cy="1232"/>
          </a:xfrm>
          <a:custGeom>
            <a:avLst/>
            <a:gdLst/>
            <a:ahLst/>
            <a:cxnLst/>
            <a:rect l="l" t="t" r="r" b="b"/>
            <a:pathLst>
              <a:path w="601" h="1232">
                <a:moveTo>
                  <a:pt x="601" y="0"/>
                </a:moveTo>
                <a:lnTo>
                  <a:pt x="0" y="0"/>
                </a:lnTo>
                <a:lnTo>
                  <a:pt x="0" y="1232"/>
                </a:lnTo>
                <a:lnTo>
                  <a:pt x="601" y="0"/>
                </a:lnTo>
                <a:close/>
              </a:path>
            </a:pathLst>
          </a:custGeom>
          <a:solidFill>
            <a:srgbClr val="401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99" name="object 1799"/>
          <p:cNvSpPr/>
          <p:nvPr/>
        </p:nvSpPr>
        <p:spPr>
          <a:xfrm>
            <a:off x="6146420" y="3559787"/>
            <a:ext cx="20321" cy="59629"/>
          </a:xfrm>
          <a:custGeom>
            <a:avLst/>
            <a:gdLst/>
            <a:ahLst/>
            <a:cxnLst/>
            <a:rect l="l" t="t" r="r" b="b"/>
            <a:pathLst>
              <a:path w="20321" h="59629">
                <a:moveTo>
                  <a:pt x="20321" y="59629"/>
                </a:moveTo>
                <a:lnTo>
                  <a:pt x="17936" y="41934"/>
                </a:lnTo>
                <a:lnTo>
                  <a:pt x="17685" y="40078"/>
                </a:lnTo>
                <a:lnTo>
                  <a:pt x="14376" y="25456"/>
                </a:lnTo>
                <a:lnTo>
                  <a:pt x="8767" y="10525"/>
                </a:lnTo>
                <a:lnTo>
                  <a:pt x="7574" y="8487"/>
                </a:lnTo>
                <a:lnTo>
                  <a:pt x="5494" y="5989"/>
                </a:lnTo>
                <a:lnTo>
                  <a:pt x="4892" y="2468"/>
                </a:lnTo>
                <a:lnTo>
                  <a:pt x="3011" y="0"/>
                </a:lnTo>
                <a:lnTo>
                  <a:pt x="0" y="7750"/>
                </a:lnTo>
                <a:lnTo>
                  <a:pt x="11966" y="50910"/>
                </a:lnTo>
                <a:lnTo>
                  <a:pt x="20321" y="59629"/>
                </a:lnTo>
                <a:close/>
              </a:path>
            </a:pathLst>
          </a:custGeom>
          <a:solidFill>
            <a:srgbClr val="4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00" name="object 1800"/>
          <p:cNvSpPr/>
          <p:nvPr/>
        </p:nvSpPr>
        <p:spPr>
          <a:xfrm>
            <a:off x="6146420" y="3559787"/>
            <a:ext cx="20321" cy="59629"/>
          </a:xfrm>
          <a:custGeom>
            <a:avLst/>
            <a:gdLst/>
            <a:ahLst/>
            <a:cxnLst/>
            <a:rect l="l" t="t" r="r" b="b"/>
            <a:pathLst>
              <a:path w="20321" h="59629">
                <a:moveTo>
                  <a:pt x="4892" y="2468"/>
                </a:moveTo>
                <a:lnTo>
                  <a:pt x="5494" y="5989"/>
                </a:lnTo>
                <a:lnTo>
                  <a:pt x="7574" y="8487"/>
                </a:lnTo>
                <a:lnTo>
                  <a:pt x="8355" y="9426"/>
                </a:lnTo>
                <a:lnTo>
                  <a:pt x="14376" y="25456"/>
                </a:lnTo>
                <a:lnTo>
                  <a:pt x="17623" y="39803"/>
                </a:lnTo>
                <a:lnTo>
                  <a:pt x="17936" y="41934"/>
                </a:lnTo>
                <a:lnTo>
                  <a:pt x="20321" y="59629"/>
                </a:lnTo>
                <a:lnTo>
                  <a:pt x="11966" y="50910"/>
                </a:lnTo>
                <a:lnTo>
                  <a:pt x="0" y="7750"/>
                </a:lnTo>
                <a:lnTo>
                  <a:pt x="3011" y="0"/>
                </a:lnTo>
                <a:lnTo>
                  <a:pt x="4892" y="2468"/>
                </a:lnTo>
                <a:close/>
              </a:path>
            </a:pathLst>
          </a:custGeom>
          <a:ln w="12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01" name="object 1801"/>
          <p:cNvSpPr/>
          <p:nvPr/>
        </p:nvSpPr>
        <p:spPr>
          <a:xfrm>
            <a:off x="6114060" y="3548338"/>
            <a:ext cx="75633" cy="99265"/>
          </a:xfrm>
          <a:custGeom>
            <a:avLst/>
            <a:gdLst/>
            <a:ahLst/>
            <a:cxnLst/>
            <a:rect l="l" t="t" r="r" b="b"/>
            <a:pathLst>
              <a:path w="75633" h="99265">
                <a:moveTo>
                  <a:pt x="6273" y="92158"/>
                </a:moveTo>
                <a:lnTo>
                  <a:pt x="6246" y="92658"/>
                </a:lnTo>
                <a:lnTo>
                  <a:pt x="6852" y="93478"/>
                </a:lnTo>
                <a:lnTo>
                  <a:pt x="10085" y="97856"/>
                </a:lnTo>
                <a:lnTo>
                  <a:pt x="15729" y="99265"/>
                </a:lnTo>
                <a:lnTo>
                  <a:pt x="21750" y="97239"/>
                </a:lnTo>
                <a:lnTo>
                  <a:pt x="26007" y="96735"/>
                </a:lnTo>
                <a:lnTo>
                  <a:pt x="27693" y="96535"/>
                </a:lnTo>
                <a:lnTo>
                  <a:pt x="31681" y="98046"/>
                </a:lnTo>
                <a:lnTo>
                  <a:pt x="33037" y="98560"/>
                </a:lnTo>
                <a:lnTo>
                  <a:pt x="34597" y="98754"/>
                </a:lnTo>
                <a:lnTo>
                  <a:pt x="36575" y="99000"/>
                </a:lnTo>
                <a:lnTo>
                  <a:pt x="40489" y="99000"/>
                </a:lnTo>
                <a:lnTo>
                  <a:pt x="43724" y="95476"/>
                </a:lnTo>
                <a:lnTo>
                  <a:pt x="47036" y="94772"/>
                </a:lnTo>
                <a:lnTo>
                  <a:pt x="48718" y="94553"/>
                </a:lnTo>
                <a:lnTo>
                  <a:pt x="49744" y="94419"/>
                </a:lnTo>
                <a:lnTo>
                  <a:pt x="50347" y="90897"/>
                </a:lnTo>
                <a:lnTo>
                  <a:pt x="50090" y="86475"/>
                </a:lnTo>
                <a:lnTo>
                  <a:pt x="50045" y="85700"/>
                </a:lnTo>
                <a:lnTo>
                  <a:pt x="50084" y="85390"/>
                </a:lnTo>
                <a:lnTo>
                  <a:pt x="50347" y="83323"/>
                </a:lnTo>
                <a:lnTo>
                  <a:pt x="53403" y="82629"/>
                </a:lnTo>
                <a:lnTo>
                  <a:pt x="55389" y="82177"/>
                </a:lnTo>
                <a:lnTo>
                  <a:pt x="59830" y="82177"/>
                </a:lnTo>
                <a:lnTo>
                  <a:pt x="61579" y="81659"/>
                </a:lnTo>
                <a:lnTo>
                  <a:pt x="65775" y="80414"/>
                </a:lnTo>
                <a:lnTo>
                  <a:pt x="68709" y="75219"/>
                </a:lnTo>
                <a:lnTo>
                  <a:pt x="73121" y="74236"/>
                </a:lnTo>
                <a:lnTo>
                  <a:pt x="75031" y="73811"/>
                </a:lnTo>
                <a:lnTo>
                  <a:pt x="75633" y="70022"/>
                </a:lnTo>
                <a:lnTo>
                  <a:pt x="75407" y="65883"/>
                </a:lnTo>
                <a:lnTo>
                  <a:pt x="73526" y="62359"/>
                </a:lnTo>
                <a:lnTo>
                  <a:pt x="66678" y="62359"/>
                </a:lnTo>
                <a:lnTo>
                  <a:pt x="64269" y="60597"/>
                </a:lnTo>
                <a:lnTo>
                  <a:pt x="49368" y="60246"/>
                </a:lnTo>
                <a:lnTo>
                  <a:pt x="47939" y="51174"/>
                </a:lnTo>
                <a:lnTo>
                  <a:pt x="44626" y="37609"/>
                </a:lnTo>
                <a:lnTo>
                  <a:pt x="40488" y="26157"/>
                </a:lnTo>
                <a:lnTo>
                  <a:pt x="39283" y="21139"/>
                </a:lnTo>
                <a:lnTo>
                  <a:pt x="37176" y="18407"/>
                </a:lnTo>
                <a:lnTo>
                  <a:pt x="35962" y="16416"/>
                </a:lnTo>
                <a:lnTo>
                  <a:pt x="35672" y="15941"/>
                </a:lnTo>
                <a:lnTo>
                  <a:pt x="34844" y="8983"/>
                </a:lnTo>
                <a:lnTo>
                  <a:pt x="27760" y="5546"/>
                </a:lnTo>
                <a:lnTo>
                  <a:pt x="16331" y="0"/>
                </a:lnTo>
                <a:lnTo>
                  <a:pt x="13997" y="5194"/>
                </a:lnTo>
                <a:lnTo>
                  <a:pt x="9558" y="7926"/>
                </a:lnTo>
                <a:lnTo>
                  <a:pt x="7320" y="10596"/>
                </a:lnTo>
                <a:lnTo>
                  <a:pt x="5719" y="12505"/>
                </a:lnTo>
                <a:lnTo>
                  <a:pt x="4517" y="13529"/>
                </a:lnTo>
                <a:lnTo>
                  <a:pt x="2407" y="15325"/>
                </a:lnTo>
                <a:lnTo>
                  <a:pt x="902" y="18759"/>
                </a:lnTo>
                <a:lnTo>
                  <a:pt x="300" y="26422"/>
                </a:lnTo>
                <a:lnTo>
                  <a:pt x="300" y="37609"/>
                </a:lnTo>
                <a:lnTo>
                  <a:pt x="225" y="40785"/>
                </a:lnTo>
                <a:lnTo>
                  <a:pt x="0" y="50203"/>
                </a:lnTo>
                <a:lnTo>
                  <a:pt x="737" y="54034"/>
                </a:lnTo>
                <a:lnTo>
                  <a:pt x="2407" y="62711"/>
                </a:lnTo>
                <a:lnTo>
                  <a:pt x="4214" y="71078"/>
                </a:lnTo>
                <a:lnTo>
                  <a:pt x="5042" y="80150"/>
                </a:lnTo>
                <a:lnTo>
                  <a:pt x="6547" y="87109"/>
                </a:lnTo>
                <a:lnTo>
                  <a:pt x="6273" y="92158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02" name="object 1802"/>
          <p:cNvSpPr/>
          <p:nvPr/>
        </p:nvSpPr>
        <p:spPr>
          <a:xfrm>
            <a:off x="6114060" y="3548338"/>
            <a:ext cx="75633" cy="99265"/>
          </a:xfrm>
          <a:custGeom>
            <a:avLst/>
            <a:gdLst/>
            <a:ahLst/>
            <a:cxnLst/>
            <a:rect l="l" t="t" r="r" b="b"/>
            <a:pathLst>
              <a:path w="75633" h="99265">
                <a:moveTo>
                  <a:pt x="27760" y="5546"/>
                </a:moveTo>
                <a:lnTo>
                  <a:pt x="34844" y="8983"/>
                </a:lnTo>
                <a:lnTo>
                  <a:pt x="35672" y="15941"/>
                </a:lnTo>
                <a:lnTo>
                  <a:pt x="35962" y="16416"/>
                </a:lnTo>
                <a:lnTo>
                  <a:pt x="37176" y="18407"/>
                </a:lnTo>
                <a:lnTo>
                  <a:pt x="39283" y="21139"/>
                </a:lnTo>
                <a:lnTo>
                  <a:pt x="40488" y="26157"/>
                </a:lnTo>
                <a:lnTo>
                  <a:pt x="44626" y="37609"/>
                </a:lnTo>
                <a:lnTo>
                  <a:pt x="47939" y="51174"/>
                </a:lnTo>
                <a:lnTo>
                  <a:pt x="49368" y="60246"/>
                </a:lnTo>
                <a:lnTo>
                  <a:pt x="64269" y="60597"/>
                </a:lnTo>
                <a:lnTo>
                  <a:pt x="66678" y="62359"/>
                </a:lnTo>
                <a:lnTo>
                  <a:pt x="73526" y="62359"/>
                </a:lnTo>
                <a:lnTo>
                  <a:pt x="75407" y="65883"/>
                </a:lnTo>
                <a:lnTo>
                  <a:pt x="75633" y="70022"/>
                </a:lnTo>
                <a:lnTo>
                  <a:pt x="75036" y="73777"/>
                </a:lnTo>
                <a:lnTo>
                  <a:pt x="73121" y="74236"/>
                </a:lnTo>
                <a:lnTo>
                  <a:pt x="68709" y="75219"/>
                </a:lnTo>
                <a:lnTo>
                  <a:pt x="65775" y="80414"/>
                </a:lnTo>
                <a:lnTo>
                  <a:pt x="61579" y="81659"/>
                </a:lnTo>
                <a:lnTo>
                  <a:pt x="59830" y="82177"/>
                </a:lnTo>
                <a:lnTo>
                  <a:pt x="55389" y="82177"/>
                </a:lnTo>
                <a:lnTo>
                  <a:pt x="53403" y="82629"/>
                </a:lnTo>
                <a:lnTo>
                  <a:pt x="50347" y="83323"/>
                </a:lnTo>
                <a:lnTo>
                  <a:pt x="50084" y="85390"/>
                </a:lnTo>
                <a:lnTo>
                  <a:pt x="50045" y="85700"/>
                </a:lnTo>
                <a:lnTo>
                  <a:pt x="50090" y="86475"/>
                </a:lnTo>
                <a:lnTo>
                  <a:pt x="50347" y="90897"/>
                </a:lnTo>
                <a:lnTo>
                  <a:pt x="49763" y="94309"/>
                </a:lnTo>
                <a:lnTo>
                  <a:pt x="48718" y="94553"/>
                </a:lnTo>
                <a:lnTo>
                  <a:pt x="47036" y="94772"/>
                </a:lnTo>
                <a:lnTo>
                  <a:pt x="43724" y="95476"/>
                </a:lnTo>
                <a:lnTo>
                  <a:pt x="40489" y="99000"/>
                </a:lnTo>
                <a:lnTo>
                  <a:pt x="36575" y="99000"/>
                </a:lnTo>
                <a:lnTo>
                  <a:pt x="34597" y="98754"/>
                </a:lnTo>
                <a:lnTo>
                  <a:pt x="33037" y="98560"/>
                </a:lnTo>
                <a:lnTo>
                  <a:pt x="31681" y="98046"/>
                </a:lnTo>
                <a:lnTo>
                  <a:pt x="27693" y="96535"/>
                </a:lnTo>
                <a:lnTo>
                  <a:pt x="26007" y="96735"/>
                </a:lnTo>
                <a:lnTo>
                  <a:pt x="21750" y="97239"/>
                </a:lnTo>
                <a:lnTo>
                  <a:pt x="15729" y="99265"/>
                </a:lnTo>
                <a:lnTo>
                  <a:pt x="10085" y="97856"/>
                </a:lnTo>
                <a:lnTo>
                  <a:pt x="6852" y="93478"/>
                </a:lnTo>
                <a:lnTo>
                  <a:pt x="6246" y="92658"/>
                </a:lnTo>
                <a:lnTo>
                  <a:pt x="6273" y="92158"/>
                </a:lnTo>
                <a:lnTo>
                  <a:pt x="6547" y="87109"/>
                </a:lnTo>
                <a:lnTo>
                  <a:pt x="5042" y="80150"/>
                </a:lnTo>
                <a:lnTo>
                  <a:pt x="4214" y="71078"/>
                </a:lnTo>
                <a:lnTo>
                  <a:pt x="2407" y="62711"/>
                </a:lnTo>
                <a:lnTo>
                  <a:pt x="737" y="54034"/>
                </a:lnTo>
                <a:lnTo>
                  <a:pt x="0" y="50203"/>
                </a:lnTo>
                <a:lnTo>
                  <a:pt x="225" y="40785"/>
                </a:lnTo>
                <a:lnTo>
                  <a:pt x="300" y="37609"/>
                </a:lnTo>
                <a:lnTo>
                  <a:pt x="300" y="26422"/>
                </a:lnTo>
                <a:lnTo>
                  <a:pt x="902" y="18759"/>
                </a:lnTo>
                <a:lnTo>
                  <a:pt x="2407" y="15325"/>
                </a:lnTo>
                <a:lnTo>
                  <a:pt x="4517" y="13529"/>
                </a:lnTo>
                <a:lnTo>
                  <a:pt x="5719" y="12505"/>
                </a:lnTo>
                <a:lnTo>
                  <a:pt x="7320" y="10596"/>
                </a:lnTo>
                <a:lnTo>
                  <a:pt x="9558" y="7926"/>
                </a:lnTo>
                <a:lnTo>
                  <a:pt x="13997" y="5194"/>
                </a:lnTo>
                <a:lnTo>
                  <a:pt x="16331" y="0"/>
                </a:lnTo>
                <a:lnTo>
                  <a:pt x="27760" y="5546"/>
                </a:lnTo>
                <a:close/>
              </a:path>
            </a:pathLst>
          </a:custGeom>
          <a:ln w="127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03" name="object 1803"/>
          <p:cNvSpPr/>
          <p:nvPr/>
        </p:nvSpPr>
        <p:spPr>
          <a:xfrm>
            <a:off x="6115264" y="3554240"/>
            <a:ext cx="47788" cy="92482"/>
          </a:xfrm>
          <a:custGeom>
            <a:avLst/>
            <a:gdLst/>
            <a:ahLst/>
            <a:cxnLst/>
            <a:rect l="l" t="t" r="r" b="b"/>
            <a:pathLst>
              <a:path w="47788" h="92482">
                <a:moveTo>
                  <a:pt x="300" y="34701"/>
                </a:moveTo>
                <a:lnTo>
                  <a:pt x="526" y="44213"/>
                </a:lnTo>
                <a:lnTo>
                  <a:pt x="2033" y="53904"/>
                </a:lnTo>
                <a:lnTo>
                  <a:pt x="3838" y="64032"/>
                </a:lnTo>
                <a:lnTo>
                  <a:pt x="4817" y="72663"/>
                </a:lnTo>
                <a:lnTo>
                  <a:pt x="6247" y="78918"/>
                </a:lnTo>
                <a:lnTo>
                  <a:pt x="5945" y="84555"/>
                </a:lnTo>
                <a:lnTo>
                  <a:pt x="6547" y="87637"/>
                </a:lnTo>
                <a:lnTo>
                  <a:pt x="8656" y="90014"/>
                </a:lnTo>
                <a:lnTo>
                  <a:pt x="11289" y="92130"/>
                </a:lnTo>
                <a:lnTo>
                  <a:pt x="14827" y="92482"/>
                </a:lnTo>
                <a:lnTo>
                  <a:pt x="16557" y="91514"/>
                </a:lnTo>
                <a:lnTo>
                  <a:pt x="18965" y="91161"/>
                </a:lnTo>
                <a:lnTo>
                  <a:pt x="24684" y="89750"/>
                </a:lnTo>
                <a:lnTo>
                  <a:pt x="22202" y="86316"/>
                </a:lnTo>
                <a:lnTo>
                  <a:pt x="19566" y="81295"/>
                </a:lnTo>
                <a:lnTo>
                  <a:pt x="23481" y="84819"/>
                </a:lnTo>
                <a:lnTo>
                  <a:pt x="26415" y="87989"/>
                </a:lnTo>
                <a:lnTo>
                  <a:pt x="28523" y="89750"/>
                </a:lnTo>
                <a:lnTo>
                  <a:pt x="31458" y="91514"/>
                </a:lnTo>
                <a:lnTo>
                  <a:pt x="37929" y="91514"/>
                </a:lnTo>
                <a:lnTo>
                  <a:pt x="39737" y="90456"/>
                </a:lnTo>
                <a:lnTo>
                  <a:pt x="40640" y="89398"/>
                </a:lnTo>
                <a:lnTo>
                  <a:pt x="36500" y="86581"/>
                </a:lnTo>
                <a:lnTo>
                  <a:pt x="32360" y="82088"/>
                </a:lnTo>
                <a:lnTo>
                  <a:pt x="31156" y="79974"/>
                </a:lnTo>
                <a:lnTo>
                  <a:pt x="34469" y="81030"/>
                </a:lnTo>
                <a:lnTo>
                  <a:pt x="39436" y="85523"/>
                </a:lnTo>
                <a:lnTo>
                  <a:pt x="41542" y="87637"/>
                </a:lnTo>
                <a:lnTo>
                  <a:pt x="46284" y="87989"/>
                </a:lnTo>
                <a:lnTo>
                  <a:pt x="47788" y="86932"/>
                </a:lnTo>
                <a:lnTo>
                  <a:pt x="47788" y="77597"/>
                </a:lnTo>
                <a:lnTo>
                  <a:pt x="41542" y="76451"/>
                </a:lnTo>
                <a:lnTo>
                  <a:pt x="36199" y="76100"/>
                </a:lnTo>
                <a:lnTo>
                  <a:pt x="30328" y="75483"/>
                </a:lnTo>
                <a:lnTo>
                  <a:pt x="23707" y="74336"/>
                </a:lnTo>
                <a:lnTo>
                  <a:pt x="20697" y="71959"/>
                </a:lnTo>
                <a:lnTo>
                  <a:pt x="12718" y="60246"/>
                </a:lnTo>
                <a:lnTo>
                  <a:pt x="16858" y="63680"/>
                </a:lnTo>
                <a:lnTo>
                  <a:pt x="19566" y="66497"/>
                </a:lnTo>
                <a:lnTo>
                  <a:pt x="18062" y="58130"/>
                </a:lnTo>
                <a:lnTo>
                  <a:pt x="15052" y="54960"/>
                </a:lnTo>
                <a:lnTo>
                  <a:pt x="10687" y="46329"/>
                </a:lnTo>
                <a:lnTo>
                  <a:pt x="14827" y="50379"/>
                </a:lnTo>
                <a:lnTo>
                  <a:pt x="17535" y="51524"/>
                </a:lnTo>
                <a:lnTo>
                  <a:pt x="16858" y="45536"/>
                </a:lnTo>
                <a:lnTo>
                  <a:pt x="13922" y="41043"/>
                </a:lnTo>
                <a:lnTo>
                  <a:pt x="10988" y="37609"/>
                </a:lnTo>
                <a:lnTo>
                  <a:pt x="7976" y="27390"/>
                </a:lnTo>
                <a:lnTo>
                  <a:pt x="13621" y="35846"/>
                </a:lnTo>
                <a:lnTo>
                  <a:pt x="16858" y="38930"/>
                </a:lnTo>
                <a:lnTo>
                  <a:pt x="17234" y="25982"/>
                </a:lnTo>
                <a:lnTo>
                  <a:pt x="18062" y="20873"/>
                </a:lnTo>
                <a:lnTo>
                  <a:pt x="19867" y="18495"/>
                </a:lnTo>
                <a:lnTo>
                  <a:pt x="22502" y="14619"/>
                </a:lnTo>
                <a:lnTo>
                  <a:pt x="26718" y="12857"/>
                </a:lnTo>
                <a:lnTo>
                  <a:pt x="28824" y="11801"/>
                </a:lnTo>
                <a:lnTo>
                  <a:pt x="22878" y="5194"/>
                </a:lnTo>
                <a:lnTo>
                  <a:pt x="16557" y="6956"/>
                </a:lnTo>
                <a:lnTo>
                  <a:pt x="12417" y="9775"/>
                </a:lnTo>
                <a:lnTo>
                  <a:pt x="10988" y="12505"/>
                </a:lnTo>
                <a:lnTo>
                  <a:pt x="12116" y="8279"/>
                </a:lnTo>
                <a:lnTo>
                  <a:pt x="14526" y="6956"/>
                </a:lnTo>
                <a:lnTo>
                  <a:pt x="18363" y="5194"/>
                </a:lnTo>
                <a:lnTo>
                  <a:pt x="21374" y="4578"/>
                </a:lnTo>
                <a:lnTo>
                  <a:pt x="19566" y="3433"/>
                </a:lnTo>
                <a:lnTo>
                  <a:pt x="16557" y="2465"/>
                </a:lnTo>
                <a:lnTo>
                  <a:pt x="13921" y="1320"/>
                </a:lnTo>
                <a:lnTo>
                  <a:pt x="12417" y="0"/>
                </a:lnTo>
                <a:lnTo>
                  <a:pt x="8956" y="2817"/>
                </a:lnTo>
                <a:lnTo>
                  <a:pt x="6848" y="5194"/>
                </a:lnTo>
                <a:lnTo>
                  <a:pt x="4817" y="8279"/>
                </a:lnTo>
                <a:lnTo>
                  <a:pt x="1805" y="10040"/>
                </a:lnTo>
                <a:lnTo>
                  <a:pt x="1204" y="13298"/>
                </a:lnTo>
                <a:lnTo>
                  <a:pt x="0" y="18495"/>
                </a:lnTo>
                <a:lnTo>
                  <a:pt x="0" y="26422"/>
                </a:lnTo>
                <a:lnTo>
                  <a:pt x="300" y="34701"/>
                </a:lnTo>
                <a:close/>
              </a:path>
            </a:pathLst>
          </a:custGeom>
          <a:solidFill>
            <a:srgbClr val="DFDFD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04" name="object 1804"/>
          <p:cNvSpPr/>
          <p:nvPr/>
        </p:nvSpPr>
        <p:spPr>
          <a:xfrm>
            <a:off x="6118802" y="3600217"/>
            <a:ext cx="13922" cy="42716"/>
          </a:xfrm>
          <a:custGeom>
            <a:avLst/>
            <a:gdLst/>
            <a:ahLst/>
            <a:cxnLst/>
            <a:rect l="l" t="t" r="r" b="b"/>
            <a:pathLst>
              <a:path w="13922" h="42716">
                <a:moveTo>
                  <a:pt x="3536" y="20520"/>
                </a:moveTo>
                <a:lnTo>
                  <a:pt x="5343" y="26422"/>
                </a:lnTo>
                <a:lnTo>
                  <a:pt x="6547" y="31708"/>
                </a:lnTo>
                <a:lnTo>
                  <a:pt x="8880" y="37874"/>
                </a:lnTo>
                <a:lnTo>
                  <a:pt x="11439" y="41308"/>
                </a:lnTo>
                <a:lnTo>
                  <a:pt x="13922" y="42716"/>
                </a:lnTo>
                <a:lnTo>
                  <a:pt x="12116" y="35758"/>
                </a:lnTo>
                <a:lnTo>
                  <a:pt x="7976" y="28799"/>
                </a:lnTo>
                <a:lnTo>
                  <a:pt x="5343" y="22196"/>
                </a:lnTo>
                <a:lnTo>
                  <a:pt x="3009" y="12506"/>
                </a:lnTo>
                <a:lnTo>
                  <a:pt x="0" y="0"/>
                </a:lnTo>
                <a:lnTo>
                  <a:pt x="1279" y="6252"/>
                </a:lnTo>
                <a:lnTo>
                  <a:pt x="2708" y="14885"/>
                </a:lnTo>
                <a:lnTo>
                  <a:pt x="3536" y="20520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05" name="object 1805"/>
          <p:cNvSpPr/>
          <p:nvPr/>
        </p:nvSpPr>
        <p:spPr>
          <a:xfrm>
            <a:off x="6133101" y="3565777"/>
            <a:ext cx="55238" cy="64299"/>
          </a:xfrm>
          <a:custGeom>
            <a:avLst/>
            <a:gdLst/>
            <a:ahLst/>
            <a:cxnLst/>
            <a:rect l="l" t="t" r="r" b="b"/>
            <a:pathLst>
              <a:path w="55238" h="64299">
                <a:moveTo>
                  <a:pt x="21448" y="17615"/>
                </a:moveTo>
                <a:lnTo>
                  <a:pt x="21448" y="11803"/>
                </a:lnTo>
                <a:lnTo>
                  <a:pt x="19641" y="5461"/>
                </a:lnTo>
                <a:lnTo>
                  <a:pt x="16632" y="2377"/>
                </a:lnTo>
                <a:lnTo>
                  <a:pt x="10159" y="0"/>
                </a:lnTo>
                <a:lnTo>
                  <a:pt x="5117" y="2025"/>
                </a:lnTo>
                <a:lnTo>
                  <a:pt x="3913" y="3701"/>
                </a:lnTo>
                <a:lnTo>
                  <a:pt x="2407" y="6254"/>
                </a:lnTo>
                <a:lnTo>
                  <a:pt x="601" y="11099"/>
                </a:lnTo>
                <a:lnTo>
                  <a:pt x="5117" y="8719"/>
                </a:lnTo>
                <a:lnTo>
                  <a:pt x="6546" y="8367"/>
                </a:lnTo>
                <a:lnTo>
                  <a:pt x="2106" y="11803"/>
                </a:lnTo>
                <a:lnTo>
                  <a:pt x="601" y="14533"/>
                </a:lnTo>
                <a:lnTo>
                  <a:pt x="0" y="22196"/>
                </a:lnTo>
                <a:lnTo>
                  <a:pt x="300" y="26689"/>
                </a:lnTo>
                <a:lnTo>
                  <a:pt x="601" y="31267"/>
                </a:lnTo>
                <a:lnTo>
                  <a:pt x="902" y="37874"/>
                </a:lnTo>
                <a:lnTo>
                  <a:pt x="5934" y="40951"/>
                </a:lnTo>
                <a:lnTo>
                  <a:pt x="12868" y="40604"/>
                </a:lnTo>
                <a:lnTo>
                  <a:pt x="15729" y="39634"/>
                </a:lnTo>
                <a:lnTo>
                  <a:pt x="18437" y="39634"/>
                </a:lnTo>
                <a:lnTo>
                  <a:pt x="17835" y="41399"/>
                </a:lnTo>
                <a:lnTo>
                  <a:pt x="16632" y="42015"/>
                </a:lnTo>
                <a:lnTo>
                  <a:pt x="11890" y="42367"/>
                </a:lnTo>
                <a:lnTo>
                  <a:pt x="16933" y="49590"/>
                </a:lnTo>
                <a:lnTo>
                  <a:pt x="19265" y="45888"/>
                </a:lnTo>
                <a:lnTo>
                  <a:pt x="20769" y="43776"/>
                </a:lnTo>
                <a:lnTo>
                  <a:pt x="21975" y="43776"/>
                </a:lnTo>
                <a:lnTo>
                  <a:pt x="21674" y="45185"/>
                </a:lnTo>
                <a:lnTo>
                  <a:pt x="20769" y="48002"/>
                </a:lnTo>
                <a:lnTo>
                  <a:pt x="18437" y="50381"/>
                </a:lnTo>
                <a:lnTo>
                  <a:pt x="13922" y="52760"/>
                </a:lnTo>
                <a:lnTo>
                  <a:pt x="6546" y="53816"/>
                </a:lnTo>
                <a:lnTo>
                  <a:pt x="2710" y="54784"/>
                </a:lnTo>
                <a:lnTo>
                  <a:pt x="4741" y="59102"/>
                </a:lnTo>
                <a:lnTo>
                  <a:pt x="5945" y="60774"/>
                </a:lnTo>
                <a:lnTo>
                  <a:pt x="8653" y="61919"/>
                </a:lnTo>
                <a:lnTo>
                  <a:pt x="12191" y="60158"/>
                </a:lnTo>
                <a:lnTo>
                  <a:pt x="14824" y="58044"/>
                </a:lnTo>
                <a:lnTo>
                  <a:pt x="17234" y="55841"/>
                </a:lnTo>
                <a:lnTo>
                  <a:pt x="18739" y="53816"/>
                </a:lnTo>
                <a:lnTo>
                  <a:pt x="19641" y="51350"/>
                </a:lnTo>
                <a:lnTo>
                  <a:pt x="21448" y="51350"/>
                </a:lnTo>
                <a:lnTo>
                  <a:pt x="21071" y="54080"/>
                </a:lnTo>
                <a:lnTo>
                  <a:pt x="18964" y="57340"/>
                </a:lnTo>
                <a:lnTo>
                  <a:pt x="16030" y="59102"/>
                </a:lnTo>
                <a:lnTo>
                  <a:pt x="8503" y="62095"/>
                </a:lnTo>
                <a:lnTo>
                  <a:pt x="11890" y="62799"/>
                </a:lnTo>
                <a:lnTo>
                  <a:pt x="15428" y="62799"/>
                </a:lnTo>
                <a:lnTo>
                  <a:pt x="18437" y="62183"/>
                </a:lnTo>
                <a:lnTo>
                  <a:pt x="21071" y="60774"/>
                </a:lnTo>
                <a:lnTo>
                  <a:pt x="23480" y="59102"/>
                </a:lnTo>
                <a:lnTo>
                  <a:pt x="26715" y="57340"/>
                </a:lnTo>
                <a:lnTo>
                  <a:pt x="29425" y="53816"/>
                </a:lnTo>
                <a:lnTo>
                  <a:pt x="30629" y="50998"/>
                </a:lnTo>
                <a:lnTo>
                  <a:pt x="32736" y="48885"/>
                </a:lnTo>
                <a:lnTo>
                  <a:pt x="34543" y="49237"/>
                </a:lnTo>
                <a:lnTo>
                  <a:pt x="34769" y="51350"/>
                </a:lnTo>
                <a:lnTo>
                  <a:pt x="33866" y="53464"/>
                </a:lnTo>
                <a:lnTo>
                  <a:pt x="30930" y="56195"/>
                </a:lnTo>
                <a:lnTo>
                  <a:pt x="27091" y="58661"/>
                </a:lnTo>
                <a:lnTo>
                  <a:pt x="21674" y="63595"/>
                </a:lnTo>
                <a:lnTo>
                  <a:pt x="26715" y="63946"/>
                </a:lnTo>
                <a:lnTo>
                  <a:pt x="30028" y="63595"/>
                </a:lnTo>
                <a:lnTo>
                  <a:pt x="33262" y="60774"/>
                </a:lnTo>
                <a:lnTo>
                  <a:pt x="36274" y="57340"/>
                </a:lnTo>
                <a:lnTo>
                  <a:pt x="37176" y="54080"/>
                </a:lnTo>
                <a:lnTo>
                  <a:pt x="38380" y="51350"/>
                </a:lnTo>
                <a:lnTo>
                  <a:pt x="41617" y="51702"/>
                </a:lnTo>
                <a:lnTo>
                  <a:pt x="42144" y="54080"/>
                </a:lnTo>
                <a:lnTo>
                  <a:pt x="41317" y="56988"/>
                </a:lnTo>
                <a:lnTo>
                  <a:pt x="37478" y="60422"/>
                </a:lnTo>
                <a:lnTo>
                  <a:pt x="31757" y="64299"/>
                </a:lnTo>
                <a:lnTo>
                  <a:pt x="36274" y="63946"/>
                </a:lnTo>
                <a:lnTo>
                  <a:pt x="40187" y="63151"/>
                </a:lnTo>
                <a:lnTo>
                  <a:pt x="45153" y="61830"/>
                </a:lnTo>
                <a:lnTo>
                  <a:pt x="47262" y="59102"/>
                </a:lnTo>
                <a:lnTo>
                  <a:pt x="48390" y="56988"/>
                </a:lnTo>
                <a:lnTo>
                  <a:pt x="48691" y="53464"/>
                </a:lnTo>
                <a:lnTo>
                  <a:pt x="48992" y="50646"/>
                </a:lnTo>
                <a:lnTo>
                  <a:pt x="49895" y="51702"/>
                </a:lnTo>
                <a:lnTo>
                  <a:pt x="50196" y="54080"/>
                </a:lnTo>
                <a:lnTo>
                  <a:pt x="50196" y="56988"/>
                </a:lnTo>
                <a:lnTo>
                  <a:pt x="54938" y="55577"/>
                </a:lnTo>
                <a:lnTo>
                  <a:pt x="55238" y="50998"/>
                </a:lnTo>
                <a:lnTo>
                  <a:pt x="55238" y="48266"/>
                </a:lnTo>
                <a:lnTo>
                  <a:pt x="53207" y="45888"/>
                </a:lnTo>
                <a:lnTo>
                  <a:pt x="47262" y="45888"/>
                </a:lnTo>
                <a:lnTo>
                  <a:pt x="44777" y="44128"/>
                </a:lnTo>
                <a:lnTo>
                  <a:pt x="41016" y="43776"/>
                </a:lnTo>
                <a:lnTo>
                  <a:pt x="35070" y="44128"/>
                </a:lnTo>
                <a:lnTo>
                  <a:pt x="28523" y="43071"/>
                </a:lnTo>
                <a:lnTo>
                  <a:pt x="27091" y="42367"/>
                </a:lnTo>
                <a:lnTo>
                  <a:pt x="24910" y="43071"/>
                </a:lnTo>
                <a:lnTo>
                  <a:pt x="22577" y="42015"/>
                </a:lnTo>
                <a:lnTo>
                  <a:pt x="22878" y="40251"/>
                </a:lnTo>
                <a:lnTo>
                  <a:pt x="20468" y="39634"/>
                </a:lnTo>
                <a:lnTo>
                  <a:pt x="20468" y="37874"/>
                </a:lnTo>
                <a:lnTo>
                  <a:pt x="21674" y="36113"/>
                </a:lnTo>
                <a:lnTo>
                  <a:pt x="21071" y="34352"/>
                </a:lnTo>
                <a:lnTo>
                  <a:pt x="20168" y="32676"/>
                </a:lnTo>
                <a:lnTo>
                  <a:pt x="21071" y="31532"/>
                </a:lnTo>
                <a:lnTo>
                  <a:pt x="21071" y="27041"/>
                </a:lnTo>
                <a:lnTo>
                  <a:pt x="20468" y="21051"/>
                </a:lnTo>
                <a:lnTo>
                  <a:pt x="21448" y="17615"/>
                </a:lnTo>
                <a:close/>
              </a:path>
            </a:pathLst>
          </a:custGeom>
          <a:solidFill>
            <a:srgbClr val="DFDFD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06" name="object 1806"/>
          <p:cNvSpPr/>
          <p:nvPr/>
        </p:nvSpPr>
        <p:spPr>
          <a:xfrm>
            <a:off x="6134003" y="3603652"/>
            <a:ext cx="16031" cy="16910"/>
          </a:xfrm>
          <a:custGeom>
            <a:avLst/>
            <a:gdLst/>
            <a:ahLst/>
            <a:cxnLst/>
            <a:rect l="l" t="t" r="r" b="b"/>
            <a:pathLst>
              <a:path w="16031" h="16910">
                <a:moveTo>
                  <a:pt x="0" y="0"/>
                </a:moveTo>
                <a:lnTo>
                  <a:pt x="0" y="4492"/>
                </a:lnTo>
                <a:lnTo>
                  <a:pt x="300" y="9687"/>
                </a:lnTo>
                <a:lnTo>
                  <a:pt x="1808" y="16910"/>
                </a:lnTo>
                <a:lnTo>
                  <a:pt x="5644" y="15677"/>
                </a:lnTo>
                <a:lnTo>
                  <a:pt x="10687" y="13828"/>
                </a:lnTo>
                <a:lnTo>
                  <a:pt x="16031" y="11715"/>
                </a:lnTo>
                <a:lnTo>
                  <a:pt x="10988" y="4492"/>
                </a:lnTo>
                <a:lnTo>
                  <a:pt x="5042" y="3084"/>
                </a:lnTo>
                <a:lnTo>
                  <a:pt x="4892" y="3084"/>
                </a:lnTo>
                <a:lnTo>
                  <a:pt x="0" y="0"/>
                </a:lnTo>
                <a:close/>
              </a:path>
            </a:pathLst>
          </a:custGeom>
          <a:solidFill>
            <a:srgbClr val="DFDFD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07" name="object 1807"/>
          <p:cNvSpPr/>
          <p:nvPr/>
        </p:nvSpPr>
        <p:spPr>
          <a:xfrm>
            <a:off x="6136864" y="3589734"/>
            <a:ext cx="13846" cy="14445"/>
          </a:xfrm>
          <a:custGeom>
            <a:avLst/>
            <a:gdLst/>
            <a:ahLst/>
            <a:cxnLst/>
            <a:rect l="l" t="t" r="r" b="b"/>
            <a:pathLst>
              <a:path w="13846" h="14445">
                <a:moveTo>
                  <a:pt x="1654" y="13124"/>
                </a:moveTo>
                <a:lnTo>
                  <a:pt x="5117" y="10042"/>
                </a:lnTo>
                <a:lnTo>
                  <a:pt x="6621" y="8719"/>
                </a:lnTo>
                <a:lnTo>
                  <a:pt x="10383" y="5461"/>
                </a:lnTo>
                <a:lnTo>
                  <a:pt x="12040" y="3964"/>
                </a:lnTo>
                <a:lnTo>
                  <a:pt x="13846" y="1144"/>
                </a:lnTo>
                <a:lnTo>
                  <a:pt x="13846" y="0"/>
                </a:lnTo>
                <a:lnTo>
                  <a:pt x="12191" y="175"/>
                </a:lnTo>
                <a:lnTo>
                  <a:pt x="9555" y="968"/>
                </a:lnTo>
                <a:lnTo>
                  <a:pt x="7073" y="3084"/>
                </a:lnTo>
                <a:lnTo>
                  <a:pt x="4967" y="6166"/>
                </a:lnTo>
                <a:lnTo>
                  <a:pt x="2933" y="8983"/>
                </a:lnTo>
                <a:lnTo>
                  <a:pt x="1203" y="10922"/>
                </a:lnTo>
                <a:lnTo>
                  <a:pt x="0" y="12243"/>
                </a:lnTo>
                <a:lnTo>
                  <a:pt x="149" y="13917"/>
                </a:lnTo>
                <a:lnTo>
                  <a:pt x="1654" y="14445"/>
                </a:lnTo>
                <a:lnTo>
                  <a:pt x="3460" y="14180"/>
                </a:lnTo>
                <a:lnTo>
                  <a:pt x="6621" y="12684"/>
                </a:lnTo>
                <a:lnTo>
                  <a:pt x="12792" y="11363"/>
                </a:lnTo>
                <a:lnTo>
                  <a:pt x="13093" y="10042"/>
                </a:lnTo>
                <a:lnTo>
                  <a:pt x="9254" y="10394"/>
                </a:lnTo>
                <a:lnTo>
                  <a:pt x="5418" y="11715"/>
                </a:lnTo>
                <a:lnTo>
                  <a:pt x="1654" y="13124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08" name="object 1808"/>
          <p:cNvSpPr/>
          <p:nvPr/>
        </p:nvSpPr>
        <p:spPr>
          <a:xfrm>
            <a:off x="6137315" y="3577581"/>
            <a:ext cx="12642" cy="19024"/>
          </a:xfrm>
          <a:custGeom>
            <a:avLst/>
            <a:gdLst/>
            <a:ahLst/>
            <a:cxnLst/>
            <a:rect l="l" t="t" r="r" b="b"/>
            <a:pathLst>
              <a:path w="12642" h="19024">
                <a:moveTo>
                  <a:pt x="0" y="19024"/>
                </a:moveTo>
                <a:lnTo>
                  <a:pt x="526" y="17879"/>
                </a:lnTo>
                <a:lnTo>
                  <a:pt x="2708" y="14269"/>
                </a:lnTo>
                <a:lnTo>
                  <a:pt x="4516" y="10832"/>
                </a:lnTo>
                <a:lnTo>
                  <a:pt x="7224" y="8191"/>
                </a:lnTo>
                <a:lnTo>
                  <a:pt x="10008" y="6075"/>
                </a:lnTo>
                <a:lnTo>
                  <a:pt x="11439" y="5547"/>
                </a:lnTo>
                <a:lnTo>
                  <a:pt x="12492" y="3610"/>
                </a:lnTo>
                <a:lnTo>
                  <a:pt x="12642" y="2113"/>
                </a:lnTo>
                <a:lnTo>
                  <a:pt x="12041" y="352"/>
                </a:lnTo>
                <a:lnTo>
                  <a:pt x="10233" y="0"/>
                </a:lnTo>
                <a:lnTo>
                  <a:pt x="8428" y="529"/>
                </a:lnTo>
                <a:lnTo>
                  <a:pt x="3762" y="4666"/>
                </a:lnTo>
                <a:lnTo>
                  <a:pt x="2031" y="7662"/>
                </a:lnTo>
                <a:lnTo>
                  <a:pt x="1053" y="10920"/>
                </a:lnTo>
                <a:lnTo>
                  <a:pt x="526" y="14709"/>
                </a:lnTo>
                <a:lnTo>
                  <a:pt x="0" y="19024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09" name="object 1809"/>
          <p:cNvSpPr/>
          <p:nvPr/>
        </p:nvSpPr>
        <p:spPr>
          <a:xfrm>
            <a:off x="6138820" y="3558819"/>
            <a:ext cx="13470" cy="10922"/>
          </a:xfrm>
          <a:custGeom>
            <a:avLst/>
            <a:gdLst/>
            <a:ahLst/>
            <a:cxnLst/>
            <a:rect l="l" t="t" r="r" b="b"/>
            <a:pathLst>
              <a:path w="13470" h="10922">
                <a:moveTo>
                  <a:pt x="13470" y="10922"/>
                </a:moveTo>
                <a:lnTo>
                  <a:pt x="10235" y="6870"/>
                </a:lnTo>
                <a:lnTo>
                  <a:pt x="9104" y="5373"/>
                </a:lnTo>
                <a:lnTo>
                  <a:pt x="6772" y="3964"/>
                </a:lnTo>
                <a:lnTo>
                  <a:pt x="3463" y="2377"/>
                </a:lnTo>
                <a:lnTo>
                  <a:pt x="0" y="0"/>
                </a:lnTo>
                <a:lnTo>
                  <a:pt x="4666" y="6077"/>
                </a:lnTo>
                <a:lnTo>
                  <a:pt x="7299" y="6870"/>
                </a:lnTo>
                <a:lnTo>
                  <a:pt x="11138" y="8543"/>
                </a:lnTo>
                <a:lnTo>
                  <a:pt x="13470" y="10922"/>
                </a:lnTo>
                <a:close/>
              </a:path>
            </a:pathLst>
          </a:custGeom>
          <a:solidFill>
            <a:srgbClr val="DFDFD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10" name="object 1810"/>
          <p:cNvSpPr/>
          <p:nvPr/>
        </p:nvSpPr>
        <p:spPr>
          <a:xfrm>
            <a:off x="6154851" y="3578989"/>
            <a:ext cx="7600" cy="28450"/>
          </a:xfrm>
          <a:custGeom>
            <a:avLst/>
            <a:gdLst/>
            <a:ahLst/>
            <a:cxnLst/>
            <a:rect l="l" t="t" r="r" b="b"/>
            <a:pathLst>
              <a:path w="7600" h="28450">
                <a:moveTo>
                  <a:pt x="2633" y="7839"/>
                </a:moveTo>
                <a:lnTo>
                  <a:pt x="300" y="0"/>
                </a:lnTo>
                <a:lnTo>
                  <a:pt x="300" y="5197"/>
                </a:lnTo>
                <a:lnTo>
                  <a:pt x="0" y="8280"/>
                </a:lnTo>
                <a:lnTo>
                  <a:pt x="902" y="12417"/>
                </a:lnTo>
                <a:lnTo>
                  <a:pt x="902" y="16911"/>
                </a:lnTo>
                <a:lnTo>
                  <a:pt x="300" y="19024"/>
                </a:lnTo>
                <a:lnTo>
                  <a:pt x="300" y="20787"/>
                </a:lnTo>
                <a:lnTo>
                  <a:pt x="1203" y="22460"/>
                </a:lnTo>
                <a:lnTo>
                  <a:pt x="1203" y="23869"/>
                </a:lnTo>
                <a:lnTo>
                  <a:pt x="601" y="24925"/>
                </a:lnTo>
                <a:lnTo>
                  <a:pt x="1804" y="25983"/>
                </a:lnTo>
                <a:lnTo>
                  <a:pt x="2633" y="26951"/>
                </a:lnTo>
                <a:lnTo>
                  <a:pt x="2633" y="28097"/>
                </a:lnTo>
                <a:lnTo>
                  <a:pt x="3836" y="28450"/>
                </a:lnTo>
                <a:lnTo>
                  <a:pt x="7600" y="28450"/>
                </a:lnTo>
                <a:lnTo>
                  <a:pt x="6095" y="23164"/>
                </a:lnTo>
                <a:lnTo>
                  <a:pt x="4663" y="15238"/>
                </a:lnTo>
                <a:lnTo>
                  <a:pt x="2633" y="7839"/>
                </a:lnTo>
                <a:close/>
              </a:path>
            </a:pathLst>
          </a:custGeom>
          <a:solidFill>
            <a:srgbClr val="DFDFD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11" name="object 1811"/>
          <p:cNvSpPr/>
          <p:nvPr/>
        </p:nvSpPr>
        <p:spPr>
          <a:xfrm>
            <a:off x="6137541" y="3609641"/>
            <a:ext cx="13621" cy="5373"/>
          </a:xfrm>
          <a:custGeom>
            <a:avLst/>
            <a:gdLst/>
            <a:ahLst/>
            <a:cxnLst/>
            <a:rect l="l" t="t" r="r" b="b"/>
            <a:pathLst>
              <a:path w="13621" h="5373">
                <a:moveTo>
                  <a:pt x="2783" y="2641"/>
                </a:moveTo>
                <a:lnTo>
                  <a:pt x="0" y="5021"/>
                </a:lnTo>
                <a:lnTo>
                  <a:pt x="3310" y="5373"/>
                </a:lnTo>
                <a:lnTo>
                  <a:pt x="8352" y="4402"/>
                </a:lnTo>
                <a:lnTo>
                  <a:pt x="11514" y="3345"/>
                </a:lnTo>
                <a:lnTo>
                  <a:pt x="12943" y="2024"/>
                </a:lnTo>
                <a:lnTo>
                  <a:pt x="13621" y="352"/>
                </a:lnTo>
                <a:lnTo>
                  <a:pt x="12116" y="0"/>
                </a:lnTo>
                <a:lnTo>
                  <a:pt x="8503" y="264"/>
                </a:lnTo>
                <a:lnTo>
                  <a:pt x="5719" y="1144"/>
                </a:lnTo>
                <a:lnTo>
                  <a:pt x="2783" y="2641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12" name="object 1812"/>
          <p:cNvSpPr/>
          <p:nvPr/>
        </p:nvSpPr>
        <p:spPr>
          <a:xfrm>
            <a:off x="6154249" y="3612547"/>
            <a:ext cx="8202" cy="11892"/>
          </a:xfrm>
          <a:custGeom>
            <a:avLst/>
            <a:gdLst/>
            <a:ahLst/>
            <a:cxnLst/>
            <a:rect l="l" t="t" r="r" b="b"/>
            <a:pathLst>
              <a:path w="8202" h="11892">
                <a:moveTo>
                  <a:pt x="8202" y="1939"/>
                </a:moveTo>
                <a:lnTo>
                  <a:pt x="8051" y="528"/>
                </a:lnTo>
                <a:lnTo>
                  <a:pt x="6998" y="0"/>
                </a:lnTo>
                <a:lnTo>
                  <a:pt x="5416" y="704"/>
                </a:lnTo>
                <a:lnTo>
                  <a:pt x="4438" y="3260"/>
                </a:lnTo>
                <a:lnTo>
                  <a:pt x="3460" y="5990"/>
                </a:lnTo>
                <a:lnTo>
                  <a:pt x="2633" y="8455"/>
                </a:lnTo>
                <a:lnTo>
                  <a:pt x="0" y="11892"/>
                </a:lnTo>
                <a:lnTo>
                  <a:pt x="2933" y="10218"/>
                </a:lnTo>
                <a:lnTo>
                  <a:pt x="4815" y="8279"/>
                </a:lnTo>
                <a:lnTo>
                  <a:pt x="6246" y="6342"/>
                </a:lnTo>
                <a:lnTo>
                  <a:pt x="7525" y="4229"/>
                </a:lnTo>
                <a:lnTo>
                  <a:pt x="8202" y="1939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13" name="object 1813"/>
          <p:cNvSpPr/>
          <p:nvPr/>
        </p:nvSpPr>
        <p:spPr>
          <a:xfrm>
            <a:off x="6129262" y="3549483"/>
            <a:ext cx="19643" cy="14357"/>
          </a:xfrm>
          <a:custGeom>
            <a:avLst/>
            <a:gdLst/>
            <a:ahLst/>
            <a:cxnLst/>
            <a:rect l="l" t="t" r="r" b="b"/>
            <a:pathLst>
              <a:path w="19643" h="14357">
                <a:moveTo>
                  <a:pt x="19643" y="14357"/>
                </a:moveTo>
                <a:lnTo>
                  <a:pt x="19041" y="8455"/>
                </a:lnTo>
                <a:lnTo>
                  <a:pt x="14901" y="6342"/>
                </a:lnTo>
                <a:lnTo>
                  <a:pt x="9332" y="3786"/>
                </a:lnTo>
                <a:lnTo>
                  <a:pt x="5267" y="1936"/>
                </a:lnTo>
                <a:lnTo>
                  <a:pt x="1506" y="0"/>
                </a:lnTo>
                <a:lnTo>
                  <a:pt x="0" y="4138"/>
                </a:lnTo>
                <a:lnTo>
                  <a:pt x="3613" y="6518"/>
                </a:lnTo>
                <a:lnTo>
                  <a:pt x="7827" y="8280"/>
                </a:lnTo>
                <a:lnTo>
                  <a:pt x="11063" y="9424"/>
                </a:lnTo>
                <a:lnTo>
                  <a:pt x="15051" y="11892"/>
                </a:lnTo>
                <a:lnTo>
                  <a:pt x="19643" y="14357"/>
                </a:lnTo>
                <a:close/>
              </a:path>
            </a:pathLst>
          </a:custGeom>
          <a:solidFill>
            <a:srgbClr val="DFDFD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14" name="object 1814"/>
          <p:cNvSpPr/>
          <p:nvPr/>
        </p:nvSpPr>
        <p:spPr>
          <a:xfrm>
            <a:off x="6106987" y="3616776"/>
            <a:ext cx="40712" cy="64472"/>
          </a:xfrm>
          <a:custGeom>
            <a:avLst/>
            <a:gdLst/>
            <a:ahLst/>
            <a:cxnLst/>
            <a:rect l="l" t="t" r="r" b="b"/>
            <a:pathLst>
              <a:path w="40712" h="64472">
                <a:moveTo>
                  <a:pt x="31532" y="14356"/>
                </a:moveTo>
                <a:lnTo>
                  <a:pt x="29426" y="10480"/>
                </a:lnTo>
                <a:lnTo>
                  <a:pt x="27016" y="9512"/>
                </a:lnTo>
                <a:lnTo>
                  <a:pt x="22577" y="9512"/>
                </a:lnTo>
                <a:lnTo>
                  <a:pt x="22122" y="9463"/>
                </a:lnTo>
                <a:lnTo>
                  <a:pt x="15125" y="8719"/>
                </a:lnTo>
                <a:lnTo>
                  <a:pt x="13806" y="8333"/>
                </a:lnTo>
                <a:lnTo>
                  <a:pt x="10612" y="7398"/>
                </a:lnTo>
                <a:lnTo>
                  <a:pt x="9180" y="4933"/>
                </a:lnTo>
                <a:lnTo>
                  <a:pt x="9180" y="2905"/>
                </a:lnTo>
                <a:lnTo>
                  <a:pt x="8641" y="2117"/>
                </a:lnTo>
                <a:lnTo>
                  <a:pt x="7976" y="1144"/>
                </a:lnTo>
                <a:lnTo>
                  <a:pt x="4439" y="166"/>
                </a:lnTo>
                <a:lnTo>
                  <a:pt x="3836" y="0"/>
                </a:lnTo>
                <a:lnTo>
                  <a:pt x="3171" y="60"/>
                </a:lnTo>
                <a:lnTo>
                  <a:pt x="0" y="351"/>
                </a:lnTo>
                <a:lnTo>
                  <a:pt x="4666" y="50206"/>
                </a:lnTo>
                <a:lnTo>
                  <a:pt x="7976" y="54783"/>
                </a:lnTo>
                <a:lnTo>
                  <a:pt x="10518" y="57543"/>
                </a:lnTo>
                <a:lnTo>
                  <a:pt x="12116" y="59277"/>
                </a:lnTo>
                <a:lnTo>
                  <a:pt x="18061" y="62799"/>
                </a:lnTo>
                <a:lnTo>
                  <a:pt x="24087" y="63728"/>
                </a:lnTo>
                <a:lnTo>
                  <a:pt x="34165" y="64472"/>
                </a:lnTo>
                <a:lnTo>
                  <a:pt x="38467" y="63693"/>
                </a:lnTo>
                <a:lnTo>
                  <a:pt x="39509" y="63504"/>
                </a:lnTo>
                <a:lnTo>
                  <a:pt x="39728" y="62863"/>
                </a:lnTo>
                <a:lnTo>
                  <a:pt x="40712" y="59981"/>
                </a:lnTo>
                <a:lnTo>
                  <a:pt x="40111" y="55401"/>
                </a:lnTo>
                <a:lnTo>
                  <a:pt x="36274" y="41483"/>
                </a:lnTo>
                <a:lnTo>
                  <a:pt x="33621" y="30078"/>
                </a:lnTo>
                <a:lnTo>
                  <a:pt x="33037" y="27569"/>
                </a:lnTo>
                <a:lnTo>
                  <a:pt x="32790" y="25849"/>
                </a:lnTo>
                <a:lnTo>
                  <a:pt x="31532" y="17086"/>
                </a:lnTo>
                <a:lnTo>
                  <a:pt x="31532" y="14356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15" name="object 1815"/>
          <p:cNvSpPr/>
          <p:nvPr/>
        </p:nvSpPr>
        <p:spPr>
          <a:xfrm>
            <a:off x="6106987" y="3616776"/>
            <a:ext cx="40712" cy="64472"/>
          </a:xfrm>
          <a:custGeom>
            <a:avLst/>
            <a:gdLst/>
            <a:ahLst/>
            <a:cxnLst/>
            <a:rect l="l" t="t" r="r" b="b"/>
            <a:pathLst>
              <a:path w="40712" h="64472">
                <a:moveTo>
                  <a:pt x="4439" y="166"/>
                </a:moveTo>
                <a:lnTo>
                  <a:pt x="7976" y="1144"/>
                </a:lnTo>
                <a:lnTo>
                  <a:pt x="8641" y="2117"/>
                </a:lnTo>
                <a:lnTo>
                  <a:pt x="9180" y="2905"/>
                </a:lnTo>
                <a:lnTo>
                  <a:pt x="9180" y="4933"/>
                </a:lnTo>
                <a:lnTo>
                  <a:pt x="10612" y="7398"/>
                </a:lnTo>
                <a:lnTo>
                  <a:pt x="13806" y="8333"/>
                </a:lnTo>
                <a:lnTo>
                  <a:pt x="15125" y="8719"/>
                </a:lnTo>
                <a:lnTo>
                  <a:pt x="22122" y="9463"/>
                </a:lnTo>
                <a:lnTo>
                  <a:pt x="22577" y="9512"/>
                </a:lnTo>
                <a:lnTo>
                  <a:pt x="27016" y="9512"/>
                </a:lnTo>
                <a:lnTo>
                  <a:pt x="29426" y="10480"/>
                </a:lnTo>
                <a:lnTo>
                  <a:pt x="31532" y="14356"/>
                </a:lnTo>
                <a:lnTo>
                  <a:pt x="31532" y="17086"/>
                </a:lnTo>
                <a:lnTo>
                  <a:pt x="32790" y="25849"/>
                </a:lnTo>
                <a:lnTo>
                  <a:pt x="33037" y="27569"/>
                </a:lnTo>
                <a:lnTo>
                  <a:pt x="33621" y="30078"/>
                </a:lnTo>
                <a:lnTo>
                  <a:pt x="36274" y="41483"/>
                </a:lnTo>
                <a:lnTo>
                  <a:pt x="40111" y="55401"/>
                </a:lnTo>
                <a:lnTo>
                  <a:pt x="40712" y="59981"/>
                </a:lnTo>
                <a:lnTo>
                  <a:pt x="39728" y="62863"/>
                </a:lnTo>
                <a:lnTo>
                  <a:pt x="39509" y="63504"/>
                </a:lnTo>
                <a:lnTo>
                  <a:pt x="38467" y="63693"/>
                </a:lnTo>
                <a:lnTo>
                  <a:pt x="34165" y="64472"/>
                </a:lnTo>
                <a:lnTo>
                  <a:pt x="24910" y="63855"/>
                </a:lnTo>
                <a:lnTo>
                  <a:pt x="18061" y="62799"/>
                </a:lnTo>
                <a:lnTo>
                  <a:pt x="12116" y="59277"/>
                </a:lnTo>
                <a:lnTo>
                  <a:pt x="10518" y="57543"/>
                </a:lnTo>
                <a:lnTo>
                  <a:pt x="7976" y="54783"/>
                </a:lnTo>
                <a:lnTo>
                  <a:pt x="4666" y="50206"/>
                </a:lnTo>
                <a:lnTo>
                  <a:pt x="0" y="351"/>
                </a:lnTo>
                <a:lnTo>
                  <a:pt x="3171" y="60"/>
                </a:lnTo>
                <a:lnTo>
                  <a:pt x="3836" y="0"/>
                </a:lnTo>
                <a:lnTo>
                  <a:pt x="4439" y="166"/>
                </a:lnTo>
                <a:close/>
              </a:path>
            </a:pathLst>
          </a:custGeom>
          <a:ln w="126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16" name="object 1816"/>
          <p:cNvSpPr/>
          <p:nvPr/>
        </p:nvSpPr>
        <p:spPr>
          <a:xfrm>
            <a:off x="6107814" y="3619946"/>
            <a:ext cx="34995" cy="59101"/>
          </a:xfrm>
          <a:custGeom>
            <a:avLst/>
            <a:gdLst/>
            <a:ahLst/>
            <a:cxnLst/>
            <a:rect l="l" t="t" r="r" b="b"/>
            <a:pathLst>
              <a:path w="34995" h="59101">
                <a:moveTo>
                  <a:pt x="16331" y="11538"/>
                </a:moveTo>
                <a:lnTo>
                  <a:pt x="9408" y="10130"/>
                </a:lnTo>
                <a:lnTo>
                  <a:pt x="5343" y="7661"/>
                </a:lnTo>
                <a:lnTo>
                  <a:pt x="3009" y="5549"/>
                </a:lnTo>
                <a:lnTo>
                  <a:pt x="0" y="0"/>
                </a:lnTo>
                <a:lnTo>
                  <a:pt x="4440" y="45448"/>
                </a:lnTo>
                <a:lnTo>
                  <a:pt x="7449" y="49677"/>
                </a:lnTo>
                <a:lnTo>
                  <a:pt x="10687" y="53551"/>
                </a:lnTo>
                <a:lnTo>
                  <a:pt x="14825" y="56283"/>
                </a:lnTo>
                <a:lnTo>
                  <a:pt x="18363" y="57692"/>
                </a:lnTo>
                <a:lnTo>
                  <a:pt x="22879" y="58396"/>
                </a:lnTo>
                <a:lnTo>
                  <a:pt x="26941" y="59101"/>
                </a:lnTo>
                <a:lnTo>
                  <a:pt x="31683" y="59101"/>
                </a:lnTo>
                <a:lnTo>
                  <a:pt x="33789" y="58396"/>
                </a:lnTo>
                <a:lnTo>
                  <a:pt x="34995" y="56283"/>
                </a:lnTo>
                <a:lnTo>
                  <a:pt x="34393" y="52847"/>
                </a:lnTo>
                <a:lnTo>
                  <a:pt x="31381" y="44831"/>
                </a:lnTo>
                <a:lnTo>
                  <a:pt x="26339" y="17705"/>
                </a:lnTo>
                <a:lnTo>
                  <a:pt x="25512" y="13916"/>
                </a:lnTo>
                <a:lnTo>
                  <a:pt x="22879" y="11891"/>
                </a:lnTo>
                <a:lnTo>
                  <a:pt x="16331" y="11538"/>
                </a:lnTo>
                <a:close/>
              </a:path>
            </a:pathLst>
          </a:custGeom>
          <a:solidFill>
            <a:srgbClr val="5F5F5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17" name="object 1817"/>
          <p:cNvSpPr/>
          <p:nvPr/>
        </p:nvSpPr>
        <p:spPr>
          <a:xfrm>
            <a:off x="6206777" y="3690147"/>
            <a:ext cx="2858" cy="54255"/>
          </a:xfrm>
          <a:custGeom>
            <a:avLst/>
            <a:gdLst/>
            <a:ahLst/>
            <a:cxnLst/>
            <a:rect l="l" t="t" r="r" b="b"/>
            <a:pathLst>
              <a:path w="2858" h="54255">
                <a:moveTo>
                  <a:pt x="1429" y="53464"/>
                </a:moveTo>
                <a:lnTo>
                  <a:pt x="1429" y="37873"/>
                </a:lnTo>
                <a:lnTo>
                  <a:pt x="2107" y="13561"/>
                </a:lnTo>
                <a:lnTo>
                  <a:pt x="978" y="9423"/>
                </a:lnTo>
                <a:lnTo>
                  <a:pt x="1805" y="4842"/>
                </a:lnTo>
                <a:lnTo>
                  <a:pt x="2858" y="2729"/>
                </a:lnTo>
                <a:lnTo>
                  <a:pt x="1956" y="0"/>
                </a:lnTo>
                <a:lnTo>
                  <a:pt x="1805" y="3081"/>
                </a:lnTo>
                <a:lnTo>
                  <a:pt x="828" y="5282"/>
                </a:lnTo>
                <a:lnTo>
                  <a:pt x="301" y="9247"/>
                </a:lnTo>
                <a:lnTo>
                  <a:pt x="677" y="10568"/>
                </a:lnTo>
                <a:lnTo>
                  <a:pt x="1429" y="14178"/>
                </a:lnTo>
                <a:lnTo>
                  <a:pt x="150" y="21929"/>
                </a:lnTo>
                <a:lnTo>
                  <a:pt x="0" y="54255"/>
                </a:lnTo>
                <a:lnTo>
                  <a:pt x="1429" y="53464"/>
                </a:lnTo>
                <a:close/>
              </a:path>
            </a:pathLst>
          </a:custGeom>
          <a:solidFill>
            <a:srgbClr val="5F5F5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18" name="object 1818"/>
          <p:cNvSpPr/>
          <p:nvPr/>
        </p:nvSpPr>
        <p:spPr>
          <a:xfrm>
            <a:off x="6194812" y="3690763"/>
            <a:ext cx="7375" cy="2729"/>
          </a:xfrm>
          <a:custGeom>
            <a:avLst/>
            <a:gdLst/>
            <a:ahLst/>
            <a:cxnLst/>
            <a:rect l="l" t="t" r="r" b="b"/>
            <a:pathLst>
              <a:path w="7375" h="2729">
                <a:moveTo>
                  <a:pt x="7375" y="0"/>
                </a:moveTo>
                <a:lnTo>
                  <a:pt x="1880" y="792"/>
                </a:lnTo>
                <a:lnTo>
                  <a:pt x="0" y="2729"/>
                </a:lnTo>
                <a:lnTo>
                  <a:pt x="601" y="2729"/>
                </a:lnTo>
                <a:lnTo>
                  <a:pt x="3763" y="2024"/>
                </a:lnTo>
                <a:lnTo>
                  <a:pt x="7375" y="0"/>
                </a:lnTo>
                <a:close/>
              </a:path>
            </a:pathLst>
          </a:custGeom>
          <a:solidFill>
            <a:srgbClr val="5F5F5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19" name="object 1819"/>
          <p:cNvSpPr/>
          <p:nvPr/>
        </p:nvSpPr>
        <p:spPr>
          <a:xfrm>
            <a:off x="6164182" y="3549395"/>
            <a:ext cx="9934" cy="31443"/>
          </a:xfrm>
          <a:custGeom>
            <a:avLst/>
            <a:gdLst/>
            <a:ahLst/>
            <a:cxnLst/>
            <a:rect l="l" t="t" r="r" b="b"/>
            <a:pathLst>
              <a:path w="9934" h="31443">
                <a:moveTo>
                  <a:pt x="0" y="0"/>
                </a:moveTo>
                <a:lnTo>
                  <a:pt x="1354" y="792"/>
                </a:lnTo>
                <a:lnTo>
                  <a:pt x="1128" y="2641"/>
                </a:lnTo>
                <a:lnTo>
                  <a:pt x="2408" y="1761"/>
                </a:lnTo>
                <a:lnTo>
                  <a:pt x="2181" y="3873"/>
                </a:lnTo>
                <a:lnTo>
                  <a:pt x="3838" y="3610"/>
                </a:lnTo>
                <a:lnTo>
                  <a:pt x="2559" y="5373"/>
                </a:lnTo>
                <a:lnTo>
                  <a:pt x="6020" y="5638"/>
                </a:lnTo>
                <a:lnTo>
                  <a:pt x="4064" y="7838"/>
                </a:lnTo>
                <a:lnTo>
                  <a:pt x="6923" y="7838"/>
                </a:lnTo>
                <a:lnTo>
                  <a:pt x="4967" y="10040"/>
                </a:lnTo>
                <a:lnTo>
                  <a:pt x="7976" y="9864"/>
                </a:lnTo>
                <a:lnTo>
                  <a:pt x="6095" y="12948"/>
                </a:lnTo>
                <a:lnTo>
                  <a:pt x="8805" y="12684"/>
                </a:lnTo>
                <a:lnTo>
                  <a:pt x="6471" y="15413"/>
                </a:lnTo>
                <a:lnTo>
                  <a:pt x="9934" y="15854"/>
                </a:lnTo>
                <a:lnTo>
                  <a:pt x="6923" y="18319"/>
                </a:lnTo>
                <a:lnTo>
                  <a:pt x="9934" y="19376"/>
                </a:lnTo>
                <a:lnTo>
                  <a:pt x="6697" y="20611"/>
                </a:lnTo>
                <a:lnTo>
                  <a:pt x="9633" y="22636"/>
                </a:lnTo>
                <a:lnTo>
                  <a:pt x="6471" y="24133"/>
                </a:lnTo>
                <a:lnTo>
                  <a:pt x="9257" y="26510"/>
                </a:lnTo>
                <a:lnTo>
                  <a:pt x="6471" y="27481"/>
                </a:lnTo>
                <a:lnTo>
                  <a:pt x="7976" y="29506"/>
                </a:lnTo>
                <a:lnTo>
                  <a:pt x="5794" y="31443"/>
                </a:lnTo>
              </a:path>
            </a:pathLst>
          </a:custGeom>
          <a:ln w="61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20" name="object 1820"/>
          <p:cNvSpPr/>
          <p:nvPr/>
        </p:nvSpPr>
        <p:spPr>
          <a:xfrm>
            <a:off x="6306601" y="4531476"/>
            <a:ext cx="27403" cy="44852"/>
          </a:xfrm>
          <a:custGeom>
            <a:avLst/>
            <a:gdLst/>
            <a:ahLst/>
            <a:cxnLst/>
            <a:rect l="l" t="t" r="r" b="b"/>
            <a:pathLst>
              <a:path w="27403" h="44852">
                <a:moveTo>
                  <a:pt x="15788" y="44852"/>
                </a:moveTo>
                <a:lnTo>
                  <a:pt x="23119" y="39293"/>
                </a:lnTo>
                <a:lnTo>
                  <a:pt x="23683" y="34215"/>
                </a:lnTo>
                <a:lnTo>
                  <a:pt x="24021" y="32402"/>
                </a:lnTo>
                <a:lnTo>
                  <a:pt x="24358" y="29499"/>
                </a:lnTo>
                <a:lnTo>
                  <a:pt x="24471" y="26840"/>
                </a:lnTo>
                <a:lnTo>
                  <a:pt x="25146" y="27686"/>
                </a:lnTo>
                <a:lnTo>
                  <a:pt x="26051" y="27203"/>
                </a:lnTo>
                <a:lnTo>
                  <a:pt x="26276" y="25995"/>
                </a:lnTo>
                <a:lnTo>
                  <a:pt x="26727" y="23332"/>
                </a:lnTo>
                <a:lnTo>
                  <a:pt x="27403" y="20553"/>
                </a:lnTo>
                <a:lnTo>
                  <a:pt x="27403" y="17895"/>
                </a:lnTo>
                <a:lnTo>
                  <a:pt x="26615" y="17166"/>
                </a:lnTo>
                <a:lnTo>
                  <a:pt x="25826" y="17653"/>
                </a:lnTo>
                <a:lnTo>
                  <a:pt x="25826" y="11729"/>
                </a:lnTo>
                <a:lnTo>
                  <a:pt x="25713" y="9308"/>
                </a:lnTo>
                <a:lnTo>
                  <a:pt x="25260" y="6892"/>
                </a:lnTo>
                <a:lnTo>
                  <a:pt x="24583" y="5441"/>
                </a:lnTo>
                <a:lnTo>
                  <a:pt x="23795" y="3871"/>
                </a:lnTo>
                <a:lnTo>
                  <a:pt x="22440" y="2296"/>
                </a:lnTo>
                <a:lnTo>
                  <a:pt x="20300" y="967"/>
                </a:lnTo>
                <a:lnTo>
                  <a:pt x="17481" y="242"/>
                </a:lnTo>
                <a:lnTo>
                  <a:pt x="14324" y="0"/>
                </a:lnTo>
                <a:lnTo>
                  <a:pt x="11617" y="0"/>
                </a:lnTo>
                <a:lnTo>
                  <a:pt x="8569" y="604"/>
                </a:lnTo>
                <a:lnTo>
                  <a:pt x="5867" y="1692"/>
                </a:lnTo>
                <a:lnTo>
                  <a:pt x="3836" y="3262"/>
                </a:lnTo>
                <a:lnTo>
                  <a:pt x="2707" y="5079"/>
                </a:lnTo>
                <a:lnTo>
                  <a:pt x="1692" y="8221"/>
                </a:lnTo>
                <a:lnTo>
                  <a:pt x="1242" y="10762"/>
                </a:lnTo>
                <a:lnTo>
                  <a:pt x="1130" y="12936"/>
                </a:lnTo>
                <a:lnTo>
                  <a:pt x="1242" y="16078"/>
                </a:lnTo>
                <a:lnTo>
                  <a:pt x="1354" y="18016"/>
                </a:lnTo>
                <a:lnTo>
                  <a:pt x="225" y="18257"/>
                </a:lnTo>
                <a:lnTo>
                  <a:pt x="0" y="18982"/>
                </a:lnTo>
                <a:lnTo>
                  <a:pt x="1016" y="22728"/>
                </a:lnTo>
                <a:lnTo>
                  <a:pt x="2143" y="27686"/>
                </a:lnTo>
                <a:lnTo>
                  <a:pt x="3273" y="27686"/>
                </a:lnTo>
                <a:lnTo>
                  <a:pt x="3836" y="27081"/>
                </a:lnTo>
                <a:lnTo>
                  <a:pt x="4174" y="29862"/>
                </a:lnTo>
                <a:lnTo>
                  <a:pt x="5075" y="35060"/>
                </a:lnTo>
                <a:lnTo>
                  <a:pt x="5301" y="39415"/>
                </a:lnTo>
                <a:lnTo>
                  <a:pt x="15788" y="44852"/>
                </a:lnTo>
                <a:close/>
              </a:path>
            </a:pathLst>
          </a:custGeom>
          <a:solidFill>
            <a:srgbClr val="FFBE7E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21" name="object 1821"/>
          <p:cNvSpPr/>
          <p:nvPr/>
        </p:nvSpPr>
        <p:spPr>
          <a:xfrm>
            <a:off x="6306601" y="4532201"/>
            <a:ext cx="17143" cy="44732"/>
          </a:xfrm>
          <a:custGeom>
            <a:avLst/>
            <a:gdLst/>
            <a:ahLst/>
            <a:cxnLst/>
            <a:rect l="l" t="t" r="r" b="b"/>
            <a:pathLst>
              <a:path w="17143" h="44732">
                <a:moveTo>
                  <a:pt x="2031" y="6167"/>
                </a:moveTo>
                <a:lnTo>
                  <a:pt x="1467" y="8462"/>
                </a:lnTo>
                <a:lnTo>
                  <a:pt x="1242" y="10520"/>
                </a:lnTo>
                <a:lnTo>
                  <a:pt x="1016" y="12333"/>
                </a:lnTo>
                <a:lnTo>
                  <a:pt x="1242" y="14387"/>
                </a:lnTo>
                <a:lnTo>
                  <a:pt x="1242" y="17170"/>
                </a:lnTo>
                <a:lnTo>
                  <a:pt x="225" y="17411"/>
                </a:lnTo>
                <a:lnTo>
                  <a:pt x="0" y="18257"/>
                </a:lnTo>
                <a:lnTo>
                  <a:pt x="2143" y="26840"/>
                </a:lnTo>
                <a:lnTo>
                  <a:pt x="3045" y="26961"/>
                </a:lnTo>
                <a:lnTo>
                  <a:pt x="3724" y="26357"/>
                </a:lnTo>
                <a:lnTo>
                  <a:pt x="4737" y="33127"/>
                </a:lnTo>
                <a:lnTo>
                  <a:pt x="5301" y="38811"/>
                </a:lnTo>
                <a:lnTo>
                  <a:pt x="14999" y="44732"/>
                </a:lnTo>
                <a:lnTo>
                  <a:pt x="16914" y="37720"/>
                </a:lnTo>
                <a:lnTo>
                  <a:pt x="11051" y="38568"/>
                </a:lnTo>
                <a:lnTo>
                  <a:pt x="7444" y="29982"/>
                </a:lnTo>
                <a:lnTo>
                  <a:pt x="6430" y="26599"/>
                </a:lnTo>
                <a:lnTo>
                  <a:pt x="7106" y="21520"/>
                </a:lnTo>
                <a:lnTo>
                  <a:pt x="12744" y="20795"/>
                </a:lnTo>
                <a:lnTo>
                  <a:pt x="12744" y="25632"/>
                </a:lnTo>
                <a:lnTo>
                  <a:pt x="11505" y="27324"/>
                </a:lnTo>
                <a:lnTo>
                  <a:pt x="12744" y="27324"/>
                </a:lnTo>
                <a:lnTo>
                  <a:pt x="14775" y="29137"/>
                </a:lnTo>
                <a:lnTo>
                  <a:pt x="17143" y="26599"/>
                </a:lnTo>
                <a:lnTo>
                  <a:pt x="14325" y="26840"/>
                </a:lnTo>
                <a:lnTo>
                  <a:pt x="14775" y="17653"/>
                </a:lnTo>
                <a:lnTo>
                  <a:pt x="13306" y="17532"/>
                </a:lnTo>
                <a:lnTo>
                  <a:pt x="10938" y="16441"/>
                </a:lnTo>
                <a:lnTo>
                  <a:pt x="8457" y="16321"/>
                </a:lnTo>
                <a:lnTo>
                  <a:pt x="9136" y="15596"/>
                </a:lnTo>
                <a:lnTo>
                  <a:pt x="10938" y="5441"/>
                </a:lnTo>
                <a:lnTo>
                  <a:pt x="9700" y="5320"/>
                </a:lnTo>
                <a:lnTo>
                  <a:pt x="8685" y="4837"/>
                </a:lnTo>
                <a:lnTo>
                  <a:pt x="8007" y="4234"/>
                </a:lnTo>
                <a:lnTo>
                  <a:pt x="7330" y="3507"/>
                </a:lnTo>
                <a:lnTo>
                  <a:pt x="7218" y="2783"/>
                </a:lnTo>
                <a:lnTo>
                  <a:pt x="7668" y="1330"/>
                </a:lnTo>
                <a:lnTo>
                  <a:pt x="8119" y="0"/>
                </a:lnTo>
                <a:lnTo>
                  <a:pt x="5867" y="967"/>
                </a:lnTo>
                <a:lnTo>
                  <a:pt x="3836" y="2537"/>
                </a:lnTo>
                <a:lnTo>
                  <a:pt x="2707" y="4354"/>
                </a:lnTo>
                <a:lnTo>
                  <a:pt x="2031" y="6167"/>
                </a:lnTo>
                <a:close/>
              </a:path>
            </a:pathLst>
          </a:custGeom>
          <a:solidFill>
            <a:srgbClr val="FF9F1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22" name="object 1822"/>
          <p:cNvSpPr/>
          <p:nvPr/>
        </p:nvSpPr>
        <p:spPr>
          <a:xfrm>
            <a:off x="6306038" y="4529060"/>
            <a:ext cx="28528" cy="26836"/>
          </a:xfrm>
          <a:custGeom>
            <a:avLst/>
            <a:gdLst/>
            <a:ahLst/>
            <a:cxnLst/>
            <a:rect l="l" t="t" r="r" b="b"/>
            <a:pathLst>
              <a:path w="28528" h="26836">
                <a:moveTo>
                  <a:pt x="1016" y="22606"/>
                </a:moveTo>
                <a:lnTo>
                  <a:pt x="1917" y="21277"/>
                </a:lnTo>
                <a:lnTo>
                  <a:pt x="3044" y="21520"/>
                </a:lnTo>
                <a:lnTo>
                  <a:pt x="4060" y="23331"/>
                </a:lnTo>
                <a:lnTo>
                  <a:pt x="4060" y="21520"/>
                </a:lnTo>
                <a:lnTo>
                  <a:pt x="4173" y="19582"/>
                </a:lnTo>
                <a:lnTo>
                  <a:pt x="4511" y="17890"/>
                </a:lnTo>
                <a:lnTo>
                  <a:pt x="5299" y="15715"/>
                </a:lnTo>
                <a:lnTo>
                  <a:pt x="5863" y="13057"/>
                </a:lnTo>
                <a:lnTo>
                  <a:pt x="5637" y="11482"/>
                </a:lnTo>
                <a:lnTo>
                  <a:pt x="7443" y="12207"/>
                </a:lnTo>
                <a:lnTo>
                  <a:pt x="9812" y="13419"/>
                </a:lnTo>
                <a:lnTo>
                  <a:pt x="13081" y="13661"/>
                </a:lnTo>
                <a:lnTo>
                  <a:pt x="14207" y="13661"/>
                </a:lnTo>
                <a:lnTo>
                  <a:pt x="12744" y="12448"/>
                </a:lnTo>
                <a:lnTo>
                  <a:pt x="14545" y="12691"/>
                </a:lnTo>
                <a:lnTo>
                  <a:pt x="16689" y="13298"/>
                </a:lnTo>
                <a:lnTo>
                  <a:pt x="19170" y="13661"/>
                </a:lnTo>
                <a:lnTo>
                  <a:pt x="21652" y="12691"/>
                </a:lnTo>
                <a:lnTo>
                  <a:pt x="24245" y="11845"/>
                </a:lnTo>
                <a:lnTo>
                  <a:pt x="23457" y="14145"/>
                </a:lnTo>
                <a:lnTo>
                  <a:pt x="25372" y="18494"/>
                </a:lnTo>
                <a:lnTo>
                  <a:pt x="24920" y="21520"/>
                </a:lnTo>
                <a:lnTo>
                  <a:pt x="25372" y="23815"/>
                </a:lnTo>
                <a:lnTo>
                  <a:pt x="26051" y="21398"/>
                </a:lnTo>
                <a:lnTo>
                  <a:pt x="27966" y="20432"/>
                </a:lnTo>
                <a:lnTo>
                  <a:pt x="27515" y="24660"/>
                </a:lnTo>
                <a:lnTo>
                  <a:pt x="28528" y="21156"/>
                </a:lnTo>
                <a:lnTo>
                  <a:pt x="28528" y="16078"/>
                </a:lnTo>
                <a:lnTo>
                  <a:pt x="28304" y="12087"/>
                </a:lnTo>
                <a:lnTo>
                  <a:pt x="27177" y="7615"/>
                </a:lnTo>
                <a:lnTo>
                  <a:pt x="26163" y="5196"/>
                </a:lnTo>
                <a:lnTo>
                  <a:pt x="25372" y="3744"/>
                </a:lnTo>
                <a:lnTo>
                  <a:pt x="23115" y="2658"/>
                </a:lnTo>
                <a:lnTo>
                  <a:pt x="21201" y="1811"/>
                </a:lnTo>
                <a:lnTo>
                  <a:pt x="17818" y="724"/>
                </a:lnTo>
                <a:lnTo>
                  <a:pt x="13532" y="0"/>
                </a:lnTo>
                <a:lnTo>
                  <a:pt x="9361" y="1086"/>
                </a:lnTo>
                <a:lnTo>
                  <a:pt x="5750" y="2174"/>
                </a:lnTo>
                <a:lnTo>
                  <a:pt x="3382" y="4228"/>
                </a:lnTo>
                <a:lnTo>
                  <a:pt x="2029" y="6044"/>
                </a:lnTo>
                <a:lnTo>
                  <a:pt x="904" y="8340"/>
                </a:lnTo>
                <a:lnTo>
                  <a:pt x="224" y="13057"/>
                </a:lnTo>
                <a:lnTo>
                  <a:pt x="0" y="20311"/>
                </a:lnTo>
                <a:lnTo>
                  <a:pt x="2029" y="26836"/>
                </a:lnTo>
                <a:lnTo>
                  <a:pt x="1016" y="2260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23" name="object 1823"/>
          <p:cNvSpPr/>
          <p:nvPr/>
        </p:nvSpPr>
        <p:spPr>
          <a:xfrm>
            <a:off x="6285179" y="4767351"/>
            <a:ext cx="33040" cy="22969"/>
          </a:xfrm>
          <a:custGeom>
            <a:avLst/>
            <a:gdLst/>
            <a:ahLst/>
            <a:cxnLst/>
            <a:rect l="l" t="t" r="r" b="b"/>
            <a:pathLst>
              <a:path w="33040" h="22969">
                <a:moveTo>
                  <a:pt x="0" y="16682"/>
                </a:moveTo>
                <a:lnTo>
                  <a:pt x="0" y="20915"/>
                </a:lnTo>
                <a:lnTo>
                  <a:pt x="5637" y="22969"/>
                </a:lnTo>
                <a:lnTo>
                  <a:pt x="14319" y="22969"/>
                </a:lnTo>
                <a:lnTo>
                  <a:pt x="20859" y="19465"/>
                </a:lnTo>
                <a:lnTo>
                  <a:pt x="24129" y="16320"/>
                </a:lnTo>
                <a:lnTo>
                  <a:pt x="33040" y="13540"/>
                </a:lnTo>
                <a:lnTo>
                  <a:pt x="33040" y="5441"/>
                </a:lnTo>
                <a:lnTo>
                  <a:pt x="31910" y="0"/>
                </a:lnTo>
                <a:lnTo>
                  <a:pt x="15784" y="5078"/>
                </a:lnTo>
                <a:lnTo>
                  <a:pt x="10258" y="10878"/>
                </a:lnTo>
                <a:lnTo>
                  <a:pt x="6314" y="14024"/>
                </a:lnTo>
                <a:lnTo>
                  <a:pt x="0" y="1668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24" name="object 1824"/>
          <p:cNvSpPr/>
          <p:nvPr/>
        </p:nvSpPr>
        <p:spPr>
          <a:xfrm>
            <a:off x="6328029" y="4768439"/>
            <a:ext cx="35633" cy="20311"/>
          </a:xfrm>
          <a:custGeom>
            <a:avLst/>
            <a:gdLst/>
            <a:ahLst/>
            <a:cxnLst/>
            <a:rect l="l" t="t" r="r" b="b"/>
            <a:pathLst>
              <a:path w="35633" h="20311">
                <a:moveTo>
                  <a:pt x="336" y="845"/>
                </a:moveTo>
                <a:lnTo>
                  <a:pt x="0" y="12090"/>
                </a:lnTo>
                <a:lnTo>
                  <a:pt x="8231" y="14023"/>
                </a:lnTo>
                <a:lnTo>
                  <a:pt x="13081" y="16319"/>
                </a:lnTo>
                <a:lnTo>
                  <a:pt x="21426" y="18740"/>
                </a:lnTo>
                <a:lnTo>
                  <a:pt x="27626" y="20311"/>
                </a:lnTo>
                <a:lnTo>
                  <a:pt x="34504" y="19102"/>
                </a:lnTo>
                <a:lnTo>
                  <a:pt x="35633" y="14023"/>
                </a:lnTo>
                <a:lnTo>
                  <a:pt x="25821" y="8220"/>
                </a:lnTo>
                <a:lnTo>
                  <a:pt x="18606" y="3506"/>
                </a:lnTo>
                <a:lnTo>
                  <a:pt x="14883" y="0"/>
                </a:lnTo>
                <a:lnTo>
                  <a:pt x="336" y="84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25" name="object 1825"/>
          <p:cNvSpPr/>
          <p:nvPr/>
        </p:nvSpPr>
        <p:spPr>
          <a:xfrm>
            <a:off x="6275704" y="4668091"/>
            <a:ext cx="4624" cy="18257"/>
          </a:xfrm>
          <a:custGeom>
            <a:avLst/>
            <a:gdLst/>
            <a:ahLst/>
            <a:cxnLst/>
            <a:rect l="l" t="t" r="r" b="b"/>
            <a:pathLst>
              <a:path w="4624" h="18257">
                <a:moveTo>
                  <a:pt x="4624" y="0"/>
                </a:moveTo>
                <a:lnTo>
                  <a:pt x="0" y="18257"/>
                </a:lnTo>
              </a:path>
            </a:pathLst>
          </a:custGeom>
          <a:ln w="79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26" name="object 1826"/>
          <p:cNvSpPr/>
          <p:nvPr/>
        </p:nvSpPr>
        <p:spPr>
          <a:xfrm>
            <a:off x="6280328" y="4667850"/>
            <a:ext cx="338" cy="18619"/>
          </a:xfrm>
          <a:custGeom>
            <a:avLst/>
            <a:gdLst/>
            <a:ahLst/>
            <a:cxnLst/>
            <a:rect l="l" t="t" r="r" b="b"/>
            <a:pathLst>
              <a:path w="338" h="18619">
                <a:moveTo>
                  <a:pt x="338" y="0"/>
                </a:moveTo>
                <a:lnTo>
                  <a:pt x="0" y="18619"/>
                </a:lnTo>
              </a:path>
            </a:pathLst>
          </a:custGeom>
          <a:ln w="78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27" name="object 1827"/>
          <p:cNvSpPr/>
          <p:nvPr/>
        </p:nvSpPr>
        <p:spPr>
          <a:xfrm>
            <a:off x="6280779" y="4667729"/>
            <a:ext cx="4286" cy="15474"/>
          </a:xfrm>
          <a:custGeom>
            <a:avLst/>
            <a:gdLst/>
            <a:ahLst/>
            <a:cxnLst/>
            <a:rect l="l" t="t" r="r" b="b"/>
            <a:pathLst>
              <a:path w="4286" h="15474">
                <a:moveTo>
                  <a:pt x="0" y="0"/>
                </a:moveTo>
                <a:lnTo>
                  <a:pt x="4286" y="15474"/>
                </a:lnTo>
              </a:path>
            </a:pathLst>
          </a:custGeom>
          <a:ln w="79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28" name="object 1828"/>
          <p:cNvSpPr/>
          <p:nvPr/>
        </p:nvSpPr>
        <p:spPr>
          <a:xfrm>
            <a:off x="6281004" y="4667850"/>
            <a:ext cx="6654" cy="11970"/>
          </a:xfrm>
          <a:custGeom>
            <a:avLst/>
            <a:gdLst/>
            <a:ahLst/>
            <a:cxnLst/>
            <a:rect l="l" t="t" r="r" b="b"/>
            <a:pathLst>
              <a:path w="6654" h="11970">
                <a:moveTo>
                  <a:pt x="0" y="0"/>
                </a:moveTo>
                <a:lnTo>
                  <a:pt x="6654" y="11970"/>
                </a:lnTo>
              </a:path>
            </a:pathLst>
          </a:custGeom>
          <a:ln w="80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29" name="object 1829"/>
          <p:cNvSpPr/>
          <p:nvPr/>
        </p:nvSpPr>
        <p:spPr>
          <a:xfrm>
            <a:off x="6263752" y="4729509"/>
            <a:ext cx="11614" cy="6045"/>
          </a:xfrm>
          <a:custGeom>
            <a:avLst/>
            <a:gdLst/>
            <a:ahLst/>
            <a:cxnLst/>
            <a:rect l="l" t="t" r="r" b="b"/>
            <a:pathLst>
              <a:path w="11614" h="6045">
                <a:moveTo>
                  <a:pt x="11614" y="3021"/>
                </a:moveTo>
                <a:lnTo>
                  <a:pt x="11501" y="1812"/>
                </a:lnTo>
                <a:lnTo>
                  <a:pt x="10262" y="726"/>
                </a:lnTo>
                <a:lnTo>
                  <a:pt x="8344" y="242"/>
                </a:lnTo>
                <a:lnTo>
                  <a:pt x="5863" y="3021"/>
                </a:lnTo>
                <a:lnTo>
                  <a:pt x="7556" y="121"/>
                </a:lnTo>
                <a:lnTo>
                  <a:pt x="6993" y="0"/>
                </a:lnTo>
                <a:lnTo>
                  <a:pt x="2593" y="0"/>
                </a:lnTo>
                <a:lnTo>
                  <a:pt x="0" y="1330"/>
                </a:lnTo>
                <a:lnTo>
                  <a:pt x="0" y="4593"/>
                </a:lnTo>
                <a:lnTo>
                  <a:pt x="2593" y="6045"/>
                </a:lnTo>
                <a:lnTo>
                  <a:pt x="8907" y="6045"/>
                </a:lnTo>
                <a:lnTo>
                  <a:pt x="11614" y="4593"/>
                </a:lnTo>
                <a:lnTo>
                  <a:pt x="11614" y="3021"/>
                </a:lnTo>
                <a:close/>
              </a:path>
            </a:pathLst>
          </a:custGeom>
          <a:solidFill>
            <a:srgbClr val="7E3E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30" name="object 1830"/>
          <p:cNvSpPr/>
          <p:nvPr/>
        </p:nvSpPr>
        <p:spPr>
          <a:xfrm>
            <a:off x="6263752" y="4671237"/>
            <a:ext cx="26952" cy="61656"/>
          </a:xfrm>
          <a:custGeom>
            <a:avLst/>
            <a:gdLst/>
            <a:ahLst/>
            <a:cxnLst/>
            <a:rect l="l" t="t" r="r" b="b"/>
            <a:pathLst>
              <a:path w="26952" h="61656">
                <a:moveTo>
                  <a:pt x="4286" y="17407"/>
                </a:moveTo>
                <a:lnTo>
                  <a:pt x="0" y="61656"/>
                </a:lnTo>
                <a:lnTo>
                  <a:pt x="26726" y="40136"/>
                </a:lnTo>
                <a:lnTo>
                  <a:pt x="26952" y="1933"/>
                </a:lnTo>
                <a:lnTo>
                  <a:pt x="26726" y="0"/>
                </a:lnTo>
                <a:lnTo>
                  <a:pt x="4286" y="17407"/>
                </a:lnTo>
                <a:close/>
              </a:path>
            </a:pathLst>
          </a:custGeom>
          <a:solidFill>
            <a:srgbClr val="7E3E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31" name="object 1831"/>
          <p:cNvSpPr/>
          <p:nvPr/>
        </p:nvSpPr>
        <p:spPr>
          <a:xfrm>
            <a:off x="6264090" y="4672324"/>
            <a:ext cx="29771" cy="60931"/>
          </a:xfrm>
          <a:custGeom>
            <a:avLst/>
            <a:gdLst/>
            <a:ahLst/>
            <a:cxnLst/>
            <a:rect l="l" t="t" r="r" b="b"/>
            <a:pathLst>
              <a:path w="29771" h="60931">
                <a:moveTo>
                  <a:pt x="4736" y="16925"/>
                </a:moveTo>
                <a:lnTo>
                  <a:pt x="0" y="59723"/>
                </a:lnTo>
                <a:lnTo>
                  <a:pt x="1354" y="58877"/>
                </a:lnTo>
                <a:lnTo>
                  <a:pt x="2030" y="60569"/>
                </a:lnTo>
                <a:lnTo>
                  <a:pt x="3269" y="59361"/>
                </a:lnTo>
                <a:lnTo>
                  <a:pt x="4286" y="60811"/>
                </a:lnTo>
                <a:lnTo>
                  <a:pt x="5412" y="59723"/>
                </a:lnTo>
                <a:lnTo>
                  <a:pt x="6539" y="60931"/>
                </a:lnTo>
                <a:lnTo>
                  <a:pt x="7781" y="59602"/>
                </a:lnTo>
                <a:lnTo>
                  <a:pt x="9245" y="60931"/>
                </a:lnTo>
                <a:lnTo>
                  <a:pt x="10150" y="59118"/>
                </a:lnTo>
                <a:lnTo>
                  <a:pt x="11501" y="60206"/>
                </a:lnTo>
                <a:lnTo>
                  <a:pt x="9020" y="17891"/>
                </a:lnTo>
                <a:lnTo>
                  <a:pt x="29771" y="604"/>
                </a:lnTo>
                <a:lnTo>
                  <a:pt x="28303" y="1208"/>
                </a:lnTo>
                <a:lnTo>
                  <a:pt x="27177" y="483"/>
                </a:lnTo>
                <a:lnTo>
                  <a:pt x="26839" y="1330"/>
                </a:lnTo>
                <a:lnTo>
                  <a:pt x="25822" y="0"/>
                </a:lnTo>
                <a:lnTo>
                  <a:pt x="4736" y="1692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32" name="object 1832"/>
          <p:cNvSpPr/>
          <p:nvPr/>
        </p:nvSpPr>
        <p:spPr>
          <a:xfrm>
            <a:off x="6272660" y="4670995"/>
            <a:ext cx="23344" cy="62503"/>
          </a:xfrm>
          <a:custGeom>
            <a:avLst/>
            <a:gdLst/>
            <a:ahLst/>
            <a:cxnLst/>
            <a:rect l="l" t="t" r="r" b="b"/>
            <a:pathLst>
              <a:path w="23344" h="62503">
                <a:moveTo>
                  <a:pt x="0" y="18254"/>
                </a:moveTo>
                <a:lnTo>
                  <a:pt x="2481" y="62503"/>
                </a:lnTo>
                <a:lnTo>
                  <a:pt x="23344" y="39170"/>
                </a:lnTo>
                <a:lnTo>
                  <a:pt x="23232" y="5679"/>
                </a:lnTo>
                <a:lnTo>
                  <a:pt x="21877" y="0"/>
                </a:lnTo>
                <a:lnTo>
                  <a:pt x="0" y="18254"/>
                </a:lnTo>
                <a:close/>
              </a:path>
            </a:pathLst>
          </a:custGeom>
          <a:solidFill>
            <a:srgbClr val="BE7E3E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33" name="object 1833"/>
          <p:cNvSpPr/>
          <p:nvPr/>
        </p:nvSpPr>
        <p:spPr>
          <a:xfrm>
            <a:off x="6273223" y="4657333"/>
            <a:ext cx="18606" cy="15474"/>
          </a:xfrm>
          <a:custGeom>
            <a:avLst/>
            <a:gdLst/>
            <a:ahLst/>
            <a:cxnLst/>
            <a:rect l="l" t="t" r="r" b="b"/>
            <a:pathLst>
              <a:path w="18606" h="15474">
                <a:moveTo>
                  <a:pt x="5412" y="1571"/>
                </a:moveTo>
                <a:lnTo>
                  <a:pt x="1467" y="5316"/>
                </a:lnTo>
                <a:lnTo>
                  <a:pt x="0" y="10033"/>
                </a:lnTo>
                <a:lnTo>
                  <a:pt x="4061" y="14628"/>
                </a:lnTo>
                <a:lnTo>
                  <a:pt x="8007" y="15474"/>
                </a:lnTo>
                <a:lnTo>
                  <a:pt x="10937" y="14265"/>
                </a:lnTo>
                <a:lnTo>
                  <a:pt x="13757" y="14990"/>
                </a:lnTo>
                <a:lnTo>
                  <a:pt x="17143" y="10757"/>
                </a:lnTo>
                <a:lnTo>
                  <a:pt x="18606" y="5679"/>
                </a:lnTo>
                <a:lnTo>
                  <a:pt x="14886" y="0"/>
                </a:lnTo>
                <a:lnTo>
                  <a:pt x="5412" y="1571"/>
                </a:lnTo>
                <a:close/>
              </a:path>
            </a:pathLst>
          </a:custGeom>
          <a:solidFill>
            <a:srgbClr val="FFBE5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34" name="object 1834"/>
          <p:cNvSpPr/>
          <p:nvPr/>
        </p:nvSpPr>
        <p:spPr>
          <a:xfrm>
            <a:off x="6309309" y="4569438"/>
            <a:ext cx="23231" cy="68913"/>
          </a:xfrm>
          <a:custGeom>
            <a:avLst/>
            <a:gdLst/>
            <a:ahLst/>
            <a:cxnLst/>
            <a:rect l="l" t="t" r="r" b="b"/>
            <a:pathLst>
              <a:path w="23231" h="68913">
                <a:moveTo>
                  <a:pt x="13645" y="68913"/>
                </a:moveTo>
                <a:lnTo>
                  <a:pt x="23231" y="3628"/>
                </a:lnTo>
                <a:lnTo>
                  <a:pt x="20525" y="0"/>
                </a:lnTo>
                <a:lnTo>
                  <a:pt x="11729" y="5803"/>
                </a:lnTo>
                <a:lnTo>
                  <a:pt x="2593" y="604"/>
                </a:lnTo>
                <a:lnTo>
                  <a:pt x="0" y="4353"/>
                </a:lnTo>
                <a:lnTo>
                  <a:pt x="13645" y="68913"/>
                </a:lnTo>
                <a:close/>
              </a:path>
            </a:pathLst>
          </a:custGeom>
          <a:solidFill>
            <a:srgbClr val="9FBE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35" name="object 1835"/>
          <p:cNvSpPr/>
          <p:nvPr/>
        </p:nvSpPr>
        <p:spPr>
          <a:xfrm>
            <a:off x="6317878" y="4574999"/>
            <a:ext cx="8685" cy="61781"/>
          </a:xfrm>
          <a:custGeom>
            <a:avLst/>
            <a:gdLst/>
            <a:ahLst/>
            <a:cxnLst/>
            <a:rect l="l" t="t" r="r" b="b"/>
            <a:pathLst>
              <a:path w="8685" h="61781">
                <a:moveTo>
                  <a:pt x="6430" y="4473"/>
                </a:moveTo>
                <a:lnTo>
                  <a:pt x="3498" y="0"/>
                </a:lnTo>
                <a:lnTo>
                  <a:pt x="2593" y="0"/>
                </a:lnTo>
                <a:lnTo>
                  <a:pt x="0" y="5320"/>
                </a:lnTo>
                <a:lnTo>
                  <a:pt x="2255" y="7979"/>
                </a:lnTo>
                <a:lnTo>
                  <a:pt x="904" y="15958"/>
                </a:lnTo>
                <a:lnTo>
                  <a:pt x="228" y="23574"/>
                </a:lnTo>
                <a:lnTo>
                  <a:pt x="228" y="32161"/>
                </a:lnTo>
                <a:lnTo>
                  <a:pt x="1693" y="50294"/>
                </a:lnTo>
                <a:lnTo>
                  <a:pt x="2593" y="61781"/>
                </a:lnTo>
                <a:lnTo>
                  <a:pt x="7443" y="61538"/>
                </a:lnTo>
                <a:lnTo>
                  <a:pt x="7781" y="50535"/>
                </a:lnTo>
                <a:lnTo>
                  <a:pt x="8685" y="32161"/>
                </a:lnTo>
                <a:lnTo>
                  <a:pt x="8457" y="23332"/>
                </a:lnTo>
                <a:lnTo>
                  <a:pt x="6992" y="15837"/>
                </a:lnTo>
                <a:lnTo>
                  <a:pt x="4737" y="7737"/>
                </a:lnTo>
                <a:lnTo>
                  <a:pt x="6430" y="4473"/>
                </a:lnTo>
                <a:close/>
              </a:path>
            </a:pathLst>
          </a:custGeom>
          <a:solidFill>
            <a:srgbClr val="001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36" name="object 1836"/>
          <p:cNvSpPr/>
          <p:nvPr/>
        </p:nvSpPr>
        <p:spPr>
          <a:xfrm>
            <a:off x="6277847" y="4572341"/>
            <a:ext cx="87280" cy="202504"/>
          </a:xfrm>
          <a:custGeom>
            <a:avLst/>
            <a:gdLst/>
            <a:ahLst/>
            <a:cxnLst/>
            <a:rect l="l" t="t" r="r" b="b"/>
            <a:pathLst>
              <a:path w="87280" h="202504">
                <a:moveTo>
                  <a:pt x="25260" y="101313"/>
                </a:moveTo>
                <a:lnTo>
                  <a:pt x="24471" y="142540"/>
                </a:lnTo>
                <a:lnTo>
                  <a:pt x="23117" y="200934"/>
                </a:lnTo>
                <a:lnTo>
                  <a:pt x="30335" y="202504"/>
                </a:lnTo>
                <a:lnTo>
                  <a:pt x="39243" y="198635"/>
                </a:lnTo>
                <a:lnTo>
                  <a:pt x="46123" y="102883"/>
                </a:lnTo>
                <a:lnTo>
                  <a:pt x="48717" y="157410"/>
                </a:lnTo>
                <a:lnTo>
                  <a:pt x="50519" y="199000"/>
                </a:lnTo>
                <a:lnTo>
                  <a:pt x="60331" y="202504"/>
                </a:lnTo>
                <a:lnTo>
                  <a:pt x="68338" y="201779"/>
                </a:lnTo>
                <a:lnTo>
                  <a:pt x="65519" y="125371"/>
                </a:lnTo>
                <a:lnTo>
                  <a:pt x="66871" y="100587"/>
                </a:lnTo>
                <a:lnTo>
                  <a:pt x="69803" y="99016"/>
                </a:lnTo>
                <a:lnTo>
                  <a:pt x="71946" y="90430"/>
                </a:lnTo>
                <a:lnTo>
                  <a:pt x="72735" y="83176"/>
                </a:lnTo>
                <a:lnTo>
                  <a:pt x="87280" y="65284"/>
                </a:lnTo>
                <a:lnTo>
                  <a:pt x="74202" y="10033"/>
                </a:lnTo>
                <a:lnTo>
                  <a:pt x="54242" y="0"/>
                </a:lnTo>
                <a:lnTo>
                  <a:pt x="45106" y="63955"/>
                </a:lnTo>
                <a:lnTo>
                  <a:pt x="31799" y="966"/>
                </a:lnTo>
                <a:lnTo>
                  <a:pt x="14659" y="9912"/>
                </a:lnTo>
                <a:lnTo>
                  <a:pt x="3720" y="42797"/>
                </a:lnTo>
                <a:lnTo>
                  <a:pt x="1126" y="55369"/>
                </a:lnTo>
                <a:lnTo>
                  <a:pt x="0" y="86804"/>
                </a:lnTo>
                <a:lnTo>
                  <a:pt x="11615" y="86684"/>
                </a:lnTo>
                <a:lnTo>
                  <a:pt x="12631" y="58998"/>
                </a:lnTo>
                <a:lnTo>
                  <a:pt x="20522" y="38927"/>
                </a:lnTo>
                <a:lnTo>
                  <a:pt x="21539" y="68668"/>
                </a:lnTo>
                <a:lnTo>
                  <a:pt x="20184" y="100587"/>
                </a:lnTo>
                <a:lnTo>
                  <a:pt x="25260" y="101313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37" name="object 1837"/>
          <p:cNvSpPr/>
          <p:nvPr/>
        </p:nvSpPr>
        <p:spPr>
          <a:xfrm>
            <a:off x="6322165" y="4641614"/>
            <a:ext cx="3494" cy="3387"/>
          </a:xfrm>
          <a:custGeom>
            <a:avLst/>
            <a:gdLst/>
            <a:ahLst/>
            <a:cxnLst/>
            <a:rect l="l" t="t" r="r" b="b"/>
            <a:pathLst>
              <a:path w="3494" h="3387">
                <a:moveTo>
                  <a:pt x="0" y="1695"/>
                </a:moveTo>
                <a:lnTo>
                  <a:pt x="0" y="2662"/>
                </a:lnTo>
                <a:lnTo>
                  <a:pt x="788" y="3387"/>
                </a:lnTo>
                <a:lnTo>
                  <a:pt x="2706" y="3387"/>
                </a:lnTo>
                <a:lnTo>
                  <a:pt x="3494" y="2662"/>
                </a:lnTo>
                <a:lnTo>
                  <a:pt x="3494" y="728"/>
                </a:lnTo>
                <a:lnTo>
                  <a:pt x="2706" y="0"/>
                </a:lnTo>
                <a:lnTo>
                  <a:pt x="788" y="0"/>
                </a:lnTo>
                <a:lnTo>
                  <a:pt x="0" y="728"/>
                </a:lnTo>
                <a:lnTo>
                  <a:pt x="0" y="169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38" name="object 1838"/>
          <p:cNvSpPr/>
          <p:nvPr/>
        </p:nvSpPr>
        <p:spPr>
          <a:xfrm>
            <a:off x="6322165" y="4648263"/>
            <a:ext cx="3494" cy="4112"/>
          </a:xfrm>
          <a:custGeom>
            <a:avLst/>
            <a:gdLst/>
            <a:ahLst/>
            <a:cxnLst/>
            <a:rect l="l" t="t" r="r" b="b"/>
            <a:pathLst>
              <a:path w="3494" h="4112">
                <a:moveTo>
                  <a:pt x="0" y="2058"/>
                </a:moveTo>
                <a:lnTo>
                  <a:pt x="0" y="3144"/>
                </a:lnTo>
                <a:lnTo>
                  <a:pt x="788" y="4112"/>
                </a:lnTo>
                <a:lnTo>
                  <a:pt x="2706" y="4112"/>
                </a:lnTo>
                <a:lnTo>
                  <a:pt x="3494" y="3144"/>
                </a:lnTo>
                <a:lnTo>
                  <a:pt x="3494" y="967"/>
                </a:lnTo>
                <a:lnTo>
                  <a:pt x="2706" y="0"/>
                </a:lnTo>
                <a:lnTo>
                  <a:pt x="788" y="0"/>
                </a:lnTo>
                <a:lnTo>
                  <a:pt x="0" y="967"/>
                </a:lnTo>
                <a:lnTo>
                  <a:pt x="0" y="205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39" name="object 1839"/>
          <p:cNvSpPr/>
          <p:nvPr/>
        </p:nvSpPr>
        <p:spPr>
          <a:xfrm>
            <a:off x="7153909" y="4349750"/>
            <a:ext cx="145796" cy="59308"/>
          </a:xfrm>
          <a:custGeom>
            <a:avLst/>
            <a:gdLst/>
            <a:ahLst/>
            <a:cxnLst/>
            <a:rect l="l" t="t" r="r" b="b"/>
            <a:pathLst>
              <a:path w="145796" h="59308">
                <a:moveTo>
                  <a:pt x="0" y="0"/>
                </a:moveTo>
                <a:lnTo>
                  <a:pt x="39624" y="20827"/>
                </a:lnTo>
                <a:lnTo>
                  <a:pt x="41148" y="9651"/>
                </a:lnTo>
                <a:lnTo>
                  <a:pt x="101346" y="43306"/>
                </a:lnTo>
                <a:lnTo>
                  <a:pt x="102997" y="38481"/>
                </a:lnTo>
                <a:lnTo>
                  <a:pt x="145796" y="59308"/>
                </a:lnTo>
              </a:path>
            </a:pathLst>
          </a:custGeom>
          <a:ln w="12700">
            <a:solidFill>
              <a:srgbClr val="414141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40" name="object 1840"/>
          <p:cNvSpPr/>
          <p:nvPr/>
        </p:nvSpPr>
        <p:spPr>
          <a:xfrm>
            <a:off x="7087870" y="4359910"/>
            <a:ext cx="102615" cy="94868"/>
          </a:xfrm>
          <a:custGeom>
            <a:avLst/>
            <a:gdLst/>
            <a:ahLst/>
            <a:cxnLst/>
            <a:rect l="l" t="t" r="r" b="b"/>
            <a:pathLst>
              <a:path w="102615" h="94868">
                <a:moveTo>
                  <a:pt x="0" y="0"/>
                </a:moveTo>
                <a:lnTo>
                  <a:pt x="14224" y="27304"/>
                </a:lnTo>
                <a:lnTo>
                  <a:pt x="31496" y="19303"/>
                </a:lnTo>
                <a:lnTo>
                  <a:pt x="64643" y="67563"/>
                </a:lnTo>
                <a:lnTo>
                  <a:pt x="78866" y="61087"/>
                </a:lnTo>
                <a:lnTo>
                  <a:pt x="102615" y="94868"/>
                </a:lnTo>
              </a:path>
            </a:pathLst>
          </a:custGeom>
          <a:ln w="12700">
            <a:solidFill>
              <a:srgbClr val="414141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41" name="object 1841"/>
          <p:cNvSpPr/>
          <p:nvPr/>
        </p:nvSpPr>
        <p:spPr>
          <a:xfrm>
            <a:off x="6938009" y="4359910"/>
            <a:ext cx="102616" cy="94868"/>
          </a:xfrm>
          <a:custGeom>
            <a:avLst/>
            <a:gdLst/>
            <a:ahLst/>
            <a:cxnLst/>
            <a:rect l="l" t="t" r="r" b="b"/>
            <a:pathLst>
              <a:path w="102616" h="94868">
                <a:moveTo>
                  <a:pt x="102616" y="0"/>
                </a:moveTo>
                <a:lnTo>
                  <a:pt x="86741" y="25781"/>
                </a:lnTo>
                <a:lnTo>
                  <a:pt x="69469" y="19303"/>
                </a:lnTo>
                <a:lnTo>
                  <a:pt x="34671" y="67563"/>
                </a:lnTo>
                <a:lnTo>
                  <a:pt x="23622" y="61087"/>
                </a:lnTo>
                <a:lnTo>
                  <a:pt x="0" y="94868"/>
                </a:lnTo>
              </a:path>
            </a:pathLst>
          </a:custGeom>
          <a:ln w="12700">
            <a:solidFill>
              <a:srgbClr val="414141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42" name="object 1842"/>
          <p:cNvSpPr/>
          <p:nvPr/>
        </p:nvSpPr>
        <p:spPr>
          <a:xfrm>
            <a:off x="6828790" y="4347210"/>
            <a:ext cx="145668" cy="61848"/>
          </a:xfrm>
          <a:custGeom>
            <a:avLst/>
            <a:gdLst/>
            <a:ahLst/>
            <a:cxnLst/>
            <a:rect l="l" t="t" r="r" b="b"/>
            <a:pathLst>
              <a:path w="145668" h="61848">
                <a:moveTo>
                  <a:pt x="145668" y="0"/>
                </a:moveTo>
                <a:lnTo>
                  <a:pt x="107314" y="22732"/>
                </a:lnTo>
                <a:lnTo>
                  <a:pt x="105663" y="13081"/>
                </a:lnTo>
                <a:lnTo>
                  <a:pt x="46481" y="47243"/>
                </a:lnTo>
                <a:lnTo>
                  <a:pt x="41655" y="39115"/>
                </a:lnTo>
                <a:lnTo>
                  <a:pt x="0" y="61848"/>
                </a:lnTo>
              </a:path>
            </a:pathLst>
          </a:custGeom>
          <a:ln w="12699">
            <a:solidFill>
              <a:srgbClr val="414141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43" name="object 1843"/>
          <p:cNvSpPr/>
          <p:nvPr/>
        </p:nvSpPr>
        <p:spPr>
          <a:xfrm>
            <a:off x="5237740" y="4810882"/>
            <a:ext cx="32531" cy="96485"/>
          </a:xfrm>
          <a:custGeom>
            <a:avLst/>
            <a:gdLst/>
            <a:ahLst/>
            <a:cxnLst/>
            <a:rect l="l" t="t" r="r" b="b"/>
            <a:pathLst>
              <a:path w="32531" h="96485">
                <a:moveTo>
                  <a:pt x="32531" y="0"/>
                </a:moveTo>
                <a:lnTo>
                  <a:pt x="26579" y="5647"/>
                </a:lnTo>
                <a:lnTo>
                  <a:pt x="11904" y="58072"/>
                </a:lnTo>
                <a:lnTo>
                  <a:pt x="0" y="96485"/>
                </a:lnTo>
                <a:lnTo>
                  <a:pt x="9354" y="95355"/>
                </a:lnTo>
                <a:lnTo>
                  <a:pt x="32531" y="0"/>
                </a:lnTo>
                <a:close/>
              </a:path>
            </a:pathLst>
          </a:custGeom>
          <a:solidFill>
            <a:srgbClr val="1F1F1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44" name="object 1844"/>
          <p:cNvSpPr/>
          <p:nvPr/>
        </p:nvSpPr>
        <p:spPr>
          <a:xfrm>
            <a:off x="5104218" y="4813141"/>
            <a:ext cx="70587" cy="101008"/>
          </a:xfrm>
          <a:custGeom>
            <a:avLst/>
            <a:gdLst/>
            <a:ahLst/>
            <a:cxnLst/>
            <a:rect l="l" t="t" r="r" b="b"/>
            <a:pathLst>
              <a:path w="70587" h="101008">
                <a:moveTo>
                  <a:pt x="54433" y="0"/>
                </a:moveTo>
                <a:lnTo>
                  <a:pt x="0" y="101008"/>
                </a:lnTo>
                <a:lnTo>
                  <a:pt x="23177" y="100782"/>
                </a:lnTo>
                <a:lnTo>
                  <a:pt x="70587" y="2258"/>
                </a:lnTo>
                <a:lnTo>
                  <a:pt x="54433" y="0"/>
                </a:lnTo>
                <a:close/>
              </a:path>
            </a:pathLst>
          </a:custGeom>
          <a:solidFill>
            <a:srgbClr val="1F1F1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45" name="object 1845"/>
          <p:cNvSpPr/>
          <p:nvPr/>
        </p:nvSpPr>
        <p:spPr>
          <a:xfrm>
            <a:off x="4894361" y="4880479"/>
            <a:ext cx="607023" cy="90612"/>
          </a:xfrm>
          <a:custGeom>
            <a:avLst/>
            <a:gdLst/>
            <a:ahLst/>
            <a:cxnLst/>
            <a:rect l="l" t="t" r="r" b="b"/>
            <a:pathLst>
              <a:path w="607023" h="90612">
                <a:moveTo>
                  <a:pt x="184341" y="28243"/>
                </a:moveTo>
                <a:lnTo>
                  <a:pt x="0" y="42931"/>
                </a:lnTo>
                <a:lnTo>
                  <a:pt x="199440" y="68464"/>
                </a:lnTo>
                <a:lnTo>
                  <a:pt x="366344" y="90612"/>
                </a:lnTo>
                <a:lnTo>
                  <a:pt x="601709" y="68464"/>
                </a:lnTo>
                <a:lnTo>
                  <a:pt x="607023" y="45197"/>
                </a:lnTo>
                <a:lnTo>
                  <a:pt x="602136" y="32994"/>
                </a:lnTo>
                <a:lnTo>
                  <a:pt x="595119" y="22824"/>
                </a:lnTo>
                <a:lnTo>
                  <a:pt x="585760" y="16493"/>
                </a:lnTo>
                <a:lnTo>
                  <a:pt x="573218" y="11750"/>
                </a:lnTo>
                <a:lnTo>
                  <a:pt x="551105" y="9491"/>
                </a:lnTo>
                <a:lnTo>
                  <a:pt x="394617" y="0"/>
                </a:lnTo>
                <a:lnTo>
                  <a:pt x="377822" y="0"/>
                </a:lnTo>
                <a:lnTo>
                  <a:pt x="366768" y="4297"/>
                </a:lnTo>
                <a:lnTo>
                  <a:pt x="356985" y="7911"/>
                </a:lnTo>
                <a:lnTo>
                  <a:pt x="349757" y="14459"/>
                </a:lnTo>
                <a:lnTo>
                  <a:pt x="338703" y="24404"/>
                </a:lnTo>
                <a:lnTo>
                  <a:pt x="304047" y="27116"/>
                </a:lnTo>
                <a:lnTo>
                  <a:pt x="184341" y="28243"/>
                </a:lnTo>
                <a:close/>
              </a:path>
            </a:pathLst>
          </a:custGeom>
          <a:solidFill>
            <a:srgbClr val="1F0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46" name="object 1846"/>
          <p:cNvSpPr/>
          <p:nvPr/>
        </p:nvSpPr>
        <p:spPr>
          <a:xfrm>
            <a:off x="5293079" y="4870082"/>
            <a:ext cx="3134" cy="9718"/>
          </a:xfrm>
          <a:custGeom>
            <a:avLst/>
            <a:gdLst/>
            <a:ahLst/>
            <a:cxnLst/>
            <a:rect l="l" t="t" r="r" b="b"/>
            <a:pathLst>
              <a:path w="3134" h="9718">
                <a:moveTo>
                  <a:pt x="3134" y="0"/>
                </a:moveTo>
                <a:lnTo>
                  <a:pt x="0" y="9718"/>
                </a:lnTo>
                <a:lnTo>
                  <a:pt x="3134" y="0"/>
                </a:lnTo>
              </a:path>
            </a:pathLst>
          </a:custGeom>
          <a:ln w="1710">
            <a:solidFill>
              <a:srgbClr val="1F0F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47" name="object 1847"/>
          <p:cNvSpPr/>
          <p:nvPr/>
        </p:nvSpPr>
        <p:spPr>
          <a:xfrm>
            <a:off x="5323740" y="4871896"/>
            <a:ext cx="2874" cy="9711"/>
          </a:xfrm>
          <a:custGeom>
            <a:avLst/>
            <a:gdLst/>
            <a:ahLst/>
            <a:cxnLst/>
            <a:rect l="l" t="t" r="r" b="b"/>
            <a:pathLst>
              <a:path w="2874" h="9711">
                <a:moveTo>
                  <a:pt x="0" y="9711"/>
                </a:moveTo>
                <a:lnTo>
                  <a:pt x="2874" y="0"/>
                </a:lnTo>
              </a:path>
            </a:pathLst>
          </a:custGeom>
          <a:ln w="1709">
            <a:solidFill>
              <a:srgbClr val="1F0F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48" name="object 1848"/>
          <p:cNvSpPr/>
          <p:nvPr/>
        </p:nvSpPr>
        <p:spPr>
          <a:xfrm>
            <a:off x="5164603" y="4875057"/>
            <a:ext cx="202197" cy="125635"/>
          </a:xfrm>
          <a:custGeom>
            <a:avLst/>
            <a:gdLst/>
            <a:ahLst/>
            <a:cxnLst/>
            <a:rect l="l" t="t" r="r" b="b"/>
            <a:pathLst>
              <a:path w="202197" h="125635">
                <a:moveTo>
                  <a:pt x="120337" y="125635"/>
                </a:moveTo>
                <a:lnTo>
                  <a:pt x="152654" y="94226"/>
                </a:lnTo>
                <a:lnTo>
                  <a:pt x="159461" y="87219"/>
                </a:lnTo>
                <a:lnTo>
                  <a:pt x="166051" y="78862"/>
                </a:lnTo>
                <a:lnTo>
                  <a:pt x="171368" y="70047"/>
                </a:lnTo>
                <a:lnTo>
                  <a:pt x="176467" y="63265"/>
                </a:lnTo>
                <a:lnTo>
                  <a:pt x="182846" y="53328"/>
                </a:lnTo>
                <a:lnTo>
                  <a:pt x="200709" y="26212"/>
                </a:lnTo>
                <a:lnTo>
                  <a:pt x="201771" y="22368"/>
                </a:lnTo>
                <a:lnTo>
                  <a:pt x="202197" y="19205"/>
                </a:lnTo>
                <a:lnTo>
                  <a:pt x="200921" y="14011"/>
                </a:lnTo>
                <a:lnTo>
                  <a:pt x="200283" y="10848"/>
                </a:lnTo>
                <a:lnTo>
                  <a:pt x="197945" y="8356"/>
                </a:lnTo>
                <a:lnTo>
                  <a:pt x="194969" y="6776"/>
                </a:lnTo>
                <a:lnTo>
                  <a:pt x="189648" y="5196"/>
                </a:lnTo>
                <a:lnTo>
                  <a:pt x="185822" y="4971"/>
                </a:lnTo>
                <a:lnTo>
                  <a:pt x="180296" y="4292"/>
                </a:lnTo>
                <a:lnTo>
                  <a:pt x="176893" y="4066"/>
                </a:lnTo>
                <a:lnTo>
                  <a:pt x="110344" y="453"/>
                </a:lnTo>
                <a:lnTo>
                  <a:pt x="106306" y="0"/>
                </a:lnTo>
                <a:lnTo>
                  <a:pt x="102054" y="904"/>
                </a:lnTo>
                <a:lnTo>
                  <a:pt x="99078" y="1357"/>
                </a:lnTo>
                <a:lnTo>
                  <a:pt x="96102" y="2937"/>
                </a:lnTo>
                <a:lnTo>
                  <a:pt x="92907" y="5196"/>
                </a:lnTo>
                <a:lnTo>
                  <a:pt x="70160" y="32538"/>
                </a:lnTo>
                <a:lnTo>
                  <a:pt x="64635" y="40449"/>
                </a:lnTo>
                <a:lnTo>
                  <a:pt x="58040" y="47676"/>
                </a:lnTo>
                <a:lnTo>
                  <a:pt x="50385" y="55587"/>
                </a:lnTo>
                <a:lnTo>
                  <a:pt x="43371" y="61685"/>
                </a:lnTo>
                <a:lnTo>
                  <a:pt x="0" y="108914"/>
                </a:lnTo>
                <a:lnTo>
                  <a:pt x="120337" y="125635"/>
                </a:lnTo>
                <a:close/>
              </a:path>
            </a:pathLst>
          </a:custGeom>
          <a:solidFill>
            <a:srgbClr val="401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49" name="object 1849"/>
          <p:cNvSpPr/>
          <p:nvPr/>
        </p:nvSpPr>
        <p:spPr>
          <a:xfrm>
            <a:off x="5279412" y="4840483"/>
            <a:ext cx="71651" cy="34574"/>
          </a:xfrm>
          <a:custGeom>
            <a:avLst/>
            <a:gdLst/>
            <a:ahLst/>
            <a:cxnLst/>
            <a:rect l="l" t="t" r="r" b="b"/>
            <a:pathLst>
              <a:path w="71651" h="34574">
                <a:moveTo>
                  <a:pt x="8716" y="3162"/>
                </a:moveTo>
                <a:lnTo>
                  <a:pt x="0" y="22373"/>
                </a:lnTo>
                <a:lnTo>
                  <a:pt x="0" y="24404"/>
                </a:lnTo>
                <a:lnTo>
                  <a:pt x="426" y="26663"/>
                </a:lnTo>
                <a:lnTo>
                  <a:pt x="2126" y="29147"/>
                </a:lnTo>
                <a:lnTo>
                  <a:pt x="3614" y="30051"/>
                </a:lnTo>
                <a:lnTo>
                  <a:pt x="60597" y="34574"/>
                </a:lnTo>
                <a:lnTo>
                  <a:pt x="64211" y="34123"/>
                </a:lnTo>
                <a:lnTo>
                  <a:pt x="66761" y="34123"/>
                </a:lnTo>
                <a:lnTo>
                  <a:pt x="69313" y="31413"/>
                </a:lnTo>
                <a:lnTo>
                  <a:pt x="71013" y="29147"/>
                </a:lnTo>
                <a:lnTo>
                  <a:pt x="71651" y="26437"/>
                </a:lnTo>
                <a:lnTo>
                  <a:pt x="69313" y="5652"/>
                </a:lnTo>
                <a:lnTo>
                  <a:pt x="64635" y="1808"/>
                </a:lnTo>
                <a:lnTo>
                  <a:pt x="61658" y="225"/>
                </a:lnTo>
                <a:lnTo>
                  <a:pt x="57621" y="0"/>
                </a:lnTo>
                <a:lnTo>
                  <a:pt x="12973" y="678"/>
                </a:lnTo>
                <a:lnTo>
                  <a:pt x="10204" y="1808"/>
                </a:lnTo>
                <a:lnTo>
                  <a:pt x="8716" y="3162"/>
                </a:lnTo>
                <a:close/>
              </a:path>
            </a:pathLst>
          </a:custGeom>
          <a:solidFill>
            <a:srgbClr val="401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50" name="object 1850"/>
          <p:cNvSpPr/>
          <p:nvPr/>
        </p:nvSpPr>
        <p:spPr>
          <a:xfrm>
            <a:off x="5148708" y="4860372"/>
            <a:ext cx="3132" cy="9711"/>
          </a:xfrm>
          <a:custGeom>
            <a:avLst/>
            <a:gdLst/>
            <a:ahLst/>
            <a:cxnLst/>
            <a:rect l="l" t="t" r="r" b="b"/>
            <a:pathLst>
              <a:path w="3132" h="9711">
                <a:moveTo>
                  <a:pt x="3132" y="0"/>
                </a:moveTo>
                <a:lnTo>
                  <a:pt x="0" y="9711"/>
                </a:lnTo>
                <a:lnTo>
                  <a:pt x="3132" y="0"/>
                </a:lnTo>
              </a:path>
            </a:pathLst>
          </a:custGeom>
          <a:ln w="1710">
            <a:solidFill>
              <a:srgbClr val="1F0F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51" name="object 1851"/>
          <p:cNvSpPr/>
          <p:nvPr/>
        </p:nvSpPr>
        <p:spPr>
          <a:xfrm>
            <a:off x="5179324" y="4862178"/>
            <a:ext cx="3133" cy="9718"/>
          </a:xfrm>
          <a:custGeom>
            <a:avLst/>
            <a:gdLst/>
            <a:ahLst/>
            <a:cxnLst/>
            <a:rect l="l" t="t" r="r" b="b"/>
            <a:pathLst>
              <a:path w="3133" h="9718">
                <a:moveTo>
                  <a:pt x="0" y="9718"/>
                </a:moveTo>
                <a:lnTo>
                  <a:pt x="3133" y="0"/>
                </a:lnTo>
              </a:path>
            </a:pathLst>
          </a:custGeom>
          <a:ln w="1710">
            <a:solidFill>
              <a:srgbClr val="1F0F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52" name="object 1852"/>
          <p:cNvSpPr/>
          <p:nvPr/>
        </p:nvSpPr>
        <p:spPr>
          <a:xfrm>
            <a:off x="5017467" y="4867374"/>
            <a:ext cx="201985" cy="125412"/>
          </a:xfrm>
          <a:custGeom>
            <a:avLst/>
            <a:gdLst/>
            <a:ahLst/>
            <a:cxnLst/>
            <a:rect l="l" t="t" r="r" b="b"/>
            <a:pathLst>
              <a:path w="201985" h="125412">
                <a:moveTo>
                  <a:pt x="120132" y="125412"/>
                </a:moveTo>
                <a:lnTo>
                  <a:pt x="152661" y="93998"/>
                </a:lnTo>
                <a:lnTo>
                  <a:pt x="159463" y="86996"/>
                </a:lnTo>
                <a:lnTo>
                  <a:pt x="166265" y="78860"/>
                </a:lnTo>
                <a:lnTo>
                  <a:pt x="171368" y="69368"/>
                </a:lnTo>
                <a:lnTo>
                  <a:pt x="176051" y="63271"/>
                </a:lnTo>
                <a:lnTo>
                  <a:pt x="182641" y="53326"/>
                </a:lnTo>
                <a:lnTo>
                  <a:pt x="200923" y="25759"/>
                </a:lnTo>
                <a:lnTo>
                  <a:pt x="201347" y="22596"/>
                </a:lnTo>
                <a:lnTo>
                  <a:pt x="201985" y="18982"/>
                </a:lnTo>
                <a:lnTo>
                  <a:pt x="201135" y="14009"/>
                </a:lnTo>
                <a:lnTo>
                  <a:pt x="199647" y="10620"/>
                </a:lnTo>
                <a:lnTo>
                  <a:pt x="197733" y="8587"/>
                </a:lnTo>
                <a:lnTo>
                  <a:pt x="194545" y="6103"/>
                </a:lnTo>
                <a:lnTo>
                  <a:pt x="189657" y="4973"/>
                </a:lnTo>
                <a:lnTo>
                  <a:pt x="185405" y="4748"/>
                </a:lnTo>
                <a:lnTo>
                  <a:pt x="180303" y="4522"/>
                </a:lnTo>
                <a:lnTo>
                  <a:pt x="176689" y="3613"/>
                </a:lnTo>
                <a:lnTo>
                  <a:pt x="109928" y="225"/>
                </a:lnTo>
                <a:lnTo>
                  <a:pt x="106094" y="0"/>
                </a:lnTo>
                <a:lnTo>
                  <a:pt x="101630" y="676"/>
                </a:lnTo>
                <a:lnTo>
                  <a:pt x="98442" y="1126"/>
                </a:lnTo>
                <a:lnTo>
                  <a:pt x="95678" y="2934"/>
                </a:lnTo>
                <a:lnTo>
                  <a:pt x="92914" y="4973"/>
                </a:lnTo>
                <a:lnTo>
                  <a:pt x="69739" y="32540"/>
                </a:lnTo>
                <a:lnTo>
                  <a:pt x="64211" y="40221"/>
                </a:lnTo>
                <a:lnTo>
                  <a:pt x="58259" y="47453"/>
                </a:lnTo>
                <a:lnTo>
                  <a:pt x="49757" y="55359"/>
                </a:lnTo>
                <a:lnTo>
                  <a:pt x="42952" y="61916"/>
                </a:lnTo>
                <a:lnTo>
                  <a:pt x="0" y="108460"/>
                </a:lnTo>
                <a:lnTo>
                  <a:pt x="120132" y="125412"/>
                </a:lnTo>
                <a:close/>
              </a:path>
            </a:pathLst>
          </a:custGeom>
          <a:solidFill>
            <a:srgbClr val="401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53" name="object 1853"/>
          <p:cNvSpPr/>
          <p:nvPr/>
        </p:nvSpPr>
        <p:spPr>
          <a:xfrm>
            <a:off x="5132071" y="4832579"/>
            <a:ext cx="71651" cy="34566"/>
          </a:xfrm>
          <a:custGeom>
            <a:avLst/>
            <a:gdLst/>
            <a:ahLst/>
            <a:cxnLst/>
            <a:rect l="l" t="t" r="r" b="b"/>
            <a:pathLst>
              <a:path w="71651" h="34566">
                <a:moveTo>
                  <a:pt x="8504" y="3613"/>
                </a:moveTo>
                <a:lnTo>
                  <a:pt x="0" y="22365"/>
                </a:lnTo>
                <a:lnTo>
                  <a:pt x="0" y="24624"/>
                </a:lnTo>
                <a:lnTo>
                  <a:pt x="211" y="26888"/>
                </a:lnTo>
                <a:lnTo>
                  <a:pt x="1914" y="29147"/>
                </a:lnTo>
                <a:lnTo>
                  <a:pt x="3826" y="30276"/>
                </a:lnTo>
                <a:lnTo>
                  <a:pt x="61023" y="34566"/>
                </a:lnTo>
                <a:lnTo>
                  <a:pt x="63999" y="34341"/>
                </a:lnTo>
                <a:lnTo>
                  <a:pt x="66337" y="34341"/>
                </a:lnTo>
                <a:lnTo>
                  <a:pt x="69101" y="31857"/>
                </a:lnTo>
                <a:lnTo>
                  <a:pt x="70801" y="29147"/>
                </a:lnTo>
                <a:lnTo>
                  <a:pt x="71651" y="26437"/>
                </a:lnTo>
                <a:lnTo>
                  <a:pt x="69101" y="5644"/>
                </a:lnTo>
                <a:lnTo>
                  <a:pt x="64849" y="1580"/>
                </a:lnTo>
                <a:lnTo>
                  <a:pt x="61447" y="225"/>
                </a:lnTo>
                <a:lnTo>
                  <a:pt x="57402" y="0"/>
                </a:lnTo>
                <a:lnTo>
                  <a:pt x="13180" y="901"/>
                </a:lnTo>
                <a:lnTo>
                  <a:pt x="10416" y="1580"/>
                </a:lnTo>
                <a:lnTo>
                  <a:pt x="8504" y="3613"/>
                </a:lnTo>
                <a:close/>
              </a:path>
            </a:pathLst>
          </a:custGeom>
          <a:solidFill>
            <a:srgbClr val="401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54" name="object 1854"/>
          <p:cNvSpPr/>
          <p:nvPr/>
        </p:nvSpPr>
        <p:spPr>
          <a:xfrm>
            <a:off x="4874593" y="4920926"/>
            <a:ext cx="358683" cy="42254"/>
          </a:xfrm>
          <a:custGeom>
            <a:avLst/>
            <a:gdLst/>
            <a:ahLst/>
            <a:cxnLst/>
            <a:rect l="l" t="t" r="r" b="b"/>
            <a:pathLst>
              <a:path w="358683" h="42254">
                <a:moveTo>
                  <a:pt x="358683" y="39092"/>
                </a:moveTo>
                <a:lnTo>
                  <a:pt x="331679" y="25083"/>
                </a:lnTo>
                <a:lnTo>
                  <a:pt x="319563" y="19435"/>
                </a:lnTo>
                <a:lnTo>
                  <a:pt x="305528" y="14462"/>
                </a:lnTo>
                <a:lnTo>
                  <a:pt x="291498" y="10620"/>
                </a:lnTo>
                <a:lnTo>
                  <a:pt x="277460" y="7685"/>
                </a:lnTo>
                <a:lnTo>
                  <a:pt x="264068" y="5652"/>
                </a:lnTo>
                <a:lnTo>
                  <a:pt x="251952" y="3613"/>
                </a:lnTo>
                <a:lnTo>
                  <a:pt x="211763" y="0"/>
                </a:lnTo>
                <a:lnTo>
                  <a:pt x="173706" y="0"/>
                </a:lnTo>
                <a:lnTo>
                  <a:pt x="166689" y="450"/>
                </a:lnTo>
                <a:lnTo>
                  <a:pt x="160311" y="1580"/>
                </a:lnTo>
                <a:lnTo>
                  <a:pt x="152021" y="2709"/>
                </a:lnTo>
                <a:lnTo>
                  <a:pt x="142662" y="2709"/>
                </a:lnTo>
                <a:lnTo>
                  <a:pt x="76327" y="0"/>
                </a:lnTo>
                <a:lnTo>
                  <a:pt x="62935" y="450"/>
                </a:lnTo>
                <a:lnTo>
                  <a:pt x="44645" y="1129"/>
                </a:lnTo>
                <a:lnTo>
                  <a:pt x="17430" y="3613"/>
                </a:lnTo>
                <a:lnTo>
                  <a:pt x="0" y="7007"/>
                </a:lnTo>
                <a:lnTo>
                  <a:pt x="285331" y="42254"/>
                </a:lnTo>
                <a:lnTo>
                  <a:pt x="358683" y="39092"/>
                </a:lnTo>
                <a:close/>
              </a:path>
            </a:pathLst>
          </a:custGeom>
          <a:solidFill>
            <a:srgbClr val="5F2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55" name="object 1855"/>
          <p:cNvSpPr/>
          <p:nvPr/>
        </p:nvSpPr>
        <p:spPr>
          <a:xfrm>
            <a:off x="5429948" y="4823764"/>
            <a:ext cx="26791" cy="105751"/>
          </a:xfrm>
          <a:custGeom>
            <a:avLst/>
            <a:gdLst/>
            <a:ahLst/>
            <a:cxnLst/>
            <a:rect l="l" t="t" r="r" b="b"/>
            <a:pathLst>
              <a:path w="26791" h="105751">
                <a:moveTo>
                  <a:pt x="4252" y="1580"/>
                </a:moveTo>
                <a:lnTo>
                  <a:pt x="0" y="0"/>
                </a:lnTo>
                <a:lnTo>
                  <a:pt x="5102" y="18752"/>
                </a:lnTo>
                <a:lnTo>
                  <a:pt x="7652" y="29598"/>
                </a:lnTo>
                <a:lnTo>
                  <a:pt x="9990" y="39317"/>
                </a:lnTo>
                <a:lnTo>
                  <a:pt x="11904" y="49262"/>
                </a:lnTo>
                <a:lnTo>
                  <a:pt x="14030" y="60779"/>
                </a:lnTo>
                <a:lnTo>
                  <a:pt x="18282" y="88354"/>
                </a:lnTo>
                <a:lnTo>
                  <a:pt x="20408" y="105751"/>
                </a:lnTo>
                <a:lnTo>
                  <a:pt x="26791" y="105525"/>
                </a:lnTo>
                <a:lnTo>
                  <a:pt x="21896" y="77280"/>
                </a:lnTo>
                <a:lnTo>
                  <a:pt x="18494" y="60328"/>
                </a:lnTo>
                <a:lnTo>
                  <a:pt x="16794" y="51067"/>
                </a:lnTo>
                <a:lnTo>
                  <a:pt x="14242" y="39092"/>
                </a:lnTo>
                <a:lnTo>
                  <a:pt x="12330" y="30952"/>
                </a:lnTo>
                <a:lnTo>
                  <a:pt x="9354" y="19428"/>
                </a:lnTo>
                <a:lnTo>
                  <a:pt x="6378" y="6548"/>
                </a:lnTo>
                <a:lnTo>
                  <a:pt x="4252" y="1580"/>
                </a:lnTo>
                <a:close/>
              </a:path>
            </a:pathLst>
          </a:custGeom>
          <a:solidFill>
            <a:srgbClr val="1F1F1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56" name="object 1856"/>
          <p:cNvSpPr/>
          <p:nvPr/>
        </p:nvSpPr>
        <p:spPr>
          <a:xfrm>
            <a:off x="5431224" y="4823764"/>
            <a:ext cx="27003" cy="105751"/>
          </a:xfrm>
          <a:custGeom>
            <a:avLst/>
            <a:gdLst/>
            <a:ahLst/>
            <a:cxnLst/>
            <a:rect l="l" t="t" r="r" b="b"/>
            <a:pathLst>
              <a:path w="27003" h="105751">
                <a:moveTo>
                  <a:pt x="5102" y="1580"/>
                </a:moveTo>
                <a:lnTo>
                  <a:pt x="0" y="0"/>
                </a:lnTo>
                <a:lnTo>
                  <a:pt x="5525" y="18752"/>
                </a:lnTo>
                <a:lnTo>
                  <a:pt x="8078" y="29598"/>
                </a:lnTo>
                <a:lnTo>
                  <a:pt x="10201" y="39317"/>
                </a:lnTo>
                <a:lnTo>
                  <a:pt x="12116" y="49262"/>
                </a:lnTo>
                <a:lnTo>
                  <a:pt x="14454" y="60779"/>
                </a:lnTo>
                <a:lnTo>
                  <a:pt x="18706" y="88354"/>
                </a:lnTo>
                <a:lnTo>
                  <a:pt x="20832" y="105751"/>
                </a:lnTo>
                <a:lnTo>
                  <a:pt x="27003" y="105525"/>
                </a:lnTo>
                <a:lnTo>
                  <a:pt x="21894" y="77280"/>
                </a:lnTo>
                <a:lnTo>
                  <a:pt x="19132" y="60328"/>
                </a:lnTo>
                <a:lnTo>
                  <a:pt x="17218" y="51067"/>
                </a:lnTo>
                <a:lnTo>
                  <a:pt x="14454" y="39092"/>
                </a:lnTo>
                <a:lnTo>
                  <a:pt x="12754" y="30952"/>
                </a:lnTo>
                <a:lnTo>
                  <a:pt x="9989" y="19428"/>
                </a:lnTo>
                <a:lnTo>
                  <a:pt x="6375" y="6548"/>
                </a:lnTo>
                <a:lnTo>
                  <a:pt x="5102" y="1580"/>
                </a:lnTo>
                <a:close/>
              </a:path>
            </a:pathLst>
          </a:custGeom>
          <a:solidFill>
            <a:srgbClr val="5F5F5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57" name="object 1857"/>
          <p:cNvSpPr/>
          <p:nvPr/>
        </p:nvSpPr>
        <p:spPr>
          <a:xfrm>
            <a:off x="5316194" y="4822860"/>
            <a:ext cx="32105" cy="116146"/>
          </a:xfrm>
          <a:custGeom>
            <a:avLst/>
            <a:gdLst/>
            <a:ahLst/>
            <a:cxnLst/>
            <a:rect l="l" t="t" r="r" b="b"/>
            <a:pathLst>
              <a:path w="32105" h="116146">
                <a:moveTo>
                  <a:pt x="9997" y="0"/>
                </a:moveTo>
                <a:lnTo>
                  <a:pt x="0" y="0"/>
                </a:lnTo>
                <a:lnTo>
                  <a:pt x="5316" y="24178"/>
                </a:lnTo>
                <a:lnTo>
                  <a:pt x="9359" y="48811"/>
                </a:lnTo>
                <a:lnTo>
                  <a:pt x="13399" y="74111"/>
                </a:lnTo>
                <a:lnTo>
                  <a:pt x="14675" y="90387"/>
                </a:lnTo>
                <a:lnTo>
                  <a:pt x="17225" y="116146"/>
                </a:lnTo>
                <a:lnTo>
                  <a:pt x="32105" y="115921"/>
                </a:lnTo>
                <a:lnTo>
                  <a:pt x="29979" y="95581"/>
                </a:lnTo>
                <a:lnTo>
                  <a:pt x="27641" y="82023"/>
                </a:lnTo>
                <a:lnTo>
                  <a:pt x="24027" y="58973"/>
                </a:lnTo>
                <a:lnTo>
                  <a:pt x="18713" y="32986"/>
                </a:lnTo>
                <a:lnTo>
                  <a:pt x="14675" y="18301"/>
                </a:lnTo>
                <a:lnTo>
                  <a:pt x="9997" y="0"/>
                </a:lnTo>
                <a:close/>
              </a:path>
            </a:pathLst>
          </a:custGeom>
          <a:solidFill>
            <a:srgbClr val="1F1F1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58" name="object 1858"/>
          <p:cNvSpPr/>
          <p:nvPr/>
        </p:nvSpPr>
        <p:spPr>
          <a:xfrm>
            <a:off x="5318108" y="4822635"/>
            <a:ext cx="32317" cy="116146"/>
          </a:xfrm>
          <a:custGeom>
            <a:avLst/>
            <a:gdLst/>
            <a:ahLst/>
            <a:cxnLst/>
            <a:rect l="l" t="t" r="r" b="b"/>
            <a:pathLst>
              <a:path w="32317" h="116146">
                <a:moveTo>
                  <a:pt x="9997" y="0"/>
                </a:moveTo>
                <a:lnTo>
                  <a:pt x="0" y="0"/>
                </a:lnTo>
                <a:lnTo>
                  <a:pt x="5314" y="23725"/>
                </a:lnTo>
                <a:lnTo>
                  <a:pt x="9785" y="48124"/>
                </a:lnTo>
                <a:lnTo>
                  <a:pt x="13397" y="74111"/>
                </a:lnTo>
                <a:lnTo>
                  <a:pt x="14887" y="89708"/>
                </a:lnTo>
                <a:lnTo>
                  <a:pt x="17437" y="116146"/>
                </a:lnTo>
                <a:lnTo>
                  <a:pt x="32317" y="115462"/>
                </a:lnTo>
                <a:lnTo>
                  <a:pt x="29979" y="95581"/>
                </a:lnTo>
                <a:lnTo>
                  <a:pt x="28065" y="81797"/>
                </a:lnTo>
                <a:lnTo>
                  <a:pt x="24239" y="58973"/>
                </a:lnTo>
                <a:lnTo>
                  <a:pt x="19137" y="32535"/>
                </a:lnTo>
                <a:lnTo>
                  <a:pt x="14887" y="18073"/>
                </a:lnTo>
                <a:lnTo>
                  <a:pt x="9997" y="0"/>
                </a:lnTo>
                <a:close/>
              </a:path>
            </a:pathLst>
          </a:custGeom>
          <a:solidFill>
            <a:srgbClr val="5F5F5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59" name="object 1859"/>
          <p:cNvSpPr/>
          <p:nvPr/>
        </p:nvSpPr>
        <p:spPr>
          <a:xfrm>
            <a:off x="4605420" y="5055599"/>
            <a:ext cx="135224" cy="162919"/>
          </a:xfrm>
          <a:custGeom>
            <a:avLst/>
            <a:gdLst/>
            <a:ahLst/>
            <a:cxnLst/>
            <a:rect l="l" t="t" r="r" b="b"/>
            <a:pathLst>
              <a:path w="135224" h="162919">
                <a:moveTo>
                  <a:pt x="0" y="81346"/>
                </a:moveTo>
                <a:lnTo>
                  <a:pt x="1261" y="97107"/>
                </a:lnTo>
                <a:lnTo>
                  <a:pt x="4889" y="111855"/>
                </a:lnTo>
                <a:lnTo>
                  <a:pt x="10644" y="125299"/>
                </a:lnTo>
                <a:lnTo>
                  <a:pt x="18291" y="137147"/>
                </a:lnTo>
                <a:lnTo>
                  <a:pt x="27591" y="147106"/>
                </a:lnTo>
                <a:lnTo>
                  <a:pt x="38308" y="154885"/>
                </a:lnTo>
                <a:lnTo>
                  <a:pt x="50203" y="160193"/>
                </a:lnTo>
                <a:lnTo>
                  <a:pt x="63040" y="162736"/>
                </a:lnTo>
                <a:lnTo>
                  <a:pt x="67611" y="162919"/>
                </a:lnTo>
                <a:lnTo>
                  <a:pt x="80716" y="161390"/>
                </a:lnTo>
                <a:lnTo>
                  <a:pt x="92961" y="156996"/>
                </a:lnTo>
                <a:lnTo>
                  <a:pt x="104108" y="150031"/>
                </a:lnTo>
                <a:lnTo>
                  <a:pt x="113920" y="140786"/>
                </a:lnTo>
                <a:lnTo>
                  <a:pt x="122160" y="129552"/>
                </a:lnTo>
                <a:lnTo>
                  <a:pt x="128590" y="116622"/>
                </a:lnTo>
                <a:lnTo>
                  <a:pt x="132974" y="102288"/>
                </a:lnTo>
                <a:lnTo>
                  <a:pt x="135073" y="86842"/>
                </a:lnTo>
                <a:lnTo>
                  <a:pt x="135224" y="81346"/>
                </a:lnTo>
                <a:lnTo>
                  <a:pt x="133958" y="65570"/>
                </a:lnTo>
                <a:lnTo>
                  <a:pt x="130319" y="50824"/>
                </a:lnTo>
                <a:lnTo>
                  <a:pt x="124546" y="37399"/>
                </a:lnTo>
                <a:lnTo>
                  <a:pt x="116876" y="25581"/>
                </a:lnTo>
                <a:lnTo>
                  <a:pt x="107549" y="15661"/>
                </a:lnTo>
                <a:lnTo>
                  <a:pt x="96803" y="7926"/>
                </a:lnTo>
                <a:lnTo>
                  <a:pt x="84877" y="2665"/>
                </a:lnTo>
                <a:lnTo>
                  <a:pt x="72009" y="168"/>
                </a:lnTo>
                <a:lnTo>
                  <a:pt x="67611" y="0"/>
                </a:lnTo>
                <a:lnTo>
                  <a:pt x="54485" y="1525"/>
                </a:lnTo>
                <a:lnTo>
                  <a:pt x="42222" y="5908"/>
                </a:lnTo>
                <a:lnTo>
                  <a:pt x="31062" y="12861"/>
                </a:lnTo>
                <a:lnTo>
                  <a:pt x="21242" y="22095"/>
                </a:lnTo>
                <a:lnTo>
                  <a:pt x="13002" y="33320"/>
                </a:lnTo>
                <a:lnTo>
                  <a:pt x="6579" y="46249"/>
                </a:lnTo>
                <a:lnTo>
                  <a:pt x="2212" y="60593"/>
                </a:lnTo>
                <a:lnTo>
                  <a:pt x="139" y="76063"/>
                </a:lnTo>
                <a:lnTo>
                  <a:pt x="0" y="81346"/>
                </a:lnTo>
                <a:close/>
              </a:path>
            </a:pathLst>
          </a:custGeom>
          <a:solidFill>
            <a:srgbClr val="1F1F1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60" name="object 1860"/>
          <p:cNvSpPr/>
          <p:nvPr/>
        </p:nvSpPr>
        <p:spPr>
          <a:xfrm>
            <a:off x="4627740" y="5058762"/>
            <a:ext cx="134586" cy="162691"/>
          </a:xfrm>
          <a:custGeom>
            <a:avLst/>
            <a:gdLst/>
            <a:ahLst/>
            <a:cxnLst/>
            <a:rect l="l" t="t" r="r" b="b"/>
            <a:pathLst>
              <a:path w="134586" h="162691">
                <a:moveTo>
                  <a:pt x="0" y="81346"/>
                </a:moveTo>
                <a:lnTo>
                  <a:pt x="1268" y="97144"/>
                </a:lnTo>
                <a:lnTo>
                  <a:pt x="4914" y="111907"/>
                </a:lnTo>
                <a:lnTo>
                  <a:pt x="10695" y="125346"/>
                </a:lnTo>
                <a:lnTo>
                  <a:pt x="18368" y="137170"/>
                </a:lnTo>
                <a:lnTo>
                  <a:pt x="27694" y="147091"/>
                </a:lnTo>
                <a:lnTo>
                  <a:pt x="38429" y="154818"/>
                </a:lnTo>
                <a:lnTo>
                  <a:pt x="50333" y="160062"/>
                </a:lnTo>
                <a:lnTo>
                  <a:pt x="63163" y="162533"/>
                </a:lnTo>
                <a:lnTo>
                  <a:pt x="67399" y="162691"/>
                </a:lnTo>
                <a:lnTo>
                  <a:pt x="80483" y="161158"/>
                </a:lnTo>
                <a:lnTo>
                  <a:pt x="92700" y="156754"/>
                </a:lnTo>
                <a:lnTo>
                  <a:pt x="103811" y="149768"/>
                </a:lnTo>
                <a:lnTo>
                  <a:pt x="113580" y="140492"/>
                </a:lnTo>
                <a:lnTo>
                  <a:pt x="121768" y="129217"/>
                </a:lnTo>
                <a:lnTo>
                  <a:pt x="128136" y="116233"/>
                </a:lnTo>
                <a:lnTo>
                  <a:pt x="132448" y="101831"/>
                </a:lnTo>
                <a:lnTo>
                  <a:pt x="134464" y="86302"/>
                </a:lnTo>
                <a:lnTo>
                  <a:pt x="134586" y="81346"/>
                </a:lnTo>
                <a:lnTo>
                  <a:pt x="133323" y="65531"/>
                </a:lnTo>
                <a:lnTo>
                  <a:pt x="129691" y="50752"/>
                </a:lnTo>
                <a:lnTo>
                  <a:pt x="123930" y="37301"/>
                </a:lnTo>
                <a:lnTo>
                  <a:pt x="116277" y="25469"/>
                </a:lnTo>
                <a:lnTo>
                  <a:pt x="106969" y="15546"/>
                </a:lnTo>
                <a:lnTo>
                  <a:pt x="96245" y="7825"/>
                </a:lnTo>
                <a:lnTo>
                  <a:pt x="84343" y="2595"/>
                </a:lnTo>
                <a:lnTo>
                  <a:pt x="71501" y="148"/>
                </a:lnTo>
                <a:lnTo>
                  <a:pt x="67399" y="0"/>
                </a:lnTo>
                <a:lnTo>
                  <a:pt x="54325" y="1529"/>
                </a:lnTo>
                <a:lnTo>
                  <a:pt x="42100" y="5923"/>
                </a:lnTo>
                <a:lnTo>
                  <a:pt x="30967" y="12892"/>
                </a:lnTo>
                <a:lnTo>
                  <a:pt x="21167" y="22147"/>
                </a:lnTo>
                <a:lnTo>
                  <a:pt x="12942" y="33398"/>
                </a:lnTo>
                <a:lnTo>
                  <a:pt x="6533" y="46355"/>
                </a:lnTo>
                <a:lnTo>
                  <a:pt x="2182" y="60727"/>
                </a:lnTo>
                <a:lnTo>
                  <a:pt x="131" y="76226"/>
                </a:lnTo>
                <a:lnTo>
                  <a:pt x="0" y="8134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61" name="object 1861"/>
          <p:cNvSpPr/>
          <p:nvPr/>
        </p:nvSpPr>
        <p:spPr>
          <a:xfrm>
            <a:off x="4954534" y="5032775"/>
            <a:ext cx="152235" cy="140328"/>
          </a:xfrm>
          <a:custGeom>
            <a:avLst/>
            <a:gdLst/>
            <a:ahLst/>
            <a:cxnLst/>
            <a:rect l="l" t="t" r="r" b="b"/>
            <a:pathLst>
              <a:path w="152235" h="140328">
                <a:moveTo>
                  <a:pt x="0" y="27800"/>
                </a:moveTo>
                <a:lnTo>
                  <a:pt x="1273" y="80217"/>
                </a:lnTo>
                <a:lnTo>
                  <a:pt x="149045" y="140328"/>
                </a:lnTo>
                <a:lnTo>
                  <a:pt x="151171" y="132189"/>
                </a:lnTo>
                <a:lnTo>
                  <a:pt x="152235" y="98073"/>
                </a:lnTo>
                <a:lnTo>
                  <a:pt x="150959" y="77054"/>
                </a:lnTo>
                <a:lnTo>
                  <a:pt x="143943" y="49036"/>
                </a:lnTo>
                <a:lnTo>
                  <a:pt x="137348" y="33898"/>
                </a:lnTo>
                <a:lnTo>
                  <a:pt x="127782" y="20793"/>
                </a:lnTo>
                <a:lnTo>
                  <a:pt x="110987" y="8364"/>
                </a:lnTo>
                <a:lnTo>
                  <a:pt x="95252" y="1813"/>
                </a:lnTo>
                <a:lnTo>
                  <a:pt x="75056" y="0"/>
                </a:lnTo>
                <a:lnTo>
                  <a:pt x="58682" y="1362"/>
                </a:lnTo>
                <a:lnTo>
                  <a:pt x="35505" y="7009"/>
                </a:lnTo>
                <a:lnTo>
                  <a:pt x="18287" y="14016"/>
                </a:lnTo>
                <a:lnTo>
                  <a:pt x="0" y="278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62" name="object 1862"/>
          <p:cNvSpPr/>
          <p:nvPr/>
        </p:nvSpPr>
        <p:spPr>
          <a:xfrm>
            <a:off x="4902020" y="5061251"/>
            <a:ext cx="123739" cy="228901"/>
          </a:xfrm>
          <a:custGeom>
            <a:avLst/>
            <a:gdLst/>
            <a:ahLst/>
            <a:cxnLst/>
            <a:rect l="l" t="t" r="r" b="b"/>
            <a:pathLst>
              <a:path w="123739" h="228901">
                <a:moveTo>
                  <a:pt x="905" y="130258"/>
                </a:moveTo>
                <a:lnTo>
                  <a:pt x="3542" y="145510"/>
                </a:lnTo>
                <a:lnTo>
                  <a:pt x="7790" y="159944"/>
                </a:lnTo>
                <a:lnTo>
                  <a:pt x="13530" y="173413"/>
                </a:lnTo>
                <a:lnTo>
                  <a:pt x="20641" y="185770"/>
                </a:lnTo>
                <a:lnTo>
                  <a:pt x="29004" y="196869"/>
                </a:lnTo>
                <a:lnTo>
                  <a:pt x="38498" y="206562"/>
                </a:lnTo>
                <a:lnTo>
                  <a:pt x="49004" y="214704"/>
                </a:lnTo>
                <a:lnTo>
                  <a:pt x="60402" y="221145"/>
                </a:lnTo>
                <a:lnTo>
                  <a:pt x="72571" y="225741"/>
                </a:lnTo>
                <a:lnTo>
                  <a:pt x="85392" y="228343"/>
                </a:lnTo>
                <a:lnTo>
                  <a:pt x="94828" y="228901"/>
                </a:lnTo>
                <a:lnTo>
                  <a:pt x="96102" y="228669"/>
                </a:lnTo>
                <a:lnTo>
                  <a:pt x="98654" y="228669"/>
                </a:lnTo>
                <a:lnTo>
                  <a:pt x="95040" y="114335"/>
                </a:lnTo>
                <a:lnTo>
                  <a:pt x="123739" y="5196"/>
                </a:lnTo>
                <a:lnTo>
                  <a:pt x="111402" y="1706"/>
                </a:lnTo>
                <a:lnTo>
                  <a:pt x="98796" y="98"/>
                </a:lnTo>
                <a:lnTo>
                  <a:pt x="94828" y="0"/>
                </a:lnTo>
                <a:lnTo>
                  <a:pt x="81602" y="1095"/>
                </a:lnTo>
                <a:lnTo>
                  <a:pt x="68943" y="4284"/>
                </a:lnTo>
                <a:lnTo>
                  <a:pt x="56973" y="9422"/>
                </a:lnTo>
                <a:lnTo>
                  <a:pt x="45812" y="16362"/>
                </a:lnTo>
                <a:lnTo>
                  <a:pt x="35580" y="24958"/>
                </a:lnTo>
                <a:lnTo>
                  <a:pt x="26398" y="35066"/>
                </a:lnTo>
                <a:lnTo>
                  <a:pt x="18385" y="46539"/>
                </a:lnTo>
                <a:lnTo>
                  <a:pt x="11663" y="59232"/>
                </a:lnTo>
                <a:lnTo>
                  <a:pt x="6352" y="72999"/>
                </a:lnTo>
                <a:lnTo>
                  <a:pt x="2571" y="87694"/>
                </a:lnTo>
                <a:lnTo>
                  <a:pt x="443" y="103172"/>
                </a:lnTo>
                <a:lnTo>
                  <a:pt x="0" y="114335"/>
                </a:lnTo>
                <a:lnTo>
                  <a:pt x="905" y="130258"/>
                </a:lnTo>
                <a:close/>
              </a:path>
            </a:pathLst>
          </a:custGeom>
          <a:solidFill>
            <a:srgbClr val="1F1F1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63" name="object 1863"/>
          <p:cNvSpPr/>
          <p:nvPr/>
        </p:nvSpPr>
        <p:spPr>
          <a:xfrm>
            <a:off x="4935188" y="5065093"/>
            <a:ext cx="150104" cy="225511"/>
          </a:xfrm>
          <a:custGeom>
            <a:avLst/>
            <a:gdLst/>
            <a:ahLst/>
            <a:cxnLst/>
            <a:rect l="l" t="t" r="r" b="b"/>
            <a:pathLst>
              <a:path w="150104" h="225511">
                <a:moveTo>
                  <a:pt x="0" y="112753"/>
                </a:moveTo>
                <a:lnTo>
                  <a:pt x="864" y="129948"/>
                </a:lnTo>
                <a:lnTo>
                  <a:pt x="3374" y="146321"/>
                </a:lnTo>
                <a:lnTo>
                  <a:pt x="7401" y="161683"/>
                </a:lnTo>
                <a:lnTo>
                  <a:pt x="12818" y="175843"/>
                </a:lnTo>
                <a:lnTo>
                  <a:pt x="19498" y="188612"/>
                </a:lnTo>
                <a:lnTo>
                  <a:pt x="27314" y="199799"/>
                </a:lnTo>
                <a:lnTo>
                  <a:pt x="36138" y="209214"/>
                </a:lnTo>
                <a:lnTo>
                  <a:pt x="45844" y="216668"/>
                </a:lnTo>
                <a:lnTo>
                  <a:pt x="56303" y="221970"/>
                </a:lnTo>
                <a:lnTo>
                  <a:pt x="67390" y="224931"/>
                </a:lnTo>
                <a:lnTo>
                  <a:pt x="75053" y="225511"/>
                </a:lnTo>
                <a:lnTo>
                  <a:pt x="86486" y="224213"/>
                </a:lnTo>
                <a:lnTo>
                  <a:pt x="97376" y="220448"/>
                </a:lnTo>
                <a:lnTo>
                  <a:pt x="107598" y="214405"/>
                </a:lnTo>
                <a:lnTo>
                  <a:pt x="117023" y="206274"/>
                </a:lnTo>
                <a:lnTo>
                  <a:pt x="125524" y="196244"/>
                </a:lnTo>
                <a:lnTo>
                  <a:pt x="132974" y="184507"/>
                </a:lnTo>
                <a:lnTo>
                  <a:pt x="139245" y="171252"/>
                </a:lnTo>
                <a:lnTo>
                  <a:pt x="144211" y="156669"/>
                </a:lnTo>
                <a:lnTo>
                  <a:pt x="147745" y="140947"/>
                </a:lnTo>
                <a:lnTo>
                  <a:pt x="149718" y="124278"/>
                </a:lnTo>
                <a:lnTo>
                  <a:pt x="150104" y="112753"/>
                </a:lnTo>
                <a:lnTo>
                  <a:pt x="149240" y="95558"/>
                </a:lnTo>
                <a:lnTo>
                  <a:pt x="146730" y="79185"/>
                </a:lnTo>
                <a:lnTo>
                  <a:pt x="142703" y="63824"/>
                </a:lnTo>
                <a:lnTo>
                  <a:pt x="137285" y="49664"/>
                </a:lnTo>
                <a:lnTo>
                  <a:pt x="130605" y="36896"/>
                </a:lnTo>
                <a:lnTo>
                  <a:pt x="122789" y="25709"/>
                </a:lnTo>
                <a:lnTo>
                  <a:pt x="113964" y="16294"/>
                </a:lnTo>
                <a:lnTo>
                  <a:pt x="104258" y="8840"/>
                </a:lnTo>
                <a:lnTo>
                  <a:pt x="93798" y="3538"/>
                </a:lnTo>
                <a:lnTo>
                  <a:pt x="82712" y="578"/>
                </a:lnTo>
                <a:lnTo>
                  <a:pt x="75053" y="0"/>
                </a:lnTo>
                <a:lnTo>
                  <a:pt x="63620" y="1297"/>
                </a:lnTo>
                <a:lnTo>
                  <a:pt x="52728" y="5062"/>
                </a:lnTo>
                <a:lnTo>
                  <a:pt x="42506" y="11106"/>
                </a:lnTo>
                <a:lnTo>
                  <a:pt x="33081" y="19237"/>
                </a:lnTo>
                <a:lnTo>
                  <a:pt x="24580" y="29267"/>
                </a:lnTo>
                <a:lnTo>
                  <a:pt x="17130" y="41004"/>
                </a:lnTo>
                <a:lnTo>
                  <a:pt x="10858" y="54259"/>
                </a:lnTo>
                <a:lnTo>
                  <a:pt x="5892" y="68842"/>
                </a:lnTo>
                <a:lnTo>
                  <a:pt x="2358" y="84563"/>
                </a:lnTo>
                <a:lnTo>
                  <a:pt x="385" y="101232"/>
                </a:lnTo>
                <a:lnTo>
                  <a:pt x="0" y="112753"/>
                </a:lnTo>
                <a:close/>
              </a:path>
            </a:pathLst>
          </a:custGeom>
          <a:solidFill>
            <a:srgbClr val="5F5F5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64" name="object 1864"/>
          <p:cNvSpPr/>
          <p:nvPr/>
        </p:nvSpPr>
        <p:spPr>
          <a:xfrm>
            <a:off x="4945392" y="5075035"/>
            <a:ext cx="132248" cy="207657"/>
          </a:xfrm>
          <a:custGeom>
            <a:avLst/>
            <a:gdLst/>
            <a:ahLst/>
            <a:cxnLst/>
            <a:rect l="l" t="t" r="r" b="b"/>
            <a:pathLst>
              <a:path w="132248" h="207657">
                <a:moveTo>
                  <a:pt x="0" y="103712"/>
                </a:moveTo>
                <a:lnTo>
                  <a:pt x="917" y="121079"/>
                </a:lnTo>
                <a:lnTo>
                  <a:pt x="3571" y="137519"/>
                </a:lnTo>
                <a:lnTo>
                  <a:pt x="7813" y="152798"/>
                </a:lnTo>
                <a:lnTo>
                  <a:pt x="13496" y="166681"/>
                </a:lnTo>
                <a:lnTo>
                  <a:pt x="20470" y="178933"/>
                </a:lnTo>
                <a:lnTo>
                  <a:pt x="28587" y="189320"/>
                </a:lnTo>
                <a:lnTo>
                  <a:pt x="37701" y="197607"/>
                </a:lnTo>
                <a:lnTo>
                  <a:pt x="47661" y="203559"/>
                </a:lnTo>
                <a:lnTo>
                  <a:pt x="58320" y="206943"/>
                </a:lnTo>
                <a:lnTo>
                  <a:pt x="66123" y="207657"/>
                </a:lnTo>
                <a:lnTo>
                  <a:pt x="77184" y="206213"/>
                </a:lnTo>
                <a:lnTo>
                  <a:pt x="87650" y="202035"/>
                </a:lnTo>
                <a:lnTo>
                  <a:pt x="97372" y="195358"/>
                </a:lnTo>
                <a:lnTo>
                  <a:pt x="106203" y="186417"/>
                </a:lnTo>
                <a:lnTo>
                  <a:pt x="113994" y="175447"/>
                </a:lnTo>
                <a:lnTo>
                  <a:pt x="120596" y="162682"/>
                </a:lnTo>
                <a:lnTo>
                  <a:pt x="125863" y="148357"/>
                </a:lnTo>
                <a:lnTo>
                  <a:pt x="129645" y="132706"/>
                </a:lnTo>
                <a:lnTo>
                  <a:pt x="131794" y="115963"/>
                </a:lnTo>
                <a:lnTo>
                  <a:pt x="132248" y="103712"/>
                </a:lnTo>
                <a:lnTo>
                  <a:pt x="131328" y="86384"/>
                </a:lnTo>
                <a:lnTo>
                  <a:pt x="128665" y="69972"/>
                </a:lnTo>
                <a:lnTo>
                  <a:pt x="124410" y="54714"/>
                </a:lnTo>
                <a:lnTo>
                  <a:pt x="118712" y="40847"/>
                </a:lnTo>
                <a:lnTo>
                  <a:pt x="111718" y="28609"/>
                </a:lnTo>
                <a:lnTo>
                  <a:pt x="103577" y="18236"/>
                </a:lnTo>
                <a:lnTo>
                  <a:pt x="94440" y="9967"/>
                </a:lnTo>
                <a:lnTo>
                  <a:pt x="84454" y="4037"/>
                </a:lnTo>
                <a:lnTo>
                  <a:pt x="73769" y="685"/>
                </a:lnTo>
                <a:lnTo>
                  <a:pt x="66123" y="0"/>
                </a:lnTo>
                <a:lnTo>
                  <a:pt x="55044" y="1449"/>
                </a:lnTo>
                <a:lnTo>
                  <a:pt x="44564" y="5638"/>
                </a:lnTo>
                <a:lnTo>
                  <a:pt x="34830" y="12330"/>
                </a:lnTo>
                <a:lnTo>
                  <a:pt x="25991" y="21288"/>
                </a:lnTo>
                <a:lnTo>
                  <a:pt x="18196" y="32275"/>
                </a:lnTo>
                <a:lnTo>
                  <a:pt x="11594" y="45052"/>
                </a:lnTo>
                <a:lnTo>
                  <a:pt x="6334" y="59383"/>
                </a:lnTo>
                <a:lnTo>
                  <a:pt x="2564" y="75030"/>
                </a:lnTo>
                <a:lnTo>
                  <a:pt x="435" y="91756"/>
                </a:lnTo>
                <a:lnTo>
                  <a:pt x="0" y="103712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65" name="object 1865"/>
          <p:cNvSpPr/>
          <p:nvPr/>
        </p:nvSpPr>
        <p:spPr>
          <a:xfrm>
            <a:off x="4972608" y="5107345"/>
            <a:ext cx="84405" cy="145296"/>
          </a:xfrm>
          <a:custGeom>
            <a:avLst/>
            <a:gdLst/>
            <a:ahLst/>
            <a:cxnLst/>
            <a:rect l="l" t="t" r="r" b="b"/>
            <a:pathLst>
              <a:path w="84405" h="145296">
                <a:moveTo>
                  <a:pt x="48545" y="795"/>
                </a:moveTo>
                <a:lnTo>
                  <a:pt x="42309" y="0"/>
                </a:lnTo>
                <a:lnTo>
                  <a:pt x="32054" y="2145"/>
                </a:lnTo>
                <a:lnTo>
                  <a:pt x="22711" y="8236"/>
                </a:lnTo>
                <a:lnTo>
                  <a:pt x="14582" y="17752"/>
                </a:lnTo>
                <a:lnTo>
                  <a:pt x="7966" y="30171"/>
                </a:lnTo>
                <a:lnTo>
                  <a:pt x="3163" y="44974"/>
                </a:lnTo>
                <a:lnTo>
                  <a:pt x="474" y="61640"/>
                </a:lnTo>
                <a:lnTo>
                  <a:pt x="0" y="72531"/>
                </a:lnTo>
                <a:lnTo>
                  <a:pt x="1242" y="90128"/>
                </a:lnTo>
                <a:lnTo>
                  <a:pt x="3482" y="100306"/>
                </a:lnTo>
                <a:lnTo>
                  <a:pt x="4771" y="106163"/>
                </a:lnTo>
                <a:lnTo>
                  <a:pt x="10289" y="120124"/>
                </a:lnTo>
                <a:lnTo>
                  <a:pt x="17498" y="131499"/>
                </a:lnTo>
                <a:lnTo>
                  <a:pt x="23286" y="137069"/>
                </a:lnTo>
                <a:lnTo>
                  <a:pt x="35797" y="144442"/>
                </a:lnTo>
                <a:lnTo>
                  <a:pt x="42309" y="145296"/>
                </a:lnTo>
                <a:lnTo>
                  <a:pt x="52472" y="143154"/>
                </a:lnTo>
                <a:lnTo>
                  <a:pt x="61748" y="137069"/>
                </a:lnTo>
                <a:lnTo>
                  <a:pt x="69834" y="127557"/>
                </a:lnTo>
                <a:lnTo>
                  <a:pt x="76427" y="115131"/>
                </a:lnTo>
                <a:lnTo>
                  <a:pt x="81223" y="100306"/>
                </a:lnTo>
                <a:lnTo>
                  <a:pt x="83393" y="86862"/>
                </a:lnTo>
                <a:lnTo>
                  <a:pt x="84017" y="81384"/>
                </a:lnTo>
                <a:lnTo>
                  <a:pt x="84405" y="72531"/>
                </a:lnTo>
                <a:lnTo>
                  <a:pt x="83154" y="54961"/>
                </a:lnTo>
                <a:lnTo>
                  <a:pt x="79606" y="38939"/>
                </a:lnTo>
                <a:lnTo>
                  <a:pt x="74065" y="24990"/>
                </a:lnTo>
                <a:lnTo>
                  <a:pt x="66838" y="13634"/>
                </a:lnTo>
                <a:lnTo>
                  <a:pt x="58229" y="5395"/>
                </a:lnTo>
                <a:lnTo>
                  <a:pt x="53668" y="3229"/>
                </a:lnTo>
                <a:lnTo>
                  <a:pt x="48545" y="795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66" name="object 1866"/>
          <p:cNvSpPr/>
          <p:nvPr/>
        </p:nvSpPr>
        <p:spPr>
          <a:xfrm>
            <a:off x="4972608" y="5107345"/>
            <a:ext cx="84405" cy="145296"/>
          </a:xfrm>
          <a:custGeom>
            <a:avLst/>
            <a:gdLst/>
            <a:ahLst/>
            <a:cxnLst/>
            <a:rect l="l" t="t" r="r" b="b"/>
            <a:pathLst>
              <a:path w="84405" h="145296">
                <a:moveTo>
                  <a:pt x="48545" y="795"/>
                </a:moveTo>
                <a:lnTo>
                  <a:pt x="53668" y="3229"/>
                </a:lnTo>
                <a:lnTo>
                  <a:pt x="58229" y="5395"/>
                </a:lnTo>
                <a:lnTo>
                  <a:pt x="66838" y="13634"/>
                </a:lnTo>
                <a:lnTo>
                  <a:pt x="74065" y="24990"/>
                </a:lnTo>
                <a:lnTo>
                  <a:pt x="79606" y="38939"/>
                </a:lnTo>
                <a:lnTo>
                  <a:pt x="83154" y="54961"/>
                </a:lnTo>
                <a:lnTo>
                  <a:pt x="84405" y="72531"/>
                </a:lnTo>
                <a:lnTo>
                  <a:pt x="84017" y="81384"/>
                </a:lnTo>
                <a:lnTo>
                  <a:pt x="83393" y="86862"/>
                </a:lnTo>
                <a:lnTo>
                  <a:pt x="81223" y="100306"/>
                </a:lnTo>
                <a:lnTo>
                  <a:pt x="76427" y="115131"/>
                </a:lnTo>
                <a:lnTo>
                  <a:pt x="69834" y="127557"/>
                </a:lnTo>
                <a:lnTo>
                  <a:pt x="61748" y="137069"/>
                </a:lnTo>
                <a:lnTo>
                  <a:pt x="52472" y="143154"/>
                </a:lnTo>
                <a:lnTo>
                  <a:pt x="42309" y="145296"/>
                </a:lnTo>
                <a:lnTo>
                  <a:pt x="35797" y="144442"/>
                </a:lnTo>
                <a:lnTo>
                  <a:pt x="26100" y="139776"/>
                </a:lnTo>
                <a:lnTo>
                  <a:pt x="17498" y="131499"/>
                </a:lnTo>
                <a:lnTo>
                  <a:pt x="10289" y="120124"/>
                </a:lnTo>
                <a:lnTo>
                  <a:pt x="5093" y="106978"/>
                </a:lnTo>
                <a:lnTo>
                  <a:pt x="3482" y="100306"/>
                </a:lnTo>
                <a:lnTo>
                  <a:pt x="1242" y="90128"/>
                </a:lnTo>
                <a:lnTo>
                  <a:pt x="0" y="72531"/>
                </a:lnTo>
                <a:lnTo>
                  <a:pt x="474" y="61640"/>
                </a:lnTo>
                <a:lnTo>
                  <a:pt x="3163" y="44974"/>
                </a:lnTo>
                <a:lnTo>
                  <a:pt x="7966" y="30171"/>
                </a:lnTo>
                <a:lnTo>
                  <a:pt x="14582" y="17752"/>
                </a:lnTo>
                <a:lnTo>
                  <a:pt x="22711" y="8236"/>
                </a:lnTo>
                <a:lnTo>
                  <a:pt x="32054" y="2145"/>
                </a:lnTo>
                <a:lnTo>
                  <a:pt x="42309" y="0"/>
                </a:lnTo>
                <a:lnTo>
                  <a:pt x="48545" y="795"/>
                </a:lnTo>
                <a:close/>
              </a:path>
            </a:pathLst>
          </a:custGeom>
          <a:ln w="6911">
            <a:solidFill>
              <a:srgbClr val="9F9F9F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67" name="object 1867"/>
          <p:cNvSpPr/>
          <p:nvPr/>
        </p:nvSpPr>
        <p:spPr>
          <a:xfrm>
            <a:off x="4979836" y="5121582"/>
            <a:ext cx="57409" cy="107556"/>
          </a:xfrm>
          <a:custGeom>
            <a:avLst/>
            <a:gdLst/>
            <a:ahLst/>
            <a:cxnLst/>
            <a:rect l="l" t="t" r="r" b="b"/>
            <a:pathLst>
              <a:path w="57409" h="107556">
                <a:moveTo>
                  <a:pt x="36365" y="1927"/>
                </a:moveTo>
                <a:lnTo>
                  <a:pt x="28703" y="0"/>
                </a:lnTo>
                <a:lnTo>
                  <a:pt x="19237" y="2978"/>
                </a:lnTo>
                <a:lnTo>
                  <a:pt x="11121" y="11236"/>
                </a:lnTo>
                <a:lnTo>
                  <a:pt x="4876" y="23756"/>
                </a:lnTo>
                <a:lnTo>
                  <a:pt x="1018" y="39518"/>
                </a:lnTo>
                <a:lnTo>
                  <a:pt x="0" y="53777"/>
                </a:lnTo>
                <a:lnTo>
                  <a:pt x="424" y="58531"/>
                </a:lnTo>
                <a:lnTo>
                  <a:pt x="1574" y="71401"/>
                </a:lnTo>
                <a:lnTo>
                  <a:pt x="3583" y="78377"/>
                </a:lnTo>
                <a:lnTo>
                  <a:pt x="5951" y="86597"/>
                </a:lnTo>
                <a:lnTo>
                  <a:pt x="9889" y="93542"/>
                </a:lnTo>
                <a:lnTo>
                  <a:pt x="12612" y="98345"/>
                </a:lnTo>
                <a:lnTo>
                  <a:pt x="21039" y="105628"/>
                </a:lnTo>
                <a:lnTo>
                  <a:pt x="28703" y="107556"/>
                </a:lnTo>
                <a:lnTo>
                  <a:pt x="38167" y="104578"/>
                </a:lnTo>
                <a:lnTo>
                  <a:pt x="46282" y="96320"/>
                </a:lnTo>
                <a:lnTo>
                  <a:pt x="52530" y="83802"/>
                </a:lnTo>
                <a:lnTo>
                  <a:pt x="56389" y="68040"/>
                </a:lnTo>
                <a:lnTo>
                  <a:pt x="57409" y="53777"/>
                </a:lnTo>
                <a:lnTo>
                  <a:pt x="55834" y="36153"/>
                </a:lnTo>
                <a:lnTo>
                  <a:pt x="51455" y="20958"/>
                </a:lnTo>
                <a:lnTo>
                  <a:pt x="44792" y="9210"/>
                </a:lnTo>
                <a:lnTo>
                  <a:pt x="36365" y="192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68" name="object 1868"/>
          <p:cNvSpPr/>
          <p:nvPr/>
        </p:nvSpPr>
        <p:spPr>
          <a:xfrm>
            <a:off x="4979836" y="5121582"/>
            <a:ext cx="57409" cy="107556"/>
          </a:xfrm>
          <a:custGeom>
            <a:avLst/>
            <a:gdLst/>
            <a:ahLst/>
            <a:cxnLst/>
            <a:rect l="l" t="t" r="r" b="b"/>
            <a:pathLst>
              <a:path w="57409" h="107556">
                <a:moveTo>
                  <a:pt x="36365" y="1927"/>
                </a:moveTo>
                <a:lnTo>
                  <a:pt x="44792" y="9210"/>
                </a:lnTo>
                <a:lnTo>
                  <a:pt x="51455" y="20958"/>
                </a:lnTo>
                <a:lnTo>
                  <a:pt x="55834" y="36153"/>
                </a:lnTo>
                <a:lnTo>
                  <a:pt x="57409" y="53777"/>
                </a:lnTo>
                <a:lnTo>
                  <a:pt x="56389" y="68040"/>
                </a:lnTo>
                <a:lnTo>
                  <a:pt x="52530" y="83802"/>
                </a:lnTo>
                <a:lnTo>
                  <a:pt x="46282" y="96320"/>
                </a:lnTo>
                <a:lnTo>
                  <a:pt x="38167" y="104578"/>
                </a:lnTo>
                <a:lnTo>
                  <a:pt x="28703" y="107556"/>
                </a:lnTo>
                <a:lnTo>
                  <a:pt x="21039" y="105628"/>
                </a:lnTo>
                <a:lnTo>
                  <a:pt x="12612" y="98345"/>
                </a:lnTo>
                <a:lnTo>
                  <a:pt x="9889" y="93542"/>
                </a:lnTo>
                <a:lnTo>
                  <a:pt x="5951" y="86597"/>
                </a:lnTo>
                <a:lnTo>
                  <a:pt x="3583" y="78377"/>
                </a:lnTo>
                <a:lnTo>
                  <a:pt x="1574" y="71401"/>
                </a:lnTo>
                <a:lnTo>
                  <a:pt x="424" y="58531"/>
                </a:lnTo>
                <a:lnTo>
                  <a:pt x="0" y="53777"/>
                </a:lnTo>
                <a:lnTo>
                  <a:pt x="1018" y="39518"/>
                </a:lnTo>
                <a:lnTo>
                  <a:pt x="4876" y="23756"/>
                </a:lnTo>
                <a:lnTo>
                  <a:pt x="11121" y="11236"/>
                </a:lnTo>
                <a:lnTo>
                  <a:pt x="19237" y="2978"/>
                </a:lnTo>
                <a:lnTo>
                  <a:pt x="28703" y="0"/>
                </a:lnTo>
                <a:lnTo>
                  <a:pt x="36365" y="1927"/>
                </a:lnTo>
                <a:close/>
              </a:path>
            </a:pathLst>
          </a:custGeom>
          <a:ln w="3449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69" name="object 1869"/>
          <p:cNvSpPr/>
          <p:nvPr/>
        </p:nvSpPr>
        <p:spPr>
          <a:xfrm>
            <a:off x="4998973" y="5162705"/>
            <a:ext cx="16794" cy="31634"/>
          </a:xfrm>
          <a:custGeom>
            <a:avLst/>
            <a:gdLst/>
            <a:ahLst/>
            <a:cxnLst/>
            <a:rect l="l" t="t" r="r" b="b"/>
            <a:pathLst>
              <a:path w="16794" h="31634">
                <a:moveTo>
                  <a:pt x="0" y="15817"/>
                </a:moveTo>
                <a:lnTo>
                  <a:pt x="0" y="24632"/>
                </a:lnTo>
                <a:lnTo>
                  <a:pt x="3828" y="31634"/>
                </a:lnTo>
                <a:lnTo>
                  <a:pt x="13180" y="31634"/>
                </a:lnTo>
                <a:lnTo>
                  <a:pt x="16794" y="24632"/>
                </a:lnTo>
                <a:lnTo>
                  <a:pt x="16794" y="7009"/>
                </a:lnTo>
                <a:lnTo>
                  <a:pt x="13180" y="0"/>
                </a:lnTo>
                <a:lnTo>
                  <a:pt x="3828" y="0"/>
                </a:lnTo>
                <a:lnTo>
                  <a:pt x="0" y="7009"/>
                </a:lnTo>
                <a:lnTo>
                  <a:pt x="0" y="15817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70" name="object 1870"/>
          <p:cNvSpPr/>
          <p:nvPr/>
        </p:nvSpPr>
        <p:spPr>
          <a:xfrm>
            <a:off x="5002375" y="5162480"/>
            <a:ext cx="15730" cy="31406"/>
          </a:xfrm>
          <a:custGeom>
            <a:avLst/>
            <a:gdLst/>
            <a:ahLst/>
            <a:cxnLst/>
            <a:rect l="l" t="t" r="r" b="b"/>
            <a:pathLst>
              <a:path w="15730" h="31406">
                <a:moveTo>
                  <a:pt x="0" y="15591"/>
                </a:moveTo>
                <a:lnTo>
                  <a:pt x="0" y="24406"/>
                </a:lnTo>
                <a:lnTo>
                  <a:pt x="3614" y="31406"/>
                </a:lnTo>
                <a:lnTo>
                  <a:pt x="12116" y="31406"/>
                </a:lnTo>
                <a:lnTo>
                  <a:pt x="15730" y="24406"/>
                </a:lnTo>
                <a:lnTo>
                  <a:pt x="15730" y="7009"/>
                </a:lnTo>
                <a:lnTo>
                  <a:pt x="12116" y="0"/>
                </a:lnTo>
                <a:lnTo>
                  <a:pt x="3614" y="0"/>
                </a:lnTo>
                <a:lnTo>
                  <a:pt x="0" y="7009"/>
                </a:lnTo>
                <a:lnTo>
                  <a:pt x="0" y="15591"/>
                </a:lnTo>
                <a:close/>
              </a:path>
            </a:pathLst>
          </a:custGeom>
          <a:solidFill>
            <a:srgbClr val="DFDFD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71" name="object 1871"/>
          <p:cNvSpPr/>
          <p:nvPr/>
        </p:nvSpPr>
        <p:spPr>
          <a:xfrm>
            <a:off x="5534767" y="4994367"/>
            <a:ext cx="86750" cy="86315"/>
          </a:xfrm>
          <a:custGeom>
            <a:avLst/>
            <a:gdLst/>
            <a:ahLst/>
            <a:cxnLst/>
            <a:rect l="l" t="t" r="r" b="b"/>
            <a:pathLst>
              <a:path w="86750" h="86315">
                <a:moveTo>
                  <a:pt x="0" y="10840"/>
                </a:moveTo>
                <a:lnTo>
                  <a:pt x="19770" y="71855"/>
                </a:lnTo>
                <a:lnTo>
                  <a:pt x="83979" y="86315"/>
                </a:lnTo>
                <a:lnTo>
                  <a:pt x="86324" y="77274"/>
                </a:lnTo>
                <a:lnTo>
                  <a:pt x="86750" y="57168"/>
                </a:lnTo>
                <a:lnTo>
                  <a:pt x="85255" y="45189"/>
                </a:lnTo>
                <a:lnTo>
                  <a:pt x="82067" y="28471"/>
                </a:lnTo>
                <a:lnTo>
                  <a:pt x="72289" y="13332"/>
                </a:lnTo>
                <a:lnTo>
                  <a:pt x="61447" y="3839"/>
                </a:lnTo>
                <a:lnTo>
                  <a:pt x="44221" y="0"/>
                </a:lnTo>
                <a:lnTo>
                  <a:pt x="25515" y="0"/>
                </a:lnTo>
                <a:lnTo>
                  <a:pt x="10204" y="4292"/>
                </a:lnTo>
                <a:lnTo>
                  <a:pt x="0" y="1084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72" name="object 1872"/>
          <p:cNvSpPr/>
          <p:nvPr/>
        </p:nvSpPr>
        <p:spPr>
          <a:xfrm>
            <a:off x="5476508" y="4999110"/>
            <a:ext cx="91002" cy="171734"/>
          </a:xfrm>
          <a:custGeom>
            <a:avLst/>
            <a:gdLst/>
            <a:ahLst/>
            <a:cxnLst/>
            <a:rect l="l" t="t" r="r" b="b"/>
            <a:pathLst>
              <a:path w="91002" h="171734">
                <a:moveTo>
                  <a:pt x="84412" y="1129"/>
                </a:moveTo>
                <a:lnTo>
                  <a:pt x="77179" y="0"/>
                </a:lnTo>
                <a:lnTo>
                  <a:pt x="70163" y="0"/>
                </a:lnTo>
                <a:lnTo>
                  <a:pt x="57131" y="1467"/>
                </a:lnTo>
                <a:lnTo>
                  <a:pt x="44914" y="5693"/>
                </a:lnTo>
                <a:lnTo>
                  <a:pt x="33725" y="12414"/>
                </a:lnTo>
                <a:lnTo>
                  <a:pt x="23776" y="21363"/>
                </a:lnTo>
                <a:lnTo>
                  <a:pt x="15281" y="32276"/>
                </a:lnTo>
                <a:lnTo>
                  <a:pt x="8452" y="44888"/>
                </a:lnTo>
                <a:lnTo>
                  <a:pt x="3502" y="58935"/>
                </a:lnTo>
                <a:lnTo>
                  <a:pt x="643" y="74151"/>
                </a:lnTo>
                <a:lnTo>
                  <a:pt x="0" y="85864"/>
                </a:lnTo>
                <a:lnTo>
                  <a:pt x="1194" y="101708"/>
                </a:lnTo>
                <a:lnTo>
                  <a:pt x="4636" y="116605"/>
                </a:lnTo>
                <a:lnTo>
                  <a:pt x="10111" y="130285"/>
                </a:lnTo>
                <a:lnTo>
                  <a:pt x="17409" y="142476"/>
                </a:lnTo>
                <a:lnTo>
                  <a:pt x="26315" y="152908"/>
                </a:lnTo>
                <a:lnTo>
                  <a:pt x="36618" y="161309"/>
                </a:lnTo>
                <a:lnTo>
                  <a:pt x="48103" y="167410"/>
                </a:lnTo>
                <a:lnTo>
                  <a:pt x="60560" y="170938"/>
                </a:lnTo>
                <a:lnTo>
                  <a:pt x="70163" y="171734"/>
                </a:lnTo>
                <a:lnTo>
                  <a:pt x="71013" y="171506"/>
                </a:lnTo>
                <a:lnTo>
                  <a:pt x="72501" y="171506"/>
                </a:lnTo>
                <a:lnTo>
                  <a:pt x="70163" y="85864"/>
                </a:lnTo>
                <a:lnTo>
                  <a:pt x="91002" y="3839"/>
                </a:lnTo>
                <a:lnTo>
                  <a:pt x="84412" y="1129"/>
                </a:lnTo>
                <a:close/>
              </a:path>
            </a:pathLst>
          </a:custGeom>
          <a:solidFill>
            <a:srgbClr val="1F1F1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73" name="object 1873"/>
          <p:cNvSpPr/>
          <p:nvPr/>
        </p:nvSpPr>
        <p:spPr>
          <a:xfrm>
            <a:off x="5501173" y="5001819"/>
            <a:ext cx="111197" cy="169024"/>
          </a:xfrm>
          <a:custGeom>
            <a:avLst/>
            <a:gdLst/>
            <a:ahLst/>
            <a:cxnLst/>
            <a:rect l="l" t="t" r="r" b="b"/>
            <a:pathLst>
              <a:path w="111197" h="169024">
                <a:moveTo>
                  <a:pt x="0" y="84509"/>
                </a:moveTo>
                <a:lnTo>
                  <a:pt x="1139" y="101652"/>
                </a:lnTo>
                <a:lnTo>
                  <a:pt x="4406" y="117597"/>
                </a:lnTo>
                <a:lnTo>
                  <a:pt x="9573" y="132004"/>
                </a:lnTo>
                <a:lnTo>
                  <a:pt x="16413" y="144532"/>
                </a:lnTo>
                <a:lnTo>
                  <a:pt x="24697" y="154839"/>
                </a:lnTo>
                <a:lnTo>
                  <a:pt x="34199" y="162583"/>
                </a:lnTo>
                <a:lnTo>
                  <a:pt x="44690" y="167425"/>
                </a:lnTo>
                <a:lnTo>
                  <a:pt x="55495" y="169024"/>
                </a:lnTo>
                <a:lnTo>
                  <a:pt x="66779" y="167299"/>
                </a:lnTo>
                <a:lnTo>
                  <a:pt x="77277" y="162349"/>
                </a:lnTo>
                <a:lnTo>
                  <a:pt x="86765" y="154515"/>
                </a:lnTo>
                <a:lnTo>
                  <a:pt x="95018" y="144136"/>
                </a:lnTo>
                <a:lnTo>
                  <a:pt x="101812" y="131554"/>
                </a:lnTo>
                <a:lnTo>
                  <a:pt x="106923" y="117107"/>
                </a:lnTo>
                <a:lnTo>
                  <a:pt x="110125" y="101137"/>
                </a:lnTo>
                <a:lnTo>
                  <a:pt x="111197" y="84509"/>
                </a:lnTo>
                <a:lnTo>
                  <a:pt x="110059" y="67387"/>
                </a:lnTo>
                <a:lnTo>
                  <a:pt x="106796" y="51457"/>
                </a:lnTo>
                <a:lnTo>
                  <a:pt x="101631" y="37062"/>
                </a:lnTo>
                <a:lnTo>
                  <a:pt x="94790" y="24541"/>
                </a:lnTo>
                <a:lnTo>
                  <a:pt x="86496" y="14234"/>
                </a:lnTo>
                <a:lnTo>
                  <a:pt x="76974" y="6482"/>
                </a:lnTo>
                <a:lnTo>
                  <a:pt x="66448" y="1624"/>
                </a:lnTo>
                <a:lnTo>
                  <a:pt x="55494" y="0"/>
                </a:lnTo>
                <a:lnTo>
                  <a:pt x="44266" y="1729"/>
                </a:lnTo>
                <a:lnTo>
                  <a:pt x="33809" y="6690"/>
                </a:lnTo>
                <a:lnTo>
                  <a:pt x="24350" y="14541"/>
                </a:lnTo>
                <a:lnTo>
                  <a:pt x="16117" y="24941"/>
                </a:lnTo>
                <a:lnTo>
                  <a:pt x="9338" y="37548"/>
                </a:lnTo>
                <a:lnTo>
                  <a:pt x="4241" y="52022"/>
                </a:lnTo>
                <a:lnTo>
                  <a:pt x="1053" y="68020"/>
                </a:lnTo>
                <a:lnTo>
                  <a:pt x="0" y="84509"/>
                </a:lnTo>
                <a:close/>
              </a:path>
            </a:pathLst>
          </a:custGeom>
          <a:solidFill>
            <a:srgbClr val="5F5F5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74" name="object 1874"/>
          <p:cNvSpPr/>
          <p:nvPr/>
        </p:nvSpPr>
        <p:spPr>
          <a:xfrm>
            <a:off x="5508613" y="5009054"/>
            <a:ext cx="97804" cy="155458"/>
          </a:xfrm>
          <a:custGeom>
            <a:avLst/>
            <a:gdLst/>
            <a:ahLst/>
            <a:cxnLst/>
            <a:rect l="l" t="t" r="r" b="b"/>
            <a:pathLst>
              <a:path w="97804" h="155458">
                <a:moveTo>
                  <a:pt x="0" y="77725"/>
                </a:moveTo>
                <a:lnTo>
                  <a:pt x="1212" y="95001"/>
                </a:lnTo>
                <a:lnTo>
                  <a:pt x="4670" y="110920"/>
                </a:lnTo>
                <a:lnTo>
                  <a:pt x="10108" y="125058"/>
                </a:lnTo>
                <a:lnTo>
                  <a:pt x="17260" y="136994"/>
                </a:lnTo>
                <a:lnTo>
                  <a:pt x="25858" y="146303"/>
                </a:lnTo>
                <a:lnTo>
                  <a:pt x="35637" y="152564"/>
                </a:lnTo>
                <a:lnTo>
                  <a:pt x="46329" y="155353"/>
                </a:lnTo>
                <a:lnTo>
                  <a:pt x="48904" y="155458"/>
                </a:lnTo>
                <a:lnTo>
                  <a:pt x="59769" y="153533"/>
                </a:lnTo>
                <a:lnTo>
                  <a:pt x="69781" y="148037"/>
                </a:lnTo>
                <a:lnTo>
                  <a:pt x="78676" y="139395"/>
                </a:lnTo>
                <a:lnTo>
                  <a:pt x="86185" y="128029"/>
                </a:lnTo>
                <a:lnTo>
                  <a:pt x="92043" y="114362"/>
                </a:lnTo>
                <a:lnTo>
                  <a:pt x="95983" y="98817"/>
                </a:lnTo>
                <a:lnTo>
                  <a:pt x="97738" y="81816"/>
                </a:lnTo>
                <a:lnTo>
                  <a:pt x="97804" y="77725"/>
                </a:lnTo>
                <a:lnTo>
                  <a:pt x="96592" y="60450"/>
                </a:lnTo>
                <a:lnTo>
                  <a:pt x="93133" y="44532"/>
                </a:lnTo>
                <a:lnTo>
                  <a:pt x="87694" y="30394"/>
                </a:lnTo>
                <a:lnTo>
                  <a:pt x="80542" y="18460"/>
                </a:lnTo>
                <a:lnTo>
                  <a:pt x="71942" y="9151"/>
                </a:lnTo>
                <a:lnTo>
                  <a:pt x="62164" y="2892"/>
                </a:lnTo>
                <a:lnTo>
                  <a:pt x="51471" y="105"/>
                </a:lnTo>
                <a:lnTo>
                  <a:pt x="48904" y="0"/>
                </a:lnTo>
                <a:lnTo>
                  <a:pt x="38038" y="1925"/>
                </a:lnTo>
                <a:lnTo>
                  <a:pt x="28024" y="7421"/>
                </a:lnTo>
                <a:lnTo>
                  <a:pt x="19128" y="16064"/>
                </a:lnTo>
                <a:lnTo>
                  <a:pt x="11618" y="27430"/>
                </a:lnTo>
                <a:lnTo>
                  <a:pt x="5760" y="41097"/>
                </a:lnTo>
                <a:lnTo>
                  <a:pt x="1820" y="56641"/>
                </a:lnTo>
                <a:lnTo>
                  <a:pt x="66" y="73640"/>
                </a:lnTo>
                <a:lnTo>
                  <a:pt x="0" y="77725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75" name="object 1875"/>
          <p:cNvSpPr/>
          <p:nvPr/>
        </p:nvSpPr>
        <p:spPr>
          <a:xfrm>
            <a:off x="5528177" y="5033228"/>
            <a:ext cx="63573" cy="108919"/>
          </a:xfrm>
          <a:custGeom>
            <a:avLst/>
            <a:gdLst/>
            <a:ahLst/>
            <a:cxnLst/>
            <a:rect l="l" t="t" r="r" b="b"/>
            <a:pathLst>
              <a:path w="63573" h="108919">
                <a:moveTo>
                  <a:pt x="41537" y="2647"/>
                </a:moveTo>
                <a:lnTo>
                  <a:pt x="31679" y="0"/>
                </a:lnTo>
                <a:lnTo>
                  <a:pt x="21614" y="2821"/>
                </a:lnTo>
                <a:lnTo>
                  <a:pt x="18826" y="5324"/>
                </a:lnTo>
                <a:lnTo>
                  <a:pt x="12871" y="10670"/>
                </a:lnTo>
                <a:lnTo>
                  <a:pt x="9572" y="16405"/>
                </a:lnTo>
                <a:lnTo>
                  <a:pt x="5993" y="22626"/>
                </a:lnTo>
                <a:lnTo>
                  <a:pt x="1522" y="37766"/>
                </a:lnTo>
                <a:lnTo>
                  <a:pt x="0" y="54460"/>
                </a:lnTo>
                <a:lnTo>
                  <a:pt x="1645" y="71792"/>
                </a:lnTo>
                <a:lnTo>
                  <a:pt x="3862" y="79077"/>
                </a:lnTo>
                <a:lnTo>
                  <a:pt x="6220" y="86825"/>
                </a:lnTo>
                <a:lnTo>
                  <a:pt x="13182" y="98638"/>
                </a:lnTo>
                <a:lnTo>
                  <a:pt x="21755" y="106107"/>
                </a:lnTo>
                <a:lnTo>
                  <a:pt x="21987" y="106308"/>
                </a:lnTo>
                <a:lnTo>
                  <a:pt x="31679" y="108919"/>
                </a:lnTo>
                <a:lnTo>
                  <a:pt x="41830" y="106107"/>
                </a:lnTo>
                <a:lnTo>
                  <a:pt x="50626" y="98282"/>
                </a:lnTo>
                <a:lnTo>
                  <a:pt x="57535" y="86361"/>
                </a:lnTo>
                <a:lnTo>
                  <a:pt x="62027" y="71263"/>
                </a:lnTo>
                <a:lnTo>
                  <a:pt x="63573" y="54460"/>
                </a:lnTo>
                <a:lnTo>
                  <a:pt x="61930" y="37155"/>
                </a:lnTo>
                <a:lnTo>
                  <a:pt x="57504" y="22626"/>
                </a:lnTo>
                <a:lnTo>
                  <a:pt x="55663" y="19272"/>
                </a:lnTo>
                <a:lnTo>
                  <a:pt x="50382" y="10332"/>
                </a:lnTo>
                <a:lnTo>
                  <a:pt x="41537" y="2647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76" name="object 1876"/>
          <p:cNvSpPr/>
          <p:nvPr/>
        </p:nvSpPr>
        <p:spPr>
          <a:xfrm>
            <a:off x="5528177" y="5033228"/>
            <a:ext cx="63573" cy="108919"/>
          </a:xfrm>
          <a:custGeom>
            <a:avLst/>
            <a:gdLst/>
            <a:ahLst/>
            <a:cxnLst/>
            <a:rect l="l" t="t" r="r" b="b"/>
            <a:pathLst>
              <a:path w="63573" h="108919">
                <a:moveTo>
                  <a:pt x="41537" y="2647"/>
                </a:moveTo>
                <a:lnTo>
                  <a:pt x="50382" y="10332"/>
                </a:lnTo>
                <a:lnTo>
                  <a:pt x="55663" y="19272"/>
                </a:lnTo>
                <a:lnTo>
                  <a:pt x="57356" y="22140"/>
                </a:lnTo>
                <a:lnTo>
                  <a:pt x="61930" y="37155"/>
                </a:lnTo>
                <a:lnTo>
                  <a:pt x="63573" y="54460"/>
                </a:lnTo>
                <a:lnTo>
                  <a:pt x="62027" y="71263"/>
                </a:lnTo>
                <a:lnTo>
                  <a:pt x="57535" y="86361"/>
                </a:lnTo>
                <a:lnTo>
                  <a:pt x="50626" y="98282"/>
                </a:lnTo>
                <a:lnTo>
                  <a:pt x="41830" y="106107"/>
                </a:lnTo>
                <a:lnTo>
                  <a:pt x="31679" y="108919"/>
                </a:lnTo>
                <a:lnTo>
                  <a:pt x="21987" y="106308"/>
                </a:lnTo>
                <a:lnTo>
                  <a:pt x="21755" y="106107"/>
                </a:lnTo>
                <a:lnTo>
                  <a:pt x="13182" y="98638"/>
                </a:lnTo>
                <a:lnTo>
                  <a:pt x="7908" y="89689"/>
                </a:lnTo>
                <a:lnTo>
                  <a:pt x="6220" y="86825"/>
                </a:lnTo>
                <a:lnTo>
                  <a:pt x="3862" y="79077"/>
                </a:lnTo>
                <a:lnTo>
                  <a:pt x="1645" y="71792"/>
                </a:lnTo>
                <a:lnTo>
                  <a:pt x="0" y="54460"/>
                </a:lnTo>
                <a:lnTo>
                  <a:pt x="1522" y="37766"/>
                </a:lnTo>
                <a:lnTo>
                  <a:pt x="5993" y="22626"/>
                </a:lnTo>
                <a:lnTo>
                  <a:pt x="9572" y="16405"/>
                </a:lnTo>
                <a:lnTo>
                  <a:pt x="12871" y="10670"/>
                </a:lnTo>
                <a:lnTo>
                  <a:pt x="18826" y="5324"/>
                </a:lnTo>
                <a:lnTo>
                  <a:pt x="21614" y="2821"/>
                </a:lnTo>
                <a:lnTo>
                  <a:pt x="31679" y="0"/>
                </a:lnTo>
                <a:lnTo>
                  <a:pt x="41537" y="2647"/>
                </a:lnTo>
                <a:close/>
              </a:path>
            </a:pathLst>
          </a:custGeom>
          <a:ln w="6912">
            <a:solidFill>
              <a:srgbClr val="9F9F9F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77" name="object 1877"/>
          <p:cNvSpPr/>
          <p:nvPr/>
        </p:nvSpPr>
        <p:spPr>
          <a:xfrm>
            <a:off x="5533917" y="5043398"/>
            <a:ext cx="42733" cy="81344"/>
          </a:xfrm>
          <a:custGeom>
            <a:avLst/>
            <a:gdLst/>
            <a:ahLst/>
            <a:cxnLst/>
            <a:rect l="l" t="t" r="r" b="b"/>
            <a:pathLst>
              <a:path w="42733" h="81344">
                <a:moveTo>
                  <a:pt x="27147" y="1544"/>
                </a:moveTo>
                <a:lnTo>
                  <a:pt x="21263" y="0"/>
                </a:lnTo>
                <a:lnTo>
                  <a:pt x="12199" y="3903"/>
                </a:lnTo>
                <a:lnTo>
                  <a:pt x="5060" y="14406"/>
                </a:lnTo>
                <a:lnTo>
                  <a:pt x="791" y="29697"/>
                </a:lnTo>
                <a:lnTo>
                  <a:pt x="0" y="40672"/>
                </a:lnTo>
                <a:lnTo>
                  <a:pt x="2040" y="58008"/>
                </a:lnTo>
                <a:lnTo>
                  <a:pt x="5653" y="66996"/>
                </a:lnTo>
                <a:lnTo>
                  <a:pt x="7529" y="71663"/>
                </a:lnTo>
                <a:lnTo>
                  <a:pt x="15524" y="79830"/>
                </a:lnTo>
                <a:lnTo>
                  <a:pt x="21263" y="81344"/>
                </a:lnTo>
                <a:lnTo>
                  <a:pt x="30437" y="77457"/>
                </a:lnTo>
                <a:lnTo>
                  <a:pt x="37629" y="66996"/>
                </a:lnTo>
                <a:lnTo>
                  <a:pt x="41925" y="51757"/>
                </a:lnTo>
                <a:lnTo>
                  <a:pt x="42248" y="47323"/>
                </a:lnTo>
                <a:lnTo>
                  <a:pt x="42733" y="40672"/>
                </a:lnTo>
                <a:lnTo>
                  <a:pt x="40697" y="23372"/>
                </a:lnTo>
                <a:lnTo>
                  <a:pt x="35197" y="9730"/>
                </a:lnTo>
                <a:lnTo>
                  <a:pt x="31377" y="5845"/>
                </a:lnTo>
                <a:lnTo>
                  <a:pt x="27147" y="154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78" name="object 1878"/>
          <p:cNvSpPr/>
          <p:nvPr/>
        </p:nvSpPr>
        <p:spPr>
          <a:xfrm>
            <a:off x="5533917" y="5043398"/>
            <a:ext cx="42733" cy="81344"/>
          </a:xfrm>
          <a:custGeom>
            <a:avLst/>
            <a:gdLst/>
            <a:ahLst/>
            <a:cxnLst/>
            <a:rect l="l" t="t" r="r" b="b"/>
            <a:pathLst>
              <a:path w="42733" h="81344">
                <a:moveTo>
                  <a:pt x="27147" y="1544"/>
                </a:moveTo>
                <a:lnTo>
                  <a:pt x="31377" y="5845"/>
                </a:lnTo>
                <a:lnTo>
                  <a:pt x="35197" y="9730"/>
                </a:lnTo>
                <a:lnTo>
                  <a:pt x="40697" y="23372"/>
                </a:lnTo>
                <a:lnTo>
                  <a:pt x="42733" y="40672"/>
                </a:lnTo>
                <a:lnTo>
                  <a:pt x="42248" y="47323"/>
                </a:lnTo>
                <a:lnTo>
                  <a:pt x="41925" y="51757"/>
                </a:lnTo>
                <a:lnTo>
                  <a:pt x="37629" y="66996"/>
                </a:lnTo>
                <a:lnTo>
                  <a:pt x="30437" y="77457"/>
                </a:lnTo>
                <a:lnTo>
                  <a:pt x="21263" y="81344"/>
                </a:lnTo>
                <a:lnTo>
                  <a:pt x="15524" y="79830"/>
                </a:lnTo>
                <a:lnTo>
                  <a:pt x="7529" y="71663"/>
                </a:lnTo>
                <a:lnTo>
                  <a:pt x="5653" y="66996"/>
                </a:lnTo>
                <a:lnTo>
                  <a:pt x="2040" y="58008"/>
                </a:lnTo>
                <a:lnTo>
                  <a:pt x="0" y="40672"/>
                </a:lnTo>
                <a:lnTo>
                  <a:pt x="791" y="29697"/>
                </a:lnTo>
                <a:lnTo>
                  <a:pt x="5060" y="14406"/>
                </a:lnTo>
                <a:lnTo>
                  <a:pt x="12199" y="3903"/>
                </a:lnTo>
                <a:lnTo>
                  <a:pt x="21263" y="0"/>
                </a:lnTo>
                <a:lnTo>
                  <a:pt x="27147" y="1544"/>
                </a:lnTo>
                <a:close/>
              </a:path>
            </a:pathLst>
          </a:custGeom>
          <a:ln w="3448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79" name="object 1879"/>
          <p:cNvSpPr/>
          <p:nvPr/>
        </p:nvSpPr>
        <p:spPr>
          <a:xfrm>
            <a:off x="5548371" y="5075035"/>
            <a:ext cx="11911" cy="23495"/>
          </a:xfrm>
          <a:custGeom>
            <a:avLst/>
            <a:gdLst/>
            <a:ahLst/>
            <a:cxnLst/>
            <a:rect l="l" t="t" r="r" b="b"/>
            <a:pathLst>
              <a:path w="11911" h="23495">
                <a:moveTo>
                  <a:pt x="0" y="11745"/>
                </a:moveTo>
                <a:lnTo>
                  <a:pt x="0" y="18301"/>
                </a:lnTo>
                <a:lnTo>
                  <a:pt x="2764" y="23495"/>
                </a:lnTo>
                <a:lnTo>
                  <a:pt x="9147" y="23495"/>
                </a:lnTo>
                <a:lnTo>
                  <a:pt x="11911" y="18301"/>
                </a:lnTo>
                <a:lnTo>
                  <a:pt x="11911" y="5196"/>
                </a:lnTo>
                <a:lnTo>
                  <a:pt x="9147" y="0"/>
                </a:lnTo>
                <a:lnTo>
                  <a:pt x="2764" y="0"/>
                </a:lnTo>
                <a:lnTo>
                  <a:pt x="0" y="5196"/>
                </a:lnTo>
                <a:lnTo>
                  <a:pt x="0" y="11745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80" name="object 1880"/>
          <p:cNvSpPr/>
          <p:nvPr/>
        </p:nvSpPr>
        <p:spPr>
          <a:xfrm>
            <a:off x="5550711" y="5074584"/>
            <a:ext cx="11697" cy="23495"/>
          </a:xfrm>
          <a:custGeom>
            <a:avLst/>
            <a:gdLst/>
            <a:ahLst/>
            <a:cxnLst/>
            <a:rect l="l" t="t" r="r" b="b"/>
            <a:pathLst>
              <a:path w="11697" h="23495">
                <a:moveTo>
                  <a:pt x="0" y="11745"/>
                </a:moveTo>
                <a:lnTo>
                  <a:pt x="0" y="18301"/>
                </a:lnTo>
                <a:lnTo>
                  <a:pt x="2549" y="23495"/>
                </a:lnTo>
                <a:lnTo>
                  <a:pt x="8932" y="23495"/>
                </a:lnTo>
                <a:lnTo>
                  <a:pt x="11697" y="18301"/>
                </a:lnTo>
                <a:lnTo>
                  <a:pt x="11697" y="5193"/>
                </a:lnTo>
                <a:lnTo>
                  <a:pt x="8932" y="0"/>
                </a:lnTo>
                <a:lnTo>
                  <a:pt x="2549" y="0"/>
                </a:lnTo>
                <a:lnTo>
                  <a:pt x="0" y="5193"/>
                </a:lnTo>
                <a:lnTo>
                  <a:pt x="0" y="11745"/>
                </a:lnTo>
                <a:close/>
              </a:path>
            </a:pathLst>
          </a:custGeom>
          <a:solidFill>
            <a:srgbClr val="DFDFD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81" name="object 1881"/>
          <p:cNvSpPr/>
          <p:nvPr/>
        </p:nvSpPr>
        <p:spPr>
          <a:xfrm>
            <a:off x="4885221" y="4815853"/>
            <a:ext cx="132884" cy="113437"/>
          </a:xfrm>
          <a:custGeom>
            <a:avLst/>
            <a:gdLst/>
            <a:ahLst/>
            <a:cxnLst/>
            <a:rect l="l" t="t" r="r" b="b"/>
            <a:pathLst>
              <a:path w="132884" h="113437">
                <a:moveTo>
                  <a:pt x="123956" y="2942"/>
                </a:moveTo>
                <a:lnTo>
                  <a:pt x="0" y="110724"/>
                </a:lnTo>
                <a:lnTo>
                  <a:pt x="5314" y="113437"/>
                </a:lnTo>
                <a:lnTo>
                  <a:pt x="14885" y="113437"/>
                </a:lnTo>
                <a:lnTo>
                  <a:pt x="132884" y="0"/>
                </a:lnTo>
                <a:lnTo>
                  <a:pt x="123956" y="2942"/>
                </a:lnTo>
                <a:close/>
              </a:path>
            </a:pathLst>
          </a:custGeom>
          <a:solidFill>
            <a:srgbClr val="00005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82" name="object 1882"/>
          <p:cNvSpPr/>
          <p:nvPr/>
        </p:nvSpPr>
        <p:spPr>
          <a:xfrm>
            <a:off x="4528874" y="4852233"/>
            <a:ext cx="681862" cy="132189"/>
          </a:xfrm>
          <a:custGeom>
            <a:avLst/>
            <a:gdLst/>
            <a:ahLst/>
            <a:cxnLst/>
            <a:rect l="l" t="t" r="r" b="b"/>
            <a:pathLst>
              <a:path w="681862" h="132189">
                <a:moveTo>
                  <a:pt x="663582" y="75474"/>
                </a:moveTo>
                <a:lnTo>
                  <a:pt x="665920" y="68467"/>
                </a:lnTo>
                <a:lnTo>
                  <a:pt x="681862" y="32543"/>
                </a:lnTo>
                <a:lnTo>
                  <a:pt x="680800" y="0"/>
                </a:lnTo>
                <a:lnTo>
                  <a:pt x="678886" y="5426"/>
                </a:lnTo>
                <a:lnTo>
                  <a:pt x="672084" y="23277"/>
                </a:lnTo>
                <a:lnTo>
                  <a:pt x="663582" y="75474"/>
                </a:lnTo>
                <a:close/>
              </a:path>
              <a:path w="681862" h="132189">
                <a:moveTo>
                  <a:pt x="512620" y="-37734"/>
                </a:moveTo>
                <a:lnTo>
                  <a:pt x="528353" y="-39092"/>
                </a:lnTo>
                <a:lnTo>
                  <a:pt x="545576" y="-40446"/>
                </a:lnTo>
                <a:lnTo>
                  <a:pt x="574920" y="-40446"/>
                </a:lnTo>
                <a:lnTo>
                  <a:pt x="597671" y="-39542"/>
                </a:lnTo>
                <a:lnTo>
                  <a:pt x="619565" y="-38413"/>
                </a:lnTo>
                <a:lnTo>
                  <a:pt x="637852" y="-36379"/>
                </a:lnTo>
                <a:lnTo>
                  <a:pt x="654223" y="-33665"/>
                </a:lnTo>
                <a:lnTo>
                  <a:pt x="671234" y="-29598"/>
                </a:lnTo>
                <a:lnTo>
                  <a:pt x="678462" y="-26437"/>
                </a:lnTo>
                <a:lnTo>
                  <a:pt x="683564" y="-21010"/>
                </a:lnTo>
                <a:lnTo>
                  <a:pt x="684414" y="-16943"/>
                </a:lnTo>
                <a:lnTo>
                  <a:pt x="684203" y="-12200"/>
                </a:lnTo>
                <a:lnTo>
                  <a:pt x="683138" y="-6999"/>
                </a:lnTo>
                <a:lnTo>
                  <a:pt x="680800" y="0"/>
                </a:lnTo>
                <a:lnTo>
                  <a:pt x="681862" y="32543"/>
                </a:lnTo>
                <a:lnTo>
                  <a:pt x="698238" y="-2709"/>
                </a:lnTo>
                <a:lnTo>
                  <a:pt x="702064" y="-9942"/>
                </a:lnTo>
                <a:lnTo>
                  <a:pt x="704190" y="-12654"/>
                </a:lnTo>
                <a:lnTo>
                  <a:pt x="706528" y="-15589"/>
                </a:lnTo>
                <a:lnTo>
                  <a:pt x="711418" y="-18526"/>
                </a:lnTo>
                <a:lnTo>
                  <a:pt x="718008" y="-21010"/>
                </a:lnTo>
                <a:lnTo>
                  <a:pt x="727574" y="-22824"/>
                </a:lnTo>
                <a:lnTo>
                  <a:pt x="736933" y="-24629"/>
                </a:lnTo>
                <a:lnTo>
                  <a:pt x="749688" y="-25759"/>
                </a:lnTo>
                <a:lnTo>
                  <a:pt x="770101" y="-28243"/>
                </a:lnTo>
                <a:lnTo>
                  <a:pt x="788595" y="-28468"/>
                </a:lnTo>
                <a:lnTo>
                  <a:pt x="808797" y="-29598"/>
                </a:lnTo>
                <a:lnTo>
                  <a:pt x="884274" y="-29598"/>
                </a:lnTo>
                <a:lnTo>
                  <a:pt x="892138" y="-29372"/>
                </a:lnTo>
                <a:lnTo>
                  <a:pt x="898947" y="-28243"/>
                </a:lnTo>
                <a:lnTo>
                  <a:pt x="903837" y="-26663"/>
                </a:lnTo>
                <a:lnTo>
                  <a:pt x="908087" y="-25533"/>
                </a:lnTo>
                <a:lnTo>
                  <a:pt x="913189" y="-22824"/>
                </a:lnTo>
                <a:lnTo>
                  <a:pt x="916592" y="-20557"/>
                </a:lnTo>
                <a:lnTo>
                  <a:pt x="920206" y="-17169"/>
                </a:lnTo>
                <a:lnTo>
                  <a:pt x="940619" y="2712"/>
                </a:lnTo>
                <a:lnTo>
                  <a:pt x="955925" y="22598"/>
                </a:lnTo>
                <a:lnTo>
                  <a:pt x="963159" y="32543"/>
                </a:lnTo>
                <a:lnTo>
                  <a:pt x="967623" y="37965"/>
                </a:lnTo>
                <a:lnTo>
                  <a:pt x="969749" y="41578"/>
                </a:lnTo>
                <a:lnTo>
                  <a:pt x="971875" y="44964"/>
                </a:lnTo>
                <a:lnTo>
                  <a:pt x="972725" y="49262"/>
                </a:lnTo>
                <a:lnTo>
                  <a:pt x="968046" y="64403"/>
                </a:lnTo>
                <a:lnTo>
                  <a:pt x="956561" y="72531"/>
                </a:lnTo>
                <a:lnTo>
                  <a:pt x="675060" y="98744"/>
                </a:lnTo>
                <a:lnTo>
                  <a:pt x="669108" y="98293"/>
                </a:lnTo>
                <a:lnTo>
                  <a:pt x="661663" y="89936"/>
                </a:lnTo>
                <a:lnTo>
                  <a:pt x="661663" y="86999"/>
                </a:lnTo>
                <a:lnTo>
                  <a:pt x="662087" y="81800"/>
                </a:lnTo>
                <a:lnTo>
                  <a:pt x="663582" y="75474"/>
                </a:lnTo>
                <a:lnTo>
                  <a:pt x="672084" y="23277"/>
                </a:lnTo>
                <a:lnTo>
                  <a:pt x="648057" y="75474"/>
                </a:lnTo>
                <a:lnTo>
                  <a:pt x="641681" y="86773"/>
                </a:lnTo>
                <a:lnTo>
                  <a:pt x="637852" y="90387"/>
                </a:lnTo>
                <a:lnTo>
                  <a:pt x="634241" y="93097"/>
                </a:lnTo>
                <a:lnTo>
                  <a:pt x="629558" y="93775"/>
                </a:lnTo>
                <a:lnTo>
                  <a:pt x="609787" y="93775"/>
                </a:lnTo>
                <a:lnTo>
                  <a:pt x="597671" y="91742"/>
                </a:lnTo>
                <a:lnTo>
                  <a:pt x="587036" y="90387"/>
                </a:lnTo>
                <a:lnTo>
                  <a:pt x="573432" y="88354"/>
                </a:lnTo>
                <a:lnTo>
                  <a:pt x="560244" y="86999"/>
                </a:lnTo>
                <a:lnTo>
                  <a:pt x="544302" y="85864"/>
                </a:lnTo>
                <a:lnTo>
                  <a:pt x="524524" y="84056"/>
                </a:lnTo>
                <a:lnTo>
                  <a:pt x="506030" y="81800"/>
                </a:lnTo>
                <a:lnTo>
                  <a:pt x="360173" y="74570"/>
                </a:lnTo>
                <a:lnTo>
                  <a:pt x="479241" y="-32535"/>
                </a:lnTo>
                <a:lnTo>
                  <a:pt x="355070" y="71176"/>
                </a:lnTo>
                <a:lnTo>
                  <a:pt x="350818" y="72531"/>
                </a:lnTo>
                <a:lnTo>
                  <a:pt x="345504" y="74344"/>
                </a:lnTo>
                <a:lnTo>
                  <a:pt x="339128" y="75927"/>
                </a:lnTo>
                <a:lnTo>
                  <a:pt x="327005" y="77282"/>
                </a:lnTo>
                <a:lnTo>
                  <a:pt x="319989" y="78411"/>
                </a:lnTo>
                <a:lnTo>
                  <a:pt x="311487" y="79088"/>
                </a:lnTo>
                <a:lnTo>
                  <a:pt x="303409" y="80442"/>
                </a:lnTo>
                <a:lnTo>
                  <a:pt x="290435" y="82476"/>
                </a:lnTo>
                <a:lnTo>
                  <a:pt x="276193" y="85413"/>
                </a:lnTo>
                <a:lnTo>
                  <a:pt x="243238" y="91291"/>
                </a:lnTo>
                <a:lnTo>
                  <a:pt x="223248" y="95355"/>
                </a:lnTo>
                <a:lnTo>
                  <a:pt x="205604" y="98969"/>
                </a:lnTo>
                <a:lnTo>
                  <a:pt x="182002" y="104171"/>
                </a:lnTo>
                <a:lnTo>
                  <a:pt x="170098" y="106880"/>
                </a:lnTo>
                <a:lnTo>
                  <a:pt x="158187" y="110043"/>
                </a:lnTo>
                <a:lnTo>
                  <a:pt x="143095" y="114115"/>
                </a:lnTo>
                <a:lnTo>
                  <a:pt x="129272" y="118633"/>
                </a:lnTo>
                <a:lnTo>
                  <a:pt x="88026" y="132416"/>
                </a:lnTo>
                <a:lnTo>
                  <a:pt x="74846" y="136481"/>
                </a:lnTo>
                <a:lnTo>
                  <a:pt x="64422" y="140553"/>
                </a:lnTo>
                <a:lnTo>
                  <a:pt x="53582" y="144843"/>
                </a:lnTo>
                <a:lnTo>
                  <a:pt x="43164" y="148684"/>
                </a:lnTo>
                <a:lnTo>
                  <a:pt x="30193" y="153653"/>
                </a:lnTo>
                <a:lnTo>
                  <a:pt x="10847" y="162693"/>
                </a:lnTo>
                <a:lnTo>
                  <a:pt x="6808" y="165178"/>
                </a:lnTo>
                <a:lnTo>
                  <a:pt x="3407" y="167436"/>
                </a:lnTo>
                <a:lnTo>
                  <a:pt x="1488" y="169475"/>
                </a:lnTo>
                <a:lnTo>
                  <a:pt x="212" y="172185"/>
                </a:lnTo>
                <a:lnTo>
                  <a:pt x="0" y="175122"/>
                </a:lnTo>
                <a:lnTo>
                  <a:pt x="0" y="178736"/>
                </a:lnTo>
                <a:lnTo>
                  <a:pt x="4045" y="182129"/>
                </a:lnTo>
                <a:lnTo>
                  <a:pt x="7658" y="184613"/>
                </a:lnTo>
                <a:lnTo>
                  <a:pt x="12334" y="187551"/>
                </a:lnTo>
                <a:lnTo>
                  <a:pt x="18074" y="190261"/>
                </a:lnTo>
                <a:lnTo>
                  <a:pt x="23388" y="192745"/>
                </a:lnTo>
                <a:lnTo>
                  <a:pt x="29341" y="195009"/>
                </a:lnTo>
                <a:lnTo>
                  <a:pt x="36576" y="197268"/>
                </a:lnTo>
                <a:lnTo>
                  <a:pt x="44016" y="199977"/>
                </a:lnTo>
                <a:lnTo>
                  <a:pt x="52306" y="202689"/>
                </a:lnTo>
                <a:lnTo>
                  <a:pt x="57620" y="204948"/>
                </a:lnTo>
                <a:lnTo>
                  <a:pt x="77610" y="210826"/>
                </a:lnTo>
                <a:lnTo>
                  <a:pt x="89938" y="213761"/>
                </a:lnTo>
                <a:lnTo>
                  <a:pt x="103549" y="216698"/>
                </a:lnTo>
                <a:lnTo>
                  <a:pt x="116941" y="219183"/>
                </a:lnTo>
                <a:lnTo>
                  <a:pt x="130971" y="221900"/>
                </a:lnTo>
                <a:lnTo>
                  <a:pt x="144795" y="223931"/>
                </a:lnTo>
                <a:lnTo>
                  <a:pt x="154999" y="225739"/>
                </a:lnTo>
                <a:lnTo>
                  <a:pt x="164777" y="226868"/>
                </a:lnTo>
                <a:lnTo>
                  <a:pt x="176477" y="228223"/>
                </a:lnTo>
                <a:lnTo>
                  <a:pt x="187105" y="229127"/>
                </a:lnTo>
                <a:lnTo>
                  <a:pt x="195183" y="229578"/>
                </a:lnTo>
                <a:lnTo>
                  <a:pt x="204542" y="229803"/>
                </a:lnTo>
                <a:lnTo>
                  <a:pt x="287248" y="231158"/>
                </a:lnTo>
                <a:lnTo>
                  <a:pt x="276405" y="280195"/>
                </a:lnTo>
                <a:lnTo>
                  <a:pt x="273853" y="281778"/>
                </a:lnTo>
                <a:lnTo>
                  <a:pt x="270027" y="282454"/>
                </a:lnTo>
                <a:lnTo>
                  <a:pt x="293200" y="342331"/>
                </a:lnTo>
                <a:lnTo>
                  <a:pt x="298726" y="344595"/>
                </a:lnTo>
                <a:lnTo>
                  <a:pt x="302771" y="344595"/>
                </a:lnTo>
                <a:lnTo>
                  <a:pt x="340617" y="343240"/>
                </a:lnTo>
                <a:lnTo>
                  <a:pt x="348057" y="341653"/>
                </a:lnTo>
                <a:lnTo>
                  <a:pt x="354859" y="340523"/>
                </a:lnTo>
                <a:lnTo>
                  <a:pt x="360173" y="338718"/>
                </a:lnTo>
                <a:lnTo>
                  <a:pt x="365918" y="335780"/>
                </a:lnTo>
                <a:lnTo>
                  <a:pt x="368894" y="333296"/>
                </a:lnTo>
                <a:lnTo>
                  <a:pt x="371446" y="329452"/>
                </a:lnTo>
                <a:lnTo>
                  <a:pt x="374210" y="322224"/>
                </a:lnTo>
                <a:lnTo>
                  <a:pt x="376548" y="313860"/>
                </a:lnTo>
                <a:lnTo>
                  <a:pt x="379098" y="305053"/>
                </a:lnTo>
                <a:lnTo>
                  <a:pt x="383988" y="292398"/>
                </a:lnTo>
                <a:lnTo>
                  <a:pt x="387602" y="284034"/>
                </a:lnTo>
                <a:lnTo>
                  <a:pt x="392066" y="275221"/>
                </a:lnTo>
                <a:lnTo>
                  <a:pt x="395042" y="268219"/>
                </a:lnTo>
                <a:lnTo>
                  <a:pt x="399938" y="259179"/>
                </a:lnTo>
                <a:lnTo>
                  <a:pt x="405463" y="250369"/>
                </a:lnTo>
                <a:lnTo>
                  <a:pt x="410777" y="241103"/>
                </a:lnTo>
                <a:lnTo>
                  <a:pt x="417368" y="233192"/>
                </a:lnTo>
                <a:lnTo>
                  <a:pt x="422046" y="226868"/>
                </a:lnTo>
                <a:lnTo>
                  <a:pt x="427784" y="221216"/>
                </a:lnTo>
                <a:lnTo>
                  <a:pt x="433955" y="216245"/>
                </a:lnTo>
                <a:lnTo>
                  <a:pt x="438845" y="211955"/>
                </a:lnTo>
                <a:lnTo>
                  <a:pt x="445221" y="207205"/>
                </a:lnTo>
                <a:lnTo>
                  <a:pt x="452449" y="203140"/>
                </a:lnTo>
                <a:lnTo>
                  <a:pt x="459677" y="199752"/>
                </a:lnTo>
                <a:lnTo>
                  <a:pt x="469463" y="195913"/>
                </a:lnTo>
                <a:lnTo>
                  <a:pt x="476903" y="194100"/>
                </a:lnTo>
                <a:lnTo>
                  <a:pt x="483917" y="192294"/>
                </a:lnTo>
                <a:lnTo>
                  <a:pt x="491145" y="191390"/>
                </a:lnTo>
                <a:lnTo>
                  <a:pt x="498804" y="191165"/>
                </a:lnTo>
                <a:lnTo>
                  <a:pt x="505818" y="191165"/>
                </a:lnTo>
                <a:lnTo>
                  <a:pt x="512620" y="191841"/>
                </a:lnTo>
                <a:lnTo>
                  <a:pt x="518999" y="193874"/>
                </a:lnTo>
                <a:lnTo>
                  <a:pt x="526015" y="195913"/>
                </a:lnTo>
                <a:lnTo>
                  <a:pt x="531972" y="198397"/>
                </a:lnTo>
                <a:lnTo>
                  <a:pt x="537712" y="201335"/>
                </a:lnTo>
                <a:lnTo>
                  <a:pt x="543238" y="205850"/>
                </a:lnTo>
                <a:lnTo>
                  <a:pt x="547490" y="209922"/>
                </a:lnTo>
                <a:lnTo>
                  <a:pt x="552166" y="215569"/>
                </a:lnTo>
                <a:lnTo>
                  <a:pt x="556206" y="220988"/>
                </a:lnTo>
                <a:lnTo>
                  <a:pt x="559394" y="227773"/>
                </a:lnTo>
                <a:lnTo>
                  <a:pt x="563008" y="233870"/>
                </a:lnTo>
                <a:lnTo>
                  <a:pt x="565777" y="241782"/>
                </a:lnTo>
                <a:lnTo>
                  <a:pt x="567477" y="249239"/>
                </a:lnTo>
                <a:lnTo>
                  <a:pt x="569603" y="257371"/>
                </a:lnTo>
                <a:lnTo>
                  <a:pt x="570879" y="265507"/>
                </a:lnTo>
                <a:lnTo>
                  <a:pt x="572579" y="272509"/>
                </a:lnTo>
                <a:lnTo>
                  <a:pt x="573644" y="279970"/>
                </a:lnTo>
                <a:lnTo>
                  <a:pt x="574282" y="290818"/>
                </a:lnTo>
                <a:lnTo>
                  <a:pt x="574282" y="311150"/>
                </a:lnTo>
                <a:lnTo>
                  <a:pt x="573644" y="317707"/>
                </a:lnTo>
                <a:lnTo>
                  <a:pt x="573006" y="321546"/>
                </a:lnTo>
                <a:lnTo>
                  <a:pt x="947633" y="254210"/>
                </a:lnTo>
                <a:lnTo>
                  <a:pt x="961671" y="253306"/>
                </a:lnTo>
                <a:lnTo>
                  <a:pt x="966985" y="247654"/>
                </a:lnTo>
                <a:lnTo>
                  <a:pt x="971023" y="241103"/>
                </a:lnTo>
                <a:lnTo>
                  <a:pt x="975275" y="235456"/>
                </a:lnTo>
                <a:lnTo>
                  <a:pt x="978039" y="229804"/>
                </a:lnTo>
                <a:lnTo>
                  <a:pt x="981865" y="220763"/>
                </a:lnTo>
                <a:lnTo>
                  <a:pt x="985053" y="212181"/>
                </a:lnTo>
                <a:lnTo>
                  <a:pt x="986967" y="203140"/>
                </a:lnTo>
                <a:lnTo>
                  <a:pt x="989517" y="196138"/>
                </a:lnTo>
                <a:lnTo>
                  <a:pt x="992069" y="191390"/>
                </a:lnTo>
                <a:lnTo>
                  <a:pt x="995050" y="184614"/>
                </a:lnTo>
                <a:lnTo>
                  <a:pt x="998876" y="178736"/>
                </a:lnTo>
                <a:lnTo>
                  <a:pt x="1002704" y="174218"/>
                </a:lnTo>
                <a:lnTo>
                  <a:pt x="1005892" y="170154"/>
                </a:lnTo>
                <a:lnTo>
                  <a:pt x="1009718" y="166082"/>
                </a:lnTo>
                <a:lnTo>
                  <a:pt x="1013544" y="162240"/>
                </a:lnTo>
                <a:lnTo>
                  <a:pt x="1017796" y="159305"/>
                </a:lnTo>
                <a:lnTo>
                  <a:pt x="1022049" y="156142"/>
                </a:lnTo>
                <a:lnTo>
                  <a:pt x="1027156" y="153200"/>
                </a:lnTo>
                <a:lnTo>
                  <a:pt x="1033320" y="151619"/>
                </a:lnTo>
                <a:lnTo>
                  <a:pt x="1039698" y="150265"/>
                </a:lnTo>
                <a:lnTo>
                  <a:pt x="1047350" y="149361"/>
                </a:lnTo>
                <a:lnTo>
                  <a:pt x="1053728" y="149361"/>
                </a:lnTo>
                <a:lnTo>
                  <a:pt x="1059261" y="150265"/>
                </a:lnTo>
                <a:lnTo>
                  <a:pt x="1065851" y="152749"/>
                </a:lnTo>
                <a:lnTo>
                  <a:pt x="1071592" y="158176"/>
                </a:lnTo>
                <a:lnTo>
                  <a:pt x="1076694" y="164727"/>
                </a:lnTo>
                <a:lnTo>
                  <a:pt x="1080732" y="171734"/>
                </a:lnTo>
                <a:lnTo>
                  <a:pt x="1083496" y="179187"/>
                </a:lnTo>
                <a:lnTo>
                  <a:pt x="1084984" y="187323"/>
                </a:lnTo>
                <a:lnTo>
                  <a:pt x="1086472" y="194100"/>
                </a:lnTo>
                <a:lnTo>
                  <a:pt x="1088172" y="201786"/>
                </a:lnTo>
                <a:lnTo>
                  <a:pt x="1088598" y="209922"/>
                </a:lnTo>
                <a:lnTo>
                  <a:pt x="1089448" y="216924"/>
                </a:lnTo>
                <a:lnTo>
                  <a:pt x="1089872" y="228223"/>
                </a:lnTo>
                <a:lnTo>
                  <a:pt x="1095831" y="225514"/>
                </a:lnTo>
                <a:lnTo>
                  <a:pt x="1101995" y="221216"/>
                </a:lnTo>
                <a:lnTo>
                  <a:pt x="1105185" y="218732"/>
                </a:lnTo>
                <a:lnTo>
                  <a:pt x="1108161" y="215569"/>
                </a:lnTo>
                <a:lnTo>
                  <a:pt x="1111987" y="209697"/>
                </a:lnTo>
                <a:lnTo>
                  <a:pt x="1116663" y="199301"/>
                </a:lnTo>
                <a:lnTo>
                  <a:pt x="1138991" y="152749"/>
                </a:lnTo>
                <a:lnTo>
                  <a:pt x="1136653" y="144843"/>
                </a:lnTo>
                <a:lnTo>
                  <a:pt x="1137503" y="137610"/>
                </a:lnTo>
                <a:lnTo>
                  <a:pt x="1138991" y="131963"/>
                </a:lnTo>
                <a:lnTo>
                  <a:pt x="1140691" y="125860"/>
                </a:lnTo>
                <a:lnTo>
                  <a:pt x="1144305" y="116600"/>
                </a:lnTo>
                <a:lnTo>
                  <a:pt x="1137715" y="90387"/>
                </a:lnTo>
                <a:lnTo>
                  <a:pt x="1134739" y="88807"/>
                </a:lnTo>
                <a:lnTo>
                  <a:pt x="1131551" y="86999"/>
                </a:lnTo>
                <a:lnTo>
                  <a:pt x="1127510" y="83380"/>
                </a:lnTo>
                <a:lnTo>
                  <a:pt x="1123465" y="81347"/>
                </a:lnTo>
                <a:lnTo>
                  <a:pt x="1119215" y="79088"/>
                </a:lnTo>
                <a:lnTo>
                  <a:pt x="1114113" y="77057"/>
                </a:lnTo>
                <a:lnTo>
                  <a:pt x="1102421" y="74119"/>
                </a:lnTo>
                <a:lnTo>
                  <a:pt x="1090936" y="71855"/>
                </a:lnTo>
                <a:lnTo>
                  <a:pt x="1083070" y="70047"/>
                </a:lnTo>
                <a:lnTo>
                  <a:pt x="1074353" y="68918"/>
                </a:lnTo>
                <a:lnTo>
                  <a:pt x="1066913" y="67338"/>
                </a:lnTo>
                <a:lnTo>
                  <a:pt x="1061387" y="66433"/>
                </a:lnTo>
                <a:lnTo>
                  <a:pt x="1056704" y="66208"/>
                </a:lnTo>
                <a:lnTo>
                  <a:pt x="1048414" y="65304"/>
                </a:lnTo>
                <a:lnTo>
                  <a:pt x="1041824" y="64628"/>
                </a:lnTo>
                <a:lnTo>
                  <a:pt x="1036510" y="64403"/>
                </a:lnTo>
                <a:lnTo>
                  <a:pt x="1027156" y="63498"/>
                </a:lnTo>
                <a:lnTo>
                  <a:pt x="1019923" y="62594"/>
                </a:lnTo>
                <a:lnTo>
                  <a:pt x="1014820" y="61465"/>
                </a:lnTo>
                <a:lnTo>
                  <a:pt x="1011206" y="59659"/>
                </a:lnTo>
                <a:lnTo>
                  <a:pt x="1007168" y="57393"/>
                </a:lnTo>
                <a:lnTo>
                  <a:pt x="1002704" y="53554"/>
                </a:lnTo>
                <a:lnTo>
                  <a:pt x="998876" y="50166"/>
                </a:lnTo>
                <a:lnTo>
                  <a:pt x="993988" y="44513"/>
                </a:lnTo>
                <a:lnTo>
                  <a:pt x="988667" y="37965"/>
                </a:lnTo>
                <a:lnTo>
                  <a:pt x="948483" y="-11071"/>
                </a:lnTo>
                <a:lnTo>
                  <a:pt x="929565" y="-29598"/>
                </a:lnTo>
                <a:lnTo>
                  <a:pt x="926796" y="-31856"/>
                </a:lnTo>
                <a:lnTo>
                  <a:pt x="924032" y="-34566"/>
                </a:lnTo>
                <a:lnTo>
                  <a:pt x="921268" y="-36379"/>
                </a:lnTo>
                <a:lnTo>
                  <a:pt x="918718" y="-38187"/>
                </a:lnTo>
                <a:lnTo>
                  <a:pt x="914892" y="-40446"/>
                </a:lnTo>
                <a:lnTo>
                  <a:pt x="910851" y="-41350"/>
                </a:lnTo>
                <a:lnTo>
                  <a:pt x="907025" y="-42705"/>
                </a:lnTo>
                <a:lnTo>
                  <a:pt x="898735" y="-44736"/>
                </a:lnTo>
                <a:lnTo>
                  <a:pt x="889800" y="-46093"/>
                </a:lnTo>
                <a:lnTo>
                  <a:pt x="880022" y="-47674"/>
                </a:lnTo>
                <a:lnTo>
                  <a:pt x="867053" y="-49261"/>
                </a:lnTo>
                <a:lnTo>
                  <a:pt x="855356" y="-50616"/>
                </a:lnTo>
                <a:lnTo>
                  <a:pt x="846216" y="-51518"/>
                </a:lnTo>
                <a:lnTo>
                  <a:pt x="836438" y="-52422"/>
                </a:lnTo>
                <a:lnTo>
                  <a:pt x="824315" y="-53326"/>
                </a:lnTo>
                <a:lnTo>
                  <a:pt x="809435" y="-54005"/>
                </a:lnTo>
                <a:lnTo>
                  <a:pt x="788595" y="-54681"/>
                </a:lnTo>
                <a:lnTo>
                  <a:pt x="771377" y="-55359"/>
                </a:lnTo>
                <a:lnTo>
                  <a:pt x="757766" y="-56035"/>
                </a:lnTo>
                <a:lnTo>
                  <a:pt x="745223" y="-56261"/>
                </a:lnTo>
                <a:lnTo>
                  <a:pt x="728636" y="-56489"/>
                </a:lnTo>
                <a:lnTo>
                  <a:pt x="712480" y="-56714"/>
                </a:lnTo>
                <a:lnTo>
                  <a:pt x="665494" y="-56714"/>
                </a:lnTo>
                <a:lnTo>
                  <a:pt x="646995" y="-56489"/>
                </a:lnTo>
                <a:lnTo>
                  <a:pt x="631050" y="-55359"/>
                </a:lnTo>
                <a:lnTo>
                  <a:pt x="614039" y="-54005"/>
                </a:lnTo>
                <a:lnTo>
                  <a:pt x="598095" y="-52647"/>
                </a:lnTo>
                <a:lnTo>
                  <a:pt x="581722" y="-51518"/>
                </a:lnTo>
                <a:lnTo>
                  <a:pt x="567477" y="-50391"/>
                </a:lnTo>
                <a:lnTo>
                  <a:pt x="543238" y="-47674"/>
                </a:lnTo>
                <a:lnTo>
                  <a:pt x="526865" y="-45189"/>
                </a:lnTo>
                <a:lnTo>
                  <a:pt x="510070" y="-42477"/>
                </a:lnTo>
                <a:lnTo>
                  <a:pt x="500504" y="-40446"/>
                </a:lnTo>
                <a:lnTo>
                  <a:pt x="493271" y="-39092"/>
                </a:lnTo>
                <a:lnTo>
                  <a:pt x="486681" y="-36833"/>
                </a:lnTo>
                <a:lnTo>
                  <a:pt x="479241" y="-33437"/>
                </a:lnTo>
                <a:lnTo>
                  <a:pt x="489445" y="-35250"/>
                </a:lnTo>
                <a:lnTo>
                  <a:pt x="499228" y="-36379"/>
                </a:lnTo>
                <a:lnTo>
                  <a:pt x="512620" y="-37734"/>
                </a:lnTo>
                <a:close/>
              </a:path>
            </a:pathLst>
          </a:custGeom>
          <a:solidFill>
            <a:srgbClr val="0000D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83" name="object 1883"/>
          <p:cNvSpPr/>
          <p:nvPr/>
        </p:nvSpPr>
        <p:spPr>
          <a:xfrm>
            <a:off x="4780826" y="4966123"/>
            <a:ext cx="891503" cy="232738"/>
          </a:xfrm>
          <a:custGeom>
            <a:avLst/>
            <a:gdLst/>
            <a:ahLst/>
            <a:cxnLst/>
            <a:rect l="l" t="t" r="r" b="b"/>
            <a:pathLst>
              <a:path w="891503" h="232738">
                <a:moveTo>
                  <a:pt x="126508" y="195680"/>
                </a:moveTo>
                <a:lnTo>
                  <a:pt x="127358" y="189807"/>
                </a:lnTo>
                <a:lnTo>
                  <a:pt x="125870" y="181443"/>
                </a:lnTo>
                <a:lnTo>
                  <a:pt x="125446" y="175114"/>
                </a:lnTo>
                <a:lnTo>
                  <a:pt x="126508" y="163595"/>
                </a:lnTo>
                <a:lnTo>
                  <a:pt x="129910" y="150715"/>
                </a:lnTo>
                <a:lnTo>
                  <a:pt x="135012" y="136028"/>
                </a:lnTo>
                <a:lnTo>
                  <a:pt x="139688" y="125632"/>
                </a:lnTo>
                <a:lnTo>
                  <a:pt x="146066" y="114107"/>
                </a:lnTo>
                <a:lnTo>
                  <a:pt x="153723" y="104163"/>
                </a:lnTo>
                <a:lnTo>
                  <a:pt x="161589" y="94451"/>
                </a:lnTo>
                <a:lnTo>
                  <a:pt x="169880" y="87216"/>
                </a:lnTo>
                <a:lnTo>
                  <a:pt x="176684" y="81344"/>
                </a:lnTo>
                <a:lnTo>
                  <a:pt x="183917" y="76596"/>
                </a:lnTo>
                <a:lnTo>
                  <a:pt x="192845" y="72303"/>
                </a:lnTo>
                <a:lnTo>
                  <a:pt x="201985" y="68690"/>
                </a:lnTo>
                <a:lnTo>
                  <a:pt x="211551" y="66200"/>
                </a:lnTo>
                <a:lnTo>
                  <a:pt x="221760" y="63716"/>
                </a:lnTo>
                <a:lnTo>
                  <a:pt x="232391" y="62587"/>
                </a:lnTo>
                <a:lnTo>
                  <a:pt x="239405" y="62587"/>
                </a:lnTo>
                <a:lnTo>
                  <a:pt x="249614" y="63491"/>
                </a:lnTo>
                <a:lnTo>
                  <a:pt x="258118" y="65296"/>
                </a:lnTo>
                <a:lnTo>
                  <a:pt x="266196" y="66651"/>
                </a:lnTo>
                <a:lnTo>
                  <a:pt x="273637" y="69368"/>
                </a:lnTo>
                <a:lnTo>
                  <a:pt x="278744" y="71627"/>
                </a:lnTo>
                <a:lnTo>
                  <a:pt x="289798" y="77500"/>
                </a:lnTo>
                <a:lnTo>
                  <a:pt x="298088" y="84507"/>
                </a:lnTo>
                <a:lnTo>
                  <a:pt x="305530" y="93089"/>
                </a:lnTo>
                <a:lnTo>
                  <a:pt x="311482" y="103712"/>
                </a:lnTo>
                <a:lnTo>
                  <a:pt x="317866" y="115237"/>
                </a:lnTo>
                <a:lnTo>
                  <a:pt x="321480" y="126083"/>
                </a:lnTo>
                <a:lnTo>
                  <a:pt x="324030" y="137833"/>
                </a:lnTo>
                <a:lnTo>
                  <a:pt x="324456" y="147773"/>
                </a:lnTo>
                <a:lnTo>
                  <a:pt x="324030" y="161103"/>
                </a:lnTo>
                <a:lnTo>
                  <a:pt x="322968" y="178959"/>
                </a:lnTo>
                <a:lnTo>
                  <a:pt x="321480" y="207205"/>
                </a:lnTo>
                <a:lnTo>
                  <a:pt x="693555" y="142126"/>
                </a:lnTo>
                <a:lnTo>
                  <a:pt x="710357" y="139867"/>
                </a:lnTo>
                <a:lnTo>
                  <a:pt x="715244" y="132860"/>
                </a:lnTo>
                <a:lnTo>
                  <a:pt x="718859" y="126762"/>
                </a:lnTo>
                <a:lnTo>
                  <a:pt x="723749" y="120205"/>
                </a:lnTo>
                <a:lnTo>
                  <a:pt x="727363" y="112299"/>
                </a:lnTo>
                <a:lnTo>
                  <a:pt x="731189" y="102355"/>
                </a:lnTo>
                <a:lnTo>
                  <a:pt x="733739" y="90379"/>
                </a:lnTo>
                <a:lnTo>
                  <a:pt x="734803" y="81119"/>
                </a:lnTo>
                <a:lnTo>
                  <a:pt x="737353" y="70723"/>
                </a:lnTo>
                <a:lnTo>
                  <a:pt x="739479" y="63263"/>
                </a:lnTo>
                <a:lnTo>
                  <a:pt x="743948" y="54005"/>
                </a:lnTo>
                <a:lnTo>
                  <a:pt x="748626" y="46544"/>
                </a:lnTo>
                <a:lnTo>
                  <a:pt x="756066" y="37954"/>
                </a:lnTo>
                <a:lnTo>
                  <a:pt x="763295" y="32535"/>
                </a:lnTo>
                <a:lnTo>
                  <a:pt x="771373" y="28243"/>
                </a:lnTo>
                <a:lnTo>
                  <a:pt x="780306" y="25754"/>
                </a:lnTo>
                <a:lnTo>
                  <a:pt x="788596" y="24624"/>
                </a:lnTo>
                <a:lnTo>
                  <a:pt x="797312" y="25754"/>
                </a:lnTo>
                <a:lnTo>
                  <a:pt x="805816" y="28243"/>
                </a:lnTo>
                <a:lnTo>
                  <a:pt x="813049" y="32535"/>
                </a:lnTo>
                <a:lnTo>
                  <a:pt x="818151" y="38633"/>
                </a:lnTo>
                <a:lnTo>
                  <a:pt x="821766" y="46544"/>
                </a:lnTo>
                <a:lnTo>
                  <a:pt x="826442" y="54005"/>
                </a:lnTo>
                <a:lnTo>
                  <a:pt x="830056" y="63263"/>
                </a:lnTo>
                <a:lnTo>
                  <a:pt x="833670" y="74790"/>
                </a:lnTo>
                <a:lnTo>
                  <a:pt x="836008" y="86087"/>
                </a:lnTo>
                <a:lnTo>
                  <a:pt x="837496" y="100324"/>
                </a:lnTo>
                <a:lnTo>
                  <a:pt x="837920" y="114108"/>
                </a:lnTo>
                <a:lnTo>
                  <a:pt x="846005" y="108686"/>
                </a:lnTo>
                <a:lnTo>
                  <a:pt x="853233" y="104388"/>
                </a:lnTo>
                <a:lnTo>
                  <a:pt x="857909" y="98065"/>
                </a:lnTo>
                <a:lnTo>
                  <a:pt x="862161" y="91960"/>
                </a:lnTo>
                <a:lnTo>
                  <a:pt x="865561" y="82248"/>
                </a:lnTo>
                <a:lnTo>
                  <a:pt x="847281" y="74790"/>
                </a:lnTo>
                <a:lnTo>
                  <a:pt x="840903" y="70723"/>
                </a:lnTo>
                <a:lnTo>
                  <a:pt x="836220" y="66651"/>
                </a:lnTo>
                <a:lnTo>
                  <a:pt x="834732" y="58069"/>
                </a:lnTo>
                <a:lnTo>
                  <a:pt x="832606" y="46770"/>
                </a:lnTo>
                <a:lnTo>
                  <a:pt x="828991" y="37954"/>
                </a:lnTo>
                <a:lnTo>
                  <a:pt x="825592" y="32535"/>
                </a:lnTo>
                <a:lnTo>
                  <a:pt x="822827" y="28243"/>
                </a:lnTo>
                <a:lnTo>
                  <a:pt x="817087" y="22140"/>
                </a:lnTo>
                <a:lnTo>
                  <a:pt x="828141" y="21687"/>
                </a:lnTo>
                <a:lnTo>
                  <a:pt x="834732" y="21236"/>
                </a:lnTo>
                <a:lnTo>
                  <a:pt x="840691" y="19881"/>
                </a:lnTo>
                <a:lnTo>
                  <a:pt x="846005" y="17171"/>
                </a:lnTo>
                <a:lnTo>
                  <a:pt x="850681" y="14685"/>
                </a:lnTo>
                <a:lnTo>
                  <a:pt x="854721" y="12646"/>
                </a:lnTo>
                <a:lnTo>
                  <a:pt x="860885" y="9936"/>
                </a:lnTo>
                <a:lnTo>
                  <a:pt x="870875" y="7227"/>
                </a:lnTo>
                <a:lnTo>
                  <a:pt x="881510" y="5419"/>
                </a:lnTo>
                <a:lnTo>
                  <a:pt x="891503" y="4289"/>
                </a:lnTo>
                <a:lnTo>
                  <a:pt x="878746" y="225"/>
                </a:lnTo>
                <a:lnTo>
                  <a:pt x="868113" y="0"/>
                </a:lnTo>
                <a:lnTo>
                  <a:pt x="847493" y="0"/>
                </a:lnTo>
                <a:lnTo>
                  <a:pt x="831756" y="1354"/>
                </a:lnTo>
                <a:lnTo>
                  <a:pt x="808585" y="3613"/>
                </a:lnTo>
                <a:lnTo>
                  <a:pt x="789872" y="4968"/>
                </a:lnTo>
                <a:lnTo>
                  <a:pt x="760530" y="7678"/>
                </a:lnTo>
                <a:lnTo>
                  <a:pt x="718859" y="11745"/>
                </a:lnTo>
                <a:lnTo>
                  <a:pt x="607230" y="23269"/>
                </a:lnTo>
                <a:lnTo>
                  <a:pt x="517511" y="33665"/>
                </a:lnTo>
                <a:lnTo>
                  <a:pt x="434589" y="42931"/>
                </a:lnTo>
                <a:lnTo>
                  <a:pt x="283422" y="60779"/>
                </a:lnTo>
                <a:lnTo>
                  <a:pt x="273848" y="60553"/>
                </a:lnTo>
                <a:lnTo>
                  <a:pt x="265346" y="59198"/>
                </a:lnTo>
                <a:lnTo>
                  <a:pt x="253016" y="58294"/>
                </a:lnTo>
                <a:lnTo>
                  <a:pt x="241957" y="57844"/>
                </a:lnTo>
                <a:lnTo>
                  <a:pt x="231965" y="57844"/>
                </a:lnTo>
                <a:lnTo>
                  <a:pt x="221760" y="58748"/>
                </a:lnTo>
                <a:lnTo>
                  <a:pt x="210275" y="60553"/>
                </a:lnTo>
                <a:lnTo>
                  <a:pt x="204537" y="61683"/>
                </a:lnTo>
                <a:lnTo>
                  <a:pt x="198159" y="63491"/>
                </a:lnTo>
                <a:lnTo>
                  <a:pt x="190507" y="65747"/>
                </a:lnTo>
                <a:lnTo>
                  <a:pt x="170094" y="71627"/>
                </a:lnTo>
                <a:lnTo>
                  <a:pt x="149685" y="77500"/>
                </a:lnTo>
                <a:lnTo>
                  <a:pt x="122470" y="85862"/>
                </a:lnTo>
                <a:lnTo>
                  <a:pt x="106733" y="91058"/>
                </a:lnTo>
                <a:lnTo>
                  <a:pt x="32105" y="117946"/>
                </a:lnTo>
                <a:lnTo>
                  <a:pt x="0" y="203816"/>
                </a:lnTo>
                <a:lnTo>
                  <a:pt x="42098" y="231834"/>
                </a:lnTo>
                <a:lnTo>
                  <a:pt x="56983" y="232513"/>
                </a:lnTo>
                <a:lnTo>
                  <a:pt x="71439" y="232738"/>
                </a:lnTo>
                <a:lnTo>
                  <a:pt x="80579" y="232738"/>
                </a:lnTo>
                <a:lnTo>
                  <a:pt x="86324" y="232513"/>
                </a:lnTo>
                <a:lnTo>
                  <a:pt x="92914" y="231834"/>
                </a:lnTo>
                <a:lnTo>
                  <a:pt x="99292" y="230705"/>
                </a:lnTo>
                <a:lnTo>
                  <a:pt x="105671" y="229575"/>
                </a:lnTo>
                <a:lnTo>
                  <a:pt x="113111" y="224827"/>
                </a:lnTo>
                <a:lnTo>
                  <a:pt x="119068" y="218051"/>
                </a:lnTo>
                <a:lnTo>
                  <a:pt x="122470" y="209914"/>
                </a:lnTo>
                <a:lnTo>
                  <a:pt x="124808" y="201778"/>
                </a:lnTo>
                <a:lnTo>
                  <a:pt x="126508" y="195680"/>
                </a:lnTo>
                <a:close/>
              </a:path>
            </a:pathLst>
          </a:custGeom>
          <a:solidFill>
            <a:srgbClr val="0000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84" name="object 1884"/>
          <p:cNvSpPr/>
          <p:nvPr/>
        </p:nvSpPr>
        <p:spPr>
          <a:xfrm>
            <a:off x="4527599" y="4924993"/>
            <a:ext cx="634240" cy="156818"/>
          </a:xfrm>
          <a:custGeom>
            <a:avLst/>
            <a:gdLst/>
            <a:ahLst/>
            <a:cxnLst/>
            <a:rect l="l" t="t" r="r" b="b"/>
            <a:pathLst>
              <a:path w="634240" h="156818">
                <a:moveTo>
                  <a:pt x="4257" y="109370"/>
                </a:moveTo>
                <a:lnTo>
                  <a:pt x="7446" y="111854"/>
                </a:lnTo>
                <a:lnTo>
                  <a:pt x="12123" y="114791"/>
                </a:lnTo>
                <a:lnTo>
                  <a:pt x="18288" y="117501"/>
                </a:lnTo>
                <a:lnTo>
                  <a:pt x="23390" y="119760"/>
                </a:lnTo>
                <a:lnTo>
                  <a:pt x="29342" y="122024"/>
                </a:lnTo>
                <a:lnTo>
                  <a:pt x="36782" y="124283"/>
                </a:lnTo>
                <a:lnTo>
                  <a:pt x="44227" y="126992"/>
                </a:lnTo>
                <a:lnTo>
                  <a:pt x="52094" y="129702"/>
                </a:lnTo>
                <a:lnTo>
                  <a:pt x="57834" y="131961"/>
                </a:lnTo>
                <a:lnTo>
                  <a:pt x="77395" y="137841"/>
                </a:lnTo>
                <a:lnTo>
                  <a:pt x="90151" y="140776"/>
                </a:lnTo>
                <a:lnTo>
                  <a:pt x="103548" y="143713"/>
                </a:lnTo>
                <a:lnTo>
                  <a:pt x="117155" y="146198"/>
                </a:lnTo>
                <a:lnTo>
                  <a:pt x="130971" y="148912"/>
                </a:lnTo>
                <a:lnTo>
                  <a:pt x="144582" y="150946"/>
                </a:lnTo>
                <a:lnTo>
                  <a:pt x="155213" y="152754"/>
                </a:lnTo>
                <a:lnTo>
                  <a:pt x="164564" y="153883"/>
                </a:lnTo>
                <a:lnTo>
                  <a:pt x="176050" y="155238"/>
                </a:lnTo>
                <a:lnTo>
                  <a:pt x="187104" y="156140"/>
                </a:lnTo>
                <a:lnTo>
                  <a:pt x="194756" y="156593"/>
                </a:lnTo>
                <a:lnTo>
                  <a:pt x="204117" y="156818"/>
                </a:lnTo>
                <a:lnTo>
                  <a:pt x="233240" y="135357"/>
                </a:lnTo>
                <a:lnTo>
                  <a:pt x="247063" y="128122"/>
                </a:lnTo>
                <a:lnTo>
                  <a:pt x="264281" y="120211"/>
                </a:lnTo>
                <a:lnTo>
                  <a:pt x="313186" y="101458"/>
                </a:lnTo>
                <a:lnTo>
                  <a:pt x="338701" y="91967"/>
                </a:lnTo>
                <a:lnTo>
                  <a:pt x="374209" y="80893"/>
                </a:lnTo>
                <a:lnTo>
                  <a:pt x="398018" y="73440"/>
                </a:lnTo>
                <a:lnTo>
                  <a:pt x="414817" y="68697"/>
                </a:lnTo>
                <a:lnTo>
                  <a:pt x="435656" y="63043"/>
                </a:lnTo>
                <a:lnTo>
                  <a:pt x="465629" y="56269"/>
                </a:lnTo>
                <a:lnTo>
                  <a:pt x="487744" y="51971"/>
                </a:lnTo>
                <a:lnTo>
                  <a:pt x="509646" y="48583"/>
                </a:lnTo>
                <a:lnTo>
                  <a:pt x="546427" y="42485"/>
                </a:lnTo>
                <a:lnTo>
                  <a:pt x="585335" y="36154"/>
                </a:lnTo>
                <a:lnTo>
                  <a:pt x="621905" y="29605"/>
                </a:lnTo>
                <a:lnTo>
                  <a:pt x="626793" y="26888"/>
                </a:lnTo>
                <a:lnTo>
                  <a:pt x="634240" y="20565"/>
                </a:lnTo>
                <a:lnTo>
                  <a:pt x="629345" y="21241"/>
                </a:lnTo>
                <a:lnTo>
                  <a:pt x="609786" y="21241"/>
                </a:lnTo>
                <a:lnTo>
                  <a:pt x="597451" y="19207"/>
                </a:lnTo>
                <a:lnTo>
                  <a:pt x="587035" y="17853"/>
                </a:lnTo>
                <a:lnTo>
                  <a:pt x="573431" y="15822"/>
                </a:lnTo>
                <a:lnTo>
                  <a:pt x="559820" y="14464"/>
                </a:lnTo>
                <a:lnTo>
                  <a:pt x="543875" y="13330"/>
                </a:lnTo>
                <a:lnTo>
                  <a:pt x="524526" y="11524"/>
                </a:lnTo>
                <a:lnTo>
                  <a:pt x="506032" y="9265"/>
                </a:lnTo>
                <a:lnTo>
                  <a:pt x="360172" y="2038"/>
                </a:lnTo>
                <a:lnTo>
                  <a:pt x="356134" y="2038"/>
                </a:lnTo>
                <a:lnTo>
                  <a:pt x="350606" y="0"/>
                </a:lnTo>
                <a:lnTo>
                  <a:pt x="345506" y="1810"/>
                </a:lnTo>
                <a:lnTo>
                  <a:pt x="339340" y="3393"/>
                </a:lnTo>
                <a:lnTo>
                  <a:pt x="327004" y="4748"/>
                </a:lnTo>
                <a:lnTo>
                  <a:pt x="319776" y="5877"/>
                </a:lnTo>
                <a:lnTo>
                  <a:pt x="311274" y="6553"/>
                </a:lnTo>
                <a:lnTo>
                  <a:pt x="303196" y="7911"/>
                </a:lnTo>
                <a:lnTo>
                  <a:pt x="290435" y="9942"/>
                </a:lnTo>
                <a:lnTo>
                  <a:pt x="275766" y="12879"/>
                </a:lnTo>
                <a:lnTo>
                  <a:pt x="243025" y="18757"/>
                </a:lnTo>
                <a:lnTo>
                  <a:pt x="222824" y="22821"/>
                </a:lnTo>
                <a:lnTo>
                  <a:pt x="205605" y="26437"/>
                </a:lnTo>
                <a:lnTo>
                  <a:pt x="181578" y="31636"/>
                </a:lnTo>
                <a:lnTo>
                  <a:pt x="169674" y="34348"/>
                </a:lnTo>
                <a:lnTo>
                  <a:pt x="158188" y="37509"/>
                </a:lnTo>
                <a:lnTo>
                  <a:pt x="143306" y="41355"/>
                </a:lnTo>
                <a:lnTo>
                  <a:pt x="129483" y="45873"/>
                </a:lnTo>
                <a:lnTo>
                  <a:pt x="88237" y="59657"/>
                </a:lnTo>
                <a:lnTo>
                  <a:pt x="74845" y="63721"/>
                </a:lnTo>
                <a:lnTo>
                  <a:pt x="64424" y="67793"/>
                </a:lnTo>
                <a:lnTo>
                  <a:pt x="53793" y="72083"/>
                </a:lnTo>
                <a:lnTo>
                  <a:pt x="42951" y="75925"/>
                </a:lnTo>
                <a:lnTo>
                  <a:pt x="30616" y="80893"/>
                </a:lnTo>
                <a:lnTo>
                  <a:pt x="10847" y="89934"/>
                </a:lnTo>
                <a:lnTo>
                  <a:pt x="7021" y="92418"/>
                </a:lnTo>
                <a:lnTo>
                  <a:pt x="3401" y="94677"/>
                </a:lnTo>
                <a:lnTo>
                  <a:pt x="1488" y="96715"/>
                </a:lnTo>
                <a:lnTo>
                  <a:pt x="425" y="99425"/>
                </a:lnTo>
                <a:lnTo>
                  <a:pt x="0" y="102362"/>
                </a:lnTo>
                <a:lnTo>
                  <a:pt x="0" y="105976"/>
                </a:lnTo>
                <a:lnTo>
                  <a:pt x="4257" y="10937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85" name="object 1885"/>
          <p:cNvSpPr/>
          <p:nvPr/>
        </p:nvSpPr>
        <p:spPr>
          <a:xfrm>
            <a:off x="4871829" y="5081586"/>
            <a:ext cx="29341" cy="20339"/>
          </a:xfrm>
          <a:custGeom>
            <a:avLst/>
            <a:gdLst/>
            <a:ahLst/>
            <a:cxnLst/>
            <a:rect l="l" t="t" r="r" b="b"/>
            <a:pathLst>
              <a:path w="29341" h="20339">
                <a:moveTo>
                  <a:pt x="0" y="5419"/>
                </a:moveTo>
                <a:lnTo>
                  <a:pt x="0" y="19435"/>
                </a:lnTo>
                <a:lnTo>
                  <a:pt x="1911" y="20339"/>
                </a:lnTo>
                <a:lnTo>
                  <a:pt x="1911" y="6781"/>
                </a:lnTo>
                <a:lnTo>
                  <a:pt x="29341" y="450"/>
                </a:lnTo>
                <a:lnTo>
                  <a:pt x="25515" y="0"/>
                </a:lnTo>
                <a:lnTo>
                  <a:pt x="0" y="5419"/>
                </a:lnTo>
                <a:close/>
              </a:path>
            </a:pathLst>
          </a:custGeom>
          <a:solidFill>
            <a:srgbClr val="FF8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86" name="object 1886"/>
          <p:cNvSpPr/>
          <p:nvPr/>
        </p:nvSpPr>
        <p:spPr>
          <a:xfrm>
            <a:off x="4873741" y="5082037"/>
            <a:ext cx="27429" cy="19889"/>
          </a:xfrm>
          <a:custGeom>
            <a:avLst/>
            <a:gdLst/>
            <a:ahLst/>
            <a:cxnLst/>
            <a:rect l="l" t="t" r="r" b="b"/>
            <a:pathLst>
              <a:path w="27429" h="19889">
                <a:moveTo>
                  <a:pt x="0" y="6330"/>
                </a:moveTo>
                <a:lnTo>
                  <a:pt x="0" y="19889"/>
                </a:lnTo>
                <a:lnTo>
                  <a:pt x="27429" y="12879"/>
                </a:lnTo>
                <a:lnTo>
                  <a:pt x="27429" y="0"/>
                </a:lnTo>
                <a:lnTo>
                  <a:pt x="0" y="6330"/>
                </a:lnTo>
                <a:close/>
              </a:path>
            </a:pathLst>
          </a:custGeom>
          <a:solidFill>
            <a:srgbClr val="FFDFC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87" name="object 1887"/>
          <p:cNvSpPr/>
          <p:nvPr/>
        </p:nvSpPr>
        <p:spPr>
          <a:xfrm>
            <a:off x="5210737" y="4945558"/>
            <a:ext cx="67825" cy="31180"/>
          </a:xfrm>
          <a:custGeom>
            <a:avLst/>
            <a:gdLst/>
            <a:ahLst/>
            <a:cxnLst/>
            <a:rect l="l" t="t" r="r" b="b"/>
            <a:pathLst>
              <a:path w="67825" h="31180">
                <a:moveTo>
                  <a:pt x="10418" y="22370"/>
                </a:moveTo>
                <a:lnTo>
                  <a:pt x="0" y="31180"/>
                </a:lnTo>
                <a:lnTo>
                  <a:pt x="11268" y="29823"/>
                </a:lnTo>
                <a:lnTo>
                  <a:pt x="20413" y="24629"/>
                </a:lnTo>
                <a:lnTo>
                  <a:pt x="30405" y="20790"/>
                </a:lnTo>
                <a:lnTo>
                  <a:pt x="38907" y="19653"/>
                </a:lnTo>
                <a:lnTo>
                  <a:pt x="41671" y="19653"/>
                </a:lnTo>
                <a:lnTo>
                  <a:pt x="49969" y="21920"/>
                </a:lnTo>
                <a:lnTo>
                  <a:pt x="59535" y="25759"/>
                </a:lnTo>
                <a:lnTo>
                  <a:pt x="64849" y="26888"/>
                </a:lnTo>
                <a:lnTo>
                  <a:pt x="66549" y="25759"/>
                </a:lnTo>
                <a:lnTo>
                  <a:pt x="67825" y="23274"/>
                </a:lnTo>
                <a:lnTo>
                  <a:pt x="67825" y="18298"/>
                </a:lnTo>
                <a:lnTo>
                  <a:pt x="66549" y="14685"/>
                </a:lnTo>
                <a:lnTo>
                  <a:pt x="62085" y="8812"/>
                </a:lnTo>
                <a:lnTo>
                  <a:pt x="58259" y="2934"/>
                </a:lnTo>
                <a:lnTo>
                  <a:pt x="57197" y="0"/>
                </a:lnTo>
                <a:lnTo>
                  <a:pt x="15949" y="2934"/>
                </a:lnTo>
                <a:lnTo>
                  <a:pt x="19989" y="7911"/>
                </a:lnTo>
                <a:lnTo>
                  <a:pt x="20413" y="10395"/>
                </a:lnTo>
                <a:lnTo>
                  <a:pt x="19563" y="14685"/>
                </a:lnTo>
                <a:lnTo>
                  <a:pt x="15949" y="19428"/>
                </a:lnTo>
                <a:lnTo>
                  <a:pt x="10418" y="2237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88" name="object 1888"/>
          <p:cNvSpPr/>
          <p:nvPr/>
        </p:nvSpPr>
        <p:spPr>
          <a:xfrm>
            <a:off x="5202023" y="4908950"/>
            <a:ext cx="68672" cy="68014"/>
          </a:xfrm>
          <a:custGeom>
            <a:avLst/>
            <a:gdLst/>
            <a:ahLst/>
            <a:cxnLst/>
            <a:rect l="l" t="t" r="r" b="b"/>
            <a:pathLst>
              <a:path w="68672" h="68014">
                <a:moveTo>
                  <a:pt x="1061" y="61237"/>
                </a:moveTo>
                <a:lnTo>
                  <a:pt x="1911" y="65076"/>
                </a:lnTo>
                <a:lnTo>
                  <a:pt x="3187" y="66659"/>
                </a:lnTo>
                <a:lnTo>
                  <a:pt x="6163" y="67788"/>
                </a:lnTo>
                <a:lnTo>
                  <a:pt x="8928" y="68014"/>
                </a:lnTo>
                <a:lnTo>
                  <a:pt x="13604" y="67788"/>
                </a:lnTo>
                <a:lnTo>
                  <a:pt x="16792" y="65755"/>
                </a:lnTo>
                <a:lnTo>
                  <a:pt x="17644" y="63721"/>
                </a:lnTo>
                <a:lnTo>
                  <a:pt x="18068" y="56036"/>
                </a:lnTo>
                <a:lnTo>
                  <a:pt x="18918" y="49262"/>
                </a:lnTo>
                <a:lnTo>
                  <a:pt x="18918" y="44518"/>
                </a:lnTo>
                <a:lnTo>
                  <a:pt x="19344" y="42027"/>
                </a:lnTo>
                <a:lnTo>
                  <a:pt x="20406" y="37737"/>
                </a:lnTo>
                <a:lnTo>
                  <a:pt x="22108" y="36379"/>
                </a:lnTo>
                <a:lnTo>
                  <a:pt x="24663" y="36379"/>
                </a:lnTo>
                <a:lnTo>
                  <a:pt x="29979" y="37058"/>
                </a:lnTo>
                <a:lnTo>
                  <a:pt x="38269" y="39092"/>
                </a:lnTo>
                <a:lnTo>
                  <a:pt x="44859" y="40221"/>
                </a:lnTo>
                <a:lnTo>
                  <a:pt x="50385" y="40446"/>
                </a:lnTo>
                <a:lnTo>
                  <a:pt x="56556" y="40221"/>
                </a:lnTo>
                <a:lnTo>
                  <a:pt x="60382" y="39092"/>
                </a:lnTo>
                <a:lnTo>
                  <a:pt x="63570" y="37058"/>
                </a:lnTo>
                <a:lnTo>
                  <a:pt x="65911" y="34574"/>
                </a:lnTo>
                <a:lnTo>
                  <a:pt x="66973" y="31411"/>
                </a:lnTo>
                <a:lnTo>
                  <a:pt x="68672" y="12654"/>
                </a:lnTo>
                <a:lnTo>
                  <a:pt x="67399" y="8136"/>
                </a:lnTo>
                <a:lnTo>
                  <a:pt x="65911" y="6103"/>
                </a:lnTo>
                <a:lnTo>
                  <a:pt x="63358" y="3844"/>
                </a:lnTo>
                <a:lnTo>
                  <a:pt x="58471" y="2714"/>
                </a:lnTo>
                <a:lnTo>
                  <a:pt x="41033" y="676"/>
                </a:lnTo>
                <a:lnTo>
                  <a:pt x="25939" y="0"/>
                </a:lnTo>
                <a:lnTo>
                  <a:pt x="17218" y="676"/>
                </a:lnTo>
                <a:lnTo>
                  <a:pt x="14454" y="2484"/>
                </a:lnTo>
                <a:lnTo>
                  <a:pt x="12965" y="4973"/>
                </a:lnTo>
                <a:lnTo>
                  <a:pt x="11477" y="9716"/>
                </a:lnTo>
                <a:lnTo>
                  <a:pt x="11266" y="22824"/>
                </a:lnTo>
                <a:lnTo>
                  <a:pt x="11477" y="29372"/>
                </a:lnTo>
                <a:lnTo>
                  <a:pt x="13604" y="32090"/>
                </a:lnTo>
                <a:lnTo>
                  <a:pt x="14030" y="32766"/>
                </a:lnTo>
                <a:lnTo>
                  <a:pt x="7863" y="41576"/>
                </a:lnTo>
                <a:lnTo>
                  <a:pt x="3187" y="47003"/>
                </a:lnTo>
                <a:lnTo>
                  <a:pt x="0" y="49938"/>
                </a:lnTo>
                <a:lnTo>
                  <a:pt x="0" y="53326"/>
                </a:lnTo>
                <a:lnTo>
                  <a:pt x="1061" y="61237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89" name="object 1889"/>
          <p:cNvSpPr/>
          <p:nvPr/>
        </p:nvSpPr>
        <p:spPr>
          <a:xfrm>
            <a:off x="5213289" y="4927933"/>
            <a:ext cx="3614" cy="14462"/>
          </a:xfrm>
          <a:custGeom>
            <a:avLst/>
            <a:gdLst/>
            <a:ahLst/>
            <a:cxnLst/>
            <a:rect l="l" t="t" r="r" b="b"/>
            <a:pathLst>
              <a:path w="3614" h="14462">
                <a:moveTo>
                  <a:pt x="0" y="0"/>
                </a:moveTo>
                <a:lnTo>
                  <a:pt x="0" y="8584"/>
                </a:lnTo>
                <a:lnTo>
                  <a:pt x="211" y="11299"/>
                </a:lnTo>
                <a:lnTo>
                  <a:pt x="2549" y="14462"/>
                </a:lnTo>
                <a:lnTo>
                  <a:pt x="3614" y="9714"/>
                </a:lnTo>
                <a:lnTo>
                  <a:pt x="3614" y="6100"/>
                </a:lnTo>
                <a:lnTo>
                  <a:pt x="3187" y="2033"/>
                </a:lnTo>
                <a:lnTo>
                  <a:pt x="2126" y="453"/>
                </a:lnTo>
                <a:lnTo>
                  <a:pt x="0" y="0"/>
                </a:lnTo>
                <a:close/>
              </a:path>
            </a:pathLst>
          </a:custGeom>
          <a:solidFill>
            <a:srgbClr val="5F5F5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90" name="object 1890"/>
          <p:cNvSpPr/>
          <p:nvPr/>
        </p:nvSpPr>
        <p:spPr>
          <a:xfrm>
            <a:off x="5231150" y="4929515"/>
            <a:ext cx="36995" cy="13558"/>
          </a:xfrm>
          <a:custGeom>
            <a:avLst/>
            <a:gdLst/>
            <a:ahLst/>
            <a:cxnLst/>
            <a:rect l="l" t="t" r="r" b="b"/>
            <a:pathLst>
              <a:path w="36995" h="13558">
                <a:moveTo>
                  <a:pt x="19770" y="450"/>
                </a:moveTo>
                <a:lnTo>
                  <a:pt x="11692" y="3388"/>
                </a:lnTo>
                <a:lnTo>
                  <a:pt x="0" y="5872"/>
                </a:lnTo>
                <a:lnTo>
                  <a:pt x="7866" y="9716"/>
                </a:lnTo>
                <a:lnTo>
                  <a:pt x="22534" y="13558"/>
                </a:lnTo>
                <a:lnTo>
                  <a:pt x="30405" y="12879"/>
                </a:lnTo>
                <a:lnTo>
                  <a:pt x="36357" y="7227"/>
                </a:lnTo>
                <a:lnTo>
                  <a:pt x="36995" y="0"/>
                </a:lnTo>
                <a:lnTo>
                  <a:pt x="31467" y="225"/>
                </a:lnTo>
                <a:lnTo>
                  <a:pt x="26148" y="0"/>
                </a:lnTo>
                <a:lnTo>
                  <a:pt x="19770" y="45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91" name="object 1891"/>
          <p:cNvSpPr/>
          <p:nvPr/>
        </p:nvSpPr>
        <p:spPr>
          <a:xfrm>
            <a:off x="5202023" y="4912794"/>
            <a:ext cx="68672" cy="64169"/>
          </a:xfrm>
          <a:custGeom>
            <a:avLst/>
            <a:gdLst/>
            <a:ahLst/>
            <a:cxnLst/>
            <a:rect l="l" t="t" r="r" b="b"/>
            <a:pathLst>
              <a:path w="68672" h="64169">
                <a:moveTo>
                  <a:pt x="1061" y="57393"/>
                </a:moveTo>
                <a:lnTo>
                  <a:pt x="1911" y="61232"/>
                </a:lnTo>
                <a:lnTo>
                  <a:pt x="3187" y="62815"/>
                </a:lnTo>
                <a:lnTo>
                  <a:pt x="6163" y="63944"/>
                </a:lnTo>
                <a:lnTo>
                  <a:pt x="8928" y="64169"/>
                </a:lnTo>
                <a:lnTo>
                  <a:pt x="13604" y="63944"/>
                </a:lnTo>
                <a:lnTo>
                  <a:pt x="16792" y="61911"/>
                </a:lnTo>
                <a:lnTo>
                  <a:pt x="17644" y="59877"/>
                </a:lnTo>
                <a:lnTo>
                  <a:pt x="18068" y="52191"/>
                </a:lnTo>
                <a:lnTo>
                  <a:pt x="18918" y="45417"/>
                </a:lnTo>
                <a:lnTo>
                  <a:pt x="18918" y="40674"/>
                </a:lnTo>
                <a:lnTo>
                  <a:pt x="19344" y="38182"/>
                </a:lnTo>
                <a:lnTo>
                  <a:pt x="20406" y="33893"/>
                </a:lnTo>
                <a:lnTo>
                  <a:pt x="22108" y="32535"/>
                </a:lnTo>
                <a:lnTo>
                  <a:pt x="24663" y="32535"/>
                </a:lnTo>
                <a:lnTo>
                  <a:pt x="29979" y="33214"/>
                </a:lnTo>
                <a:lnTo>
                  <a:pt x="38269" y="35247"/>
                </a:lnTo>
                <a:lnTo>
                  <a:pt x="44859" y="36377"/>
                </a:lnTo>
                <a:lnTo>
                  <a:pt x="50385" y="36602"/>
                </a:lnTo>
                <a:lnTo>
                  <a:pt x="56556" y="36377"/>
                </a:lnTo>
                <a:lnTo>
                  <a:pt x="60382" y="35247"/>
                </a:lnTo>
                <a:lnTo>
                  <a:pt x="63570" y="33214"/>
                </a:lnTo>
                <a:lnTo>
                  <a:pt x="65911" y="30730"/>
                </a:lnTo>
                <a:lnTo>
                  <a:pt x="66973" y="27567"/>
                </a:lnTo>
                <a:lnTo>
                  <a:pt x="68672" y="8810"/>
                </a:lnTo>
                <a:lnTo>
                  <a:pt x="67399" y="4292"/>
                </a:lnTo>
                <a:lnTo>
                  <a:pt x="65911" y="2258"/>
                </a:lnTo>
                <a:lnTo>
                  <a:pt x="63358" y="0"/>
                </a:lnTo>
                <a:lnTo>
                  <a:pt x="65911" y="7001"/>
                </a:lnTo>
                <a:lnTo>
                  <a:pt x="65911" y="12882"/>
                </a:lnTo>
                <a:lnTo>
                  <a:pt x="65484" y="16946"/>
                </a:lnTo>
                <a:lnTo>
                  <a:pt x="64208" y="23723"/>
                </a:lnTo>
                <a:lnTo>
                  <a:pt x="62082" y="26212"/>
                </a:lnTo>
                <a:lnTo>
                  <a:pt x="58894" y="27792"/>
                </a:lnTo>
                <a:lnTo>
                  <a:pt x="55064" y="28245"/>
                </a:lnTo>
                <a:lnTo>
                  <a:pt x="51449" y="27792"/>
                </a:lnTo>
                <a:lnTo>
                  <a:pt x="47409" y="26663"/>
                </a:lnTo>
                <a:lnTo>
                  <a:pt x="42095" y="25528"/>
                </a:lnTo>
                <a:lnTo>
                  <a:pt x="36569" y="23948"/>
                </a:lnTo>
                <a:lnTo>
                  <a:pt x="32105" y="22819"/>
                </a:lnTo>
                <a:lnTo>
                  <a:pt x="27427" y="21689"/>
                </a:lnTo>
                <a:lnTo>
                  <a:pt x="22320" y="22819"/>
                </a:lnTo>
                <a:lnTo>
                  <a:pt x="20406" y="24852"/>
                </a:lnTo>
                <a:lnTo>
                  <a:pt x="18918" y="30730"/>
                </a:lnTo>
                <a:lnTo>
                  <a:pt x="17218" y="36149"/>
                </a:lnTo>
                <a:lnTo>
                  <a:pt x="14030" y="42480"/>
                </a:lnTo>
                <a:lnTo>
                  <a:pt x="11689" y="46093"/>
                </a:lnTo>
                <a:lnTo>
                  <a:pt x="9351" y="48352"/>
                </a:lnTo>
                <a:lnTo>
                  <a:pt x="5525" y="49482"/>
                </a:lnTo>
                <a:lnTo>
                  <a:pt x="2337" y="50160"/>
                </a:lnTo>
                <a:lnTo>
                  <a:pt x="0" y="49482"/>
                </a:lnTo>
                <a:lnTo>
                  <a:pt x="1061" y="57393"/>
                </a:lnTo>
                <a:close/>
              </a:path>
            </a:pathLst>
          </a:custGeom>
          <a:solidFill>
            <a:srgbClr val="5F5F5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92" name="object 1892"/>
          <p:cNvSpPr/>
          <p:nvPr/>
        </p:nvSpPr>
        <p:spPr>
          <a:xfrm>
            <a:off x="5328317" y="4961598"/>
            <a:ext cx="29341" cy="9040"/>
          </a:xfrm>
          <a:custGeom>
            <a:avLst/>
            <a:gdLst/>
            <a:ahLst/>
            <a:cxnLst/>
            <a:rect l="l" t="t" r="r" b="b"/>
            <a:pathLst>
              <a:path w="29341" h="9040">
                <a:moveTo>
                  <a:pt x="0" y="2258"/>
                </a:moveTo>
                <a:lnTo>
                  <a:pt x="2764" y="9040"/>
                </a:lnTo>
                <a:lnTo>
                  <a:pt x="29341" y="7009"/>
                </a:lnTo>
                <a:lnTo>
                  <a:pt x="27210" y="0"/>
                </a:lnTo>
                <a:lnTo>
                  <a:pt x="0" y="2258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93" name="object 1893"/>
          <p:cNvSpPr/>
          <p:nvPr/>
        </p:nvSpPr>
        <p:spPr>
          <a:xfrm>
            <a:off x="5324279" y="4954145"/>
            <a:ext cx="33379" cy="9486"/>
          </a:xfrm>
          <a:custGeom>
            <a:avLst/>
            <a:gdLst/>
            <a:ahLst/>
            <a:cxnLst/>
            <a:rect l="l" t="t" r="r" b="b"/>
            <a:pathLst>
              <a:path w="33379" h="9486">
                <a:moveTo>
                  <a:pt x="0" y="2033"/>
                </a:moveTo>
                <a:lnTo>
                  <a:pt x="2126" y="8131"/>
                </a:lnTo>
                <a:lnTo>
                  <a:pt x="4249" y="9486"/>
                </a:lnTo>
                <a:lnTo>
                  <a:pt x="33379" y="7905"/>
                </a:lnTo>
                <a:lnTo>
                  <a:pt x="31248" y="2258"/>
                </a:lnTo>
                <a:lnTo>
                  <a:pt x="27846" y="0"/>
                </a:lnTo>
                <a:lnTo>
                  <a:pt x="0" y="2033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94" name="object 1894"/>
          <p:cNvSpPr/>
          <p:nvPr/>
        </p:nvSpPr>
        <p:spPr>
          <a:xfrm>
            <a:off x="5485224" y="4945558"/>
            <a:ext cx="29341" cy="9265"/>
          </a:xfrm>
          <a:custGeom>
            <a:avLst/>
            <a:gdLst/>
            <a:ahLst/>
            <a:cxnLst/>
            <a:rect l="l" t="t" r="r" b="b"/>
            <a:pathLst>
              <a:path w="29341" h="9265">
                <a:moveTo>
                  <a:pt x="0" y="2484"/>
                </a:moveTo>
                <a:lnTo>
                  <a:pt x="2764" y="9265"/>
                </a:lnTo>
                <a:lnTo>
                  <a:pt x="29341" y="7007"/>
                </a:lnTo>
                <a:lnTo>
                  <a:pt x="26791" y="0"/>
                </a:lnTo>
                <a:lnTo>
                  <a:pt x="0" y="2484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95" name="object 1895"/>
          <p:cNvSpPr/>
          <p:nvPr/>
        </p:nvSpPr>
        <p:spPr>
          <a:xfrm>
            <a:off x="5481186" y="4938323"/>
            <a:ext cx="33379" cy="9491"/>
          </a:xfrm>
          <a:custGeom>
            <a:avLst/>
            <a:gdLst/>
            <a:ahLst/>
            <a:cxnLst/>
            <a:rect l="l" t="t" r="r" b="b"/>
            <a:pathLst>
              <a:path w="33379" h="9491">
                <a:moveTo>
                  <a:pt x="0" y="1362"/>
                </a:moveTo>
                <a:lnTo>
                  <a:pt x="1911" y="7911"/>
                </a:lnTo>
                <a:lnTo>
                  <a:pt x="4464" y="9491"/>
                </a:lnTo>
                <a:lnTo>
                  <a:pt x="33379" y="7685"/>
                </a:lnTo>
                <a:lnTo>
                  <a:pt x="30829" y="2263"/>
                </a:lnTo>
                <a:lnTo>
                  <a:pt x="27853" y="0"/>
                </a:lnTo>
                <a:lnTo>
                  <a:pt x="0" y="1362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96" name="object 1896"/>
          <p:cNvSpPr/>
          <p:nvPr/>
        </p:nvSpPr>
        <p:spPr>
          <a:xfrm>
            <a:off x="5353401" y="4938548"/>
            <a:ext cx="19351" cy="168346"/>
          </a:xfrm>
          <a:custGeom>
            <a:avLst/>
            <a:gdLst/>
            <a:ahLst/>
            <a:cxnLst/>
            <a:rect l="l" t="t" r="r" b="b"/>
            <a:pathLst>
              <a:path w="19351" h="168346">
                <a:moveTo>
                  <a:pt x="0" y="0"/>
                </a:moveTo>
                <a:lnTo>
                  <a:pt x="4045" y="7685"/>
                </a:lnTo>
                <a:lnTo>
                  <a:pt x="6809" y="14016"/>
                </a:lnTo>
                <a:lnTo>
                  <a:pt x="8297" y="19889"/>
                </a:lnTo>
                <a:lnTo>
                  <a:pt x="9785" y="25083"/>
                </a:lnTo>
                <a:lnTo>
                  <a:pt x="11273" y="31188"/>
                </a:lnTo>
                <a:lnTo>
                  <a:pt x="12335" y="37737"/>
                </a:lnTo>
                <a:lnTo>
                  <a:pt x="13399" y="43617"/>
                </a:lnTo>
                <a:lnTo>
                  <a:pt x="14673" y="49262"/>
                </a:lnTo>
                <a:lnTo>
                  <a:pt x="17013" y="53554"/>
                </a:lnTo>
                <a:lnTo>
                  <a:pt x="16587" y="58755"/>
                </a:lnTo>
                <a:lnTo>
                  <a:pt x="16161" y="65757"/>
                </a:lnTo>
                <a:lnTo>
                  <a:pt x="16161" y="74119"/>
                </a:lnTo>
                <a:lnTo>
                  <a:pt x="17225" y="84515"/>
                </a:lnTo>
                <a:lnTo>
                  <a:pt x="18713" y="103041"/>
                </a:lnTo>
                <a:lnTo>
                  <a:pt x="19351" y="119762"/>
                </a:lnTo>
                <a:lnTo>
                  <a:pt x="19351" y="132189"/>
                </a:lnTo>
                <a:lnTo>
                  <a:pt x="18075" y="144617"/>
                </a:lnTo>
                <a:lnTo>
                  <a:pt x="17013" y="155692"/>
                </a:lnTo>
                <a:lnTo>
                  <a:pt x="14673" y="168346"/>
                </a:lnTo>
              </a:path>
            </a:pathLst>
          </a:custGeom>
          <a:ln w="1702">
            <a:solidFill>
              <a:srgbClr val="00004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97" name="object 1897"/>
          <p:cNvSpPr/>
          <p:nvPr/>
        </p:nvSpPr>
        <p:spPr>
          <a:xfrm>
            <a:off x="5159287" y="4923635"/>
            <a:ext cx="378029" cy="216245"/>
          </a:xfrm>
          <a:custGeom>
            <a:avLst/>
            <a:gdLst/>
            <a:ahLst/>
            <a:cxnLst/>
            <a:rect l="l" t="t" r="r" b="b"/>
            <a:pathLst>
              <a:path w="378029" h="216245">
                <a:moveTo>
                  <a:pt x="34443" y="25761"/>
                </a:moveTo>
                <a:lnTo>
                  <a:pt x="20834" y="28245"/>
                </a:lnTo>
                <a:lnTo>
                  <a:pt x="11268" y="29833"/>
                </a:lnTo>
                <a:lnTo>
                  <a:pt x="0" y="30059"/>
                </a:lnTo>
                <a:lnTo>
                  <a:pt x="3402" y="41576"/>
                </a:lnTo>
                <a:lnTo>
                  <a:pt x="5740" y="50166"/>
                </a:lnTo>
                <a:lnTo>
                  <a:pt x="8504" y="61240"/>
                </a:lnTo>
                <a:lnTo>
                  <a:pt x="9992" y="71184"/>
                </a:lnTo>
                <a:lnTo>
                  <a:pt x="11906" y="84064"/>
                </a:lnTo>
                <a:lnTo>
                  <a:pt x="18070" y="90612"/>
                </a:lnTo>
                <a:lnTo>
                  <a:pt x="12756" y="93325"/>
                </a:lnTo>
                <a:lnTo>
                  <a:pt x="12756" y="104849"/>
                </a:lnTo>
                <a:lnTo>
                  <a:pt x="13394" y="116374"/>
                </a:lnTo>
                <a:lnTo>
                  <a:pt x="14668" y="131059"/>
                </a:lnTo>
                <a:lnTo>
                  <a:pt x="15944" y="157950"/>
                </a:lnTo>
                <a:lnTo>
                  <a:pt x="15944" y="182580"/>
                </a:lnTo>
                <a:lnTo>
                  <a:pt x="15094" y="196592"/>
                </a:lnTo>
                <a:lnTo>
                  <a:pt x="14668" y="207438"/>
                </a:lnTo>
                <a:lnTo>
                  <a:pt x="13394" y="216245"/>
                </a:lnTo>
                <a:lnTo>
                  <a:pt x="315309" y="164507"/>
                </a:lnTo>
                <a:lnTo>
                  <a:pt x="330194" y="160885"/>
                </a:lnTo>
                <a:lnTo>
                  <a:pt x="328913" y="151852"/>
                </a:lnTo>
                <a:lnTo>
                  <a:pt x="330408" y="142587"/>
                </a:lnTo>
                <a:lnTo>
                  <a:pt x="331470" y="134675"/>
                </a:lnTo>
                <a:lnTo>
                  <a:pt x="335722" y="123156"/>
                </a:lnTo>
                <a:lnTo>
                  <a:pt x="339548" y="114341"/>
                </a:lnTo>
                <a:lnTo>
                  <a:pt x="345074" y="103041"/>
                </a:lnTo>
                <a:lnTo>
                  <a:pt x="351240" y="93325"/>
                </a:lnTo>
                <a:lnTo>
                  <a:pt x="355916" y="84515"/>
                </a:lnTo>
                <a:lnTo>
                  <a:pt x="363363" y="75023"/>
                </a:lnTo>
                <a:lnTo>
                  <a:pt x="369527" y="67112"/>
                </a:lnTo>
                <a:lnTo>
                  <a:pt x="375480" y="58530"/>
                </a:lnTo>
                <a:lnTo>
                  <a:pt x="378029" y="52650"/>
                </a:lnTo>
                <a:lnTo>
                  <a:pt x="375479" y="49489"/>
                </a:lnTo>
                <a:lnTo>
                  <a:pt x="374418" y="41804"/>
                </a:lnTo>
                <a:lnTo>
                  <a:pt x="371865" y="30963"/>
                </a:lnTo>
                <a:lnTo>
                  <a:pt x="368677" y="21018"/>
                </a:lnTo>
                <a:lnTo>
                  <a:pt x="364851" y="11978"/>
                </a:lnTo>
                <a:lnTo>
                  <a:pt x="359530" y="4976"/>
                </a:lnTo>
                <a:lnTo>
                  <a:pt x="355916" y="0"/>
                </a:lnTo>
                <a:lnTo>
                  <a:pt x="335296" y="0"/>
                </a:lnTo>
              </a:path>
            </a:pathLst>
          </a:custGeom>
          <a:ln w="1782">
            <a:solidFill>
              <a:srgbClr val="00004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98" name="object 1898"/>
          <p:cNvSpPr/>
          <p:nvPr/>
        </p:nvSpPr>
        <p:spPr>
          <a:xfrm>
            <a:off x="4560341" y="5037976"/>
            <a:ext cx="175625" cy="113882"/>
          </a:xfrm>
          <a:custGeom>
            <a:avLst/>
            <a:gdLst/>
            <a:ahLst/>
            <a:cxnLst/>
            <a:rect l="l" t="t" r="r" b="b"/>
            <a:pathLst>
              <a:path w="175625" h="113882">
                <a:moveTo>
                  <a:pt x="0" y="0"/>
                </a:moveTo>
                <a:lnTo>
                  <a:pt x="0" y="69822"/>
                </a:lnTo>
                <a:lnTo>
                  <a:pt x="175625" y="113882"/>
                </a:lnTo>
                <a:lnTo>
                  <a:pt x="175625" y="3615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99" name="object 1899"/>
          <p:cNvSpPr/>
          <p:nvPr/>
        </p:nvSpPr>
        <p:spPr>
          <a:xfrm>
            <a:off x="4572676" y="5054244"/>
            <a:ext cx="144152" cy="33672"/>
          </a:xfrm>
          <a:custGeom>
            <a:avLst/>
            <a:gdLst/>
            <a:ahLst/>
            <a:cxnLst/>
            <a:rect l="l" t="t" r="r" b="b"/>
            <a:pathLst>
              <a:path w="144152" h="33672">
                <a:moveTo>
                  <a:pt x="0" y="0"/>
                </a:moveTo>
                <a:lnTo>
                  <a:pt x="3123" y="5993"/>
                </a:lnTo>
                <a:lnTo>
                  <a:pt x="9046" y="11589"/>
                </a:lnTo>
                <a:lnTo>
                  <a:pt x="17512" y="16716"/>
                </a:lnTo>
                <a:lnTo>
                  <a:pt x="28263" y="21302"/>
                </a:lnTo>
                <a:lnTo>
                  <a:pt x="41043" y="25276"/>
                </a:lnTo>
                <a:lnTo>
                  <a:pt x="55595" y="28566"/>
                </a:lnTo>
                <a:lnTo>
                  <a:pt x="71663" y="31100"/>
                </a:lnTo>
                <a:lnTo>
                  <a:pt x="88990" y="32807"/>
                </a:lnTo>
                <a:lnTo>
                  <a:pt x="107319" y="33615"/>
                </a:lnTo>
                <a:lnTo>
                  <a:pt x="113747" y="33672"/>
                </a:lnTo>
                <a:lnTo>
                  <a:pt x="126514" y="33520"/>
                </a:lnTo>
                <a:lnTo>
                  <a:pt x="139184" y="32932"/>
                </a:lnTo>
                <a:lnTo>
                  <a:pt x="144152" y="32535"/>
                </a:lnTo>
              </a:path>
            </a:pathLst>
          </a:custGeom>
          <a:ln w="1803">
            <a:solidFill>
              <a:srgbClr val="9F9F9F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00" name="object 1900"/>
          <p:cNvSpPr/>
          <p:nvPr/>
        </p:nvSpPr>
        <p:spPr>
          <a:xfrm>
            <a:off x="4573529" y="5063059"/>
            <a:ext cx="144150" cy="33214"/>
          </a:xfrm>
          <a:custGeom>
            <a:avLst/>
            <a:gdLst/>
            <a:ahLst/>
            <a:cxnLst/>
            <a:rect l="l" t="t" r="r" b="b"/>
            <a:pathLst>
              <a:path w="144150" h="33214">
                <a:moveTo>
                  <a:pt x="0" y="0"/>
                </a:moveTo>
                <a:lnTo>
                  <a:pt x="3243" y="5926"/>
                </a:lnTo>
                <a:lnTo>
                  <a:pt x="9253" y="11456"/>
                </a:lnTo>
                <a:lnTo>
                  <a:pt x="17776" y="16519"/>
                </a:lnTo>
                <a:lnTo>
                  <a:pt x="28558" y="21045"/>
                </a:lnTo>
                <a:lnTo>
                  <a:pt x="41348" y="24963"/>
                </a:lnTo>
                <a:lnTo>
                  <a:pt x="55893" y="28204"/>
                </a:lnTo>
                <a:lnTo>
                  <a:pt x="71939" y="30697"/>
                </a:lnTo>
                <a:lnTo>
                  <a:pt x="89234" y="32373"/>
                </a:lnTo>
                <a:lnTo>
                  <a:pt x="107526" y="33161"/>
                </a:lnTo>
                <a:lnTo>
                  <a:pt x="113747" y="33214"/>
                </a:lnTo>
                <a:lnTo>
                  <a:pt x="126513" y="33062"/>
                </a:lnTo>
                <a:lnTo>
                  <a:pt x="139184" y="32478"/>
                </a:lnTo>
                <a:lnTo>
                  <a:pt x="144150" y="32084"/>
                </a:lnTo>
              </a:path>
            </a:pathLst>
          </a:custGeom>
          <a:ln w="1803">
            <a:solidFill>
              <a:srgbClr val="9F9F9F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01" name="object 1901"/>
          <p:cNvSpPr/>
          <p:nvPr/>
        </p:nvSpPr>
        <p:spPr>
          <a:xfrm>
            <a:off x="4573314" y="5070965"/>
            <a:ext cx="144790" cy="34121"/>
          </a:xfrm>
          <a:custGeom>
            <a:avLst/>
            <a:gdLst/>
            <a:ahLst/>
            <a:cxnLst/>
            <a:rect l="l" t="t" r="r" b="b"/>
            <a:pathLst>
              <a:path w="144790" h="34121">
                <a:moveTo>
                  <a:pt x="0" y="0"/>
                </a:moveTo>
                <a:lnTo>
                  <a:pt x="2928" y="6050"/>
                </a:lnTo>
                <a:lnTo>
                  <a:pt x="8686" y="11703"/>
                </a:lnTo>
                <a:lnTo>
                  <a:pt x="17021" y="16886"/>
                </a:lnTo>
                <a:lnTo>
                  <a:pt x="27679" y="21526"/>
                </a:lnTo>
                <a:lnTo>
                  <a:pt x="40407" y="25552"/>
                </a:lnTo>
                <a:lnTo>
                  <a:pt x="54953" y="28890"/>
                </a:lnTo>
                <a:lnTo>
                  <a:pt x="71063" y="31468"/>
                </a:lnTo>
                <a:lnTo>
                  <a:pt x="88485" y="33213"/>
                </a:lnTo>
                <a:lnTo>
                  <a:pt x="106965" y="34054"/>
                </a:lnTo>
                <a:lnTo>
                  <a:pt x="113961" y="34121"/>
                </a:lnTo>
                <a:lnTo>
                  <a:pt x="126795" y="33891"/>
                </a:lnTo>
                <a:lnTo>
                  <a:pt x="139450" y="33203"/>
                </a:lnTo>
                <a:lnTo>
                  <a:pt x="144790" y="32766"/>
                </a:lnTo>
              </a:path>
            </a:pathLst>
          </a:custGeom>
          <a:ln w="1803">
            <a:solidFill>
              <a:srgbClr val="9F9F9F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02" name="object 1902"/>
          <p:cNvSpPr/>
          <p:nvPr/>
        </p:nvSpPr>
        <p:spPr>
          <a:xfrm>
            <a:off x="4573952" y="5079778"/>
            <a:ext cx="144152" cy="34118"/>
          </a:xfrm>
          <a:custGeom>
            <a:avLst/>
            <a:gdLst/>
            <a:ahLst/>
            <a:cxnLst/>
            <a:rect l="l" t="t" r="r" b="b"/>
            <a:pathLst>
              <a:path w="144152" h="34118">
                <a:moveTo>
                  <a:pt x="0" y="0"/>
                </a:moveTo>
                <a:lnTo>
                  <a:pt x="2875" y="6059"/>
                </a:lnTo>
                <a:lnTo>
                  <a:pt x="8602" y="11719"/>
                </a:lnTo>
                <a:lnTo>
                  <a:pt x="16925" y="16908"/>
                </a:lnTo>
                <a:lnTo>
                  <a:pt x="27587" y="21553"/>
                </a:lnTo>
                <a:lnTo>
                  <a:pt x="40334" y="25581"/>
                </a:lnTo>
                <a:lnTo>
                  <a:pt x="54909" y="28918"/>
                </a:lnTo>
                <a:lnTo>
                  <a:pt x="71057" y="31491"/>
                </a:lnTo>
                <a:lnTo>
                  <a:pt x="88521" y="33229"/>
                </a:lnTo>
                <a:lnTo>
                  <a:pt x="107046" y="34057"/>
                </a:lnTo>
                <a:lnTo>
                  <a:pt x="113747" y="34118"/>
                </a:lnTo>
                <a:lnTo>
                  <a:pt x="126513" y="33967"/>
                </a:lnTo>
                <a:lnTo>
                  <a:pt x="139183" y="33383"/>
                </a:lnTo>
                <a:lnTo>
                  <a:pt x="144152" y="32989"/>
                </a:lnTo>
              </a:path>
            </a:pathLst>
          </a:custGeom>
          <a:ln w="1803">
            <a:solidFill>
              <a:srgbClr val="9F9F9F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03" name="object 1903"/>
          <p:cNvSpPr/>
          <p:nvPr/>
        </p:nvSpPr>
        <p:spPr>
          <a:xfrm>
            <a:off x="4572891" y="5087233"/>
            <a:ext cx="143938" cy="34348"/>
          </a:xfrm>
          <a:custGeom>
            <a:avLst/>
            <a:gdLst/>
            <a:ahLst/>
            <a:cxnLst/>
            <a:rect l="l" t="t" r="r" b="b"/>
            <a:pathLst>
              <a:path w="143938" h="34348">
                <a:moveTo>
                  <a:pt x="0" y="0"/>
                </a:moveTo>
                <a:lnTo>
                  <a:pt x="2689" y="5986"/>
                </a:lnTo>
                <a:lnTo>
                  <a:pt x="8275" y="11616"/>
                </a:lnTo>
                <a:lnTo>
                  <a:pt x="16498" y="16808"/>
                </a:lnTo>
                <a:lnTo>
                  <a:pt x="27099" y="21481"/>
                </a:lnTo>
                <a:lnTo>
                  <a:pt x="39820" y="25557"/>
                </a:lnTo>
                <a:lnTo>
                  <a:pt x="54401" y="28954"/>
                </a:lnTo>
                <a:lnTo>
                  <a:pt x="70584" y="31592"/>
                </a:lnTo>
                <a:lnTo>
                  <a:pt x="88109" y="33392"/>
                </a:lnTo>
                <a:lnTo>
                  <a:pt x="106717" y="34272"/>
                </a:lnTo>
                <a:lnTo>
                  <a:pt x="114170" y="34348"/>
                </a:lnTo>
                <a:lnTo>
                  <a:pt x="126938" y="34190"/>
                </a:lnTo>
                <a:lnTo>
                  <a:pt x="139603" y="33575"/>
                </a:lnTo>
                <a:lnTo>
                  <a:pt x="143938" y="33219"/>
                </a:lnTo>
              </a:path>
            </a:pathLst>
          </a:custGeom>
          <a:ln w="1803">
            <a:solidFill>
              <a:srgbClr val="9F9F9F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04" name="object 1904"/>
          <p:cNvSpPr/>
          <p:nvPr/>
        </p:nvSpPr>
        <p:spPr>
          <a:xfrm>
            <a:off x="4572676" y="5046791"/>
            <a:ext cx="144152" cy="33665"/>
          </a:xfrm>
          <a:custGeom>
            <a:avLst/>
            <a:gdLst/>
            <a:ahLst/>
            <a:cxnLst/>
            <a:rect l="l" t="t" r="r" b="b"/>
            <a:pathLst>
              <a:path w="144152" h="33665">
                <a:moveTo>
                  <a:pt x="0" y="0"/>
                </a:moveTo>
                <a:lnTo>
                  <a:pt x="3123" y="5992"/>
                </a:lnTo>
                <a:lnTo>
                  <a:pt x="9047" y="11587"/>
                </a:lnTo>
                <a:lnTo>
                  <a:pt x="17512" y="16713"/>
                </a:lnTo>
                <a:lnTo>
                  <a:pt x="28264" y="21298"/>
                </a:lnTo>
                <a:lnTo>
                  <a:pt x="41044" y="25271"/>
                </a:lnTo>
                <a:lnTo>
                  <a:pt x="55597" y="28560"/>
                </a:lnTo>
                <a:lnTo>
                  <a:pt x="71665" y="31093"/>
                </a:lnTo>
                <a:lnTo>
                  <a:pt x="88993" y="32800"/>
                </a:lnTo>
                <a:lnTo>
                  <a:pt x="107322" y="33607"/>
                </a:lnTo>
                <a:lnTo>
                  <a:pt x="113747" y="33665"/>
                </a:lnTo>
                <a:lnTo>
                  <a:pt x="126514" y="33514"/>
                </a:lnTo>
                <a:lnTo>
                  <a:pt x="139184" y="32930"/>
                </a:lnTo>
                <a:lnTo>
                  <a:pt x="144152" y="32535"/>
                </a:lnTo>
              </a:path>
            </a:pathLst>
          </a:custGeom>
          <a:ln w="1803">
            <a:solidFill>
              <a:srgbClr val="9F9F9F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05" name="object 1905"/>
          <p:cNvSpPr/>
          <p:nvPr/>
        </p:nvSpPr>
        <p:spPr>
          <a:xfrm>
            <a:off x="4533557" y="5033000"/>
            <a:ext cx="41033" cy="72539"/>
          </a:xfrm>
          <a:custGeom>
            <a:avLst/>
            <a:gdLst/>
            <a:ahLst/>
            <a:cxnLst/>
            <a:rect l="l" t="t" r="r" b="b"/>
            <a:pathLst>
              <a:path w="41033" h="72539">
                <a:moveTo>
                  <a:pt x="0" y="0"/>
                </a:moveTo>
                <a:lnTo>
                  <a:pt x="5527" y="54688"/>
                </a:lnTo>
                <a:lnTo>
                  <a:pt x="41033" y="72539"/>
                </a:lnTo>
                <a:lnTo>
                  <a:pt x="37845" y="858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06" name="object 1906"/>
          <p:cNvSpPr/>
          <p:nvPr/>
        </p:nvSpPr>
        <p:spPr>
          <a:xfrm>
            <a:off x="4529937" y="5031195"/>
            <a:ext cx="8721" cy="59882"/>
          </a:xfrm>
          <a:custGeom>
            <a:avLst/>
            <a:gdLst/>
            <a:ahLst/>
            <a:cxnLst/>
            <a:rect l="l" t="t" r="r" b="b"/>
            <a:pathLst>
              <a:path w="8721" h="59882">
                <a:moveTo>
                  <a:pt x="0" y="0"/>
                </a:moveTo>
                <a:lnTo>
                  <a:pt x="8721" y="59882"/>
                </a:lnTo>
                <a:lnTo>
                  <a:pt x="4895" y="3393"/>
                </a:lnTo>
                <a:lnTo>
                  <a:pt x="0" y="0"/>
                </a:lnTo>
                <a:close/>
              </a:path>
            </a:pathLst>
          </a:custGeom>
          <a:solidFill>
            <a:srgbClr val="DF6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07" name="object 1907"/>
          <p:cNvSpPr/>
          <p:nvPr/>
        </p:nvSpPr>
        <p:spPr>
          <a:xfrm>
            <a:off x="4562467" y="5038880"/>
            <a:ext cx="14037" cy="72078"/>
          </a:xfrm>
          <a:custGeom>
            <a:avLst/>
            <a:gdLst/>
            <a:ahLst/>
            <a:cxnLst/>
            <a:rect l="l" t="t" r="r" b="b"/>
            <a:pathLst>
              <a:path w="14037" h="72078">
                <a:moveTo>
                  <a:pt x="0" y="0"/>
                </a:moveTo>
                <a:lnTo>
                  <a:pt x="4471" y="66884"/>
                </a:lnTo>
                <a:lnTo>
                  <a:pt x="14037" y="72078"/>
                </a:lnTo>
                <a:lnTo>
                  <a:pt x="10209" y="904"/>
                </a:lnTo>
                <a:lnTo>
                  <a:pt x="0" y="0"/>
                </a:lnTo>
                <a:close/>
              </a:path>
            </a:pathLst>
          </a:custGeom>
          <a:solidFill>
            <a:srgbClr val="DFDFD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08" name="object 1908"/>
          <p:cNvSpPr/>
          <p:nvPr/>
        </p:nvSpPr>
        <p:spPr>
          <a:xfrm>
            <a:off x="4713427" y="5074584"/>
            <a:ext cx="21901" cy="64620"/>
          </a:xfrm>
          <a:custGeom>
            <a:avLst/>
            <a:gdLst/>
            <a:ahLst/>
            <a:cxnLst/>
            <a:rect l="l" t="t" r="r" b="b"/>
            <a:pathLst>
              <a:path w="21901" h="64620">
                <a:moveTo>
                  <a:pt x="0" y="450"/>
                </a:moveTo>
                <a:lnTo>
                  <a:pt x="5102" y="63040"/>
                </a:lnTo>
                <a:lnTo>
                  <a:pt x="21901" y="64620"/>
                </a:lnTo>
                <a:lnTo>
                  <a:pt x="15518" y="0"/>
                </a:lnTo>
                <a:lnTo>
                  <a:pt x="0" y="450"/>
                </a:lnTo>
                <a:close/>
              </a:path>
            </a:pathLst>
          </a:custGeom>
          <a:solidFill>
            <a:srgbClr val="DFDFD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09" name="object 1909"/>
          <p:cNvSpPr/>
          <p:nvPr/>
        </p:nvSpPr>
        <p:spPr>
          <a:xfrm>
            <a:off x="4725333" y="5074584"/>
            <a:ext cx="56130" cy="64846"/>
          </a:xfrm>
          <a:custGeom>
            <a:avLst/>
            <a:gdLst/>
            <a:ahLst/>
            <a:cxnLst/>
            <a:rect l="l" t="t" r="r" b="b"/>
            <a:pathLst>
              <a:path w="56130" h="64846">
                <a:moveTo>
                  <a:pt x="0" y="0"/>
                </a:moveTo>
                <a:lnTo>
                  <a:pt x="6383" y="63491"/>
                </a:lnTo>
                <a:lnTo>
                  <a:pt x="56130" y="64846"/>
                </a:lnTo>
                <a:lnTo>
                  <a:pt x="50604" y="4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10" name="object 1910"/>
          <p:cNvSpPr/>
          <p:nvPr/>
        </p:nvSpPr>
        <p:spPr>
          <a:xfrm>
            <a:off x="4775726" y="5081133"/>
            <a:ext cx="38693" cy="54233"/>
          </a:xfrm>
          <a:custGeom>
            <a:avLst/>
            <a:gdLst/>
            <a:ahLst/>
            <a:cxnLst/>
            <a:rect l="l" t="t" r="r" b="b"/>
            <a:pathLst>
              <a:path w="38693" h="54233">
                <a:moveTo>
                  <a:pt x="0" y="0"/>
                </a:moveTo>
                <a:lnTo>
                  <a:pt x="4464" y="54233"/>
                </a:lnTo>
                <a:lnTo>
                  <a:pt x="26789" y="54233"/>
                </a:lnTo>
                <a:lnTo>
                  <a:pt x="38693" y="453"/>
                </a:lnTo>
                <a:lnTo>
                  <a:pt x="0" y="0"/>
                </a:lnTo>
                <a:close/>
              </a:path>
            </a:pathLst>
          </a:custGeom>
          <a:solidFill>
            <a:srgbClr val="DF6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11" name="object 1911"/>
          <p:cNvSpPr/>
          <p:nvPr/>
        </p:nvSpPr>
        <p:spPr>
          <a:xfrm>
            <a:off x="4527599" y="5012893"/>
            <a:ext cx="288947" cy="71177"/>
          </a:xfrm>
          <a:custGeom>
            <a:avLst/>
            <a:gdLst/>
            <a:ahLst/>
            <a:cxnLst/>
            <a:rect l="l" t="t" r="r" b="b"/>
            <a:pathLst>
              <a:path w="288947" h="71177">
                <a:moveTo>
                  <a:pt x="2125" y="8364"/>
                </a:moveTo>
                <a:lnTo>
                  <a:pt x="637" y="11299"/>
                </a:lnTo>
                <a:lnTo>
                  <a:pt x="0" y="14687"/>
                </a:lnTo>
                <a:lnTo>
                  <a:pt x="0" y="17850"/>
                </a:lnTo>
                <a:lnTo>
                  <a:pt x="2125" y="19656"/>
                </a:lnTo>
                <a:lnTo>
                  <a:pt x="4682" y="22373"/>
                </a:lnTo>
                <a:lnTo>
                  <a:pt x="8296" y="24857"/>
                </a:lnTo>
                <a:lnTo>
                  <a:pt x="14036" y="28020"/>
                </a:lnTo>
                <a:lnTo>
                  <a:pt x="19988" y="30504"/>
                </a:lnTo>
                <a:lnTo>
                  <a:pt x="26790" y="33214"/>
                </a:lnTo>
                <a:lnTo>
                  <a:pt x="35080" y="36382"/>
                </a:lnTo>
                <a:lnTo>
                  <a:pt x="42951" y="39092"/>
                </a:lnTo>
                <a:lnTo>
                  <a:pt x="52943" y="42480"/>
                </a:lnTo>
                <a:lnTo>
                  <a:pt x="62298" y="45643"/>
                </a:lnTo>
                <a:lnTo>
                  <a:pt x="72295" y="48585"/>
                </a:lnTo>
                <a:lnTo>
                  <a:pt x="81223" y="50616"/>
                </a:lnTo>
                <a:lnTo>
                  <a:pt x="89725" y="53101"/>
                </a:lnTo>
                <a:lnTo>
                  <a:pt x="99291" y="54909"/>
                </a:lnTo>
                <a:lnTo>
                  <a:pt x="109288" y="57168"/>
                </a:lnTo>
                <a:lnTo>
                  <a:pt x="118643" y="58973"/>
                </a:lnTo>
                <a:lnTo>
                  <a:pt x="131823" y="61240"/>
                </a:lnTo>
                <a:lnTo>
                  <a:pt x="143306" y="63271"/>
                </a:lnTo>
                <a:lnTo>
                  <a:pt x="157550" y="65755"/>
                </a:lnTo>
                <a:lnTo>
                  <a:pt x="169674" y="67112"/>
                </a:lnTo>
                <a:lnTo>
                  <a:pt x="180728" y="67788"/>
                </a:lnTo>
                <a:lnTo>
                  <a:pt x="192418" y="68692"/>
                </a:lnTo>
                <a:lnTo>
                  <a:pt x="213257" y="69822"/>
                </a:lnTo>
                <a:lnTo>
                  <a:pt x="273640" y="71177"/>
                </a:lnTo>
                <a:lnTo>
                  <a:pt x="288947" y="69822"/>
                </a:lnTo>
                <a:lnTo>
                  <a:pt x="236435" y="47456"/>
                </a:lnTo>
                <a:lnTo>
                  <a:pt x="230690" y="45189"/>
                </a:lnTo>
                <a:lnTo>
                  <a:pt x="224100" y="44513"/>
                </a:lnTo>
                <a:lnTo>
                  <a:pt x="217721" y="44513"/>
                </a:lnTo>
                <a:lnTo>
                  <a:pt x="211769" y="45189"/>
                </a:lnTo>
                <a:lnTo>
                  <a:pt x="204541" y="45643"/>
                </a:lnTo>
                <a:lnTo>
                  <a:pt x="197308" y="45189"/>
                </a:lnTo>
                <a:lnTo>
                  <a:pt x="189230" y="44288"/>
                </a:lnTo>
                <a:lnTo>
                  <a:pt x="166902" y="41576"/>
                </a:lnTo>
                <a:lnTo>
                  <a:pt x="152236" y="40446"/>
                </a:lnTo>
                <a:lnTo>
                  <a:pt x="138206" y="38187"/>
                </a:lnTo>
                <a:lnTo>
                  <a:pt x="123319" y="35478"/>
                </a:lnTo>
                <a:lnTo>
                  <a:pt x="108012" y="32535"/>
                </a:lnTo>
                <a:lnTo>
                  <a:pt x="89725" y="29375"/>
                </a:lnTo>
                <a:lnTo>
                  <a:pt x="74633" y="24857"/>
                </a:lnTo>
                <a:lnTo>
                  <a:pt x="62933" y="21018"/>
                </a:lnTo>
                <a:lnTo>
                  <a:pt x="51667" y="17850"/>
                </a:lnTo>
                <a:lnTo>
                  <a:pt x="41677" y="14236"/>
                </a:lnTo>
                <a:lnTo>
                  <a:pt x="33592" y="11299"/>
                </a:lnTo>
                <a:lnTo>
                  <a:pt x="26790" y="7911"/>
                </a:lnTo>
                <a:lnTo>
                  <a:pt x="23176" y="5647"/>
                </a:lnTo>
                <a:lnTo>
                  <a:pt x="19988" y="3388"/>
                </a:lnTo>
                <a:lnTo>
                  <a:pt x="16374" y="0"/>
                </a:lnTo>
                <a:lnTo>
                  <a:pt x="12760" y="1354"/>
                </a:lnTo>
                <a:lnTo>
                  <a:pt x="9784" y="2709"/>
                </a:lnTo>
                <a:lnTo>
                  <a:pt x="7233" y="4292"/>
                </a:lnTo>
                <a:lnTo>
                  <a:pt x="4470" y="6776"/>
                </a:lnTo>
                <a:lnTo>
                  <a:pt x="2125" y="8364"/>
                </a:lnTo>
                <a:close/>
              </a:path>
            </a:pathLst>
          </a:custGeom>
          <a:solidFill>
            <a:srgbClr val="4040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12" name="object 1912"/>
          <p:cNvSpPr/>
          <p:nvPr/>
        </p:nvSpPr>
        <p:spPr>
          <a:xfrm>
            <a:off x="5614282" y="4997304"/>
            <a:ext cx="84836" cy="58748"/>
          </a:xfrm>
          <a:custGeom>
            <a:avLst/>
            <a:gdLst/>
            <a:ahLst/>
            <a:cxnLst/>
            <a:rect l="l" t="t" r="r" b="b"/>
            <a:pathLst>
              <a:path w="84836" h="58748">
                <a:moveTo>
                  <a:pt x="5952" y="52875"/>
                </a:moveTo>
                <a:lnTo>
                  <a:pt x="7235" y="55810"/>
                </a:lnTo>
                <a:lnTo>
                  <a:pt x="9997" y="57390"/>
                </a:lnTo>
                <a:lnTo>
                  <a:pt x="12973" y="58520"/>
                </a:lnTo>
                <a:lnTo>
                  <a:pt x="17651" y="58748"/>
                </a:lnTo>
                <a:lnTo>
                  <a:pt x="25515" y="58520"/>
                </a:lnTo>
                <a:lnTo>
                  <a:pt x="30829" y="57844"/>
                </a:lnTo>
                <a:lnTo>
                  <a:pt x="37633" y="56489"/>
                </a:lnTo>
                <a:lnTo>
                  <a:pt x="48693" y="54005"/>
                </a:lnTo>
                <a:lnTo>
                  <a:pt x="60385" y="50616"/>
                </a:lnTo>
                <a:lnTo>
                  <a:pt x="68037" y="47448"/>
                </a:lnTo>
                <a:lnTo>
                  <a:pt x="74634" y="44736"/>
                </a:lnTo>
                <a:lnTo>
                  <a:pt x="78672" y="42252"/>
                </a:lnTo>
                <a:lnTo>
                  <a:pt x="80798" y="40446"/>
                </a:lnTo>
                <a:lnTo>
                  <a:pt x="83136" y="38187"/>
                </a:lnTo>
                <a:lnTo>
                  <a:pt x="84412" y="35470"/>
                </a:lnTo>
                <a:lnTo>
                  <a:pt x="84836" y="32310"/>
                </a:lnTo>
                <a:lnTo>
                  <a:pt x="84200" y="18752"/>
                </a:lnTo>
                <a:lnTo>
                  <a:pt x="82924" y="17169"/>
                </a:lnTo>
                <a:lnTo>
                  <a:pt x="80160" y="15589"/>
                </a:lnTo>
                <a:lnTo>
                  <a:pt x="68251" y="11750"/>
                </a:lnTo>
                <a:lnTo>
                  <a:pt x="61661" y="8807"/>
                </a:lnTo>
                <a:lnTo>
                  <a:pt x="56344" y="6774"/>
                </a:lnTo>
                <a:lnTo>
                  <a:pt x="53583" y="4515"/>
                </a:lnTo>
                <a:lnTo>
                  <a:pt x="51669" y="0"/>
                </a:lnTo>
                <a:lnTo>
                  <a:pt x="51030" y="3388"/>
                </a:lnTo>
                <a:lnTo>
                  <a:pt x="49542" y="5872"/>
                </a:lnTo>
                <a:lnTo>
                  <a:pt x="46993" y="8582"/>
                </a:lnTo>
                <a:lnTo>
                  <a:pt x="43167" y="10395"/>
                </a:lnTo>
                <a:lnTo>
                  <a:pt x="40191" y="11750"/>
                </a:lnTo>
                <a:lnTo>
                  <a:pt x="35081" y="13330"/>
                </a:lnTo>
                <a:lnTo>
                  <a:pt x="30829" y="14685"/>
                </a:lnTo>
                <a:lnTo>
                  <a:pt x="24665" y="16493"/>
                </a:lnTo>
                <a:lnTo>
                  <a:pt x="19351" y="18073"/>
                </a:lnTo>
                <a:lnTo>
                  <a:pt x="9147" y="19656"/>
                </a:lnTo>
                <a:lnTo>
                  <a:pt x="3614" y="21010"/>
                </a:lnTo>
                <a:lnTo>
                  <a:pt x="0" y="22596"/>
                </a:lnTo>
                <a:lnTo>
                  <a:pt x="5952" y="52875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13" name="object 1913"/>
          <p:cNvSpPr/>
          <p:nvPr/>
        </p:nvSpPr>
        <p:spPr>
          <a:xfrm>
            <a:off x="5618746" y="5006112"/>
            <a:ext cx="75696" cy="26212"/>
          </a:xfrm>
          <a:custGeom>
            <a:avLst/>
            <a:gdLst/>
            <a:ahLst/>
            <a:cxnLst/>
            <a:rect l="l" t="t" r="r" b="b"/>
            <a:pathLst>
              <a:path w="75696" h="26212">
                <a:moveTo>
                  <a:pt x="33381" y="24178"/>
                </a:moveTo>
                <a:lnTo>
                  <a:pt x="39976" y="23049"/>
                </a:lnTo>
                <a:lnTo>
                  <a:pt x="46566" y="21469"/>
                </a:lnTo>
                <a:lnTo>
                  <a:pt x="54856" y="19435"/>
                </a:lnTo>
                <a:lnTo>
                  <a:pt x="62297" y="16500"/>
                </a:lnTo>
                <a:lnTo>
                  <a:pt x="68682" y="13558"/>
                </a:lnTo>
                <a:lnTo>
                  <a:pt x="72294" y="10848"/>
                </a:lnTo>
                <a:lnTo>
                  <a:pt x="74846" y="8815"/>
                </a:lnTo>
                <a:lnTo>
                  <a:pt x="75696" y="6781"/>
                </a:lnTo>
                <a:lnTo>
                  <a:pt x="63787" y="2942"/>
                </a:lnTo>
                <a:lnTo>
                  <a:pt x="56983" y="0"/>
                </a:lnTo>
                <a:lnTo>
                  <a:pt x="53583" y="3621"/>
                </a:lnTo>
                <a:lnTo>
                  <a:pt x="50181" y="5877"/>
                </a:lnTo>
                <a:lnTo>
                  <a:pt x="46993" y="8361"/>
                </a:lnTo>
                <a:lnTo>
                  <a:pt x="42529" y="9944"/>
                </a:lnTo>
                <a:lnTo>
                  <a:pt x="37850" y="11750"/>
                </a:lnTo>
                <a:lnTo>
                  <a:pt x="32531" y="12654"/>
                </a:lnTo>
                <a:lnTo>
                  <a:pt x="27003" y="13788"/>
                </a:lnTo>
                <a:lnTo>
                  <a:pt x="22115" y="14918"/>
                </a:lnTo>
                <a:lnTo>
                  <a:pt x="14887" y="16275"/>
                </a:lnTo>
                <a:lnTo>
                  <a:pt x="10849" y="16275"/>
                </a:lnTo>
                <a:lnTo>
                  <a:pt x="5533" y="16500"/>
                </a:lnTo>
                <a:lnTo>
                  <a:pt x="1702" y="16726"/>
                </a:lnTo>
                <a:lnTo>
                  <a:pt x="426" y="18759"/>
                </a:lnTo>
                <a:lnTo>
                  <a:pt x="0" y="21018"/>
                </a:lnTo>
                <a:lnTo>
                  <a:pt x="1488" y="23502"/>
                </a:lnTo>
                <a:lnTo>
                  <a:pt x="5321" y="25987"/>
                </a:lnTo>
                <a:lnTo>
                  <a:pt x="10423" y="26212"/>
                </a:lnTo>
                <a:lnTo>
                  <a:pt x="17225" y="26212"/>
                </a:lnTo>
                <a:lnTo>
                  <a:pt x="26365" y="25083"/>
                </a:lnTo>
                <a:lnTo>
                  <a:pt x="33381" y="24178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14" name="object 1914"/>
          <p:cNvSpPr/>
          <p:nvPr/>
        </p:nvSpPr>
        <p:spPr>
          <a:xfrm>
            <a:off x="5628743" y="5019900"/>
            <a:ext cx="59959" cy="12874"/>
          </a:xfrm>
          <a:custGeom>
            <a:avLst/>
            <a:gdLst/>
            <a:ahLst/>
            <a:cxnLst/>
            <a:rect l="l" t="t" r="r" b="b"/>
            <a:pathLst>
              <a:path w="59959" h="12874">
                <a:moveTo>
                  <a:pt x="0" y="12874"/>
                </a:moveTo>
                <a:lnTo>
                  <a:pt x="10416" y="12649"/>
                </a:lnTo>
                <a:lnTo>
                  <a:pt x="23384" y="11294"/>
                </a:lnTo>
                <a:lnTo>
                  <a:pt x="35507" y="9035"/>
                </a:lnTo>
                <a:lnTo>
                  <a:pt x="43797" y="7229"/>
                </a:lnTo>
                <a:lnTo>
                  <a:pt x="53152" y="3162"/>
                </a:lnTo>
                <a:lnTo>
                  <a:pt x="59959" y="0"/>
                </a:lnTo>
              </a:path>
            </a:pathLst>
          </a:custGeom>
          <a:ln w="1804">
            <a:solidFill>
              <a:srgbClr val="DFDFDF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15" name="object 1915"/>
          <p:cNvSpPr/>
          <p:nvPr/>
        </p:nvSpPr>
        <p:spPr>
          <a:xfrm>
            <a:off x="4515694" y="5082262"/>
            <a:ext cx="385264" cy="116600"/>
          </a:xfrm>
          <a:custGeom>
            <a:avLst/>
            <a:gdLst/>
            <a:ahLst/>
            <a:cxnLst/>
            <a:rect l="l" t="t" r="r" b="b"/>
            <a:pathLst>
              <a:path w="385264" h="116600">
                <a:moveTo>
                  <a:pt x="637" y="45648"/>
                </a:moveTo>
                <a:lnTo>
                  <a:pt x="2975" y="49940"/>
                </a:lnTo>
                <a:lnTo>
                  <a:pt x="6589" y="53328"/>
                </a:lnTo>
                <a:lnTo>
                  <a:pt x="10841" y="57167"/>
                </a:lnTo>
                <a:lnTo>
                  <a:pt x="17224" y="61014"/>
                </a:lnTo>
                <a:lnTo>
                  <a:pt x="36144" y="68242"/>
                </a:lnTo>
                <a:lnTo>
                  <a:pt x="51029" y="74119"/>
                </a:lnTo>
                <a:lnTo>
                  <a:pt x="71226" y="81346"/>
                </a:lnTo>
                <a:lnTo>
                  <a:pt x="93551" y="88581"/>
                </a:lnTo>
                <a:lnTo>
                  <a:pt x="111196" y="93775"/>
                </a:lnTo>
                <a:lnTo>
                  <a:pt x="132885" y="98969"/>
                </a:lnTo>
                <a:lnTo>
                  <a:pt x="157763" y="103720"/>
                </a:lnTo>
                <a:lnTo>
                  <a:pt x="169879" y="106204"/>
                </a:lnTo>
                <a:lnTo>
                  <a:pt x="181364" y="107784"/>
                </a:lnTo>
                <a:lnTo>
                  <a:pt x="191780" y="109365"/>
                </a:lnTo>
                <a:lnTo>
                  <a:pt x="199008" y="110494"/>
                </a:lnTo>
                <a:lnTo>
                  <a:pt x="208363" y="111398"/>
                </a:lnTo>
                <a:lnTo>
                  <a:pt x="216022" y="111623"/>
                </a:lnTo>
                <a:lnTo>
                  <a:pt x="235790" y="113437"/>
                </a:lnTo>
                <a:lnTo>
                  <a:pt x="253441" y="114566"/>
                </a:lnTo>
                <a:lnTo>
                  <a:pt x="268960" y="115695"/>
                </a:lnTo>
                <a:lnTo>
                  <a:pt x="286609" y="116374"/>
                </a:lnTo>
                <a:lnTo>
                  <a:pt x="306803" y="116600"/>
                </a:lnTo>
                <a:lnTo>
                  <a:pt x="324879" y="116149"/>
                </a:lnTo>
                <a:lnTo>
                  <a:pt x="335933" y="115695"/>
                </a:lnTo>
                <a:lnTo>
                  <a:pt x="346992" y="113665"/>
                </a:lnTo>
                <a:lnTo>
                  <a:pt x="357622" y="111398"/>
                </a:lnTo>
                <a:lnTo>
                  <a:pt x="363998" y="108688"/>
                </a:lnTo>
                <a:lnTo>
                  <a:pt x="368462" y="104849"/>
                </a:lnTo>
                <a:lnTo>
                  <a:pt x="373564" y="101010"/>
                </a:lnTo>
                <a:lnTo>
                  <a:pt x="377816" y="94905"/>
                </a:lnTo>
                <a:lnTo>
                  <a:pt x="380800" y="89936"/>
                </a:lnTo>
                <a:lnTo>
                  <a:pt x="383776" y="81347"/>
                </a:lnTo>
                <a:lnTo>
                  <a:pt x="384838" y="72990"/>
                </a:lnTo>
                <a:lnTo>
                  <a:pt x="385264" y="65983"/>
                </a:lnTo>
                <a:lnTo>
                  <a:pt x="384838" y="58522"/>
                </a:lnTo>
                <a:lnTo>
                  <a:pt x="383988" y="52199"/>
                </a:lnTo>
                <a:lnTo>
                  <a:pt x="360386" y="57168"/>
                </a:lnTo>
                <a:lnTo>
                  <a:pt x="352944" y="58297"/>
                </a:lnTo>
                <a:lnTo>
                  <a:pt x="339759" y="60110"/>
                </a:lnTo>
                <a:lnTo>
                  <a:pt x="329343" y="60336"/>
                </a:lnTo>
                <a:lnTo>
                  <a:pt x="320203" y="60336"/>
                </a:lnTo>
                <a:lnTo>
                  <a:pt x="310629" y="60110"/>
                </a:lnTo>
                <a:lnTo>
                  <a:pt x="303403" y="59885"/>
                </a:lnTo>
                <a:lnTo>
                  <a:pt x="296813" y="57618"/>
                </a:lnTo>
                <a:lnTo>
                  <a:pt x="291923" y="56942"/>
                </a:lnTo>
                <a:lnTo>
                  <a:pt x="287033" y="54233"/>
                </a:lnTo>
                <a:lnTo>
                  <a:pt x="284057" y="51295"/>
                </a:lnTo>
                <a:lnTo>
                  <a:pt x="245570" y="51070"/>
                </a:lnTo>
                <a:lnTo>
                  <a:pt x="228138" y="50391"/>
                </a:lnTo>
                <a:lnTo>
                  <a:pt x="218783" y="50166"/>
                </a:lnTo>
                <a:lnTo>
                  <a:pt x="208363" y="49262"/>
                </a:lnTo>
                <a:lnTo>
                  <a:pt x="193268" y="47456"/>
                </a:lnTo>
                <a:lnTo>
                  <a:pt x="175831" y="45417"/>
                </a:lnTo>
                <a:lnTo>
                  <a:pt x="162865" y="43384"/>
                </a:lnTo>
                <a:lnTo>
                  <a:pt x="150534" y="41350"/>
                </a:lnTo>
                <a:lnTo>
                  <a:pt x="138411" y="39996"/>
                </a:lnTo>
                <a:lnTo>
                  <a:pt x="120343" y="36157"/>
                </a:lnTo>
                <a:lnTo>
                  <a:pt x="101841" y="32318"/>
                </a:lnTo>
                <a:lnTo>
                  <a:pt x="84199" y="28020"/>
                </a:lnTo>
                <a:lnTo>
                  <a:pt x="70588" y="23953"/>
                </a:lnTo>
                <a:lnTo>
                  <a:pt x="56132" y="19210"/>
                </a:lnTo>
                <a:lnTo>
                  <a:pt x="41247" y="14011"/>
                </a:lnTo>
                <a:lnTo>
                  <a:pt x="33806" y="10848"/>
                </a:lnTo>
                <a:lnTo>
                  <a:pt x="28490" y="8139"/>
                </a:lnTo>
                <a:lnTo>
                  <a:pt x="25514" y="6330"/>
                </a:lnTo>
                <a:lnTo>
                  <a:pt x="22539" y="0"/>
                </a:lnTo>
                <a:lnTo>
                  <a:pt x="19988" y="0"/>
                </a:lnTo>
                <a:lnTo>
                  <a:pt x="16161" y="1357"/>
                </a:lnTo>
                <a:lnTo>
                  <a:pt x="11904" y="3841"/>
                </a:lnTo>
                <a:lnTo>
                  <a:pt x="7227" y="6784"/>
                </a:lnTo>
                <a:lnTo>
                  <a:pt x="3826" y="10169"/>
                </a:lnTo>
                <a:lnTo>
                  <a:pt x="1913" y="13332"/>
                </a:lnTo>
                <a:lnTo>
                  <a:pt x="637" y="15817"/>
                </a:lnTo>
                <a:lnTo>
                  <a:pt x="0" y="19663"/>
                </a:lnTo>
                <a:lnTo>
                  <a:pt x="0" y="42029"/>
                </a:lnTo>
                <a:lnTo>
                  <a:pt x="637" y="45648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16" name="object 1916"/>
          <p:cNvSpPr/>
          <p:nvPr/>
        </p:nvSpPr>
        <p:spPr>
          <a:xfrm>
            <a:off x="4515694" y="5098079"/>
            <a:ext cx="385264" cy="100782"/>
          </a:xfrm>
          <a:custGeom>
            <a:avLst/>
            <a:gdLst/>
            <a:ahLst/>
            <a:cxnLst/>
            <a:rect l="l" t="t" r="r" b="b"/>
            <a:pathLst>
              <a:path w="385264" h="100782">
                <a:moveTo>
                  <a:pt x="0" y="3846"/>
                </a:moveTo>
                <a:lnTo>
                  <a:pt x="0" y="26212"/>
                </a:lnTo>
                <a:lnTo>
                  <a:pt x="637" y="29831"/>
                </a:lnTo>
                <a:lnTo>
                  <a:pt x="2975" y="34123"/>
                </a:lnTo>
                <a:lnTo>
                  <a:pt x="6589" y="37511"/>
                </a:lnTo>
                <a:lnTo>
                  <a:pt x="10841" y="41350"/>
                </a:lnTo>
                <a:lnTo>
                  <a:pt x="17224" y="45197"/>
                </a:lnTo>
                <a:lnTo>
                  <a:pt x="36144" y="52424"/>
                </a:lnTo>
                <a:lnTo>
                  <a:pt x="51029" y="58302"/>
                </a:lnTo>
                <a:lnTo>
                  <a:pt x="71226" y="65529"/>
                </a:lnTo>
                <a:lnTo>
                  <a:pt x="93551" y="72990"/>
                </a:lnTo>
                <a:lnTo>
                  <a:pt x="111196" y="77958"/>
                </a:lnTo>
                <a:lnTo>
                  <a:pt x="132885" y="83152"/>
                </a:lnTo>
                <a:lnTo>
                  <a:pt x="153299" y="87450"/>
                </a:lnTo>
                <a:lnTo>
                  <a:pt x="169879" y="90387"/>
                </a:lnTo>
                <a:lnTo>
                  <a:pt x="181364" y="92421"/>
                </a:lnTo>
                <a:lnTo>
                  <a:pt x="191780" y="93547"/>
                </a:lnTo>
                <a:lnTo>
                  <a:pt x="199008" y="94677"/>
                </a:lnTo>
                <a:lnTo>
                  <a:pt x="208363" y="95581"/>
                </a:lnTo>
                <a:lnTo>
                  <a:pt x="217084" y="96260"/>
                </a:lnTo>
                <a:lnTo>
                  <a:pt x="235790" y="97619"/>
                </a:lnTo>
                <a:lnTo>
                  <a:pt x="253441" y="98749"/>
                </a:lnTo>
                <a:lnTo>
                  <a:pt x="268960" y="99878"/>
                </a:lnTo>
                <a:lnTo>
                  <a:pt x="286609" y="100557"/>
                </a:lnTo>
                <a:lnTo>
                  <a:pt x="306803" y="100782"/>
                </a:lnTo>
                <a:lnTo>
                  <a:pt x="324879" y="100332"/>
                </a:lnTo>
                <a:lnTo>
                  <a:pt x="335933" y="99878"/>
                </a:lnTo>
                <a:lnTo>
                  <a:pt x="343585" y="98749"/>
                </a:lnTo>
                <a:lnTo>
                  <a:pt x="349332" y="97847"/>
                </a:lnTo>
                <a:lnTo>
                  <a:pt x="357410" y="95806"/>
                </a:lnTo>
                <a:lnTo>
                  <a:pt x="363998" y="92871"/>
                </a:lnTo>
                <a:lnTo>
                  <a:pt x="369100" y="89032"/>
                </a:lnTo>
                <a:lnTo>
                  <a:pt x="373564" y="85193"/>
                </a:lnTo>
                <a:lnTo>
                  <a:pt x="377816" y="79088"/>
                </a:lnTo>
                <a:lnTo>
                  <a:pt x="380800" y="74345"/>
                </a:lnTo>
                <a:lnTo>
                  <a:pt x="383776" y="65529"/>
                </a:lnTo>
                <a:lnTo>
                  <a:pt x="384838" y="57173"/>
                </a:lnTo>
                <a:lnTo>
                  <a:pt x="385264" y="50166"/>
                </a:lnTo>
                <a:lnTo>
                  <a:pt x="384838" y="42705"/>
                </a:lnTo>
                <a:lnTo>
                  <a:pt x="383988" y="36382"/>
                </a:lnTo>
                <a:lnTo>
                  <a:pt x="382500" y="41801"/>
                </a:lnTo>
                <a:lnTo>
                  <a:pt x="380162" y="46552"/>
                </a:lnTo>
                <a:lnTo>
                  <a:pt x="375478" y="49487"/>
                </a:lnTo>
                <a:lnTo>
                  <a:pt x="369100" y="51520"/>
                </a:lnTo>
                <a:lnTo>
                  <a:pt x="362936" y="53329"/>
                </a:lnTo>
                <a:lnTo>
                  <a:pt x="353582" y="55134"/>
                </a:lnTo>
                <a:lnTo>
                  <a:pt x="342735" y="56489"/>
                </a:lnTo>
                <a:lnTo>
                  <a:pt x="332107" y="57173"/>
                </a:lnTo>
                <a:lnTo>
                  <a:pt x="318288" y="58302"/>
                </a:lnTo>
                <a:lnTo>
                  <a:pt x="306379" y="58302"/>
                </a:lnTo>
                <a:lnTo>
                  <a:pt x="296813" y="58077"/>
                </a:lnTo>
                <a:lnTo>
                  <a:pt x="284483" y="57173"/>
                </a:lnTo>
                <a:lnTo>
                  <a:pt x="246632" y="57173"/>
                </a:lnTo>
                <a:lnTo>
                  <a:pt x="236216" y="56714"/>
                </a:lnTo>
                <a:lnTo>
                  <a:pt x="223248" y="56489"/>
                </a:lnTo>
                <a:lnTo>
                  <a:pt x="210912" y="55585"/>
                </a:lnTo>
                <a:lnTo>
                  <a:pt x="196458" y="54455"/>
                </a:lnTo>
                <a:lnTo>
                  <a:pt x="181364" y="52650"/>
                </a:lnTo>
                <a:lnTo>
                  <a:pt x="167541" y="51295"/>
                </a:lnTo>
                <a:lnTo>
                  <a:pt x="154787" y="49036"/>
                </a:lnTo>
                <a:lnTo>
                  <a:pt x="141813" y="46777"/>
                </a:lnTo>
                <a:lnTo>
                  <a:pt x="128209" y="44293"/>
                </a:lnTo>
                <a:lnTo>
                  <a:pt x="116091" y="41801"/>
                </a:lnTo>
                <a:lnTo>
                  <a:pt x="105244" y="39092"/>
                </a:lnTo>
                <a:lnTo>
                  <a:pt x="94616" y="36157"/>
                </a:lnTo>
                <a:lnTo>
                  <a:pt x="82285" y="32543"/>
                </a:lnTo>
                <a:lnTo>
                  <a:pt x="70800" y="29147"/>
                </a:lnTo>
                <a:lnTo>
                  <a:pt x="62722" y="26437"/>
                </a:lnTo>
                <a:lnTo>
                  <a:pt x="53582" y="24404"/>
                </a:lnTo>
                <a:lnTo>
                  <a:pt x="46984" y="21694"/>
                </a:lnTo>
                <a:lnTo>
                  <a:pt x="38906" y="18985"/>
                </a:lnTo>
                <a:lnTo>
                  <a:pt x="33380" y="16726"/>
                </a:lnTo>
                <a:lnTo>
                  <a:pt x="26578" y="14687"/>
                </a:lnTo>
                <a:lnTo>
                  <a:pt x="19988" y="11978"/>
                </a:lnTo>
                <a:lnTo>
                  <a:pt x="13179" y="8815"/>
                </a:lnTo>
                <a:lnTo>
                  <a:pt x="7865" y="5426"/>
                </a:lnTo>
                <a:lnTo>
                  <a:pt x="3188" y="2258"/>
                </a:lnTo>
                <a:lnTo>
                  <a:pt x="637" y="0"/>
                </a:lnTo>
                <a:lnTo>
                  <a:pt x="0" y="3846"/>
                </a:lnTo>
                <a:close/>
              </a:path>
            </a:pathLst>
          </a:custGeom>
          <a:solidFill>
            <a:srgbClr val="5F5F5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17" name="object 1917"/>
          <p:cNvSpPr/>
          <p:nvPr/>
        </p:nvSpPr>
        <p:spPr>
          <a:xfrm>
            <a:off x="4543761" y="5114347"/>
            <a:ext cx="263006" cy="43389"/>
          </a:xfrm>
          <a:custGeom>
            <a:avLst/>
            <a:gdLst/>
            <a:ahLst/>
            <a:cxnLst/>
            <a:rect l="l" t="t" r="r" b="b"/>
            <a:pathLst>
              <a:path w="263006" h="43389">
                <a:moveTo>
                  <a:pt x="0" y="0"/>
                </a:moveTo>
                <a:lnTo>
                  <a:pt x="8515" y="4572"/>
                </a:lnTo>
                <a:lnTo>
                  <a:pt x="17674" y="8922"/>
                </a:lnTo>
                <a:lnTo>
                  <a:pt x="27445" y="13045"/>
                </a:lnTo>
                <a:lnTo>
                  <a:pt x="37797" y="16933"/>
                </a:lnTo>
                <a:lnTo>
                  <a:pt x="48697" y="20582"/>
                </a:lnTo>
                <a:lnTo>
                  <a:pt x="60113" y="23983"/>
                </a:lnTo>
                <a:lnTo>
                  <a:pt x="72015" y="27133"/>
                </a:lnTo>
                <a:lnTo>
                  <a:pt x="84369" y="30023"/>
                </a:lnTo>
                <a:lnTo>
                  <a:pt x="97144" y="32648"/>
                </a:lnTo>
                <a:lnTo>
                  <a:pt x="110308" y="35002"/>
                </a:lnTo>
                <a:lnTo>
                  <a:pt x="123830" y="37078"/>
                </a:lnTo>
                <a:lnTo>
                  <a:pt x="137677" y="38871"/>
                </a:lnTo>
                <a:lnTo>
                  <a:pt x="151817" y="40375"/>
                </a:lnTo>
                <a:lnTo>
                  <a:pt x="166220" y="41582"/>
                </a:lnTo>
                <a:lnTo>
                  <a:pt x="180852" y="42487"/>
                </a:lnTo>
                <a:lnTo>
                  <a:pt x="195683" y="43083"/>
                </a:lnTo>
                <a:lnTo>
                  <a:pt x="210680" y="43366"/>
                </a:lnTo>
                <a:lnTo>
                  <a:pt x="216439" y="43389"/>
                </a:lnTo>
                <a:lnTo>
                  <a:pt x="229135" y="43288"/>
                </a:lnTo>
                <a:lnTo>
                  <a:pt x="241829" y="42987"/>
                </a:lnTo>
                <a:lnTo>
                  <a:pt x="254523" y="42483"/>
                </a:lnTo>
                <a:lnTo>
                  <a:pt x="263006" y="42034"/>
                </a:lnTo>
              </a:path>
            </a:pathLst>
          </a:custGeom>
          <a:ln w="1806">
            <a:solidFill>
              <a:srgbClr val="9F9F9F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18" name="object 1918"/>
          <p:cNvSpPr/>
          <p:nvPr/>
        </p:nvSpPr>
        <p:spPr>
          <a:xfrm>
            <a:off x="4730864" y="5166772"/>
            <a:ext cx="46985" cy="19210"/>
          </a:xfrm>
          <a:custGeom>
            <a:avLst/>
            <a:gdLst/>
            <a:ahLst/>
            <a:cxnLst/>
            <a:rect l="l" t="t" r="r" b="b"/>
            <a:pathLst>
              <a:path w="46985" h="19210">
                <a:moveTo>
                  <a:pt x="6166" y="13330"/>
                </a:moveTo>
                <a:lnTo>
                  <a:pt x="6378" y="0"/>
                </a:lnTo>
                <a:lnTo>
                  <a:pt x="0" y="0"/>
                </a:lnTo>
                <a:lnTo>
                  <a:pt x="0" y="17627"/>
                </a:lnTo>
                <a:lnTo>
                  <a:pt x="46985" y="19210"/>
                </a:lnTo>
                <a:lnTo>
                  <a:pt x="46985" y="15596"/>
                </a:lnTo>
                <a:lnTo>
                  <a:pt x="6166" y="1333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19" name="object 1919"/>
          <p:cNvSpPr/>
          <p:nvPr/>
        </p:nvSpPr>
        <p:spPr>
          <a:xfrm>
            <a:off x="4736181" y="5166772"/>
            <a:ext cx="41669" cy="16272"/>
          </a:xfrm>
          <a:custGeom>
            <a:avLst/>
            <a:gdLst/>
            <a:ahLst/>
            <a:cxnLst/>
            <a:rect l="l" t="t" r="r" b="b"/>
            <a:pathLst>
              <a:path w="41669" h="16272">
                <a:moveTo>
                  <a:pt x="0" y="0"/>
                </a:moveTo>
                <a:lnTo>
                  <a:pt x="0" y="14913"/>
                </a:lnTo>
                <a:lnTo>
                  <a:pt x="41669" y="16272"/>
                </a:lnTo>
                <a:lnTo>
                  <a:pt x="40819" y="0"/>
                </a:lnTo>
                <a:lnTo>
                  <a:pt x="0" y="0"/>
                </a:lnTo>
                <a:close/>
              </a:path>
            </a:pathLst>
          </a:custGeom>
          <a:solidFill>
            <a:srgbClr val="1F1F1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20" name="object 1920"/>
          <p:cNvSpPr/>
          <p:nvPr/>
        </p:nvSpPr>
        <p:spPr>
          <a:xfrm>
            <a:off x="4530362" y="5116614"/>
            <a:ext cx="18924" cy="21010"/>
          </a:xfrm>
          <a:custGeom>
            <a:avLst/>
            <a:gdLst/>
            <a:ahLst/>
            <a:cxnLst/>
            <a:rect l="l" t="t" r="r" b="b"/>
            <a:pathLst>
              <a:path w="18924" h="21010">
                <a:moveTo>
                  <a:pt x="1919" y="11296"/>
                </a:moveTo>
                <a:lnTo>
                  <a:pt x="1919" y="901"/>
                </a:lnTo>
                <a:lnTo>
                  <a:pt x="0" y="0"/>
                </a:lnTo>
                <a:lnTo>
                  <a:pt x="0" y="13104"/>
                </a:lnTo>
                <a:lnTo>
                  <a:pt x="18924" y="21010"/>
                </a:lnTo>
                <a:lnTo>
                  <a:pt x="18924" y="18073"/>
                </a:lnTo>
                <a:lnTo>
                  <a:pt x="1919" y="11296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21" name="object 1921"/>
          <p:cNvSpPr/>
          <p:nvPr/>
        </p:nvSpPr>
        <p:spPr>
          <a:xfrm>
            <a:off x="4532281" y="5117515"/>
            <a:ext cx="17005" cy="17622"/>
          </a:xfrm>
          <a:custGeom>
            <a:avLst/>
            <a:gdLst/>
            <a:ahLst/>
            <a:cxnLst/>
            <a:rect l="l" t="t" r="r" b="b"/>
            <a:pathLst>
              <a:path w="17005" h="17622">
                <a:moveTo>
                  <a:pt x="0" y="0"/>
                </a:moveTo>
                <a:lnTo>
                  <a:pt x="0" y="11752"/>
                </a:lnTo>
                <a:lnTo>
                  <a:pt x="17005" y="17622"/>
                </a:lnTo>
                <a:lnTo>
                  <a:pt x="17005" y="5872"/>
                </a:lnTo>
                <a:lnTo>
                  <a:pt x="0" y="0"/>
                </a:lnTo>
                <a:close/>
              </a:path>
            </a:pathLst>
          </a:custGeom>
          <a:solidFill>
            <a:srgbClr val="1F1F1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22" name="object 1922"/>
          <p:cNvSpPr/>
          <p:nvPr/>
        </p:nvSpPr>
        <p:spPr>
          <a:xfrm>
            <a:off x="4043454" y="5148589"/>
            <a:ext cx="32507" cy="96238"/>
          </a:xfrm>
          <a:custGeom>
            <a:avLst/>
            <a:gdLst/>
            <a:ahLst/>
            <a:cxnLst/>
            <a:rect l="l" t="t" r="r" b="b"/>
            <a:pathLst>
              <a:path w="32507" h="96238">
                <a:moveTo>
                  <a:pt x="32507" y="0"/>
                </a:moveTo>
                <a:lnTo>
                  <a:pt x="26549" y="5626"/>
                </a:lnTo>
                <a:lnTo>
                  <a:pt x="11887" y="57919"/>
                </a:lnTo>
                <a:lnTo>
                  <a:pt x="0" y="96238"/>
                </a:lnTo>
                <a:lnTo>
                  <a:pt x="9344" y="95110"/>
                </a:lnTo>
                <a:lnTo>
                  <a:pt x="32507" y="0"/>
                </a:lnTo>
                <a:close/>
              </a:path>
            </a:pathLst>
          </a:custGeom>
          <a:solidFill>
            <a:srgbClr val="1F1F1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23" name="object 1923"/>
          <p:cNvSpPr/>
          <p:nvPr/>
        </p:nvSpPr>
        <p:spPr>
          <a:xfrm>
            <a:off x="3910021" y="5150846"/>
            <a:ext cx="70538" cy="100737"/>
          </a:xfrm>
          <a:custGeom>
            <a:avLst/>
            <a:gdLst/>
            <a:ahLst/>
            <a:cxnLst/>
            <a:rect l="l" t="t" r="r" b="b"/>
            <a:pathLst>
              <a:path w="70538" h="100737">
                <a:moveTo>
                  <a:pt x="54393" y="0"/>
                </a:moveTo>
                <a:lnTo>
                  <a:pt x="0" y="100737"/>
                </a:lnTo>
                <a:lnTo>
                  <a:pt x="23149" y="100520"/>
                </a:lnTo>
                <a:lnTo>
                  <a:pt x="70538" y="2256"/>
                </a:lnTo>
                <a:lnTo>
                  <a:pt x="54393" y="0"/>
                </a:lnTo>
                <a:close/>
              </a:path>
            </a:pathLst>
          </a:custGeom>
          <a:solidFill>
            <a:srgbClr val="1F1F1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24" name="object 1924"/>
          <p:cNvSpPr/>
          <p:nvPr/>
        </p:nvSpPr>
        <p:spPr>
          <a:xfrm>
            <a:off x="3700310" y="5218009"/>
            <a:ext cx="606608" cy="90380"/>
          </a:xfrm>
          <a:custGeom>
            <a:avLst/>
            <a:gdLst/>
            <a:ahLst/>
            <a:cxnLst/>
            <a:rect l="l" t="t" r="r" b="b"/>
            <a:pathLst>
              <a:path w="606608" h="90380">
                <a:moveTo>
                  <a:pt x="184207" y="28163"/>
                </a:moveTo>
                <a:lnTo>
                  <a:pt x="0" y="42817"/>
                </a:lnTo>
                <a:lnTo>
                  <a:pt x="199291" y="68291"/>
                </a:lnTo>
                <a:lnTo>
                  <a:pt x="366089" y="90380"/>
                </a:lnTo>
                <a:lnTo>
                  <a:pt x="601289" y="68291"/>
                </a:lnTo>
                <a:lnTo>
                  <a:pt x="606608" y="45074"/>
                </a:lnTo>
                <a:lnTo>
                  <a:pt x="601710" y="32909"/>
                </a:lnTo>
                <a:lnTo>
                  <a:pt x="594706" y="22753"/>
                </a:lnTo>
                <a:lnTo>
                  <a:pt x="585362" y="16446"/>
                </a:lnTo>
                <a:lnTo>
                  <a:pt x="572821" y="11716"/>
                </a:lnTo>
                <a:lnTo>
                  <a:pt x="550718" y="9460"/>
                </a:lnTo>
                <a:lnTo>
                  <a:pt x="394339" y="0"/>
                </a:lnTo>
                <a:lnTo>
                  <a:pt x="377555" y="0"/>
                </a:lnTo>
                <a:lnTo>
                  <a:pt x="366510" y="4281"/>
                </a:lnTo>
                <a:lnTo>
                  <a:pt x="356730" y="7883"/>
                </a:lnTo>
                <a:lnTo>
                  <a:pt x="349508" y="14421"/>
                </a:lnTo>
                <a:lnTo>
                  <a:pt x="338464" y="24345"/>
                </a:lnTo>
                <a:lnTo>
                  <a:pt x="303834" y="27050"/>
                </a:lnTo>
                <a:lnTo>
                  <a:pt x="184207" y="28163"/>
                </a:lnTo>
                <a:close/>
              </a:path>
            </a:pathLst>
          </a:custGeom>
          <a:solidFill>
            <a:srgbClr val="1F0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25" name="object 1925"/>
          <p:cNvSpPr/>
          <p:nvPr/>
        </p:nvSpPr>
        <p:spPr>
          <a:xfrm>
            <a:off x="4097848" y="5207637"/>
            <a:ext cx="4929" cy="9691"/>
          </a:xfrm>
          <a:custGeom>
            <a:avLst/>
            <a:gdLst/>
            <a:ahLst/>
            <a:cxnLst/>
            <a:rect l="l" t="t" r="r" b="b"/>
            <a:pathLst>
              <a:path w="4929" h="9691">
                <a:moveTo>
                  <a:pt x="1799" y="9691"/>
                </a:moveTo>
                <a:lnTo>
                  <a:pt x="4929" y="0"/>
                </a:lnTo>
                <a:lnTo>
                  <a:pt x="3136" y="0"/>
                </a:lnTo>
                <a:lnTo>
                  <a:pt x="0" y="9691"/>
                </a:lnTo>
                <a:lnTo>
                  <a:pt x="1799" y="9691"/>
                </a:lnTo>
                <a:close/>
              </a:path>
            </a:pathLst>
          </a:custGeom>
          <a:solidFill>
            <a:srgbClr val="1F0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26" name="object 1926"/>
          <p:cNvSpPr/>
          <p:nvPr/>
        </p:nvSpPr>
        <p:spPr>
          <a:xfrm>
            <a:off x="4128500" y="5209446"/>
            <a:ext cx="4651" cy="9691"/>
          </a:xfrm>
          <a:custGeom>
            <a:avLst/>
            <a:gdLst/>
            <a:ahLst/>
            <a:cxnLst/>
            <a:rect l="l" t="t" r="r" b="b"/>
            <a:pathLst>
              <a:path w="4651" h="9691">
                <a:moveTo>
                  <a:pt x="1777" y="9691"/>
                </a:moveTo>
                <a:lnTo>
                  <a:pt x="4651" y="0"/>
                </a:lnTo>
                <a:lnTo>
                  <a:pt x="2868" y="0"/>
                </a:lnTo>
                <a:lnTo>
                  <a:pt x="0" y="9691"/>
                </a:lnTo>
                <a:lnTo>
                  <a:pt x="1777" y="9691"/>
                </a:lnTo>
                <a:close/>
              </a:path>
            </a:pathLst>
          </a:custGeom>
          <a:solidFill>
            <a:srgbClr val="1F0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27" name="object 1927"/>
          <p:cNvSpPr/>
          <p:nvPr/>
        </p:nvSpPr>
        <p:spPr>
          <a:xfrm>
            <a:off x="3970358" y="5212599"/>
            <a:ext cx="202066" cy="125314"/>
          </a:xfrm>
          <a:custGeom>
            <a:avLst/>
            <a:gdLst/>
            <a:ahLst/>
            <a:cxnLst/>
            <a:rect l="l" t="t" r="r" b="b"/>
            <a:pathLst>
              <a:path w="202066" h="125314">
                <a:moveTo>
                  <a:pt x="120252" y="125314"/>
                </a:moveTo>
                <a:lnTo>
                  <a:pt x="152556" y="93982"/>
                </a:lnTo>
                <a:lnTo>
                  <a:pt x="159357" y="86995"/>
                </a:lnTo>
                <a:lnTo>
                  <a:pt x="165940" y="78663"/>
                </a:lnTo>
                <a:lnTo>
                  <a:pt x="171259" y="69868"/>
                </a:lnTo>
                <a:lnTo>
                  <a:pt x="176345" y="63113"/>
                </a:lnTo>
                <a:lnTo>
                  <a:pt x="182724" y="53189"/>
                </a:lnTo>
                <a:lnTo>
                  <a:pt x="200570" y="26138"/>
                </a:lnTo>
                <a:lnTo>
                  <a:pt x="201631" y="22305"/>
                </a:lnTo>
                <a:lnTo>
                  <a:pt x="202066" y="19151"/>
                </a:lnTo>
                <a:lnTo>
                  <a:pt x="200788" y="13973"/>
                </a:lnTo>
                <a:lnTo>
                  <a:pt x="200148" y="10820"/>
                </a:lnTo>
                <a:lnTo>
                  <a:pt x="197809" y="8331"/>
                </a:lnTo>
                <a:lnTo>
                  <a:pt x="194830" y="6754"/>
                </a:lnTo>
                <a:lnTo>
                  <a:pt x="189525" y="5178"/>
                </a:lnTo>
                <a:lnTo>
                  <a:pt x="185703" y="4961"/>
                </a:lnTo>
                <a:lnTo>
                  <a:pt x="180181" y="4281"/>
                </a:lnTo>
                <a:lnTo>
                  <a:pt x="176781" y="4049"/>
                </a:lnTo>
                <a:lnTo>
                  <a:pt x="110268" y="448"/>
                </a:lnTo>
                <a:lnTo>
                  <a:pt x="106243" y="0"/>
                </a:lnTo>
                <a:lnTo>
                  <a:pt x="101985" y="896"/>
                </a:lnTo>
                <a:lnTo>
                  <a:pt x="99006" y="1344"/>
                </a:lnTo>
                <a:lnTo>
                  <a:pt x="96041" y="2921"/>
                </a:lnTo>
                <a:lnTo>
                  <a:pt x="92844" y="5178"/>
                </a:lnTo>
                <a:lnTo>
                  <a:pt x="70116" y="32460"/>
                </a:lnTo>
                <a:lnTo>
                  <a:pt x="64594" y="40344"/>
                </a:lnTo>
                <a:lnTo>
                  <a:pt x="58011" y="47547"/>
                </a:lnTo>
                <a:lnTo>
                  <a:pt x="50353" y="55446"/>
                </a:lnTo>
                <a:lnTo>
                  <a:pt x="43348" y="61521"/>
                </a:lnTo>
                <a:lnTo>
                  <a:pt x="0" y="108635"/>
                </a:lnTo>
                <a:lnTo>
                  <a:pt x="120252" y="125314"/>
                </a:lnTo>
                <a:close/>
              </a:path>
            </a:pathLst>
          </a:custGeom>
          <a:solidFill>
            <a:srgbClr val="401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28" name="object 1928"/>
          <p:cNvSpPr/>
          <p:nvPr/>
        </p:nvSpPr>
        <p:spPr>
          <a:xfrm>
            <a:off x="4085088" y="5178113"/>
            <a:ext cx="71613" cy="34485"/>
          </a:xfrm>
          <a:custGeom>
            <a:avLst/>
            <a:gdLst/>
            <a:ahLst/>
            <a:cxnLst/>
            <a:rect l="l" t="t" r="r" b="b"/>
            <a:pathLst>
              <a:path w="71613" h="34485">
                <a:moveTo>
                  <a:pt x="8719" y="3153"/>
                </a:moveTo>
                <a:lnTo>
                  <a:pt x="0" y="22320"/>
                </a:lnTo>
                <a:lnTo>
                  <a:pt x="0" y="24345"/>
                </a:lnTo>
                <a:lnTo>
                  <a:pt x="435" y="26602"/>
                </a:lnTo>
                <a:lnTo>
                  <a:pt x="2136" y="29075"/>
                </a:lnTo>
                <a:lnTo>
                  <a:pt x="3618" y="29972"/>
                </a:lnTo>
                <a:lnTo>
                  <a:pt x="60554" y="34485"/>
                </a:lnTo>
                <a:lnTo>
                  <a:pt x="64173" y="34037"/>
                </a:lnTo>
                <a:lnTo>
                  <a:pt x="66716" y="34037"/>
                </a:lnTo>
                <a:lnTo>
                  <a:pt x="69273" y="31332"/>
                </a:lnTo>
                <a:lnTo>
                  <a:pt x="70974" y="29075"/>
                </a:lnTo>
                <a:lnTo>
                  <a:pt x="71613" y="26370"/>
                </a:lnTo>
                <a:lnTo>
                  <a:pt x="69273" y="5642"/>
                </a:lnTo>
                <a:lnTo>
                  <a:pt x="64594" y="1808"/>
                </a:lnTo>
                <a:lnTo>
                  <a:pt x="61615" y="231"/>
                </a:lnTo>
                <a:lnTo>
                  <a:pt x="57590" y="0"/>
                </a:lnTo>
                <a:lnTo>
                  <a:pt x="12962" y="680"/>
                </a:lnTo>
                <a:lnTo>
                  <a:pt x="10201" y="1808"/>
                </a:lnTo>
                <a:lnTo>
                  <a:pt x="8719" y="3153"/>
                </a:lnTo>
                <a:close/>
              </a:path>
            </a:pathLst>
          </a:custGeom>
          <a:solidFill>
            <a:srgbClr val="401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29" name="object 1929"/>
          <p:cNvSpPr/>
          <p:nvPr/>
        </p:nvSpPr>
        <p:spPr>
          <a:xfrm>
            <a:off x="3953586" y="5197945"/>
            <a:ext cx="4928" cy="9691"/>
          </a:xfrm>
          <a:custGeom>
            <a:avLst/>
            <a:gdLst/>
            <a:ahLst/>
            <a:cxnLst/>
            <a:rect l="l" t="t" r="r" b="b"/>
            <a:pathLst>
              <a:path w="4928" h="9691">
                <a:moveTo>
                  <a:pt x="1792" y="9691"/>
                </a:moveTo>
                <a:lnTo>
                  <a:pt x="4928" y="0"/>
                </a:lnTo>
                <a:lnTo>
                  <a:pt x="3130" y="0"/>
                </a:lnTo>
                <a:lnTo>
                  <a:pt x="0" y="9691"/>
                </a:lnTo>
                <a:lnTo>
                  <a:pt x="1792" y="9691"/>
                </a:lnTo>
                <a:close/>
              </a:path>
            </a:pathLst>
          </a:custGeom>
          <a:solidFill>
            <a:srgbClr val="1F0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30" name="object 1930"/>
          <p:cNvSpPr/>
          <p:nvPr/>
        </p:nvSpPr>
        <p:spPr>
          <a:xfrm>
            <a:off x="3984175" y="5199754"/>
            <a:ext cx="4928" cy="9691"/>
          </a:xfrm>
          <a:custGeom>
            <a:avLst/>
            <a:gdLst/>
            <a:ahLst/>
            <a:cxnLst/>
            <a:rect l="l" t="t" r="r" b="b"/>
            <a:pathLst>
              <a:path w="4928" h="9691">
                <a:moveTo>
                  <a:pt x="1797" y="9691"/>
                </a:moveTo>
                <a:lnTo>
                  <a:pt x="4928" y="0"/>
                </a:lnTo>
                <a:lnTo>
                  <a:pt x="3130" y="0"/>
                </a:lnTo>
                <a:lnTo>
                  <a:pt x="0" y="9691"/>
                </a:lnTo>
                <a:lnTo>
                  <a:pt x="1797" y="9691"/>
                </a:lnTo>
                <a:close/>
              </a:path>
            </a:pathLst>
          </a:custGeom>
          <a:solidFill>
            <a:srgbClr val="1F0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31" name="object 1931"/>
          <p:cNvSpPr/>
          <p:nvPr/>
        </p:nvSpPr>
        <p:spPr>
          <a:xfrm>
            <a:off x="3823323" y="5204932"/>
            <a:ext cx="201849" cy="125098"/>
          </a:xfrm>
          <a:custGeom>
            <a:avLst/>
            <a:gdLst/>
            <a:ahLst/>
            <a:cxnLst/>
            <a:rect l="l" t="t" r="r" b="b"/>
            <a:pathLst>
              <a:path w="201849" h="125098">
                <a:moveTo>
                  <a:pt x="120048" y="125098"/>
                </a:moveTo>
                <a:lnTo>
                  <a:pt x="152556" y="93765"/>
                </a:lnTo>
                <a:lnTo>
                  <a:pt x="159357" y="86778"/>
                </a:lnTo>
                <a:lnTo>
                  <a:pt x="166158" y="78663"/>
                </a:lnTo>
                <a:lnTo>
                  <a:pt x="171259" y="69188"/>
                </a:lnTo>
                <a:lnTo>
                  <a:pt x="175923" y="63113"/>
                </a:lnTo>
                <a:lnTo>
                  <a:pt x="182521" y="53189"/>
                </a:lnTo>
                <a:lnTo>
                  <a:pt x="200788" y="25690"/>
                </a:lnTo>
                <a:lnTo>
                  <a:pt x="201209" y="22537"/>
                </a:lnTo>
                <a:lnTo>
                  <a:pt x="201849" y="18935"/>
                </a:lnTo>
                <a:lnTo>
                  <a:pt x="201006" y="13973"/>
                </a:lnTo>
                <a:lnTo>
                  <a:pt x="199509" y="10588"/>
                </a:lnTo>
                <a:lnTo>
                  <a:pt x="197605" y="8563"/>
                </a:lnTo>
                <a:lnTo>
                  <a:pt x="194408" y="6090"/>
                </a:lnTo>
                <a:lnTo>
                  <a:pt x="189525" y="4961"/>
                </a:lnTo>
                <a:lnTo>
                  <a:pt x="185282" y="4730"/>
                </a:lnTo>
                <a:lnTo>
                  <a:pt x="180181" y="4513"/>
                </a:lnTo>
                <a:lnTo>
                  <a:pt x="176563" y="3601"/>
                </a:lnTo>
                <a:lnTo>
                  <a:pt x="109847" y="231"/>
                </a:lnTo>
                <a:lnTo>
                  <a:pt x="106025" y="0"/>
                </a:lnTo>
                <a:lnTo>
                  <a:pt x="101563" y="680"/>
                </a:lnTo>
                <a:lnTo>
                  <a:pt x="98381" y="1128"/>
                </a:lnTo>
                <a:lnTo>
                  <a:pt x="95620" y="2936"/>
                </a:lnTo>
                <a:lnTo>
                  <a:pt x="92859" y="4961"/>
                </a:lnTo>
                <a:lnTo>
                  <a:pt x="69695" y="32460"/>
                </a:lnTo>
                <a:lnTo>
                  <a:pt x="64173" y="40127"/>
                </a:lnTo>
                <a:lnTo>
                  <a:pt x="58215" y="47331"/>
                </a:lnTo>
                <a:lnTo>
                  <a:pt x="49728" y="55214"/>
                </a:lnTo>
                <a:lnTo>
                  <a:pt x="42927" y="61753"/>
                </a:lnTo>
                <a:lnTo>
                  <a:pt x="0" y="108187"/>
                </a:lnTo>
                <a:lnTo>
                  <a:pt x="120048" y="125098"/>
                </a:lnTo>
                <a:close/>
              </a:path>
            </a:pathLst>
          </a:custGeom>
          <a:solidFill>
            <a:srgbClr val="401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32" name="object 1932"/>
          <p:cNvSpPr/>
          <p:nvPr/>
        </p:nvSpPr>
        <p:spPr>
          <a:xfrm>
            <a:off x="3937850" y="5170229"/>
            <a:ext cx="71599" cy="34485"/>
          </a:xfrm>
          <a:custGeom>
            <a:avLst/>
            <a:gdLst/>
            <a:ahLst/>
            <a:cxnLst/>
            <a:rect l="l" t="t" r="r" b="b"/>
            <a:pathLst>
              <a:path w="71599" h="34485">
                <a:moveTo>
                  <a:pt x="8501" y="3601"/>
                </a:moveTo>
                <a:lnTo>
                  <a:pt x="0" y="22305"/>
                </a:lnTo>
                <a:lnTo>
                  <a:pt x="0" y="24562"/>
                </a:lnTo>
                <a:lnTo>
                  <a:pt x="217" y="26818"/>
                </a:lnTo>
                <a:lnTo>
                  <a:pt x="1918" y="29075"/>
                </a:lnTo>
                <a:lnTo>
                  <a:pt x="3821" y="30204"/>
                </a:lnTo>
                <a:lnTo>
                  <a:pt x="60976" y="34485"/>
                </a:lnTo>
                <a:lnTo>
                  <a:pt x="63955" y="34254"/>
                </a:lnTo>
                <a:lnTo>
                  <a:pt x="66294" y="34254"/>
                </a:lnTo>
                <a:lnTo>
                  <a:pt x="69055" y="31780"/>
                </a:lnTo>
                <a:lnTo>
                  <a:pt x="70756" y="29075"/>
                </a:lnTo>
                <a:lnTo>
                  <a:pt x="71599" y="26370"/>
                </a:lnTo>
                <a:lnTo>
                  <a:pt x="69055" y="5626"/>
                </a:lnTo>
                <a:lnTo>
                  <a:pt x="64798" y="1576"/>
                </a:lnTo>
                <a:lnTo>
                  <a:pt x="61397" y="216"/>
                </a:lnTo>
                <a:lnTo>
                  <a:pt x="57372" y="0"/>
                </a:lnTo>
                <a:lnTo>
                  <a:pt x="13180" y="896"/>
                </a:lnTo>
                <a:lnTo>
                  <a:pt x="10404" y="1576"/>
                </a:lnTo>
                <a:lnTo>
                  <a:pt x="8501" y="3601"/>
                </a:lnTo>
                <a:close/>
              </a:path>
            </a:pathLst>
          </a:custGeom>
          <a:solidFill>
            <a:srgbClr val="401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33" name="object 1933"/>
          <p:cNvSpPr/>
          <p:nvPr/>
        </p:nvSpPr>
        <p:spPr>
          <a:xfrm>
            <a:off x="3680547" y="5258353"/>
            <a:ext cx="358445" cy="42137"/>
          </a:xfrm>
          <a:custGeom>
            <a:avLst/>
            <a:gdLst/>
            <a:ahLst/>
            <a:cxnLst/>
            <a:rect l="l" t="t" r="r" b="b"/>
            <a:pathLst>
              <a:path w="358445" h="42137">
                <a:moveTo>
                  <a:pt x="358445" y="38984"/>
                </a:moveTo>
                <a:lnTo>
                  <a:pt x="331459" y="25010"/>
                </a:lnTo>
                <a:lnTo>
                  <a:pt x="319340" y="19383"/>
                </a:lnTo>
                <a:lnTo>
                  <a:pt x="305316" y="14421"/>
                </a:lnTo>
                <a:lnTo>
                  <a:pt x="291293" y="10588"/>
                </a:lnTo>
                <a:lnTo>
                  <a:pt x="277269" y="7666"/>
                </a:lnTo>
                <a:lnTo>
                  <a:pt x="263886" y="5626"/>
                </a:lnTo>
                <a:lnTo>
                  <a:pt x="251780" y="3601"/>
                </a:lnTo>
                <a:lnTo>
                  <a:pt x="211614" y="0"/>
                </a:lnTo>
                <a:lnTo>
                  <a:pt x="173584" y="0"/>
                </a:lnTo>
                <a:lnTo>
                  <a:pt x="166579" y="448"/>
                </a:lnTo>
                <a:lnTo>
                  <a:pt x="160200" y="1576"/>
                </a:lnTo>
                <a:lnTo>
                  <a:pt x="151917" y="2705"/>
                </a:lnTo>
                <a:lnTo>
                  <a:pt x="142573" y="2705"/>
                </a:lnTo>
                <a:lnTo>
                  <a:pt x="76278" y="0"/>
                </a:lnTo>
                <a:lnTo>
                  <a:pt x="62894" y="448"/>
                </a:lnTo>
                <a:lnTo>
                  <a:pt x="44613" y="1128"/>
                </a:lnTo>
                <a:lnTo>
                  <a:pt x="17423" y="3601"/>
                </a:lnTo>
                <a:lnTo>
                  <a:pt x="0" y="6986"/>
                </a:lnTo>
                <a:lnTo>
                  <a:pt x="285131" y="42137"/>
                </a:lnTo>
                <a:lnTo>
                  <a:pt x="358445" y="38984"/>
                </a:lnTo>
                <a:close/>
              </a:path>
            </a:pathLst>
          </a:custGeom>
          <a:solidFill>
            <a:srgbClr val="5F2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34" name="object 1934"/>
          <p:cNvSpPr/>
          <p:nvPr/>
        </p:nvSpPr>
        <p:spPr>
          <a:xfrm>
            <a:off x="4235523" y="5161434"/>
            <a:ext cx="26767" cy="105482"/>
          </a:xfrm>
          <a:custGeom>
            <a:avLst/>
            <a:gdLst/>
            <a:ahLst/>
            <a:cxnLst/>
            <a:rect l="l" t="t" r="r" b="b"/>
            <a:pathLst>
              <a:path w="26767" h="105482">
                <a:moveTo>
                  <a:pt x="4243" y="1576"/>
                </a:moveTo>
                <a:lnTo>
                  <a:pt x="0" y="0"/>
                </a:lnTo>
                <a:lnTo>
                  <a:pt x="5100" y="18703"/>
                </a:lnTo>
                <a:lnTo>
                  <a:pt x="7643" y="29523"/>
                </a:lnTo>
                <a:lnTo>
                  <a:pt x="9983" y="39215"/>
                </a:lnTo>
                <a:lnTo>
                  <a:pt x="11901" y="49139"/>
                </a:lnTo>
                <a:lnTo>
                  <a:pt x="14023" y="60624"/>
                </a:lnTo>
                <a:lnTo>
                  <a:pt x="18266" y="88123"/>
                </a:lnTo>
                <a:lnTo>
                  <a:pt x="20402" y="105482"/>
                </a:lnTo>
                <a:lnTo>
                  <a:pt x="26767" y="105250"/>
                </a:lnTo>
                <a:lnTo>
                  <a:pt x="21885" y="77086"/>
                </a:lnTo>
                <a:lnTo>
                  <a:pt x="18484" y="60176"/>
                </a:lnTo>
                <a:lnTo>
                  <a:pt x="16784" y="50932"/>
                </a:lnTo>
                <a:lnTo>
                  <a:pt x="14241" y="38999"/>
                </a:lnTo>
                <a:lnTo>
                  <a:pt x="12323" y="30884"/>
                </a:lnTo>
                <a:lnTo>
                  <a:pt x="9344" y="19383"/>
                </a:lnTo>
                <a:lnTo>
                  <a:pt x="6379" y="6538"/>
                </a:lnTo>
                <a:lnTo>
                  <a:pt x="4243" y="1576"/>
                </a:lnTo>
                <a:close/>
              </a:path>
            </a:pathLst>
          </a:custGeom>
          <a:solidFill>
            <a:srgbClr val="1F1F1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35" name="object 1935"/>
          <p:cNvSpPr/>
          <p:nvPr/>
        </p:nvSpPr>
        <p:spPr>
          <a:xfrm>
            <a:off x="4236802" y="5161434"/>
            <a:ext cx="26985" cy="105482"/>
          </a:xfrm>
          <a:custGeom>
            <a:avLst/>
            <a:gdLst/>
            <a:ahLst/>
            <a:cxnLst/>
            <a:rect l="l" t="t" r="r" b="b"/>
            <a:pathLst>
              <a:path w="26985" h="105482">
                <a:moveTo>
                  <a:pt x="5100" y="1576"/>
                </a:moveTo>
                <a:lnTo>
                  <a:pt x="0" y="0"/>
                </a:lnTo>
                <a:lnTo>
                  <a:pt x="5522" y="18703"/>
                </a:lnTo>
                <a:lnTo>
                  <a:pt x="8065" y="29523"/>
                </a:lnTo>
                <a:lnTo>
                  <a:pt x="10201" y="39215"/>
                </a:lnTo>
                <a:lnTo>
                  <a:pt x="12105" y="49139"/>
                </a:lnTo>
                <a:lnTo>
                  <a:pt x="14444" y="60624"/>
                </a:lnTo>
                <a:lnTo>
                  <a:pt x="18688" y="88123"/>
                </a:lnTo>
                <a:lnTo>
                  <a:pt x="20824" y="105482"/>
                </a:lnTo>
                <a:lnTo>
                  <a:pt x="26985" y="105250"/>
                </a:lnTo>
                <a:lnTo>
                  <a:pt x="21885" y="77086"/>
                </a:lnTo>
                <a:lnTo>
                  <a:pt x="19124" y="60176"/>
                </a:lnTo>
                <a:lnTo>
                  <a:pt x="17205" y="50932"/>
                </a:lnTo>
                <a:lnTo>
                  <a:pt x="14444" y="38999"/>
                </a:lnTo>
                <a:lnTo>
                  <a:pt x="12744" y="30884"/>
                </a:lnTo>
                <a:lnTo>
                  <a:pt x="9983" y="19383"/>
                </a:lnTo>
                <a:lnTo>
                  <a:pt x="6365" y="6538"/>
                </a:lnTo>
                <a:lnTo>
                  <a:pt x="5100" y="1576"/>
                </a:lnTo>
                <a:close/>
              </a:path>
            </a:pathLst>
          </a:custGeom>
          <a:solidFill>
            <a:srgbClr val="5F5F5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36" name="object 1936"/>
          <p:cNvSpPr/>
          <p:nvPr/>
        </p:nvSpPr>
        <p:spPr>
          <a:xfrm>
            <a:off x="4121854" y="5160538"/>
            <a:ext cx="32086" cy="115839"/>
          </a:xfrm>
          <a:custGeom>
            <a:avLst/>
            <a:gdLst/>
            <a:ahLst/>
            <a:cxnLst/>
            <a:rect l="l" t="t" r="r" b="b"/>
            <a:pathLst>
              <a:path w="32086" h="115839">
                <a:moveTo>
                  <a:pt x="9983" y="0"/>
                </a:moveTo>
                <a:lnTo>
                  <a:pt x="0" y="0"/>
                </a:lnTo>
                <a:lnTo>
                  <a:pt x="5304" y="24113"/>
                </a:lnTo>
                <a:lnTo>
                  <a:pt x="9344" y="48675"/>
                </a:lnTo>
                <a:lnTo>
                  <a:pt x="13383" y="73918"/>
                </a:lnTo>
                <a:lnTo>
                  <a:pt x="14662" y="90148"/>
                </a:lnTo>
                <a:lnTo>
                  <a:pt x="17205" y="115839"/>
                </a:lnTo>
                <a:lnTo>
                  <a:pt x="32086" y="115622"/>
                </a:lnTo>
                <a:lnTo>
                  <a:pt x="29950" y="95326"/>
                </a:lnTo>
                <a:lnTo>
                  <a:pt x="27625" y="81816"/>
                </a:lnTo>
                <a:lnTo>
                  <a:pt x="24006" y="58816"/>
                </a:lnTo>
                <a:lnTo>
                  <a:pt x="18688" y="32909"/>
                </a:lnTo>
                <a:lnTo>
                  <a:pt x="14662" y="18255"/>
                </a:lnTo>
                <a:lnTo>
                  <a:pt x="9983" y="0"/>
                </a:lnTo>
                <a:close/>
              </a:path>
            </a:pathLst>
          </a:custGeom>
          <a:solidFill>
            <a:srgbClr val="1F1F1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37" name="object 1937"/>
          <p:cNvSpPr/>
          <p:nvPr/>
        </p:nvSpPr>
        <p:spPr>
          <a:xfrm>
            <a:off x="4123757" y="5160306"/>
            <a:ext cx="32304" cy="115854"/>
          </a:xfrm>
          <a:custGeom>
            <a:avLst/>
            <a:gdLst/>
            <a:ahLst/>
            <a:cxnLst/>
            <a:rect l="l" t="t" r="r" b="b"/>
            <a:pathLst>
              <a:path w="32304" h="115854">
                <a:moveTo>
                  <a:pt x="9997" y="0"/>
                </a:moveTo>
                <a:lnTo>
                  <a:pt x="0" y="0"/>
                </a:lnTo>
                <a:lnTo>
                  <a:pt x="5318" y="23665"/>
                </a:lnTo>
                <a:lnTo>
                  <a:pt x="9780" y="48011"/>
                </a:lnTo>
                <a:lnTo>
                  <a:pt x="13383" y="73933"/>
                </a:lnTo>
                <a:lnTo>
                  <a:pt x="14880" y="89483"/>
                </a:lnTo>
                <a:lnTo>
                  <a:pt x="17423" y="115854"/>
                </a:lnTo>
                <a:lnTo>
                  <a:pt x="32304" y="115174"/>
                </a:lnTo>
                <a:lnTo>
                  <a:pt x="29964" y="95342"/>
                </a:lnTo>
                <a:lnTo>
                  <a:pt x="28046" y="81585"/>
                </a:lnTo>
                <a:lnTo>
                  <a:pt x="24224" y="58831"/>
                </a:lnTo>
                <a:lnTo>
                  <a:pt x="19124" y="32460"/>
                </a:lnTo>
                <a:lnTo>
                  <a:pt x="14880" y="18038"/>
                </a:lnTo>
                <a:lnTo>
                  <a:pt x="9997" y="0"/>
                </a:lnTo>
                <a:close/>
              </a:path>
            </a:pathLst>
          </a:custGeom>
          <a:solidFill>
            <a:srgbClr val="5F5F5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38" name="object 1938"/>
          <p:cNvSpPr/>
          <p:nvPr/>
        </p:nvSpPr>
        <p:spPr>
          <a:xfrm>
            <a:off x="3411557" y="5392680"/>
            <a:ext cx="135135" cy="162502"/>
          </a:xfrm>
          <a:custGeom>
            <a:avLst/>
            <a:gdLst/>
            <a:ahLst/>
            <a:cxnLst/>
            <a:rect l="l" t="t" r="r" b="b"/>
            <a:pathLst>
              <a:path w="135135" h="162502">
                <a:moveTo>
                  <a:pt x="135135" y="81245"/>
                </a:moveTo>
                <a:lnTo>
                  <a:pt x="135002" y="76094"/>
                </a:lnTo>
                <a:lnTo>
                  <a:pt x="132941" y="60630"/>
                </a:lnTo>
                <a:lnTo>
                  <a:pt x="128577" y="46286"/>
                </a:lnTo>
                <a:lnTo>
                  <a:pt x="122152" y="33352"/>
                </a:lnTo>
                <a:lnTo>
                  <a:pt x="113908" y="22119"/>
                </a:lnTo>
                <a:lnTo>
                  <a:pt x="104085" y="12877"/>
                </a:lnTo>
                <a:lnTo>
                  <a:pt x="92925" y="5916"/>
                </a:lnTo>
                <a:lnTo>
                  <a:pt x="80670" y="1527"/>
                </a:lnTo>
                <a:lnTo>
                  <a:pt x="67561" y="0"/>
                </a:lnTo>
                <a:lnTo>
                  <a:pt x="63287" y="160"/>
                </a:lnTo>
                <a:lnTo>
                  <a:pt x="50427" y="2635"/>
                </a:lnTo>
                <a:lnTo>
                  <a:pt x="38498" y="7880"/>
                </a:lnTo>
                <a:lnTo>
                  <a:pt x="27741" y="15604"/>
                </a:lnTo>
                <a:lnTo>
                  <a:pt x="18398" y="25517"/>
                </a:lnTo>
                <a:lnTo>
                  <a:pt x="10711" y="37327"/>
                </a:lnTo>
                <a:lnTo>
                  <a:pt x="4921" y="50746"/>
                </a:lnTo>
                <a:lnTo>
                  <a:pt x="1270" y="65481"/>
                </a:lnTo>
                <a:lnTo>
                  <a:pt x="0" y="81245"/>
                </a:lnTo>
                <a:lnTo>
                  <a:pt x="133" y="86398"/>
                </a:lnTo>
                <a:lnTo>
                  <a:pt x="2194" y="101864"/>
                </a:lnTo>
                <a:lnTo>
                  <a:pt x="6557" y="116210"/>
                </a:lnTo>
                <a:lnTo>
                  <a:pt x="12981" y="129145"/>
                </a:lnTo>
                <a:lnTo>
                  <a:pt x="21224" y="140379"/>
                </a:lnTo>
                <a:lnTo>
                  <a:pt x="31046" y="149622"/>
                </a:lnTo>
                <a:lnTo>
                  <a:pt x="42203" y="156584"/>
                </a:lnTo>
                <a:lnTo>
                  <a:pt x="54456" y="160974"/>
                </a:lnTo>
                <a:lnTo>
                  <a:pt x="67562" y="162502"/>
                </a:lnTo>
                <a:lnTo>
                  <a:pt x="71854" y="162341"/>
                </a:lnTo>
                <a:lnTo>
                  <a:pt x="84714" y="159861"/>
                </a:lnTo>
                <a:lnTo>
                  <a:pt x="96642" y="154613"/>
                </a:lnTo>
                <a:lnTo>
                  <a:pt x="107397" y="146888"/>
                </a:lnTo>
                <a:lnTo>
                  <a:pt x="116739" y="136974"/>
                </a:lnTo>
                <a:lnTo>
                  <a:pt x="124425" y="125162"/>
                </a:lnTo>
                <a:lnTo>
                  <a:pt x="130214" y="111743"/>
                </a:lnTo>
                <a:lnTo>
                  <a:pt x="133865" y="97007"/>
                </a:lnTo>
                <a:lnTo>
                  <a:pt x="135135" y="81245"/>
                </a:lnTo>
                <a:close/>
              </a:path>
            </a:pathLst>
          </a:custGeom>
          <a:solidFill>
            <a:srgbClr val="1F1F1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39" name="object 1939"/>
          <p:cNvSpPr/>
          <p:nvPr/>
        </p:nvSpPr>
        <p:spPr>
          <a:xfrm>
            <a:off x="3433867" y="5395833"/>
            <a:ext cx="134493" cy="162278"/>
          </a:xfrm>
          <a:custGeom>
            <a:avLst/>
            <a:gdLst/>
            <a:ahLst/>
            <a:cxnLst/>
            <a:rect l="l" t="t" r="r" b="b"/>
            <a:pathLst>
              <a:path w="134493" h="162278">
                <a:moveTo>
                  <a:pt x="134493" y="81139"/>
                </a:moveTo>
                <a:lnTo>
                  <a:pt x="134378" y="76352"/>
                </a:lnTo>
                <a:lnTo>
                  <a:pt x="132372" y="60844"/>
                </a:lnTo>
                <a:lnTo>
                  <a:pt x="128057" y="46456"/>
                </a:lnTo>
                <a:lnTo>
                  <a:pt x="121675" y="33479"/>
                </a:lnTo>
                <a:lnTo>
                  <a:pt x="113469" y="22206"/>
                </a:lnTo>
                <a:lnTo>
                  <a:pt x="103682" y="12929"/>
                </a:lnTo>
                <a:lnTo>
                  <a:pt x="92555" y="5941"/>
                </a:lnTo>
                <a:lnTo>
                  <a:pt x="80331" y="1534"/>
                </a:lnTo>
                <a:lnTo>
                  <a:pt x="67253" y="0"/>
                </a:lnTo>
                <a:lnTo>
                  <a:pt x="63275" y="139"/>
                </a:lnTo>
                <a:lnTo>
                  <a:pt x="50423" y="2560"/>
                </a:lnTo>
                <a:lnTo>
                  <a:pt x="38499" y="7767"/>
                </a:lnTo>
                <a:lnTo>
                  <a:pt x="27744" y="15468"/>
                </a:lnTo>
                <a:lnTo>
                  <a:pt x="18402" y="25369"/>
                </a:lnTo>
                <a:lnTo>
                  <a:pt x="10714" y="37179"/>
                </a:lnTo>
                <a:lnTo>
                  <a:pt x="4923" y="50606"/>
                </a:lnTo>
                <a:lnTo>
                  <a:pt x="1271" y="65357"/>
                </a:lnTo>
                <a:lnTo>
                  <a:pt x="0" y="81139"/>
                </a:lnTo>
                <a:lnTo>
                  <a:pt x="115" y="85937"/>
                </a:lnTo>
                <a:lnTo>
                  <a:pt x="2122" y="101442"/>
                </a:lnTo>
                <a:lnTo>
                  <a:pt x="6438" y="115828"/>
                </a:lnTo>
                <a:lnTo>
                  <a:pt x="12820" y="128803"/>
                </a:lnTo>
                <a:lnTo>
                  <a:pt x="21027" y="140074"/>
                </a:lnTo>
                <a:lnTo>
                  <a:pt x="30816" y="149350"/>
                </a:lnTo>
                <a:lnTo>
                  <a:pt x="41944" y="156337"/>
                </a:lnTo>
                <a:lnTo>
                  <a:pt x="54171" y="160744"/>
                </a:lnTo>
                <a:lnTo>
                  <a:pt x="67254" y="162278"/>
                </a:lnTo>
                <a:lnTo>
                  <a:pt x="71219" y="162139"/>
                </a:lnTo>
                <a:lnTo>
                  <a:pt x="84068" y="159719"/>
                </a:lnTo>
                <a:lnTo>
                  <a:pt x="95991" y="154514"/>
                </a:lnTo>
                <a:lnTo>
                  <a:pt x="106745" y="146814"/>
                </a:lnTo>
                <a:lnTo>
                  <a:pt x="116088" y="136912"/>
                </a:lnTo>
                <a:lnTo>
                  <a:pt x="123776" y="125102"/>
                </a:lnTo>
                <a:lnTo>
                  <a:pt x="129568" y="111674"/>
                </a:lnTo>
                <a:lnTo>
                  <a:pt x="133221" y="96923"/>
                </a:lnTo>
                <a:lnTo>
                  <a:pt x="134493" y="8113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40" name="object 1940"/>
          <p:cNvSpPr/>
          <p:nvPr/>
        </p:nvSpPr>
        <p:spPr>
          <a:xfrm>
            <a:off x="3760429" y="5369910"/>
            <a:ext cx="152135" cy="139968"/>
          </a:xfrm>
          <a:custGeom>
            <a:avLst/>
            <a:gdLst/>
            <a:ahLst/>
            <a:cxnLst/>
            <a:rect l="l" t="t" r="r" b="b"/>
            <a:pathLst>
              <a:path w="152135" h="139968">
                <a:moveTo>
                  <a:pt x="0" y="27730"/>
                </a:moveTo>
                <a:lnTo>
                  <a:pt x="1278" y="80023"/>
                </a:lnTo>
                <a:lnTo>
                  <a:pt x="148952" y="139968"/>
                </a:lnTo>
                <a:lnTo>
                  <a:pt x="151074" y="131854"/>
                </a:lnTo>
                <a:lnTo>
                  <a:pt x="152135" y="97815"/>
                </a:lnTo>
                <a:lnTo>
                  <a:pt x="150856" y="76855"/>
                </a:lnTo>
                <a:lnTo>
                  <a:pt x="143851" y="48907"/>
                </a:lnTo>
                <a:lnTo>
                  <a:pt x="137268" y="33805"/>
                </a:lnTo>
                <a:lnTo>
                  <a:pt x="127706" y="20744"/>
                </a:lnTo>
                <a:lnTo>
                  <a:pt x="110922" y="8347"/>
                </a:lnTo>
                <a:lnTo>
                  <a:pt x="95198" y="1808"/>
                </a:lnTo>
                <a:lnTo>
                  <a:pt x="75014" y="0"/>
                </a:lnTo>
                <a:lnTo>
                  <a:pt x="58651" y="1360"/>
                </a:lnTo>
                <a:lnTo>
                  <a:pt x="35487" y="6986"/>
                </a:lnTo>
                <a:lnTo>
                  <a:pt x="18281" y="13973"/>
                </a:lnTo>
                <a:lnTo>
                  <a:pt x="0" y="2773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41" name="object 1941"/>
          <p:cNvSpPr/>
          <p:nvPr/>
        </p:nvSpPr>
        <p:spPr>
          <a:xfrm>
            <a:off x="3708042" y="5398478"/>
            <a:ext cx="123579" cy="228062"/>
          </a:xfrm>
          <a:custGeom>
            <a:avLst/>
            <a:gdLst/>
            <a:ahLst/>
            <a:cxnLst/>
            <a:rect l="l" t="t" r="r" b="b"/>
            <a:pathLst>
              <a:path w="123579" h="228062">
                <a:moveTo>
                  <a:pt x="94777" y="113992"/>
                </a:moveTo>
                <a:lnTo>
                  <a:pt x="123579" y="5222"/>
                </a:lnTo>
                <a:lnTo>
                  <a:pt x="111926" y="1703"/>
                </a:lnTo>
                <a:lnTo>
                  <a:pt x="100264" y="0"/>
                </a:lnTo>
                <a:lnTo>
                  <a:pt x="88705" y="41"/>
                </a:lnTo>
                <a:lnTo>
                  <a:pt x="77365" y="1755"/>
                </a:lnTo>
                <a:lnTo>
                  <a:pt x="66359" y="5071"/>
                </a:lnTo>
                <a:lnTo>
                  <a:pt x="55799" y="9919"/>
                </a:lnTo>
                <a:lnTo>
                  <a:pt x="45802" y="16227"/>
                </a:lnTo>
                <a:lnTo>
                  <a:pt x="36480" y="23923"/>
                </a:lnTo>
                <a:lnTo>
                  <a:pt x="27950" y="32937"/>
                </a:lnTo>
                <a:lnTo>
                  <a:pt x="20324" y="43198"/>
                </a:lnTo>
                <a:lnTo>
                  <a:pt x="13718" y="54634"/>
                </a:lnTo>
                <a:lnTo>
                  <a:pt x="8247" y="67175"/>
                </a:lnTo>
                <a:lnTo>
                  <a:pt x="4388" y="79341"/>
                </a:lnTo>
                <a:lnTo>
                  <a:pt x="1558" y="92762"/>
                </a:lnTo>
                <a:lnTo>
                  <a:pt x="112" y="106199"/>
                </a:lnTo>
                <a:lnTo>
                  <a:pt x="0" y="119532"/>
                </a:lnTo>
                <a:lnTo>
                  <a:pt x="1167" y="132639"/>
                </a:lnTo>
                <a:lnTo>
                  <a:pt x="3564" y="145401"/>
                </a:lnTo>
                <a:lnTo>
                  <a:pt x="7138" y="157696"/>
                </a:lnTo>
                <a:lnTo>
                  <a:pt x="11838" y="169404"/>
                </a:lnTo>
                <a:lnTo>
                  <a:pt x="17611" y="180404"/>
                </a:lnTo>
                <a:lnTo>
                  <a:pt x="24407" y="190576"/>
                </a:lnTo>
                <a:lnTo>
                  <a:pt x="32173" y="199799"/>
                </a:lnTo>
                <a:lnTo>
                  <a:pt x="40858" y="207952"/>
                </a:lnTo>
                <a:lnTo>
                  <a:pt x="50410" y="214915"/>
                </a:lnTo>
                <a:lnTo>
                  <a:pt x="60776" y="220567"/>
                </a:lnTo>
                <a:lnTo>
                  <a:pt x="78254" y="226404"/>
                </a:lnTo>
                <a:lnTo>
                  <a:pt x="90804" y="228049"/>
                </a:lnTo>
                <a:lnTo>
                  <a:pt x="98511" y="228062"/>
                </a:lnTo>
                <a:lnTo>
                  <a:pt x="94777" y="113992"/>
                </a:lnTo>
                <a:close/>
              </a:path>
            </a:pathLst>
          </a:custGeom>
          <a:solidFill>
            <a:srgbClr val="1F1F1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42" name="object 1942"/>
          <p:cNvSpPr/>
          <p:nvPr/>
        </p:nvSpPr>
        <p:spPr>
          <a:xfrm>
            <a:off x="3741102" y="5402140"/>
            <a:ext cx="149998" cy="224939"/>
          </a:xfrm>
          <a:custGeom>
            <a:avLst/>
            <a:gdLst/>
            <a:ahLst/>
            <a:cxnLst/>
            <a:rect l="l" t="t" r="r" b="b"/>
            <a:pathLst>
              <a:path w="149998" h="224939">
                <a:moveTo>
                  <a:pt x="149998" y="112472"/>
                </a:moveTo>
                <a:lnTo>
                  <a:pt x="149635" y="101328"/>
                </a:lnTo>
                <a:lnTo>
                  <a:pt x="147690" y="84668"/>
                </a:lnTo>
                <a:lnTo>
                  <a:pt x="144177" y="68947"/>
                </a:lnTo>
                <a:lnTo>
                  <a:pt x="139225" y="54356"/>
                </a:lnTo>
                <a:lnTo>
                  <a:pt x="132961" y="41088"/>
                </a:lnTo>
                <a:lnTo>
                  <a:pt x="125514" y="29333"/>
                </a:lnTo>
                <a:lnTo>
                  <a:pt x="117011" y="19285"/>
                </a:lnTo>
                <a:lnTo>
                  <a:pt x="107580" y="11136"/>
                </a:lnTo>
                <a:lnTo>
                  <a:pt x="97349" y="5077"/>
                </a:lnTo>
                <a:lnTo>
                  <a:pt x="86446" y="1301"/>
                </a:lnTo>
                <a:lnTo>
                  <a:pt x="74999" y="0"/>
                </a:lnTo>
                <a:lnTo>
                  <a:pt x="67568" y="545"/>
                </a:lnTo>
                <a:lnTo>
                  <a:pt x="56459" y="3463"/>
                </a:lnTo>
                <a:lnTo>
                  <a:pt x="45976" y="8732"/>
                </a:lnTo>
                <a:lnTo>
                  <a:pt x="36247" y="16161"/>
                </a:lnTo>
                <a:lnTo>
                  <a:pt x="27399" y="25556"/>
                </a:lnTo>
                <a:lnTo>
                  <a:pt x="19560" y="36725"/>
                </a:lnTo>
                <a:lnTo>
                  <a:pt x="12860" y="49478"/>
                </a:lnTo>
                <a:lnTo>
                  <a:pt x="7426" y="63621"/>
                </a:lnTo>
                <a:lnTo>
                  <a:pt x="3385" y="78962"/>
                </a:lnTo>
                <a:lnTo>
                  <a:pt x="867" y="95310"/>
                </a:lnTo>
                <a:lnTo>
                  <a:pt x="0" y="112472"/>
                </a:lnTo>
                <a:lnTo>
                  <a:pt x="363" y="123611"/>
                </a:lnTo>
                <a:lnTo>
                  <a:pt x="2308" y="140272"/>
                </a:lnTo>
                <a:lnTo>
                  <a:pt x="5822" y="155993"/>
                </a:lnTo>
                <a:lnTo>
                  <a:pt x="10775" y="170585"/>
                </a:lnTo>
                <a:lnTo>
                  <a:pt x="17040" y="183853"/>
                </a:lnTo>
                <a:lnTo>
                  <a:pt x="24489" y="195607"/>
                </a:lnTo>
                <a:lnTo>
                  <a:pt x="32992" y="205655"/>
                </a:lnTo>
                <a:lnTo>
                  <a:pt x="42423" y="213804"/>
                </a:lnTo>
                <a:lnTo>
                  <a:pt x="52654" y="219862"/>
                </a:lnTo>
                <a:lnTo>
                  <a:pt x="63555" y="223638"/>
                </a:lnTo>
                <a:lnTo>
                  <a:pt x="74999" y="224939"/>
                </a:lnTo>
                <a:lnTo>
                  <a:pt x="82429" y="224395"/>
                </a:lnTo>
                <a:lnTo>
                  <a:pt x="93540" y="221477"/>
                </a:lnTo>
                <a:lnTo>
                  <a:pt x="104025" y="216209"/>
                </a:lnTo>
                <a:lnTo>
                  <a:pt x="113756" y="208782"/>
                </a:lnTo>
                <a:lnTo>
                  <a:pt x="122604" y="199388"/>
                </a:lnTo>
                <a:lnTo>
                  <a:pt x="130442" y="188219"/>
                </a:lnTo>
                <a:lnTo>
                  <a:pt x="137141" y="175468"/>
                </a:lnTo>
                <a:lnTo>
                  <a:pt x="142574" y="161325"/>
                </a:lnTo>
                <a:lnTo>
                  <a:pt x="146614" y="145984"/>
                </a:lnTo>
                <a:lnTo>
                  <a:pt x="149131" y="129635"/>
                </a:lnTo>
                <a:lnTo>
                  <a:pt x="149998" y="112472"/>
                </a:lnTo>
                <a:close/>
              </a:path>
            </a:pathLst>
          </a:custGeom>
          <a:solidFill>
            <a:srgbClr val="5F5F5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43" name="object 1943"/>
          <p:cNvSpPr/>
          <p:nvPr/>
        </p:nvSpPr>
        <p:spPr>
          <a:xfrm>
            <a:off x="3751303" y="5412063"/>
            <a:ext cx="132153" cy="207127"/>
          </a:xfrm>
          <a:custGeom>
            <a:avLst/>
            <a:gdLst/>
            <a:ahLst/>
            <a:cxnLst/>
            <a:rect l="l" t="t" r="r" b="b"/>
            <a:pathLst>
              <a:path w="132153" h="207127">
                <a:moveTo>
                  <a:pt x="132153" y="103562"/>
                </a:moveTo>
                <a:lnTo>
                  <a:pt x="131731" y="91794"/>
                </a:lnTo>
                <a:lnTo>
                  <a:pt x="129615" y="75043"/>
                </a:lnTo>
                <a:lnTo>
                  <a:pt x="125854" y="59380"/>
                </a:lnTo>
                <a:lnTo>
                  <a:pt x="120597" y="45040"/>
                </a:lnTo>
                <a:lnTo>
                  <a:pt x="113995" y="32260"/>
                </a:lnTo>
                <a:lnTo>
                  <a:pt x="106199" y="21275"/>
                </a:lnTo>
                <a:lnTo>
                  <a:pt x="97359" y="12320"/>
                </a:lnTo>
                <a:lnTo>
                  <a:pt x="87625" y="5633"/>
                </a:lnTo>
                <a:lnTo>
                  <a:pt x="77147" y="1447"/>
                </a:lnTo>
                <a:lnTo>
                  <a:pt x="66076" y="0"/>
                </a:lnTo>
                <a:lnTo>
                  <a:pt x="58568" y="661"/>
                </a:lnTo>
                <a:lnTo>
                  <a:pt x="47880" y="3977"/>
                </a:lnTo>
                <a:lnTo>
                  <a:pt x="37886" y="9872"/>
                </a:lnTo>
                <a:lnTo>
                  <a:pt x="28737" y="18112"/>
                </a:lnTo>
                <a:lnTo>
                  <a:pt x="20583" y="28459"/>
                </a:lnTo>
                <a:lnTo>
                  <a:pt x="13574" y="40678"/>
                </a:lnTo>
                <a:lnTo>
                  <a:pt x="7861" y="54533"/>
                </a:lnTo>
                <a:lnTo>
                  <a:pt x="3594" y="69790"/>
                </a:lnTo>
                <a:lnTo>
                  <a:pt x="923" y="86211"/>
                </a:lnTo>
                <a:lnTo>
                  <a:pt x="0" y="103562"/>
                </a:lnTo>
                <a:lnTo>
                  <a:pt x="422" y="115334"/>
                </a:lnTo>
                <a:lnTo>
                  <a:pt x="2538" y="132086"/>
                </a:lnTo>
                <a:lnTo>
                  <a:pt x="6299" y="147750"/>
                </a:lnTo>
                <a:lnTo>
                  <a:pt x="11556" y="162090"/>
                </a:lnTo>
                <a:lnTo>
                  <a:pt x="18158" y="174870"/>
                </a:lnTo>
                <a:lnTo>
                  <a:pt x="25954" y="185854"/>
                </a:lnTo>
                <a:lnTo>
                  <a:pt x="34794" y="194808"/>
                </a:lnTo>
                <a:lnTo>
                  <a:pt x="44529" y="201495"/>
                </a:lnTo>
                <a:lnTo>
                  <a:pt x="55006" y="205680"/>
                </a:lnTo>
                <a:lnTo>
                  <a:pt x="66076" y="207127"/>
                </a:lnTo>
                <a:lnTo>
                  <a:pt x="73586" y="206466"/>
                </a:lnTo>
                <a:lnTo>
                  <a:pt x="84274" y="203149"/>
                </a:lnTo>
                <a:lnTo>
                  <a:pt x="94268" y="197254"/>
                </a:lnTo>
                <a:lnTo>
                  <a:pt x="103417" y="189016"/>
                </a:lnTo>
                <a:lnTo>
                  <a:pt x="111571" y="178669"/>
                </a:lnTo>
                <a:lnTo>
                  <a:pt x="118580" y="166450"/>
                </a:lnTo>
                <a:lnTo>
                  <a:pt x="124292" y="152594"/>
                </a:lnTo>
                <a:lnTo>
                  <a:pt x="128559" y="137337"/>
                </a:lnTo>
                <a:lnTo>
                  <a:pt x="131230" y="120915"/>
                </a:lnTo>
                <a:lnTo>
                  <a:pt x="132153" y="103562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44" name="object 1944"/>
          <p:cNvSpPr/>
          <p:nvPr/>
        </p:nvSpPr>
        <p:spPr>
          <a:xfrm>
            <a:off x="3778492" y="5444292"/>
            <a:ext cx="84358" cy="144922"/>
          </a:xfrm>
          <a:custGeom>
            <a:avLst/>
            <a:gdLst/>
            <a:ahLst/>
            <a:cxnLst/>
            <a:rect l="l" t="t" r="r" b="b"/>
            <a:pathLst>
              <a:path w="84358" h="144922">
                <a:moveTo>
                  <a:pt x="84358" y="72460"/>
                </a:moveTo>
                <a:lnTo>
                  <a:pt x="83898" y="61729"/>
                </a:lnTo>
                <a:lnTo>
                  <a:pt x="81229" y="45028"/>
                </a:lnTo>
                <a:lnTo>
                  <a:pt x="76444" y="30201"/>
                </a:lnTo>
                <a:lnTo>
                  <a:pt x="69844" y="17766"/>
                </a:lnTo>
                <a:lnTo>
                  <a:pt x="61733" y="8241"/>
                </a:lnTo>
                <a:lnTo>
                  <a:pt x="52413" y="2146"/>
                </a:lnTo>
                <a:lnTo>
                  <a:pt x="42186" y="0"/>
                </a:lnTo>
                <a:lnTo>
                  <a:pt x="35934" y="790"/>
                </a:lnTo>
                <a:lnTo>
                  <a:pt x="26212" y="5375"/>
                </a:lnTo>
                <a:lnTo>
                  <a:pt x="17581" y="13596"/>
                </a:lnTo>
                <a:lnTo>
                  <a:pt x="10342" y="24933"/>
                </a:lnTo>
                <a:lnTo>
                  <a:pt x="4798" y="38868"/>
                </a:lnTo>
                <a:lnTo>
                  <a:pt x="1249" y="54883"/>
                </a:lnTo>
                <a:lnTo>
                  <a:pt x="0" y="72460"/>
                </a:lnTo>
                <a:lnTo>
                  <a:pt x="460" y="83203"/>
                </a:lnTo>
                <a:lnTo>
                  <a:pt x="3130" y="99901"/>
                </a:lnTo>
                <a:lnTo>
                  <a:pt x="7917" y="114726"/>
                </a:lnTo>
                <a:lnTo>
                  <a:pt x="14518" y="127159"/>
                </a:lnTo>
                <a:lnTo>
                  <a:pt x="22631" y="136682"/>
                </a:lnTo>
                <a:lnTo>
                  <a:pt x="31954" y="142776"/>
                </a:lnTo>
                <a:lnTo>
                  <a:pt x="42186" y="144922"/>
                </a:lnTo>
                <a:lnTo>
                  <a:pt x="48430" y="144133"/>
                </a:lnTo>
                <a:lnTo>
                  <a:pt x="58148" y="139549"/>
                </a:lnTo>
                <a:lnTo>
                  <a:pt x="66777" y="131329"/>
                </a:lnTo>
                <a:lnTo>
                  <a:pt x="74015" y="119991"/>
                </a:lnTo>
                <a:lnTo>
                  <a:pt x="79559" y="106055"/>
                </a:lnTo>
                <a:lnTo>
                  <a:pt x="83108" y="90038"/>
                </a:lnTo>
                <a:lnTo>
                  <a:pt x="84358" y="7246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45" name="object 1945"/>
          <p:cNvSpPr/>
          <p:nvPr/>
        </p:nvSpPr>
        <p:spPr>
          <a:xfrm>
            <a:off x="3837936" y="5448466"/>
            <a:ext cx="3930" cy="7636"/>
          </a:xfrm>
          <a:custGeom>
            <a:avLst/>
            <a:gdLst/>
            <a:ahLst/>
            <a:cxnLst/>
            <a:rect l="l" t="t" r="r" b="b"/>
            <a:pathLst>
              <a:path w="3930" h="7636">
                <a:moveTo>
                  <a:pt x="1764" y="5966"/>
                </a:moveTo>
                <a:lnTo>
                  <a:pt x="3427" y="7613"/>
                </a:lnTo>
                <a:lnTo>
                  <a:pt x="3930" y="3184"/>
                </a:lnTo>
                <a:lnTo>
                  <a:pt x="2113" y="1576"/>
                </a:lnTo>
                <a:lnTo>
                  <a:pt x="3392" y="7574"/>
                </a:lnTo>
                <a:lnTo>
                  <a:pt x="2113" y="1576"/>
                </a:lnTo>
                <a:lnTo>
                  <a:pt x="151" y="61"/>
                </a:lnTo>
                <a:lnTo>
                  <a:pt x="20" y="4420"/>
                </a:lnTo>
                <a:lnTo>
                  <a:pt x="1764" y="5966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46" name="object 1946"/>
          <p:cNvSpPr/>
          <p:nvPr/>
        </p:nvSpPr>
        <p:spPr>
          <a:xfrm>
            <a:off x="3837957" y="5488057"/>
            <a:ext cx="26593" cy="96993"/>
          </a:xfrm>
          <a:custGeom>
            <a:avLst/>
            <a:gdLst/>
            <a:ahLst/>
            <a:cxnLst/>
            <a:rect l="l" t="t" r="r" b="b"/>
            <a:pathLst>
              <a:path w="26593" h="96993">
                <a:moveTo>
                  <a:pt x="17220" y="65605"/>
                </a:moveTo>
                <a:lnTo>
                  <a:pt x="16115" y="68549"/>
                </a:lnTo>
                <a:lnTo>
                  <a:pt x="14953" y="71329"/>
                </a:lnTo>
                <a:lnTo>
                  <a:pt x="13760" y="73940"/>
                </a:lnTo>
                <a:lnTo>
                  <a:pt x="12439" y="76570"/>
                </a:lnTo>
                <a:lnTo>
                  <a:pt x="11073" y="79023"/>
                </a:lnTo>
                <a:lnTo>
                  <a:pt x="9649" y="81359"/>
                </a:lnTo>
                <a:lnTo>
                  <a:pt x="8196" y="83498"/>
                </a:lnTo>
                <a:lnTo>
                  <a:pt x="6612" y="85655"/>
                </a:lnTo>
                <a:lnTo>
                  <a:pt x="5013" y="87602"/>
                </a:lnTo>
                <a:lnTo>
                  <a:pt x="3356" y="89420"/>
                </a:lnTo>
                <a:lnTo>
                  <a:pt x="1656" y="91089"/>
                </a:lnTo>
                <a:lnTo>
                  <a:pt x="0" y="92566"/>
                </a:lnTo>
                <a:lnTo>
                  <a:pt x="43" y="96993"/>
                </a:lnTo>
                <a:lnTo>
                  <a:pt x="2005" y="95479"/>
                </a:lnTo>
                <a:lnTo>
                  <a:pt x="3909" y="93793"/>
                </a:lnTo>
                <a:lnTo>
                  <a:pt x="5740" y="91994"/>
                </a:lnTo>
                <a:lnTo>
                  <a:pt x="7527" y="90035"/>
                </a:lnTo>
                <a:lnTo>
                  <a:pt x="8152" y="83559"/>
                </a:lnTo>
                <a:lnTo>
                  <a:pt x="7527" y="90035"/>
                </a:lnTo>
                <a:lnTo>
                  <a:pt x="9227" y="87945"/>
                </a:lnTo>
                <a:lnTo>
                  <a:pt x="10884" y="85721"/>
                </a:lnTo>
                <a:lnTo>
                  <a:pt x="12453" y="83389"/>
                </a:lnTo>
                <a:lnTo>
                  <a:pt x="13732" y="74001"/>
                </a:lnTo>
                <a:lnTo>
                  <a:pt x="13965" y="80915"/>
                </a:lnTo>
                <a:lnTo>
                  <a:pt x="15403" y="78335"/>
                </a:lnTo>
                <a:lnTo>
                  <a:pt x="16755" y="75641"/>
                </a:lnTo>
                <a:lnTo>
                  <a:pt x="18048" y="72842"/>
                </a:lnTo>
                <a:lnTo>
                  <a:pt x="19254" y="69939"/>
                </a:lnTo>
                <a:lnTo>
                  <a:pt x="19094" y="59626"/>
                </a:lnTo>
                <a:lnTo>
                  <a:pt x="19937" y="56477"/>
                </a:lnTo>
                <a:lnTo>
                  <a:pt x="20373" y="66934"/>
                </a:lnTo>
                <a:lnTo>
                  <a:pt x="21405" y="63833"/>
                </a:lnTo>
                <a:lnTo>
                  <a:pt x="22350" y="60655"/>
                </a:lnTo>
                <a:lnTo>
                  <a:pt x="23222" y="57389"/>
                </a:lnTo>
                <a:lnTo>
                  <a:pt x="23192" y="28723"/>
                </a:lnTo>
                <a:lnTo>
                  <a:pt x="23222" y="57389"/>
                </a:lnTo>
                <a:lnTo>
                  <a:pt x="23992" y="54033"/>
                </a:lnTo>
                <a:lnTo>
                  <a:pt x="24660" y="50617"/>
                </a:lnTo>
                <a:lnTo>
                  <a:pt x="25242" y="47114"/>
                </a:lnTo>
                <a:lnTo>
                  <a:pt x="25721" y="43556"/>
                </a:lnTo>
                <a:lnTo>
                  <a:pt x="26099" y="39930"/>
                </a:lnTo>
                <a:lnTo>
                  <a:pt x="26375" y="36246"/>
                </a:lnTo>
                <a:lnTo>
                  <a:pt x="26535" y="32513"/>
                </a:lnTo>
                <a:lnTo>
                  <a:pt x="26593" y="28723"/>
                </a:lnTo>
                <a:lnTo>
                  <a:pt x="26535" y="24934"/>
                </a:lnTo>
                <a:lnTo>
                  <a:pt x="26375" y="21203"/>
                </a:lnTo>
                <a:lnTo>
                  <a:pt x="26099" y="17516"/>
                </a:lnTo>
                <a:lnTo>
                  <a:pt x="25721" y="13891"/>
                </a:lnTo>
                <a:lnTo>
                  <a:pt x="25256" y="10333"/>
                </a:lnTo>
                <a:lnTo>
                  <a:pt x="24675" y="6844"/>
                </a:lnTo>
                <a:lnTo>
                  <a:pt x="23992" y="3413"/>
                </a:lnTo>
                <a:lnTo>
                  <a:pt x="23236" y="64"/>
                </a:lnTo>
                <a:lnTo>
                  <a:pt x="23192" y="28667"/>
                </a:lnTo>
                <a:lnTo>
                  <a:pt x="23149" y="32400"/>
                </a:lnTo>
                <a:lnTo>
                  <a:pt x="22975" y="36019"/>
                </a:lnTo>
                <a:lnTo>
                  <a:pt x="22713" y="39589"/>
                </a:lnTo>
                <a:lnTo>
                  <a:pt x="22350" y="43106"/>
                </a:lnTo>
                <a:lnTo>
                  <a:pt x="21885" y="46550"/>
                </a:lnTo>
                <a:lnTo>
                  <a:pt x="21332" y="49937"/>
                </a:lnTo>
                <a:lnTo>
                  <a:pt x="20678" y="53239"/>
                </a:lnTo>
                <a:lnTo>
                  <a:pt x="19952" y="56413"/>
                </a:lnTo>
                <a:lnTo>
                  <a:pt x="19108" y="59574"/>
                </a:lnTo>
                <a:lnTo>
                  <a:pt x="18179" y="62689"/>
                </a:lnTo>
                <a:lnTo>
                  <a:pt x="17191" y="65666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47" name="object 1947"/>
          <p:cNvSpPr/>
          <p:nvPr/>
        </p:nvSpPr>
        <p:spPr>
          <a:xfrm>
            <a:off x="3846118" y="5569344"/>
            <a:ext cx="1532" cy="2260"/>
          </a:xfrm>
          <a:custGeom>
            <a:avLst/>
            <a:gdLst/>
            <a:ahLst/>
            <a:cxnLst/>
            <a:rect l="l" t="t" r="r" b="b"/>
            <a:pathLst>
              <a:path w="1532" h="2260">
                <a:moveTo>
                  <a:pt x="35" y="2211"/>
                </a:moveTo>
                <a:lnTo>
                  <a:pt x="1532" y="0"/>
                </a:lnTo>
                <a:lnTo>
                  <a:pt x="0" y="2260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48" name="object 1948"/>
          <p:cNvSpPr/>
          <p:nvPr/>
        </p:nvSpPr>
        <p:spPr>
          <a:xfrm>
            <a:off x="3841364" y="5451650"/>
            <a:ext cx="15848" cy="34185"/>
          </a:xfrm>
          <a:custGeom>
            <a:avLst/>
            <a:gdLst/>
            <a:ahLst/>
            <a:cxnLst/>
            <a:rect l="l" t="t" r="r" b="b"/>
            <a:pathLst>
              <a:path w="15848" h="34185">
                <a:moveTo>
                  <a:pt x="4818" y="10310"/>
                </a:moveTo>
                <a:lnTo>
                  <a:pt x="6286" y="12520"/>
                </a:lnTo>
                <a:lnTo>
                  <a:pt x="7695" y="14854"/>
                </a:lnTo>
                <a:lnTo>
                  <a:pt x="9061" y="17297"/>
                </a:lnTo>
                <a:lnTo>
                  <a:pt x="10355" y="19878"/>
                </a:lnTo>
                <a:lnTo>
                  <a:pt x="11575" y="22544"/>
                </a:lnTo>
                <a:lnTo>
                  <a:pt x="12723" y="25322"/>
                </a:lnTo>
                <a:lnTo>
                  <a:pt x="13813" y="28196"/>
                </a:lnTo>
                <a:lnTo>
                  <a:pt x="14801" y="31168"/>
                </a:lnTo>
                <a:lnTo>
                  <a:pt x="15688" y="34185"/>
                </a:lnTo>
                <a:lnTo>
                  <a:pt x="15848" y="23871"/>
                </a:lnTo>
                <a:lnTo>
                  <a:pt x="14671" y="21037"/>
                </a:lnTo>
                <a:lnTo>
                  <a:pt x="13377" y="18224"/>
                </a:lnTo>
                <a:lnTo>
                  <a:pt x="12026" y="15534"/>
                </a:lnTo>
                <a:lnTo>
                  <a:pt x="10602" y="12953"/>
                </a:lnTo>
                <a:lnTo>
                  <a:pt x="9105" y="10495"/>
                </a:lnTo>
                <a:lnTo>
                  <a:pt x="7535" y="8146"/>
                </a:lnTo>
                <a:lnTo>
                  <a:pt x="5879" y="5920"/>
                </a:lnTo>
                <a:lnTo>
                  <a:pt x="4178" y="3848"/>
                </a:lnTo>
                <a:lnTo>
                  <a:pt x="2406" y="1885"/>
                </a:lnTo>
                <a:lnTo>
                  <a:pt x="575" y="77"/>
                </a:lnTo>
                <a:lnTo>
                  <a:pt x="22" y="4451"/>
                </a:lnTo>
                <a:lnTo>
                  <a:pt x="1664" y="6275"/>
                </a:lnTo>
                <a:lnTo>
                  <a:pt x="3263" y="8223"/>
                </a:lnTo>
                <a:lnTo>
                  <a:pt x="4818" y="10310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49" name="object 1949"/>
          <p:cNvSpPr/>
          <p:nvPr/>
        </p:nvSpPr>
        <p:spPr>
          <a:xfrm>
            <a:off x="3830507" y="5448221"/>
            <a:ext cx="2000" cy="971"/>
          </a:xfrm>
          <a:custGeom>
            <a:avLst/>
            <a:gdLst/>
            <a:ahLst/>
            <a:cxnLst/>
            <a:rect l="l" t="t" r="r" b="b"/>
            <a:pathLst>
              <a:path w="2000" h="971">
                <a:moveTo>
                  <a:pt x="2000" y="971"/>
                </a:moveTo>
                <a:lnTo>
                  <a:pt x="111" y="44"/>
                </a:lnTo>
                <a:lnTo>
                  <a:pt x="2000" y="971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50" name="object 1950"/>
          <p:cNvSpPr/>
          <p:nvPr/>
        </p:nvSpPr>
        <p:spPr>
          <a:xfrm>
            <a:off x="3814698" y="5446426"/>
            <a:ext cx="1999" cy="440"/>
          </a:xfrm>
          <a:custGeom>
            <a:avLst/>
            <a:gdLst/>
            <a:ahLst/>
            <a:cxnLst/>
            <a:rect l="l" t="t" r="r" b="b"/>
            <a:pathLst>
              <a:path w="1999" h="440">
                <a:moveTo>
                  <a:pt x="1999" y="0"/>
                </a:moveTo>
                <a:lnTo>
                  <a:pt x="23" y="432"/>
                </a:lnTo>
                <a:lnTo>
                  <a:pt x="1999" y="0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51" name="object 1951"/>
          <p:cNvSpPr/>
          <p:nvPr/>
        </p:nvSpPr>
        <p:spPr>
          <a:xfrm>
            <a:off x="3801656" y="5579086"/>
            <a:ext cx="5652" cy="8461"/>
          </a:xfrm>
          <a:custGeom>
            <a:avLst/>
            <a:gdLst/>
            <a:ahLst/>
            <a:cxnLst/>
            <a:rect l="l" t="t" r="r" b="b"/>
            <a:pathLst>
              <a:path w="5652" h="8461">
                <a:moveTo>
                  <a:pt x="3603" y="2987"/>
                </a:moveTo>
                <a:lnTo>
                  <a:pt x="5333" y="4159"/>
                </a:lnTo>
                <a:lnTo>
                  <a:pt x="3603" y="2987"/>
                </a:lnTo>
                <a:lnTo>
                  <a:pt x="1770" y="1569"/>
                </a:lnTo>
                <a:lnTo>
                  <a:pt x="0" y="0"/>
                </a:lnTo>
                <a:lnTo>
                  <a:pt x="1729" y="1538"/>
                </a:lnTo>
                <a:lnTo>
                  <a:pt x="3516" y="2927"/>
                </a:lnTo>
                <a:lnTo>
                  <a:pt x="3589" y="7260"/>
                </a:lnTo>
                <a:lnTo>
                  <a:pt x="5652" y="8461"/>
                </a:lnTo>
                <a:lnTo>
                  <a:pt x="5434" y="4226"/>
                </a:lnTo>
                <a:lnTo>
                  <a:pt x="3590" y="2977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52" name="object 1952"/>
          <p:cNvSpPr/>
          <p:nvPr/>
        </p:nvSpPr>
        <p:spPr>
          <a:xfrm>
            <a:off x="3780178" y="5442901"/>
            <a:ext cx="35835" cy="77556"/>
          </a:xfrm>
          <a:custGeom>
            <a:avLst/>
            <a:gdLst/>
            <a:ahLst/>
            <a:cxnLst/>
            <a:rect l="l" t="t" r="r" b="b"/>
            <a:pathLst>
              <a:path w="35835" h="77556">
                <a:moveTo>
                  <a:pt x="19777" y="13200"/>
                </a:moveTo>
                <a:lnTo>
                  <a:pt x="21550" y="11454"/>
                </a:lnTo>
                <a:lnTo>
                  <a:pt x="23294" y="9923"/>
                </a:lnTo>
                <a:lnTo>
                  <a:pt x="24994" y="8609"/>
                </a:lnTo>
                <a:lnTo>
                  <a:pt x="26811" y="7373"/>
                </a:lnTo>
                <a:lnTo>
                  <a:pt x="28718" y="6261"/>
                </a:lnTo>
                <a:lnTo>
                  <a:pt x="30594" y="5350"/>
                </a:lnTo>
                <a:lnTo>
                  <a:pt x="32528" y="4586"/>
                </a:lnTo>
                <a:lnTo>
                  <a:pt x="30662" y="5317"/>
                </a:lnTo>
                <a:lnTo>
                  <a:pt x="32464" y="4606"/>
                </a:lnTo>
                <a:lnTo>
                  <a:pt x="32595" y="4559"/>
                </a:lnTo>
                <a:lnTo>
                  <a:pt x="34411" y="3988"/>
                </a:lnTo>
                <a:lnTo>
                  <a:pt x="35835" y="0"/>
                </a:lnTo>
                <a:lnTo>
                  <a:pt x="33728" y="463"/>
                </a:lnTo>
                <a:lnTo>
                  <a:pt x="31519" y="1128"/>
                </a:lnTo>
                <a:lnTo>
                  <a:pt x="30560" y="5363"/>
                </a:lnTo>
                <a:lnTo>
                  <a:pt x="28773" y="6229"/>
                </a:lnTo>
                <a:lnTo>
                  <a:pt x="27131" y="3076"/>
                </a:lnTo>
                <a:lnTo>
                  <a:pt x="25169" y="4204"/>
                </a:lnTo>
                <a:lnTo>
                  <a:pt x="23163" y="5564"/>
                </a:lnTo>
                <a:lnTo>
                  <a:pt x="21202" y="7079"/>
                </a:lnTo>
                <a:lnTo>
                  <a:pt x="19298" y="8748"/>
                </a:lnTo>
                <a:lnTo>
                  <a:pt x="17467" y="10572"/>
                </a:lnTo>
                <a:lnTo>
                  <a:pt x="15679" y="12520"/>
                </a:lnTo>
                <a:lnTo>
                  <a:pt x="13979" y="14607"/>
                </a:lnTo>
                <a:lnTo>
                  <a:pt x="12337" y="16817"/>
                </a:lnTo>
                <a:lnTo>
                  <a:pt x="10753" y="19182"/>
                </a:lnTo>
                <a:lnTo>
                  <a:pt x="9242" y="21640"/>
                </a:lnTo>
                <a:lnTo>
                  <a:pt x="7803" y="24222"/>
                </a:lnTo>
                <a:lnTo>
                  <a:pt x="6452" y="26927"/>
                </a:lnTo>
                <a:lnTo>
                  <a:pt x="5173" y="29709"/>
                </a:lnTo>
                <a:lnTo>
                  <a:pt x="4098" y="42985"/>
                </a:lnTo>
                <a:lnTo>
                  <a:pt x="3284" y="46083"/>
                </a:lnTo>
                <a:lnTo>
                  <a:pt x="2819" y="35677"/>
                </a:lnTo>
                <a:lnTo>
                  <a:pt x="1801" y="38715"/>
                </a:lnTo>
                <a:lnTo>
                  <a:pt x="857" y="41905"/>
                </a:lnTo>
                <a:lnTo>
                  <a:pt x="0" y="45170"/>
                </a:lnTo>
                <a:lnTo>
                  <a:pt x="14" y="73879"/>
                </a:lnTo>
                <a:lnTo>
                  <a:pt x="72" y="77556"/>
                </a:lnTo>
                <a:lnTo>
                  <a:pt x="14" y="73851"/>
                </a:lnTo>
                <a:lnTo>
                  <a:pt x="72" y="70146"/>
                </a:lnTo>
                <a:lnTo>
                  <a:pt x="232" y="66529"/>
                </a:lnTo>
                <a:lnTo>
                  <a:pt x="508" y="62958"/>
                </a:lnTo>
                <a:lnTo>
                  <a:pt x="871" y="59454"/>
                </a:lnTo>
                <a:lnTo>
                  <a:pt x="1336" y="55996"/>
                </a:lnTo>
                <a:lnTo>
                  <a:pt x="1889" y="52623"/>
                </a:lnTo>
                <a:lnTo>
                  <a:pt x="2543" y="49306"/>
                </a:lnTo>
                <a:lnTo>
                  <a:pt x="3272" y="46136"/>
                </a:lnTo>
                <a:lnTo>
                  <a:pt x="4104" y="42964"/>
                </a:lnTo>
                <a:lnTo>
                  <a:pt x="5028" y="39855"/>
                </a:lnTo>
                <a:lnTo>
                  <a:pt x="6030" y="36880"/>
                </a:lnTo>
                <a:lnTo>
                  <a:pt x="7106" y="34012"/>
                </a:lnTo>
                <a:lnTo>
                  <a:pt x="8254" y="31230"/>
                </a:lnTo>
                <a:lnTo>
                  <a:pt x="9474" y="28550"/>
                </a:lnTo>
                <a:lnTo>
                  <a:pt x="10768" y="25984"/>
                </a:lnTo>
                <a:lnTo>
                  <a:pt x="12134" y="23541"/>
                </a:lnTo>
                <a:lnTo>
                  <a:pt x="13572" y="21192"/>
                </a:lnTo>
                <a:lnTo>
                  <a:pt x="15055" y="18981"/>
                </a:lnTo>
                <a:lnTo>
                  <a:pt x="16595" y="16910"/>
                </a:lnTo>
                <a:lnTo>
                  <a:pt x="18194" y="14962"/>
                </a:lnTo>
                <a:lnTo>
                  <a:pt x="19850" y="13138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53" name="object 1953"/>
          <p:cNvSpPr/>
          <p:nvPr/>
        </p:nvSpPr>
        <p:spPr>
          <a:xfrm>
            <a:off x="3784279" y="5547639"/>
            <a:ext cx="9835" cy="28301"/>
          </a:xfrm>
          <a:custGeom>
            <a:avLst/>
            <a:gdLst/>
            <a:ahLst/>
            <a:cxnLst/>
            <a:rect l="l" t="t" r="r" b="b"/>
            <a:pathLst>
              <a:path w="9835" h="28301">
                <a:moveTo>
                  <a:pt x="1900" y="6023"/>
                </a:moveTo>
                <a:lnTo>
                  <a:pt x="912" y="3048"/>
                </a:lnTo>
                <a:lnTo>
                  <a:pt x="0" y="0"/>
                </a:lnTo>
                <a:lnTo>
                  <a:pt x="1043" y="13199"/>
                </a:lnTo>
                <a:lnTo>
                  <a:pt x="2322" y="15996"/>
                </a:lnTo>
                <a:lnTo>
                  <a:pt x="3673" y="18686"/>
                </a:lnTo>
                <a:lnTo>
                  <a:pt x="5112" y="21275"/>
                </a:lnTo>
                <a:lnTo>
                  <a:pt x="6609" y="23733"/>
                </a:lnTo>
                <a:lnTo>
                  <a:pt x="8178" y="26075"/>
                </a:lnTo>
                <a:lnTo>
                  <a:pt x="9428" y="21710"/>
                </a:lnTo>
                <a:lnTo>
                  <a:pt x="8178" y="26075"/>
                </a:lnTo>
                <a:lnTo>
                  <a:pt x="9835" y="28301"/>
                </a:lnTo>
                <a:lnTo>
                  <a:pt x="9472" y="21778"/>
                </a:lnTo>
                <a:lnTo>
                  <a:pt x="8004" y="19379"/>
                </a:lnTo>
                <a:lnTo>
                  <a:pt x="6638" y="16921"/>
                </a:lnTo>
                <a:lnTo>
                  <a:pt x="5359" y="14363"/>
                </a:lnTo>
                <a:lnTo>
                  <a:pt x="4124" y="11684"/>
                </a:lnTo>
                <a:lnTo>
                  <a:pt x="2976" y="8906"/>
                </a:lnTo>
                <a:lnTo>
                  <a:pt x="1900" y="6023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54" name="object 1954"/>
          <p:cNvSpPr/>
          <p:nvPr/>
        </p:nvSpPr>
        <p:spPr>
          <a:xfrm>
            <a:off x="3780193" y="5513048"/>
            <a:ext cx="58" cy="3705"/>
          </a:xfrm>
          <a:custGeom>
            <a:avLst/>
            <a:gdLst/>
            <a:ahLst/>
            <a:cxnLst/>
            <a:rect l="l" t="t" r="r" b="b"/>
            <a:pathLst>
              <a:path w="58" h="3705">
                <a:moveTo>
                  <a:pt x="58" y="0"/>
                </a:moveTo>
                <a:lnTo>
                  <a:pt x="0" y="3677"/>
                </a:lnTo>
                <a:lnTo>
                  <a:pt x="58" y="0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55" name="object 1955"/>
          <p:cNvSpPr/>
          <p:nvPr/>
        </p:nvSpPr>
        <p:spPr>
          <a:xfrm>
            <a:off x="3776792" y="5488071"/>
            <a:ext cx="8530" cy="72766"/>
          </a:xfrm>
          <a:custGeom>
            <a:avLst/>
            <a:gdLst/>
            <a:ahLst/>
            <a:cxnLst/>
            <a:rect l="l" t="t" r="r" b="b"/>
            <a:pathLst>
              <a:path w="8530" h="72766">
                <a:moveTo>
                  <a:pt x="2601" y="3399"/>
                </a:moveTo>
                <a:lnTo>
                  <a:pt x="1932" y="6773"/>
                </a:lnTo>
                <a:lnTo>
                  <a:pt x="1365" y="10262"/>
                </a:lnTo>
                <a:lnTo>
                  <a:pt x="886" y="13832"/>
                </a:lnTo>
                <a:lnTo>
                  <a:pt x="508" y="17446"/>
                </a:lnTo>
                <a:lnTo>
                  <a:pt x="232" y="21130"/>
                </a:lnTo>
                <a:lnTo>
                  <a:pt x="58" y="24863"/>
                </a:lnTo>
                <a:lnTo>
                  <a:pt x="0" y="28653"/>
                </a:lnTo>
                <a:lnTo>
                  <a:pt x="58" y="32442"/>
                </a:lnTo>
                <a:lnTo>
                  <a:pt x="217" y="36175"/>
                </a:lnTo>
                <a:lnTo>
                  <a:pt x="494" y="39855"/>
                </a:lnTo>
                <a:lnTo>
                  <a:pt x="857" y="43486"/>
                </a:lnTo>
                <a:lnTo>
                  <a:pt x="1351" y="47049"/>
                </a:lnTo>
                <a:lnTo>
                  <a:pt x="1932" y="50543"/>
                </a:lnTo>
                <a:lnTo>
                  <a:pt x="2601" y="53965"/>
                </a:lnTo>
                <a:lnTo>
                  <a:pt x="3371" y="57312"/>
                </a:lnTo>
                <a:lnTo>
                  <a:pt x="4228" y="60587"/>
                </a:lnTo>
                <a:lnTo>
                  <a:pt x="5173" y="63759"/>
                </a:lnTo>
                <a:lnTo>
                  <a:pt x="6205" y="66857"/>
                </a:lnTo>
                <a:lnTo>
                  <a:pt x="7324" y="69865"/>
                </a:lnTo>
                <a:lnTo>
                  <a:pt x="7483" y="59558"/>
                </a:lnTo>
                <a:lnTo>
                  <a:pt x="7324" y="69865"/>
                </a:lnTo>
                <a:lnTo>
                  <a:pt x="8530" y="72766"/>
                </a:lnTo>
                <a:lnTo>
                  <a:pt x="7498" y="59612"/>
                </a:lnTo>
                <a:lnTo>
                  <a:pt x="6655" y="56400"/>
                </a:lnTo>
                <a:lnTo>
                  <a:pt x="5914" y="53170"/>
                </a:lnTo>
                <a:lnTo>
                  <a:pt x="5260" y="49863"/>
                </a:lnTo>
                <a:lnTo>
                  <a:pt x="4708" y="46480"/>
                </a:lnTo>
                <a:lnTo>
                  <a:pt x="4228" y="43030"/>
                </a:lnTo>
                <a:lnTo>
                  <a:pt x="3880" y="39521"/>
                </a:lnTo>
                <a:lnTo>
                  <a:pt x="3618" y="35952"/>
                </a:lnTo>
                <a:lnTo>
                  <a:pt x="3458" y="32329"/>
                </a:lnTo>
                <a:lnTo>
                  <a:pt x="3400" y="28709"/>
                </a:lnTo>
                <a:lnTo>
                  <a:pt x="3385" y="0"/>
                </a:lnTo>
                <a:lnTo>
                  <a:pt x="2615" y="3341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56" name="object 1956"/>
          <p:cNvSpPr/>
          <p:nvPr/>
        </p:nvSpPr>
        <p:spPr>
          <a:xfrm>
            <a:off x="3782997" y="5472688"/>
            <a:ext cx="2325" cy="16358"/>
          </a:xfrm>
          <a:custGeom>
            <a:avLst/>
            <a:gdLst/>
            <a:ahLst/>
            <a:cxnLst/>
            <a:rect l="l" t="t" r="r" b="b"/>
            <a:pathLst>
              <a:path w="2325" h="16358">
                <a:moveTo>
                  <a:pt x="450" y="16358"/>
                </a:moveTo>
                <a:lnTo>
                  <a:pt x="1278" y="13199"/>
                </a:lnTo>
                <a:lnTo>
                  <a:pt x="2325" y="0"/>
                </a:lnTo>
                <a:lnTo>
                  <a:pt x="1148" y="2833"/>
                </a:lnTo>
                <a:lnTo>
                  <a:pt x="29" y="5824"/>
                </a:lnTo>
                <a:lnTo>
                  <a:pt x="450" y="16358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57" name="object 1957"/>
          <p:cNvSpPr/>
          <p:nvPr/>
        </p:nvSpPr>
        <p:spPr>
          <a:xfrm>
            <a:off x="3793730" y="5569382"/>
            <a:ext cx="7999" cy="12408"/>
          </a:xfrm>
          <a:custGeom>
            <a:avLst/>
            <a:gdLst/>
            <a:ahLst/>
            <a:cxnLst/>
            <a:rect l="l" t="t" r="r" b="b"/>
            <a:pathLst>
              <a:path w="7999" h="12408">
                <a:moveTo>
                  <a:pt x="7926" y="9703"/>
                </a:moveTo>
                <a:lnTo>
                  <a:pt x="6287" y="8086"/>
                </a:lnTo>
                <a:lnTo>
                  <a:pt x="4642" y="6278"/>
                </a:lnTo>
                <a:lnTo>
                  <a:pt x="3000" y="4260"/>
                </a:lnTo>
                <a:lnTo>
                  <a:pt x="1445" y="2169"/>
                </a:lnTo>
                <a:lnTo>
                  <a:pt x="0" y="0"/>
                </a:lnTo>
                <a:lnTo>
                  <a:pt x="384" y="6557"/>
                </a:lnTo>
                <a:lnTo>
                  <a:pt x="2070" y="8638"/>
                </a:lnTo>
                <a:lnTo>
                  <a:pt x="3843" y="10596"/>
                </a:lnTo>
                <a:lnTo>
                  <a:pt x="5674" y="12408"/>
                </a:lnTo>
                <a:lnTo>
                  <a:pt x="6226" y="8026"/>
                </a:lnTo>
                <a:lnTo>
                  <a:pt x="7926" y="9703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58" name="object 1958"/>
          <p:cNvSpPr/>
          <p:nvPr/>
        </p:nvSpPr>
        <p:spPr>
          <a:xfrm>
            <a:off x="3798314" y="5575592"/>
            <a:ext cx="1703" cy="1876"/>
          </a:xfrm>
          <a:custGeom>
            <a:avLst/>
            <a:gdLst/>
            <a:ahLst/>
            <a:cxnLst/>
            <a:rect l="l" t="t" r="r" b="b"/>
            <a:pathLst>
              <a:path w="1703" h="1876">
                <a:moveTo>
                  <a:pt x="58" y="68"/>
                </a:moveTo>
                <a:lnTo>
                  <a:pt x="1703" y="1876"/>
                </a:lnTo>
                <a:lnTo>
                  <a:pt x="26" y="29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59" name="object 1959"/>
          <p:cNvSpPr/>
          <p:nvPr/>
        </p:nvSpPr>
        <p:spPr>
          <a:xfrm>
            <a:off x="3805229" y="5449163"/>
            <a:ext cx="3667" cy="2310"/>
          </a:xfrm>
          <a:custGeom>
            <a:avLst/>
            <a:gdLst/>
            <a:ahLst/>
            <a:cxnLst/>
            <a:rect l="l" t="t" r="r" b="b"/>
            <a:pathLst>
              <a:path w="3667" h="2310">
                <a:moveTo>
                  <a:pt x="1835" y="1068"/>
                </a:moveTo>
                <a:lnTo>
                  <a:pt x="3667" y="0"/>
                </a:lnTo>
                <a:lnTo>
                  <a:pt x="1862" y="1049"/>
                </a:lnTo>
                <a:lnTo>
                  <a:pt x="31" y="2286"/>
                </a:lnTo>
                <a:lnTo>
                  <a:pt x="1835" y="1068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60" name="object 1960"/>
          <p:cNvSpPr/>
          <p:nvPr/>
        </p:nvSpPr>
        <p:spPr>
          <a:xfrm>
            <a:off x="3807309" y="5444076"/>
            <a:ext cx="4272" cy="5116"/>
          </a:xfrm>
          <a:custGeom>
            <a:avLst/>
            <a:gdLst/>
            <a:ahLst/>
            <a:cxnLst/>
            <a:rect l="l" t="t" r="r" b="b"/>
            <a:pathLst>
              <a:path w="4272" h="5116">
                <a:moveTo>
                  <a:pt x="1525" y="5116"/>
                </a:moveTo>
                <a:lnTo>
                  <a:pt x="3429" y="4189"/>
                </a:lnTo>
                <a:lnTo>
                  <a:pt x="4272" y="0"/>
                </a:lnTo>
                <a:lnTo>
                  <a:pt x="2223" y="819"/>
                </a:lnTo>
                <a:lnTo>
                  <a:pt x="116" y="1839"/>
                </a:lnTo>
                <a:lnTo>
                  <a:pt x="1525" y="5116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61" name="object 1961"/>
          <p:cNvSpPr/>
          <p:nvPr/>
        </p:nvSpPr>
        <p:spPr>
          <a:xfrm>
            <a:off x="3807014" y="5583259"/>
            <a:ext cx="13592" cy="7764"/>
          </a:xfrm>
          <a:custGeom>
            <a:avLst/>
            <a:gdLst/>
            <a:ahLst/>
            <a:cxnLst/>
            <a:rect l="l" t="t" r="r" b="b"/>
            <a:pathLst>
              <a:path w="13592" h="7764">
                <a:moveTo>
                  <a:pt x="4567" y="6178"/>
                </a:moveTo>
                <a:lnTo>
                  <a:pt x="6776" y="6859"/>
                </a:lnTo>
                <a:lnTo>
                  <a:pt x="7590" y="3363"/>
                </a:lnTo>
                <a:lnTo>
                  <a:pt x="9552" y="3802"/>
                </a:lnTo>
                <a:lnTo>
                  <a:pt x="8999" y="7357"/>
                </a:lnTo>
                <a:lnTo>
                  <a:pt x="9145" y="7382"/>
                </a:lnTo>
                <a:lnTo>
                  <a:pt x="11281" y="7660"/>
                </a:lnTo>
                <a:lnTo>
                  <a:pt x="11426" y="7671"/>
                </a:lnTo>
                <a:lnTo>
                  <a:pt x="13592" y="7764"/>
                </a:lnTo>
                <a:lnTo>
                  <a:pt x="11557" y="4068"/>
                </a:lnTo>
                <a:lnTo>
                  <a:pt x="9697" y="3827"/>
                </a:lnTo>
                <a:lnTo>
                  <a:pt x="7626" y="3371"/>
                </a:lnTo>
                <a:lnTo>
                  <a:pt x="5759" y="2802"/>
                </a:lnTo>
                <a:lnTo>
                  <a:pt x="5628" y="2758"/>
                </a:lnTo>
                <a:lnTo>
                  <a:pt x="3724" y="1990"/>
                </a:lnTo>
                <a:lnTo>
                  <a:pt x="1821" y="1066"/>
                </a:lnTo>
                <a:lnTo>
                  <a:pt x="0" y="0"/>
                </a:lnTo>
                <a:lnTo>
                  <a:pt x="295" y="4287"/>
                </a:lnTo>
                <a:lnTo>
                  <a:pt x="2416" y="5318"/>
                </a:lnTo>
                <a:lnTo>
                  <a:pt x="4567" y="6178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62" name="object 1962"/>
          <p:cNvSpPr/>
          <p:nvPr/>
        </p:nvSpPr>
        <p:spPr>
          <a:xfrm>
            <a:off x="3813791" y="5586623"/>
            <a:ext cx="2775" cy="3994"/>
          </a:xfrm>
          <a:custGeom>
            <a:avLst/>
            <a:gdLst/>
            <a:ahLst/>
            <a:cxnLst/>
            <a:rect l="l" t="t" r="r" b="b"/>
            <a:pathLst>
              <a:path w="2775" h="3994">
                <a:moveTo>
                  <a:pt x="2775" y="438"/>
                </a:moveTo>
                <a:lnTo>
                  <a:pt x="930" y="32"/>
                </a:lnTo>
                <a:lnTo>
                  <a:pt x="0" y="3496"/>
                </a:lnTo>
                <a:lnTo>
                  <a:pt x="2223" y="3994"/>
                </a:lnTo>
                <a:lnTo>
                  <a:pt x="2775" y="438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63" name="object 1963"/>
          <p:cNvSpPr/>
          <p:nvPr/>
        </p:nvSpPr>
        <p:spPr>
          <a:xfrm>
            <a:off x="3812643" y="5586018"/>
            <a:ext cx="1998" cy="612"/>
          </a:xfrm>
          <a:custGeom>
            <a:avLst/>
            <a:gdLst/>
            <a:ahLst/>
            <a:cxnLst/>
            <a:rect l="l" t="t" r="r" b="b"/>
            <a:pathLst>
              <a:path w="1998" h="612">
                <a:moveTo>
                  <a:pt x="130" y="43"/>
                </a:moveTo>
                <a:lnTo>
                  <a:pt x="1998" y="612"/>
                </a:lnTo>
                <a:lnTo>
                  <a:pt x="96" y="29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64" name="object 1964"/>
          <p:cNvSpPr/>
          <p:nvPr/>
        </p:nvSpPr>
        <p:spPr>
          <a:xfrm>
            <a:off x="3816646" y="5587072"/>
            <a:ext cx="8033" cy="3951"/>
          </a:xfrm>
          <a:custGeom>
            <a:avLst/>
            <a:gdLst/>
            <a:ahLst/>
            <a:cxnLst/>
            <a:rect l="l" t="t" r="r" b="b"/>
            <a:pathLst>
              <a:path w="8033" h="3951">
                <a:moveTo>
                  <a:pt x="0" y="0"/>
                </a:moveTo>
                <a:lnTo>
                  <a:pt x="1925" y="255"/>
                </a:lnTo>
                <a:lnTo>
                  <a:pt x="3959" y="3951"/>
                </a:lnTo>
                <a:lnTo>
                  <a:pt x="4090" y="3951"/>
                </a:lnTo>
                <a:lnTo>
                  <a:pt x="6270" y="3858"/>
                </a:lnTo>
                <a:lnTo>
                  <a:pt x="6125" y="255"/>
                </a:lnTo>
                <a:lnTo>
                  <a:pt x="8033" y="2"/>
                </a:lnTo>
                <a:lnTo>
                  <a:pt x="6071" y="257"/>
                </a:lnTo>
                <a:lnTo>
                  <a:pt x="4090" y="348"/>
                </a:lnTo>
                <a:lnTo>
                  <a:pt x="3959" y="348"/>
                </a:lnTo>
                <a:lnTo>
                  <a:pt x="2070" y="267"/>
                </a:lnTo>
                <a:lnTo>
                  <a:pt x="0" y="0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65" name="object 1965"/>
          <p:cNvSpPr/>
          <p:nvPr/>
        </p:nvSpPr>
        <p:spPr>
          <a:xfrm>
            <a:off x="3818646" y="5587330"/>
            <a:ext cx="4071" cy="90"/>
          </a:xfrm>
          <a:custGeom>
            <a:avLst/>
            <a:gdLst/>
            <a:ahLst/>
            <a:cxnLst/>
            <a:rect l="l" t="t" r="r" b="b"/>
            <a:pathLst>
              <a:path w="4071" h="90">
                <a:moveTo>
                  <a:pt x="2025" y="87"/>
                </a:moveTo>
                <a:lnTo>
                  <a:pt x="0" y="0"/>
                </a:lnTo>
                <a:lnTo>
                  <a:pt x="1960" y="90"/>
                </a:lnTo>
                <a:lnTo>
                  <a:pt x="2090" y="90"/>
                </a:lnTo>
                <a:lnTo>
                  <a:pt x="3994" y="10"/>
                </a:lnTo>
                <a:lnTo>
                  <a:pt x="2025" y="87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66" name="object 1966"/>
          <p:cNvSpPr/>
          <p:nvPr/>
        </p:nvSpPr>
        <p:spPr>
          <a:xfrm>
            <a:off x="3820737" y="5442499"/>
            <a:ext cx="3909" cy="3926"/>
          </a:xfrm>
          <a:custGeom>
            <a:avLst/>
            <a:gdLst/>
            <a:ahLst/>
            <a:cxnLst/>
            <a:rect l="l" t="t" r="r" b="b"/>
            <a:pathLst>
              <a:path w="3909" h="3926">
                <a:moveTo>
                  <a:pt x="2179" y="92"/>
                </a:moveTo>
                <a:lnTo>
                  <a:pt x="0" y="0"/>
                </a:lnTo>
                <a:lnTo>
                  <a:pt x="1903" y="3678"/>
                </a:lnTo>
                <a:lnTo>
                  <a:pt x="2034" y="3694"/>
                </a:lnTo>
                <a:lnTo>
                  <a:pt x="3909" y="3926"/>
                </a:lnTo>
                <a:lnTo>
                  <a:pt x="2310" y="92"/>
                </a:lnTo>
                <a:lnTo>
                  <a:pt x="2179" y="92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67" name="object 1967"/>
          <p:cNvSpPr/>
          <p:nvPr/>
        </p:nvSpPr>
        <p:spPr>
          <a:xfrm>
            <a:off x="3822771" y="5587062"/>
            <a:ext cx="2005" cy="3869"/>
          </a:xfrm>
          <a:custGeom>
            <a:avLst/>
            <a:gdLst/>
            <a:ahLst/>
            <a:cxnLst/>
            <a:rect l="l" t="t" r="r" b="b"/>
            <a:pathLst>
              <a:path w="2005" h="3869">
                <a:moveTo>
                  <a:pt x="1860" y="23"/>
                </a:moveTo>
                <a:lnTo>
                  <a:pt x="2005" y="0"/>
                </a:lnTo>
                <a:lnTo>
                  <a:pt x="0" y="265"/>
                </a:lnTo>
                <a:lnTo>
                  <a:pt x="145" y="3869"/>
                </a:lnTo>
                <a:lnTo>
                  <a:pt x="1860" y="23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68" name="object 1968"/>
          <p:cNvSpPr/>
          <p:nvPr/>
        </p:nvSpPr>
        <p:spPr>
          <a:xfrm>
            <a:off x="3825184" y="5586062"/>
            <a:ext cx="3400" cy="4580"/>
          </a:xfrm>
          <a:custGeom>
            <a:avLst/>
            <a:gdLst/>
            <a:ahLst/>
            <a:cxnLst/>
            <a:rect l="l" t="t" r="r" b="b"/>
            <a:pathLst>
              <a:path w="3400" h="4580">
                <a:moveTo>
                  <a:pt x="3400" y="0"/>
                </a:moveTo>
                <a:lnTo>
                  <a:pt x="1569" y="559"/>
                </a:lnTo>
                <a:lnTo>
                  <a:pt x="1438" y="593"/>
                </a:lnTo>
                <a:lnTo>
                  <a:pt x="0" y="4580"/>
                </a:lnTo>
                <a:lnTo>
                  <a:pt x="145" y="4555"/>
                </a:lnTo>
                <a:lnTo>
                  <a:pt x="2252" y="4091"/>
                </a:lnTo>
                <a:lnTo>
                  <a:pt x="3400" y="0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69" name="object 1969"/>
          <p:cNvSpPr/>
          <p:nvPr/>
        </p:nvSpPr>
        <p:spPr>
          <a:xfrm>
            <a:off x="3826645" y="5446866"/>
            <a:ext cx="2054" cy="642"/>
          </a:xfrm>
          <a:custGeom>
            <a:avLst/>
            <a:gdLst/>
            <a:ahLst/>
            <a:cxnLst/>
            <a:rect l="l" t="t" r="r" b="b"/>
            <a:pathLst>
              <a:path w="2054" h="642">
                <a:moveTo>
                  <a:pt x="107" y="23"/>
                </a:moveTo>
                <a:lnTo>
                  <a:pt x="2054" y="642"/>
                </a:lnTo>
                <a:lnTo>
                  <a:pt x="107" y="23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70" name="object 1970"/>
          <p:cNvSpPr/>
          <p:nvPr/>
        </p:nvSpPr>
        <p:spPr>
          <a:xfrm>
            <a:off x="3822917" y="5584384"/>
            <a:ext cx="11015" cy="6546"/>
          </a:xfrm>
          <a:custGeom>
            <a:avLst/>
            <a:gdLst/>
            <a:ahLst/>
            <a:cxnLst/>
            <a:rect l="l" t="t" r="r" b="b"/>
            <a:pathLst>
              <a:path w="11015" h="6546">
                <a:moveTo>
                  <a:pt x="9489" y="0"/>
                </a:moveTo>
                <a:lnTo>
                  <a:pt x="7701" y="865"/>
                </a:lnTo>
                <a:lnTo>
                  <a:pt x="5783" y="1633"/>
                </a:lnTo>
                <a:lnTo>
                  <a:pt x="7621" y="897"/>
                </a:lnTo>
                <a:lnTo>
                  <a:pt x="5750" y="1644"/>
                </a:lnTo>
                <a:lnTo>
                  <a:pt x="3767" y="2251"/>
                </a:lnTo>
                <a:lnTo>
                  <a:pt x="1762" y="2689"/>
                </a:lnTo>
                <a:lnTo>
                  <a:pt x="0" y="6546"/>
                </a:lnTo>
                <a:lnTo>
                  <a:pt x="130" y="6535"/>
                </a:lnTo>
                <a:lnTo>
                  <a:pt x="2266" y="6257"/>
                </a:lnTo>
                <a:lnTo>
                  <a:pt x="3705" y="2270"/>
                </a:lnTo>
                <a:lnTo>
                  <a:pt x="3836" y="2236"/>
                </a:lnTo>
                <a:lnTo>
                  <a:pt x="5667" y="1677"/>
                </a:lnTo>
                <a:lnTo>
                  <a:pt x="4519" y="5768"/>
                </a:lnTo>
                <a:lnTo>
                  <a:pt x="4650" y="5734"/>
                </a:lnTo>
                <a:lnTo>
                  <a:pt x="6728" y="5097"/>
                </a:lnTo>
                <a:lnTo>
                  <a:pt x="8893" y="4241"/>
                </a:lnTo>
                <a:lnTo>
                  <a:pt x="11015" y="3219"/>
                </a:lnTo>
                <a:lnTo>
                  <a:pt x="9489" y="0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71" name="object 1971"/>
          <p:cNvSpPr/>
          <p:nvPr/>
        </p:nvSpPr>
        <p:spPr>
          <a:xfrm>
            <a:off x="3824780" y="5443365"/>
            <a:ext cx="13221" cy="9521"/>
          </a:xfrm>
          <a:custGeom>
            <a:avLst/>
            <a:gdLst/>
            <a:ahLst/>
            <a:cxnLst/>
            <a:rect l="l" t="t" r="r" b="b"/>
            <a:pathLst>
              <a:path w="13221" h="9521">
                <a:moveTo>
                  <a:pt x="7626" y="5765"/>
                </a:moveTo>
                <a:lnTo>
                  <a:pt x="9495" y="6863"/>
                </a:lnTo>
                <a:lnTo>
                  <a:pt x="11303" y="8084"/>
                </a:lnTo>
                <a:lnTo>
                  <a:pt x="13105" y="9460"/>
                </a:lnTo>
                <a:lnTo>
                  <a:pt x="13221" y="5101"/>
                </a:lnTo>
                <a:lnTo>
                  <a:pt x="11303" y="3802"/>
                </a:lnTo>
                <a:lnTo>
                  <a:pt x="9472" y="6847"/>
                </a:lnTo>
                <a:lnTo>
                  <a:pt x="9152" y="2550"/>
                </a:lnTo>
                <a:lnTo>
                  <a:pt x="7146" y="1576"/>
                </a:lnTo>
                <a:lnTo>
                  <a:pt x="4996" y="711"/>
                </a:lnTo>
                <a:lnTo>
                  <a:pt x="4865" y="664"/>
                </a:lnTo>
                <a:lnTo>
                  <a:pt x="2787" y="30"/>
                </a:lnTo>
                <a:lnTo>
                  <a:pt x="2656" y="0"/>
                </a:lnTo>
                <a:lnTo>
                  <a:pt x="1842" y="3493"/>
                </a:lnTo>
                <a:lnTo>
                  <a:pt x="11" y="3091"/>
                </a:lnTo>
                <a:lnTo>
                  <a:pt x="1865" y="3500"/>
                </a:lnTo>
                <a:lnTo>
                  <a:pt x="3804" y="4096"/>
                </a:lnTo>
                <a:lnTo>
                  <a:pt x="5722" y="4853"/>
                </a:lnTo>
                <a:lnTo>
                  <a:pt x="7728" y="5827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72" name="object 1972"/>
          <p:cNvSpPr/>
          <p:nvPr/>
        </p:nvSpPr>
        <p:spPr>
          <a:xfrm>
            <a:off x="3832508" y="5579089"/>
            <a:ext cx="7178" cy="5961"/>
          </a:xfrm>
          <a:custGeom>
            <a:avLst/>
            <a:gdLst/>
            <a:ahLst/>
            <a:cxnLst/>
            <a:rect l="l" t="t" r="r" b="b"/>
            <a:pathLst>
              <a:path w="7178" h="5961">
                <a:moveTo>
                  <a:pt x="7178" y="0"/>
                </a:moveTo>
                <a:lnTo>
                  <a:pt x="5435" y="1545"/>
                </a:lnTo>
                <a:lnTo>
                  <a:pt x="3662" y="2921"/>
                </a:lnTo>
                <a:lnTo>
                  <a:pt x="1753" y="4213"/>
                </a:lnTo>
                <a:lnTo>
                  <a:pt x="0" y="5237"/>
                </a:lnTo>
                <a:lnTo>
                  <a:pt x="1743" y="4219"/>
                </a:lnTo>
                <a:lnTo>
                  <a:pt x="3574" y="2984"/>
                </a:lnTo>
                <a:lnTo>
                  <a:pt x="5493" y="5961"/>
                </a:lnTo>
                <a:lnTo>
                  <a:pt x="5449" y="1534"/>
                </a:lnTo>
                <a:lnTo>
                  <a:pt x="7178" y="0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73" name="object 1973"/>
          <p:cNvSpPr/>
          <p:nvPr/>
        </p:nvSpPr>
        <p:spPr>
          <a:xfrm>
            <a:off x="3833932" y="5445915"/>
            <a:ext cx="2063" cy="4297"/>
          </a:xfrm>
          <a:custGeom>
            <a:avLst/>
            <a:gdLst/>
            <a:ahLst/>
            <a:cxnLst/>
            <a:rect l="l" t="t" r="r" b="b"/>
            <a:pathLst>
              <a:path w="2063" h="4297">
                <a:moveTo>
                  <a:pt x="319" y="4297"/>
                </a:moveTo>
                <a:lnTo>
                  <a:pt x="2063" y="1190"/>
                </a:lnTo>
                <a:lnTo>
                  <a:pt x="101" y="61"/>
                </a:lnTo>
                <a:lnTo>
                  <a:pt x="319" y="4297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74" name="object 1974"/>
          <p:cNvSpPr/>
          <p:nvPr/>
        </p:nvSpPr>
        <p:spPr>
          <a:xfrm>
            <a:off x="3828700" y="5582074"/>
            <a:ext cx="9300" cy="5530"/>
          </a:xfrm>
          <a:custGeom>
            <a:avLst/>
            <a:gdLst/>
            <a:ahLst/>
            <a:cxnLst/>
            <a:rect l="l" t="t" r="r" b="b"/>
            <a:pathLst>
              <a:path w="9300" h="5530">
                <a:moveTo>
                  <a:pt x="7382" y="0"/>
                </a:moveTo>
                <a:lnTo>
                  <a:pt x="5652" y="1174"/>
                </a:lnTo>
                <a:lnTo>
                  <a:pt x="3807" y="2252"/>
                </a:lnTo>
                <a:lnTo>
                  <a:pt x="1837" y="3208"/>
                </a:lnTo>
                <a:lnTo>
                  <a:pt x="0" y="3944"/>
                </a:lnTo>
                <a:lnTo>
                  <a:pt x="1801" y="3225"/>
                </a:lnTo>
                <a:lnTo>
                  <a:pt x="3705" y="2310"/>
                </a:lnTo>
                <a:lnTo>
                  <a:pt x="5231" y="5530"/>
                </a:lnTo>
                <a:lnTo>
                  <a:pt x="7295" y="4335"/>
                </a:lnTo>
                <a:lnTo>
                  <a:pt x="9300" y="2977"/>
                </a:lnTo>
                <a:lnTo>
                  <a:pt x="7382" y="0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75" name="object 1975"/>
          <p:cNvSpPr/>
          <p:nvPr/>
        </p:nvSpPr>
        <p:spPr>
          <a:xfrm>
            <a:off x="3834275" y="5450228"/>
            <a:ext cx="3661" cy="2642"/>
          </a:xfrm>
          <a:custGeom>
            <a:avLst/>
            <a:gdLst/>
            <a:ahLst/>
            <a:cxnLst/>
            <a:rect l="l" t="t" r="r" b="b"/>
            <a:pathLst>
              <a:path w="3661" h="2642">
                <a:moveTo>
                  <a:pt x="1839" y="1244"/>
                </a:moveTo>
                <a:lnTo>
                  <a:pt x="3661" y="2642"/>
                </a:lnTo>
                <a:lnTo>
                  <a:pt x="1895" y="1282"/>
                </a:lnTo>
                <a:lnTo>
                  <a:pt x="78" y="46"/>
                </a:lnTo>
                <a:lnTo>
                  <a:pt x="1839" y="1244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76" name="object 1976"/>
          <p:cNvSpPr/>
          <p:nvPr/>
        </p:nvSpPr>
        <p:spPr>
          <a:xfrm>
            <a:off x="3836128" y="5580634"/>
            <a:ext cx="1815" cy="1404"/>
          </a:xfrm>
          <a:custGeom>
            <a:avLst/>
            <a:gdLst/>
            <a:ahLst/>
            <a:cxnLst/>
            <a:rect l="l" t="t" r="r" b="b"/>
            <a:pathLst>
              <a:path w="1815" h="1404">
                <a:moveTo>
                  <a:pt x="1815" y="0"/>
                </a:moveTo>
                <a:lnTo>
                  <a:pt x="0" y="1404"/>
                </a:lnTo>
                <a:lnTo>
                  <a:pt x="1742" y="65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77" name="object 1977"/>
          <p:cNvSpPr/>
          <p:nvPr/>
        </p:nvSpPr>
        <p:spPr>
          <a:xfrm>
            <a:off x="3850411" y="5561996"/>
            <a:ext cx="1511" cy="9450"/>
          </a:xfrm>
          <a:custGeom>
            <a:avLst/>
            <a:gdLst/>
            <a:ahLst/>
            <a:cxnLst/>
            <a:rect l="l" t="t" r="r" b="b"/>
            <a:pathLst>
              <a:path w="1511" h="9450">
                <a:moveTo>
                  <a:pt x="1278" y="63"/>
                </a:moveTo>
                <a:lnTo>
                  <a:pt x="0" y="9450"/>
                </a:lnTo>
                <a:lnTo>
                  <a:pt x="1511" y="6977"/>
                </a:lnTo>
                <a:lnTo>
                  <a:pt x="1307" y="0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78" name="object 1978"/>
          <p:cNvSpPr/>
          <p:nvPr/>
        </p:nvSpPr>
        <p:spPr>
          <a:xfrm>
            <a:off x="3856137" y="5475521"/>
            <a:ext cx="5042" cy="41231"/>
          </a:xfrm>
          <a:custGeom>
            <a:avLst/>
            <a:gdLst/>
            <a:ahLst/>
            <a:cxnLst/>
            <a:rect l="l" t="t" r="r" b="b"/>
            <a:pathLst>
              <a:path w="5042" h="41231">
                <a:moveTo>
                  <a:pt x="2194" y="2991"/>
                </a:moveTo>
                <a:lnTo>
                  <a:pt x="1089" y="58"/>
                </a:lnTo>
                <a:lnTo>
                  <a:pt x="915" y="10314"/>
                </a:lnTo>
                <a:lnTo>
                  <a:pt x="29" y="7297"/>
                </a:lnTo>
                <a:lnTo>
                  <a:pt x="921" y="10336"/>
                </a:lnTo>
                <a:lnTo>
                  <a:pt x="1758" y="13449"/>
                </a:lnTo>
                <a:lnTo>
                  <a:pt x="2499" y="16742"/>
                </a:lnTo>
                <a:lnTo>
                  <a:pt x="3153" y="20060"/>
                </a:lnTo>
                <a:lnTo>
                  <a:pt x="3720" y="23435"/>
                </a:lnTo>
                <a:lnTo>
                  <a:pt x="4170" y="26877"/>
                </a:lnTo>
                <a:lnTo>
                  <a:pt x="4533" y="30392"/>
                </a:lnTo>
                <a:lnTo>
                  <a:pt x="4810" y="33966"/>
                </a:lnTo>
                <a:lnTo>
                  <a:pt x="4969" y="37583"/>
                </a:lnTo>
                <a:lnTo>
                  <a:pt x="5013" y="41231"/>
                </a:lnTo>
                <a:lnTo>
                  <a:pt x="5042" y="12536"/>
                </a:lnTo>
                <a:lnTo>
                  <a:pt x="4185" y="9336"/>
                </a:lnTo>
                <a:lnTo>
                  <a:pt x="3255" y="6155"/>
                </a:lnTo>
                <a:lnTo>
                  <a:pt x="2223" y="3057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79" name="object 1979"/>
          <p:cNvSpPr/>
          <p:nvPr/>
        </p:nvSpPr>
        <p:spPr>
          <a:xfrm>
            <a:off x="3857052" y="5544535"/>
            <a:ext cx="1278" cy="13462"/>
          </a:xfrm>
          <a:custGeom>
            <a:avLst/>
            <a:gdLst/>
            <a:ahLst/>
            <a:cxnLst/>
            <a:rect l="l" t="t" r="r" b="b"/>
            <a:pathLst>
              <a:path w="1278" h="13462">
                <a:moveTo>
                  <a:pt x="842" y="0"/>
                </a:moveTo>
                <a:lnTo>
                  <a:pt x="14" y="3094"/>
                </a:lnTo>
                <a:lnTo>
                  <a:pt x="159" y="13462"/>
                </a:lnTo>
                <a:lnTo>
                  <a:pt x="1278" y="10457"/>
                </a:lnTo>
                <a:lnTo>
                  <a:pt x="842" y="0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80" name="object 1980"/>
          <p:cNvSpPr/>
          <p:nvPr/>
        </p:nvSpPr>
        <p:spPr>
          <a:xfrm>
            <a:off x="3857058" y="5485858"/>
            <a:ext cx="851" cy="3178"/>
          </a:xfrm>
          <a:custGeom>
            <a:avLst/>
            <a:gdLst/>
            <a:ahLst/>
            <a:cxnLst/>
            <a:rect l="l" t="t" r="r" b="b"/>
            <a:pathLst>
              <a:path w="851" h="3178">
                <a:moveTo>
                  <a:pt x="8" y="29"/>
                </a:moveTo>
                <a:lnTo>
                  <a:pt x="851" y="3178"/>
                </a:lnTo>
                <a:lnTo>
                  <a:pt x="8" y="29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81" name="object 1981"/>
          <p:cNvSpPr/>
          <p:nvPr/>
        </p:nvSpPr>
        <p:spPr>
          <a:xfrm>
            <a:off x="3818296" y="5442499"/>
            <a:ext cx="2310" cy="3694"/>
          </a:xfrm>
          <a:custGeom>
            <a:avLst/>
            <a:gdLst/>
            <a:ahLst/>
            <a:cxnLst/>
            <a:rect l="l" t="t" r="r" b="b"/>
            <a:pathLst>
              <a:path w="2310" h="3694">
                <a:moveTo>
                  <a:pt x="2310" y="0"/>
                </a:moveTo>
                <a:lnTo>
                  <a:pt x="145" y="92"/>
                </a:lnTo>
                <a:lnTo>
                  <a:pt x="0" y="92"/>
                </a:lnTo>
                <a:lnTo>
                  <a:pt x="276" y="3694"/>
                </a:lnTo>
                <a:lnTo>
                  <a:pt x="421" y="3678"/>
                </a:lnTo>
                <a:lnTo>
                  <a:pt x="2310" y="3601"/>
                </a:lnTo>
                <a:lnTo>
                  <a:pt x="2310" y="0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82" name="object 1982"/>
          <p:cNvSpPr/>
          <p:nvPr/>
        </p:nvSpPr>
        <p:spPr>
          <a:xfrm>
            <a:off x="3799404" y="5577408"/>
            <a:ext cx="5841" cy="8937"/>
          </a:xfrm>
          <a:custGeom>
            <a:avLst/>
            <a:gdLst/>
            <a:ahLst/>
            <a:cxnLst/>
            <a:rect l="l" t="t" r="r" b="b"/>
            <a:pathLst>
              <a:path w="5841" h="8937">
                <a:moveTo>
                  <a:pt x="4068" y="3287"/>
                </a:moveTo>
                <a:lnTo>
                  <a:pt x="2252" y="1677"/>
                </a:lnTo>
                <a:lnTo>
                  <a:pt x="624" y="72"/>
                </a:lnTo>
                <a:lnTo>
                  <a:pt x="0" y="4382"/>
                </a:lnTo>
                <a:lnTo>
                  <a:pt x="1889" y="6056"/>
                </a:lnTo>
                <a:lnTo>
                  <a:pt x="3850" y="7578"/>
                </a:lnTo>
                <a:lnTo>
                  <a:pt x="5841" y="8937"/>
                </a:lnTo>
                <a:lnTo>
                  <a:pt x="5769" y="4604"/>
                </a:lnTo>
                <a:lnTo>
                  <a:pt x="4068" y="3287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83" name="object 1983"/>
          <p:cNvSpPr/>
          <p:nvPr/>
        </p:nvSpPr>
        <p:spPr>
          <a:xfrm>
            <a:off x="3784283" y="5482757"/>
            <a:ext cx="923" cy="3108"/>
          </a:xfrm>
          <a:custGeom>
            <a:avLst/>
            <a:gdLst/>
            <a:ahLst/>
            <a:cxnLst/>
            <a:rect l="l" t="t" r="r" b="b"/>
            <a:pathLst>
              <a:path w="923" h="3108">
                <a:moveTo>
                  <a:pt x="923" y="0"/>
                </a:moveTo>
                <a:lnTo>
                  <a:pt x="8" y="3077"/>
                </a:lnTo>
                <a:lnTo>
                  <a:pt x="923" y="0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84" name="object 1984"/>
          <p:cNvSpPr/>
          <p:nvPr/>
        </p:nvSpPr>
        <p:spPr>
          <a:xfrm>
            <a:off x="3803386" y="5451473"/>
            <a:ext cx="1843" cy="1413"/>
          </a:xfrm>
          <a:custGeom>
            <a:avLst/>
            <a:gdLst/>
            <a:ahLst/>
            <a:cxnLst/>
            <a:rect l="l" t="t" r="r" b="b"/>
            <a:pathLst>
              <a:path w="1843" h="1413">
                <a:moveTo>
                  <a:pt x="1843" y="0"/>
                </a:moveTo>
                <a:lnTo>
                  <a:pt x="0" y="1413"/>
                </a:lnTo>
                <a:lnTo>
                  <a:pt x="1843" y="0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85" name="object 1985"/>
          <p:cNvSpPr/>
          <p:nvPr/>
        </p:nvSpPr>
        <p:spPr>
          <a:xfrm>
            <a:off x="3810841" y="5442499"/>
            <a:ext cx="16595" cy="5719"/>
          </a:xfrm>
          <a:custGeom>
            <a:avLst/>
            <a:gdLst/>
            <a:ahLst/>
            <a:cxnLst/>
            <a:rect l="l" t="t" r="r" b="b"/>
            <a:pathLst>
              <a:path w="16595" h="5719">
                <a:moveTo>
                  <a:pt x="7769" y="3692"/>
                </a:moveTo>
                <a:lnTo>
                  <a:pt x="9830" y="3604"/>
                </a:lnTo>
                <a:lnTo>
                  <a:pt x="11913" y="3693"/>
                </a:lnTo>
                <a:lnTo>
                  <a:pt x="13938" y="3955"/>
                </a:lnTo>
                <a:lnTo>
                  <a:pt x="15781" y="4359"/>
                </a:lnTo>
                <a:lnTo>
                  <a:pt x="16595" y="865"/>
                </a:lnTo>
                <a:lnTo>
                  <a:pt x="14502" y="401"/>
                </a:lnTo>
                <a:lnTo>
                  <a:pt x="14357" y="370"/>
                </a:lnTo>
                <a:lnTo>
                  <a:pt x="12206" y="92"/>
                </a:lnTo>
                <a:lnTo>
                  <a:pt x="13805" y="3926"/>
                </a:lnTo>
                <a:lnTo>
                  <a:pt x="11930" y="3694"/>
                </a:lnTo>
                <a:lnTo>
                  <a:pt x="11799" y="3678"/>
                </a:lnTo>
                <a:lnTo>
                  <a:pt x="9896" y="0"/>
                </a:lnTo>
                <a:lnTo>
                  <a:pt x="9765" y="0"/>
                </a:lnTo>
                <a:lnTo>
                  <a:pt x="9765" y="3601"/>
                </a:lnTo>
                <a:lnTo>
                  <a:pt x="7876" y="3678"/>
                </a:lnTo>
                <a:lnTo>
                  <a:pt x="7731" y="3694"/>
                </a:lnTo>
                <a:lnTo>
                  <a:pt x="7454" y="92"/>
                </a:lnTo>
                <a:lnTo>
                  <a:pt x="5318" y="370"/>
                </a:lnTo>
                <a:lnTo>
                  <a:pt x="5173" y="401"/>
                </a:lnTo>
                <a:lnTo>
                  <a:pt x="3749" y="4389"/>
                </a:lnTo>
                <a:lnTo>
                  <a:pt x="1932" y="4961"/>
                </a:lnTo>
                <a:lnTo>
                  <a:pt x="1801" y="5008"/>
                </a:lnTo>
                <a:lnTo>
                  <a:pt x="0" y="5719"/>
                </a:lnTo>
                <a:lnTo>
                  <a:pt x="1866" y="4988"/>
                </a:lnTo>
                <a:lnTo>
                  <a:pt x="3856" y="4366"/>
                </a:lnTo>
                <a:lnTo>
                  <a:pt x="5856" y="3926"/>
                </a:lnTo>
                <a:lnTo>
                  <a:pt x="5725" y="3957"/>
                </a:lnTo>
                <a:lnTo>
                  <a:pt x="7769" y="3692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86" name="object 1986"/>
          <p:cNvSpPr/>
          <p:nvPr/>
        </p:nvSpPr>
        <p:spPr>
          <a:xfrm>
            <a:off x="3820671" y="5446101"/>
            <a:ext cx="2082" cy="92"/>
          </a:xfrm>
          <a:custGeom>
            <a:avLst/>
            <a:gdLst/>
            <a:ahLst/>
            <a:cxnLst/>
            <a:rect l="l" t="t" r="r" b="b"/>
            <a:pathLst>
              <a:path w="2082" h="92">
                <a:moveTo>
                  <a:pt x="2082" y="92"/>
                </a:moveTo>
                <a:lnTo>
                  <a:pt x="65" y="0"/>
                </a:lnTo>
                <a:lnTo>
                  <a:pt x="2082" y="92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87" name="object 1987"/>
          <p:cNvSpPr/>
          <p:nvPr/>
        </p:nvSpPr>
        <p:spPr>
          <a:xfrm>
            <a:off x="3785715" y="5458498"/>
            <a:ext cx="57372" cy="107277"/>
          </a:xfrm>
          <a:custGeom>
            <a:avLst/>
            <a:gdLst/>
            <a:ahLst/>
            <a:cxnLst/>
            <a:rect l="l" t="t" r="r" b="b"/>
            <a:pathLst>
              <a:path w="57372" h="107277">
                <a:moveTo>
                  <a:pt x="57372" y="53634"/>
                </a:moveTo>
                <a:lnTo>
                  <a:pt x="56369" y="39527"/>
                </a:lnTo>
                <a:lnTo>
                  <a:pt x="52506" y="23741"/>
                </a:lnTo>
                <a:lnTo>
                  <a:pt x="46246" y="11221"/>
                </a:lnTo>
                <a:lnTo>
                  <a:pt x="38126" y="2972"/>
                </a:lnTo>
                <a:lnTo>
                  <a:pt x="28686" y="0"/>
                </a:lnTo>
                <a:lnTo>
                  <a:pt x="21142" y="1874"/>
                </a:lnTo>
                <a:lnTo>
                  <a:pt x="12699" y="9094"/>
                </a:lnTo>
                <a:lnTo>
                  <a:pt x="6003" y="20798"/>
                </a:lnTo>
                <a:lnTo>
                  <a:pt x="1590" y="35979"/>
                </a:lnTo>
                <a:lnTo>
                  <a:pt x="0" y="53634"/>
                </a:lnTo>
                <a:lnTo>
                  <a:pt x="1003" y="67750"/>
                </a:lnTo>
                <a:lnTo>
                  <a:pt x="4867" y="83535"/>
                </a:lnTo>
                <a:lnTo>
                  <a:pt x="11127" y="96055"/>
                </a:lnTo>
                <a:lnTo>
                  <a:pt x="19246" y="104304"/>
                </a:lnTo>
                <a:lnTo>
                  <a:pt x="28686" y="107277"/>
                </a:lnTo>
                <a:lnTo>
                  <a:pt x="36233" y="105400"/>
                </a:lnTo>
                <a:lnTo>
                  <a:pt x="44674" y="98177"/>
                </a:lnTo>
                <a:lnTo>
                  <a:pt x="51370" y="86471"/>
                </a:lnTo>
                <a:lnTo>
                  <a:pt x="55782" y="71289"/>
                </a:lnTo>
                <a:lnTo>
                  <a:pt x="57372" y="5363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88" name="object 1988"/>
          <p:cNvSpPr/>
          <p:nvPr/>
        </p:nvSpPr>
        <p:spPr>
          <a:xfrm>
            <a:off x="3815912" y="5562597"/>
            <a:ext cx="7411" cy="4014"/>
          </a:xfrm>
          <a:custGeom>
            <a:avLst/>
            <a:gdLst/>
            <a:ahLst/>
            <a:cxnLst/>
            <a:rect l="l" t="t" r="r" b="b"/>
            <a:pathLst>
              <a:path w="7411" h="4014">
                <a:moveTo>
                  <a:pt x="6597" y="0"/>
                </a:moveTo>
                <a:lnTo>
                  <a:pt x="5347" y="656"/>
                </a:lnTo>
                <a:lnTo>
                  <a:pt x="4039" y="1231"/>
                </a:lnTo>
                <a:lnTo>
                  <a:pt x="5316" y="670"/>
                </a:lnTo>
                <a:lnTo>
                  <a:pt x="4004" y="1243"/>
                </a:lnTo>
                <a:lnTo>
                  <a:pt x="2650" y="1684"/>
                </a:lnTo>
                <a:lnTo>
                  <a:pt x="1270" y="2017"/>
                </a:lnTo>
                <a:lnTo>
                  <a:pt x="0" y="4014"/>
                </a:lnTo>
                <a:lnTo>
                  <a:pt x="1540" y="3799"/>
                </a:lnTo>
                <a:lnTo>
                  <a:pt x="2615" y="1695"/>
                </a:lnTo>
                <a:lnTo>
                  <a:pt x="3967" y="1259"/>
                </a:lnTo>
                <a:lnTo>
                  <a:pt x="3051" y="3436"/>
                </a:lnTo>
                <a:lnTo>
                  <a:pt x="4533" y="2955"/>
                </a:lnTo>
                <a:lnTo>
                  <a:pt x="5987" y="2324"/>
                </a:lnTo>
                <a:lnTo>
                  <a:pt x="7411" y="1579"/>
                </a:lnTo>
                <a:lnTo>
                  <a:pt x="6597" y="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89" name="object 1989"/>
          <p:cNvSpPr/>
          <p:nvPr/>
        </p:nvSpPr>
        <p:spPr>
          <a:xfrm>
            <a:off x="3821958" y="5459379"/>
            <a:ext cx="1831" cy="3122"/>
          </a:xfrm>
          <a:custGeom>
            <a:avLst/>
            <a:gdLst/>
            <a:ahLst/>
            <a:cxnLst/>
            <a:rect l="l" t="t" r="r" b="b"/>
            <a:pathLst>
              <a:path w="1831" h="3122">
                <a:moveTo>
                  <a:pt x="1366" y="726"/>
                </a:moveTo>
                <a:lnTo>
                  <a:pt x="0" y="0"/>
                </a:lnTo>
                <a:lnTo>
                  <a:pt x="552" y="2303"/>
                </a:lnTo>
                <a:lnTo>
                  <a:pt x="1831" y="3122"/>
                </a:lnTo>
                <a:lnTo>
                  <a:pt x="1424" y="757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90" name="object 1990"/>
          <p:cNvSpPr/>
          <p:nvPr/>
        </p:nvSpPr>
        <p:spPr>
          <a:xfrm>
            <a:off x="3822540" y="5561750"/>
            <a:ext cx="1292" cy="827"/>
          </a:xfrm>
          <a:custGeom>
            <a:avLst/>
            <a:gdLst/>
            <a:ahLst/>
            <a:cxnLst/>
            <a:rect l="l" t="t" r="r" b="b"/>
            <a:pathLst>
              <a:path w="1292" h="827">
                <a:moveTo>
                  <a:pt x="1292" y="0"/>
                </a:moveTo>
                <a:lnTo>
                  <a:pt x="0" y="827"/>
                </a:lnTo>
                <a:lnTo>
                  <a:pt x="1248" y="32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91" name="object 1991"/>
          <p:cNvSpPr/>
          <p:nvPr/>
        </p:nvSpPr>
        <p:spPr>
          <a:xfrm>
            <a:off x="3824704" y="5558632"/>
            <a:ext cx="2804" cy="4663"/>
          </a:xfrm>
          <a:custGeom>
            <a:avLst/>
            <a:gdLst/>
            <a:ahLst/>
            <a:cxnLst/>
            <a:rect l="l" t="t" r="r" b="b"/>
            <a:pathLst>
              <a:path w="2804" h="4663">
                <a:moveTo>
                  <a:pt x="2775" y="34"/>
                </a:moveTo>
                <a:lnTo>
                  <a:pt x="1584" y="1180"/>
                </a:lnTo>
                <a:lnTo>
                  <a:pt x="366" y="2207"/>
                </a:lnTo>
                <a:lnTo>
                  <a:pt x="0" y="4663"/>
                </a:lnTo>
                <a:lnTo>
                  <a:pt x="1366" y="3669"/>
                </a:lnTo>
                <a:lnTo>
                  <a:pt x="1569" y="1194"/>
                </a:lnTo>
                <a:lnTo>
                  <a:pt x="2775" y="34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92" name="object 1992"/>
          <p:cNvSpPr/>
          <p:nvPr/>
        </p:nvSpPr>
        <p:spPr>
          <a:xfrm>
            <a:off x="3826070" y="5554565"/>
            <a:ext cx="4839" cy="7736"/>
          </a:xfrm>
          <a:custGeom>
            <a:avLst/>
            <a:gdLst/>
            <a:ahLst/>
            <a:cxnLst/>
            <a:rect l="l" t="t" r="r" b="b"/>
            <a:pathLst>
              <a:path w="4839" h="7736">
                <a:moveTo>
                  <a:pt x="1409" y="4100"/>
                </a:moveTo>
                <a:lnTo>
                  <a:pt x="247" y="5223"/>
                </a:lnTo>
                <a:lnTo>
                  <a:pt x="0" y="7736"/>
                </a:lnTo>
                <a:lnTo>
                  <a:pt x="1307" y="6634"/>
                </a:lnTo>
                <a:lnTo>
                  <a:pt x="2586" y="5402"/>
                </a:lnTo>
                <a:lnTo>
                  <a:pt x="3821" y="4082"/>
                </a:lnTo>
                <a:lnTo>
                  <a:pt x="3749" y="1457"/>
                </a:lnTo>
                <a:lnTo>
                  <a:pt x="4839" y="0"/>
                </a:lnTo>
                <a:lnTo>
                  <a:pt x="3736" y="1472"/>
                </a:lnTo>
                <a:lnTo>
                  <a:pt x="2615" y="2814"/>
                </a:lnTo>
                <a:lnTo>
                  <a:pt x="1409" y="410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93" name="object 1993"/>
          <p:cNvSpPr/>
          <p:nvPr/>
        </p:nvSpPr>
        <p:spPr>
          <a:xfrm>
            <a:off x="3827480" y="5556038"/>
            <a:ext cx="2327" cy="2628"/>
          </a:xfrm>
          <a:custGeom>
            <a:avLst/>
            <a:gdLst/>
            <a:ahLst/>
            <a:cxnLst/>
            <a:rect l="l" t="t" r="r" b="b"/>
            <a:pathLst>
              <a:path w="2327" h="2628">
                <a:moveTo>
                  <a:pt x="2310" y="22"/>
                </a:moveTo>
                <a:lnTo>
                  <a:pt x="1200" y="1348"/>
                </a:lnTo>
                <a:lnTo>
                  <a:pt x="0" y="2628"/>
                </a:lnTo>
                <a:lnTo>
                  <a:pt x="1177" y="1376"/>
                </a:lnTo>
                <a:lnTo>
                  <a:pt x="2310" y="22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94" name="object 1994"/>
          <p:cNvSpPr/>
          <p:nvPr/>
        </p:nvSpPr>
        <p:spPr>
          <a:xfrm>
            <a:off x="3835429" y="5545860"/>
            <a:ext cx="959" cy="4672"/>
          </a:xfrm>
          <a:custGeom>
            <a:avLst/>
            <a:gdLst/>
            <a:ahLst/>
            <a:cxnLst/>
            <a:rect l="l" t="t" r="r" b="b"/>
            <a:pathLst>
              <a:path w="959" h="4672">
                <a:moveTo>
                  <a:pt x="334" y="32"/>
                </a:moveTo>
                <a:lnTo>
                  <a:pt x="0" y="4672"/>
                </a:lnTo>
                <a:lnTo>
                  <a:pt x="959" y="2773"/>
                </a:lnTo>
                <a:lnTo>
                  <a:pt x="348" y="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95" name="object 1995"/>
          <p:cNvSpPr/>
          <p:nvPr/>
        </p:nvSpPr>
        <p:spPr>
          <a:xfrm>
            <a:off x="3805435" y="5457601"/>
            <a:ext cx="8973" cy="4111"/>
          </a:xfrm>
          <a:custGeom>
            <a:avLst/>
            <a:gdLst/>
            <a:ahLst/>
            <a:cxnLst/>
            <a:rect l="l" t="t" r="r" b="b"/>
            <a:pathLst>
              <a:path w="8973" h="4111">
                <a:moveTo>
                  <a:pt x="7600" y="1854"/>
                </a:moveTo>
                <a:lnTo>
                  <a:pt x="8973" y="1794"/>
                </a:lnTo>
                <a:lnTo>
                  <a:pt x="8937" y="0"/>
                </a:lnTo>
                <a:lnTo>
                  <a:pt x="7454" y="61"/>
                </a:lnTo>
                <a:lnTo>
                  <a:pt x="5929" y="278"/>
                </a:lnTo>
                <a:lnTo>
                  <a:pt x="4417" y="633"/>
                </a:lnTo>
                <a:lnTo>
                  <a:pt x="2935" y="1128"/>
                </a:lnTo>
                <a:lnTo>
                  <a:pt x="1482" y="1746"/>
                </a:lnTo>
                <a:lnTo>
                  <a:pt x="58" y="2504"/>
                </a:lnTo>
                <a:lnTo>
                  <a:pt x="813" y="4111"/>
                </a:lnTo>
                <a:lnTo>
                  <a:pt x="2179" y="3400"/>
                </a:lnTo>
                <a:lnTo>
                  <a:pt x="3516" y="2813"/>
                </a:lnTo>
                <a:lnTo>
                  <a:pt x="4868" y="2365"/>
                </a:lnTo>
                <a:lnTo>
                  <a:pt x="6219" y="2055"/>
                </a:lnTo>
                <a:lnTo>
                  <a:pt x="7600" y="1854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96" name="object 1996"/>
          <p:cNvSpPr/>
          <p:nvPr/>
        </p:nvSpPr>
        <p:spPr>
          <a:xfrm>
            <a:off x="3814372" y="5457601"/>
            <a:ext cx="22015" cy="20785"/>
          </a:xfrm>
          <a:custGeom>
            <a:avLst/>
            <a:gdLst/>
            <a:ahLst/>
            <a:cxnLst/>
            <a:rect l="l" t="t" r="r" b="b"/>
            <a:pathLst>
              <a:path w="22015" h="20785">
                <a:moveTo>
                  <a:pt x="5507" y="2813"/>
                </a:moveTo>
                <a:lnTo>
                  <a:pt x="6888" y="3416"/>
                </a:lnTo>
                <a:lnTo>
                  <a:pt x="8143" y="4084"/>
                </a:lnTo>
                <a:lnTo>
                  <a:pt x="9448" y="4923"/>
                </a:lnTo>
                <a:lnTo>
                  <a:pt x="10724" y="5858"/>
                </a:lnTo>
                <a:lnTo>
                  <a:pt x="11945" y="6894"/>
                </a:lnTo>
                <a:lnTo>
                  <a:pt x="13136" y="8037"/>
                </a:lnTo>
                <a:lnTo>
                  <a:pt x="14284" y="9259"/>
                </a:lnTo>
                <a:lnTo>
                  <a:pt x="15447" y="10650"/>
                </a:lnTo>
                <a:lnTo>
                  <a:pt x="16537" y="12118"/>
                </a:lnTo>
                <a:lnTo>
                  <a:pt x="17583" y="13679"/>
                </a:lnTo>
                <a:lnTo>
                  <a:pt x="18615" y="15333"/>
                </a:lnTo>
                <a:lnTo>
                  <a:pt x="19589" y="17065"/>
                </a:lnTo>
                <a:lnTo>
                  <a:pt x="20519" y="18898"/>
                </a:lnTo>
                <a:lnTo>
                  <a:pt x="21391" y="20785"/>
                </a:lnTo>
                <a:lnTo>
                  <a:pt x="22015" y="18043"/>
                </a:lnTo>
                <a:lnTo>
                  <a:pt x="21071" y="16184"/>
                </a:lnTo>
                <a:lnTo>
                  <a:pt x="20054" y="14375"/>
                </a:lnTo>
                <a:lnTo>
                  <a:pt x="18993" y="12659"/>
                </a:lnTo>
                <a:lnTo>
                  <a:pt x="17888" y="11021"/>
                </a:lnTo>
                <a:lnTo>
                  <a:pt x="16740" y="9490"/>
                </a:lnTo>
                <a:lnTo>
                  <a:pt x="15549" y="8068"/>
                </a:lnTo>
                <a:lnTo>
                  <a:pt x="14313" y="6739"/>
                </a:lnTo>
                <a:lnTo>
                  <a:pt x="14313" y="9290"/>
                </a:lnTo>
                <a:lnTo>
                  <a:pt x="14284" y="6708"/>
                </a:lnTo>
                <a:lnTo>
                  <a:pt x="13049" y="5518"/>
                </a:lnTo>
                <a:lnTo>
                  <a:pt x="11741" y="4405"/>
                </a:lnTo>
                <a:lnTo>
                  <a:pt x="10390" y="3416"/>
                </a:lnTo>
                <a:lnTo>
                  <a:pt x="9009" y="2535"/>
                </a:lnTo>
                <a:lnTo>
                  <a:pt x="9416" y="4900"/>
                </a:lnTo>
                <a:lnTo>
                  <a:pt x="8196" y="4111"/>
                </a:lnTo>
                <a:lnTo>
                  <a:pt x="7585" y="1777"/>
                </a:lnTo>
                <a:lnTo>
                  <a:pt x="6147" y="1159"/>
                </a:lnTo>
                <a:lnTo>
                  <a:pt x="4664" y="649"/>
                </a:lnTo>
                <a:lnTo>
                  <a:pt x="3153" y="293"/>
                </a:lnTo>
                <a:lnTo>
                  <a:pt x="1627" y="77"/>
                </a:lnTo>
                <a:lnTo>
                  <a:pt x="72" y="0"/>
                </a:lnTo>
                <a:lnTo>
                  <a:pt x="0" y="1793"/>
                </a:lnTo>
                <a:lnTo>
                  <a:pt x="1467" y="1870"/>
                </a:lnTo>
                <a:lnTo>
                  <a:pt x="2848" y="2071"/>
                </a:lnTo>
                <a:lnTo>
                  <a:pt x="4228" y="2395"/>
                </a:lnTo>
                <a:lnTo>
                  <a:pt x="5565" y="2844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97" name="object 1997"/>
          <p:cNvSpPr/>
          <p:nvPr/>
        </p:nvSpPr>
        <p:spPr>
          <a:xfrm>
            <a:off x="3828657" y="5464310"/>
            <a:ext cx="29" cy="2581"/>
          </a:xfrm>
          <a:custGeom>
            <a:avLst/>
            <a:gdLst/>
            <a:ahLst/>
            <a:cxnLst/>
            <a:rect l="l" t="t" r="r" b="b"/>
            <a:pathLst>
              <a:path w="29" h="2581">
                <a:moveTo>
                  <a:pt x="0" y="0"/>
                </a:moveTo>
                <a:lnTo>
                  <a:pt x="29" y="2581"/>
                </a:lnTo>
                <a:lnTo>
                  <a:pt x="29" y="3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98" name="object 1998"/>
          <p:cNvSpPr/>
          <p:nvPr/>
        </p:nvSpPr>
        <p:spPr>
          <a:xfrm>
            <a:off x="3834412" y="5475645"/>
            <a:ext cx="9532" cy="76697"/>
          </a:xfrm>
          <a:custGeom>
            <a:avLst/>
            <a:gdLst/>
            <a:ahLst/>
            <a:cxnLst/>
            <a:rect l="l" t="t" r="r" b="b"/>
            <a:pathLst>
              <a:path w="9532" h="76697">
                <a:moveTo>
                  <a:pt x="7803" y="33746"/>
                </a:moveTo>
                <a:lnTo>
                  <a:pt x="7832" y="36494"/>
                </a:lnTo>
                <a:lnTo>
                  <a:pt x="7803" y="39242"/>
                </a:lnTo>
                <a:lnTo>
                  <a:pt x="7687" y="41936"/>
                </a:lnTo>
                <a:lnTo>
                  <a:pt x="7513" y="44605"/>
                </a:lnTo>
                <a:lnTo>
                  <a:pt x="7265" y="47209"/>
                </a:lnTo>
                <a:lnTo>
                  <a:pt x="6931" y="49776"/>
                </a:lnTo>
                <a:lnTo>
                  <a:pt x="6553" y="52305"/>
                </a:lnTo>
                <a:lnTo>
                  <a:pt x="5594" y="57189"/>
                </a:lnTo>
                <a:lnTo>
                  <a:pt x="4403" y="61819"/>
                </a:lnTo>
                <a:lnTo>
                  <a:pt x="3720" y="64028"/>
                </a:lnTo>
                <a:lnTo>
                  <a:pt x="2993" y="66180"/>
                </a:lnTo>
                <a:lnTo>
                  <a:pt x="2194" y="68243"/>
                </a:lnTo>
                <a:lnTo>
                  <a:pt x="1356" y="70234"/>
                </a:lnTo>
                <a:lnTo>
                  <a:pt x="479" y="72132"/>
                </a:lnTo>
                <a:lnTo>
                  <a:pt x="0" y="76697"/>
                </a:lnTo>
                <a:lnTo>
                  <a:pt x="1017" y="74887"/>
                </a:lnTo>
                <a:lnTo>
                  <a:pt x="1351" y="70246"/>
                </a:lnTo>
                <a:lnTo>
                  <a:pt x="1976" y="72987"/>
                </a:lnTo>
                <a:lnTo>
                  <a:pt x="2891" y="71012"/>
                </a:lnTo>
                <a:lnTo>
                  <a:pt x="3763" y="68950"/>
                </a:lnTo>
                <a:lnTo>
                  <a:pt x="4577" y="66826"/>
                </a:lnTo>
                <a:lnTo>
                  <a:pt x="5333" y="64612"/>
                </a:lnTo>
                <a:lnTo>
                  <a:pt x="6030" y="62334"/>
                </a:lnTo>
                <a:lnTo>
                  <a:pt x="7251" y="57611"/>
                </a:lnTo>
                <a:lnTo>
                  <a:pt x="8225" y="52629"/>
                </a:lnTo>
                <a:lnTo>
                  <a:pt x="8617" y="50037"/>
                </a:lnTo>
                <a:lnTo>
                  <a:pt x="8951" y="47417"/>
                </a:lnTo>
                <a:lnTo>
                  <a:pt x="9198" y="44757"/>
                </a:lnTo>
                <a:lnTo>
                  <a:pt x="9373" y="42039"/>
                </a:lnTo>
                <a:lnTo>
                  <a:pt x="9503" y="39294"/>
                </a:lnTo>
                <a:lnTo>
                  <a:pt x="9532" y="36506"/>
                </a:lnTo>
                <a:lnTo>
                  <a:pt x="9503" y="33723"/>
                </a:lnTo>
                <a:lnTo>
                  <a:pt x="9373" y="30969"/>
                </a:lnTo>
                <a:lnTo>
                  <a:pt x="9198" y="28259"/>
                </a:lnTo>
                <a:lnTo>
                  <a:pt x="8951" y="25586"/>
                </a:lnTo>
                <a:lnTo>
                  <a:pt x="8617" y="22973"/>
                </a:lnTo>
                <a:lnTo>
                  <a:pt x="8239" y="20400"/>
                </a:lnTo>
                <a:lnTo>
                  <a:pt x="7251" y="15431"/>
                </a:lnTo>
                <a:lnTo>
                  <a:pt x="6030" y="10693"/>
                </a:lnTo>
                <a:lnTo>
                  <a:pt x="5333" y="8404"/>
                </a:lnTo>
                <a:lnTo>
                  <a:pt x="4592" y="6196"/>
                </a:lnTo>
                <a:lnTo>
                  <a:pt x="3763" y="4063"/>
                </a:lnTo>
                <a:lnTo>
                  <a:pt x="2906" y="2009"/>
                </a:lnTo>
                <a:lnTo>
                  <a:pt x="1990" y="29"/>
                </a:lnTo>
                <a:lnTo>
                  <a:pt x="1351" y="2742"/>
                </a:lnTo>
                <a:lnTo>
                  <a:pt x="479" y="854"/>
                </a:lnTo>
                <a:lnTo>
                  <a:pt x="1356" y="2754"/>
                </a:lnTo>
                <a:lnTo>
                  <a:pt x="2208" y="4770"/>
                </a:lnTo>
                <a:lnTo>
                  <a:pt x="3008" y="6843"/>
                </a:lnTo>
                <a:lnTo>
                  <a:pt x="3734" y="8988"/>
                </a:lnTo>
                <a:lnTo>
                  <a:pt x="4403" y="11208"/>
                </a:lnTo>
                <a:lnTo>
                  <a:pt x="5609" y="15853"/>
                </a:lnTo>
                <a:lnTo>
                  <a:pt x="6568" y="20727"/>
                </a:lnTo>
                <a:lnTo>
                  <a:pt x="6931" y="23234"/>
                </a:lnTo>
                <a:lnTo>
                  <a:pt x="7265" y="25797"/>
                </a:lnTo>
                <a:lnTo>
                  <a:pt x="7512" y="28411"/>
                </a:lnTo>
                <a:lnTo>
                  <a:pt x="7687" y="31072"/>
                </a:lnTo>
                <a:lnTo>
                  <a:pt x="7803" y="33776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99" name="object 1999"/>
          <p:cNvSpPr/>
          <p:nvPr/>
        </p:nvSpPr>
        <p:spPr>
          <a:xfrm>
            <a:off x="3835768" y="5478399"/>
            <a:ext cx="852" cy="2015"/>
          </a:xfrm>
          <a:custGeom>
            <a:avLst/>
            <a:gdLst/>
            <a:ahLst/>
            <a:cxnLst/>
            <a:rect l="l" t="t" r="r" b="b"/>
            <a:pathLst>
              <a:path w="852" h="2015">
                <a:moveTo>
                  <a:pt x="852" y="2015"/>
                </a:moveTo>
                <a:lnTo>
                  <a:pt x="9" y="20"/>
                </a:lnTo>
                <a:lnTo>
                  <a:pt x="852" y="2015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00" name="object 2000"/>
          <p:cNvSpPr/>
          <p:nvPr/>
        </p:nvSpPr>
        <p:spPr>
          <a:xfrm>
            <a:off x="3829819" y="5547778"/>
            <a:ext cx="5071" cy="10869"/>
          </a:xfrm>
          <a:custGeom>
            <a:avLst/>
            <a:gdLst/>
            <a:ahLst/>
            <a:cxnLst/>
            <a:rect l="l" t="t" r="r" b="b"/>
            <a:pathLst>
              <a:path w="5071" h="10869">
                <a:moveTo>
                  <a:pt x="3153" y="3607"/>
                </a:moveTo>
                <a:lnTo>
                  <a:pt x="2121" y="5252"/>
                </a:lnTo>
                <a:lnTo>
                  <a:pt x="1060" y="6824"/>
                </a:lnTo>
                <a:lnTo>
                  <a:pt x="0" y="8245"/>
                </a:lnTo>
                <a:lnTo>
                  <a:pt x="72" y="10869"/>
                </a:lnTo>
                <a:lnTo>
                  <a:pt x="1264" y="9443"/>
                </a:lnTo>
                <a:lnTo>
                  <a:pt x="2412" y="7911"/>
                </a:lnTo>
                <a:lnTo>
                  <a:pt x="3531" y="6274"/>
                </a:lnTo>
                <a:lnTo>
                  <a:pt x="4592" y="4564"/>
                </a:lnTo>
                <a:lnTo>
                  <a:pt x="5057" y="29"/>
                </a:lnTo>
                <a:lnTo>
                  <a:pt x="4127" y="1867"/>
                </a:lnTo>
                <a:lnTo>
                  <a:pt x="3153" y="3607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01" name="object 2001"/>
          <p:cNvSpPr/>
          <p:nvPr/>
        </p:nvSpPr>
        <p:spPr>
          <a:xfrm>
            <a:off x="3797925" y="5554586"/>
            <a:ext cx="1115" cy="1470"/>
          </a:xfrm>
          <a:custGeom>
            <a:avLst/>
            <a:gdLst/>
            <a:ahLst/>
            <a:cxnLst/>
            <a:rect l="l" t="t" r="r" b="b"/>
            <a:pathLst>
              <a:path w="1115" h="1470">
                <a:moveTo>
                  <a:pt x="11" y="16"/>
                </a:moveTo>
                <a:lnTo>
                  <a:pt x="1115" y="1470"/>
                </a:lnTo>
                <a:lnTo>
                  <a:pt x="0" y="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02" name="object 2002"/>
          <p:cNvSpPr/>
          <p:nvPr/>
        </p:nvSpPr>
        <p:spPr>
          <a:xfrm>
            <a:off x="3784872" y="5496003"/>
            <a:ext cx="9064" cy="52602"/>
          </a:xfrm>
          <a:custGeom>
            <a:avLst/>
            <a:gdLst/>
            <a:ahLst/>
            <a:cxnLst/>
            <a:rect l="l" t="t" r="r" b="b"/>
            <a:pathLst>
              <a:path w="9064" h="52602">
                <a:moveTo>
                  <a:pt x="2266" y="26851"/>
                </a:moveTo>
                <a:lnTo>
                  <a:pt x="2019" y="24208"/>
                </a:lnTo>
                <a:lnTo>
                  <a:pt x="1845" y="21554"/>
                </a:lnTo>
                <a:lnTo>
                  <a:pt x="1729" y="18858"/>
                </a:lnTo>
                <a:lnTo>
                  <a:pt x="1700" y="16136"/>
                </a:lnTo>
                <a:lnTo>
                  <a:pt x="1729" y="13389"/>
                </a:lnTo>
                <a:lnTo>
                  <a:pt x="1700" y="16125"/>
                </a:lnTo>
                <a:lnTo>
                  <a:pt x="1307" y="0"/>
                </a:lnTo>
                <a:lnTo>
                  <a:pt x="915" y="2593"/>
                </a:lnTo>
                <a:lnTo>
                  <a:pt x="581" y="5212"/>
                </a:lnTo>
                <a:lnTo>
                  <a:pt x="334" y="7872"/>
                </a:lnTo>
                <a:lnTo>
                  <a:pt x="159" y="10591"/>
                </a:lnTo>
                <a:lnTo>
                  <a:pt x="29" y="13335"/>
                </a:lnTo>
                <a:lnTo>
                  <a:pt x="0" y="16125"/>
                </a:lnTo>
                <a:lnTo>
                  <a:pt x="29" y="18907"/>
                </a:lnTo>
                <a:lnTo>
                  <a:pt x="145" y="21657"/>
                </a:lnTo>
                <a:lnTo>
                  <a:pt x="334" y="24364"/>
                </a:lnTo>
                <a:lnTo>
                  <a:pt x="581" y="27032"/>
                </a:lnTo>
                <a:lnTo>
                  <a:pt x="915" y="29656"/>
                </a:lnTo>
                <a:lnTo>
                  <a:pt x="1293" y="32230"/>
                </a:lnTo>
                <a:lnTo>
                  <a:pt x="2267" y="37200"/>
                </a:lnTo>
                <a:lnTo>
                  <a:pt x="3502" y="41937"/>
                </a:lnTo>
                <a:lnTo>
                  <a:pt x="4199" y="44225"/>
                </a:lnTo>
                <a:lnTo>
                  <a:pt x="4955" y="46437"/>
                </a:lnTo>
                <a:lnTo>
                  <a:pt x="5754" y="48563"/>
                </a:lnTo>
                <a:lnTo>
                  <a:pt x="6626" y="50622"/>
                </a:lnTo>
                <a:lnTo>
                  <a:pt x="7542" y="52602"/>
                </a:lnTo>
                <a:lnTo>
                  <a:pt x="8166" y="49856"/>
                </a:lnTo>
                <a:lnTo>
                  <a:pt x="9064" y="51797"/>
                </a:lnTo>
                <a:lnTo>
                  <a:pt x="8176" y="49877"/>
                </a:lnTo>
                <a:lnTo>
                  <a:pt x="7324" y="47859"/>
                </a:lnTo>
                <a:lnTo>
                  <a:pt x="6539" y="45791"/>
                </a:lnTo>
                <a:lnTo>
                  <a:pt x="5798" y="43638"/>
                </a:lnTo>
                <a:lnTo>
                  <a:pt x="5129" y="41421"/>
                </a:lnTo>
                <a:lnTo>
                  <a:pt x="3923" y="36778"/>
                </a:lnTo>
                <a:lnTo>
                  <a:pt x="2964" y="31904"/>
                </a:lnTo>
                <a:lnTo>
                  <a:pt x="2601" y="29397"/>
                </a:lnTo>
                <a:lnTo>
                  <a:pt x="2266" y="26821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03" name="object 2003"/>
          <p:cNvSpPr/>
          <p:nvPr/>
        </p:nvSpPr>
        <p:spPr>
          <a:xfrm>
            <a:off x="3786180" y="5473785"/>
            <a:ext cx="7193" cy="38365"/>
          </a:xfrm>
          <a:custGeom>
            <a:avLst/>
            <a:gdLst/>
            <a:ahLst/>
            <a:cxnLst/>
            <a:rect l="l" t="t" r="r" b="b"/>
            <a:pathLst>
              <a:path w="7193" h="38365">
                <a:moveTo>
                  <a:pt x="6030" y="6600"/>
                </a:moveTo>
                <a:lnTo>
                  <a:pt x="6859" y="4634"/>
                </a:lnTo>
                <a:lnTo>
                  <a:pt x="7193" y="0"/>
                </a:lnTo>
                <a:lnTo>
                  <a:pt x="6248" y="1859"/>
                </a:lnTo>
                <a:lnTo>
                  <a:pt x="5333" y="3836"/>
                </a:lnTo>
                <a:lnTo>
                  <a:pt x="4461" y="5897"/>
                </a:lnTo>
                <a:lnTo>
                  <a:pt x="3662" y="8025"/>
                </a:lnTo>
                <a:lnTo>
                  <a:pt x="2891" y="10231"/>
                </a:lnTo>
                <a:lnTo>
                  <a:pt x="2194" y="12512"/>
                </a:lnTo>
                <a:lnTo>
                  <a:pt x="973" y="17236"/>
                </a:lnTo>
                <a:lnTo>
                  <a:pt x="0" y="22217"/>
                </a:lnTo>
                <a:lnTo>
                  <a:pt x="392" y="38365"/>
                </a:lnTo>
                <a:lnTo>
                  <a:pt x="421" y="35606"/>
                </a:lnTo>
                <a:lnTo>
                  <a:pt x="537" y="32912"/>
                </a:lnTo>
                <a:lnTo>
                  <a:pt x="712" y="30242"/>
                </a:lnTo>
                <a:lnTo>
                  <a:pt x="959" y="27639"/>
                </a:lnTo>
                <a:lnTo>
                  <a:pt x="1293" y="25070"/>
                </a:lnTo>
                <a:lnTo>
                  <a:pt x="1671" y="22543"/>
                </a:lnTo>
                <a:lnTo>
                  <a:pt x="2630" y="17658"/>
                </a:lnTo>
                <a:lnTo>
                  <a:pt x="3821" y="13029"/>
                </a:lnTo>
                <a:lnTo>
                  <a:pt x="4504" y="10818"/>
                </a:lnTo>
                <a:lnTo>
                  <a:pt x="5246" y="8671"/>
                </a:lnTo>
                <a:lnTo>
                  <a:pt x="6030" y="660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04" name="object 2004"/>
          <p:cNvSpPr/>
          <p:nvPr/>
        </p:nvSpPr>
        <p:spPr>
          <a:xfrm>
            <a:off x="3792414" y="5545860"/>
            <a:ext cx="13907" cy="18284"/>
          </a:xfrm>
          <a:custGeom>
            <a:avLst/>
            <a:gdLst/>
            <a:ahLst/>
            <a:cxnLst/>
            <a:rect l="l" t="t" r="r" b="b"/>
            <a:pathLst>
              <a:path w="13907" h="18284">
                <a:moveTo>
                  <a:pt x="0" y="2745"/>
                </a:moveTo>
                <a:lnTo>
                  <a:pt x="959" y="4640"/>
                </a:lnTo>
                <a:lnTo>
                  <a:pt x="1511" y="1918"/>
                </a:lnTo>
                <a:lnTo>
                  <a:pt x="1990" y="6450"/>
                </a:lnTo>
                <a:lnTo>
                  <a:pt x="3037" y="8160"/>
                </a:lnTo>
                <a:lnTo>
                  <a:pt x="4141" y="9792"/>
                </a:lnTo>
                <a:lnTo>
                  <a:pt x="5304" y="11327"/>
                </a:lnTo>
                <a:lnTo>
                  <a:pt x="5493" y="8702"/>
                </a:lnTo>
                <a:lnTo>
                  <a:pt x="5304" y="11327"/>
                </a:lnTo>
                <a:lnTo>
                  <a:pt x="6481" y="12749"/>
                </a:lnTo>
                <a:lnTo>
                  <a:pt x="7731" y="14077"/>
                </a:lnTo>
                <a:lnTo>
                  <a:pt x="8980" y="15299"/>
                </a:lnTo>
                <a:lnTo>
                  <a:pt x="10303" y="16409"/>
                </a:lnTo>
                <a:lnTo>
                  <a:pt x="11640" y="17402"/>
                </a:lnTo>
                <a:lnTo>
                  <a:pt x="13035" y="18284"/>
                </a:lnTo>
                <a:lnTo>
                  <a:pt x="13848" y="16703"/>
                </a:lnTo>
                <a:lnTo>
                  <a:pt x="12570" y="15888"/>
                </a:lnTo>
                <a:lnTo>
                  <a:pt x="11320" y="14962"/>
                </a:lnTo>
                <a:lnTo>
                  <a:pt x="10128" y="13969"/>
                </a:lnTo>
                <a:lnTo>
                  <a:pt x="8893" y="12775"/>
                </a:lnTo>
                <a:lnTo>
                  <a:pt x="7716" y="11517"/>
                </a:lnTo>
                <a:lnTo>
                  <a:pt x="6597" y="10166"/>
                </a:lnTo>
                <a:lnTo>
                  <a:pt x="5522" y="8742"/>
                </a:lnTo>
                <a:lnTo>
                  <a:pt x="4446" y="7142"/>
                </a:lnTo>
                <a:lnTo>
                  <a:pt x="3429" y="5493"/>
                </a:lnTo>
                <a:lnTo>
                  <a:pt x="2441" y="3748"/>
                </a:lnTo>
                <a:lnTo>
                  <a:pt x="1522" y="1940"/>
                </a:lnTo>
                <a:lnTo>
                  <a:pt x="639" y="32"/>
                </a:lnTo>
                <a:lnTo>
                  <a:pt x="0" y="2745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05" name="object 2005"/>
          <p:cNvSpPr/>
          <p:nvPr/>
        </p:nvSpPr>
        <p:spPr>
          <a:xfrm>
            <a:off x="3793373" y="5547778"/>
            <a:ext cx="1031" cy="4532"/>
          </a:xfrm>
          <a:custGeom>
            <a:avLst/>
            <a:gdLst/>
            <a:ahLst/>
            <a:cxnLst/>
            <a:rect l="l" t="t" r="r" b="b"/>
            <a:pathLst>
              <a:path w="1031" h="4532">
                <a:moveTo>
                  <a:pt x="552" y="0"/>
                </a:moveTo>
                <a:lnTo>
                  <a:pt x="0" y="2722"/>
                </a:lnTo>
                <a:lnTo>
                  <a:pt x="1031" y="4532"/>
                </a:lnTo>
                <a:lnTo>
                  <a:pt x="566" y="29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06" name="object 2006"/>
          <p:cNvSpPr/>
          <p:nvPr/>
        </p:nvSpPr>
        <p:spPr>
          <a:xfrm>
            <a:off x="3802499" y="5559787"/>
            <a:ext cx="1278" cy="1066"/>
          </a:xfrm>
          <a:custGeom>
            <a:avLst/>
            <a:gdLst/>
            <a:ahLst/>
            <a:cxnLst/>
            <a:rect l="l" t="t" r="r" b="b"/>
            <a:pathLst>
              <a:path w="1278" h="1066">
                <a:moveTo>
                  <a:pt x="43" y="41"/>
                </a:moveTo>
                <a:lnTo>
                  <a:pt x="1278" y="1066"/>
                </a:lnTo>
                <a:lnTo>
                  <a:pt x="2" y="2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07" name="object 2007"/>
          <p:cNvSpPr/>
          <p:nvPr/>
        </p:nvSpPr>
        <p:spPr>
          <a:xfrm>
            <a:off x="3804054" y="5460136"/>
            <a:ext cx="3560" cy="2395"/>
          </a:xfrm>
          <a:custGeom>
            <a:avLst/>
            <a:gdLst/>
            <a:ahLst/>
            <a:cxnLst/>
            <a:rect l="l" t="t" r="r" b="b"/>
            <a:pathLst>
              <a:path w="3560" h="2395">
                <a:moveTo>
                  <a:pt x="3560" y="865"/>
                </a:moveTo>
                <a:lnTo>
                  <a:pt x="2252" y="1545"/>
                </a:lnTo>
                <a:lnTo>
                  <a:pt x="1380" y="0"/>
                </a:lnTo>
                <a:lnTo>
                  <a:pt x="58" y="850"/>
                </a:lnTo>
                <a:lnTo>
                  <a:pt x="930" y="2395"/>
                </a:lnTo>
                <a:lnTo>
                  <a:pt x="2247" y="1549"/>
                </a:lnTo>
                <a:lnTo>
                  <a:pt x="3560" y="865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08" name="object 2008"/>
          <p:cNvSpPr/>
          <p:nvPr/>
        </p:nvSpPr>
        <p:spPr>
          <a:xfrm>
            <a:off x="3792196" y="5461017"/>
            <a:ext cx="14105" cy="19397"/>
          </a:xfrm>
          <a:custGeom>
            <a:avLst/>
            <a:gdLst/>
            <a:ahLst/>
            <a:cxnLst/>
            <a:rect l="l" t="t" r="r" b="b"/>
            <a:pathLst>
              <a:path w="14105" h="19397">
                <a:moveTo>
                  <a:pt x="14105" y="668"/>
                </a:moveTo>
                <a:lnTo>
                  <a:pt x="12831" y="1483"/>
                </a:lnTo>
                <a:lnTo>
                  <a:pt x="11858" y="0"/>
                </a:lnTo>
                <a:lnTo>
                  <a:pt x="10564" y="958"/>
                </a:lnTo>
                <a:lnTo>
                  <a:pt x="9256" y="2055"/>
                </a:lnTo>
                <a:lnTo>
                  <a:pt x="7978" y="3277"/>
                </a:lnTo>
                <a:lnTo>
                  <a:pt x="6728" y="4606"/>
                </a:lnTo>
                <a:lnTo>
                  <a:pt x="5536" y="6043"/>
                </a:lnTo>
                <a:lnTo>
                  <a:pt x="4388" y="7574"/>
                </a:lnTo>
                <a:lnTo>
                  <a:pt x="3269" y="9212"/>
                </a:lnTo>
                <a:lnTo>
                  <a:pt x="2223" y="10928"/>
                </a:lnTo>
                <a:lnTo>
                  <a:pt x="1206" y="12721"/>
                </a:lnTo>
                <a:lnTo>
                  <a:pt x="842" y="17402"/>
                </a:lnTo>
                <a:lnTo>
                  <a:pt x="0" y="19397"/>
                </a:lnTo>
                <a:lnTo>
                  <a:pt x="852" y="17381"/>
                </a:lnTo>
                <a:lnTo>
                  <a:pt x="1743" y="15454"/>
                </a:lnTo>
                <a:lnTo>
                  <a:pt x="2673" y="13616"/>
                </a:lnTo>
                <a:lnTo>
                  <a:pt x="3662" y="11871"/>
                </a:lnTo>
                <a:lnTo>
                  <a:pt x="4679" y="10232"/>
                </a:lnTo>
                <a:lnTo>
                  <a:pt x="5740" y="8656"/>
                </a:lnTo>
                <a:lnTo>
                  <a:pt x="6844" y="7203"/>
                </a:lnTo>
                <a:lnTo>
                  <a:pt x="7978" y="5842"/>
                </a:lnTo>
                <a:lnTo>
                  <a:pt x="9155" y="4575"/>
                </a:lnTo>
                <a:lnTo>
                  <a:pt x="10346" y="3431"/>
                </a:lnTo>
                <a:lnTo>
                  <a:pt x="11581" y="2411"/>
                </a:lnTo>
                <a:lnTo>
                  <a:pt x="12802" y="1505"/>
                </a:lnTo>
                <a:lnTo>
                  <a:pt x="14105" y="668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09" name="object 2009"/>
          <p:cNvSpPr/>
          <p:nvPr/>
        </p:nvSpPr>
        <p:spPr>
          <a:xfrm>
            <a:off x="3806859" y="5563254"/>
            <a:ext cx="2034" cy="2272"/>
          </a:xfrm>
          <a:custGeom>
            <a:avLst/>
            <a:gdLst/>
            <a:ahLst/>
            <a:cxnLst/>
            <a:rect l="l" t="t" r="r" b="b"/>
            <a:pathLst>
              <a:path w="2034" h="2272">
                <a:moveTo>
                  <a:pt x="2034" y="578"/>
                </a:moveTo>
                <a:lnTo>
                  <a:pt x="755" y="27"/>
                </a:lnTo>
                <a:lnTo>
                  <a:pt x="0" y="1640"/>
                </a:lnTo>
                <a:lnTo>
                  <a:pt x="1453" y="2272"/>
                </a:lnTo>
                <a:lnTo>
                  <a:pt x="2034" y="578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10" name="object 2010"/>
          <p:cNvSpPr/>
          <p:nvPr/>
        </p:nvSpPr>
        <p:spPr>
          <a:xfrm>
            <a:off x="3808897" y="5563833"/>
            <a:ext cx="5474" cy="2847"/>
          </a:xfrm>
          <a:custGeom>
            <a:avLst/>
            <a:gdLst/>
            <a:ahLst/>
            <a:cxnLst/>
            <a:rect l="l" t="t" r="r" b="b"/>
            <a:pathLst>
              <a:path w="5474" h="2847">
                <a:moveTo>
                  <a:pt x="54" y="23"/>
                </a:moveTo>
                <a:lnTo>
                  <a:pt x="1318" y="453"/>
                </a:lnTo>
                <a:lnTo>
                  <a:pt x="2698" y="776"/>
                </a:lnTo>
                <a:lnTo>
                  <a:pt x="3919" y="2771"/>
                </a:lnTo>
                <a:lnTo>
                  <a:pt x="5474" y="2847"/>
                </a:lnTo>
                <a:lnTo>
                  <a:pt x="4079" y="977"/>
                </a:lnTo>
                <a:lnTo>
                  <a:pt x="2756" y="788"/>
                </a:lnTo>
                <a:lnTo>
                  <a:pt x="1392" y="470"/>
                </a:lnTo>
                <a:lnTo>
                  <a:pt x="0" y="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11" name="object 2011"/>
          <p:cNvSpPr/>
          <p:nvPr/>
        </p:nvSpPr>
        <p:spPr>
          <a:xfrm>
            <a:off x="3805449" y="5562563"/>
            <a:ext cx="7367" cy="4042"/>
          </a:xfrm>
          <a:custGeom>
            <a:avLst/>
            <a:gdLst/>
            <a:ahLst/>
            <a:cxnLst/>
            <a:rect l="l" t="t" r="r" b="b"/>
            <a:pathLst>
              <a:path w="7367" h="4042">
                <a:moveTo>
                  <a:pt x="6147" y="2046"/>
                </a:moveTo>
                <a:lnTo>
                  <a:pt x="4853" y="1745"/>
                </a:lnTo>
                <a:lnTo>
                  <a:pt x="3502" y="1293"/>
                </a:lnTo>
                <a:lnTo>
                  <a:pt x="2138" y="704"/>
                </a:lnTo>
                <a:lnTo>
                  <a:pt x="856" y="22"/>
                </a:lnTo>
                <a:lnTo>
                  <a:pt x="0" y="1581"/>
                </a:lnTo>
                <a:lnTo>
                  <a:pt x="1409" y="2331"/>
                </a:lnTo>
                <a:lnTo>
                  <a:pt x="2107" y="690"/>
                </a:lnTo>
                <a:lnTo>
                  <a:pt x="3444" y="1269"/>
                </a:lnTo>
                <a:lnTo>
                  <a:pt x="2862" y="2963"/>
                </a:lnTo>
                <a:lnTo>
                  <a:pt x="4330" y="3462"/>
                </a:lnTo>
                <a:lnTo>
                  <a:pt x="5841" y="3819"/>
                </a:lnTo>
                <a:lnTo>
                  <a:pt x="7367" y="4042"/>
                </a:lnTo>
                <a:lnTo>
                  <a:pt x="6147" y="2046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12" name="object 2012"/>
          <p:cNvSpPr/>
          <p:nvPr/>
        </p:nvSpPr>
        <p:spPr>
          <a:xfrm>
            <a:off x="3811610" y="5564611"/>
            <a:ext cx="5573" cy="2069"/>
          </a:xfrm>
          <a:custGeom>
            <a:avLst/>
            <a:gdLst/>
            <a:ahLst/>
            <a:cxnLst/>
            <a:rect l="l" t="t" r="r" b="b"/>
            <a:pathLst>
              <a:path w="5573" h="2069">
                <a:moveTo>
                  <a:pt x="0" y="0"/>
                </a:moveTo>
                <a:lnTo>
                  <a:pt x="1367" y="199"/>
                </a:lnTo>
                <a:lnTo>
                  <a:pt x="2762" y="2069"/>
                </a:lnTo>
                <a:lnTo>
                  <a:pt x="4302" y="1999"/>
                </a:lnTo>
                <a:lnTo>
                  <a:pt x="4230" y="199"/>
                </a:lnTo>
                <a:lnTo>
                  <a:pt x="5573" y="3"/>
                </a:lnTo>
                <a:lnTo>
                  <a:pt x="4201" y="200"/>
                </a:lnTo>
                <a:lnTo>
                  <a:pt x="2835" y="268"/>
                </a:lnTo>
                <a:lnTo>
                  <a:pt x="1439" y="206"/>
                </a:lnTo>
                <a:lnTo>
                  <a:pt x="0" y="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13" name="object 2013"/>
          <p:cNvSpPr/>
          <p:nvPr/>
        </p:nvSpPr>
        <p:spPr>
          <a:xfrm>
            <a:off x="3813005" y="5564812"/>
            <a:ext cx="2806" cy="68"/>
          </a:xfrm>
          <a:custGeom>
            <a:avLst/>
            <a:gdLst/>
            <a:ahLst/>
            <a:cxnLst/>
            <a:rect l="l" t="t" r="r" b="b"/>
            <a:pathLst>
              <a:path w="2806" h="68">
                <a:moveTo>
                  <a:pt x="1403" y="66"/>
                </a:moveTo>
                <a:lnTo>
                  <a:pt x="0" y="0"/>
                </a:lnTo>
                <a:lnTo>
                  <a:pt x="1366" y="68"/>
                </a:lnTo>
                <a:lnTo>
                  <a:pt x="2762" y="6"/>
                </a:lnTo>
                <a:lnTo>
                  <a:pt x="1403" y="66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14" name="object 2014"/>
          <p:cNvSpPr/>
          <p:nvPr/>
        </p:nvSpPr>
        <p:spPr>
          <a:xfrm>
            <a:off x="3815840" y="5564610"/>
            <a:ext cx="1380" cy="2001"/>
          </a:xfrm>
          <a:custGeom>
            <a:avLst/>
            <a:gdLst/>
            <a:ahLst/>
            <a:cxnLst/>
            <a:rect l="l" t="t" r="r" b="b"/>
            <a:pathLst>
              <a:path w="1380" h="2001">
                <a:moveTo>
                  <a:pt x="1307" y="13"/>
                </a:moveTo>
                <a:lnTo>
                  <a:pt x="0" y="200"/>
                </a:lnTo>
                <a:lnTo>
                  <a:pt x="72" y="2001"/>
                </a:lnTo>
                <a:lnTo>
                  <a:pt x="1307" y="13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15" name="object 2015"/>
          <p:cNvSpPr/>
          <p:nvPr/>
        </p:nvSpPr>
        <p:spPr>
          <a:xfrm>
            <a:off x="3817453" y="5563857"/>
            <a:ext cx="2426" cy="2539"/>
          </a:xfrm>
          <a:custGeom>
            <a:avLst/>
            <a:gdLst/>
            <a:ahLst/>
            <a:cxnLst/>
            <a:rect l="l" t="t" r="r" b="b"/>
            <a:pathLst>
              <a:path w="2426" h="2539">
                <a:moveTo>
                  <a:pt x="2426" y="0"/>
                </a:moveTo>
                <a:lnTo>
                  <a:pt x="1133" y="418"/>
                </a:lnTo>
                <a:lnTo>
                  <a:pt x="0" y="2539"/>
                </a:lnTo>
                <a:lnTo>
                  <a:pt x="1511" y="2176"/>
                </a:lnTo>
                <a:lnTo>
                  <a:pt x="2426" y="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16" name="object 2016"/>
          <p:cNvSpPr/>
          <p:nvPr/>
        </p:nvSpPr>
        <p:spPr>
          <a:xfrm>
            <a:off x="3819952" y="5560821"/>
            <a:ext cx="5144" cy="3355"/>
          </a:xfrm>
          <a:custGeom>
            <a:avLst/>
            <a:gdLst/>
            <a:ahLst/>
            <a:cxnLst/>
            <a:rect l="l" t="t" r="r" b="b"/>
            <a:pathLst>
              <a:path w="5144" h="3355">
                <a:moveTo>
                  <a:pt x="0" y="3008"/>
                </a:moveTo>
                <a:lnTo>
                  <a:pt x="1249" y="2460"/>
                </a:lnTo>
                <a:lnTo>
                  <a:pt x="2557" y="1776"/>
                </a:lnTo>
                <a:lnTo>
                  <a:pt x="3371" y="3355"/>
                </a:lnTo>
                <a:lnTo>
                  <a:pt x="4751" y="2474"/>
                </a:lnTo>
                <a:lnTo>
                  <a:pt x="5100" y="34"/>
                </a:lnTo>
                <a:lnTo>
                  <a:pt x="3836" y="961"/>
                </a:lnTo>
                <a:lnTo>
                  <a:pt x="2615" y="1742"/>
                </a:lnTo>
                <a:lnTo>
                  <a:pt x="1277" y="2446"/>
                </a:lnTo>
                <a:lnTo>
                  <a:pt x="0" y="3008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17" name="object 2017"/>
          <p:cNvSpPr/>
          <p:nvPr/>
        </p:nvSpPr>
        <p:spPr>
          <a:xfrm>
            <a:off x="3804839" y="5499511"/>
            <a:ext cx="16784" cy="31553"/>
          </a:xfrm>
          <a:custGeom>
            <a:avLst/>
            <a:gdLst/>
            <a:ahLst/>
            <a:cxnLst/>
            <a:rect l="l" t="t" r="r" b="b"/>
            <a:pathLst>
              <a:path w="16784" h="31553">
                <a:moveTo>
                  <a:pt x="16784" y="15777"/>
                </a:moveTo>
                <a:lnTo>
                  <a:pt x="16784" y="7064"/>
                </a:lnTo>
                <a:lnTo>
                  <a:pt x="13035" y="0"/>
                </a:lnTo>
                <a:lnTo>
                  <a:pt x="3763" y="0"/>
                </a:lnTo>
                <a:lnTo>
                  <a:pt x="0" y="7064"/>
                </a:lnTo>
                <a:lnTo>
                  <a:pt x="0" y="24490"/>
                </a:lnTo>
                <a:lnTo>
                  <a:pt x="3763" y="31553"/>
                </a:lnTo>
                <a:lnTo>
                  <a:pt x="13035" y="31553"/>
                </a:lnTo>
                <a:lnTo>
                  <a:pt x="16784" y="24490"/>
                </a:lnTo>
                <a:lnTo>
                  <a:pt x="16784" y="15777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18" name="object 2018"/>
          <p:cNvSpPr/>
          <p:nvPr/>
        </p:nvSpPr>
        <p:spPr>
          <a:xfrm>
            <a:off x="3808239" y="5499286"/>
            <a:ext cx="15723" cy="31329"/>
          </a:xfrm>
          <a:custGeom>
            <a:avLst/>
            <a:gdLst/>
            <a:ahLst/>
            <a:cxnLst/>
            <a:rect l="l" t="t" r="r" b="b"/>
            <a:pathLst>
              <a:path w="15723" h="31329">
                <a:moveTo>
                  <a:pt x="15723" y="15664"/>
                </a:moveTo>
                <a:lnTo>
                  <a:pt x="15723" y="7013"/>
                </a:lnTo>
                <a:lnTo>
                  <a:pt x="12206" y="0"/>
                </a:lnTo>
                <a:lnTo>
                  <a:pt x="3516" y="0"/>
                </a:lnTo>
                <a:lnTo>
                  <a:pt x="0" y="7013"/>
                </a:lnTo>
                <a:lnTo>
                  <a:pt x="0" y="24316"/>
                </a:lnTo>
                <a:lnTo>
                  <a:pt x="3516" y="31329"/>
                </a:lnTo>
                <a:lnTo>
                  <a:pt x="12206" y="31329"/>
                </a:lnTo>
                <a:lnTo>
                  <a:pt x="15723" y="24316"/>
                </a:lnTo>
                <a:lnTo>
                  <a:pt x="15723" y="15664"/>
                </a:lnTo>
                <a:close/>
              </a:path>
            </a:pathLst>
          </a:custGeom>
          <a:solidFill>
            <a:srgbClr val="DFDFD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19" name="object 2019"/>
          <p:cNvSpPr/>
          <p:nvPr/>
        </p:nvSpPr>
        <p:spPr>
          <a:xfrm>
            <a:off x="4340269" y="5331607"/>
            <a:ext cx="86697" cy="86083"/>
          </a:xfrm>
          <a:custGeom>
            <a:avLst/>
            <a:gdLst/>
            <a:ahLst/>
            <a:cxnLst/>
            <a:rect l="l" t="t" r="r" b="b"/>
            <a:pathLst>
              <a:path w="86697" h="86083">
                <a:moveTo>
                  <a:pt x="0" y="10804"/>
                </a:moveTo>
                <a:lnTo>
                  <a:pt x="19763" y="71661"/>
                </a:lnTo>
                <a:lnTo>
                  <a:pt x="83922" y="86083"/>
                </a:lnTo>
                <a:lnTo>
                  <a:pt x="86261" y="77071"/>
                </a:lnTo>
                <a:lnTo>
                  <a:pt x="86697" y="57023"/>
                </a:lnTo>
                <a:lnTo>
                  <a:pt x="85200" y="45074"/>
                </a:lnTo>
                <a:lnTo>
                  <a:pt x="82018" y="28395"/>
                </a:lnTo>
                <a:lnTo>
                  <a:pt x="72238" y="13293"/>
                </a:lnTo>
                <a:lnTo>
                  <a:pt x="61412" y="3818"/>
                </a:lnTo>
                <a:lnTo>
                  <a:pt x="44191" y="0"/>
                </a:lnTo>
                <a:lnTo>
                  <a:pt x="25503" y="0"/>
                </a:lnTo>
                <a:lnTo>
                  <a:pt x="10201" y="4281"/>
                </a:lnTo>
                <a:lnTo>
                  <a:pt x="0" y="1080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20" name="object 2020"/>
          <p:cNvSpPr/>
          <p:nvPr/>
        </p:nvSpPr>
        <p:spPr>
          <a:xfrm>
            <a:off x="4282041" y="5336353"/>
            <a:ext cx="91143" cy="171556"/>
          </a:xfrm>
          <a:custGeom>
            <a:avLst/>
            <a:gdLst/>
            <a:ahLst/>
            <a:cxnLst/>
            <a:rect l="l" t="t" r="r" b="b"/>
            <a:pathLst>
              <a:path w="91143" h="171556">
                <a:moveTo>
                  <a:pt x="70232" y="85633"/>
                </a:moveTo>
                <a:lnTo>
                  <a:pt x="91143" y="3863"/>
                </a:lnTo>
                <a:lnTo>
                  <a:pt x="79532" y="718"/>
                </a:lnTo>
                <a:lnTo>
                  <a:pt x="67971" y="0"/>
                </a:lnTo>
                <a:lnTo>
                  <a:pt x="56666" y="1576"/>
                </a:lnTo>
                <a:lnTo>
                  <a:pt x="45822" y="5317"/>
                </a:lnTo>
                <a:lnTo>
                  <a:pt x="35643" y="11091"/>
                </a:lnTo>
                <a:lnTo>
                  <a:pt x="26333" y="18767"/>
                </a:lnTo>
                <a:lnTo>
                  <a:pt x="18099" y="28215"/>
                </a:lnTo>
                <a:lnTo>
                  <a:pt x="11145" y="39303"/>
                </a:lnTo>
                <a:lnTo>
                  <a:pt x="5675" y="51902"/>
                </a:lnTo>
                <a:lnTo>
                  <a:pt x="3196" y="60113"/>
                </a:lnTo>
                <a:lnTo>
                  <a:pt x="688" y="73636"/>
                </a:lnTo>
                <a:lnTo>
                  <a:pt x="0" y="87113"/>
                </a:lnTo>
                <a:lnTo>
                  <a:pt x="1036" y="100326"/>
                </a:lnTo>
                <a:lnTo>
                  <a:pt x="3703" y="113058"/>
                </a:lnTo>
                <a:lnTo>
                  <a:pt x="7909" y="125091"/>
                </a:lnTo>
                <a:lnTo>
                  <a:pt x="13559" y="136207"/>
                </a:lnTo>
                <a:lnTo>
                  <a:pt x="20560" y="146190"/>
                </a:lnTo>
                <a:lnTo>
                  <a:pt x="28819" y="154821"/>
                </a:lnTo>
                <a:lnTo>
                  <a:pt x="38243" y="161884"/>
                </a:lnTo>
                <a:lnTo>
                  <a:pt x="48737" y="167160"/>
                </a:lnTo>
                <a:lnTo>
                  <a:pt x="56877" y="170259"/>
                </a:lnTo>
                <a:lnTo>
                  <a:pt x="64768" y="171556"/>
                </a:lnTo>
                <a:lnTo>
                  <a:pt x="72673" y="171220"/>
                </a:lnTo>
                <a:lnTo>
                  <a:pt x="70232" y="85633"/>
                </a:lnTo>
                <a:close/>
              </a:path>
            </a:pathLst>
          </a:custGeom>
          <a:solidFill>
            <a:srgbClr val="1F1F1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21" name="object 2021"/>
          <p:cNvSpPr/>
          <p:nvPr/>
        </p:nvSpPr>
        <p:spPr>
          <a:xfrm>
            <a:off x="4306700" y="5339042"/>
            <a:ext cx="111125" cy="168583"/>
          </a:xfrm>
          <a:custGeom>
            <a:avLst/>
            <a:gdLst/>
            <a:ahLst/>
            <a:cxnLst/>
            <a:rect l="l" t="t" r="r" b="b"/>
            <a:pathLst>
              <a:path w="111125" h="168583">
                <a:moveTo>
                  <a:pt x="111125" y="84290"/>
                </a:moveTo>
                <a:lnTo>
                  <a:pt x="110093" y="68032"/>
                </a:lnTo>
                <a:lnTo>
                  <a:pt x="106918" y="52054"/>
                </a:lnTo>
                <a:lnTo>
                  <a:pt x="101824" y="37587"/>
                </a:lnTo>
                <a:lnTo>
                  <a:pt x="95040" y="24976"/>
                </a:lnTo>
                <a:lnTo>
                  <a:pt x="86794" y="14567"/>
                </a:lnTo>
                <a:lnTo>
                  <a:pt x="77312" y="6704"/>
                </a:lnTo>
                <a:lnTo>
                  <a:pt x="66824" y="1733"/>
                </a:lnTo>
                <a:lnTo>
                  <a:pt x="55555" y="0"/>
                </a:lnTo>
                <a:lnTo>
                  <a:pt x="44849" y="1564"/>
                </a:lnTo>
                <a:lnTo>
                  <a:pt x="34318" y="6378"/>
                </a:lnTo>
                <a:lnTo>
                  <a:pt x="24781" y="14103"/>
                </a:lnTo>
                <a:lnTo>
                  <a:pt x="16468" y="24392"/>
                </a:lnTo>
                <a:lnTo>
                  <a:pt x="9605" y="36901"/>
                </a:lnTo>
                <a:lnTo>
                  <a:pt x="4420" y="51283"/>
                </a:lnTo>
                <a:lnTo>
                  <a:pt x="1143" y="67195"/>
                </a:lnTo>
                <a:lnTo>
                  <a:pt x="0" y="84290"/>
                </a:lnTo>
                <a:lnTo>
                  <a:pt x="1031" y="100541"/>
                </a:lnTo>
                <a:lnTo>
                  <a:pt x="4206" y="116521"/>
                </a:lnTo>
                <a:lnTo>
                  <a:pt x="9298" y="130990"/>
                </a:lnTo>
                <a:lnTo>
                  <a:pt x="16081" y="143602"/>
                </a:lnTo>
                <a:lnTo>
                  <a:pt x="24326" y="154013"/>
                </a:lnTo>
                <a:lnTo>
                  <a:pt x="33805" y="161877"/>
                </a:lnTo>
                <a:lnTo>
                  <a:pt x="44291" y="166849"/>
                </a:lnTo>
                <a:lnTo>
                  <a:pt x="55555" y="168583"/>
                </a:lnTo>
                <a:lnTo>
                  <a:pt x="66274" y="167016"/>
                </a:lnTo>
                <a:lnTo>
                  <a:pt x="76808" y="162200"/>
                </a:lnTo>
                <a:lnTo>
                  <a:pt x="86345" y="154474"/>
                </a:lnTo>
                <a:lnTo>
                  <a:pt x="94659" y="144184"/>
                </a:lnTo>
                <a:lnTo>
                  <a:pt x="101521" y="131675"/>
                </a:lnTo>
                <a:lnTo>
                  <a:pt x="106705" y="117293"/>
                </a:lnTo>
                <a:lnTo>
                  <a:pt x="109982" y="101383"/>
                </a:lnTo>
                <a:lnTo>
                  <a:pt x="111125" y="84290"/>
                </a:lnTo>
                <a:close/>
              </a:path>
            </a:pathLst>
          </a:custGeom>
          <a:solidFill>
            <a:srgbClr val="5F5F5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22" name="object 2022"/>
          <p:cNvSpPr/>
          <p:nvPr/>
        </p:nvSpPr>
        <p:spPr>
          <a:xfrm>
            <a:off x="4314141" y="5346245"/>
            <a:ext cx="97727" cy="155070"/>
          </a:xfrm>
          <a:custGeom>
            <a:avLst/>
            <a:gdLst/>
            <a:ahLst/>
            <a:cxnLst/>
            <a:rect l="l" t="t" r="r" b="b"/>
            <a:pathLst>
              <a:path w="97727" h="155070">
                <a:moveTo>
                  <a:pt x="97727" y="77535"/>
                </a:moveTo>
                <a:lnTo>
                  <a:pt x="97669" y="73711"/>
                </a:lnTo>
                <a:lnTo>
                  <a:pt x="95944" y="56705"/>
                </a:lnTo>
                <a:lnTo>
                  <a:pt x="92024" y="41149"/>
                </a:lnTo>
                <a:lnTo>
                  <a:pt x="86178" y="27469"/>
                </a:lnTo>
                <a:lnTo>
                  <a:pt x="78671" y="16088"/>
                </a:lnTo>
                <a:lnTo>
                  <a:pt x="69773" y="7434"/>
                </a:lnTo>
                <a:lnTo>
                  <a:pt x="59750" y="1929"/>
                </a:lnTo>
                <a:lnTo>
                  <a:pt x="48870" y="0"/>
                </a:lnTo>
                <a:lnTo>
                  <a:pt x="46453" y="93"/>
                </a:lnTo>
                <a:lnTo>
                  <a:pt x="35732" y="2832"/>
                </a:lnTo>
                <a:lnTo>
                  <a:pt x="25927" y="9055"/>
                </a:lnTo>
                <a:lnTo>
                  <a:pt x="17306" y="18335"/>
                </a:lnTo>
                <a:lnTo>
                  <a:pt x="10135" y="30248"/>
                </a:lnTo>
                <a:lnTo>
                  <a:pt x="4682" y="44369"/>
                </a:lnTo>
                <a:lnTo>
                  <a:pt x="1215" y="60273"/>
                </a:lnTo>
                <a:lnTo>
                  <a:pt x="0" y="77535"/>
                </a:lnTo>
                <a:lnTo>
                  <a:pt x="58" y="81369"/>
                </a:lnTo>
                <a:lnTo>
                  <a:pt x="1784" y="98373"/>
                </a:lnTo>
                <a:lnTo>
                  <a:pt x="5705" y="113926"/>
                </a:lnTo>
                <a:lnTo>
                  <a:pt x="11552" y="127605"/>
                </a:lnTo>
                <a:lnTo>
                  <a:pt x="19060" y="138984"/>
                </a:lnTo>
                <a:lnTo>
                  <a:pt x="27961" y="147637"/>
                </a:lnTo>
                <a:lnTo>
                  <a:pt x="37986" y="153141"/>
                </a:lnTo>
                <a:lnTo>
                  <a:pt x="48871" y="155070"/>
                </a:lnTo>
                <a:lnTo>
                  <a:pt x="51281" y="154977"/>
                </a:lnTo>
                <a:lnTo>
                  <a:pt x="61998" y="152239"/>
                </a:lnTo>
                <a:lnTo>
                  <a:pt x="71800" y="146018"/>
                </a:lnTo>
                <a:lnTo>
                  <a:pt x="80420" y="136738"/>
                </a:lnTo>
                <a:lnTo>
                  <a:pt x="87591" y="124825"/>
                </a:lnTo>
                <a:lnTo>
                  <a:pt x="93044" y="110703"/>
                </a:lnTo>
                <a:lnTo>
                  <a:pt x="96512" y="94798"/>
                </a:lnTo>
                <a:lnTo>
                  <a:pt x="97727" y="77535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23" name="object 2023"/>
          <p:cNvSpPr/>
          <p:nvPr/>
        </p:nvSpPr>
        <p:spPr>
          <a:xfrm>
            <a:off x="4333686" y="5370359"/>
            <a:ext cx="63533" cy="108643"/>
          </a:xfrm>
          <a:custGeom>
            <a:avLst/>
            <a:gdLst/>
            <a:ahLst/>
            <a:cxnLst/>
            <a:rect l="l" t="t" r="r" b="b"/>
            <a:pathLst>
              <a:path w="63533" h="108643">
                <a:moveTo>
                  <a:pt x="63533" y="54317"/>
                </a:moveTo>
                <a:lnTo>
                  <a:pt x="62027" y="37746"/>
                </a:lnTo>
                <a:lnTo>
                  <a:pt x="57560" y="22614"/>
                </a:lnTo>
                <a:lnTo>
                  <a:pt x="50669" y="10664"/>
                </a:lnTo>
                <a:lnTo>
                  <a:pt x="41892" y="2819"/>
                </a:lnTo>
                <a:lnTo>
                  <a:pt x="31766" y="0"/>
                </a:lnTo>
                <a:lnTo>
                  <a:pt x="22074" y="2576"/>
                </a:lnTo>
                <a:lnTo>
                  <a:pt x="13224" y="10214"/>
                </a:lnTo>
                <a:lnTo>
                  <a:pt x="6236" y="21997"/>
                </a:lnTo>
                <a:lnTo>
                  <a:pt x="1648" y="37005"/>
                </a:lnTo>
                <a:lnTo>
                  <a:pt x="0" y="54317"/>
                </a:lnTo>
                <a:lnTo>
                  <a:pt x="1507" y="70902"/>
                </a:lnTo>
                <a:lnTo>
                  <a:pt x="5974" y="86035"/>
                </a:lnTo>
                <a:lnTo>
                  <a:pt x="12865" y="97982"/>
                </a:lnTo>
                <a:lnTo>
                  <a:pt x="21642" y="105825"/>
                </a:lnTo>
                <a:lnTo>
                  <a:pt x="31766" y="108643"/>
                </a:lnTo>
                <a:lnTo>
                  <a:pt x="41463" y="106065"/>
                </a:lnTo>
                <a:lnTo>
                  <a:pt x="50311" y="98428"/>
                </a:lnTo>
                <a:lnTo>
                  <a:pt x="57298" y="86644"/>
                </a:lnTo>
                <a:lnTo>
                  <a:pt x="61885" y="71635"/>
                </a:lnTo>
                <a:lnTo>
                  <a:pt x="63533" y="54317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24" name="object 2024"/>
          <p:cNvSpPr/>
          <p:nvPr/>
        </p:nvSpPr>
        <p:spPr>
          <a:xfrm>
            <a:off x="4380764" y="5379536"/>
            <a:ext cx="1226" cy="1349"/>
          </a:xfrm>
          <a:custGeom>
            <a:avLst/>
            <a:gdLst/>
            <a:ahLst/>
            <a:cxnLst/>
            <a:rect l="l" t="t" r="r" b="b"/>
            <a:pathLst>
              <a:path w="1226" h="1349">
                <a:moveTo>
                  <a:pt x="1226" y="1349"/>
                </a:moveTo>
                <a:lnTo>
                  <a:pt x="20" y="19"/>
                </a:lnTo>
                <a:lnTo>
                  <a:pt x="1226" y="1349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25" name="object 2025"/>
          <p:cNvSpPr/>
          <p:nvPr/>
        </p:nvSpPr>
        <p:spPr>
          <a:xfrm>
            <a:off x="4376848" y="5376117"/>
            <a:ext cx="1378" cy="1058"/>
          </a:xfrm>
          <a:custGeom>
            <a:avLst/>
            <a:gdLst/>
            <a:ahLst/>
            <a:cxnLst/>
            <a:rect l="l" t="t" r="r" b="b"/>
            <a:pathLst>
              <a:path w="1378" h="1058">
                <a:moveTo>
                  <a:pt x="1378" y="1058"/>
                </a:moveTo>
                <a:lnTo>
                  <a:pt x="56" y="38"/>
                </a:lnTo>
                <a:lnTo>
                  <a:pt x="1378" y="1058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26" name="object 2026"/>
          <p:cNvSpPr/>
          <p:nvPr/>
        </p:nvSpPr>
        <p:spPr>
          <a:xfrm>
            <a:off x="4366989" y="5372243"/>
            <a:ext cx="1501" cy="187"/>
          </a:xfrm>
          <a:custGeom>
            <a:avLst/>
            <a:gdLst/>
            <a:ahLst/>
            <a:cxnLst/>
            <a:rect l="l" t="t" r="r" b="b"/>
            <a:pathLst>
              <a:path w="1501" h="187">
                <a:moveTo>
                  <a:pt x="1501" y="187"/>
                </a:moveTo>
                <a:lnTo>
                  <a:pt x="34" y="1"/>
                </a:lnTo>
                <a:lnTo>
                  <a:pt x="1501" y="187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27" name="object 2027"/>
          <p:cNvSpPr/>
          <p:nvPr/>
        </p:nvSpPr>
        <p:spPr>
          <a:xfrm>
            <a:off x="4350153" y="5378258"/>
            <a:ext cx="1305" cy="1282"/>
          </a:xfrm>
          <a:custGeom>
            <a:avLst/>
            <a:gdLst/>
            <a:ahLst/>
            <a:cxnLst/>
            <a:rect l="l" t="t" r="r" b="b"/>
            <a:pathLst>
              <a:path w="1305" h="1282">
                <a:moveTo>
                  <a:pt x="1305" y="0"/>
                </a:moveTo>
                <a:lnTo>
                  <a:pt x="56" y="1221"/>
                </a:lnTo>
                <a:lnTo>
                  <a:pt x="1305" y="0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28" name="object 2028"/>
          <p:cNvSpPr/>
          <p:nvPr/>
        </p:nvSpPr>
        <p:spPr>
          <a:xfrm>
            <a:off x="4346608" y="5382277"/>
            <a:ext cx="1174" cy="1584"/>
          </a:xfrm>
          <a:custGeom>
            <a:avLst/>
            <a:gdLst/>
            <a:ahLst/>
            <a:cxnLst/>
            <a:rect l="l" t="t" r="r" b="b"/>
            <a:pathLst>
              <a:path w="1174" h="1584">
                <a:moveTo>
                  <a:pt x="1174" y="0"/>
                </a:moveTo>
                <a:lnTo>
                  <a:pt x="26" y="1545"/>
                </a:lnTo>
                <a:lnTo>
                  <a:pt x="1174" y="0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29" name="object 2029"/>
          <p:cNvSpPr/>
          <p:nvPr/>
        </p:nvSpPr>
        <p:spPr>
          <a:xfrm>
            <a:off x="4335387" y="5421925"/>
            <a:ext cx="43" cy="2779"/>
          </a:xfrm>
          <a:custGeom>
            <a:avLst/>
            <a:gdLst/>
            <a:ahLst/>
            <a:cxnLst/>
            <a:rect l="l" t="t" r="r" b="b"/>
            <a:pathLst>
              <a:path w="43" h="2779">
                <a:moveTo>
                  <a:pt x="43" y="0"/>
                </a:moveTo>
                <a:lnTo>
                  <a:pt x="0" y="2751"/>
                </a:lnTo>
                <a:lnTo>
                  <a:pt x="43" y="0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30" name="object 2030"/>
          <p:cNvSpPr/>
          <p:nvPr/>
        </p:nvSpPr>
        <p:spPr>
          <a:xfrm>
            <a:off x="4331986" y="5400578"/>
            <a:ext cx="14648" cy="70332"/>
          </a:xfrm>
          <a:custGeom>
            <a:avLst/>
            <a:gdLst/>
            <a:ahLst/>
            <a:cxnLst/>
            <a:rect l="l" t="t" r="r" b="b"/>
            <a:pathLst>
              <a:path w="14648" h="70332">
                <a:moveTo>
                  <a:pt x="9547" y="63437"/>
                </a:moveTo>
                <a:lnTo>
                  <a:pt x="10448" y="57811"/>
                </a:lnTo>
                <a:lnTo>
                  <a:pt x="10681" y="65308"/>
                </a:lnTo>
                <a:lnTo>
                  <a:pt x="11887" y="67070"/>
                </a:lnTo>
                <a:lnTo>
                  <a:pt x="13136" y="68755"/>
                </a:lnTo>
                <a:lnTo>
                  <a:pt x="14430" y="70332"/>
                </a:lnTo>
                <a:lnTo>
                  <a:pt x="14604" y="64906"/>
                </a:lnTo>
                <a:lnTo>
                  <a:pt x="13485" y="63267"/>
                </a:lnTo>
                <a:lnTo>
                  <a:pt x="12439" y="61536"/>
                </a:lnTo>
                <a:lnTo>
                  <a:pt x="11422" y="59712"/>
                </a:lnTo>
                <a:lnTo>
                  <a:pt x="10458" y="57830"/>
                </a:lnTo>
                <a:lnTo>
                  <a:pt x="9547" y="55817"/>
                </a:lnTo>
                <a:lnTo>
                  <a:pt x="8690" y="53746"/>
                </a:lnTo>
                <a:lnTo>
                  <a:pt x="7876" y="51612"/>
                </a:lnTo>
                <a:lnTo>
                  <a:pt x="7135" y="49402"/>
                </a:lnTo>
                <a:lnTo>
                  <a:pt x="6452" y="47114"/>
                </a:lnTo>
                <a:lnTo>
                  <a:pt x="5856" y="44826"/>
                </a:lnTo>
                <a:lnTo>
                  <a:pt x="5289" y="42369"/>
                </a:lnTo>
                <a:lnTo>
                  <a:pt x="4795" y="39896"/>
                </a:lnTo>
                <a:lnTo>
                  <a:pt x="4374" y="37360"/>
                </a:lnTo>
                <a:lnTo>
                  <a:pt x="4025" y="34795"/>
                </a:lnTo>
                <a:lnTo>
                  <a:pt x="3749" y="32182"/>
                </a:lnTo>
                <a:lnTo>
                  <a:pt x="3560" y="29523"/>
                </a:lnTo>
                <a:lnTo>
                  <a:pt x="3429" y="26818"/>
                </a:lnTo>
                <a:lnTo>
                  <a:pt x="3400" y="24144"/>
                </a:lnTo>
                <a:lnTo>
                  <a:pt x="3211" y="0"/>
                </a:lnTo>
                <a:lnTo>
                  <a:pt x="2557" y="2488"/>
                </a:lnTo>
                <a:lnTo>
                  <a:pt x="1976" y="5008"/>
                </a:lnTo>
                <a:lnTo>
                  <a:pt x="1467" y="7589"/>
                </a:lnTo>
                <a:lnTo>
                  <a:pt x="1031" y="10232"/>
                </a:lnTo>
                <a:lnTo>
                  <a:pt x="668" y="12907"/>
                </a:lnTo>
                <a:lnTo>
                  <a:pt x="377" y="15643"/>
                </a:lnTo>
                <a:lnTo>
                  <a:pt x="174" y="18409"/>
                </a:lnTo>
                <a:lnTo>
                  <a:pt x="43" y="21238"/>
                </a:lnTo>
                <a:lnTo>
                  <a:pt x="0" y="24082"/>
                </a:lnTo>
                <a:lnTo>
                  <a:pt x="43" y="26927"/>
                </a:lnTo>
                <a:lnTo>
                  <a:pt x="174" y="29755"/>
                </a:lnTo>
                <a:lnTo>
                  <a:pt x="363" y="32522"/>
                </a:lnTo>
                <a:lnTo>
                  <a:pt x="653" y="35258"/>
                </a:lnTo>
                <a:lnTo>
                  <a:pt x="1031" y="37932"/>
                </a:lnTo>
                <a:lnTo>
                  <a:pt x="1453" y="40576"/>
                </a:lnTo>
                <a:lnTo>
                  <a:pt x="1976" y="43157"/>
                </a:lnTo>
                <a:lnTo>
                  <a:pt x="2543" y="45677"/>
                </a:lnTo>
                <a:lnTo>
                  <a:pt x="3197" y="48134"/>
                </a:lnTo>
                <a:lnTo>
                  <a:pt x="3923" y="50546"/>
                </a:lnTo>
                <a:lnTo>
                  <a:pt x="4708" y="52880"/>
                </a:lnTo>
                <a:lnTo>
                  <a:pt x="5551" y="55137"/>
                </a:lnTo>
                <a:lnTo>
                  <a:pt x="5841" y="44765"/>
                </a:lnTo>
                <a:lnTo>
                  <a:pt x="5551" y="55137"/>
                </a:lnTo>
                <a:lnTo>
                  <a:pt x="6452" y="57332"/>
                </a:lnTo>
                <a:lnTo>
                  <a:pt x="7425" y="59449"/>
                </a:lnTo>
                <a:lnTo>
                  <a:pt x="8457" y="61490"/>
                </a:lnTo>
                <a:lnTo>
                  <a:pt x="9547" y="63437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31" name="object 2031"/>
          <p:cNvSpPr/>
          <p:nvPr/>
        </p:nvSpPr>
        <p:spPr>
          <a:xfrm>
            <a:off x="4345472" y="5374331"/>
            <a:ext cx="5129" cy="11191"/>
          </a:xfrm>
          <a:custGeom>
            <a:avLst/>
            <a:gdLst/>
            <a:ahLst/>
            <a:cxnLst/>
            <a:rect l="l" t="t" r="r" b="b"/>
            <a:pathLst>
              <a:path w="5129" h="11191">
                <a:moveTo>
                  <a:pt x="0" y="11191"/>
                </a:moveTo>
                <a:lnTo>
                  <a:pt x="1135" y="9529"/>
                </a:lnTo>
                <a:lnTo>
                  <a:pt x="2310" y="7945"/>
                </a:lnTo>
                <a:lnTo>
                  <a:pt x="3502" y="6492"/>
                </a:lnTo>
                <a:lnTo>
                  <a:pt x="4664" y="5224"/>
                </a:lnTo>
                <a:lnTo>
                  <a:pt x="5129" y="0"/>
                </a:lnTo>
                <a:lnTo>
                  <a:pt x="3749" y="1205"/>
                </a:lnTo>
                <a:lnTo>
                  <a:pt x="2354" y="2565"/>
                </a:lnTo>
                <a:lnTo>
                  <a:pt x="1118" y="9552"/>
                </a:lnTo>
                <a:lnTo>
                  <a:pt x="0" y="11191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32" name="object 2032"/>
          <p:cNvSpPr/>
          <p:nvPr/>
        </p:nvSpPr>
        <p:spPr>
          <a:xfrm>
            <a:off x="4346416" y="5465485"/>
            <a:ext cx="3792" cy="8285"/>
          </a:xfrm>
          <a:custGeom>
            <a:avLst/>
            <a:gdLst/>
            <a:ahLst/>
            <a:cxnLst/>
            <a:rect l="l" t="t" r="r" b="b"/>
            <a:pathLst>
              <a:path w="3792" h="8285">
                <a:moveTo>
                  <a:pt x="2499" y="2998"/>
                </a:moveTo>
                <a:lnTo>
                  <a:pt x="1322" y="1545"/>
                </a:lnTo>
                <a:lnTo>
                  <a:pt x="191" y="22"/>
                </a:lnTo>
                <a:lnTo>
                  <a:pt x="0" y="5425"/>
                </a:lnTo>
                <a:lnTo>
                  <a:pt x="1336" y="6909"/>
                </a:lnTo>
                <a:lnTo>
                  <a:pt x="2746" y="8285"/>
                </a:lnTo>
                <a:lnTo>
                  <a:pt x="3720" y="4328"/>
                </a:lnTo>
                <a:lnTo>
                  <a:pt x="2499" y="2998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33" name="object 2033"/>
          <p:cNvSpPr/>
          <p:nvPr/>
        </p:nvSpPr>
        <p:spPr>
          <a:xfrm>
            <a:off x="4349163" y="5469813"/>
            <a:ext cx="4446" cy="7421"/>
          </a:xfrm>
          <a:custGeom>
            <a:avLst/>
            <a:gdLst/>
            <a:ahLst/>
            <a:cxnLst/>
            <a:rect l="l" t="t" r="r" b="b"/>
            <a:pathLst>
              <a:path w="4446" h="7421">
                <a:moveTo>
                  <a:pt x="3531" y="2380"/>
                </a:moveTo>
                <a:lnTo>
                  <a:pt x="2920" y="6382"/>
                </a:lnTo>
                <a:lnTo>
                  <a:pt x="4446" y="7421"/>
                </a:lnTo>
                <a:lnTo>
                  <a:pt x="3603" y="2442"/>
                </a:lnTo>
                <a:lnTo>
                  <a:pt x="2237" y="1236"/>
                </a:lnTo>
                <a:lnTo>
                  <a:pt x="990" y="16"/>
                </a:lnTo>
                <a:lnTo>
                  <a:pt x="0" y="3957"/>
                </a:lnTo>
                <a:lnTo>
                  <a:pt x="1438" y="5226"/>
                </a:lnTo>
                <a:lnTo>
                  <a:pt x="2920" y="6382"/>
                </a:lnTo>
                <a:lnTo>
                  <a:pt x="3531" y="2380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34" name="object 2034"/>
          <p:cNvSpPr/>
          <p:nvPr/>
        </p:nvSpPr>
        <p:spPr>
          <a:xfrm>
            <a:off x="4352084" y="5371224"/>
            <a:ext cx="3109" cy="5951"/>
          </a:xfrm>
          <a:custGeom>
            <a:avLst/>
            <a:gdLst/>
            <a:ahLst/>
            <a:cxnLst/>
            <a:rect l="l" t="t" r="r" b="b"/>
            <a:pathLst>
              <a:path w="3109" h="5951">
                <a:moveTo>
                  <a:pt x="1525" y="911"/>
                </a:moveTo>
                <a:lnTo>
                  <a:pt x="87" y="1885"/>
                </a:lnTo>
                <a:lnTo>
                  <a:pt x="610" y="5951"/>
                </a:lnTo>
                <a:lnTo>
                  <a:pt x="1918" y="4930"/>
                </a:lnTo>
                <a:lnTo>
                  <a:pt x="3109" y="0"/>
                </a:lnTo>
                <a:lnTo>
                  <a:pt x="1627" y="850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35" name="object 2035"/>
          <p:cNvSpPr/>
          <p:nvPr/>
        </p:nvSpPr>
        <p:spPr>
          <a:xfrm>
            <a:off x="4354061" y="5368875"/>
            <a:ext cx="7803" cy="7240"/>
          </a:xfrm>
          <a:custGeom>
            <a:avLst/>
            <a:gdLst/>
            <a:ahLst/>
            <a:cxnLst/>
            <a:rect l="l" t="t" r="r" b="b"/>
            <a:pathLst>
              <a:path w="7803" h="7240">
                <a:moveTo>
                  <a:pt x="7803" y="0"/>
                </a:moveTo>
                <a:lnTo>
                  <a:pt x="6204" y="355"/>
                </a:lnTo>
                <a:lnTo>
                  <a:pt x="6073" y="386"/>
                </a:lnTo>
                <a:lnTo>
                  <a:pt x="4518" y="865"/>
                </a:lnTo>
                <a:lnTo>
                  <a:pt x="5463" y="4328"/>
                </a:lnTo>
                <a:lnTo>
                  <a:pt x="4155" y="4853"/>
                </a:lnTo>
                <a:lnTo>
                  <a:pt x="2847" y="1514"/>
                </a:lnTo>
                <a:lnTo>
                  <a:pt x="1278" y="6368"/>
                </a:lnTo>
                <a:lnTo>
                  <a:pt x="28" y="7218"/>
                </a:lnTo>
                <a:lnTo>
                  <a:pt x="1350" y="6326"/>
                </a:lnTo>
                <a:lnTo>
                  <a:pt x="2745" y="5518"/>
                </a:lnTo>
                <a:lnTo>
                  <a:pt x="4085" y="4887"/>
                </a:lnTo>
                <a:lnTo>
                  <a:pt x="5529" y="4307"/>
                </a:lnTo>
                <a:lnTo>
                  <a:pt x="6887" y="3879"/>
                </a:lnTo>
                <a:lnTo>
                  <a:pt x="7803" y="0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36" name="object 2036"/>
          <p:cNvSpPr/>
          <p:nvPr/>
        </p:nvSpPr>
        <p:spPr>
          <a:xfrm>
            <a:off x="4355339" y="5474126"/>
            <a:ext cx="1447" cy="827"/>
          </a:xfrm>
          <a:custGeom>
            <a:avLst/>
            <a:gdLst/>
            <a:ahLst/>
            <a:cxnLst/>
            <a:rect l="l" t="t" r="r" b="b"/>
            <a:pathLst>
              <a:path w="1447" h="827">
                <a:moveTo>
                  <a:pt x="101" y="68"/>
                </a:moveTo>
                <a:lnTo>
                  <a:pt x="1447" y="827"/>
                </a:lnTo>
                <a:lnTo>
                  <a:pt x="11" y="6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37" name="object 2037"/>
          <p:cNvSpPr/>
          <p:nvPr/>
        </p:nvSpPr>
        <p:spPr>
          <a:xfrm>
            <a:off x="4356720" y="5474920"/>
            <a:ext cx="1729" cy="4671"/>
          </a:xfrm>
          <a:custGeom>
            <a:avLst/>
            <a:gdLst/>
            <a:ahLst/>
            <a:cxnLst/>
            <a:rect l="l" t="t" r="r" b="b"/>
            <a:pathLst>
              <a:path w="1729" h="4671">
                <a:moveTo>
                  <a:pt x="1729" y="4671"/>
                </a:moveTo>
                <a:lnTo>
                  <a:pt x="1395" y="683"/>
                </a:lnTo>
                <a:lnTo>
                  <a:pt x="101" y="52"/>
                </a:lnTo>
                <a:lnTo>
                  <a:pt x="87" y="4009"/>
                </a:lnTo>
                <a:lnTo>
                  <a:pt x="1729" y="4671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38" name="object 2038"/>
          <p:cNvSpPr/>
          <p:nvPr/>
        </p:nvSpPr>
        <p:spPr>
          <a:xfrm>
            <a:off x="4356908" y="5369740"/>
            <a:ext cx="2615" cy="4034"/>
          </a:xfrm>
          <a:custGeom>
            <a:avLst/>
            <a:gdLst/>
            <a:ahLst/>
            <a:cxnLst/>
            <a:rect l="l" t="t" r="r" b="b"/>
            <a:pathLst>
              <a:path w="2615" h="4034">
                <a:moveTo>
                  <a:pt x="1540" y="46"/>
                </a:moveTo>
                <a:lnTo>
                  <a:pt x="0" y="649"/>
                </a:lnTo>
                <a:lnTo>
                  <a:pt x="1206" y="4034"/>
                </a:lnTo>
                <a:lnTo>
                  <a:pt x="2615" y="3462"/>
                </a:lnTo>
                <a:lnTo>
                  <a:pt x="1671" y="0"/>
                </a:lnTo>
                <a:lnTo>
                  <a:pt x="1540" y="46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39" name="object 2039"/>
          <p:cNvSpPr/>
          <p:nvPr/>
        </p:nvSpPr>
        <p:spPr>
          <a:xfrm>
            <a:off x="4352718" y="5472212"/>
            <a:ext cx="9145" cy="8281"/>
          </a:xfrm>
          <a:custGeom>
            <a:avLst/>
            <a:gdLst/>
            <a:ahLst/>
            <a:cxnLst/>
            <a:rect l="l" t="t" r="r" b="b"/>
            <a:pathLst>
              <a:path w="9145" h="8281">
                <a:moveTo>
                  <a:pt x="8230" y="4401"/>
                </a:moveTo>
                <a:lnTo>
                  <a:pt x="6936" y="4004"/>
                </a:lnTo>
                <a:lnTo>
                  <a:pt x="6806" y="3959"/>
                </a:lnTo>
                <a:lnTo>
                  <a:pt x="5498" y="3438"/>
                </a:lnTo>
                <a:lnTo>
                  <a:pt x="6884" y="3983"/>
                </a:lnTo>
                <a:lnTo>
                  <a:pt x="5416" y="3398"/>
                </a:lnTo>
                <a:lnTo>
                  <a:pt x="4068" y="2740"/>
                </a:lnTo>
                <a:lnTo>
                  <a:pt x="2722" y="1981"/>
                </a:lnTo>
                <a:lnTo>
                  <a:pt x="1283" y="1001"/>
                </a:lnTo>
                <a:lnTo>
                  <a:pt x="0" y="0"/>
                </a:lnTo>
                <a:lnTo>
                  <a:pt x="891" y="5021"/>
                </a:lnTo>
                <a:lnTo>
                  <a:pt x="2490" y="5935"/>
                </a:lnTo>
                <a:lnTo>
                  <a:pt x="4088" y="6717"/>
                </a:lnTo>
                <a:lnTo>
                  <a:pt x="4001" y="2707"/>
                </a:lnTo>
                <a:lnTo>
                  <a:pt x="5396" y="3391"/>
                </a:lnTo>
                <a:lnTo>
                  <a:pt x="5730" y="7379"/>
                </a:lnTo>
                <a:lnTo>
                  <a:pt x="5861" y="7425"/>
                </a:lnTo>
                <a:lnTo>
                  <a:pt x="7416" y="7900"/>
                </a:lnTo>
                <a:lnTo>
                  <a:pt x="7547" y="7934"/>
                </a:lnTo>
                <a:lnTo>
                  <a:pt x="9145" y="8281"/>
                </a:lnTo>
                <a:lnTo>
                  <a:pt x="8230" y="4401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40" name="object 2040"/>
          <p:cNvSpPr/>
          <p:nvPr/>
        </p:nvSpPr>
        <p:spPr>
          <a:xfrm>
            <a:off x="4361079" y="5476647"/>
            <a:ext cx="7367" cy="4161"/>
          </a:xfrm>
          <a:custGeom>
            <a:avLst/>
            <a:gdLst/>
            <a:ahLst/>
            <a:cxnLst/>
            <a:rect l="l" t="t" r="r" b="b"/>
            <a:pathLst>
              <a:path w="7367" h="4161">
                <a:moveTo>
                  <a:pt x="7367" y="296"/>
                </a:moveTo>
                <a:lnTo>
                  <a:pt x="5851" y="492"/>
                </a:lnTo>
                <a:lnTo>
                  <a:pt x="4432" y="558"/>
                </a:lnTo>
                <a:lnTo>
                  <a:pt x="4301" y="558"/>
                </a:lnTo>
                <a:lnTo>
                  <a:pt x="2935" y="499"/>
                </a:lnTo>
                <a:lnTo>
                  <a:pt x="1400" y="300"/>
                </a:lnTo>
                <a:lnTo>
                  <a:pt x="0" y="0"/>
                </a:lnTo>
                <a:lnTo>
                  <a:pt x="1322" y="290"/>
                </a:lnTo>
                <a:lnTo>
                  <a:pt x="1467" y="315"/>
                </a:lnTo>
                <a:lnTo>
                  <a:pt x="2804" y="488"/>
                </a:lnTo>
                <a:lnTo>
                  <a:pt x="4301" y="4161"/>
                </a:lnTo>
                <a:lnTo>
                  <a:pt x="4432" y="4161"/>
                </a:lnTo>
                <a:lnTo>
                  <a:pt x="6074" y="4091"/>
                </a:lnTo>
                <a:lnTo>
                  <a:pt x="5943" y="488"/>
                </a:lnTo>
                <a:lnTo>
                  <a:pt x="7367" y="296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41" name="object 2041"/>
          <p:cNvSpPr/>
          <p:nvPr/>
        </p:nvSpPr>
        <p:spPr>
          <a:xfrm>
            <a:off x="4361047" y="5372415"/>
            <a:ext cx="1500" cy="319"/>
          </a:xfrm>
          <a:custGeom>
            <a:avLst/>
            <a:gdLst/>
            <a:ahLst/>
            <a:cxnLst/>
            <a:rect l="l" t="t" r="r" b="b"/>
            <a:pathLst>
              <a:path w="1500" h="319">
                <a:moveTo>
                  <a:pt x="32" y="309"/>
                </a:moveTo>
                <a:lnTo>
                  <a:pt x="1500" y="0"/>
                </a:lnTo>
                <a:lnTo>
                  <a:pt x="1354" y="15"/>
                </a:lnTo>
                <a:lnTo>
                  <a:pt x="32" y="309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42" name="object 2042"/>
          <p:cNvSpPr/>
          <p:nvPr/>
        </p:nvSpPr>
        <p:spPr>
          <a:xfrm>
            <a:off x="4358216" y="5475651"/>
            <a:ext cx="7164" cy="5156"/>
          </a:xfrm>
          <a:custGeom>
            <a:avLst/>
            <a:gdLst/>
            <a:ahLst/>
            <a:cxnLst/>
            <a:rect l="l" t="t" r="r" b="b"/>
            <a:pathLst>
              <a:path w="7164" h="5156">
                <a:moveTo>
                  <a:pt x="5667" y="1483"/>
                </a:moveTo>
                <a:lnTo>
                  <a:pt x="4330" y="1310"/>
                </a:lnTo>
                <a:lnTo>
                  <a:pt x="4185" y="1286"/>
                </a:lnTo>
                <a:lnTo>
                  <a:pt x="2862" y="995"/>
                </a:lnTo>
                <a:lnTo>
                  <a:pt x="4263" y="1296"/>
                </a:lnTo>
                <a:lnTo>
                  <a:pt x="2817" y="981"/>
                </a:lnTo>
                <a:lnTo>
                  <a:pt x="1385" y="544"/>
                </a:lnTo>
                <a:lnTo>
                  <a:pt x="0" y="0"/>
                </a:lnTo>
                <a:lnTo>
                  <a:pt x="1307" y="520"/>
                </a:lnTo>
                <a:lnTo>
                  <a:pt x="1438" y="565"/>
                </a:lnTo>
                <a:lnTo>
                  <a:pt x="2732" y="963"/>
                </a:lnTo>
                <a:lnTo>
                  <a:pt x="3647" y="4842"/>
                </a:lnTo>
                <a:lnTo>
                  <a:pt x="3778" y="4866"/>
                </a:lnTo>
                <a:lnTo>
                  <a:pt x="5391" y="5074"/>
                </a:lnTo>
                <a:lnTo>
                  <a:pt x="5536" y="5087"/>
                </a:lnTo>
                <a:lnTo>
                  <a:pt x="7164" y="5156"/>
                </a:lnTo>
                <a:lnTo>
                  <a:pt x="5667" y="1483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43" name="object 2043"/>
          <p:cNvSpPr/>
          <p:nvPr/>
        </p:nvSpPr>
        <p:spPr>
          <a:xfrm>
            <a:off x="4363954" y="5477138"/>
            <a:ext cx="2976" cy="66"/>
          </a:xfrm>
          <a:custGeom>
            <a:avLst/>
            <a:gdLst/>
            <a:ahLst/>
            <a:cxnLst/>
            <a:rect l="l" t="t" r="r" b="b"/>
            <a:pathLst>
              <a:path w="2976" h="66">
                <a:moveTo>
                  <a:pt x="1492" y="63"/>
                </a:moveTo>
                <a:lnTo>
                  <a:pt x="0" y="0"/>
                </a:lnTo>
                <a:lnTo>
                  <a:pt x="1426" y="66"/>
                </a:lnTo>
                <a:lnTo>
                  <a:pt x="1557" y="66"/>
                </a:lnTo>
                <a:lnTo>
                  <a:pt x="2923" y="7"/>
                </a:lnTo>
                <a:lnTo>
                  <a:pt x="1492" y="63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44" name="object 2044"/>
          <p:cNvSpPr/>
          <p:nvPr/>
        </p:nvSpPr>
        <p:spPr>
          <a:xfrm>
            <a:off x="4365511" y="5368566"/>
            <a:ext cx="1642" cy="3663"/>
          </a:xfrm>
          <a:custGeom>
            <a:avLst/>
            <a:gdLst/>
            <a:ahLst/>
            <a:cxnLst/>
            <a:rect l="l" t="t" r="r" b="b"/>
            <a:pathLst>
              <a:path w="1642" h="3663">
                <a:moveTo>
                  <a:pt x="1366" y="3663"/>
                </a:moveTo>
                <a:lnTo>
                  <a:pt x="1642" y="61"/>
                </a:lnTo>
                <a:lnTo>
                  <a:pt x="0" y="0"/>
                </a:lnTo>
                <a:lnTo>
                  <a:pt x="0" y="3601"/>
                </a:lnTo>
                <a:lnTo>
                  <a:pt x="1366" y="3663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45" name="object 2045"/>
          <p:cNvSpPr/>
          <p:nvPr/>
        </p:nvSpPr>
        <p:spPr>
          <a:xfrm>
            <a:off x="4367154" y="5475651"/>
            <a:ext cx="6830" cy="5087"/>
          </a:xfrm>
          <a:custGeom>
            <a:avLst/>
            <a:gdLst/>
            <a:ahLst/>
            <a:cxnLst/>
            <a:rect l="l" t="t" r="r" b="b"/>
            <a:pathLst>
              <a:path w="6830" h="5087">
                <a:moveTo>
                  <a:pt x="0" y="5087"/>
                </a:moveTo>
                <a:lnTo>
                  <a:pt x="130" y="5074"/>
                </a:lnTo>
                <a:lnTo>
                  <a:pt x="1743" y="4866"/>
                </a:lnTo>
                <a:lnTo>
                  <a:pt x="2659" y="995"/>
                </a:lnTo>
                <a:lnTo>
                  <a:pt x="2790" y="963"/>
                </a:lnTo>
                <a:lnTo>
                  <a:pt x="4098" y="564"/>
                </a:lnTo>
                <a:lnTo>
                  <a:pt x="3473" y="4495"/>
                </a:lnTo>
                <a:lnTo>
                  <a:pt x="3603" y="4461"/>
                </a:lnTo>
                <a:lnTo>
                  <a:pt x="5158" y="3986"/>
                </a:lnTo>
                <a:lnTo>
                  <a:pt x="5289" y="3941"/>
                </a:lnTo>
                <a:lnTo>
                  <a:pt x="6830" y="3328"/>
                </a:lnTo>
                <a:lnTo>
                  <a:pt x="5536" y="0"/>
                </a:lnTo>
                <a:lnTo>
                  <a:pt x="4228" y="520"/>
                </a:lnTo>
                <a:lnTo>
                  <a:pt x="2704" y="981"/>
                </a:lnTo>
                <a:lnTo>
                  <a:pt x="1292" y="1291"/>
                </a:lnTo>
                <a:lnTo>
                  <a:pt x="0" y="5087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46" name="object 2046"/>
          <p:cNvSpPr/>
          <p:nvPr/>
        </p:nvSpPr>
        <p:spPr>
          <a:xfrm>
            <a:off x="4367023" y="5476937"/>
            <a:ext cx="1467" cy="3801"/>
          </a:xfrm>
          <a:custGeom>
            <a:avLst/>
            <a:gdLst/>
            <a:ahLst/>
            <a:cxnLst/>
            <a:rect l="l" t="t" r="r" b="b"/>
            <a:pathLst>
              <a:path w="1467" h="3801">
                <a:moveTo>
                  <a:pt x="1336" y="24"/>
                </a:moveTo>
                <a:lnTo>
                  <a:pt x="1467" y="0"/>
                </a:lnTo>
                <a:lnTo>
                  <a:pt x="0" y="197"/>
                </a:lnTo>
                <a:lnTo>
                  <a:pt x="130" y="3801"/>
                </a:lnTo>
                <a:lnTo>
                  <a:pt x="1336" y="24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47" name="object 2047"/>
          <p:cNvSpPr/>
          <p:nvPr/>
        </p:nvSpPr>
        <p:spPr>
          <a:xfrm>
            <a:off x="4368897" y="5476215"/>
            <a:ext cx="2354" cy="4301"/>
          </a:xfrm>
          <a:custGeom>
            <a:avLst/>
            <a:gdLst/>
            <a:ahLst/>
            <a:cxnLst/>
            <a:rect l="l" t="t" r="r" b="b"/>
            <a:pathLst>
              <a:path w="2354" h="4301">
                <a:moveTo>
                  <a:pt x="2354" y="0"/>
                </a:moveTo>
                <a:lnTo>
                  <a:pt x="1046" y="398"/>
                </a:lnTo>
                <a:lnTo>
                  <a:pt x="915" y="431"/>
                </a:lnTo>
                <a:lnTo>
                  <a:pt x="0" y="4301"/>
                </a:lnTo>
                <a:lnTo>
                  <a:pt x="145" y="4278"/>
                </a:lnTo>
                <a:lnTo>
                  <a:pt x="1729" y="3930"/>
                </a:lnTo>
                <a:lnTo>
                  <a:pt x="2354" y="0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48" name="object 2048"/>
          <p:cNvSpPr/>
          <p:nvPr/>
        </p:nvSpPr>
        <p:spPr>
          <a:xfrm>
            <a:off x="4368897" y="5368859"/>
            <a:ext cx="3429" cy="4297"/>
          </a:xfrm>
          <a:custGeom>
            <a:avLst/>
            <a:gdLst/>
            <a:ahLst/>
            <a:cxnLst/>
            <a:rect l="l" t="t" r="r" b="b"/>
            <a:pathLst>
              <a:path w="3429" h="4297">
                <a:moveTo>
                  <a:pt x="1729" y="370"/>
                </a:moveTo>
                <a:lnTo>
                  <a:pt x="145" y="15"/>
                </a:lnTo>
                <a:lnTo>
                  <a:pt x="0" y="0"/>
                </a:lnTo>
                <a:lnTo>
                  <a:pt x="930" y="3864"/>
                </a:lnTo>
                <a:lnTo>
                  <a:pt x="2354" y="4297"/>
                </a:lnTo>
                <a:lnTo>
                  <a:pt x="3429" y="881"/>
                </a:lnTo>
                <a:lnTo>
                  <a:pt x="1860" y="401"/>
                </a:lnTo>
                <a:lnTo>
                  <a:pt x="1729" y="370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49" name="object 2049"/>
          <p:cNvSpPr/>
          <p:nvPr/>
        </p:nvSpPr>
        <p:spPr>
          <a:xfrm>
            <a:off x="4371272" y="5370390"/>
            <a:ext cx="5908" cy="5703"/>
          </a:xfrm>
          <a:custGeom>
            <a:avLst/>
            <a:gdLst/>
            <a:ahLst/>
            <a:cxnLst/>
            <a:rect l="l" t="t" r="r" b="b"/>
            <a:pathLst>
              <a:path w="5908" h="5703">
                <a:moveTo>
                  <a:pt x="5908" y="1684"/>
                </a:moveTo>
                <a:lnTo>
                  <a:pt x="4440" y="834"/>
                </a:lnTo>
                <a:lnTo>
                  <a:pt x="2827" y="46"/>
                </a:lnTo>
                <a:lnTo>
                  <a:pt x="1417" y="3338"/>
                </a:lnTo>
                <a:lnTo>
                  <a:pt x="124" y="2813"/>
                </a:lnTo>
                <a:lnTo>
                  <a:pt x="1483" y="3370"/>
                </a:lnTo>
                <a:lnTo>
                  <a:pt x="2812" y="4003"/>
                </a:lnTo>
                <a:lnTo>
                  <a:pt x="4280" y="4853"/>
                </a:lnTo>
                <a:lnTo>
                  <a:pt x="5544" y="5703"/>
                </a:lnTo>
                <a:lnTo>
                  <a:pt x="5908" y="1684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50" name="object 2050"/>
          <p:cNvSpPr/>
          <p:nvPr/>
        </p:nvSpPr>
        <p:spPr>
          <a:xfrm>
            <a:off x="4372728" y="5474129"/>
            <a:ext cx="2824" cy="1503"/>
          </a:xfrm>
          <a:custGeom>
            <a:avLst/>
            <a:gdLst/>
            <a:ahLst/>
            <a:cxnLst/>
            <a:rect l="l" t="t" r="r" b="b"/>
            <a:pathLst>
              <a:path w="2824" h="1503">
                <a:moveTo>
                  <a:pt x="1407" y="816"/>
                </a:moveTo>
                <a:lnTo>
                  <a:pt x="0" y="1503"/>
                </a:lnTo>
                <a:lnTo>
                  <a:pt x="1356" y="845"/>
                </a:lnTo>
                <a:lnTo>
                  <a:pt x="2824" y="0"/>
                </a:lnTo>
                <a:lnTo>
                  <a:pt x="1407" y="816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51" name="object 2051"/>
          <p:cNvSpPr/>
          <p:nvPr/>
        </p:nvSpPr>
        <p:spPr>
          <a:xfrm>
            <a:off x="4372756" y="5373761"/>
            <a:ext cx="1430" cy="694"/>
          </a:xfrm>
          <a:custGeom>
            <a:avLst/>
            <a:gdLst/>
            <a:ahLst/>
            <a:cxnLst/>
            <a:rect l="l" t="t" r="r" b="b"/>
            <a:pathLst>
              <a:path w="1430" h="694">
                <a:moveTo>
                  <a:pt x="35" y="14"/>
                </a:moveTo>
                <a:lnTo>
                  <a:pt x="1430" y="694"/>
                </a:lnTo>
                <a:lnTo>
                  <a:pt x="35" y="14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52" name="object 2052"/>
          <p:cNvSpPr/>
          <p:nvPr/>
        </p:nvSpPr>
        <p:spPr>
          <a:xfrm>
            <a:off x="4375466" y="5372075"/>
            <a:ext cx="5298" cy="7461"/>
          </a:xfrm>
          <a:custGeom>
            <a:avLst/>
            <a:gdLst/>
            <a:ahLst/>
            <a:cxnLst/>
            <a:rect l="l" t="t" r="r" b="b"/>
            <a:pathLst>
              <a:path w="5298" h="7461">
                <a:moveTo>
                  <a:pt x="3269" y="1035"/>
                </a:moveTo>
                <a:lnTo>
                  <a:pt x="1816" y="61"/>
                </a:lnTo>
                <a:lnTo>
                  <a:pt x="1351" y="4018"/>
                </a:lnTo>
                <a:lnTo>
                  <a:pt x="0" y="3106"/>
                </a:lnTo>
                <a:lnTo>
                  <a:pt x="1382" y="4042"/>
                </a:lnTo>
                <a:lnTo>
                  <a:pt x="2761" y="5101"/>
                </a:lnTo>
                <a:lnTo>
                  <a:pt x="4054" y="6244"/>
                </a:lnTo>
                <a:lnTo>
                  <a:pt x="5298" y="7461"/>
                </a:lnTo>
                <a:lnTo>
                  <a:pt x="4766" y="2194"/>
                </a:lnTo>
                <a:lnTo>
                  <a:pt x="3356" y="1097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53" name="object 2053"/>
          <p:cNvSpPr/>
          <p:nvPr/>
        </p:nvSpPr>
        <p:spPr>
          <a:xfrm>
            <a:off x="4371292" y="5469813"/>
            <a:ext cx="10378" cy="9166"/>
          </a:xfrm>
          <a:custGeom>
            <a:avLst/>
            <a:gdLst/>
            <a:ahLst/>
            <a:cxnLst/>
            <a:rect l="l" t="t" r="r" b="b"/>
            <a:pathLst>
              <a:path w="10378" h="9166">
                <a:moveTo>
                  <a:pt x="9419" y="77"/>
                </a:moveTo>
                <a:lnTo>
                  <a:pt x="8940" y="5292"/>
                </a:lnTo>
                <a:lnTo>
                  <a:pt x="10378" y="4018"/>
                </a:lnTo>
                <a:lnTo>
                  <a:pt x="9492" y="0"/>
                </a:lnTo>
                <a:lnTo>
                  <a:pt x="8155" y="1298"/>
                </a:lnTo>
                <a:lnTo>
                  <a:pt x="6847" y="2457"/>
                </a:lnTo>
                <a:lnTo>
                  <a:pt x="5525" y="3477"/>
                </a:lnTo>
                <a:lnTo>
                  <a:pt x="4173" y="4377"/>
                </a:lnTo>
                <a:lnTo>
                  <a:pt x="2894" y="5107"/>
                </a:lnTo>
                <a:lnTo>
                  <a:pt x="1514" y="5788"/>
                </a:lnTo>
                <a:lnTo>
                  <a:pt x="0" y="6386"/>
                </a:lnTo>
                <a:lnTo>
                  <a:pt x="1398" y="5838"/>
                </a:lnTo>
                <a:lnTo>
                  <a:pt x="2691" y="9166"/>
                </a:lnTo>
                <a:lnTo>
                  <a:pt x="4319" y="8385"/>
                </a:lnTo>
                <a:lnTo>
                  <a:pt x="5888" y="7486"/>
                </a:lnTo>
                <a:lnTo>
                  <a:pt x="7443" y="6450"/>
                </a:lnTo>
                <a:lnTo>
                  <a:pt x="8940" y="5292"/>
                </a:lnTo>
                <a:lnTo>
                  <a:pt x="9419" y="77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54" name="object 2054"/>
          <p:cNvSpPr/>
          <p:nvPr/>
        </p:nvSpPr>
        <p:spPr>
          <a:xfrm>
            <a:off x="4383124" y="5465485"/>
            <a:ext cx="1191" cy="1607"/>
          </a:xfrm>
          <a:custGeom>
            <a:avLst/>
            <a:gdLst/>
            <a:ahLst/>
            <a:cxnLst/>
            <a:rect l="l" t="t" r="r" b="b"/>
            <a:pathLst>
              <a:path w="1191" h="1607">
                <a:moveTo>
                  <a:pt x="1148" y="61"/>
                </a:moveTo>
                <a:lnTo>
                  <a:pt x="0" y="1607"/>
                </a:lnTo>
                <a:lnTo>
                  <a:pt x="1148" y="61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55" name="object 2055"/>
          <p:cNvSpPr/>
          <p:nvPr/>
        </p:nvSpPr>
        <p:spPr>
          <a:xfrm>
            <a:off x="4383124" y="5382277"/>
            <a:ext cx="1191" cy="1607"/>
          </a:xfrm>
          <a:custGeom>
            <a:avLst/>
            <a:gdLst/>
            <a:ahLst/>
            <a:cxnLst/>
            <a:rect l="l" t="t" r="r" b="b"/>
            <a:pathLst>
              <a:path w="1191" h="1607">
                <a:moveTo>
                  <a:pt x="1148" y="1545"/>
                </a:moveTo>
                <a:lnTo>
                  <a:pt x="0" y="0"/>
                </a:lnTo>
                <a:lnTo>
                  <a:pt x="1174" y="1584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56" name="object 2056"/>
          <p:cNvSpPr/>
          <p:nvPr/>
        </p:nvSpPr>
        <p:spPr>
          <a:xfrm>
            <a:off x="4380764" y="5400578"/>
            <a:ext cx="18156" cy="73253"/>
          </a:xfrm>
          <a:custGeom>
            <a:avLst/>
            <a:gdLst/>
            <a:ahLst/>
            <a:cxnLst/>
            <a:rect l="l" t="t" r="r" b="b"/>
            <a:pathLst>
              <a:path w="18156" h="73253">
                <a:moveTo>
                  <a:pt x="7664" y="57873"/>
                </a:moveTo>
                <a:lnTo>
                  <a:pt x="7431" y="65370"/>
                </a:lnTo>
                <a:lnTo>
                  <a:pt x="8579" y="63499"/>
                </a:lnTo>
                <a:lnTo>
                  <a:pt x="9669" y="61552"/>
                </a:lnTo>
                <a:lnTo>
                  <a:pt x="10701" y="59511"/>
                </a:lnTo>
                <a:lnTo>
                  <a:pt x="11006" y="49448"/>
                </a:lnTo>
                <a:lnTo>
                  <a:pt x="10701" y="59511"/>
                </a:lnTo>
                <a:lnTo>
                  <a:pt x="11675" y="57409"/>
                </a:lnTo>
                <a:lnTo>
                  <a:pt x="12590" y="55199"/>
                </a:lnTo>
                <a:lnTo>
                  <a:pt x="13433" y="52942"/>
                </a:lnTo>
                <a:lnTo>
                  <a:pt x="14218" y="50608"/>
                </a:lnTo>
                <a:lnTo>
                  <a:pt x="14944" y="48212"/>
                </a:lnTo>
                <a:lnTo>
                  <a:pt x="14755" y="24144"/>
                </a:lnTo>
                <a:lnTo>
                  <a:pt x="14944" y="48212"/>
                </a:lnTo>
                <a:lnTo>
                  <a:pt x="15598" y="45723"/>
                </a:lnTo>
                <a:lnTo>
                  <a:pt x="16179" y="43219"/>
                </a:lnTo>
                <a:lnTo>
                  <a:pt x="16688" y="40637"/>
                </a:lnTo>
                <a:lnTo>
                  <a:pt x="17124" y="37994"/>
                </a:lnTo>
                <a:lnTo>
                  <a:pt x="17502" y="35320"/>
                </a:lnTo>
                <a:lnTo>
                  <a:pt x="17778" y="32569"/>
                </a:lnTo>
                <a:lnTo>
                  <a:pt x="17981" y="29817"/>
                </a:lnTo>
                <a:lnTo>
                  <a:pt x="18112" y="26988"/>
                </a:lnTo>
                <a:lnTo>
                  <a:pt x="18156" y="24144"/>
                </a:lnTo>
                <a:lnTo>
                  <a:pt x="18112" y="21285"/>
                </a:lnTo>
                <a:lnTo>
                  <a:pt x="17996" y="18471"/>
                </a:lnTo>
                <a:lnTo>
                  <a:pt x="17778" y="15689"/>
                </a:lnTo>
                <a:lnTo>
                  <a:pt x="17502" y="12968"/>
                </a:lnTo>
                <a:lnTo>
                  <a:pt x="17139" y="10279"/>
                </a:lnTo>
                <a:lnTo>
                  <a:pt x="16703" y="7651"/>
                </a:lnTo>
                <a:lnTo>
                  <a:pt x="16194" y="5070"/>
                </a:lnTo>
                <a:lnTo>
                  <a:pt x="15613" y="2535"/>
                </a:lnTo>
                <a:lnTo>
                  <a:pt x="14959" y="77"/>
                </a:lnTo>
                <a:lnTo>
                  <a:pt x="14755" y="24082"/>
                </a:lnTo>
                <a:lnTo>
                  <a:pt x="14712" y="26880"/>
                </a:lnTo>
                <a:lnTo>
                  <a:pt x="14595" y="29585"/>
                </a:lnTo>
                <a:lnTo>
                  <a:pt x="14392" y="32229"/>
                </a:lnTo>
                <a:lnTo>
                  <a:pt x="14116" y="34856"/>
                </a:lnTo>
                <a:lnTo>
                  <a:pt x="13767" y="37422"/>
                </a:lnTo>
                <a:lnTo>
                  <a:pt x="13360" y="39957"/>
                </a:lnTo>
                <a:lnTo>
                  <a:pt x="12866" y="42415"/>
                </a:lnTo>
                <a:lnTo>
                  <a:pt x="12326" y="44773"/>
                </a:lnTo>
                <a:lnTo>
                  <a:pt x="11689" y="47176"/>
                </a:lnTo>
                <a:lnTo>
                  <a:pt x="11021" y="49402"/>
                </a:lnTo>
                <a:lnTo>
                  <a:pt x="10250" y="51674"/>
                </a:lnTo>
                <a:lnTo>
                  <a:pt x="9451" y="53807"/>
                </a:lnTo>
                <a:lnTo>
                  <a:pt x="8594" y="55879"/>
                </a:lnTo>
                <a:lnTo>
                  <a:pt x="7690" y="57817"/>
                </a:lnTo>
                <a:lnTo>
                  <a:pt x="6705" y="59789"/>
                </a:lnTo>
                <a:lnTo>
                  <a:pt x="5687" y="61598"/>
                </a:lnTo>
                <a:lnTo>
                  <a:pt x="4627" y="63329"/>
                </a:lnTo>
                <a:lnTo>
                  <a:pt x="3534" y="64929"/>
                </a:lnTo>
                <a:lnTo>
                  <a:pt x="2360" y="66513"/>
                </a:lnTo>
                <a:lnTo>
                  <a:pt x="1168" y="67966"/>
                </a:lnTo>
                <a:lnTo>
                  <a:pt x="0" y="69254"/>
                </a:lnTo>
                <a:lnTo>
                  <a:pt x="906" y="73253"/>
                </a:lnTo>
                <a:lnTo>
                  <a:pt x="2316" y="71893"/>
                </a:lnTo>
                <a:lnTo>
                  <a:pt x="3667" y="70409"/>
                </a:lnTo>
                <a:lnTo>
                  <a:pt x="4975" y="68817"/>
                </a:lnTo>
                <a:lnTo>
                  <a:pt x="6225" y="67132"/>
                </a:lnTo>
                <a:lnTo>
                  <a:pt x="7431" y="65370"/>
                </a:lnTo>
                <a:lnTo>
                  <a:pt x="7664" y="57873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57" name="object 2057"/>
          <p:cNvSpPr/>
          <p:nvPr/>
        </p:nvSpPr>
        <p:spPr>
          <a:xfrm>
            <a:off x="4391779" y="5447693"/>
            <a:ext cx="688" cy="2304"/>
          </a:xfrm>
          <a:custGeom>
            <a:avLst/>
            <a:gdLst/>
            <a:ahLst/>
            <a:cxnLst/>
            <a:rect l="l" t="t" r="r" b="b"/>
            <a:pathLst>
              <a:path w="688" h="2304">
                <a:moveTo>
                  <a:pt x="688" y="0"/>
                </a:moveTo>
                <a:lnTo>
                  <a:pt x="0" y="2304"/>
                </a:lnTo>
                <a:lnTo>
                  <a:pt x="674" y="61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58" name="object 2058"/>
          <p:cNvSpPr/>
          <p:nvPr/>
        </p:nvSpPr>
        <p:spPr>
          <a:xfrm>
            <a:off x="4392454" y="5445351"/>
            <a:ext cx="637" cy="2403"/>
          </a:xfrm>
          <a:custGeom>
            <a:avLst/>
            <a:gdLst/>
            <a:ahLst/>
            <a:cxnLst/>
            <a:rect l="l" t="t" r="r" b="b"/>
            <a:pathLst>
              <a:path w="637" h="2403">
                <a:moveTo>
                  <a:pt x="624" y="53"/>
                </a:moveTo>
                <a:lnTo>
                  <a:pt x="0" y="2403"/>
                </a:lnTo>
                <a:lnTo>
                  <a:pt x="624" y="53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59" name="object 2059"/>
          <p:cNvSpPr/>
          <p:nvPr/>
        </p:nvSpPr>
        <p:spPr>
          <a:xfrm>
            <a:off x="4380232" y="5374270"/>
            <a:ext cx="15476" cy="50422"/>
          </a:xfrm>
          <a:custGeom>
            <a:avLst/>
            <a:gdLst/>
            <a:ahLst/>
            <a:cxnLst/>
            <a:rect l="l" t="t" r="r" b="b"/>
            <a:pathLst>
              <a:path w="15476" h="50422">
                <a:moveTo>
                  <a:pt x="15244" y="47717"/>
                </a:moveTo>
                <a:lnTo>
                  <a:pt x="15287" y="50422"/>
                </a:lnTo>
                <a:lnTo>
                  <a:pt x="15476" y="26308"/>
                </a:lnTo>
                <a:lnTo>
                  <a:pt x="14764" y="23974"/>
                </a:lnTo>
                <a:lnTo>
                  <a:pt x="13994" y="21640"/>
                </a:lnTo>
                <a:lnTo>
                  <a:pt x="13136" y="19383"/>
                </a:lnTo>
                <a:lnTo>
                  <a:pt x="12235" y="17188"/>
                </a:lnTo>
                <a:lnTo>
                  <a:pt x="11262" y="15071"/>
                </a:lnTo>
                <a:lnTo>
                  <a:pt x="10230" y="13046"/>
                </a:lnTo>
                <a:lnTo>
                  <a:pt x="9140" y="11083"/>
                </a:lnTo>
                <a:lnTo>
                  <a:pt x="8007" y="9228"/>
                </a:lnTo>
                <a:lnTo>
                  <a:pt x="6800" y="7450"/>
                </a:lnTo>
                <a:lnTo>
                  <a:pt x="5565" y="5765"/>
                </a:lnTo>
                <a:lnTo>
                  <a:pt x="4272" y="4189"/>
                </a:lnTo>
                <a:lnTo>
                  <a:pt x="2920" y="2705"/>
                </a:lnTo>
                <a:lnTo>
                  <a:pt x="1511" y="1329"/>
                </a:lnTo>
                <a:lnTo>
                  <a:pt x="72" y="61"/>
                </a:lnTo>
                <a:lnTo>
                  <a:pt x="479" y="5209"/>
                </a:lnTo>
                <a:lnTo>
                  <a:pt x="1758" y="6615"/>
                </a:lnTo>
                <a:lnTo>
                  <a:pt x="2935" y="8068"/>
                </a:lnTo>
                <a:lnTo>
                  <a:pt x="4039" y="9552"/>
                </a:lnTo>
                <a:lnTo>
                  <a:pt x="5202" y="11253"/>
                </a:lnTo>
                <a:lnTo>
                  <a:pt x="6248" y="12999"/>
                </a:lnTo>
                <a:lnTo>
                  <a:pt x="7280" y="14823"/>
                </a:lnTo>
                <a:lnTo>
                  <a:pt x="8225" y="16709"/>
                </a:lnTo>
                <a:lnTo>
                  <a:pt x="9126" y="18641"/>
                </a:lnTo>
                <a:lnTo>
                  <a:pt x="9983" y="20713"/>
                </a:lnTo>
                <a:lnTo>
                  <a:pt x="10811" y="22923"/>
                </a:lnTo>
                <a:lnTo>
                  <a:pt x="11552" y="25134"/>
                </a:lnTo>
                <a:lnTo>
                  <a:pt x="12235" y="27421"/>
                </a:lnTo>
                <a:lnTo>
                  <a:pt x="12860" y="29755"/>
                </a:lnTo>
                <a:lnTo>
                  <a:pt x="13413" y="32167"/>
                </a:lnTo>
                <a:lnTo>
                  <a:pt x="13892" y="34640"/>
                </a:lnTo>
                <a:lnTo>
                  <a:pt x="14314" y="37160"/>
                </a:lnTo>
                <a:lnTo>
                  <a:pt x="14662" y="39741"/>
                </a:lnTo>
                <a:lnTo>
                  <a:pt x="14924" y="42338"/>
                </a:lnTo>
                <a:lnTo>
                  <a:pt x="15127" y="45012"/>
                </a:lnTo>
                <a:lnTo>
                  <a:pt x="15244" y="47717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60" name="object 2060"/>
          <p:cNvSpPr/>
          <p:nvPr/>
        </p:nvSpPr>
        <p:spPr>
          <a:xfrm>
            <a:off x="4389358" y="5392911"/>
            <a:ext cx="871" cy="2133"/>
          </a:xfrm>
          <a:custGeom>
            <a:avLst/>
            <a:gdLst/>
            <a:ahLst/>
            <a:cxnLst/>
            <a:rect l="l" t="t" r="r" b="b"/>
            <a:pathLst>
              <a:path w="871" h="2133">
                <a:moveTo>
                  <a:pt x="29" y="61"/>
                </a:moveTo>
                <a:lnTo>
                  <a:pt x="871" y="2133"/>
                </a:lnTo>
                <a:lnTo>
                  <a:pt x="29" y="61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61" name="object 2061"/>
          <p:cNvSpPr/>
          <p:nvPr/>
        </p:nvSpPr>
        <p:spPr>
          <a:xfrm>
            <a:off x="4363608" y="5368566"/>
            <a:ext cx="1772" cy="3678"/>
          </a:xfrm>
          <a:custGeom>
            <a:avLst/>
            <a:gdLst/>
            <a:ahLst/>
            <a:cxnLst/>
            <a:rect l="l" t="t" r="r" b="b"/>
            <a:pathLst>
              <a:path w="1772" h="3678">
                <a:moveTo>
                  <a:pt x="1772" y="0"/>
                </a:moveTo>
                <a:lnTo>
                  <a:pt x="145" y="61"/>
                </a:lnTo>
                <a:lnTo>
                  <a:pt x="0" y="77"/>
                </a:lnTo>
                <a:lnTo>
                  <a:pt x="276" y="3678"/>
                </a:lnTo>
                <a:lnTo>
                  <a:pt x="406" y="3663"/>
                </a:lnTo>
                <a:lnTo>
                  <a:pt x="1772" y="3601"/>
                </a:lnTo>
                <a:lnTo>
                  <a:pt x="1772" y="0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62" name="object 2062"/>
          <p:cNvSpPr/>
          <p:nvPr/>
        </p:nvSpPr>
        <p:spPr>
          <a:xfrm>
            <a:off x="4341577" y="5458390"/>
            <a:ext cx="1089" cy="7496"/>
          </a:xfrm>
          <a:custGeom>
            <a:avLst/>
            <a:gdLst/>
            <a:ahLst/>
            <a:cxnLst/>
            <a:rect l="l" t="t" r="r" b="b"/>
            <a:pathLst>
              <a:path w="1089" h="7496">
                <a:moveTo>
                  <a:pt x="857" y="0"/>
                </a:moveTo>
                <a:lnTo>
                  <a:pt x="0" y="5688"/>
                </a:lnTo>
                <a:lnTo>
                  <a:pt x="1089" y="7496"/>
                </a:lnTo>
                <a:lnTo>
                  <a:pt x="886" y="61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63" name="object 2063"/>
          <p:cNvSpPr/>
          <p:nvPr/>
        </p:nvSpPr>
        <p:spPr>
          <a:xfrm>
            <a:off x="4337830" y="5445353"/>
            <a:ext cx="622" cy="2401"/>
          </a:xfrm>
          <a:custGeom>
            <a:avLst/>
            <a:gdLst/>
            <a:ahLst/>
            <a:cxnLst/>
            <a:rect l="l" t="t" r="r" b="b"/>
            <a:pathLst>
              <a:path w="622" h="2401">
                <a:moveTo>
                  <a:pt x="12" y="52"/>
                </a:moveTo>
                <a:lnTo>
                  <a:pt x="622" y="2401"/>
                </a:lnTo>
                <a:lnTo>
                  <a:pt x="0" y="0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64" name="object 2064"/>
          <p:cNvSpPr/>
          <p:nvPr/>
        </p:nvSpPr>
        <p:spPr>
          <a:xfrm>
            <a:off x="4335198" y="5376975"/>
            <a:ext cx="12555" cy="50484"/>
          </a:xfrm>
          <a:custGeom>
            <a:avLst/>
            <a:gdLst/>
            <a:ahLst/>
            <a:cxnLst/>
            <a:rect l="l" t="t" r="r" b="b"/>
            <a:pathLst>
              <a:path w="12555" h="50484">
                <a:moveTo>
                  <a:pt x="7251" y="14004"/>
                </a:moveTo>
                <a:lnTo>
                  <a:pt x="8239" y="12041"/>
                </a:lnTo>
                <a:lnTo>
                  <a:pt x="9256" y="10217"/>
                </a:lnTo>
                <a:lnTo>
                  <a:pt x="10332" y="8486"/>
                </a:lnTo>
                <a:lnTo>
                  <a:pt x="11393" y="6909"/>
                </a:lnTo>
                <a:lnTo>
                  <a:pt x="12555" y="0"/>
                </a:lnTo>
                <a:lnTo>
                  <a:pt x="11276" y="1406"/>
                </a:lnTo>
                <a:lnTo>
                  <a:pt x="9968" y="2998"/>
                </a:lnTo>
                <a:lnTo>
                  <a:pt x="8719" y="4683"/>
                </a:lnTo>
                <a:lnTo>
                  <a:pt x="7527" y="6445"/>
                </a:lnTo>
                <a:lnTo>
                  <a:pt x="6379" y="8316"/>
                </a:lnTo>
                <a:lnTo>
                  <a:pt x="5275" y="10263"/>
                </a:lnTo>
                <a:lnTo>
                  <a:pt x="4257" y="12304"/>
                </a:lnTo>
                <a:lnTo>
                  <a:pt x="3269" y="14421"/>
                </a:lnTo>
                <a:lnTo>
                  <a:pt x="2368" y="16616"/>
                </a:lnTo>
                <a:lnTo>
                  <a:pt x="1511" y="18873"/>
                </a:lnTo>
                <a:lnTo>
                  <a:pt x="726" y="21207"/>
                </a:lnTo>
                <a:lnTo>
                  <a:pt x="0" y="23603"/>
                </a:lnTo>
                <a:lnTo>
                  <a:pt x="188" y="47748"/>
                </a:lnTo>
                <a:lnTo>
                  <a:pt x="217" y="50484"/>
                </a:lnTo>
                <a:lnTo>
                  <a:pt x="189" y="47729"/>
                </a:lnTo>
                <a:lnTo>
                  <a:pt x="232" y="44950"/>
                </a:lnTo>
                <a:lnTo>
                  <a:pt x="348" y="42245"/>
                </a:lnTo>
                <a:lnTo>
                  <a:pt x="552" y="39586"/>
                </a:lnTo>
                <a:lnTo>
                  <a:pt x="828" y="36974"/>
                </a:lnTo>
                <a:lnTo>
                  <a:pt x="1177" y="34393"/>
                </a:lnTo>
                <a:lnTo>
                  <a:pt x="1598" y="31873"/>
                </a:lnTo>
                <a:lnTo>
                  <a:pt x="2078" y="29415"/>
                </a:lnTo>
                <a:lnTo>
                  <a:pt x="2644" y="27004"/>
                </a:lnTo>
                <a:lnTo>
                  <a:pt x="3255" y="24639"/>
                </a:lnTo>
                <a:lnTo>
                  <a:pt x="3952" y="22367"/>
                </a:lnTo>
                <a:lnTo>
                  <a:pt x="4693" y="20156"/>
                </a:lnTo>
                <a:lnTo>
                  <a:pt x="5493" y="18008"/>
                </a:lnTo>
                <a:lnTo>
                  <a:pt x="6364" y="15936"/>
                </a:lnTo>
                <a:lnTo>
                  <a:pt x="7280" y="13958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65" name="object 2065"/>
          <p:cNvSpPr/>
          <p:nvPr/>
        </p:nvSpPr>
        <p:spPr>
          <a:xfrm>
            <a:off x="4348916" y="5370436"/>
            <a:ext cx="7890" cy="10449"/>
          </a:xfrm>
          <a:custGeom>
            <a:avLst/>
            <a:gdLst/>
            <a:ahLst/>
            <a:cxnLst/>
            <a:rect l="l" t="t" r="r" b="b"/>
            <a:pathLst>
              <a:path w="7890" h="10449">
                <a:moveTo>
                  <a:pt x="3799" y="6722"/>
                </a:moveTo>
                <a:lnTo>
                  <a:pt x="5144" y="5679"/>
                </a:lnTo>
                <a:lnTo>
                  <a:pt x="6423" y="4807"/>
                </a:lnTo>
                <a:lnTo>
                  <a:pt x="7890" y="0"/>
                </a:lnTo>
                <a:lnTo>
                  <a:pt x="6379" y="741"/>
                </a:lnTo>
                <a:lnTo>
                  <a:pt x="5086" y="5719"/>
                </a:lnTo>
                <a:lnTo>
                  <a:pt x="3850" y="6677"/>
                </a:lnTo>
                <a:lnTo>
                  <a:pt x="3167" y="2735"/>
                </a:lnTo>
                <a:lnTo>
                  <a:pt x="1758" y="3833"/>
                </a:lnTo>
                <a:lnTo>
                  <a:pt x="1220" y="9119"/>
                </a:lnTo>
                <a:lnTo>
                  <a:pt x="0" y="10449"/>
                </a:lnTo>
                <a:lnTo>
                  <a:pt x="1237" y="9103"/>
                </a:lnTo>
                <a:lnTo>
                  <a:pt x="2543" y="7821"/>
                </a:lnTo>
                <a:lnTo>
                  <a:pt x="3799" y="6722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66" name="object 2066"/>
          <p:cNvSpPr/>
          <p:nvPr/>
        </p:nvSpPr>
        <p:spPr>
          <a:xfrm>
            <a:off x="4355411" y="5374393"/>
            <a:ext cx="1395" cy="808"/>
          </a:xfrm>
          <a:custGeom>
            <a:avLst/>
            <a:gdLst/>
            <a:ahLst/>
            <a:cxnLst/>
            <a:rect l="l" t="t" r="r" b="b"/>
            <a:pathLst>
              <a:path w="1395" h="808">
                <a:moveTo>
                  <a:pt x="1395" y="0"/>
                </a:moveTo>
                <a:lnTo>
                  <a:pt x="29" y="788"/>
                </a:lnTo>
                <a:lnTo>
                  <a:pt x="1395" y="0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67" name="object 2067"/>
          <p:cNvSpPr/>
          <p:nvPr/>
        </p:nvSpPr>
        <p:spPr>
          <a:xfrm>
            <a:off x="4359590" y="5368566"/>
            <a:ext cx="14408" cy="5162"/>
          </a:xfrm>
          <a:custGeom>
            <a:avLst/>
            <a:gdLst/>
            <a:ahLst/>
            <a:cxnLst/>
            <a:rect l="l" t="t" r="r" b="b"/>
            <a:pathLst>
              <a:path w="14408" h="5162">
                <a:moveTo>
                  <a:pt x="10303" y="4178"/>
                </a:moveTo>
                <a:lnTo>
                  <a:pt x="11682" y="4599"/>
                </a:lnTo>
                <a:lnTo>
                  <a:pt x="13100" y="5162"/>
                </a:lnTo>
                <a:lnTo>
                  <a:pt x="14408" y="1823"/>
                </a:lnTo>
                <a:lnTo>
                  <a:pt x="12867" y="1221"/>
                </a:lnTo>
                <a:lnTo>
                  <a:pt x="12736" y="1174"/>
                </a:lnTo>
                <a:lnTo>
                  <a:pt x="11661" y="4590"/>
                </a:lnTo>
                <a:lnTo>
                  <a:pt x="10353" y="4189"/>
                </a:lnTo>
                <a:lnTo>
                  <a:pt x="9307" y="293"/>
                </a:lnTo>
                <a:lnTo>
                  <a:pt x="7694" y="77"/>
                </a:lnTo>
                <a:lnTo>
                  <a:pt x="7563" y="61"/>
                </a:lnTo>
                <a:lnTo>
                  <a:pt x="7287" y="3663"/>
                </a:lnTo>
                <a:lnTo>
                  <a:pt x="5921" y="3601"/>
                </a:lnTo>
                <a:lnTo>
                  <a:pt x="5921" y="0"/>
                </a:lnTo>
                <a:lnTo>
                  <a:pt x="5790" y="0"/>
                </a:lnTo>
                <a:lnTo>
                  <a:pt x="5790" y="3601"/>
                </a:lnTo>
                <a:lnTo>
                  <a:pt x="4424" y="3663"/>
                </a:lnTo>
                <a:lnTo>
                  <a:pt x="4293" y="3678"/>
                </a:lnTo>
                <a:lnTo>
                  <a:pt x="4017" y="77"/>
                </a:lnTo>
                <a:lnTo>
                  <a:pt x="2404" y="293"/>
                </a:lnTo>
                <a:lnTo>
                  <a:pt x="2273" y="309"/>
                </a:lnTo>
                <a:lnTo>
                  <a:pt x="1358" y="4189"/>
                </a:lnTo>
                <a:lnTo>
                  <a:pt x="65" y="4590"/>
                </a:lnTo>
                <a:lnTo>
                  <a:pt x="1456" y="4168"/>
                </a:lnTo>
                <a:lnTo>
                  <a:pt x="2811" y="3864"/>
                </a:lnTo>
                <a:lnTo>
                  <a:pt x="4304" y="3678"/>
                </a:lnTo>
                <a:lnTo>
                  <a:pt x="5856" y="3604"/>
                </a:lnTo>
                <a:lnTo>
                  <a:pt x="7398" y="3677"/>
                </a:lnTo>
                <a:lnTo>
                  <a:pt x="8900" y="3864"/>
                </a:lnTo>
                <a:lnTo>
                  <a:pt x="8769" y="3848"/>
                </a:lnTo>
                <a:lnTo>
                  <a:pt x="10303" y="4178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68" name="object 2068"/>
          <p:cNvSpPr/>
          <p:nvPr/>
        </p:nvSpPr>
        <p:spPr>
          <a:xfrm>
            <a:off x="4339426" y="5380514"/>
            <a:ext cx="42694" cy="81136"/>
          </a:xfrm>
          <a:custGeom>
            <a:avLst/>
            <a:gdLst/>
            <a:ahLst/>
            <a:cxnLst/>
            <a:rect l="l" t="t" r="r" b="b"/>
            <a:pathLst>
              <a:path w="42694" h="81136">
                <a:moveTo>
                  <a:pt x="42694" y="40560"/>
                </a:moveTo>
                <a:lnTo>
                  <a:pt x="41914" y="29649"/>
                </a:lnTo>
                <a:lnTo>
                  <a:pt x="37647" y="14362"/>
                </a:lnTo>
                <a:lnTo>
                  <a:pt x="30482" y="3886"/>
                </a:lnTo>
                <a:lnTo>
                  <a:pt x="21347" y="0"/>
                </a:lnTo>
                <a:lnTo>
                  <a:pt x="15605" y="1484"/>
                </a:lnTo>
                <a:lnTo>
                  <a:pt x="7560" y="9596"/>
                </a:lnTo>
                <a:lnTo>
                  <a:pt x="2046" y="23214"/>
                </a:lnTo>
                <a:lnTo>
                  <a:pt x="0" y="40560"/>
                </a:lnTo>
                <a:lnTo>
                  <a:pt x="784" y="51493"/>
                </a:lnTo>
                <a:lnTo>
                  <a:pt x="5055" y="66779"/>
                </a:lnTo>
                <a:lnTo>
                  <a:pt x="12221" y="77251"/>
                </a:lnTo>
                <a:lnTo>
                  <a:pt x="21347" y="81136"/>
                </a:lnTo>
                <a:lnTo>
                  <a:pt x="27102" y="79647"/>
                </a:lnTo>
                <a:lnTo>
                  <a:pt x="35144" y="71532"/>
                </a:lnTo>
                <a:lnTo>
                  <a:pt x="40652" y="57911"/>
                </a:lnTo>
                <a:lnTo>
                  <a:pt x="42694" y="405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69" name="object 2069"/>
          <p:cNvSpPr/>
          <p:nvPr/>
        </p:nvSpPr>
        <p:spPr>
          <a:xfrm>
            <a:off x="4361922" y="5460554"/>
            <a:ext cx="1148" cy="1932"/>
          </a:xfrm>
          <a:custGeom>
            <a:avLst/>
            <a:gdLst/>
            <a:ahLst/>
            <a:cxnLst/>
            <a:rect l="l" t="t" r="r" b="b"/>
            <a:pathLst>
              <a:path w="1148" h="1932">
                <a:moveTo>
                  <a:pt x="857" y="15"/>
                </a:moveTo>
                <a:lnTo>
                  <a:pt x="0" y="1932"/>
                </a:lnTo>
                <a:lnTo>
                  <a:pt x="1148" y="1777"/>
                </a:lnTo>
                <a:lnTo>
                  <a:pt x="930" y="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70" name="object 2070"/>
          <p:cNvSpPr/>
          <p:nvPr/>
        </p:nvSpPr>
        <p:spPr>
          <a:xfrm>
            <a:off x="4360745" y="5379602"/>
            <a:ext cx="3095" cy="2256"/>
          </a:xfrm>
          <a:custGeom>
            <a:avLst/>
            <a:gdLst/>
            <a:ahLst/>
            <a:cxnLst/>
            <a:rect l="l" t="t" r="r" b="b"/>
            <a:pathLst>
              <a:path w="3095" h="2256">
                <a:moveTo>
                  <a:pt x="2034" y="1994"/>
                </a:moveTo>
                <a:lnTo>
                  <a:pt x="3095" y="2256"/>
                </a:lnTo>
                <a:lnTo>
                  <a:pt x="2107" y="2009"/>
                </a:lnTo>
                <a:lnTo>
                  <a:pt x="2325" y="216"/>
                </a:lnTo>
                <a:lnTo>
                  <a:pt x="1249" y="77"/>
                </a:lnTo>
                <a:lnTo>
                  <a:pt x="87" y="0"/>
                </a:lnTo>
                <a:lnTo>
                  <a:pt x="0" y="1808"/>
                </a:lnTo>
                <a:lnTo>
                  <a:pt x="1104" y="1870"/>
                </a:lnTo>
                <a:lnTo>
                  <a:pt x="2082" y="2005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71" name="object 2071"/>
          <p:cNvSpPr/>
          <p:nvPr/>
        </p:nvSpPr>
        <p:spPr>
          <a:xfrm>
            <a:off x="4358761" y="5446487"/>
            <a:ext cx="17853" cy="16060"/>
          </a:xfrm>
          <a:custGeom>
            <a:avLst/>
            <a:gdLst/>
            <a:ahLst/>
            <a:cxnLst/>
            <a:rect l="l" t="t" r="r" b="b"/>
            <a:pathLst>
              <a:path w="17853" h="16060">
                <a:moveTo>
                  <a:pt x="8000" y="12536"/>
                </a:moveTo>
                <a:lnTo>
                  <a:pt x="6983" y="13077"/>
                </a:lnTo>
                <a:lnTo>
                  <a:pt x="6009" y="13509"/>
                </a:lnTo>
                <a:lnTo>
                  <a:pt x="5007" y="13834"/>
                </a:lnTo>
                <a:lnTo>
                  <a:pt x="4070" y="14069"/>
                </a:lnTo>
                <a:lnTo>
                  <a:pt x="3016" y="14205"/>
                </a:lnTo>
                <a:lnTo>
                  <a:pt x="2071" y="14267"/>
                </a:lnTo>
                <a:lnTo>
                  <a:pt x="967" y="14205"/>
                </a:lnTo>
                <a:lnTo>
                  <a:pt x="0" y="14072"/>
                </a:lnTo>
                <a:lnTo>
                  <a:pt x="807" y="15998"/>
                </a:lnTo>
                <a:lnTo>
                  <a:pt x="1984" y="16060"/>
                </a:lnTo>
                <a:lnTo>
                  <a:pt x="3161" y="15998"/>
                </a:lnTo>
                <a:lnTo>
                  <a:pt x="4018" y="14081"/>
                </a:lnTo>
                <a:lnTo>
                  <a:pt x="4309" y="15844"/>
                </a:lnTo>
                <a:lnTo>
                  <a:pt x="5457" y="15581"/>
                </a:lnTo>
                <a:lnTo>
                  <a:pt x="6591" y="15194"/>
                </a:lnTo>
                <a:lnTo>
                  <a:pt x="7695" y="14715"/>
                </a:lnTo>
                <a:lnTo>
                  <a:pt x="8756" y="14143"/>
                </a:lnTo>
                <a:lnTo>
                  <a:pt x="9817" y="13479"/>
                </a:lnTo>
                <a:lnTo>
                  <a:pt x="10834" y="12706"/>
                </a:lnTo>
                <a:lnTo>
                  <a:pt x="11589" y="9645"/>
                </a:lnTo>
                <a:lnTo>
                  <a:pt x="10834" y="12706"/>
                </a:lnTo>
                <a:lnTo>
                  <a:pt x="11807" y="11855"/>
                </a:lnTo>
                <a:lnTo>
                  <a:pt x="12781" y="10943"/>
                </a:lnTo>
                <a:lnTo>
                  <a:pt x="13711" y="9908"/>
                </a:lnTo>
                <a:lnTo>
                  <a:pt x="14598" y="8826"/>
                </a:lnTo>
                <a:lnTo>
                  <a:pt x="15470" y="7666"/>
                </a:lnTo>
                <a:lnTo>
                  <a:pt x="16298" y="6414"/>
                </a:lnTo>
                <a:lnTo>
                  <a:pt x="17097" y="5116"/>
                </a:lnTo>
                <a:lnTo>
                  <a:pt x="17722" y="61"/>
                </a:lnTo>
                <a:lnTo>
                  <a:pt x="17097" y="5116"/>
                </a:lnTo>
                <a:lnTo>
                  <a:pt x="17853" y="3740"/>
                </a:lnTo>
                <a:lnTo>
                  <a:pt x="17751" y="0"/>
                </a:lnTo>
                <a:lnTo>
                  <a:pt x="16356" y="2875"/>
                </a:lnTo>
                <a:lnTo>
                  <a:pt x="15644" y="4173"/>
                </a:lnTo>
                <a:lnTo>
                  <a:pt x="14888" y="5410"/>
                </a:lnTo>
                <a:lnTo>
                  <a:pt x="14104" y="6584"/>
                </a:lnTo>
                <a:lnTo>
                  <a:pt x="13290" y="7666"/>
                </a:lnTo>
                <a:lnTo>
                  <a:pt x="12461" y="8702"/>
                </a:lnTo>
                <a:lnTo>
                  <a:pt x="11633" y="9599"/>
                </a:lnTo>
                <a:lnTo>
                  <a:pt x="10703" y="10495"/>
                </a:lnTo>
                <a:lnTo>
                  <a:pt x="9802" y="11284"/>
                </a:lnTo>
                <a:lnTo>
                  <a:pt x="8872" y="11964"/>
                </a:lnTo>
                <a:lnTo>
                  <a:pt x="7942" y="12567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72" name="object 2072"/>
          <p:cNvSpPr/>
          <p:nvPr/>
        </p:nvSpPr>
        <p:spPr>
          <a:xfrm>
            <a:off x="4375858" y="5390562"/>
            <a:ext cx="755" cy="5131"/>
          </a:xfrm>
          <a:custGeom>
            <a:avLst/>
            <a:gdLst/>
            <a:ahLst/>
            <a:cxnLst/>
            <a:rect l="l" t="t" r="r" b="b"/>
            <a:pathLst>
              <a:path w="755" h="5131">
                <a:moveTo>
                  <a:pt x="624" y="5070"/>
                </a:moveTo>
                <a:lnTo>
                  <a:pt x="755" y="1375"/>
                </a:lnTo>
                <a:lnTo>
                  <a:pt x="14" y="30"/>
                </a:lnTo>
                <a:lnTo>
                  <a:pt x="624" y="507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73" name="object 2073"/>
          <p:cNvSpPr/>
          <p:nvPr/>
        </p:nvSpPr>
        <p:spPr>
          <a:xfrm>
            <a:off x="4362852" y="5379819"/>
            <a:ext cx="20126" cy="60902"/>
          </a:xfrm>
          <a:custGeom>
            <a:avLst/>
            <a:gdLst/>
            <a:ahLst/>
            <a:cxnLst/>
            <a:rect l="l" t="t" r="r" b="b"/>
            <a:pathLst>
              <a:path w="20126" h="60902">
                <a:moveTo>
                  <a:pt x="18441" y="57239"/>
                </a:moveTo>
                <a:lnTo>
                  <a:pt x="18441" y="41240"/>
                </a:lnTo>
                <a:lnTo>
                  <a:pt x="19153" y="53498"/>
                </a:lnTo>
                <a:lnTo>
                  <a:pt x="19690" y="49572"/>
                </a:lnTo>
                <a:lnTo>
                  <a:pt x="20025" y="45491"/>
                </a:lnTo>
                <a:lnTo>
                  <a:pt x="20126" y="41287"/>
                </a:lnTo>
                <a:lnTo>
                  <a:pt x="20025" y="37098"/>
                </a:lnTo>
                <a:lnTo>
                  <a:pt x="19690" y="33001"/>
                </a:lnTo>
                <a:lnTo>
                  <a:pt x="19167" y="29075"/>
                </a:lnTo>
                <a:lnTo>
                  <a:pt x="18441" y="25304"/>
                </a:lnTo>
                <a:lnTo>
                  <a:pt x="17525" y="21702"/>
                </a:lnTo>
                <a:lnTo>
                  <a:pt x="16435" y="18286"/>
                </a:lnTo>
                <a:lnTo>
                  <a:pt x="15200" y="15117"/>
                </a:lnTo>
                <a:lnTo>
                  <a:pt x="13790" y="12165"/>
                </a:lnTo>
                <a:lnTo>
                  <a:pt x="13660" y="15874"/>
                </a:lnTo>
                <a:lnTo>
                  <a:pt x="13006" y="10743"/>
                </a:lnTo>
                <a:lnTo>
                  <a:pt x="12221" y="9460"/>
                </a:lnTo>
                <a:lnTo>
                  <a:pt x="11393" y="8223"/>
                </a:lnTo>
                <a:lnTo>
                  <a:pt x="10535" y="7064"/>
                </a:lnTo>
                <a:lnTo>
                  <a:pt x="9649" y="5982"/>
                </a:lnTo>
                <a:lnTo>
                  <a:pt x="8719" y="4961"/>
                </a:lnTo>
                <a:lnTo>
                  <a:pt x="7760" y="4018"/>
                </a:lnTo>
                <a:lnTo>
                  <a:pt x="6786" y="3184"/>
                </a:lnTo>
                <a:lnTo>
                  <a:pt x="5769" y="2411"/>
                </a:lnTo>
                <a:lnTo>
                  <a:pt x="4722" y="1746"/>
                </a:lnTo>
                <a:lnTo>
                  <a:pt x="3662" y="1159"/>
                </a:lnTo>
                <a:lnTo>
                  <a:pt x="2557" y="680"/>
                </a:lnTo>
                <a:lnTo>
                  <a:pt x="2891" y="2766"/>
                </a:lnTo>
                <a:lnTo>
                  <a:pt x="2557" y="680"/>
                </a:lnTo>
                <a:lnTo>
                  <a:pt x="1438" y="293"/>
                </a:lnTo>
                <a:lnTo>
                  <a:pt x="305" y="15"/>
                </a:lnTo>
                <a:lnTo>
                  <a:pt x="0" y="1793"/>
                </a:lnTo>
                <a:lnTo>
                  <a:pt x="988" y="2040"/>
                </a:lnTo>
                <a:lnTo>
                  <a:pt x="1976" y="2380"/>
                </a:lnTo>
                <a:lnTo>
                  <a:pt x="2942" y="2794"/>
                </a:lnTo>
                <a:lnTo>
                  <a:pt x="3909" y="3323"/>
                </a:lnTo>
                <a:lnTo>
                  <a:pt x="4839" y="3926"/>
                </a:lnTo>
                <a:lnTo>
                  <a:pt x="5754" y="4621"/>
                </a:lnTo>
                <a:lnTo>
                  <a:pt x="6655" y="5394"/>
                </a:lnTo>
                <a:lnTo>
                  <a:pt x="7542" y="6244"/>
                </a:lnTo>
                <a:lnTo>
                  <a:pt x="8399" y="7187"/>
                </a:lnTo>
                <a:lnTo>
                  <a:pt x="9227" y="8207"/>
                </a:lnTo>
                <a:lnTo>
                  <a:pt x="10041" y="9305"/>
                </a:lnTo>
                <a:lnTo>
                  <a:pt x="10826" y="10480"/>
                </a:lnTo>
                <a:lnTo>
                  <a:pt x="11567" y="11716"/>
                </a:lnTo>
                <a:lnTo>
                  <a:pt x="12294" y="13030"/>
                </a:lnTo>
                <a:lnTo>
                  <a:pt x="13634" y="15821"/>
                </a:lnTo>
                <a:lnTo>
                  <a:pt x="14851" y="18920"/>
                </a:lnTo>
                <a:lnTo>
                  <a:pt x="15912" y="22228"/>
                </a:lnTo>
                <a:lnTo>
                  <a:pt x="16784" y="25705"/>
                </a:lnTo>
                <a:lnTo>
                  <a:pt x="17496" y="29384"/>
                </a:lnTo>
                <a:lnTo>
                  <a:pt x="18005" y="33202"/>
                </a:lnTo>
                <a:lnTo>
                  <a:pt x="18324" y="37190"/>
                </a:lnTo>
                <a:lnTo>
                  <a:pt x="18440" y="41264"/>
                </a:lnTo>
                <a:lnTo>
                  <a:pt x="18324" y="45398"/>
                </a:lnTo>
                <a:lnTo>
                  <a:pt x="18005" y="49356"/>
                </a:lnTo>
                <a:lnTo>
                  <a:pt x="17481" y="53189"/>
                </a:lnTo>
                <a:lnTo>
                  <a:pt x="16773" y="56864"/>
                </a:lnTo>
                <a:lnTo>
                  <a:pt x="17511" y="60902"/>
                </a:lnTo>
                <a:lnTo>
                  <a:pt x="18426" y="57285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74" name="object 2074"/>
          <p:cNvSpPr/>
          <p:nvPr/>
        </p:nvSpPr>
        <p:spPr>
          <a:xfrm>
            <a:off x="4381293" y="5421060"/>
            <a:ext cx="712" cy="15998"/>
          </a:xfrm>
          <a:custGeom>
            <a:avLst/>
            <a:gdLst/>
            <a:ahLst/>
            <a:cxnLst/>
            <a:rect l="l" t="t" r="r" b="b"/>
            <a:pathLst>
              <a:path w="712" h="15998">
                <a:moveTo>
                  <a:pt x="0" y="46"/>
                </a:moveTo>
                <a:lnTo>
                  <a:pt x="0" y="15998"/>
                </a:lnTo>
                <a:lnTo>
                  <a:pt x="712" y="12257"/>
                </a:lnTo>
                <a:lnTo>
                  <a:pt x="0" y="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75" name="object 2075"/>
          <p:cNvSpPr/>
          <p:nvPr/>
        </p:nvSpPr>
        <p:spPr>
          <a:xfrm>
            <a:off x="4340269" y="5383003"/>
            <a:ext cx="11669" cy="61041"/>
          </a:xfrm>
          <a:custGeom>
            <a:avLst/>
            <a:gdLst/>
            <a:ahLst/>
            <a:cxnLst/>
            <a:rect l="l" t="t" r="r" b="b"/>
            <a:pathLst>
              <a:path w="11669" h="61041">
                <a:moveTo>
                  <a:pt x="1671" y="22475"/>
                </a:moveTo>
                <a:lnTo>
                  <a:pt x="2556" y="18985"/>
                </a:lnTo>
                <a:lnTo>
                  <a:pt x="3603" y="15689"/>
                </a:lnTo>
                <a:lnTo>
                  <a:pt x="4823" y="12630"/>
                </a:lnTo>
                <a:lnTo>
                  <a:pt x="6161" y="9800"/>
                </a:lnTo>
                <a:lnTo>
                  <a:pt x="6888" y="8501"/>
                </a:lnTo>
                <a:lnTo>
                  <a:pt x="7643" y="7265"/>
                </a:lnTo>
                <a:lnTo>
                  <a:pt x="8428" y="6090"/>
                </a:lnTo>
                <a:lnTo>
                  <a:pt x="9242" y="4992"/>
                </a:lnTo>
                <a:lnTo>
                  <a:pt x="10085" y="3972"/>
                </a:lnTo>
                <a:lnTo>
                  <a:pt x="10913" y="3060"/>
                </a:lnTo>
                <a:lnTo>
                  <a:pt x="11669" y="0"/>
                </a:lnTo>
                <a:lnTo>
                  <a:pt x="10724" y="803"/>
                </a:lnTo>
                <a:lnTo>
                  <a:pt x="9765" y="1731"/>
                </a:lnTo>
                <a:lnTo>
                  <a:pt x="8835" y="2766"/>
                </a:lnTo>
                <a:lnTo>
                  <a:pt x="7934" y="3848"/>
                </a:lnTo>
                <a:lnTo>
                  <a:pt x="7077" y="5008"/>
                </a:lnTo>
                <a:lnTo>
                  <a:pt x="6234" y="6244"/>
                </a:lnTo>
                <a:lnTo>
                  <a:pt x="5434" y="7558"/>
                </a:lnTo>
                <a:lnTo>
                  <a:pt x="4824" y="12628"/>
                </a:lnTo>
                <a:lnTo>
                  <a:pt x="4650" y="8980"/>
                </a:lnTo>
                <a:lnTo>
                  <a:pt x="3284" y="11871"/>
                </a:lnTo>
                <a:lnTo>
                  <a:pt x="2557" y="18981"/>
                </a:lnTo>
                <a:lnTo>
                  <a:pt x="2005" y="15102"/>
                </a:lnTo>
                <a:lnTo>
                  <a:pt x="930" y="18456"/>
                </a:lnTo>
                <a:lnTo>
                  <a:pt x="14" y="22057"/>
                </a:lnTo>
                <a:lnTo>
                  <a:pt x="14" y="54101"/>
                </a:lnTo>
                <a:lnTo>
                  <a:pt x="915" y="57656"/>
                </a:lnTo>
                <a:lnTo>
                  <a:pt x="2005" y="61041"/>
                </a:lnTo>
                <a:lnTo>
                  <a:pt x="1656" y="53637"/>
                </a:lnTo>
                <a:lnTo>
                  <a:pt x="944" y="49958"/>
                </a:lnTo>
                <a:lnTo>
                  <a:pt x="435" y="46125"/>
                </a:lnTo>
                <a:lnTo>
                  <a:pt x="116" y="42152"/>
                </a:lnTo>
                <a:lnTo>
                  <a:pt x="0" y="38079"/>
                </a:lnTo>
                <a:lnTo>
                  <a:pt x="116" y="33960"/>
                </a:lnTo>
                <a:lnTo>
                  <a:pt x="435" y="29987"/>
                </a:lnTo>
                <a:lnTo>
                  <a:pt x="959" y="26138"/>
                </a:lnTo>
                <a:lnTo>
                  <a:pt x="1671" y="22475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76" name="object 2076"/>
          <p:cNvSpPr/>
          <p:nvPr/>
        </p:nvSpPr>
        <p:spPr>
          <a:xfrm>
            <a:off x="4355063" y="5379602"/>
            <a:ext cx="5725" cy="3014"/>
          </a:xfrm>
          <a:custGeom>
            <a:avLst/>
            <a:gdLst/>
            <a:ahLst/>
            <a:cxnLst/>
            <a:rect l="l" t="t" r="r" b="b"/>
            <a:pathLst>
              <a:path w="5725" h="3014">
                <a:moveTo>
                  <a:pt x="3704" y="2001"/>
                </a:moveTo>
                <a:lnTo>
                  <a:pt x="4737" y="1854"/>
                </a:lnTo>
                <a:lnTo>
                  <a:pt x="5725" y="1810"/>
                </a:lnTo>
                <a:lnTo>
                  <a:pt x="5681" y="0"/>
                </a:lnTo>
                <a:lnTo>
                  <a:pt x="4577" y="61"/>
                </a:lnTo>
                <a:lnTo>
                  <a:pt x="3734" y="1994"/>
                </a:lnTo>
                <a:lnTo>
                  <a:pt x="3356" y="231"/>
                </a:lnTo>
                <a:lnTo>
                  <a:pt x="2281" y="494"/>
                </a:lnTo>
                <a:lnTo>
                  <a:pt x="1743" y="2565"/>
                </a:lnTo>
                <a:lnTo>
                  <a:pt x="1089" y="896"/>
                </a:lnTo>
                <a:lnTo>
                  <a:pt x="58" y="1344"/>
                </a:lnTo>
                <a:lnTo>
                  <a:pt x="712" y="3014"/>
                </a:lnTo>
                <a:lnTo>
                  <a:pt x="1678" y="2594"/>
                </a:lnTo>
                <a:lnTo>
                  <a:pt x="2732" y="2225"/>
                </a:lnTo>
                <a:lnTo>
                  <a:pt x="3704" y="2001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77" name="object 2077"/>
          <p:cNvSpPr/>
          <p:nvPr/>
        </p:nvSpPr>
        <p:spPr>
          <a:xfrm>
            <a:off x="4376487" y="5436641"/>
            <a:ext cx="3876" cy="13587"/>
          </a:xfrm>
          <a:custGeom>
            <a:avLst/>
            <a:gdLst/>
            <a:ahLst/>
            <a:cxnLst/>
            <a:rect l="l" t="t" r="r" b="b"/>
            <a:pathLst>
              <a:path w="3876" h="13587">
                <a:moveTo>
                  <a:pt x="1216" y="6770"/>
                </a:moveTo>
                <a:lnTo>
                  <a:pt x="0" y="9898"/>
                </a:lnTo>
                <a:lnTo>
                  <a:pt x="126" y="13587"/>
                </a:lnTo>
                <a:lnTo>
                  <a:pt x="1536" y="10665"/>
                </a:lnTo>
                <a:lnTo>
                  <a:pt x="2786" y="7466"/>
                </a:lnTo>
                <a:lnTo>
                  <a:pt x="3135" y="61"/>
                </a:lnTo>
                <a:lnTo>
                  <a:pt x="2786" y="7466"/>
                </a:lnTo>
                <a:lnTo>
                  <a:pt x="3876" y="4080"/>
                </a:lnTo>
                <a:lnTo>
                  <a:pt x="3149" y="0"/>
                </a:lnTo>
                <a:lnTo>
                  <a:pt x="2248" y="3555"/>
                </a:lnTo>
                <a:lnTo>
                  <a:pt x="1187" y="6832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78" name="object 2078"/>
          <p:cNvSpPr/>
          <p:nvPr/>
        </p:nvSpPr>
        <p:spPr>
          <a:xfrm>
            <a:off x="4350325" y="5380978"/>
            <a:ext cx="6416" cy="6028"/>
          </a:xfrm>
          <a:custGeom>
            <a:avLst/>
            <a:gdLst/>
            <a:ahLst/>
            <a:cxnLst/>
            <a:rect l="l" t="t" r="r" b="b"/>
            <a:pathLst>
              <a:path w="6416" h="6028">
                <a:moveTo>
                  <a:pt x="2673" y="3416"/>
                </a:moveTo>
                <a:lnTo>
                  <a:pt x="3603" y="2720"/>
                </a:lnTo>
                <a:lnTo>
                  <a:pt x="4548" y="2117"/>
                </a:lnTo>
                <a:lnTo>
                  <a:pt x="5457" y="1635"/>
                </a:lnTo>
                <a:lnTo>
                  <a:pt x="6416" y="1218"/>
                </a:lnTo>
                <a:lnTo>
                  <a:pt x="5507" y="1607"/>
                </a:lnTo>
                <a:lnTo>
                  <a:pt x="4737" y="0"/>
                </a:lnTo>
                <a:lnTo>
                  <a:pt x="3720" y="541"/>
                </a:lnTo>
                <a:lnTo>
                  <a:pt x="2673" y="1221"/>
                </a:lnTo>
                <a:lnTo>
                  <a:pt x="1656" y="1978"/>
                </a:lnTo>
                <a:lnTo>
                  <a:pt x="857" y="5085"/>
                </a:lnTo>
                <a:lnTo>
                  <a:pt x="0" y="6028"/>
                </a:lnTo>
                <a:lnTo>
                  <a:pt x="865" y="5077"/>
                </a:lnTo>
                <a:lnTo>
                  <a:pt x="1772" y="4189"/>
                </a:lnTo>
                <a:lnTo>
                  <a:pt x="2673" y="3416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79" name="object 2079"/>
          <p:cNvSpPr/>
          <p:nvPr/>
        </p:nvSpPr>
        <p:spPr>
          <a:xfrm>
            <a:off x="4351191" y="5385167"/>
            <a:ext cx="907" cy="888"/>
          </a:xfrm>
          <a:custGeom>
            <a:avLst/>
            <a:gdLst/>
            <a:ahLst/>
            <a:cxnLst/>
            <a:rect l="l" t="t" r="r" b="b"/>
            <a:pathLst>
              <a:path w="907" h="888">
                <a:moveTo>
                  <a:pt x="907" y="0"/>
                </a:moveTo>
                <a:lnTo>
                  <a:pt x="20" y="865"/>
                </a:lnTo>
                <a:lnTo>
                  <a:pt x="907" y="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80" name="object 2080"/>
          <p:cNvSpPr/>
          <p:nvPr/>
        </p:nvSpPr>
        <p:spPr>
          <a:xfrm>
            <a:off x="4338569" y="5405123"/>
            <a:ext cx="1714" cy="31981"/>
          </a:xfrm>
          <a:custGeom>
            <a:avLst/>
            <a:gdLst/>
            <a:ahLst/>
            <a:cxnLst/>
            <a:rect l="l" t="t" r="r" b="b"/>
            <a:pathLst>
              <a:path w="1714" h="31981">
                <a:moveTo>
                  <a:pt x="1700" y="31935"/>
                </a:moveTo>
                <a:lnTo>
                  <a:pt x="1700" y="0"/>
                </a:lnTo>
                <a:lnTo>
                  <a:pt x="973" y="3709"/>
                </a:lnTo>
                <a:lnTo>
                  <a:pt x="450" y="7666"/>
                </a:lnTo>
                <a:lnTo>
                  <a:pt x="116" y="11732"/>
                </a:lnTo>
                <a:lnTo>
                  <a:pt x="0" y="15936"/>
                </a:lnTo>
                <a:lnTo>
                  <a:pt x="116" y="20141"/>
                </a:lnTo>
                <a:lnTo>
                  <a:pt x="435" y="24206"/>
                </a:lnTo>
                <a:lnTo>
                  <a:pt x="973" y="28148"/>
                </a:lnTo>
                <a:lnTo>
                  <a:pt x="1700" y="31935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81" name="object 2081"/>
          <p:cNvSpPr/>
          <p:nvPr/>
        </p:nvSpPr>
        <p:spPr>
          <a:xfrm>
            <a:off x="4341926" y="5436641"/>
            <a:ext cx="900" cy="7404"/>
          </a:xfrm>
          <a:custGeom>
            <a:avLst/>
            <a:gdLst/>
            <a:ahLst/>
            <a:cxnLst/>
            <a:rect l="l" t="t" r="r" b="b"/>
            <a:pathLst>
              <a:path w="900" h="7404">
                <a:moveTo>
                  <a:pt x="14" y="61"/>
                </a:moveTo>
                <a:lnTo>
                  <a:pt x="900" y="3536"/>
                </a:lnTo>
                <a:lnTo>
                  <a:pt x="10" y="41"/>
                </a:lnTo>
                <a:lnTo>
                  <a:pt x="348" y="7404"/>
                </a:lnTo>
                <a:lnTo>
                  <a:pt x="14" y="61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82" name="object 2082"/>
          <p:cNvSpPr/>
          <p:nvPr/>
        </p:nvSpPr>
        <p:spPr>
          <a:xfrm>
            <a:off x="4342275" y="5394936"/>
            <a:ext cx="1249" cy="7095"/>
          </a:xfrm>
          <a:custGeom>
            <a:avLst/>
            <a:gdLst/>
            <a:ahLst/>
            <a:cxnLst/>
            <a:rect l="l" t="t" r="r" b="b"/>
            <a:pathLst>
              <a:path w="1249" h="7095">
                <a:moveTo>
                  <a:pt x="537" y="7095"/>
                </a:moveTo>
                <a:lnTo>
                  <a:pt x="1249" y="0"/>
                </a:lnTo>
                <a:lnTo>
                  <a:pt x="14" y="3106"/>
                </a:lnTo>
                <a:lnTo>
                  <a:pt x="537" y="7095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83" name="object 2083"/>
          <p:cNvSpPr/>
          <p:nvPr/>
        </p:nvSpPr>
        <p:spPr>
          <a:xfrm>
            <a:off x="4344920" y="5390593"/>
            <a:ext cx="770" cy="5101"/>
          </a:xfrm>
          <a:custGeom>
            <a:avLst/>
            <a:gdLst/>
            <a:ahLst/>
            <a:cxnLst/>
            <a:rect l="l" t="t" r="r" b="b"/>
            <a:pathLst>
              <a:path w="770" h="5101">
                <a:moveTo>
                  <a:pt x="145" y="5101"/>
                </a:moveTo>
                <a:lnTo>
                  <a:pt x="770" y="0"/>
                </a:lnTo>
                <a:lnTo>
                  <a:pt x="29" y="1344"/>
                </a:lnTo>
                <a:lnTo>
                  <a:pt x="145" y="5101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84" name="object 2084"/>
          <p:cNvSpPr/>
          <p:nvPr/>
        </p:nvSpPr>
        <p:spPr>
          <a:xfrm>
            <a:off x="4341941" y="5436703"/>
            <a:ext cx="13892" cy="23897"/>
          </a:xfrm>
          <a:custGeom>
            <a:avLst/>
            <a:gdLst/>
            <a:ahLst/>
            <a:cxnLst/>
            <a:rect l="l" t="t" r="r" b="b"/>
            <a:pathLst>
              <a:path w="13892" h="23897">
                <a:moveTo>
                  <a:pt x="5187" y="13927"/>
                </a:moveTo>
                <a:lnTo>
                  <a:pt x="4475" y="12613"/>
                </a:lnTo>
                <a:lnTo>
                  <a:pt x="3152" y="9829"/>
                </a:lnTo>
                <a:lnTo>
                  <a:pt x="1918" y="6708"/>
                </a:lnTo>
                <a:lnTo>
                  <a:pt x="885" y="3474"/>
                </a:lnTo>
                <a:lnTo>
                  <a:pt x="0" y="0"/>
                </a:lnTo>
                <a:lnTo>
                  <a:pt x="334" y="7342"/>
                </a:lnTo>
                <a:lnTo>
                  <a:pt x="871" y="3431"/>
                </a:lnTo>
                <a:lnTo>
                  <a:pt x="334" y="7342"/>
                </a:lnTo>
                <a:lnTo>
                  <a:pt x="1583" y="10526"/>
                </a:lnTo>
                <a:lnTo>
                  <a:pt x="2979" y="13479"/>
                </a:lnTo>
                <a:lnTo>
                  <a:pt x="3124" y="9769"/>
                </a:lnTo>
                <a:lnTo>
                  <a:pt x="2979" y="13479"/>
                </a:lnTo>
                <a:lnTo>
                  <a:pt x="3749" y="14870"/>
                </a:lnTo>
                <a:lnTo>
                  <a:pt x="4533" y="16168"/>
                </a:lnTo>
                <a:lnTo>
                  <a:pt x="5376" y="17420"/>
                </a:lnTo>
                <a:lnTo>
                  <a:pt x="6234" y="18564"/>
                </a:lnTo>
                <a:lnTo>
                  <a:pt x="7135" y="19662"/>
                </a:lnTo>
                <a:lnTo>
                  <a:pt x="8050" y="20682"/>
                </a:lnTo>
                <a:lnTo>
                  <a:pt x="9009" y="21609"/>
                </a:lnTo>
                <a:lnTo>
                  <a:pt x="9998" y="22459"/>
                </a:lnTo>
                <a:lnTo>
                  <a:pt x="11000" y="23232"/>
                </a:lnTo>
                <a:lnTo>
                  <a:pt x="12047" y="23897"/>
                </a:lnTo>
                <a:lnTo>
                  <a:pt x="12875" y="22320"/>
                </a:lnTo>
                <a:lnTo>
                  <a:pt x="13834" y="22846"/>
                </a:lnTo>
                <a:lnTo>
                  <a:pt x="12933" y="22351"/>
                </a:lnTo>
                <a:lnTo>
                  <a:pt x="11988" y="21748"/>
                </a:lnTo>
                <a:lnTo>
                  <a:pt x="11015" y="21022"/>
                </a:lnTo>
                <a:lnTo>
                  <a:pt x="10114" y="20249"/>
                </a:lnTo>
                <a:lnTo>
                  <a:pt x="9271" y="19430"/>
                </a:lnTo>
                <a:lnTo>
                  <a:pt x="8384" y="18440"/>
                </a:lnTo>
                <a:lnTo>
                  <a:pt x="7542" y="17420"/>
                </a:lnTo>
                <a:lnTo>
                  <a:pt x="6742" y="16338"/>
                </a:lnTo>
                <a:lnTo>
                  <a:pt x="5943" y="15163"/>
                </a:lnTo>
                <a:lnTo>
                  <a:pt x="5187" y="13927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85" name="object 2085"/>
          <p:cNvSpPr/>
          <p:nvPr/>
        </p:nvSpPr>
        <p:spPr>
          <a:xfrm>
            <a:off x="4351183" y="5456102"/>
            <a:ext cx="915" cy="881"/>
          </a:xfrm>
          <a:custGeom>
            <a:avLst/>
            <a:gdLst/>
            <a:ahLst/>
            <a:cxnLst/>
            <a:rect l="l" t="t" r="r" b="b"/>
            <a:pathLst>
              <a:path w="915" h="881">
                <a:moveTo>
                  <a:pt x="29" y="30"/>
                </a:moveTo>
                <a:lnTo>
                  <a:pt x="915" y="881"/>
                </a:lnTo>
                <a:lnTo>
                  <a:pt x="9" y="9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86" name="object 2086"/>
          <p:cNvSpPr/>
          <p:nvPr/>
        </p:nvSpPr>
        <p:spPr>
          <a:xfrm>
            <a:off x="4352956" y="5457725"/>
            <a:ext cx="1918" cy="1329"/>
          </a:xfrm>
          <a:custGeom>
            <a:avLst/>
            <a:gdLst/>
            <a:ahLst/>
            <a:cxnLst/>
            <a:rect l="l" t="t" r="r" b="b"/>
            <a:pathLst>
              <a:path w="1918" h="1329">
                <a:moveTo>
                  <a:pt x="945" y="705"/>
                </a:moveTo>
                <a:lnTo>
                  <a:pt x="0" y="0"/>
                </a:lnTo>
                <a:lnTo>
                  <a:pt x="930" y="695"/>
                </a:lnTo>
                <a:lnTo>
                  <a:pt x="1918" y="1329"/>
                </a:lnTo>
                <a:lnTo>
                  <a:pt x="945" y="705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87" name="object 2087"/>
          <p:cNvSpPr/>
          <p:nvPr/>
        </p:nvSpPr>
        <p:spPr>
          <a:xfrm>
            <a:off x="4353988" y="5459023"/>
            <a:ext cx="3284" cy="3029"/>
          </a:xfrm>
          <a:custGeom>
            <a:avLst/>
            <a:gdLst/>
            <a:ahLst/>
            <a:cxnLst/>
            <a:rect l="l" t="t" r="r" b="b"/>
            <a:pathLst>
              <a:path w="3284" h="3029">
                <a:moveTo>
                  <a:pt x="1787" y="525"/>
                </a:moveTo>
                <a:lnTo>
                  <a:pt x="886" y="30"/>
                </a:lnTo>
                <a:lnTo>
                  <a:pt x="0" y="1576"/>
                </a:lnTo>
                <a:lnTo>
                  <a:pt x="1075" y="2164"/>
                </a:lnTo>
                <a:lnTo>
                  <a:pt x="2165" y="2643"/>
                </a:lnTo>
                <a:lnTo>
                  <a:pt x="3284" y="3029"/>
                </a:lnTo>
                <a:lnTo>
                  <a:pt x="2746" y="942"/>
                </a:lnTo>
                <a:lnTo>
                  <a:pt x="1787" y="525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88" name="object 2088"/>
          <p:cNvSpPr/>
          <p:nvPr/>
        </p:nvSpPr>
        <p:spPr>
          <a:xfrm>
            <a:off x="4356153" y="5380112"/>
            <a:ext cx="1118" cy="2086"/>
          </a:xfrm>
          <a:custGeom>
            <a:avLst/>
            <a:gdLst/>
            <a:ahLst/>
            <a:cxnLst/>
            <a:rect l="l" t="t" r="r" b="b"/>
            <a:pathLst>
              <a:path w="1118" h="2086">
                <a:moveTo>
                  <a:pt x="581" y="2086"/>
                </a:moveTo>
                <a:lnTo>
                  <a:pt x="1118" y="0"/>
                </a:lnTo>
                <a:lnTo>
                  <a:pt x="72" y="355"/>
                </a:lnTo>
                <a:lnTo>
                  <a:pt x="581" y="2086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89" name="object 2089"/>
          <p:cNvSpPr/>
          <p:nvPr/>
        </p:nvSpPr>
        <p:spPr>
          <a:xfrm>
            <a:off x="4356741" y="5459969"/>
            <a:ext cx="1054" cy="353"/>
          </a:xfrm>
          <a:custGeom>
            <a:avLst/>
            <a:gdLst/>
            <a:ahLst/>
            <a:cxnLst/>
            <a:rect l="l" t="t" r="r" b="b"/>
            <a:pathLst>
              <a:path w="1054" h="353">
                <a:moveTo>
                  <a:pt x="1054" y="353"/>
                </a:moveTo>
                <a:lnTo>
                  <a:pt x="0" y="0"/>
                </a:lnTo>
                <a:lnTo>
                  <a:pt x="981" y="337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90" name="object 2090"/>
          <p:cNvSpPr/>
          <p:nvPr/>
        </p:nvSpPr>
        <p:spPr>
          <a:xfrm>
            <a:off x="4355775" y="5459549"/>
            <a:ext cx="3792" cy="2936"/>
          </a:xfrm>
          <a:custGeom>
            <a:avLst/>
            <a:gdLst/>
            <a:ahLst/>
            <a:cxnLst/>
            <a:rect l="l" t="t" r="r" b="b"/>
            <a:pathLst>
              <a:path w="3792" h="2936">
                <a:moveTo>
                  <a:pt x="2935" y="1004"/>
                </a:moveTo>
                <a:lnTo>
                  <a:pt x="2644" y="2766"/>
                </a:lnTo>
                <a:lnTo>
                  <a:pt x="3792" y="2936"/>
                </a:lnTo>
                <a:lnTo>
                  <a:pt x="3022" y="1020"/>
                </a:lnTo>
                <a:lnTo>
                  <a:pt x="1947" y="757"/>
                </a:lnTo>
                <a:lnTo>
                  <a:pt x="1031" y="448"/>
                </a:lnTo>
                <a:lnTo>
                  <a:pt x="0" y="0"/>
                </a:lnTo>
                <a:lnTo>
                  <a:pt x="959" y="417"/>
                </a:lnTo>
                <a:lnTo>
                  <a:pt x="1496" y="2504"/>
                </a:lnTo>
                <a:lnTo>
                  <a:pt x="2644" y="2766"/>
                </a:lnTo>
                <a:lnTo>
                  <a:pt x="2935" y="1004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91" name="object 2091"/>
          <p:cNvSpPr/>
          <p:nvPr/>
        </p:nvSpPr>
        <p:spPr>
          <a:xfrm>
            <a:off x="4358420" y="5379680"/>
            <a:ext cx="1148" cy="1932"/>
          </a:xfrm>
          <a:custGeom>
            <a:avLst/>
            <a:gdLst/>
            <a:ahLst/>
            <a:cxnLst/>
            <a:rect l="l" t="t" r="r" b="b"/>
            <a:pathLst>
              <a:path w="1148" h="1932">
                <a:moveTo>
                  <a:pt x="290" y="1932"/>
                </a:moveTo>
                <a:lnTo>
                  <a:pt x="1148" y="0"/>
                </a:lnTo>
                <a:lnTo>
                  <a:pt x="72" y="139"/>
                </a:lnTo>
                <a:lnTo>
                  <a:pt x="290" y="1932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92" name="object 2092"/>
          <p:cNvSpPr/>
          <p:nvPr/>
        </p:nvSpPr>
        <p:spPr>
          <a:xfrm>
            <a:off x="4359728" y="5460693"/>
            <a:ext cx="2121" cy="61"/>
          </a:xfrm>
          <a:custGeom>
            <a:avLst/>
            <a:gdLst/>
            <a:ahLst/>
            <a:cxnLst/>
            <a:rect l="l" t="t" r="r" b="b"/>
            <a:pathLst>
              <a:path w="2121" h="61">
                <a:moveTo>
                  <a:pt x="1060" y="59"/>
                </a:moveTo>
                <a:lnTo>
                  <a:pt x="0" y="0"/>
                </a:lnTo>
                <a:lnTo>
                  <a:pt x="1017" y="61"/>
                </a:lnTo>
                <a:lnTo>
                  <a:pt x="2121" y="0"/>
                </a:lnTo>
                <a:lnTo>
                  <a:pt x="1060" y="59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93" name="object 2093"/>
          <p:cNvSpPr/>
          <p:nvPr/>
        </p:nvSpPr>
        <p:spPr>
          <a:xfrm>
            <a:off x="4353871" y="5412063"/>
            <a:ext cx="11901" cy="23433"/>
          </a:xfrm>
          <a:custGeom>
            <a:avLst/>
            <a:gdLst/>
            <a:ahLst/>
            <a:cxnLst/>
            <a:rect l="l" t="t" r="r" b="b"/>
            <a:pathLst>
              <a:path w="11901" h="23433">
                <a:moveTo>
                  <a:pt x="11901" y="11716"/>
                </a:moveTo>
                <a:lnTo>
                  <a:pt x="11901" y="5240"/>
                </a:lnTo>
                <a:lnTo>
                  <a:pt x="9227" y="0"/>
                </a:lnTo>
                <a:lnTo>
                  <a:pt x="2659" y="0"/>
                </a:lnTo>
                <a:lnTo>
                  <a:pt x="0" y="5240"/>
                </a:lnTo>
                <a:lnTo>
                  <a:pt x="0" y="18193"/>
                </a:lnTo>
                <a:lnTo>
                  <a:pt x="2659" y="23433"/>
                </a:lnTo>
                <a:lnTo>
                  <a:pt x="9227" y="23433"/>
                </a:lnTo>
                <a:lnTo>
                  <a:pt x="11901" y="18193"/>
                </a:lnTo>
                <a:lnTo>
                  <a:pt x="11901" y="11716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94" name="object 2094"/>
          <p:cNvSpPr/>
          <p:nvPr/>
        </p:nvSpPr>
        <p:spPr>
          <a:xfrm>
            <a:off x="4356211" y="5411615"/>
            <a:ext cx="11683" cy="23433"/>
          </a:xfrm>
          <a:custGeom>
            <a:avLst/>
            <a:gdLst/>
            <a:ahLst/>
            <a:cxnLst/>
            <a:rect l="l" t="t" r="r" b="b"/>
            <a:pathLst>
              <a:path w="11683" h="23433">
                <a:moveTo>
                  <a:pt x="11683" y="11716"/>
                </a:moveTo>
                <a:lnTo>
                  <a:pt x="11683" y="5240"/>
                </a:lnTo>
                <a:lnTo>
                  <a:pt x="9067" y="0"/>
                </a:lnTo>
                <a:lnTo>
                  <a:pt x="2615" y="0"/>
                </a:lnTo>
                <a:lnTo>
                  <a:pt x="0" y="5240"/>
                </a:lnTo>
                <a:lnTo>
                  <a:pt x="0" y="18193"/>
                </a:lnTo>
                <a:lnTo>
                  <a:pt x="2615" y="23433"/>
                </a:lnTo>
                <a:lnTo>
                  <a:pt x="9067" y="23433"/>
                </a:lnTo>
                <a:lnTo>
                  <a:pt x="11683" y="18193"/>
                </a:lnTo>
                <a:lnTo>
                  <a:pt x="11683" y="11716"/>
                </a:lnTo>
                <a:close/>
              </a:path>
            </a:pathLst>
          </a:custGeom>
          <a:solidFill>
            <a:srgbClr val="DFDFD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95" name="object 2095"/>
          <p:cNvSpPr/>
          <p:nvPr/>
        </p:nvSpPr>
        <p:spPr>
          <a:xfrm>
            <a:off x="3691170" y="5153551"/>
            <a:ext cx="132793" cy="113134"/>
          </a:xfrm>
          <a:custGeom>
            <a:avLst/>
            <a:gdLst/>
            <a:ahLst/>
            <a:cxnLst/>
            <a:rect l="l" t="t" r="r" b="b"/>
            <a:pathLst>
              <a:path w="132793" h="113134">
                <a:moveTo>
                  <a:pt x="123870" y="2921"/>
                </a:moveTo>
                <a:lnTo>
                  <a:pt x="0" y="110428"/>
                </a:lnTo>
                <a:lnTo>
                  <a:pt x="5318" y="113134"/>
                </a:lnTo>
                <a:lnTo>
                  <a:pt x="14880" y="113134"/>
                </a:lnTo>
                <a:lnTo>
                  <a:pt x="132793" y="0"/>
                </a:lnTo>
                <a:lnTo>
                  <a:pt x="123870" y="2921"/>
                </a:lnTo>
                <a:close/>
              </a:path>
            </a:pathLst>
          </a:custGeom>
          <a:solidFill>
            <a:srgbClr val="3B0022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96" name="object 2096"/>
          <p:cNvSpPr/>
          <p:nvPr/>
        </p:nvSpPr>
        <p:spPr>
          <a:xfrm>
            <a:off x="3335068" y="5189830"/>
            <a:ext cx="681400" cy="131853"/>
          </a:xfrm>
          <a:custGeom>
            <a:avLst/>
            <a:gdLst/>
            <a:ahLst/>
            <a:cxnLst/>
            <a:rect l="l" t="t" r="r" b="b"/>
            <a:pathLst>
              <a:path w="681400" h="131853">
                <a:moveTo>
                  <a:pt x="663119" y="75278"/>
                </a:moveTo>
                <a:lnTo>
                  <a:pt x="665458" y="68291"/>
                </a:lnTo>
                <a:lnTo>
                  <a:pt x="681400" y="32460"/>
                </a:lnTo>
                <a:lnTo>
                  <a:pt x="680339" y="0"/>
                </a:lnTo>
                <a:lnTo>
                  <a:pt x="678421" y="5410"/>
                </a:lnTo>
                <a:lnTo>
                  <a:pt x="671620" y="23217"/>
                </a:lnTo>
                <a:lnTo>
                  <a:pt x="663119" y="75278"/>
                </a:lnTo>
                <a:close/>
              </a:path>
              <a:path w="681400" h="131853">
                <a:moveTo>
                  <a:pt x="512262" y="-37639"/>
                </a:moveTo>
                <a:lnTo>
                  <a:pt x="527986" y="-38984"/>
                </a:lnTo>
                <a:lnTo>
                  <a:pt x="545206" y="-40344"/>
                </a:lnTo>
                <a:lnTo>
                  <a:pt x="574517" y="-40344"/>
                </a:lnTo>
                <a:lnTo>
                  <a:pt x="597260" y="-39432"/>
                </a:lnTo>
                <a:lnTo>
                  <a:pt x="619145" y="-38319"/>
                </a:lnTo>
                <a:lnTo>
                  <a:pt x="637411" y="-36278"/>
                </a:lnTo>
                <a:lnTo>
                  <a:pt x="653774" y="-33573"/>
                </a:lnTo>
                <a:lnTo>
                  <a:pt x="670777" y="-29523"/>
                </a:lnTo>
                <a:lnTo>
                  <a:pt x="677999" y="-26370"/>
                </a:lnTo>
                <a:lnTo>
                  <a:pt x="683100" y="-20960"/>
                </a:lnTo>
                <a:lnTo>
                  <a:pt x="683943" y="-16895"/>
                </a:lnTo>
                <a:lnTo>
                  <a:pt x="683739" y="-12165"/>
                </a:lnTo>
                <a:lnTo>
                  <a:pt x="682664" y="-6986"/>
                </a:lnTo>
                <a:lnTo>
                  <a:pt x="680339" y="0"/>
                </a:lnTo>
                <a:lnTo>
                  <a:pt x="681400" y="32460"/>
                </a:lnTo>
                <a:lnTo>
                  <a:pt x="697763" y="-2705"/>
                </a:lnTo>
                <a:lnTo>
                  <a:pt x="701585" y="-9908"/>
                </a:lnTo>
                <a:lnTo>
                  <a:pt x="703706" y="-12613"/>
                </a:lnTo>
                <a:lnTo>
                  <a:pt x="706046" y="-15550"/>
                </a:lnTo>
                <a:lnTo>
                  <a:pt x="710929" y="-18471"/>
                </a:lnTo>
                <a:lnTo>
                  <a:pt x="717512" y="-20960"/>
                </a:lnTo>
                <a:lnTo>
                  <a:pt x="727074" y="-22753"/>
                </a:lnTo>
                <a:lnTo>
                  <a:pt x="736432" y="-24562"/>
                </a:lnTo>
                <a:lnTo>
                  <a:pt x="749177" y="-25690"/>
                </a:lnTo>
                <a:lnTo>
                  <a:pt x="769565" y="-28163"/>
                </a:lnTo>
                <a:lnTo>
                  <a:pt x="788064" y="-28395"/>
                </a:lnTo>
                <a:lnTo>
                  <a:pt x="808249" y="-29523"/>
                </a:lnTo>
                <a:lnTo>
                  <a:pt x="883670" y="-29523"/>
                </a:lnTo>
                <a:lnTo>
                  <a:pt x="891532" y="-29292"/>
                </a:lnTo>
                <a:lnTo>
                  <a:pt x="898333" y="-28163"/>
                </a:lnTo>
                <a:lnTo>
                  <a:pt x="903216" y="-26587"/>
                </a:lnTo>
                <a:lnTo>
                  <a:pt x="907474" y="-25458"/>
                </a:lnTo>
                <a:lnTo>
                  <a:pt x="912560" y="-22753"/>
                </a:lnTo>
                <a:lnTo>
                  <a:pt x="915960" y="-20512"/>
                </a:lnTo>
                <a:lnTo>
                  <a:pt x="919579" y="-17127"/>
                </a:lnTo>
                <a:lnTo>
                  <a:pt x="939982" y="2705"/>
                </a:lnTo>
                <a:lnTo>
                  <a:pt x="955269" y="22537"/>
                </a:lnTo>
                <a:lnTo>
                  <a:pt x="962492" y="32460"/>
                </a:lnTo>
                <a:lnTo>
                  <a:pt x="966953" y="37871"/>
                </a:lnTo>
                <a:lnTo>
                  <a:pt x="969089" y="41472"/>
                </a:lnTo>
                <a:lnTo>
                  <a:pt x="971211" y="44857"/>
                </a:lnTo>
                <a:lnTo>
                  <a:pt x="972054" y="49139"/>
                </a:lnTo>
                <a:lnTo>
                  <a:pt x="967389" y="64241"/>
                </a:lnTo>
                <a:lnTo>
                  <a:pt x="955909" y="72356"/>
                </a:lnTo>
                <a:lnTo>
                  <a:pt x="674599" y="98495"/>
                </a:lnTo>
                <a:lnTo>
                  <a:pt x="668655" y="98047"/>
                </a:lnTo>
                <a:lnTo>
                  <a:pt x="661215" y="89700"/>
                </a:lnTo>
                <a:lnTo>
                  <a:pt x="661215" y="86778"/>
                </a:lnTo>
                <a:lnTo>
                  <a:pt x="661636" y="81585"/>
                </a:lnTo>
                <a:lnTo>
                  <a:pt x="663119" y="75278"/>
                </a:lnTo>
                <a:lnTo>
                  <a:pt x="671620" y="23217"/>
                </a:lnTo>
                <a:lnTo>
                  <a:pt x="647613" y="75278"/>
                </a:lnTo>
                <a:lnTo>
                  <a:pt x="641233" y="86547"/>
                </a:lnTo>
                <a:lnTo>
                  <a:pt x="637411" y="90164"/>
                </a:lnTo>
                <a:lnTo>
                  <a:pt x="633808" y="92869"/>
                </a:lnTo>
                <a:lnTo>
                  <a:pt x="629128" y="93533"/>
                </a:lnTo>
                <a:lnTo>
                  <a:pt x="609365" y="93533"/>
                </a:lnTo>
                <a:lnTo>
                  <a:pt x="597260" y="91508"/>
                </a:lnTo>
                <a:lnTo>
                  <a:pt x="586637" y="90164"/>
                </a:lnTo>
                <a:lnTo>
                  <a:pt x="573035" y="88123"/>
                </a:lnTo>
                <a:lnTo>
                  <a:pt x="559869" y="86778"/>
                </a:lnTo>
                <a:lnTo>
                  <a:pt x="543927" y="85650"/>
                </a:lnTo>
                <a:lnTo>
                  <a:pt x="524164" y="83841"/>
                </a:lnTo>
                <a:lnTo>
                  <a:pt x="505679" y="81585"/>
                </a:lnTo>
                <a:lnTo>
                  <a:pt x="359923" y="74381"/>
                </a:lnTo>
                <a:lnTo>
                  <a:pt x="478911" y="-32445"/>
                </a:lnTo>
                <a:lnTo>
                  <a:pt x="354823" y="70996"/>
                </a:lnTo>
                <a:lnTo>
                  <a:pt x="350579" y="72356"/>
                </a:lnTo>
                <a:lnTo>
                  <a:pt x="345261" y="74150"/>
                </a:lnTo>
                <a:lnTo>
                  <a:pt x="338896" y="75726"/>
                </a:lnTo>
                <a:lnTo>
                  <a:pt x="326776" y="77086"/>
                </a:lnTo>
                <a:lnTo>
                  <a:pt x="319772" y="78215"/>
                </a:lnTo>
                <a:lnTo>
                  <a:pt x="311270" y="78895"/>
                </a:lnTo>
                <a:lnTo>
                  <a:pt x="303191" y="80240"/>
                </a:lnTo>
                <a:lnTo>
                  <a:pt x="290243" y="82265"/>
                </a:lnTo>
                <a:lnTo>
                  <a:pt x="276001" y="85202"/>
                </a:lnTo>
                <a:lnTo>
                  <a:pt x="243072" y="91060"/>
                </a:lnTo>
                <a:lnTo>
                  <a:pt x="223090" y="95110"/>
                </a:lnTo>
                <a:lnTo>
                  <a:pt x="205463" y="98727"/>
                </a:lnTo>
                <a:lnTo>
                  <a:pt x="181878" y="103905"/>
                </a:lnTo>
                <a:lnTo>
                  <a:pt x="169976" y="106610"/>
                </a:lnTo>
                <a:lnTo>
                  <a:pt x="158074" y="109764"/>
                </a:lnTo>
                <a:lnTo>
                  <a:pt x="142990" y="113829"/>
                </a:lnTo>
                <a:lnTo>
                  <a:pt x="129182" y="118327"/>
                </a:lnTo>
                <a:lnTo>
                  <a:pt x="87964" y="132085"/>
                </a:lnTo>
                <a:lnTo>
                  <a:pt x="74789" y="136134"/>
                </a:lnTo>
                <a:lnTo>
                  <a:pt x="64378" y="140200"/>
                </a:lnTo>
                <a:lnTo>
                  <a:pt x="53543" y="144482"/>
                </a:lnTo>
                <a:lnTo>
                  <a:pt x="43131" y="148300"/>
                </a:lnTo>
                <a:lnTo>
                  <a:pt x="30170" y="153261"/>
                </a:lnTo>
                <a:lnTo>
                  <a:pt x="10835" y="162273"/>
                </a:lnTo>
                <a:lnTo>
                  <a:pt x="6798" y="164762"/>
                </a:lnTo>
                <a:lnTo>
                  <a:pt x="3399" y="167019"/>
                </a:lnTo>
                <a:lnTo>
                  <a:pt x="1487" y="169044"/>
                </a:lnTo>
                <a:lnTo>
                  <a:pt x="212" y="171749"/>
                </a:lnTo>
                <a:lnTo>
                  <a:pt x="0" y="174670"/>
                </a:lnTo>
                <a:lnTo>
                  <a:pt x="0" y="178287"/>
                </a:lnTo>
                <a:lnTo>
                  <a:pt x="4037" y="181657"/>
                </a:lnTo>
                <a:lnTo>
                  <a:pt x="7648" y="184146"/>
                </a:lnTo>
                <a:lnTo>
                  <a:pt x="12323" y="187067"/>
                </a:lnTo>
                <a:lnTo>
                  <a:pt x="18059" y="189772"/>
                </a:lnTo>
                <a:lnTo>
                  <a:pt x="23372" y="192261"/>
                </a:lnTo>
                <a:lnTo>
                  <a:pt x="29321" y="194502"/>
                </a:lnTo>
                <a:lnTo>
                  <a:pt x="36545" y="196759"/>
                </a:lnTo>
                <a:lnTo>
                  <a:pt x="43981" y="199464"/>
                </a:lnTo>
                <a:lnTo>
                  <a:pt x="52267" y="202169"/>
                </a:lnTo>
                <a:lnTo>
                  <a:pt x="57580" y="204426"/>
                </a:lnTo>
                <a:lnTo>
                  <a:pt x="77551" y="210284"/>
                </a:lnTo>
                <a:lnTo>
                  <a:pt x="89875" y="213221"/>
                </a:lnTo>
                <a:lnTo>
                  <a:pt x="103474" y="216143"/>
                </a:lnTo>
                <a:lnTo>
                  <a:pt x="116859" y="218632"/>
                </a:lnTo>
                <a:lnTo>
                  <a:pt x="130882" y="221337"/>
                </a:lnTo>
                <a:lnTo>
                  <a:pt x="144691" y="223362"/>
                </a:lnTo>
                <a:lnTo>
                  <a:pt x="154892" y="225155"/>
                </a:lnTo>
                <a:lnTo>
                  <a:pt x="164672" y="226283"/>
                </a:lnTo>
                <a:lnTo>
                  <a:pt x="176356" y="227643"/>
                </a:lnTo>
                <a:lnTo>
                  <a:pt x="186979" y="228540"/>
                </a:lnTo>
                <a:lnTo>
                  <a:pt x="195044" y="228988"/>
                </a:lnTo>
                <a:lnTo>
                  <a:pt x="204402" y="229220"/>
                </a:lnTo>
                <a:lnTo>
                  <a:pt x="287046" y="230565"/>
                </a:lnTo>
                <a:lnTo>
                  <a:pt x="276219" y="279473"/>
                </a:lnTo>
                <a:lnTo>
                  <a:pt x="273662" y="281065"/>
                </a:lnTo>
                <a:lnTo>
                  <a:pt x="269840" y="281729"/>
                </a:lnTo>
                <a:lnTo>
                  <a:pt x="293004" y="341461"/>
                </a:lnTo>
                <a:lnTo>
                  <a:pt x="298526" y="343714"/>
                </a:lnTo>
                <a:lnTo>
                  <a:pt x="302566" y="343714"/>
                </a:lnTo>
                <a:lnTo>
                  <a:pt x="340378" y="342362"/>
                </a:lnTo>
                <a:lnTo>
                  <a:pt x="347819" y="340785"/>
                </a:lnTo>
                <a:lnTo>
                  <a:pt x="354619" y="339658"/>
                </a:lnTo>
                <a:lnTo>
                  <a:pt x="359924" y="337854"/>
                </a:lnTo>
                <a:lnTo>
                  <a:pt x="365664" y="334925"/>
                </a:lnTo>
                <a:lnTo>
                  <a:pt x="368643" y="332446"/>
                </a:lnTo>
                <a:lnTo>
                  <a:pt x="371186" y="328614"/>
                </a:lnTo>
                <a:lnTo>
                  <a:pt x="373947" y="321401"/>
                </a:lnTo>
                <a:lnTo>
                  <a:pt x="376287" y="313062"/>
                </a:lnTo>
                <a:lnTo>
                  <a:pt x="378830" y="304273"/>
                </a:lnTo>
                <a:lnTo>
                  <a:pt x="383727" y="291650"/>
                </a:lnTo>
                <a:lnTo>
                  <a:pt x="387331" y="283306"/>
                </a:lnTo>
                <a:lnTo>
                  <a:pt x="391792" y="274526"/>
                </a:lnTo>
                <a:lnTo>
                  <a:pt x="394771" y="267539"/>
                </a:lnTo>
                <a:lnTo>
                  <a:pt x="399654" y="258512"/>
                </a:lnTo>
                <a:lnTo>
                  <a:pt x="405176" y="249732"/>
                </a:lnTo>
                <a:lnTo>
                  <a:pt x="410495" y="240489"/>
                </a:lnTo>
                <a:lnTo>
                  <a:pt x="417078" y="232605"/>
                </a:lnTo>
                <a:lnTo>
                  <a:pt x="421757" y="226283"/>
                </a:lnTo>
                <a:lnTo>
                  <a:pt x="427497" y="220656"/>
                </a:lnTo>
                <a:lnTo>
                  <a:pt x="433659" y="215695"/>
                </a:lnTo>
                <a:lnTo>
                  <a:pt x="438542" y="211413"/>
                </a:lnTo>
                <a:lnTo>
                  <a:pt x="444921" y="206683"/>
                </a:lnTo>
                <a:lnTo>
                  <a:pt x="452143" y="202617"/>
                </a:lnTo>
                <a:lnTo>
                  <a:pt x="459366" y="199248"/>
                </a:lnTo>
                <a:lnTo>
                  <a:pt x="469131" y="195414"/>
                </a:lnTo>
                <a:lnTo>
                  <a:pt x="476572" y="193606"/>
                </a:lnTo>
                <a:lnTo>
                  <a:pt x="483591" y="191813"/>
                </a:lnTo>
                <a:lnTo>
                  <a:pt x="490813" y="190901"/>
                </a:lnTo>
                <a:lnTo>
                  <a:pt x="498457" y="190684"/>
                </a:lnTo>
                <a:lnTo>
                  <a:pt x="505476" y="190684"/>
                </a:lnTo>
                <a:lnTo>
                  <a:pt x="512262" y="191349"/>
                </a:lnTo>
                <a:lnTo>
                  <a:pt x="518642" y="193389"/>
                </a:lnTo>
                <a:lnTo>
                  <a:pt x="525661" y="195414"/>
                </a:lnTo>
                <a:lnTo>
                  <a:pt x="531604" y="197887"/>
                </a:lnTo>
                <a:lnTo>
                  <a:pt x="537344" y="200824"/>
                </a:lnTo>
                <a:lnTo>
                  <a:pt x="542867" y="205323"/>
                </a:lnTo>
                <a:lnTo>
                  <a:pt x="547110" y="209388"/>
                </a:lnTo>
                <a:lnTo>
                  <a:pt x="551789" y="215014"/>
                </a:lnTo>
                <a:lnTo>
                  <a:pt x="555829" y="220425"/>
                </a:lnTo>
                <a:lnTo>
                  <a:pt x="559012" y="227195"/>
                </a:lnTo>
                <a:lnTo>
                  <a:pt x="562630" y="233270"/>
                </a:lnTo>
                <a:lnTo>
                  <a:pt x="565391" y="241169"/>
                </a:lnTo>
                <a:lnTo>
                  <a:pt x="567091" y="248604"/>
                </a:lnTo>
                <a:lnTo>
                  <a:pt x="569213" y="256719"/>
                </a:lnTo>
                <a:lnTo>
                  <a:pt x="570492" y="264834"/>
                </a:lnTo>
                <a:lnTo>
                  <a:pt x="572192" y="271821"/>
                </a:lnTo>
                <a:lnTo>
                  <a:pt x="573253" y="279256"/>
                </a:lnTo>
                <a:lnTo>
                  <a:pt x="573892" y="290073"/>
                </a:lnTo>
                <a:lnTo>
                  <a:pt x="573892" y="310358"/>
                </a:lnTo>
                <a:lnTo>
                  <a:pt x="573253" y="316894"/>
                </a:lnTo>
                <a:lnTo>
                  <a:pt x="572614" y="320726"/>
                </a:lnTo>
                <a:lnTo>
                  <a:pt x="946986" y="253566"/>
                </a:lnTo>
                <a:lnTo>
                  <a:pt x="961009" y="252654"/>
                </a:lnTo>
                <a:lnTo>
                  <a:pt x="966328" y="247027"/>
                </a:lnTo>
                <a:lnTo>
                  <a:pt x="970354" y="240489"/>
                </a:lnTo>
                <a:lnTo>
                  <a:pt x="974611" y="234847"/>
                </a:lnTo>
                <a:lnTo>
                  <a:pt x="977372" y="229220"/>
                </a:lnTo>
                <a:lnTo>
                  <a:pt x="981194" y="220208"/>
                </a:lnTo>
                <a:lnTo>
                  <a:pt x="984377" y="211645"/>
                </a:lnTo>
                <a:lnTo>
                  <a:pt x="986295" y="202617"/>
                </a:lnTo>
                <a:lnTo>
                  <a:pt x="988838" y="195631"/>
                </a:lnTo>
                <a:lnTo>
                  <a:pt x="991396" y="190901"/>
                </a:lnTo>
                <a:lnTo>
                  <a:pt x="994360" y="184146"/>
                </a:lnTo>
                <a:lnTo>
                  <a:pt x="998197" y="178287"/>
                </a:lnTo>
                <a:lnTo>
                  <a:pt x="1002019" y="173774"/>
                </a:lnTo>
                <a:lnTo>
                  <a:pt x="1005201" y="169724"/>
                </a:lnTo>
                <a:lnTo>
                  <a:pt x="1009023" y="165658"/>
                </a:lnTo>
                <a:lnTo>
                  <a:pt x="1012859" y="161825"/>
                </a:lnTo>
                <a:lnTo>
                  <a:pt x="1017103" y="158903"/>
                </a:lnTo>
                <a:lnTo>
                  <a:pt x="1021346" y="155750"/>
                </a:lnTo>
                <a:lnTo>
                  <a:pt x="1026447" y="152813"/>
                </a:lnTo>
                <a:lnTo>
                  <a:pt x="1032608" y="151236"/>
                </a:lnTo>
                <a:lnTo>
                  <a:pt x="1038988" y="149876"/>
                </a:lnTo>
                <a:lnTo>
                  <a:pt x="1046632" y="148980"/>
                </a:lnTo>
                <a:lnTo>
                  <a:pt x="1053011" y="148980"/>
                </a:lnTo>
                <a:lnTo>
                  <a:pt x="1058533" y="149876"/>
                </a:lnTo>
                <a:lnTo>
                  <a:pt x="1065116" y="152365"/>
                </a:lnTo>
                <a:lnTo>
                  <a:pt x="1070857" y="157775"/>
                </a:lnTo>
                <a:lnTo>
                  <a:pt x="1075957" y="164314"/>
                </a:lnTo>
                <a:lnTo>
                  <a:pt x="1079997" y="171300"/>
                </a:lnTo>
                <a:lnTo>
                  <a:pt x="1082758" y="178736"/>
                </a:lnTo>
                <a:lnTo>
                  <a:pt x="1084241" y="186851"/>
                </a:lnTo>
                <a:lnTo>
                  <a:pt x="1085737" y="193606"/>
                </a:lnTo>
                <a:lnTo>
                  <a:pt x="1087423" y="201273"/>
                </a:lnTo>
                <a:lnTo>
                  <a:pt x="1087859" y="209388"/>
                </a:lnTo>
                <a:lnTo>
                  <a:pt x="1088702" y="216375"/>
                </a:lnTo>
                <a:lnTo>
                  <a:pt x="1089123" y="227643"/>
                </a:lnTo>
                <a:lnTo>
                  <a:pt x="1095081" y="224938"/>
                </a:lnTo>
                <a:lnTo>
                  <a:pt x="1101243" y="220656"/>
                </a:lnTo>
                <a:lnTo>
                  <a:pt x="1104425" y="218168"/>
                </a:lnTo>
                <a:lnTo>
                  <a:pt x="1107405" y="215014"/>
                </a:lnTo>
                <a:lnTo>
                  <a:pt x="1111226" y="209156"/>
                </a:lnTo>
                <a:lnTo>
                  <a:pt x="1115906" y="198799"/>
                </a:lnTo>
                <a:lnTo>
                  <a:pt x="1138212" y="152365"/>
                </a:lnTo>
                <a:lnTo>
                  <a:pt x="1135873" y="144482"/>
                </a:lnTo>
                <a:lnTo>
                  <a:pt x="1136730" y="137263"/>
                </a:lnTo>
                <a:lnTo>
                  <a:pt x="1138212" y="131621"/>
                </a:lnTo>
                <a:lnTo>
                  <a:pt x="1139912" y="125546"/>
                </a:lnTo>
                <a:lnTo>
                  <a:pt x="1143516" y="116302"/>
                </a:lnTo>
                <a:lnTo>
                  <a:pt x="1136933" y="90164"/>
                </a:lnTo>
                <a:lnTo>
                  <a:pt x="1133954" y="88571"/>
                </a:lnTo>
                <a:lnTo>
                  <a:pt x="1130772" y="86778"/>
                </a:lnTo>
                <a:lnTo>
                  <a:pt x="1126732" y="83177"/>
                </a:lnTo>
                <a:lnTo>
                  <a:pt x="1122707" y="81136"/>
                </a:lnTo>
                <a:lnTo>
                  <a:pt x="1118449" y="78895"/>
                </a:lnTo>
                <a:lnTo>
                  <a:pt x="1113348" y="76855"/>
                </a:lnTo>
                <a:lnTo>
                  <a:pt x="1101664" y="73933"/>
                </a:lnTo>
                <a:lnTo>
                  <a:pt x="1090199" y="71676"/>
                </a:lnTo>
                <a:lnTo>
                  <a:pt x="1082337" y="69868"/>
                </a:lnTo>
                <a:lnTo>
                  <a:pt x="1073618" y="68739"/>
                </a:lnTo>
                <a:lnTo>
                  <a:pt x="1066177" y="67163"/>
                </a:lnTo>
                <a:lnTo>
                  <a:pt x="1060655" y="66266"/>
                </a:lnTo>
                <a:lnTo>
                  <a:pt x="1055990" y="66034"/>
                </a:lnTo>
                <a:lnTo>
                  <a:pt x="1047693" y="65138"/>
                </a:lnTo>
                <a:lnTo>
                  <a:pt x="1041110" y="64458"/>
                </a:lnTo>
                <a:lnTo>
                  <a:pt x="1035805" y="64241"/>
                </a:lnTo>
                <a:lnTo>
                  <a:pt x="1026447" y="63329"/>
                </a:lnTo>
                <a:lnTo>
                  <a:pt x="1019224" y="62433"/>
                </a:lnTo>
                <a:lnTo>
                  <a:pt x="1014124" y="61304"/>
                </a:lnTo>
                <a:lnTo>
                  <a:pt x="1010520" y="59511"/>
                </a:lnTo>
                <a:lnTo>
                  <a:pt x="1006480" y="57254"/>
                </a:lnTo>
                <a:lnTo>
                  <a:pt x="1002019" y="53421"/>
                </a:lnTo>
                <a:lnTo>
                  <a:pt x="998197" y="50036"/>
                </a:lnTo>
                <a:lnTo>
                  <a:pt x="993299" y="44409"/>
                </a:lnTo>
                <a:lnTo>
                  <a:pt x="987995" y="37871"/>
                </a:lnTo>
                <a:lnTo>
                  <a:pt x="947829" y="-11036"/>
                </a:lnTo>
                <a:lnTo>
                  <a:pt x="928923" y="-29523"/>
                </a:lnTo>
                <a:lnTo>
                  <a:pt x="926162" y="-31780"/>
                </a:lnTo>
                <a:lnTo>
                  <a:pt x="923401" y="-34485"/>
                </a:lnTo>
                <a:lnTo>
                  <a:pt x="920639" y="-36278"/>
                </a:lnTo>
                <a:lnTo>
                  <a:pt x="918096" y="-38087"/>
                </a:lnTo>
                <a:lnTo>
                  <a:pt x="914260" y="-40344"/>
                </a:lnTo>
                <a:lnTo>
                  <a:pt x="910235" y="-41240"/>
                </a:lnTo>
                <a:lnTo>
                  <a:pt x="906398" y="-42601"/>
                </a:lnTo>
                <a:lnTo>
                  <a:pt x="898115" y="-44626"/>
                </a:lnTo>
                <a:lnTo>
                  <a:pt x="889192" y="-45970"/>
                </a:lnTo>
                <a:lnTo>
                  <a:pt x="879427" y="-47547"/>
                </a:lnTo>
                <a:lnTo>
                  <a:pt x="866464" y="-49124"/>
                </a:lnTo>
                <a:lnTo>
                  <a:pt x="854766" y="-50484"/>
                </a:lnTo>
                <a:lnTo>
                  <a:pt x="845640" y="-51381"/>
                </a:lnTo>
                <a:lnTo>
                  <a:pt x="835860" y="-52293"/>
                </a:lnTo>
                <a:lnTo>
                  <a:pt x="823755" y="-53189"/>
                </a:lnTo>
                <a:lnTo>
                  <a:pt x="808874" y="-53869"/>
                </a:lnTo>
                <a:lnTo>
                  <a:pt x="788064" y="-54534"/>
                </a:lnTo>
                <a:lnTo>
                  <a:pt x="770844" y="-55214"/>
                </a:lnTo>
                <a:lnTo>
                  <a:pt x="757242" y="-55894"/>
                </a:lnTo>
                <a:lnTo>
                  <a:pt x="744715" y="-56111"/>
                </a:lnTo>
                <a:lnTo>
                  <a:pt x="728134" y="-56342"/>
                </a:lnTo>
                <a:lnTo>
                  <a:pt x="711989" y="-56574"/>
                </a:lnTo>
                <a:lnTo>
                  <a:pt x="665037" y="-56574"/>
                </a:lnTo>
                <a:lnTo>
                  <a:pt x="646552" y="-56342"/>
                </a:lnTo>
                <a:lnTo>
                  <a:pt x="630610" y="-55214"/>
                </a:lnTo>
                <a:lnTo>
                  <a:pt x="613623" y="-53869"/>
                </a:lnTo>
                <a:lnTo>
                  <a:pt x="597681" y="-52509"/>
                </a:lnTo>
                <a:lnTo>
                  <a:pt x="581318" y="-51381"/>
                </a:lnTo>
                <a:lnTo>
                  <a:pt x="567091" y="-50252"/>
                </a:lnTo>
                <a:lnTo>
                  <a:pt x="542866" y="-47547"/>
                </a:lnTo>
                <a:lnTo>
                  <a:pt x="526503" y="-45074"/>
                </a:lnTo>
                <a:lnTo>
                  <a:pt x="509719" y="-42369"/>
                </a:lnTo>
                <a:lnTo>
                  <a:pt x="500157" y="-40344"/>
                </a:lnTo>
                <a:lnTo>
                  <a:pt x="492935" y="-38984"/>
                </a:lnTo>
                <a:lnTo>
                  <a:pt x="486352" y="-36727"/>
                </a:lnTo>
                <a:lnTo>
                  <a:pt x="478911" y="-33357"/>
                </a:lnTo>
                <a:lnTo>
                  <a:pt x="489113" y="-35150"/>
                </a:lnTo>
                <a:lnTo>
                  <a:pt x="498878" y="-36278"/>
                </a:lnTo>
                <a:lnTo>
                  <a:pt x="512262" y="-37639"/>
                </a:lnTo>
                <a:close/>
              </a:path>
            </a:pathLst>
          </a:custGeom>
          <a:solidFill>
            <a:srgbClr val="CCCC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97" name="object 2097"/>
          <p:cNvSpPr/>
          <p:nvPr/>
        </p:nvSpPr>
        <p:spPr>
          <a:xfrm>
            <a:off x="3586845" y="5303427"/>
            <a:ext cx="890896" cy="232146"/>
          </a:xfrm>
          <a:custGeom>
            <a:avLst/>
            <a:gdLst/>
            <a:ahLst/>
            <a:cxnLst/>
            <a:rect l="l" t="t" r="r" b="b"/>
            <a:pathLst>
              <a:path w="890896" h="232146">
                <a:moveTo>
                  <a:pt x="126428" y="195182"/>
                </a:moveTo>
                <a:lnTo>
                  <a:pt x="127270" y="189322"/>
                </a:lnTo>
                <a:lnTo>
                  <a:pt x="125788" y="180983"/>
                </a:lnTo>
                <a:lnTo>
                  <a:pt x="125367" y="174672"/>
                </a:lnTo>
                <a:lnTo>
                  <a:pt x="126428" y="163185"/>
                </a:lnTo>
                <a:lnTo>
                  <a:pt x="129828" y="150324"/>
                </a:lnTo>
                <a:lnTo>
                  <a:pt x="134914" y="135686"/>
                </a:lnTo>
                <a:lnTo>
                  <a:pt x="139594" y="125314"/>
                </a:lnTo>
                <a:lnTo>
                  <a:pt x="145973" y="113814"/>
                </a:lnTo>
                <a:lnTo>
                  <a:pt x="153617" y="103905"/>
                </a:lnTo>
                <a:lnTo>
                  <a:pt x="161479" y="94213"/>
                </a:lnTo>
                <a:lnTo>
                  <a:pt x="169762" y="86995"/>
                </a:lnTo>
                <a:lnTo>
                  <a:pt x="176563" y="81136"/>
                </a:lnTo>
                <a:lnTo>
                  <a:pt x="183785" y="76406"/>
                </a:lnTo>
                <a:lnTo>
                  <a:pt x="192708" y="72125"/>
                </a:lnTo>
                <a:lnTo>
                  <a:pt x="201848" y="68523"/>
                </a:lnTo>
                <a:lnTo>
                  <a:pt x="211411" y="66034"/>
                </a:lnTo>
                <a:lnTo>
                  <a:pt x="221612" y="63561"/>
                </a:lnTo>
                <a:lnTo>
                  <a:pt x="232235" y="62433"/>
                </a:lnTo>
                <a:lnTo>
                  <a:pt x="239239" y="62433"/>
                </a:lnTo>
                <a:lnTo>
                  <a:pt x="249441" y="63329"/>
                </a:lnTo>
                <a:lnTo>
                  <a:pt x="257942" y="65138"/>
                </a:lnTo>
                <a:lnTo>
                  <a:pt x="266022" y="66483"/>
                </a:lnTo>
                <a:lnTo>
                  <a:pt x="273447" y="69188"/>
                </a:lnTo>
                <a:lnTo>
                  <a:pt x="278548" y="71444"/>
                </a:lnTo>
                <a:lnTo>
                  <a:pt x="289607" y="77303"/>
                </a:lnTo>
                <a:lnTo>
                  <a:pt x="297890" y="84290"/>
                </a:lnTo>
                <a:lnTo>
                  <a:pt x="305316" y="92853"/>
                </a:lnTo>
                <a:lnTo>
                  <a:pt x="311274" y="103457"/>
                </a:lnTo>
                <a:lnTo>
                  <a:pt x="317654" y="114942"/>
                </a:lnTo>
                <a:lnTo>
                  <a:pt x="321258" y="125762"/>
                </a:lnTo>
                <a:lnTo>
                  <a:pt x="323815" y="137479"/>
                </a:lnTo>
                <a:lnTo>
                  <a:pt x="324237" y="147403"/>
                </a:lnTo>
                <a:lnTo>
                  <a:pt x="323815" y="160697"/>
                </a:lnTo>
                <a:lnTo>
                  <a:pt x="322740" y="178504"/>
                </a:lnTo>
                <a:lnTo>
                  <a:pt x="321258" y="206677"/>
                </a:lnTo>
                <a:lnTo>
                  <a:pt x="693087" y="141761"/>
                </a:lnTo>
                <a:lnTo>
                  <a:pt x="709872" y="139520"/>
                </a:lnTo>
                <a:lnTo>
                  <a:pt x="714754" y="132533"/>
                </a:lnTo>
                <a:lnTo>
                  <a:pt x="718373" y="126443"/>
                </a:lnTo>
                <a:lnTo>
                  <a:pt x="723256" y="119904"/>
                </a:lnTo>
                <a:lnTo>
                  <a:pt x="726874" y="112021"/>
                </a:lnTo>
                <a:lnTo>
                  <a:pt x="730696" y="102097"/>
                </a:lnTo>
                <a:lnTo>
                  <a:pt x="733239" y="90148"/>
                </a:lnTo>
                <a:lnTo>
                  <a:pt x="734300" y="80904"/>
                </a:lnTo>
                <a:lnTo>
                  <a:pt x="736857" y="70548"/>
                </a:lnTo>
                <a:lnTo>
                  <a:pt x="738979" y="63113"/>
                </a:lnTo>
                <a:lnTo>
                  <a:pt x="743440" y="53869"/>
                </a:lnTo>
                <a:lnTo>
                  <a:pt x="748120" y="46434"/>
                </a:lnTo>
                <a:lnTo>
                  <a:pt x="755546" y="37871"/>
                </a:lnTo>
                <a:lnTo>
                  <a:pt x="762768" y="32460"/>
                </a:lnTo>
                <a:lnTo>
                  <a:pt x="770848" y="28179"/>
                </a:lnTo>
                <a:lnTo>
                  <a:pt x="779770" y="25690"/>
                </a:lnTo>
                <a:lnTo>
                  <a:pt x="788054" y="24562"/>
                </a:lnTo>
                <a:lnTo>
                  <a:pt x="796773" y="25690"/>
                </a:lnTo>
                <a:lnTo>
                  <a:pt x="805274" y="28179"/>
                </a:lnTo>
                <a:lnTo>
                  <a:pt x="812496" y="32460"/>
                </a:lnTo>
                <a:lnTo>
                  <a:pt x="817597" y="38535"/>
                </a:lnTo>
                <a:lnTo>
                  <a:pt x="821201" y="46434"/>
                </a:lnTo>
                <a:lnTo>
                  <a:pt x="825880" y="53869"/>
                </a:lnTo>
                <a:lnTo>
                  <a:pt x="829484" y="63113"/>
                </a:lnTo>
                <a:lnTo>
                  <a:pt x="833103" y="74598"/>
                </a:lnTo>
                <a:lnTo>
                  <a:pt x="835442" y="85866"/>
                </a:lnTo>
                <a:lnTo>
                  <a:pt x="836925" y="100072"/>
                </a:lnTo>
                <a:lnTo>
                  <a:pt x="837346" y="113814"/>
                </a:lnTo>
                <a:lnTo>
                  <a:pt x="845426" y="108404"/>
                </a:lnTo>
                <a:lnTo>
                  <a:pt x="852648" y="104122"/>
                </a:lnTo>
                <a:lnTo>
                  <a:pt x="857328" y="97815"/>
                </a:lnTo>
                <a:lnTo>
                  <a:pt x="861571" y="91725"/>
                </a:lnTo>
                <a:lnTo>
                  <a:pt x="864971" y="82033"/>
                </a:lnTo>
                <a:lnTo>
                  <a:pt x="846705" y="74598"/>
                </a:lnTo>
                <a:lnTo>
                  <a:pt x="840325" y="70548"/>
                </a:lnTo>
                <a:lnTo>
                  <a:pt x="835646" y="66483"/>
                </a:lnTo>
                <a:lnTo>
                  <a:pt x="834164" y="57919"/>
                </a:lnTo>
                <a:lnTo>
                  <a:pt x="832042" y="46650"/>
                </a:lnTo>
                <a:lnTo>
                  <a:pt x="828423" y="37871"/>
                </a:lnTo>
                <a:lnTo>
                  <a:pt x="825023" y="32460"/>
                </a:lnTo>
                <a:lnTo>
                  <a:pt x="822262" y="28179"/>
                </a:lnTo>
                <a:lnTo>
                  <a:pt x="816536" y="22088"/>
                </a:lnTo>
                <a:lnTo>
                  <a:pt x="827581" y="21640"/>
                </a:lnTo>
                <a:lnTo>
                  <a:pt x="834164" y="21192"/>
                </a:lnTo>
                <a:lnTo>
                  <a:pt x="840122" y="19832"/>
                </a:lnTo>
                <a:lnTo>
                  <a:pt x="845426" y="17127"/>
                </a:lnTo>
                <a:lnTo>
                  <a:pt x="850105" y="14653"/>
                </a:lnTo>
                <a:lnTo>
                  <a:pt x="854145" y="12613"/>
                </a:lnTo>
                <a:lnTo>
                  <a:pt x="860307" y="9923"/>
                </a:lnTo>
                <a:lnTo>
                  <a:pt x="870290" y="7218"/>
                </a:lnTo>
                <a:lnTo>
                  <a:pt x="880913" y="5410"/>
                </a:lnTo>
                <a:lnTo>
                  <a:pt x="890896" y="4281"/>
                </a:lnTo>
                <a:lnTo>
                  <a:pt x="878152" y="231"/>
                </a:lnTo>
                <a:lnTo>
                  <a:pt x="867529" y="0"/>
                </a:lnTo>
                <a:lnTo>
                  <a:pt x="846908" y="0"/>
                </a:lnTo>
                <a:lnTo>
                  <a:pt x="831184" y="1344"/>
                </a:lnTo>
                <a:lnTo>
                  <a:pt x="808035" y="3601"/>
                </a:lnTo>
                <a:lnTo>
                  <a:pt x="789332" y="4961"/>
                </a:lnTo>
                <a:lnTo>
                  <a:pt x="760007" y="7666"/>
                </a:lnTo>
                <a:lnTo>
                  <a:pt x="718373" y="11716"/>
                </a:lnTo>
                <a:lnTo>
                  <a:pt x="606825" y="23217"/>
                </a:lnTo>
                <a:lnTo>
                  <a:pt x="517163" y="33589"/>
                </a:lnTo>
                <a:lnTo>
                  <a:pt x="434287" y="42817"/>
                </a:lnTo>
                <a:lnTo>
                  <a:pt x="283227" y="60624"/>
                </a:lnTo>
                <a:lnTo>
                  <a:pt x="273665" y="60408"/>
                </a:lnTo>
                <a:lnTo>
                  <a:pt x="265164" y="59047"/>
                </a:lnTo>
                <a:lnTo>
                  <a:pt x="252841" y="58151"/>
                </a:lnTo>
                <a:lnTo>
                  <a:pt x="241797" y="57703"/>
                </a:lnTo>
                <a:lnTo>
                  <a:pt x="231813" y="57703"/>
                </a:lnTo>
                <a:lnTo>
                  <a:pt x="221612" y="58599"/>
                </a:lnTo>
                <a:lnTo>
                  <a:pt x="210132" y="60408"/>
                </a:lnTo>
                <a:lnTo>
                  <a:pt x="204406" y="61536"/>
                </a:lnTo>
                <a:lnTo>
                  <a:pt x="198027" y="63329"/>
                </a:lnTo>
                <a:lnTo>
                  <a:pt x="190383" y="65586"/>
                </a:lnTo>
                <a:lnTo>
                  <a:pt x="169980" y="71444"/>
                </a:lnTo>
                <a:lnTo>
                  <a:pt x="149577" y="77303"/>
                </a:lnTo>
                <a:lnTo>
                  <a:pt x="122388" y="85650"/>
                </a:lnTo>
                <a:lnTo>
                  <a:pt x="106664" y="90828"/>
                </a:lnTo>
                <a:lnTo>
                  <a:pt x="32086" y="117647"/>
                </a:lnTo>
                <a:lnTo>
                  <a:pt x="0" y="203296"/>
                </a:lnTo>
                <a:lnTo>
                  <a:pt x="42070" y="231243"/>
                </a:lnTo>
                <a:lnTo>
                  <a:pt x="56950" y="231920"/>
                </a:lnTo>
                <a:lnTo>
                  <a:pt x="71395" y="232146"/>
                </a:lnTo>
                <a:lnTo>
                  <a:pt x="80521" y="232146"/>
                </a:lnTo>
                <a:lnTo>
                  <a:pt x="86261" y="231920"/>
                </a:lnTo>
                <a:lnTo>
                  <a:pt x="92859" y="231243"/>
                </a:lnTo>
                <a:lnTo>
                  <a:pt x="99224" y="230117"/>
                </a:lnTo>
                <a:lnTo>
                  <a:pt x="105603" y="228990"/>
                </a:lnTo>
                <a:lnTo>
                  <a:pt x="109847" y="226962"/>
                </a:lnTo>
                <a:lnTo>
                  <a:pt x="113044" y="224257"/>
                </a:lnTo>
                <a:lnTo>
                  <a:pt x="116430" y="221327"/>
                </a:lnTo>
                <a:lnTo>
                  <a:pt x="118987" y="217495"/>
                </a:lnTo>
                <a:lnTo>
                  <a:pt x="122388" y="209382"/>
                </a:lnTo>
                <a:lnTo>
                  <a:pt x="124727" y="201268"/>
                </a:lnTo>
                <a:lnTo>
                  <a:pt x="126428" y="195182"/>
                </a:lnTo>
                <a:close/>
              </a:path>
            </a:pathLst>
          </a:custGeom>
          <a:solidFill>
            <a:srgbClr val="CCCC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98" name="object 2098"/>
          <p:cNvSpPr/>
          <p:nvPr/>
        </p:nvSpPr>
        <p:spPr>
          <a:xfrm>
            <a:off x="3333793" y="5262403"/>
            <a:ext cx="633803" cy="156415"/>
          </a:xfrm>
          <a:custGeom>
            <a:avLst/>
            <a:gdLst/>
            <a:ahLst/>
            <a:cxnLst/>
            <a:rect l="l" t="t" r="r" b="b"/>
            <a:pathLst>
              <a:path w="633803" h="156415">
                <a:moveTo>
                  <a:pt x="4250" y="109084"/>
                </a:moveTo>
                <a:lnTo>
                  <a:pt x="7436" y="111572"/>
                </a:lnTo>
                <a:lnTo>
                  <a:pt x="12110" y="114494"/>
                </a:lnTo>
                <a:lnTo>
                  <a:pt x="18271" y="117199"/>
                </a:lnTo>
                <a:lnTo>
                  <a:pt x="23371" y="119456"/>
                </a:lnTo>
                <a:lnTo>
                  <a:pt x="29320" y="121713"/>
                </a:lnTo>
                <a:lnTo>
                  <a:pt x="36758" y="123969"/>
                </a:lnTo>
                <a:lnTo>
                  <a:pt x="44194" y="126674"/>
                </a:lnTo>
                <a:lnTo>
                  <a:pt x="52055" y="129379"/>
                </a:lnTo>
                <a:lnTo>
                  <a:pt x="57791" y="131621"/>
                </a:lnTo>
                <a:lnTo>
                  <a:pt x="77340" y="137495"/>
                </a:lnTo>
                <a:lnTo>
                  <a:pt x="90087" y="140416"/>
                </a:lnTo>
                <a:lnTo>
                  <a:pt x="103474" y="143353"/>
                </a:lnTo>
                <a:lnTo>
                  <a:pt x="117071" y="145826"/>
                </a:lnTo>
                <a:lnTo>
                  <a:pt x="130883" y="148531"/>
                </a:lnTo>
                <a:lnTo>
                  <a:pt x="144483" y="150556"/>
                </a:lnTo>
                <a:lnTo>
                  <a:pt x="155106" y="152365"/>
                </a:lnTo>
                <a:lnTo>
                  <a:pt x="164450" y="153493"/>
                </a:lnTo>
                <a:lnTo>
                  <a:pt x="175930" y="154838"/>
                </a:lnTo>
                <a:lnTo>
                  <a:pt x="186975" y="155750"/>
                </a:lnTo>
                <a:lnTo>
                  <a:pt x="194618" y="156198"/>
                </a:lnTo>
                <a:lnTo>
                  <a:pt x="203977" y="156415"/>
                </a:lnTo>
                <a:lnTo>
                  <a:pt x="233084" y="135006"/>
                </a:lnTo>
                <a:lnTo>
                  <a:pt x="246890" y="127803"/>
                </a:lnTo>
                <a:lnTo>
                  <a:pt x="264096" y="119904"/>
                </a:lnTo>
                <a:lnTo>
                  <a:pt x="312967" y="101200"/>
                </a:lnTo>
                <a:lnTo>
                  <a:pt x="338470" y="91740"/>
                </a:lnTo>
                <a:lnTo>
                  <a:pt x="373943" y="80688"/>
                </a:lnTo>
                <a:lnTo>
                  <a:pt x="397746" y="73253"/>
                </a:lnTo>
                <a:lnTo>
                  <a:pt x="414531" y="68523"/>
                </a:lnTo>
                <a:lnTo>
                  <a:pt x="435355" y="62881"/>
                </a:lnTo>
                <a:lnTo>
                  <a:pt x="465320" y="56126"/>
                </a:lnTo>
                <a:lnTo>
                  <a:pt x="487408" y="51844"/>
                </a:lnTo>
                <a:lnTo>
                  <a:pt x="509294" y="48459"/>
                </a:lnTo>
                <a:lnTo>
                  <a:pt x="546045" y="42369"/>
                </a:lnTo>
                <a:lnTo>
                  <a:pt x="584932" y="36062"/>
                </a:lnTo>
                <a:lnTo>
                  <a:pt x="621480" y="29523"/>
                </a:lnTo>
                <a:lnTo>
                  <a:pt x="626363" y="26818"/>
                </a:lnTo>
                <a:lnTo>
                  <a:pt x="633803" y="20512"/>
                </a:lnTo>
                <a:lnTo>
                  <a:pt x="628921" y="21192"/>
                </a:lnTo>
                <a:lnTo>
                  <a:pt x="609375" y="21192"/>
                </a:lnTo>
                <a:lnTo>
                  <a:pt x="597052" y="19167"/>
                </a:lnTo>
                <a:lnTo>
                  <a:pt x="586633" y="17807"/>
                </a:lnTo>
                <a:lnTo>
                  <a:pt x="573031" y="15782"/>
                </a:lnTo>
                <a:lnTo>
                  <a:pt x="559443" y="14421"/>
                </a:lnTo>
                <a:lnTo>
                  <a:pt x="543502" y="13308"/>
                </a:lnTo>
                <a:lnTo>
                  <a:pt x="524174" y="11500"/>
                </a:lnTo>
                <a:lnTo>
                  <a:pt x="505675" y="9243"/>
                </a:lnTo>
                <a:lnTo>
                  <a:pt x="359919" y="2024"/>
                </a:lnTo>
                <a:lnTo>
                  <a:pt x="355894" y="2024"/>
                </a:lnTo>
                <a:lnTo>
                  <a:pt x="350372" y="0"/>
                </a:lnTo>
                <a:lnTo>
                  <a:pt x="345271" y="1808"/>
                </a:lnTo>
                <a:lnTo>
                  <a:pt x="339110" y="3385"/>
                </a:lnTo>
                <a:lnTo>
                  <a:pt x="326787" y="4730"/>
                </a:lnTo>
                <a:lnTo>
                  <a:pt x="319564" y="5858"/>
                </a:lnTo>
                <a:lnTo>
                  <a:pt x="311063" y="6538"/>
                </a:lnTo>
                <a:lnTo>
                  <a:pt x="302983" y="7898"/>
                </a:lnTo>
                <a:lnTo>
                  <a:pt x="290239" y="9923"/>
                </a:lnTo>
                <a:lnTo>
                  <a:pt x="275576" y="12845"/>
                </a:lnTo>
                <a:lnTo>
                  <a:pt x="242850" y="18703"/>
                </a:lnTo>
                <a:lnTo>
                  <a:pt x="222665" y="22769"/>
                </a:lnTo>
                <a:lnTo>
                  <a:pt x="205459" y="26370"/>
                </a:lnTo>
                <a:lnTo>
                  <a:pt x="181452" y="31564"/>
                </a:lnTo>
                <a:lnTo>
                  <a:pt x="169551" y="34269"/>
                </a:lnTo>
                <a:lnTo>
                  <a:pt x="158085" y="37422"/>
                </a:lnTo>
                <a:lnTo>
                  <a:pt x="143204" y="41256"/>
                </a:lnTo>
                <a:lnTo>
                  <a:pt x="129394" y="45754"/>
                </a:lnTo>
                <a:lnTo>
                  <a:pt x="88175" y="59511"/>
                </a:lnTo>
                <a:lnTo>
                  <a:pt x="74789" y="63561"/>
                </a:lnTo>
                <a:lnTo>
                  <a:pt x="64378" y="67626"/>
                </a:lnTo>
                <a:lnTo>
                  <a:pt x="53754" y="71908"/>
                </a:lnTo>
                <a:lnTo>
                  <a:pt x="42919" y="75726"/>
                </a:lnTo>
                <a:lnTo>
                  <a:pt x="30596" y="80688"/>
                </a:lnTo>
                <a:lnTo>
                  <a:pt x="10835" y="89700"/>
                </a:lnTo>
                <a:lnTo>
                  <a:pt x="7011" y="92189"/>
                </a:lnTo>
                <a:lnTo>
                  <a:pt x="3399" y="94445"/>
                </a:lnTo>
                <a:lnTo>
                  <a:pt x="1487" y="96470"/>
                </a:lnTo>
                <a:lnTo>
                  <a:pt x="424" y="99175"/>
                </a:lnTo>
                <a:lnTo>
                  <a:pt x="0" y="102097"/>
                </a:lnTo>
                <a:lnTo>
                  <a:pt x="0" y="105714"/>
                </a:lnTo>
                <a:lnTo>
                  <a:pt x="4250" y="109084"/>
                </a:lnTo>
                <a:close/>
              </a:path>
            </a:pathLst>
          </a:custGeom>
          <a:solidFill>
            <a:srgbClr val="CCCC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99" name="object 2099"/>
          <p:cNvSpPr/>
          <p:nvPr/>
        </p:nvSpPr>
        <p:spPr>
          <a:xfrm>
            <a:off x="3677786" y="5418602"/>
            <a:ext cx="29325" cy="20280"/>
          </a:xfrm>
          <a:custGeom>
            <a:avLst/>
            <a:gdLst/>
            <a:ahLst/>
            <a:cxnLst/>
            <a:rect l="l" t="t" r="r" b="b"/>
            <a:pathLst>
              <a:path w="29325" h="20280">
                <a:moveTo>
                  <a:pt x="0" y="5410"/>
                </a:moveTo>
                <a:lnTo>
                  <a:pt x="0" y="19383"/>
                </a:lnTo>
                <a:lnTo>
                  <a:pt x="1918" y="20280"/>
                </a:lnTo>
                <a:lnTo>
                  <a:pt x="1918" y="6754"/>
                </a:lnTo>
                <a:lnTo>
                  <a:pt x="29325" y="448"/>
                </a:lnTo>
                <a:lnTo>
                  <a:pt x="25489" y="0"/>
                </a:lnTo>
                <a:lnTo>
                  <a:pt x="0" y="5410"/>
                </a:lnTo>
                <a:close/>
              </a:path>
            </a:pathLst>
          </a:custGeom>
          <a:solidFill>
            <a:srgbClr val="FF8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00" name="object 2100"/>
          <p:cNvSpPr/>
          <p:nvPr/>
        </p:nvSpPr>
        <p:spPr>
          <a:xfrm>
            <a:off x="3679704" y="5419050"/>
            <a:ext cx="27407" cy="19832"/>
          </a:xfrm>
          <a:custGeom>
            <a:avLst/>
            <a:gdLst/>
            <a:ahLst/>
            <a:cxnLst/>
            <a:rect l="l" t="t" r="r" b="b"/>
            <a:pathLst>
              <a:path w="27407" h="19832">
                <a:moveTo>
                  <a:pt x="0" y="6306"/>
                </a:moveTo>
                <a:lnTo>
                  <a:pt x="0" y="19832"/>
                </a:lnTo>
                <a:lnTo>
                  <a:pt x="27407" y="12845"/>
                </a:lnTo>
                <a:lnTo>
                  <a:pt x="27407" y="0"/>
                </a:lnTo>
                <a:lnTo>
                  <a:pt x="0" y="6306"/>
                </a:lnTo>
                <a:close/>
              </a:path>
            </a:pathLst>
          </a:custGeom>
          <a:solidFill>
            <a:srgbClr val="FFDFC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01" name="object 2101"/>
          <p:cNvSpPr/>
          <p:nvPr/>
        </p:nvSpPr>
        <p:spPr>
          <a:xfrm>
            <a:off x="4016468" y="5282915"/>
            <a:ext cx="67777" cy="31100"/>
          </a:xfrm>
          <a:custGeom>
            <a:avLst/>
            <a:gdLst/>
            <a:ahLst/>
            <a:cxnLst/>
            <a:rect l="l" t="t" r="r" b="b"/>
            <a:pathLst>
              <a:path w="67777" h="31100">
                <a:moveTo>
                  <a:pt x="10404" y="22320"/>
                </a:moveTo>
                <a:lnTo>
                  <a:pt x="0" y="31100"/>
                </a:lnTo>
                <a:lnTo>
                  <a:pt x="11262" y="29755"/>
                </a:lnTo>
                <a:lnTo>
                  <a:pt x="20388" y="24562"/>
                </a:lnTo>
                <a:lnTo>
                  <a:pt x="30386" y="20744"/>
                </a:lnTo>
                <a:lnTo>
                  <a:pt x="38873" y="19615"/>
                </a:lnTo>
                <a:lnTo>
                  <a:pt x="41634" y="19615"/>
                </a:lnTo>
                <a:lnTo>
                  <a:pt x="49931" y="21857"/>
                </a:lnTo>
                <a:lnTo>
                  <a:pt x="59493" y="25690"/>
                </a:lnTo>
                <a:lnTo>
                  <a:pt x="64798" y="26818"/>
                </a:lnTo>
                <a:lnTo>
                  <a:pt x="66498" y="25690"/>
                </a:lnTo>
                <a:lnTo>
                  <a:pt x="67777" y="23217"/>
                </a:lnTo>
                <a:lnTo>
                  <a:pt x="67777" y="18255"/>
                </a:lnTo>
                <a:lnTo>
                  <a:pt x="66498" y="14653"/>
                </a:lnTo>
                <a:lnTo>
                  <a:pt x="62036" y="8795"/>
                </a:lnTo>
                <a:lnTo>
                  <a:pt x="58215" y="2936"/>
                </a:lnTo>
                <a:lnTo>
                  <a:pt x="57154" y="0"/>
                </a:lnTo>
                <a:lnTo>
                  <a:pt x="15927" y="2936"/>
                </a:lnTo>
                <a:lnTo>
                  <a:pt x="19966" y="7883"/>
                </a:lnTo>
                <a:lnTo>
                  <a:pt x="20388" y="10372"/>
                </a:lnTo>
                <a:lnTo>
                  <a:pt x="19545" y="14653"/>
                </a:lnTo>
                <a:lnTo>
                  <a:pt x="15927" y="19383"/>
                </a:lnTo>
                <a:lnTo>
                  <a:pt x="10404" y="22320"/>
                </a:lnTo>
                <a:close/>
              </a:path>
            </a:pathLst>
          </a:custGeom>
          <a:solidFill>
            <a:srgbClr val="003D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02" name="object 2102"/>
          <p:cNvSpPr/>
          <p:nvPr/>
        </p:nvSpPr>
        <p:spPr>
          <a:xfrm>
            <a:off x="4007749" y="5246404"/>
            <a:ext cx="68634" cy="67843"/>
          </a:xfrm>
          <a:custGeom>
            <a:avLst/>
            <a:gdLst/>
            <a:ahLst/>
            <a:cxnLst/>
            <a:rect l="l" t="t" r="r" b="b"/>
            <a:pathLst>
              <a:path w="68634" h="67843">
                <a:moveTo>
                  <a:pt x="1060" y="61072"/>
                </a:moveTo>
                <a:lnTo>
                  <a:pt x="1918" y="64906"/>
                </a:lnTo>
                <a:lnTo>
                  <a:pt x="3197" y="66483"/>
                </a:lnTo>
                <a:lnTo>
                  <a:pt x="6161" y="67611"/>
                </a:lnTo>
                <a:lnTo>
                  <a:pt x="8922" y="67843"/>
                </a:lnTo>
                <a:lnTo>
                  <a:pt x="13601" y="67611"/>
                </a:lnTo>
                <a:lnTo>
                  <a:pt x="16784" y="65586"/>
                </a:lnTo>
                <a:lnTo>
                  <a:pt x="17641" y="63561"/>
                </a:lnTo>
                <a:lnTo>
                  <a:pt x="18063" y="55894"/>
                </a:lnTo>
                <a:lnTo>
                  <a:pt x="18920" y="49139"/>
                </a:lnTo>
                <a:lnTo>
                  <a:pt x="18920" y="44394"/>
                </a:lnTo>
                <a:lnTo>
                  <a:pt x="19342" y="41920"/>
                </a:lnTo>
                <a:lnTo>
                  <a:pt x="20402" y="37639"/>
                </a:lnTo>
                <a:lnTo>
                  <a:pt x="22103" y="36294"/>
                </a:lnTo>
                <a:lnTo>
                  <a:pt x="24646" y="36294"/>
                </a:lnTo>
                <a:lnTo>
                  <a:pt x="29964" y="36959"/>
                </a:lnTo>
                <a:lnTo>
                  <a:pt x="38248" y="38999"/>
                </a:lnTo>
                <a:lnTo>
                  <a:pt x="44831" y="40112"/>
                </a:lnTo>
                <a:lnTo>
                  <a:pt x="50353" y="40344"/>
                </a:lnTo>
                <a:lnTo>
                  <a:pt x="56514" y="40112"/>
                </a:lnTo>
                <a:lnTo>
                  <a:pt x="60351" y="38999"/>
                </a:lnTo>
                <a:lnTo>
                  <a:pt x="63533" y="36959"/>
                </a:lnTo>
                <a:lnTo>
                  <a:pt x="65873" y="34485"/>
                </a:lnTo>
                <a:lnTo>
                  <a:pt x="66934" y="31332"/>
                </a:lnTo>
                <a:lnTo>
                  <a:pt x="68634" y="12628"/>
                </a:lnTo>
                <a:lnTo>
                  <a:pt x="67355" y="8115"/>
                </a:lnTo>
                <a:lnTo>
                  <a:pt x="65873" y="6090"/>
                </a:lnTo>
                <a:lnTo>
                  <a:pt x="63315" y="3833"/>
                </a:lnTo>
                <a:lnTo>
                  <a:pt x="58433" y="2705"/>
                </a:lnTo>
                <a:lnTo>
                  <a:pt x="41009" y="680"/>
                </a:lnTo>
                <a:lnTo>
                  <a:pt x="25924" y="0"/>
                </a:lnTo>
                <a:lnTo>
                  <a:pt x="17220" y="680"/>
                </a:lnTo>
                <a:lnTo>
                  <a:pt x="14459" y="2473"/>
                </a:lnTo>
                <a:lnTo>
                  <a:pt x="12962" y="4961"/>
                </a:lnTo>
                <a:lnTo>
                  <a:pt x="11480" y="9691"/>
                </a:lnTo>
                <a:lnTo>
                  <a:pt x="11262" y="22769"/>
                </a:lnTo>
                <a:lnTo>
                  <a:pt x="11480" y="29307"/>
                </a:lnTo>
                <a:lnTo>
                  <a:pt x="13601" y="31997"/>
                </a:lnTo>
                <a:lnTo>
                  <a:pt x="14023" y="32677"/>
                </a:lnTo>
                <a:lnTo>
                  <a:pt x="7861" y="41472"/>
                </a:lnTo>
                <a:lnTo>
                  <a:pt x="3197" y="46882"/>
                </a:lnTo>
                <a:lnTo>
                  <a:pt x="0" y="49804"/>
                </a:lnTo>
                <a:lnTo>
                  <a:pt x="0" y="53189"/>
                </a:lnTo>
                <a:lnTo>
                  <a:pt x="1060" y="61072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03" name="object 2103"/>
          <p:cNvSpPr/>
          <p:nvPr/>
        </p:nvSpPr>
        <p:spPr>
          <a:xfrm>
            <a:off x="4019011" y="5265340"/>
            <a:ext cx="3618" cy="14421"/>
          </a:xfrm>
          <a:custGeom>
            <a:avLst/>
            <a:gdLst/>
            <a:ahLst/>
            <a:cxnLst/>
            <a:rect l="l" t="t" r="r" b="b"/>
            <a:pathLst>
              <a:path w="3618" h="14421">
                <a:moveTo>
                  <a:pt x="0" y="0"/>
                </a:moveTo>
                <a:lnTo>
                  <a:pt x="0" y="8563"/>
                </a:lnTo>
                <a:lnTo>
                  <a:pt x="217" y="11268"/>
                </a:lnTo>
                <a:lnTo>
                  <a:pt x="2557" y="14421"/>
                </a:lnTo>
                <a:lnTo>
                  <a:pt x="3618" y="9691"/>
                </a:lnTo>
                <a:lnTo>
                  <a:pt x="3618" y="6074"/>
                </a:lnTo>
                <a:lnTo>
                  <a:pt x="3197" y="2024"/>
                </a:lnTo>
                <a:lnTo>
                  <a:pt x="2121" y="448"/>
                </a:lnTo>
                <a:lnTo>
                  <a:pt x="0" y="0"/>
                </a:lnTo>
                <a:close/>
              </a:path>
            </a:pathLst>
          </a:custGeom>
          <a:solidFill>
            <a:srgbClr val="5F5F5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04" name="object 2104"/>
          <p:cNvSpPr/>
          <p:nvPr/>
        </p:nvSpPr>
        <p:spPr>
          <a:xfrm>
            <a:off x="4036856" y="5266917"/>
            <a:ext cx="36969" cy="13525"/>
          </a:xfrm>
          <a:custGeom>
            <a:avLst/>
            <a:gdLst/>
            <a:ahLst/>
            <a:cxnLst/>
            <a:rect l="l" t="t" r="r" b="b"/>
            <a:pathLst>
              <a:path w="36969" h="13525">
                <a:moveTo>
                  <a:pt x="19763" y="448"/>
                </a:moveTo>
                <a:lnTo>
                  <a:pt x="11698" y="3385"/>
                </a:lnTo>
                <a:lnTo>
                  <a:pt x="0" y="5858"/>
                </a:lnTo>
                <a:lnTo>
                  <a:pt x="7861" y="9691"/>
                </a:lnTo>
                <a:lnTo>
                  <a:pt x="22524" y="13525"/>
                </a:lnTo>
                <a:lnTo>
                  <a:pt x="30386" y="12845"/>
                </a:lnTo>
                <a:lnTo>
                  <a:pt x="36344" y="7203"/>
                </a:lnTo>
                <a:lnTo>
                  <a:pt x="36969" y="0"/>
                </a:lnTo>
                <a:lnTo>
                  <a:pt x="31447" y="216"/>
                </a:lnTo>
                <a:lnTo>
                  <a:pt x="26143" y="0"/>
                </a:lnTo>
                <a:lnTo>
                  <a:pt x="19763" y="448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05" name="object 2105"/>
          <p:cNvSpPr/>
          <p:nvPr/>
        </p:nvSpPr>
        <p:spPr>
          <a:xfrm>
            <a:off x="4007749" y="5250238"/>
            <a:ext cx="68634" cy="64009"/>
          </a:xfrm>
          <a:custGeom>
            <a:avLst/>
            <a:gdLst/>
            <a:ahLst/>
            <a:cxnLst/>
            <a:rect l="l" t="t" r="r" b="b"/>
            <a:pathLst>
              <a:path w="68634" h="64009">
                <a:moveTo>
                  <a:pt x="1060" y="57239"/>
                </a:moveTo>
                <a:lnTo>
                  <a:pt x="1918" y="61072"/>
                </a:lnTo>
                <a:lnTo>
                  <a:pt x="3197" y="62649"/>
                </a:lnTo>
                <a:lnTo>
                  <a:pt x="6161" y="63777"/>
                </a:lnTo>
                <a:lnTo>
                  <a:pt x="8922" y="64009"/>
                </a:lnTo>
                <a:lnTo>
                  <a:pt x="13601" y="63777"/>
                </a:lnTo>
                <a:lnTo>
                  <a:pt x="16784" y="61753"/>
                </a:lnTo>
                <a:lnTo>
                  <a:pt x="17641" y="59728"/>
                </a:lnTo>
                <a:lnTo>
                  <a:pt x="18063" y="52061"/>
                </a:lnTo>
                <a:lnTo>
                  <a:pt x="18920" y="45306"/>
                </a:lnTo>
                <a:lnTo>
                  <a:pt x="18920" y="40560"/>
                </a:lnTo>
                <a:lnTo>
                  <a:pt x="19342" y="38087"/>
                </a:lnTo>
                <a:lnTo>
                  <a:pt x="20402" y="33805"/>
                </a:lnTo>
                <a:lnTo>
                  <a:pt x="22103" y="32460"/>
                </a:lnTo>
                <a:lnTo>
                  <a:pt x="24646" y="32460"/>
                </a:lnTo>
                <a:lnTo>
                  <a:pt x="29964" y="33125"/>
                </a:lnTo>
                <a:lnTo>
                  <a:pt x="38248" y="35166"/>
                </a:lnTo>
                <a:lnTo>
                  <a:pt x="44831" y="36278"/>
                </a:lnTo>
                <a:lnTo>
                  <a:pt x="50353" y="36510"/>
                </a:lnTo>
                <a:lnTo>
                  <a:pt x="56514" y="36278"/>
                </a:lnTo>
                <a:lnTo>
                  <a:pt x="60351" y="35166"/>
                </a:lnTo>
                <a:lnTo>
                  <a:pt x="63533" y="33125"/>
                </a:lnTo>
                <a:lnTo>
                  <a:pt x="65873" y="30652"/>
                </a:lnTo>
                <a:lnTo>
                  <a:pt x="66934" y="27499"/>
                </a:lnTo>
                <a:lnTo>
                  <a:pt x="68634" y="8795"/>
                </a:lnTo>
                <a:lnTo>
                  <a:pt x="67355" y="4281"/>
                </a:lnTo>
                <a:lnTo>
                  <a:pt x="65873" y="2256"/>
                </a:lnTo>
                <a:lnTo>
                  <a:pt x="63315" y="0"/>
                </a:lnTo>
                <a:lnTo>
                  <a:pt x="65873" y="6986"/>
                </a:lnTo>
                <a:lnTo>
                  <a:pt x="65873" y="12845"/>
                </a:lnTo>
                <a:lnTo>
                  <a:pt x="65451" y="16895"/>
                </a:lnTo>
                <a:lnTo>
                  <a:pt x="64173" y="23665"/>
                </a:lnTo>
                <a:lnTo>
                  <a:pt x="62051" y="26138"/>
                </a:lnTo>
                <a:lnTo>
                  <a:pt x="58854" y="27715"/>
                </a:lnTo>
                <a:lnTo>
                  <a:pt x="55032" y="28163"/>
                </a:lnTo>
                <a:lnTo>
                  <a:pt x="51428" y="27715"/>
                </a:lnTo>
                <a:lnTo>
                  <a:pt x="47388" y="26587"/>
                </a:lnTo>
                <a:lnTo>
                  <a:pt x="42070" y="25474"/>
                </a:lnTo>
                <a:lnTo>
                  <a:pt x="36547" y="23881"/>
                </a:lnTo>
                <a:lnTo>
                  <a:pt x="32086" y="22769"/>
                </a:lnTo>
                <a:lnTo>
                  <a:pt x="27407" y="21640"/>
                </a:lnTo>
                <a:lnTo>
                  <a:pt x="22321" y="22769"/>
                </a:lnTo>
                <a:lnTo>
                  <a:pt x="20402" y="24793"/>
                </a:lnTo>
                <a:lnTo>
                  <a:pt x="18920" y="30652"/>
                </a:lnTo>
                <a:lnTo>
                  <a:pt x="17220" y="36062"/>
                </a:lnTo>
                <a:lnTo>
                  <a:pt x="14023" y="42369"/>
                </a:lnTo>
                <a:lnTo>
                  <a:pt x="11683" y="45970"/>
                </a:lnTo>
                <a:lnTo>
                  <a:pt x="9358" y="48227"/>
                </a:lnTo>
                <a:lnTo>
                  <a:pt x="5522" y="49356"/>
                </a:lnTo>
                <a:lnTo>
                  <a:pt x="2339" y="50036"/>
                </a:lnTo>
                <a:lnTo>
                  <a:pt x="0" y="49356"/>
                </a:lnTo>
                <a:lnTo>
                  <a:pt x="1060" y="57239"/>
                </a:lnTo>
                <a:close/>
              </a:path>
            </a:pathLst>
          </a:custGeom>
          <a:solidFill>
            <a:srgbClr val="5F5F5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06" name="object 2106"/>
          <p:cNvSpPr/>
          <p:nvPr/>
        </p:nvSpPr>
        <p:spPr>
          <a:xfrm>
            <a:off x="4133959" y="5298914"/>
            <a:ext cx="29325" cy="9027"/>
          </a:xfrm>
          <a:custGeom>
            <a:avLst/>
            <a:gdLst/>
            <a:ahLst/>
            <a:cxnLst/>
            <a:rect l="l" t="t" r="r" b="b"/>
            <a:pathLst>
              <a:path w="29325" h="9027">
                <a:moveTo>
                  <a:pt x="0" y="2256"/>
                </a:moveTo>
                <a:lnTo>
                  <a:pt x="2761" y="9027"/>
                </a:lnTo>
                <a:lnTo>
                  <a:pt x="29325" y="6986"/>
                </a:lnTo>
                <a:lnTo>
                  <a:pt x="27203" y="0"/>
                </a:lnTo>
                <a:lnTo>
                  <a:pt x="0" y="2256"/>
                </a:lnTo>
                <a:close/>
              </a:path>
            </a:pathLst>
          </a:custGeom>
          <a:solidFill>
            <a:srgbClr val="003D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07" name="object 2107"/>
          <p:cNvSpPr/>
          <p:nvPr/>
        </p:nvSpPr>
        <p:spPr>
          <a:xfrm>
            <a:off x="4129919" y="5291479"/>
            <a:ext cx="33365" cy="9475"/>
          </a:xfrm>
          <a:custGeom>
            <a:avLst/>
            <a:gdLst/>
            <a:ahLst/>
            <a:cxnLst/>
            <a:rect l="l" t="t" r="r" b="b"/>
            <a:pathLst>
              <a:path w="33365" h="9475">
                <a:moveTo>
                  <a:pt x="0" y="2024"/>
                </a:moveTo>
                <a:lnTo>
                  <a:pt x="2136" y="8115"/>
                </a:lnTo>
                <a:lnTo>
                  <a:pt x="4257" y="9475"/>
                </a:lnTo>
                <a:lnTo>
                  <a:pt x="33365" y="7898"/>
                </a:lnTo>
                <a:lnTo>
                  <a:pt x="31243" y="2256"/>
                </a:lnTo>
                <a:lnTo>
                  <a:pt x="27843" y="0"/>
                </a:lnTo>
                <a:lnTo>
                  <a:pt x="0" y="2024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08" name="object 2108"/>
          <p:cNvSpPr/>
          <p:nvPr/>
        </p:nvSpPr>
        <p:spPr>
          <a:xfrm>
            <a:off x="4290759" y="5282915"/>
            <a:ext cx="29325" cy="9243"/>
          </a:xfrm>
          <a:custGeom>
            <a:avLst/>
            <a:gdLst/>
            <a:ahLst/>
            <a:cxnLst/>
            <a:rect l="l" t="t" r="r" b="b"/>
            <a:pathLst>
              <a:path w="29325" h="9243">
                <a:moveTo>
                  <a:pt x="0" y="2488"/>
                </a:moveTo>
                <a:lnTo>
                  <a:pt x="2775" y="9243"/>
                </a:lnTo>
                <a:lnTo>
                  <a:pt x="29325" y="6986"/>
                </a:lnTo>
                <a:lnTo>
                  <a:pt x="26782" y="0"/>
                </a:lnTo>
                <a:lnTo>
                  <a:pt x="0" y="2488"/>
                </a:lnTo>
                <a:close/>
              </a:path>
            </a:pathLst>
          </a:custGeom>
          <a:solidFill>
            <a:srgbClr val="003D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09" name="object 2109"/>
          <p:cNvSpPr/>
          <p:nvPr/>
        </p:nvSpPr>
        <p:spPr>
          <a:xfrm>
            <a:off x="4286733" y="5275712"/>
            <a:ext cx="33350" cy="9460"/>
          </a:xfrm>
          <a:custGeom>
            <a:avLst/>
            <a:gdLst/>
            <a:ahLst/>
            <a:cxnLst/>
            <a:rect l="l" t="t" r="r" b="b"/>
            <a:pathLst>
              <a:path w="33350" h="9460">
                <a:moveTo>
                  <a:pt x="0" y="1344"/>
                </a:moveTo>
                <a:lnTo>
                  <a:pt x="1903" y="7883"/>
                </a:lnTo>
                <a:lnTo>
                  <a:pt x="4461" y="9460"/>
                </a:lnTo>
                <a:lnTo>
                  <a:pt x="33350" y="7651"/>
                </a:lnTo>
                <a:lnTo>
                  <a:pt x="30807" y="2241"/>
                </a:lnTo>
                <a:lnTo>
                  <a:pt x="27828" y="0"/>
                </a:lnTo>
                <a:lnTo>
                  <a:pt x="0" y="1344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10" name="object 2110"/>
          <p:cNvSpPr/>
          <p:nvPr/>
        </p:nvSpPr>
        <p:spPr>
          <a:xfrm>
            <a:off x="4174489" y="5324728"/>
            <a:ext cx="2280" cy="4544"/>
          </a:xfrm>
          <a:custGeom>
            <a:avLst/>
            <a:gdLst/>
            <a:ahLst/>
            <a:cxnLst/>
            <a:rect l="l" t="t" r="r" b="b"/>
            <a:pathLst>
              <a:path w="2280" h="4544">
                <a:moveTo>
                  <a:pt x="2280" y="4173"/>
                </a:moveTo>
                <a:lnTo>
                  <a:pt x="0" y="0"/>
                </a:lnTo>
                <a:lnTo>
                  <a:pt x="696" y="4544"/>
                </a:lnTo>
                <a:lnTo>
                  <a:pt x="2280" y="4173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11" name="object 2111"/>
          <p:cNvSpPr/>
          <p:nvPr/>
        </p:nvSpPr>
        <p:spPr>
          <a:xfrm>
            <a:off x="4172774" y="5324620"/>
            <a:ext cx="6437" cy="120198"/>
          </a:xfrm>
          <a:custGeom>
            <a:avLst/>
            <a:gdLst/>
            <a:ahLst/>
            <a:cxnLst/>
            <a:rect l="l" t="t" r="r" b="b"/>
            <a:pathLst>
              <a:path w="6437" h="120198">
                <a:moveTo>
                  <a:pt x="2426" y="106425"/>
                </a:moveTo>
                <a:lnTo>
                  <a:pt x="87" y="119054"/>
                </a:lnTo>
                <a:lnTo>
                  <a:pt x="0" y="119533"/>
                </a:lnTo>
                <a:lnTo>
                  <a:pt x="290" y="120012"/>
                </a:lnTo>
                <a:lnTo>
                  <a:pt x="755" y="120105"/>
                </a:lnTo>
                <a:lnTo>
                  <a:pt x="1220" y="120198"/>
                </a:lnTo>
                <a:lnTo>
                  <a:pt x="1656" y="119889"/>
                </a:lnTo>
                <a:lnTo>
                  <a:pt x="1758" y="119394"/>
                </a:lnTo>
                <a:lnTo>
                  <a:pt x="4098" y="106780"/>
                </a:lnTo>
                <a:lnTo>
                  <a:pt x="5158" y="95651"/>
                </a:lnTo>
                <a:lnTo>
                  <a:pt x="6437" y="83254"/>
                </a:lnTo>
                <a:lnTo>
                  <a:pt x="6437" y="70733"/>
                </a:lnTo>
                <a:lnTo>
                  <a:pt x="5812" y="54055"/>
                </a:lnTo>
                <a:lnTo>
                  <a:pt x="4315" y="35521"/>
                </a:lnTo>
                <a:lnTo>
                  <a:pt x="3255" y="25134"/>
                </a:lnTo>
                <a:lnTo>
                  <a:pt x="3255" y="16956"/>
                </a:lnTo>
                <a:lnTo>
                  <a:pt x="3676" y="9970"/>
                </a:lnTo>
                <a:lnTo>
                  <a:pt x="4097" y="4807"/>
                </a:lnTo>
                <a:lnTo>
                  <a:pt x="3996" y="4281"/>
                </a:lnTo>
                <a:lnTo>
                  <a:pt x="2412" y="4652"/>
                </a:lnTo>
                <a:lnTo>
                  <a:pt x="1743" y="231"/>
                </a:lnTo>
                <a:lnTo>
                  <a:pt x="1656" y="0"/>
                </a:lnTo>
                <a:lnTo>
                  <a:pt x="2390" y="4924"/>
                </a:lnTo>
                <a:lnTo>
                  <a:pt x="2528" y="5178"/>
                </a:lnTo>
                <a:lnTo>
                  <a:pt x="3255" y="16895"/>
                </a:lnTo>
                <a:lnTo>
                  <a:pt x="3255" y="25242"/>
                </a:lnTo>
                <a:lnTo>
                  <a:pt x="4112" y="54163"/>
                </a:lnTo>
                <a:lnTo>
                  <a:pt x="4751" y="70795"/>
                </a:lnTo>
                <a:lnTo>
                  <a:pt x="4737" y="83161"/>
                </a:lnTo>
                <a:lnTo>
                  <a:pt x="3473" y="95466"/>
                </a:lnTo>
                <a:lnTo>
                  <a:pt x="2412" y="106502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12" name="object 2112"/>
          <p:cNvSpPr/>
          <p:nvPr/>
        </p:nvSpPr>
        <p:spPr>
          <a:xfrm>
            <a:off x="4158067" y="5274893"/>
            <a:ext cx="4257" cy="9135"/>
          </a:xfrm>
          <a:custGeom>
            <a:avLst/>
            <a:gdLst/>
            <a:ahLst/>
            <a:cxnLst/>
            <a:rect l="l" t="t" r="r" b="b"/>
            <a:pathLst>
              <a:path w="4257" h="9135">
                <a:moveTo>
                  <a:pt x="4228" y="9073"/>
                </a:moveTo>
                <a:lnTo>
                  <a:pt x="1482" y="170"/>
                </a:lnTo>
                <a:lnTo>
                  <a:pt x="959" y="0"/>
                </a:lnTo>
                <a:lnTo>
                  <a:pt x="552" y="247"/>
                </a:lnTo>
                <a:lnTo>
                  <a:pt x="145" y="494"/>
                </a:lnTo>
                <a:lnTo>
                  <a:pt x="0" y="1035"/>
                </a:lnTo>
                <a:lnTo>
                  <a:pt x="217" y="1483"/>
                </a:lnTo>
                <a:lnTo>
                  <a:pt x="4245" y="9112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13" name="object 2113"/>
          <p:cNvSpPr/>
          <p:nvPr/>
        </p:nvSpPr>
        <p:spPr>
          <a:xfrm>
            <a:off x="4163808" y="5283147"/>
            <a:ext cx="2790" cy="7141"/>
          </a:xfrm>
          <a:custGeom>
            <a:avLst/>
            <a:gdLst/>
            <a:ahLst/>
            <a:cxnLst/>
            <a:rect l="l" t="t" r="r" b="b"/>
            <a:pathLst>
              <a:path w="2790" h="7141">
                <a:moveTo>
                  <a:pt x="1206" y="6986"/>
                </a:moveTo>
                <a:lnTo>
                  <a:pt x="1249" y="7141"/>
                </a:lnTo>
                <a:lnTo>
                  <a:pt x="2790" y="6383"/>
                </a:lnTo>
                <a:lnTo>
                  <a:pt x="29" y="61"/>
                </a:lnTo>
                <a:lnTo>
                  <a:pt x="1206" y="6986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14" name="object 2114"/>
          <p:cNvSpPr/>
          <p:nvPr/>
        </p:nvSpPr>
        <p:spPr>
          <a:xfrm>
            <a:off x="4168138" y="5295498"/>
            <a:ext cx="1482" cy="11763"/>
          </a:xfrm>
          <a:custGeom>
            <a:avLst/>
            <a:gdLst/>
            <a:ahLst/>
            <a:cxnLst/>
            <a:rect l="l" t="t" r="r" b="b"/>
            <a:pathLst>
              <a:path w="1482" h="11763">
                <a:moveTo>
                  <a:pt x="1322" y="11685"/>
                </a:moveTo>
                <a:lnTo>
                  <a:pt x="1482" y="5193"/>
                </a:lnTo>
                <a:lnTo>
                  <a:pt x="0" y="0"/>
                </a:lnTo>
                <a:lnTo>
                  <a:pt x="1322" y="11685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15" name="object 2115"/>
          <p:cNvSpPr/>
          <p:nvPr/>
        </p:nvSpPr>
        <p:spPr>
          <a:xfrm>
            <a:off x="4159550" y="5275063"/>
            <a:ext cx="15614" cy="54481"/>
          </a:xfrm>
          <a:custGeom>
            <a:avLst/>
            <a:gdLst/>
            <a:ahLst/>
            <a:cxnLst/>
            <a:rect l="l" t="t" r="r" b="b"/>
            <a:pathLst>
              <a:path w="15614" h="54481">
                <a:moveTo>
                  <a:pt x="13689" y="44162"/>
                </a:moveTo>
                <a:lnTo>
                  <a:pt x="12642" y="38334"/>
                </a:lnTo>
                <a:lnTo>
                  <a:pt x="11582" y="31811"/>
                </a:lnTo>
                <a:lnTo>
                  <a:pt x="10085" y="25659"/>
                </a:lnTo>
                <a:lnTo>
                  <a:pt x="9925" y="32198"/>
                </a:lnTo>
                <a:lnTo>
                  <a:pt x="8588" y="20465"/>
                </a:lnTo>
                <a:lnTo>
                  <a:pt x="7106" y="14607"/>
                </a:lnTo>
                <a:lnTo>
                  <a:pt x="7048" y="14468"/>
                </a:lnTo>
                <a:lnTo>
                  <a:pt x="5507" y="15225"/>
                </a:lnTo>
                <a:lnTo>
                  <a:pt x="5464" y="15071"/>
                </a:lnTo>
                <a:lnTo>
                  <a:pt x="4257" y="8084"/>
                </a:lnTo>
                <a:lnTo>
                  <a:pt x="217" y="432"/>
                </a:lnTo>
                <a:lnTo>
                  <a:pt x="0" y="0"/>
                </a:lnTo>
                <a:lnTo>
                  <a:pt x="2746" y="8903"/>
                </a:lnTo>
                <a:lnTo>
                  <a:pt x="5496" y="15201"/>
                </a:lnTo>
                <a:lnTo>
                  <a:pt x="6946" y="20929"/>
                </a:lnTo>
                <a:lnTo>
                  <a:pt x="8443" y="26154"/>
                </a:lnTo>
                <a:lnTo>
                  <a:pt x="9919" y="32174"/>
                </a:lnTo>
                <a:lnTo>
                  <a:pt x="10971" y="38659"/>
                </a:lnTo>
                <a:lnTo>
                  <a:pt x="12032" y="44533"/>
                </a:lnTo>
                <a:lnTo>
                  <a:pt x="13311" y="50206"/>
                </a:lnTo>
                <a:lnTo>
                  <a:pt x="13413" y="50453"/>
                </a:lnTo>
                <a:lnTo>
                  <a:pt x="15614" y="54481"/>
                </a:lnTo>
                <a:lnTo>
                  <a:pt x="14880" y="49557"/>
                </a:lnTo>
                <a:lnTo>
                  <a:pt x="13689" y="44162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16" name="object 2116"/>
          <p:cNvSpPr/>
          <p:nvPr/>
        </p:nvSpPr>
        <p:spPr>
          <a:xfrm>
            <a:off x="4174329" y="5329545"/>
            <a:ext cx="2557" cy="49238"/>
          </a:xfrm>
          <a:custGeom>
            <a:avLst/>
            <a:gdLst/>
            <a:ahLst/>
            <a:cxnLst/>
            <a:rect l="l" t="t" r="r" b="b"/>
            <a:pathLst>
              <a:path w="2557" h="49238">
                <a:moveTo>
                  <a:pt x="1075" y="30782"/>
                </a:moveTo>
                <a:lnTo>
                  <a:pt x="2557" y="49238"/>
                </a:lnTo>
                <a:lnTo>
                  <a:pt x="1700" y="20317"/>
                </a:lnTo>
                <a:lnTo>
                  <a:pt x="1700" y="11970"/>
                </a:lnTo>
                <a:lnTo>
                  <a:pt x="973" y="253"/>
                </a:lnTo>
                <a:lnTo>
                  <a:pt x="835" y="0"/>
                </a:lnTo>
                <a:lnTo>
                  <a:pt x="435" y="4906"/>
                </a:lnTo>
                <a:lnTo>
                  <a:pt x="0" y="11908"/>
                </a:lnTo>
                <a:lnTo>
                  <a:pt x="0" y="20409"/>
                </a:lnTo>
                <a:lnTo>
                  <a:pt x="1075" y="30782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17" name="object 2117"/>
          <p:cNvSpPr/>
          <p:nvPr/>
        </p:nvSpPr>
        <p:spPr>
          <a:xfrm>
            <a:off x="3964240" y="5260146"/>
            <a:ext cx="379357" cy="217491"/>
          </a:xfrm>
          <a:custGeom>
            <a:avLst/>
            <a:gdLst/>
            <a:ahLst/>
            <a:cxnLst/>
            <a:rect l="l" t="t" r="r" b="b"/>
            <a:pathLst>
              <a:path w="379357" h="217491">
                <a:moveTo>
                  <a:pt x="364636" y="13216"/>
                </a:moveTo>
                <a:lnTo>
                  <a:pt x="366074" y="12288"/>
                </a:lnTo>
                <a:lnTo>
                  <a:pt x="360756" y="5301"/>
                </a:lnTo>
                <a:lnTo>
                  <a:pt x="364636" y="13216"/>
                </a:lnTo>
                <a:close/>
              </a:path>
              <a:path w="379357" h="217491">
                <a:moveTo>
                  <a:pt x="359419" y="6414"/>
                </a:moveTo>
                <a:lnTo>
                  <a:pt x="356483" y="1808"/>
                </a:lnTo>
                <a:lnTo>
                  <a:pt x="356073" y="1808"/>
                </a:lnTo>
                <a:lnTo>
                  <a:pt x="359419" y="6414"/>
                </a:lnTo>
                <a:close/>
              </a:path>
              <a:path w="379357" h="217491">
                <a:moveTo>
                  <a:pt x="351106" y="93487"/>
                </a:moveTo>
                <a:lnTo>
                  <a:pt x="346398" y="104106"/>
                </a:lnTo>
                <a:lnTo>
                  <a:pt x="352516" y="94492"/>
                </a:lnTo>
                <a:lnTo>
                  <a:pt x="357203" y="85690"/>
                </a:lnTo>
                <a:lnTo>
                  <a:pt x="363270" y="75154"/>
                </a:lnTo>
                <a:lnTo>
                  <a:pt x="355829" y="84630"/>
                </a:lnTo>
                <a:lnTo>
                  <a:pt x="357137" y="85774"/>
                </a:lnTo>
                <a:lnTo>
                  <a:pt x="355829" y="84630"/>
                </a:lnTo>
                <a:lnTo>
                  <a:pt x="351063" y="93549"/>
                </a:lnTo>
                <a:close/>
              </a:path>
              <a:path w="379357" h="217491">
                <a:moveTo>
                  <a:pt x="355815" y="1453"/>
                </a:moveTo>
                <a:lnTo>
                  <a:pt x="356483" y="0"/>
                </a:lnTo>
                <a:lnTo>
                  <a:pt x="335877" y="0"/>
                </a:lnTo>
                <a:lnTo>
                  <a:pt x="355815" y="1453"/>
                </a:lnTo>
                <a:close/>
              </a:path>
              <a:path w="379357" h="217491">
                <a:moveTo>
                  <a:pt x="340891" y="115329"/>
                </a:moveTo>
                <a:lnTo>
                  <a:pt x="346379" y="104144"/>
                </a:lnTo>
                <a:lnTo>
                  <a:pt x="351106" y="93487"/>
                </a:lnTo>
                <a:lnTo>
                  <a:pt x="344945" y="103179"/>
                </a:lnTo>
                <a:lnTo>
                  <a:pt x="346355" y="104184"/>
                </a:lnTo>
                <a:lnTo>
                  <a:pt x="344945" y="103179"/>
                </a:lnTo>
                <a:lnTo>
                  <a:pt x="339365" y="114540"/>
                </a:lnTo>
                <a:lnTo>
                  <a:pt x="335528" y="123366"/>
                </a:lnTo>
                <a:lnTo>
                  <a:pt x="332883" y="135362"/>
                </a:lnTo>
                <a:lnTo>
                  <a:pt x="332840" y="135562"/>
                </a:lnTo>
                <a:lnTo>
                  <a:pt x="331256" y="134913"/>
                </a:lnTo>
                <a:lnTo>
                  <a:pt x="331212" y="135114"/>
                </a:lnTo>
                <a:lnTo>
                  <a:pt x="330340" y="152226"/>
                </a:lnTo>
                <a:lnTo>
                  <a:pt x="330151" y="142998"/>
                </a:lnTo>
                <a:lnTo>
                  <a:pt x="328669" y="152210"/>
                </a:lnTo>
                <a:lnTo>
                  <a:pt x="328655" y="152504"/>
                </a:lnTo>
                <a:lnTo>
                  <a:pt x="329815" y="160683"/>
                </a:lnTo>
                <a:lnTo>
                  <a:pt x="330340" y="152519"/>
                </a:lnTo>
                <a:lnTo>
                  <a:pt x="330362" y="152382"/>
                </a:lnTo>
                <a:lnTo>
                  <a:pt x="331823" y="143276"/>
                </a:lnTo>
                <a:lnTo>
                  <a:pt x="332866" y="135492"/>
                </a:lnTo>
                <a:lnTo>
                  <a:pt x="337083" y="124078"/>
                </a:lnTo>
                <a:lnTo>
                  <a:pt x="340891" y="115329"/>
                </a:lnTo>
                <a:close/>
              </a:path>
              <a:path w="379357" h="217491">
                <a:moveTo>
                  <a:pt x="330151" y="142998"/>
                </a:moveTo>
                <a:lnTo>
                  <a:pt x="330340" y="152226"/>
                </a:lnTo>
                <a:lnTo>
                  <a:pt x="331212" y="135114"/>
                </a:lnTo>
                <a:lnTo>
                  <a:pt x="330151" y="142998"/>
                </a:lnTo>
                <a:close/>
              </a:path>
              <a:path w="379357" h="217491">
                <a:moveTo>
                  <a:pt x="14619" y="207780"/>
                </a:moveTo>
                <a:lnTo>
                  <a:pt x="15204" y="215515"/>
                </a:lnTo>
                <a:lnTo>
                  <a:pt x="14633" y="207672"/>
                </a:lnTo>
                <a:close/>
              </a:path>
              <a:path w="379357" h="217491">
                <a:moveTo>
                  <a:pt x="14401" y="94557"/>
                </a:moveTo>
                <a:lnTo>
                  <a:pt x="14401" y="105482"/>
                </a:lnTo>
                <a:lnTo>
                  <a:pt x="14401" y="94557"/>
                </a:lnTo>
                <a:close/>
              </a:path>
              <a:path w="379357" h="217491">
                <a:moveTo>
                  <a:pt x="10128" y="61753"/>
                </a:moveTo>
                <a:lnTo>
                  <a:pt x="7367" y="50716"/>
                </a:lnTo>
                <a:lnTo>
                  <a:pt x="5028" y="42121"/>
                </a:lnTo>
                <a:lnTo>
                  <a:pt x="1949" y="31759"/>
                </a:lnTo>
                <a:lnTo>
                  <a:pt x="1613" y="30621"/>
                </a:lnTo>
                <a:lnTo>
                  <a:pt x="12021" y="29756"/>
                </a:lnTo>
                <a:lnTo>
                  <a:pt x="784" y="29987"/>
                </a:lnTo>
                <a:lnTo>
                  <a:pt x="828" y="31780"/>
                </a:lnTo>
                <a:lnTo>
                  <a:pt x="3400" y="42647"/>
                </a:lnTo>
                <a:lnTo>
                  <a:pt x="5725" y="51195"/>
                </a:lnTo>
                <a:lnTo>
                  <a:pt x="8472" y="62124"/>
                </a:lnTo>
                <a:lnTo>
                  <a:pt x="10128" y="61753"/>
                </a:lnTo>
                <a:close/>
              </a:path>
              <a:path w="379357" h="217491">
                <a:moveTo>
                  <a:pt x="11930" y="29771"/>
                </a:moveTo>
                <a:lnTo>
                  <a:pt x="1613" y="30621"/>
                </a:lnTo>
                <a:lnTo>
                  <a:pt x="1949" y="31759"/>
                </a:lnTo>
                <a:lnTo>
                  <a:pt x="12090" y="31564"/>
                </a:lnTo>
                <a:lnTo>
                  <a:pt x="12047" y="29755"/>
                </a:lnTo>
                <a:lnTo>
                  <a:pt x="1613" y="30621"/>
                </a:lnTo>
                <a:lnTo>
                  <a:pt x="11930" y="29771"/>
                </a:lnTo>
                <a:close/>
              </a:path>
              <a:path w="379357" h="217491">
                <a:moveTo>
                  <a:pt x="21754" y="29972"/>
                </a:moveTo>
                <a:lnTo>
                  <a:pt x="35370" y="27483"/>
                </a:lnTo>
                <a:lnTo>
                  <a:pt x="35835" y="27406"/>
                </a:lnTo>
                <a:lnTo>
                  <a:pt x="36141" y="26942"/>
                </a:lnTo>
                <a:lnTo>
                  <a:pt x="36068" y="26447"/>
                </a:lnTo>
                <a:lnTo>
                  <a:pt x="35981" y="25953"/>
                </a:lnTo>
                <a:lnTo>
                  <a:pt x="35545" y="25628"/>
                </a:lnTo>
                <a:lnTo>
                  <a:pt x="35080" y="25721"/>
                </a:lnTo>
                <a:lnTo>
                  <a:pt x="21492" y="28194"/>
                </a:lnTo>
                <a:lnTo>
                  <a:pt x="12021" y="29756"/>
                </a:lnTo>
                <a:lnTo>
                  <a:pt x="12090" y="31564"/>
                </a:lnTo>
                <a:lnTo>
                  <a:pt x="21754" y="29972"/>
                </a:lnTo>
                <a:close/>
              </a:path>
              <a:path w="379357" h="217491">
                <a:moveTo>
                  <a:pt x="828" y="31780"/>
                </a:moveTo>
                <a:lnTo>
                  <a:pt x="784" y="29987"/>
                </a:lnTo>
                <a:lnTo>
                  <a:pt x="0" y="31147"/>
                </a:lnTo>
                <a:lnTo>
                  <a:pt x="3400" y="42647"/>
                </a:lnTo>
                <a:lnTo>
                  <a:pt x="828" y="31780"/>
                </a:lnTo>
                <a:close/>
              </a:path>
              <a:path w="379357" h="217491">
                <a:moveTo>
                  <a:pt x="11625" y="71769"/>
                </a:moveTo>
                <a:lnTo>
                  <a:pt x="13311" y="84120"/>
                </a:lnTo>
                <a:lnTo>
                  <a:pt x="13543" y="84614"/>
                </a:lnTo>
                <a:lnTo>
                  <a:pt x="18499" y="90473"/>
                </a:lnTo>
                <a:lnTo>
                  <a:pt x="19240" y="92096"/>
                </a:lnTo>
                <a:lnTo>
                  <a:pt x="19472" y="90643"/>
                </a:lnTo>
                <a:lnTo>
                  <a:pt x="13499" y="84319"/>
                </a:lnTo>
                <a:lnTo>
                  <a:pt x="11625" y="71769"/>
                </a:lnTo>
                <a:close/>
              </a:path>
              <a:path w="379357" h="217491">
                <a:moveTo>
                  <a:pt x="18266" y="91926"/>
                </a:moveTo>
                <a:lnTo>
                  <a:pt x="17416" y="91023"/>
                </a:lnTo>
                <a:lnTo>
                  <a:pt x="13180" y="93178"/>
                </a:lnTo>
                <a:lnTo>
                  <a:pt x="12700" y="93997"/>
                </a:lnTo>
                <a:lnTo>
                  <a:pt x="12700" y="105544"/>
                </a:lnTo>
                <a:lnTo>
                  <a:pt x="13340" y="117029"/>
                </a:lnTo>
                <a:lnTo>
                  <a:pt x="14619" y="131714"/>
                </a:lnTo>
                <a:lnTo>
                  <a:pt x="13921" y="94801"/>
                </a:lnTo>
                <a:lnTo>
                  <a:pt x="14401" y="93997"/>
                </a:lnTo>
                <a:lnTo>
                  <a:pt x="18266" y="91926"/>
                </a:lnTo>
                <a:close/>
              </a:path>
              <a:path w="379357" h="217491">
                <a:moveTo>
                  <a:pt x="15898" y="182955"/>
                </a:moveTo>
                <a:lnTo>
                  <a:pt x="15040" y="196929"/>
                </a:lnTo>
                <a:lnTo>
                  <a:pt x="14619" y="207769"/>
                </a:lnTo>
                <a:lnTo>
                  <a:pt x="14052" y="215712"/>
                </a:lnTo>
                <a:lnTo>
                  <a:pt x="15026" y="216738"/>
                </a:lnTo>
                <a:lnTo>
                  <a:pt x="14328" y="217491"/>
                </a:lnTo>
                <a:lnTo>
                  <a:pt x="316041" y="165875"/>
                </a:lnTo>
                <a:lnTo>
                  <a:pt x="330965" y="162258"/>
                </a:lnTo>
                <a:lnTo>
                  <a:pt x="331619" y="161253"/>
                </a:lnTo>
                <a:lnTo>
                  <a:pt x="330362" y="152382"/>
                </a:lnTo>
                <a:lnTo>
                  <a:pt x="330587" y="160496"/>
                </a:lnTo>
                <a:lnTo>
                  <a:pt x="329933" y="161516"/>
                </a:lnTo>
                <a:lnTo>
                  <a:pt x="329815" y="160683"/>
                </a:lnTo>
                <a:lnTo>
                  <a:pt x="315707" y="164113"/>
                </a:lnTo>
                <a:lnTo>
                  <a:pt x="15204" y="215515"/>
                </a:lnTo>
                <a:lnTo>
                  <a:pt x="14619" y="207780"/>
                </a:lnTo>
                <a:lnTo>
                  <a:pt x="15204" y="215515"/>
                </a:lnTo>
                <a:lnTo>
                  <a:pt x="16304" y="207950"/>
                </a:lnTo>
                <a:lnTo>
                  <a:pt x="15898" y="183017"/>
                </a:lnTo>
                <a:lnTo>
                  <a:pt x="16304" y="207950"/>
                </a:lnTo>
                <a:lnTo>
                  <a:pt x="15898" y="158455"/>
                </a:lnTo>
                <a:lnTo>
                  <a:pt x="15898" y="182955"/>
                </a:lnTo>
                <a:close/>
              </a:path>
              <a:path w="379357" h="217491">
                <a:moveTo>
                  <a:pt x="14052" y="215712"/>
                </a:moveTo>
                <a:lnTo>
                  <a:pt x="14619" y="207769"/>
                </a:lnTo>
                <a:lnTo>
                  <a:pt x="13355" y="216464"/>
                </a:lnTo>
                <a:lnTo>
                  <a:pt x="14328" y="217491"/>
                </a:lnTo>
                <a:lnTo>
                  <a:pt x="15026" y="216738"/>
                </a:lnTo>
                <a:lnTo>
                  <a:pt x="14052" y="215712"/>
                </a:lnTo>
                <a:close/>
              </a:path>
              <a:path w="379357" h="217491">
                <a:moveTo>
                  <a:pt x="16319" y="131544"/>
                </a:moveTo>
                <a:lnTo>
                  <a:pt x="15040" y="116905"/>
                </a:lnTo>
                <a:lnTo>
                  <a:pt x="14401" y="105436"/>
                </a:lnTo>
                <a:lnTo>
                  <a:pt x="14401" y="94557"/>
                </a:lnTo>
                <a:lnTo>
                  <a:pt x="19240" y="92096"/>
                </a:lnTo>
                <a:lnTo>
                  <a:pt x="18499" y="90473"/>
                </a:lnTo>
                <a:lnTo>
                  <a:pt x="13543" y="84614"/>
                </a:lnTo>
                <a:lnTo>
                  <a:pt x="13311" y="84120"/>
                </a:lnTo>
                <a:lnTo>
                  <a:pt x="11625" y="71769"/>
                </a:lnTo>
                <a:lnTo>
                  <a:pt x="10143" y="61845"/>
                </a:lnTo>
                <a:lnTo>
                  <a:pt x="8486" y="62216"/>
                </a:lnTo>
                <a:lnTo>
                  <a:pt x="5725" y="51180"/>
                </a:lnTo>
                <a:lnTo>
                  <a:pt x="8485" y="62210"/>
                </a:lnTo>
                <a:lnTo>
                  <a:pt x="9954" y="72047"/>
                </a:lnTo>
                <a:lnTo>
                  <a:pt x="11858" y="84893"/>
                </a:lnTo>
                <a:lnTo>
                  <a:pt x="12105" y="85387"/>
                </a:lnTo>
                <a:lnTo>
                  <a:pt x="17416" y="91023"/>
                </a:lnTo>
                <a:lnTo>
                  <a:pt x="18266" y="91926"/>
                </a:lnTo>
                <a:lnTo>
                  <a:pt x="14401" y="93997"/>
                </a:lnTo>
                <a:lnTo>
                  <a:pt x="13921" y="94801"/>
                </a:lnTo>
                <a:lnTo>
                  <a:pt x="14619" y="131714"/>
                </a:lnTo>
                <a:lnTo>
                  <a:pt x="15898" y="158502"/>
                </a:lnTo>
                <a:lnTo>
                  <a:pt x="16304" y="207950"/>
                </a:lnTo>
                <a:lnTo>
                  <a:pt x="16740" y="197037"/>
                </a:lnTo>
                <a:lnTo>
                  <a:pt x="17583" y="183079"/>
                </a:lnTo>
                <a:lnTo>
                  <a:pt x="17583" y="158409"/>
                </a:lnTo>
                <a:lnTo>
                  <a:pt x="16319" y="131590"/>
                </a:lnTo>
                <a:close/>
              </a:path>
              <a:path w="379357" h="217491">
                <a:moveTo>
                  <a:pt x="331256" y="134913"/>
                </a:moveTo>
                <a:lnTo>
                  <a:pt x="332840" y="135562"/>
                </a:lnTo>
                <a:lnTo>
                  <a:pt x="332883" y="135362"/>
                </a:lnTo>
                <a:lnTo>
                  <a:pt x="335514" y="123413"/>
                </a:lnTo>
                <a:lnTo>
                  <a:pt x="331256" y="134913"/>
                </a:lnTo>
                <a:close/>
              </a:path>
              <a:path w="379357" h="217491">
                <a:moveTo>
                  <a:pt x="335020" y="417"/>
                </a:moveTo>
                <a:lnTo>
                  <a:pt x="335020" y="1406"/>
                </a:lnTo>
                <a:lnTo>
                  <a:pt x="335397" y="1808"/>
                </a:lnTo>
                <a:lnTo>
                  <a:pt x="356483" y="1808"/>
                </a:lnTo>
                <a:lnTo>
                  <a:pt x="359419" y="6414"/>
                </a:lnTo>
                <a:lnTo>
                  <a:pt x="364682" y="13324"/>
                </a:lnTo>
                <a:lnTo>
                  <a:pt x="368429" y="22166"/>
                </a:lnTo>
                <a:lnTo>
                  <a:pt x="370013" y="21501"/>
                </a:lnTo>
                <a:lnTo>
                  <a:pt x="366176" y="12489"/>
                </a:lnTo>
                <a:lnTo>
                  <a:pt x="366074" y="12288"/>
                </a:lnTo>
                <a:lnTo>
                  <a:pt x="364636" y="13216"/>
                </a:lnTo>
                <a:lnTo>
                  <a:pt x="360756" y="5301"/>
                </a:lnTo>
                <a:lnTo>
                  <a:pt x="357152" y="355"/>
                </a:lnTo>
                <a:lnTo>
                  <a:pt x="356483" y="0"/>
                </a:lnTo>
                <a:lnTo>
                  <a:pt x="355815" y="1453"/>
                </a:lnTo>
                <a:lnTo>
                  <a:pt x="335877" y="0"/>
                </a:lnTo>
                <a:lnTo>
                  <a:pt x="335397" y="0"/>
                </a:lnTo>
                <a:lnTo>
                  <a:pt x="335020" y="417"/>
                </a:lnTo>
                <a:close/>
              </a:path>
              <a:path w="379357" h="217491">
                <a:moveTo>
                  <a:pt x="373224" y="31502"/>
                </a:moveTo>
                <a:lnTo>
                  <a:pt x="370042" y="21578"/>
                </a:lnTo>
                <a:lnTo>
                  <a:pt x="368429" y="22166"/>
                </a:lnTo>
                <a:lnTo>
                  <a:pt x="364752" y="13417"/>
                </a:lnTo>
                <a:lnTo>
                  <a:pt x="368440" y="22201"/>
                </a:lnTo>
                <a:lnTo>
                  <a:pt x="371597" y="31997"/>
                </a:lnTo>
                <a:lnTo>
                  <a:pt x="374130" y="42777"/>
                </a:lnTo>
                <a:lnTo>
                  <a:pt x="375186" y="50391"/>
                </a:lnTo>
                <a:lnTo>
                  <a:pt x="375389" y="50855"/>
                </a:lnTo>
                <a:lnTo>
                  <a:pt x="377577" y="53568"/>
                </a:lnTo>
                <a:lnTo>
                  <a:pt x="377802" y="53050"/>
                </a:lnTo>
                <a:lnTo>
                  <a:pt x="377932" y="54008"/>
                </a:lnTo>
                <a:lnTo>
                  <a:pt x="376799" y="59666"/>
                </a:lnTo>
                <a:lnTo>
                  <a:pt x="379357" y="53807"/>
                </a:lnTo>
                <a:lnTo>
                  <a:pt x="379226" y="52834"/>
                </a:lnTo>
                <a:lnTo>
                  <a:pt x="376872" y="50128"/>
                </a:lnTo>
                <a:lnTo>
                  <a:pt x="376683" y="49680"/>
                </a:lnTo>
                <a:lnTo>
                  <a:pt x="375796" y="42384"/>
                </a:lnTo>
                <a:lnTo>
                  <a:pt x="374140" y="42817"/>
                </a:lnTo>
                <a:lnTo>
                  <a:pt x="373224" y="31502"/>
                </a:lnTo>
                <a:close/>
              </a:path>
              <a:path w="379357" h="217491">
                <a:moveTo>
                  <a:pt x="376836" y="49870"/>
                </a:moveTo>
                <a:lnTo>
                  <a:pt x="375811" y="42477"/>
                </a:lnTo>
                <a:lnTo>
                  <a:pt x="376683" y="49680"/>
                </a:lnTo>
                <a:lnTo>
                  <a:pt x="376872" y="50128"/>
                </a:lnTo>
                <a:lnTo>
                  <a:pt x="379226" y="52834"/>
                </a:lnTo>
                <a:lnTo>
                  <a:pt x="376836" y="49870"/>
                </a:lnTo>
                <a:close/>
              </a:path>
              <a:path w="379357" h="217491">
                <a:moveTo>
                  <a:pt x="374125" y="42740"/>
                </a:moveTo>
                <a:lnTo>
                  <a:pt x="375796" y="42384"/>
                </a:lnTo>
                <a:lnTo>
                  <a:pt x="373239" y="31564"/>
                </a:lnTo>
                <a:lnTo>
                  <a:pt x="374125" y="42740"/>
                </a:lnTo>
                <a:close/>
              </a:path>
              <a:path w="379357" h="217491">
                <a:moveTo>
                  <a:pt x="368458" y="22243"/>
                </a:moveTo>
                <a:lnTo>
                  <a:pt x="371611" y="32074"/>
                </a:lnTo>
                <a:lnTo>
                  <a:pt x="368458" y="22243"/>
                </a:lnTo>
                <a:close/>
              </a:path>
              <a:path w="379357" h="217491">
                <a:moveTo>
                  <a:pt x="330587" y="160496"/>
                </a:moveTo>
                <a:lnTo>
                  <a:pt x="330362" y="152382"/>
                </a:lnTo>
                <a:lnTo>
                  <a:pt x="330340" y="152519"/>
                </a:lnTo>
                <a:lnTo>
                  <a:pt x="329815" y="160683"/>
                </a:lnTo>
                <a:lnTo>
                  <a:pt x="329933" y="161516"/>
                </a:lnTo>
                <a:lnTo>
                  <a:pt x="330587" y="160496"/>
                </a:lnTo>
                <a:close/>
              </a:path>
              <a:path w="379357" h="217491">
                <a:moveTo>
                  <a:pt x="376712" y="59820"/>
                </a:moveTo>
                <a:lnTo>
                  <a:pt x="375259" y="58908"/>
                </a:lnTo>
                <a:lnTo>
                  <a:pt x="370768" y="68384"/>
                </a:lnTo>
                <a:lnTo>
                  <a:pt x="376712" y="59820"/>
                </a:lnTo>
                <a:close/>
              </a:path>
              <a:path w="379357" h="217491">
                <a:moveTo>
                  <a:pt x="377932" y="54008"/>
                </a:moveTo>
                <a:lnTo>
                  <a:pt x="377802" y="53050"/>
                </a:lnTo>
                <a:lnTo>
                  <a:pt x="377577" y="53568"/>
                </a:lnTo>
                <a:lnTo>
                  <a:pt x="375346" y="58754"/>
                </a:lnTo>
                <a:lnTo>
                  <a:pt x="369402" y="67317"/>
                </a:lnTo>
                <a:lnTo>
                  <a:pt x="363270" y="75154"/>
                </a:lnTo>
                <a:lnTo>
                  <a:pt x="357224" y="85650"/>
                </a:lnTo>
                <a:lnTo>
                  <a:pt x="364578" y="76314"/>
                </a:lnTo>
                <a:lnTo>
                  <a:pt x="370739" y="68415"/>
                </a:lnTo>
                <a:lnTo>
                  <a:pt x="375259" y="58908"/>
                </a:lnTo>
                <a:lnTo>
                  <a:pt x="376712" y="59820"/>
                </a:lnTo>
                <a:lnTo>
                  <a:pt x="376799" y="59666"/>
                </a:lnTo>
                <a:lnTo>
                  <a:pt x="377932" y="54008"/>
                </a:lnTo>
                <a:close/>
              </a:path>
              <a:path w="379357" h="217491">
                <a:moveTo>
                  <a:pt x="375346" y="58754"/>
                </a:moveTo>
                <a:lnTo>
                  <a:pt x="377577" y="53568"/>
                </a:lnTo>
                <a:lnTo>
                  <a:pt x="375292" y="58831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18" name="object 2118"/>
          <p:cNvSpPr/>
          <p:nvPr/>
        </p:nvSpPr>
        <p:spPr>
          <a:xfrm>
            <a:off x="3366514" y="5375104"/>
            <a:ext cx="175499" cy="113588"/>
          </a:xfrm>
          <a:custGeom>
            <a:avLst/>
            <a:gdLst/>
            <a:ahLst/>
            <a:cxnLst/>
            <a:rect l="l" t="t" r="r" b="b"/>
            <a:pathLst>
              <a:path w="175499" h="113588">
                <a:moveTo>
                  <a:pt x="0" y="0"/>
                </a:moveTo>
                <a:lnTo>
                  <a:pt x="0" y="69636"/>
                </a:lnTo>
                <a:lnTo>
                  <a:pt x="175499" y="113588"/>
                </a:lnTo>
                <a:lnTo>
                  <a:pt x="175499" y="3606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19" name="object 2119"/>
          <p:cNvSpPr/>
          <p:nvPr/>
        </p:nvSpPr>
        <p:spPr>
          <a:xfrm>
            <a:off x="3381771" y="5395709"/>
            <a:ext cx="18475" cy="15241"/>
          </a:xfrm>
          <a:custGeom>
            <a:avLst/>
            <a:gdLst/>
            <a:ahLst/>
            <a:cxnLst/>
            <a:rect l="l" t="t" r="r" b="b"/>
            <a:pathLst>
              <a:path w="18475" h="15241">
                <a:moveTo>
                  <a:pt x="15980" y="12118"/>
                </a:moveTo>
                <a:lnTo>
                  <a:pt x="13068" y="10634"/>
                </a:lnTo>
                <a:lnTo>
                  <a:pt x="10378" y="9089"/>
                </a:lnTo>
                <a:lnTo>
                  <a:pt x="7921" y="7496"/>
                </a:lnTo>
                <a:lnTo>
                  <a:pt x="5692" y="5873"/>
                </a:lnTo>
                <a:lnTo>
                  <a:pt x="3737" y="4204"/>
                </a:lnTo>
                <a:lnTo>
                  <a:pt x="2018" y="2519"/>
                </a:lnTo>
                <a:lnTo>
                  <a:pt x="1274" y="1669"/>
                </a:lnTo>
                <a:lnTo>
                  <a:pt x="597" y="819"/>
                </a:lnTo>
                <a:lnTo>
                  <a:pt x="0" y="0"/>
                </a:lnTo>
                <a:lnTo>
                  <a:pt x="5" y="2875"/>
                </a:lnTo>
                <a:lnTo>
                  <a:pt x="822" y="3802"/>
                </a:lnTo>
                <a:lnTo>
                  <a:pt x="2628" y="5580"/>
                </a:lnTo>
                <a:lnTo>
                  <a:pt x="4680" y="7326"/>
                </a:lnTo>
                <a:lnTo>
                  <a:pt x="6998" y="9011"/>
                </a:lnTo>
                <a:lnTo>
                  <a:pt x="9532" y="10650"/>
                </a:lnTo>
                <a:lnTo>
                  <a:pt x="12294" y="12242"/>
                </a:lnTo>
                <a:lnTo>
                  <a:pt x="15273" y="13757"/>
                </a:lnTo>
                <a:lnTo>
                  <a:pt x="18475" y="15241"/>
                </a:lnTo>
                <a:lnTo>
                  <a:pt x="16011" y="12134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20" name="object 2120"/>
          <p:cNvSpPr/>
          <p:nvPr/>
        </p:nvSpPr>
        <p:spPr>
          <a:xfrm>
            <a:off x="3379942" y="5392154"/>
            <a:ext cx="1835" cy="6430"/>
          </a:xfrm>
          <a:custGeom>
            <a:avLst/>
            <a:gdLst/>
            <a:ahLst/>
            <a:cxnLst/>
            <a:rect l="l" t="t" r="r" b="b"/>
            <a:pathLst>
              <a:path w="1835" h="6430">
                <a:moveTo>
                  <a:pt x="0" y="0"/>
                </a:moveTo>
                <a:lnTo>
                  <a:pt x="342" y="881"/>
                </a:lnTo>
                <a:lnTo>
                  <a:pt x="417" y="4559"/>
                </a:lnTo>
                <a:lnTo>
                  <a:pt x="1102" y="5502"/>
                </a:lnTo>
                <a:lnTo>
                  <a:pt x="1835" y="6430"/>
                </a:lnTo>
                <a:lnTo>
                  <a:pt x="1797" y="3508"/>
                </a:lnTo>
                <a:lnTo>
                  <a:pt x="1252" y="2643"/>
                </a:lnTo>
                <a:lnTo>
                  <a:pt x="764" y="1762"/>
                </a:lnTo>
                <a:lnTo>
                  <a:pt x="370" y="942"/>
                </a:lnTo>
                <a:lnTo>
                  <a:pt x="0" y="0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21" name="object 2121"/>
          <p:cNvSpPr/>
          <p:nvPr/>
        </p:nvSpPr>
        <p:spPr>
          <a:xfrm>
            <a:off x="3380302" y="5393072"/>
            <a:ext cx="429" cy="890"/>
          </a:xfrm>
          <a:custGeom>
            <a:avLst/>
            <a:gdLst/>
            <a:ahLst/>
            <a:cxnLst/>
            <a:rect l="l" t="t" r="r" b="b"/>
            <a:pathLst>
              <a:path w="429" h="890">
                <a:moveTo>
                  <a:pt x="429" y="890"/>
                </a:moveTo>
                <a:lnTo>
                  <a:pt x="0" y="0"/>
                </a:lnTo>
                <a:lnTo>
                  <a:pt x="403" y="844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22" name="object 2122"/>
          <p:cNvSpPr/>
          <p:nvPr/>
        </p:nvSpPr>
        <p:spPr>
          <a:xfrm>
            <a:off x="3381739" y="5395663"/>
            <a:ext cx="653" cy="2921"/>
          </a:xfrm>
          <a:custGeom>
            <a:avLst/>
            <a:gdLst/>
            <a:ahLst/>
            <a:cxnLst/>
            <a:rect l="l" t="t" r="r" b="b"/>
            <a:pathLst>
              <a:path w="653" h="2921">
                <a:moveTo>
                  <a:pt x="31" y="46"/>
                </a:moveTo>
                <a:lnTo>
                  <a:pt x="653" y="896"/>
                </a:lnTo>
                <a:lnTo>
                  <a:pt x="19" y="27"/>
                </a:lnTo>
                <a:lnTo>
                  <a:pt x="37" y="2921"/>
                </a:lnTo>
                <a:lnTo>
                  <a:pt x="31" y="46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23" name="object 2123"/>
          <p:cNvSpPr/>
          <p:nvPr/>
        </p:nvSpPr>
        <p:spPr>
          <a:xfrm>
            <a:off x="3394840" y="5406344"/>
            <a:ext cx="102008" cy="19708"/>
          </a:xfrm>
          <a:custGeom>
            <a:avLst/>
            <a:gdLst/>
            <a:ahLst/>
            <a:cxnLst/>
            <a:rect l="l" t="t" r="r" b="b"/>
            <a:pathLst>
              <a:path w="102008" h="19708">
                <a:moveTo>
                  <a:pt x="0" y="0"/>
                </a:moveTo>
                <a:lnTo>
                  <a:pt x="2912" y="1483"/>
                </a:lnTo>
                <a:lnTo>
                  <a:pt x="5407" y="4606"/>
                </a:lnTo>
                <a:lnTo>
                  <a:pt x="8802" y="6012"/>
                </a:lnTo>
                <a:lnTo>
                  <a:pt x="12391" y="7373"/>
                </a:lnTo>
                <a:lnTo>
                  <a:pt x="16175" y="8671"/>
                </a:lnTo>
                <a:lnTo>
                  <a:pt x="20142" y="9908"/>
                </a:lnTo>
                <a:lnTo>
                  <a:pt x="24282" y="11083"/>
                </a:lnTo>
                <a:lnTo>
                  <a:pt x="28585" y="12180"/>
                </a:lnTo>
                <a:lnTo>
                  <a:pt x="33039" y="13216"/>
                </a:lnTo>
                <a:lnTo>
                  <a:pt x="37653" y="14205"/>
                </a:lnTo>
                <a:lnTo>
                  <a:pt x="42413" y="15102"/>
                </a:lnTo>
                <a:lnTo>
                  <a:pt x="47311" y="15921"/>
                </a:lnTo>
                <a:lnTo>
                  <a:pt x="52329" y="16663"/>
                </a:lnTo>
                <a:lnTo>
                  <a:pt x="57465" y="17343"/>
                </a:lnTo>
                <a:lnTo>
                  <a:pt x="62722" y="17930"/>
                </a:lnTo>
                <a:lnTo>
                  <a:pt x="68088" y="18440"/>
                </a:lnTo>
                <a:lnTo>
                  <a:pt x="73540" y="18873"/>
                </a:lnTo>
                <a:lnTo>
                  <a:pt x="79091" y="19213"/>
                </a:lnTo>
                <a:lnTo>
                  <a:pt x="84715" y="19461"/>
                </a:lnTo>
                <a:lnTo>
                  <a:pt x="90412" y="19631"/>
                </a:lnTo>
                <a:lnTo>
                  <a:pt x="96181" y="19708"/>
                </a:lnTo>
                <a:lnTo>
                  <a:pt x="102008" y="19662"/>
                </a:lnTo>
                <a:lnTo>
                  <a:pt x="96210" y="17899"/>
                </a:lnTo>
                <a:lnTo>
                  <a:pt x="90455" y="17822"/>
                </a:lnTo>
                <a:lnTo>
                  <a:pt x="84773" y="17668"/>
                </a:lnTo>
                <a:lnTo>
                  <a:pt x="79178" y="17405"/>
                </a:lnTo>
                <a:lnTo>
                  <a:pt x="73656" y="17080"/>
                </a:lnTo>
                <a:lnTo>
                  <a:pt x="68226" y="16647"/>
                </a:lnTo>
                <a:lnTo>
                  <a:pt x="62888" y="16137"/>
                </a:lnTo>
                <a:lnTo>
                  <a:pt x="57659" y="15550"/>
                </a:lnTo>
                <a:lnTo>
                  <a:pt x="52551" y="14885"/>
                </a:lnTo>
                <a:lnTo>
                  <a:pt x="47561" y="14143"/>
                </a:lnTo>
                <a:lnTo>
                  <a:pt x="42694" y="13324"/>
                </a:lnTo>
                <a:lnTo>
                  <a:pt x="37969" y="12427"/>
                </a:lnTo>
                <a:lnTo>
                  <a:pt x="33387" y="11454"/>
                </a:lnTo>
                <a:lnTo>
                  <a:pt x="28968" y="10433"/>
                </a:lnTo>
                <a:lnTo>
                  <a:pt x="24702" y="9336"/>
                </a:lnTo>
                <a:lnTo>
                  <a:pt x="20601" y="8161"/>
                </a:lnTo>
                <a:lnTo>
                  <a:pt x="16676" y="6940"/>
                </a:lnTo>
                <a:lnTo>
                  <a:pt x="12937" y="5657"/>
                </a:lnTo>
                <a:lnTo>
                  <a:pt x="9397" y="4328"/>
                </a:lnTo>
                <a:lnTo>
                  <a:pt x="6055" y="2936"/>
                </a:lnTo>
                <a:lnTo>
                  <a:pt x="2914" y="1484"/>
                </a:lnTo>
                <a:lnTo>
                  <a:pt x="0" y="0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24" name="object 2124"/>
          <p:cNvSpPr/>
          <p:nvPr/>
        </p:nvSpPr>
        <p:spPr>
          <a:xfrm>
            <a:off x="3485295" y="5422884"/>
            <a:ext cx="38538" cy="3122"/>
          </a:xfrm>
          <a:custGeom>
            <a:avLst/>
            <a:gdLst/>
            <a:ahLst/>
            <a:cxnLst/>
            <a:rect l="l" t="t" r="r" b="b"/>
            <a:pathLst>
              <a:path w="38538" h="3122">
                <a:moveTo>
                  <a:pt x="22582" y="2828"/>
                </a:moveTo>
                <a:lnTo>
                  <a:pt x="27683" y="2565"/>
                </a:lnTo>
                <a:lnTo>
                  <a:pt x="32711" y="2225"/>
                </a:lnTo>
                <a:lnTo>
                  <a:pt x="37710" y="1839"/>
                </a:lnTo>
                <a:lnTo>
                  <a:pt x="38190" y="1793"/>
                </a:lnTo>
                <a:lnTo>
                  <a:pt x="38538" y="1375"/>
                </a:lnTo>
                <a:lnTo>
                  <a:pt x="38495" y="865"/>
                </a:lnTo>
                <a:lnTo>
                  <a:pt x="38466" y="370"/>
                </a:lnTo>
                <a:lnTo>
                  <a:pt x="38059" y="0"/>
                </a:lnTo>
                <a:lnTo>
                  <a:pt x="37594" y="46"/>
                </a:lnTo>
                <a:lnTo>
                  <a:pt x="32595" y="432"/>
                </a:lnTo>
                <a:lnTo>
                  <a:pt x="27596" y="772"/>
                </a:lnTo>
                <a:lnTo>
                  <a:pt x="22510" y="1020"/>
                </a:lnTo>
                <a:lnTo>
                  <a:pt x="17380" y="1205"/>
                </a:lnTo>
                <a:lnTo>
                  <a:pt x="11538" y="1329"/>
                </a:lnTo>
                <a:lnTo>
                  <a:pt x="5750" y="1360"/>
                </a:lnTo>
                <a:lnTo>
                  <a:pt x="0" y="1282"/>
                </a:lnTo>
                <a:lnTo>
                  <a:pt x="5740" y="1360"/>
                </a:lnTo>
                <a:lnTo>
                  <a:pt x="11552" y="3122"/>
                </a:lnTo>
                <a:lnTo>
                  <a:pt x="17423" y="3014"/>
                </a:lnTo>
                <a:lnTo>
                  <a:pt x="22582" y="2828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25" name="object 2125"/>
          <p:cNvSpPr/>
          <p:nvPr/>
        </p:nvSpPr>
        <p:spPr>
          <a:xfrm>
            <a:off x="3377910" y="5390546"/>
            <a:ext cx="2448" cy="6167"/>
          </a:xfrm>
          <a:custGeom>
            <a:avLst/>
            <a:gdLst/>
            <a:ahLst/>
            <a:cxnLst/>
            <a:rect l="l" t="t" r="r" b="b"/>
            <a:pathLst>
              <a:path w="2448" h="6167">
                <a:moveTo>
                  <a:pt x="440" y="2241"/>
                </a:moveTo>
                <a:lnTo>
                  <a:pt x="834" y="3246"/>
                </a:lnTo>
                <a:lnTo>
                  <a:pt x="1307" y="4235"/>
                </a:lnTo>
                <a:lnTo>
                  <a:pt x="1845" y="5209"/>
                </a:lnTo>
                <a:lnTo>
                  <a:pt x="2448" y="6167"/>
                </a:lnTo>
                <a:lnTo>
                  <a:pt x="2374" y="2488"/>
                </a:lnTo>
                <a:lnTo>
                  <a:pt x="2054" y="1684"/>
                </a:lnTo>
                <a:lnTo>
                  <a:pt x="1761" y="726"/>
                </a:lnTo>
                <a:lnTo>
                  <a:pt x="1614" y="262"/>
                </a:lnTo>
                <a:lnTo>
                  <a:pt x="1133" y="0"/>
                </a:lnTo>
                <a:lnTo>
                  <a:pt x="688" y="154"/>
                </a:lnTo>
                <a:lnTo>
                  <a:pt x="242" y="309"/>
                </a:lnTo>
                <a:lnTo>
                  <a:pt x="0" y="819"/>
                </a:lnTo>
                <a:lnTo>
                  <a:pt x="145" y="1298"/>
                </a:lnTo>
                <a:lnTo>
                  <a:pt x="440" y="2241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26" name="object 2126"/>
          <p:cNvSpPr/>
          <p:nvPr/>
        </p:nvSpPr>
        <p:spPr>
          <a:xfrm>
            <a:off x="3384904" y="5407009"/>
            <a:ext cx="113557" cy="27375"/>
          </a:xfrm>
          <a:custGeom>
            <a:avLst/>
            <a:gdLst/>
            <a:ahLst/>
            <a:cxnLst/>
            <a:rect l="l" t="t" r="r" b="b"/>
            <a:pathLst>
              <a:path w="113557" h="27375">
                <a:moveTo>
                  <a:pt x="27991" y="14870"/>
                </a:moveTo>
                <a:lnTo>
                  <a:pt x="24232" y="13602"/>
                </a:lnTo>
                <a:lnTo>
                  <a:pt x="20658" y="12273"/>
                </a:lnTo>
                <a:lnTo>
                  <a:pt x="17282" y="10897"/>
                </a:lnTo>
                <a:lnTo>
                  <a:pt x="14128" y="9480"/>
                </a:lnTo>
                <a:lnTo>
                  <a:pt x="11172" y="7991"/>
                </a:lnTo>
                <a:lnTo>
                  <a:pt x="8450" y="6445"/>
                </a:lnTo>
                <a:lnTo>
                  <a:pt x="5955" y="4884"/>
                </a:lnTo>
                <a:lnTo>
                  <a:pt x="3708" y="3277"/>
                </a:lnTo>
                <a:lnTo>
                  <a:pt x="1704" y="1638"/>
                </a:lnTo>
                <a:lnTo>
                  <a:pt x="0" y="0"/>
                </a:lnTo>
                <a:lnTo>
                  <a:pt x="614" y="3014"/>
                </a:lnTo>
                <a:lnTo>
                  <a:pt x="2714" y="4745"/>
                </a:lnTo>
                <a:lnTo>
                  <a:pt x="5048" y="6414"/>
                </a:lnTo>
                <a:lnTo>
                  <a:pt x="7617" y="8022"/>
                </a:lnTo>
                <a:lnTo>
                  <a:pt x="10410" y="9599"/>
                </a:lnTo>
                <a:lnTo>
                  <a:pt x="13420" y="11114"/>
                </a:lnTo>
                <a:lnTo>
                  <a:pt x="16644" y="12567"/>
                </a:lnTo>
                <a:lnTo>
                  <a:pt x="20073" y="13973"/>
                </a:lnTo>
                <a:lnTo>
                  <a:pt x="23694" y="15318"/>
                </a:lnTo>
                <a:lnTo>
                  <a:pt x="27498" y="16601"/>
                </a:lnTo>
                <a:lnTo>
                  <a:pt x="31489" y="17807"/>
                </a:lnTo>
                <a:lnTo>
                  <a:pt x="35651" y="18966"/>
                </a:lnTo>
                <a:lnTo>
                  <a:pt x="39984" y="20048"/>
                </a:lnTo>
                <a:lnTo>
                  <a:pt x="44460" y="21084"/>
                </a:lnTo>
                <a:lnTo>
                  <a:pt x="49099" y="22027"/>
                </a:lnTo>
                <a:lnTo>
                  <a:pt x="53877" y="22923"/>
                </a:lnTo>
                <a:lnTo>
                  <a:pt x="58787" y="23727"/>
                </a:lnTo>
                <a:lnTo>
                  <a:pt x="63814" y="24453"/>
                </a:lnTo>
                <a:lnTo>
                  <a:pt x="68973" y="25118"/>
                </a:lnTo>
                <a:lnTo>
                  <a:pt x="74242" y="25690"/>
                </a:lnTo>
                <a:lnTo>
                  <a:pt x="79604" y="26185"/>
                </a:lnTo>
                <a:lnTo>
                  <a:pt x="85074" y="26587"/>
                </a:lnTo>
                <a:lnTo>
                  <a:pt x="90625" y="26927"/>
                </a:lnTo>
                <a:lnTo>
                  <a:pt x="96249" y="27158"/>
                </a:lnTo>
                <a:lnTo>
                  <a:pt x="101960" y="27313"/>
                </a:lnTo>
                <a:lnTo>
                  <a:pt x="107729" y="27375"/>
                </a:lnTo>
                <a:lnTo>
                  <a:pt x="113557" y="27329"/>
                </a:lnTo>
                <a:lnTo>
                  <a:pt x="107758" y="25566"/>
                </a:lnTo>
                <a:lnTo>
                  <a:pt x="101989" y="25505"/>
                </a:lnTo>
                <a:lnTo>
                  <a:pt x="96307" y="25365"/>
                </a:lnTo>
                <a:lnTo>
                  <a:pt x="90712" y="25134"/>
                </a:lnTo>
                <a:lnTo>
                  <a:pt x="85176" y="24793"/>
                </a:lnTo>
                <a:lnTo>
                  <a:pt x="79738" y="24392"/>
                </a:lnTo>
                <a:lnTo>
                  <a:pt x="74402" y="23897"/>
                </a:lnTo>
                <a:lnTo>
                  <a:pt x="69160" y="23325"/>
                </a:lnTo>
                <a:lnTo>
                  <a:pt x="64032" y="22660"/>
                </a:lnTo>
                <a:lnTo>
                  <a:pt x="59033" y="21934"/>
                </a:lnTo>
                <a:lnTo>
                  <a:pt x="54153" y="21145"/>
                </a:lnTo>
                <a:lnTo>
                  <a:pt x="49405" y="20264"/>
                </a:lnTo>
                <a:lnTo>
                  <a:pt x="44800" y="19306"/>
                </a:lnTo>
                <a:lnTo>
                  <a:pt x="40361" y="18301"/>
                </a:lnTo>
                <a:lnTo>
                  <a:pt x="36062" y="17204"/>
                </a:lnTo>
                <a:lnTo>
                  <a:pt x="31938" y="16075"/>
                </a:lnTo>
                <a:lnTo>
                  <a:pt x="27991" y="14870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27" name="object 2127"/>
          <p:cNvSpPr/>
          <p:nvPr/>
        </p:nvSpPr>
        <p:spPr>
          <a:xfrm>
            <a:off x="3378831" y="5399326"/>
            <a:ext cx="2563" cy="6152"/>
          </a:xfrm>
          <a:custGeom>
            <a:avLst/>
            <a:gdLst/>
            <a:ahLst/>
            <a:cxnLst/>
            <a:rect l="l" t="t" r="r" b="b"/>
            <a:pathLst>
              <a:path w="2563" h="6152">
                <a:moveTo>
                  <a:pt x="473" y="2256"/>
                </a:moveTo>
                <a:lnTo>
                  <a:pt x="890" y="3261"/>
                </a:lnTo>
                <a:lnTo>
                  <a:pt x="1371" y="4235"/>
                </a:lnTo>
                <a:lnTo>
                  <a:pt x="1935" y="5209"/>
                </a:lnTo>
                <a:lnTo>
                  <a:pt x="2563" y="6152"/>
                </a:lnTo>
                <a:lnTo>
                  <a:pt x="2419" y="2473"/>
                </a:lnTo>
                <a:lnTo>
                  <a:pt x="2049" y="1592"/>
                </a:lnTo>
                <a:lnTo>
                  <a:pt x="1758" y="711"/>
                </a:lnTo>
                <a:lnTo>
                  <a:pt x="1601" y="247"/>
                </a:lnTo>
                <a:lnTo>
                  <a:pt x="1114" y="0"/>
                </a:lnTo>
                <a:lnTo>
                  <a:pt x="672" y="170"/>
                </a:lnTo>
                <a:lnTo>
                  <a:pt x="231" y="340"/>
                </a:lnTo>
                <a:lnTo>
                  <a:pt x="0" y="850"/>
                </a:lnTo>
                <a:lnTo>
                  <a:pt x="158" y="1329"/>
                </a:lnTo>
                <a:lnTo>
                  <a:pt x="473" y="2256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28" name="object 2128"/>
          <p:cNvSpPr/>
          <p:nvPr/>
        </p:nvSpPr>
        <p:spPr>
          <a:xfrm>
            <a:off x="3382088" y="5403531"/>
            <a:ext cx="770" cy="3818"/>
          </a:xfrm>
          <a:custGeom>
            <a:avLst/>
            <a:gdLst/>
            <a:ahLst/>
            <a:cxnLst/>
            <a:rect l="l" t="t" r="r" b="b"/>
            <a:pathLst>
              <a:path w="770" h="3818">
                <a:moveTo>
                  <a:pt x="97" y="0"/>
                </a:moveTo>
                <a:lnTo>
                  <a:pt x="0" y="2875"/>
                </a:lnTo>
                <a:lnTo>
                  <a:pt x="770" y="3818"/>
                </a:lnTo>
                <a:lnTo>
                  <a:pt x="124" y="46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29" name="object 2129"/>
          <p:cNvSpPr/>
          <p:nvPr/>
        </p:nvSpPr>
        <p:spPr>
          <a:xfrm>
            <a:off x="3381678" y="5402665"/>
            <a:ext cx="511" cy="871"/>
          </a:xfrm>
          <a:custGeom>
            <a:avLst/>
            <a:gdLst/>
            <a:ahLst/>
            <a:cxnLst/>
            <a:rect l="l" t="t" r="r" b="b"/>
            <a:pathLst>
              <a:path w="511" h="871">
                <a:moveTo>
                  <a:pt x="30" y="61"/>
                </a:moveTo>
                <a:lnTo>
                  <a:pt x="511" y="871"/>
                </a:lnTo>
                <a:lnTo>
                  <a:pt x="0" y="0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30" name="object 2130"/>
          <p:cNvSpPr/>
          <p:nvPr/>
        </p:nvSpPr>
        <p:spPr>
          <a:xfrm>
            <a:off x="3381251" y="5401799"/>
            <a:ext cx="5408" cy="8223"/>
          </a:xfrm>
          <a:custGeom>
            <a:avLst/>
            <a:gdLst/>
            <a:ahLst/>
            <a:cxnLst/>
            <a:rect l="l" t="t" r="r" b="b"/>
            <a:pathLst>
              <a:path w="5408" h="8223">
                <a:moveTo>
                  <a:pt x="3653" y="5209"/>
                </a:moveTo>
                <a:lnTo>
                  <a:pt x="5408" y="6878"/>
                </a:lnTo>
                <a:lnTo>
                  <a:pt x="3613" y="5164"/>
                </a:lnTo>
                <a:lnTo>
                  <a:pt x="2858" y="4328"/>
                </a:lnTo>
                <a:lnTo>
                  <a:pt x="2140" y="3462"/>
                </a:lnTo>
                <a:lnTo>
                  <a:pt x="1505" y="2596"/>
                </a:lnTo>
                <a:lnTo>
                  <a:pt x="938" y="1737"/>
                </a:lnTo>
                <a:lnTo>
                  <a:pt x="457" y="927"/>
                </a:lnTo>
                <a:lnTo>
                  <a:pt x="15" y="30"/>
                </a:lnTo>
                <a:lnTo>
                  <a:pt x="143" y="3678"/>
                </a:lnTo>
                <a:lnTo>
                  <a:pt x="21" y="46"/>
                </a:lnTo>
                <a:lnTo>
                  <a:pt x="143" y="3678"/>
                </a:lnTo>
                <a:lnTo>
                  <a:pt x="837" y="4606"/>
                </a:lnTo>
                <a:lnTo>
                  <a:pt x="934" y="1731"/>
                </a:lnTo>
                <a:lnTo>
                  <a:pt x="1607" y="5549"/>
                </a:lnTo>
                <a:lnTo>
                  <a:pt x="2426" y="6445"/>
                </a:lnTo>
                <a:lnTo>
                  <a:pt x="4268" y="8223"/>
                </a:lnTo>
                <a:lnTo>
                  <a:pt x="3653" y="5209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31" name="object 2131"/>
          <p:cNvSpPr/>
          <p:nvPr/>
        </p:nvSpPr>
        <p:spPr>
          <a:xfrm>
            <a:off x="3486894" y="5431231"/>
            <a:ext cx="37783" cy="3106"/>
          </a:xfrm>
          <a:custGeom>
            <a:avLst/>
            <a:gdLst/>
            <a:ahLst/>
            <a:cxnLst/>
            <a:rect l="l" t="t" r="r" b="b"/>
            <a:pathLst>
              <a:path w="37783" h="3106">
                <a:moveTo>
                  <a:pt x="0" y="1282"/>
                </a:moveTo>
                <a:lnTo>
                  <a:pt x="5754" y="1344"/>
                </a:lnTo>
                <a:lnTo>
                  <a:pt x="11567" y="3106"/>
                </a:lnTo>
                <a:lnTo>
                  <a:pt x="17438" y="2983"/>
                </a:lnTo>
                <a:lnTo>
                  <a:pt x="27291" y="2550"/>
                </a:lnTo>
                <a:lnTo>
                  <a:pt x="36969" y="1839"/>
                </a:lnTo>
                <a:lnTo>
                  <a:pt x="37434" y="1808"/>
                </a:lnTo>
                <a:lnTo>
                  <a:pt x="37783" y="1375"/>
                </a:lnTo>
                <a:lnTo>
                  <a:pt x="37754" y="881"/>
                </a:lnTo>
                <a:lnTo>
                  <a:pt x="37724" y="386"/>
                </a:lnTo>
                <a:lnTo>
                  <a:pt x="37318" y="0"/>
                </a:lnTo>
                <a:lnTo>
                  <a:pt x="36838" y="46"/>
                </a:lnTo>
                <a:lnTo>
                  <a:pt x="27203" y="741"/>
                </a:lnTo>
                <a:lnTo>
                  <a:pt x="17394" y="1174"/>
                </a:lnTo>
                <a:lnTo>
                  <a:pt x="11552" y="1298"/>
                </a:lnTo>
                <a:lnTo>
                  <a:pt x="5762" y="1344"/>
                </a:lnTo>
                <a:lnTo>
                  <a:pt x="0" y="1282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32" name="object 2132"/>
          <p:cNvSpPr/>
          <p:nvPr/>
        </p:nvSpPr>
        <p:spPr>
          <a:xfrm>
            <a:off x="3381306" y="5410625"/>
            <a:ext cx="10031" cy="12413"/>
          </a:xfrm>
          <a:custGeom>
            <a:avLst/>
            <a:gdLst/>
            <a:ahLst/>
            <a:cxnLst/>
            <a:rect l="l" t="t" r="r" b="b"/>
            <a:pathLst>
              <a:path w="10031" h="12413">
                <a:moveTo>
                  <a:pt x="8515" y="9275"/>
                </a:moveTo>
                <a:lnTo>
                  <a:pt x="7568" y="10774"/>
                </a:lnTo>
                <a:lnTo>
                  <a:pt x="10031" y="12413"/>
                </a:lnTo>
                <a:lnTo>
                  <a:pt x="8559" y="9306"/>
                </a:lnTo>
                <a:lnTo>
                  <a:pt x="6379" y="7652"/>
                </a:lnTo>
                <a:lnTo>
                  <a:pt x="4499" y="5983"/>
                </a:lnTo>
                <a:lnTo>
                  <a:pt x="3664" y="5148"/>
                </a:lnTo>
                <a:lnTo>
                  <a:pt x="2886" y="4298"/>
                </a:lnTo>
                <a:lnTo>
                  <a:pt x="2169" y="3448"/>
                </a:lnTo>
                <a:lnTo>
                  <a:pt x="1521" y="2597"/>
                </a:lnTo>
                <a:lnTo>
                  <a:pt x="940" y="1732"/>
                </a:lnTo>
                <a:lnTo>
                  <a:pt x="462" y="913"/>
                </a:lnTo>
                <a:lnTo>
                  <a:pt x="0" y="0"/>
                </a:lnTo>
                <a:lnTo>
                  <a:pt x="437" y="866"/>
                </a:lnTo>
                <a:lnTo>
                  <a:pt x="871" y="4607"/>
                </a:lnTo>
                <a:lnTo>
                  <a:pt x="1642" y="5534"/>
                </a:lnTo>
                <a:lnTo>
                  <a:pt x="2473" y="6446"/>
                </a:lnTo>
                <a:lnTo>
                  <a:pt x="3372" y="7343"/>
                </a:lnTo>
                <a:lnTo>
                  <a:pt x="5340" y="9074"/>
                </a:lnTo>
                <a:lnTo>
                  <a:pt x="7568" y="10774"/>
                </a:lnTo>
                <a:lnTo>
                  <a:pt x="8515" y="9275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33" name="object 2133"/>
          <p:cNvSpPr/>
          <p:nvPr/>
        </p:nvSpPr>
        <p:spPr>
          <a:xfrm>
            <a:off x="3378626" y="5407225"/>
            <a:ext cx="3551" cy="8007"/>
          </a:xfrm>
          <a:custGeom>
            <a:avLst/>
            <a:gdLst/>
            <a:ahLst/>
            <a:cxnLst/>
            <a:rect l="l" t="t" r="r" b="b"/>
            <a:pathLst>
              <a:path w="3551" h="8007">
                <a:moveTo>
                  <a:pt x="377" y="2194"/>
                </a:moveTo>
                <a:lnTo>
                  <a:pt x="726" y="3199"/>
                </a:lnTo>
                <a:lnTo>
                  <a:pt x="1152" y="4189"/>
                </a:lnTo>
                <a:lnTo>
                  <a:pt x="1647" y="5162"/>
                </a:lnTo>
                <a:lnTo>
                  <a:pt x="2205" y="6121"/>
                </a:lnTo>
                <a:lnTo>
                  <a:pt x="2296" y="2504"/>
                </a:lnTo>
                <a:lnTo>
                  <a:pt x="2672" y="3385"/>
                </a:lnTo>
                <a:lnTo>
                  <a:pt x="2848" y="7079"/>
                </a:lnTo>
                <a:lnTo>
                  <a:pt x="3551" y="8007"/>
                </a:lnTo>
                <a:lnTo>
                  <a:pt x="3117" y="4266"/>
                </a:lnTo>
                <a:lnTo>
                  <a:pt x="2700" y="3447"/>
                </a:lnTo>
                <a:lnTo>
                  <a:pt x="2304" y="2523"/>
                </a:lnTo>
                <a:lnTo>
                  <a:pt x="2014" y="1715"/>
                </a:lnTo>
                <a:lnTo>
                  <a:pt x="1764" y="757"/>
                </a:lnTo>
                <a:lnTo>
                  <a:pt x="1637" y="278"/>
                </a:lnTo>
                <a:lnTo>
                  <a:pt x="1168" y="0"/>
                </a:lnTo>
                <a:lnTo>
                  <a:pt x="716" y="139"/>
                </a:lnTo>
                <a:lnTo>
                  <a:pt x="264" y="262"/>
                </a:lnTo>
                <a:lnTo>
                  <a:pt x="0" y="772"/>
                </a:lnTo>
                <a:lnTo>
                  <a:pt x="126" y="1252"/>
                </a:lnTo>
                <a:lnTo>
                  <a:pt x="377" y="2194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34" name="object 2134"/>
          <p:cNvSpPr/>
          <p:nvPr/>
        </p:nvSpPr>
        <p:spPr>
          <a:xfrm>
            <a:off x="3495933" y="5441263"/>
            <a:ext cx="5870" cy="92"/>
          </a:xfrm>
          <a:custGeom>
            <a:avLst/>
            <a:gdLst/>
            <a:ahLst/>
            <a:cxnLst/>
            <a:rect l="l" t="t" r="r" b="b"/>
            <a:pathLst>
              <a:path w="5870" h="92">
                <a:moveTo>
                  <a:pt x="14" y="92"/>
                </a:moveTo>
                <a:lnTo>
                  <a:pt x="5870" y="0"/>
                </a:lnTo>
                <a:lnTo>
                  <a:pt x="0" y="92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35" name="object 2135"/>
          <p:cNvSpPr/>
          <p:nvPr/>
        </p:nvSpPr>
        <p:spPr>
          <a:xfrm>
            <a:off x="3389846" y="5419917"/>
            <a:ext cx="135397" cy="23247"/>
          </a:xfrm>
          <a:custGeom>
            <a:avLst/>
            <a:gdLst/>
            <a:ahLst/>
            <a:cxnLst/>
            <a:rect l="l" t="t" r="r" b="b"/>
            <a:pathLst>
              <a:path w="135397" h="23247">
                <a:moveTo>
                  <a:pt x="7825" y="4636"/>
                </a:moveTo>
                <a:lnTo>
                  <a:pt x="4983" y="3121"/>
                </a:lnTo>
                <a:lnTo>
                  <a:pt x="2355" y="1575"/>
                </a:lnTo>
                <a:lnTo>
                  <a:pt x="0" y="0"/>
                </a:lnTo>
                <a:lnTo>
                  <a:pt x="1491" y="3121"/>
                </a:lnTo>
                <a:lnTo>
                  <a:pt x="4189" y="4713"/>
                </a:lnTo>
                <a:lnTo>
                  <a:pt x="7098" y="6259"/>
                </a:lnTo>
                <a:lnTo>
                  <a:pt x="10229" y="7743"/>
                </a:lnTo>
                <a:lnTo>
                  <a:pt x="13559" y="9165"/>
                </a:lnTo>
                <a:lnTo>
                  <a:pt x="17082" y="10541"/>
                </a:lnTo>
                <a:lnTo>
                  <a:pt x="20804" y="11854"/>
                </a:lnTo>
                <a:lnTo>
                  <a:pt x="24714" y="13122"/>
                </a:lnTo>
                <a:lnTo>
                  <a:pt x="28802" y="14297"/>
                </a:lnTo>
                <a:lnTo>
                  <a:pt x="33051" y="15425"/>
                </a:lnTo>
                <a:lnTo>
                  <a:pt x="37460" y="16476"/>
                </a:lnTo>
                <a:lnTo>
                  <a:pt x="42033" y="17466"/>
                </a:lnTo>
                <a:lnTo>
                  <a:pt x="46748" y="18393"/>
                </a:lnTo>
                <a:lnTo>
                  <a:pt x="51591" y="19243"/>
                </a:lnTo>
                <a:lnTo>
                  <a:pt x="56577" y="20001"/>
                </a:lnTo>
                <a:lnTo>
                  <a:pt x="61691" y="20712"/>
                </a:lnTo>
                <a:lnTo>
                  <a:pt x="66915" y="21314"/>
                </a:lnTo>
                <a:lnTo>
                  <a:pt x="72248" y="21855"/>
                </a:lnTo>
                <a:lnTo>
                  <a:pt x="77679" y="22304"/>
                </a:lnTo>
                <a:lnTo>
                  <a:pt x="83213" y="22675"/>
                </a:lnTo>
                <a:lnTo>
                  <a:pt x="88822" y="22953"/>
                </a:lnTo>
                <a:lnTo>
                  <a:pt x="94518" y="23138"/>
                </a:lnTo>
                <a:lnTo>
                  <a:pt x="100273" y="23247"/>
                </a:lnTo>
                <a:lnTo>
                  <a:pt x="100288" y="21438"/>
                </a:lnTo>
                <a:lnTo>
                  <a:pt x="100273" y="23247"/>
                </a:lnTo>
                <a:lnTo>
                  <a:pt x="106115" y="23247"/>
                </a:lnTo>
                <a:lnTo>
                  <a:pt x="111986" y="23154"/>
                </a:lnTo>
                <a:lnTo>
                  <a:pt x="117741" y="22968"/>
                </a:lnTo>
                <a:lnTo>
                  <a:pt x="123408" y="22690"/>
                </a:lnTo>
                <a:lnTo>
                  <a:pt x="129017" y="22335"/>
                </a:lnTo>
                <a:lnTo>
                  <a:pt x="134583" y="21886"/>
                </a:lnTo>
                <a:lnTo>
                  <a:pt x="135048" y="21840"/>
                </a:lnTo>
                <a:lnTo>
                  <a:pt x="135397" y="21407"/>
                </a:lnTo>
                <a:lnTo>
                  <a:pt x="135368" y="20913"/>
                </a:lnTo>
                <a:lnTo>
                  <a:pt x="135324" y="20418"/>
                </a:lnTo>
                <a:lnTo>
                  <a:pt x="134917" y="20047"/>
                </a:lnTo>
                <a:lnTo>
                  <a:pt x="134452" y="20078"/>
                </a:lnTo>
                <a:lnTo>
                  <a:pt x="128901" y="20542"/>
                </a:lnTo>
                <a:lnTo>
                  <a:pt x="123321" y="20897"/>
                </a:lnTo>
                <a:lnTo>
                  <a:pt x="117697" y="21175"/>
                </a:lnTo>
                <a:lnTo>
                  <a:pt x="111942" y="21345"/>
                </a:lnTo>
                <a:lnTo>
                  <a:pt x="106100" y="21438"/>
                </a:lnTo>
                <a:lnTo>
                  <a:pt x="100302" y="21438"/>
                </a:lnTo>
                <a:lnTo>
                  <a:pt x="94548" y="21330"/>
                </a:lnTo>
                <a:lnTo>
                  <a:pt x="88895" y="21144"/>
                </a:lnTo>
                <a:lnTo>
                  <a:pt x="83300" y="20866"/>
                </a:lnTo>
                <a:lnTo>
                  <a:pt x="77792" y="20511"/>
                </a:lnTo>
                <a:lnTo>
                  <a:pt x="72395" y="20062"/>
                </a:lnTo>
                <a:lnTo>
                  <a:pt x="67089" y="19521"/>
                </a:lnTo>
                <a:lnTo>
                  <a:pt x="61894" y="18919"/>
                </a:lnTo>
                <a:lnTo>
                  <a:pt x="56808" y="18223"/>
                </a:lnTo>
                <a:lnTo>
                  <a:pt x="51851" y="17466"/>
                </a:lnTo>
                <a:lnTo>
                  <a:pt x="47040" y="16615"/>
                </a:lnTo>
                <a:lnTo>
                  <a:pt x="42357" y="15703"/>
                </a:lnTo>
                <a:lnTo>
                  <a:pt x="37818" y="14714"/>
                </a:lnTo>
                <a:lnTo>
                  <a:pt x="33443" y="13663"/>
                </a:lnTo>
                <a:lnTo>
                  <a:pt x="29231" y="12565"/>
                </a:lnTo>
                <a:lnTo>
                  <a:pt x="25186" y="11375"/>
                </a:lnTo>
                <a:lnTo>
                  <a:pt x="21317" y="10139"/>
                </a:lnTo>
                <a:lnTo>
                  <a:pt x="17643" y="8840"/>
                </a:lnTo>
                <a:lnTo>
                  <a:pt x="14171" y="7495"/>
                </a:lnTo>
                <a:lnTo>
                  <a:pt x="10893" y="6089"/>
                </a:lnTo>
                <a:lnTo>
                  <a:pt x="7825" y="4636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36" name="object 2136"/>
          <p:cNvSpPr/>
          <p:nvPr/>
        </p:nvSpPr>
        <p:spPr>
          <a:xfrm>
            <a:off x="3380832" y="5409729"/>
            <a:ext cx="642" cy="4575"/>
          </a:xfrm>
          <a:custGeom>
            <a:avLst/>
            <a:gdLst/>
            <a:ahLst/>
            <a:cxnLst/>
            <a:rect l="l" t="t" r="r" b="b"/>
            <a:pathLst>
              <a:path w="642" h="4575">
                <a:moveTo>
                  <a:pt x="466" y="881"/>
                </a:moveTo>
                <a:lnTo>
                  <a:pt x="113" y="61"/>
                </a:lnTo>
                <a:lnTo>
                  <a:pt x="0" y="3617"/>
                </a:lnTo>
                <a:lnTo>
                  <a:pt x="642" y="4575"/>
                </a:lnTo>
                <a:lnTo>
                  <a:pt x="466" y="881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37" name="object 2137"/>
          <p:cNvSpPr/>
          <p:nvPr/>
        </p:nvSpPr>
        <p:spPr>
          <a:xfrm>
            <a:off x="3380619" y="5408864"/>
            <a:ext cx="311" cy="884"/>
          </a:xfrm>
          <a:custGeom>
            <a:avLst/>
            <a:gdLst/>
            <a:ahLst/>
            <a:cxnLst/>
            <a:rect l="l" t="t" r="r" b="b"/>
            <a:pathLst>
              <a:path w="311" h="884">
                <a:moveTo>
                  <a:pt x="21" y="77"/>
                </a:moveTo>
                <a:lnTo>
                  <a:pt x="311" y="884"/>
                </a:lnTo>
                <a:lnTo>
                  <a:pt x="6" y="17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38" name="object 2138"/>
          <p:cNvSpPr/>
          <p:nvPr/>
        </p:nvSpPr>
        <p:spPr>
          <a:xfrm>
            <a:off x="3381753" y="5411507"/>
            <a:ext cx="525" cy="896"/>
          </a:xfrm>
          <a:custGeom>
            <a:avLst/>
            <a:gdLst/>
            <a:ahLst/>
            <a:cxnLst/>
            <a:rect l="l" t="t" r="r" b="b"/>
            <a:pathLst>
              <a:path w="525" h="896">
                <a:moveTo>
                  <a:pt x="525" y="896"/>
                </a:moveTo>
                <a:lnTo>
                  <a:pt x="0" y="0"/>
                </a:lnTo>
                <a:lnTo>
                  <a:pt x="493" y="850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39" name="object 2139"/>
          <p:cNvSpPr/>
          <p:nvPr/>
        </p:nvSpPr>
        <p:spPr>
          <a:xfrm>
            <a:off x="3390342" y="5428684"/>
            <a:ext cx="111592" cy="23244"/>
          </a:xfrm>
          <a:custGeom>
            <a:avLst/>
            <a:gdLst/>
            <a:ahLst/>
            <a:cxnLst/>
            <a:rect l="l" t="t" r="r" b="b"/>
            <a:pathLst>
              <a:path w="111592" h="23244">
                <a:moveTo>
                  <a:pt x="37617" y="14712"/>
                </a:moveTo>
                <a:lnTo>
                  <a:pt x="33253" y="13661"/>
                </a:lnTo>
                <a:lnTo>
                  <a:pt x="29054" y="12532"/>
                </a:lnTo>
                <a:lnTo>
                  <a:pt x="25029" y="11357"/>
                </a:lnTo>
                <a:lnTo>
                  <a:pt x="21180" y="10121"/>
                </a:lnTo>
                <a:lnTo>
                  <a:pt x="17529" y="8838"/>
                </a:lnTo>
                <a:lnTo>
                  <a:pt x="14068" y="7478"/>
                </a:lnTo>
                <a:lnTo>
                  <a:pt x="10812" y="6071"/>
                </a:lnTo>
                <a:lnTo>
                  <a:pt x="7755" y="4618"/>
                </a:lnTo>
                <a:lnTo>
                  <a:pt x="4934" y="3119"/>
                </a:lnTo>
                <a:lnTo>
                  <a:pt x="2330" y="1573"/>
                </a:lnTo>
                <a:lnTo>
                  <a:pt x="0" y="0"/>
                </a:lnTo>
                <a:lnTo>
                  <a:pt x="1460" y="3119"/>
                </a:lnTo>
                <a:lnTo>
                  <a:pt x="4138" y="4711"/>
                </a:lnTo>
                <a:lnTo>
                  <a:pt x="7027" y="6256"/>
                </a:lnTo>
                <a:lnTo>
                  <a:pt x="10145" y="7725"/>
                </a:lnTo>
                <a:lnTo>
                  <a:pt x="13453" y="9162"/>
                </a:lnTo>
                <a:lnTo>
                  <a:pt x="16967" y="10538"/>
                </a:lnTo>
                <a:lnTo>
                  <a:pt x="20665" y="11837"/>
                </a:lnTo>
                <a:lnTo>
                  <a:pt x="24557" y="13089"/>
                </a:lnTo>
                <a:lnTo>
                  <a:pt x="28621" y="14279"/>
                </a:lnTo>
                <a:lnTo>
                  <a:pt x="32857" y="15407"/>
                </a:lnTo>
                <a:lnTo>
                  <a:pt x="37258" y="16474"/>
                </a:lnTo>
                <a:lnTo>
                  <a:pt x="41809" y="17463"/>
                </a:lnTo>
                <a:lnTo>
                  <a:pt x="46502" y="18375"/>
                </a:lnTo>
                <a:lnTo>
                  <a:pt x="51346" y="19210"/>
                </a:lnTo>
                <a:lnTo>
                  <a:pt x="56319" y="19998"/>
                </a:lnTo>
                <a:lnTo>
                  <a:pt x="61413" y="20694"/>
                </a:lnTo>
                <a:lnTo>
                  <a:pt x="66627" y="21312"/>
                </a:lnTo>
                <a:lnTo>
                  <a:pt x="71948" y="21838"/>
                </a:lnTo>
                <a:lnTo>
                  <a:pt x="77369" y="22301"/>
                </a:lnTo>
                <a:lnTo>
                  <a:pt x="82891" y="22672"/>
                </a:lnTo>
                <a:lnTo>
                  <a:pt x="88486" y="22951"/>
                </a:lnTo>
                <a:lnTo>
                  <a:pt x="94168" y="23136"/>
                </a:lnTo>
                <a:lnTo>
                  <a:pt x="99923" y="23244"/>
                </a:lnTo>
                <a:lnTo>
                  <a:pt x="105764" y="23244"/>
                </a:lnTo>
                <a:lnTo>
                  <a:pt x="105750" y="21451"/>
                </a:lnTo>
                <a:lnTo>
                  <a:pt x="111592" y="21358"/>
                </a:lnTo>
                <a:lnTo>
                  <a:pt x="105737" y="21451"/>
                </a:lnTo>
                <a:lnTo>
                  <a:pt x="99937" y="21436"/>
                </a:lnTo>
                <a:lnTo>
                  <a:pt x="94211" y="21328"/>
                </a:lnTo>
                <a:lnTo>
                  <a:pt x="88559" y="21142"/>
                </a:lnTo>
                <a:lnTo>
                  <a:pt x="82978" y="20864"/>
                </a:lnTo>
                <a:lnTo>
                  <a:pt x="77485" y="20493"/>
                </a:lnTo>
                <a:lnTo>
                  <a:pt x="72095" y="20045"/>
                </a:lnTo>
                <a:lnTo>
                  <a:pt x="66801" y="19519"/>
                </a:lnTo>
                <a:lnTo>
                  <a:pt x="61616" y="18901"/>
                </a:lnTo>
                <a:lnTo>
                  <a:pt x="56552" y="18205"/>
                </a:lnTo>
                <a:lnTo>
                  <a:pt x="51608" y="17432"/>
                </a:lnTo>
                <a:lnTo>
                  <a:pt x="46792" y="16598"/>
                </a:lnTo>
                <a:lnTo>
                  <a:pt x="42135" y="15686"/>
                </a:lnTo>
                <a:lnTo>
                  <a:pt x="37617" y="14712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40" name="object 2140"/>
          <p:cNvSpPr/>
          <p:nvPr/>
        </p:nvSpPr>
        <p:spPr>
          <a:xfrm>
            <a:off x="3379250" y="5416036"/>
            <a:ext cx="12552" cy="15766"/>
          </a:xfrm>
          <a:custGeom>
            <a:avLst/>
            <a:gdLst/>
            <a:ahLst/>
            <a:cxnLst/>
            <a:rect l="l" t="t" r="r" b="b"/>
            <a:pathLst>
              <a:path w="12552" h="15766">
                <a:moveTo>
                  <a:pt x="3603" y="5147"/>
                </a:moveTo>
                <a:lnTo>
                  <a:pt x="3069" y="4235"/>
                </a:lnTo>
                <a:lnTo>
                  <a:pt x="2655" y="3396"/>
                </a:lnTo>
                <a:lnTo>
                  <a:pt x="2288" y="2504"/>
                </a:lnTo>
                <a:lnTo>
                  <a:pt x="1988" y="1646"/>
                </a:lnTo>
                <a:lnTo>
                  <a:pt x="1762" y="757"/>
                </a:lnTo>
                <a:lnTo>
                  <a:pt x="1640" y="278"/>
                </a:lnTo>
                <a:lnTo>
                  <a:pt x="1174" y="0"/>
                </a:lnTo>
                <a:lnTo>
                  <a:pt x="720" y="123"/>
                </a:lnTo>
                <a:lnTo>
                  <a:pt x="267" y="247"/>
                </a:lnTo>
                <a:lnTo>
                  <a:pt x="0" y="741"/>
                </a:lnTo>
                <a:lnTo>
                  <a:pt x="122" y="1221"/>
                </a:lnTo>
                <a:lnTo>
                  <a:pt x="361" y="2164"/>
                </a:lnTo>
                <a:lnTo>
                  <a:pt x="712" y="3184"/>
                </a:lnTo>
                <a:lnTo>
                  <a:pt x="1111" y="4158"/>
                </a:lnTo>
                <a:lnTo>
                  <a:pt x="1598" y="5131"/>
                </a:lnTo>
                <a:lnTo>
                  <a:pt x="2162" y="6090"/>
                </a:lnTo>
                <a:lnTo>
                  <a:pt x="1980" y="1623"/>
                </a:lnTo>
                <a:lnTo>
                  <a:pt x="2162" y="6090"/>
                </a:lnTo>
                <a:lnTo>
                  <a:pt x="2787" y="7048"/>
                </a:lnTo>
                <a:lnTo>
                  <a:pt x="2641" y="3369"/>
                </a:lnTo>
                <a:lnTo>
                  <a:pt x="2787" y="7048"/>
                </a:lnTo>
                <a:lnTo>
                  <a:pt x="3480" y="7976"/>
                </a:lnTo>
                <a:lnTo>
                  <a:pt x="4238" y="8888"/>
                </a:lnTo>
                <a:lnTo>
                  <a:pt x="5060" y="9800"/>
                </a:lnTo>
                <a:lnTo>
                  <a:pt x="5952" y="10696"/>
                </a:lnTo>
                <a:lnTo>
                  <a:pt x="7906" y="12427"/>
                </a:lnTo>
                <a:lnTo>
                  <a:pt x="10111" y="14128"/>
                </a:lnTo>
                <a:lnTo>
                  <a:pt x="11064" y="12628"/>
                </a:lnTo>
                <a:lnTo>
                  <a:pt x="10111" y="14128"/>
                </a:lnTo>
                <a:lnTo>
                  <a:pt x="12552" y="15766"/>
                </a:lnTo>
                <a:lnTo>
                  <a:pt x="11108" y="12659"/>
                </a:lnTo>
                <a:lnTo>
                  <a:pt x="8950" y="11005"/>
                </a:lnTo>
                <a:lnTo>
                  <a:pt x="7079" y="9351"/>
                </a:lnTo>
                <a:lnTo>
                  <a:pt x="6254" y="8517"/>
                </a:lnTo>
                <a:lnTo>
                  <a:pt x="5491" y="7666"/>
                </a:lnTo>
                <a:lnTo>
                  <a:pt x="4785" y="6816"/>
                </a:lnTo>
                <a:lnTo>
                  <a:pt x="4148" y="5966"/>
                </a:lnTo>
                <a:lnTo>
                  <a:pt x="3577" y="5101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41" name="object 2141"/>
          <p:cNvSpPr/>
          <p:nvPr/>
        </p:nvSpPr>
        <p:spPr>
          <a:xfrm>
            <a:off x="3381231" y="5417659"/>
            <a:ext cx="181" cy="4467"/>
          </a:xfrm>
          <a:custGeom>
            <a:avLst/>
            <a:gdLst/>
            <a:ahLst/>
            <a:cxnLst/>
            <a:rect l="l" t="t" r="r" b="b"/>
            <a:pathLst>
              <a:path w="181" h="4467">
                <a:moveTo>
                  <a:pt x="0" y="0"/>
                </a:moveTo>
                <a:lnTo>
                  <a:pt x="181" y="4467"/>
                </a:lnTo>
                <a:lnTo>
                  <a:pt x="21" y="77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42" name="object 2142"/>
          <p:cNvSpPr/>
          <p:nvPr/>
        </p:nvSpPr>
        <p:spPr>
          <a:xfrm>
            <a:off x="3381892" y="5419406"/>
            <a:ext cx="145" cy="3678"/>
          </a:xfrm>
          <a:custGeom>
            <a:avLst/>
            <a:gdLst/>
            <a:ahLst/>
            <a:cxnLst/>
            <a:rect l="l" t="t" r="r" b="b"/>
            <a:pathLst>
              <a:path w="145" h="3678">
                <a:moveTo>
                  <a:pt x="0" y="0"/>
                </a:moveTo>
                <a:lnTo>
                  <a:pt x="145" y="3678"/>
                </a:lnTo>
                <a:lnTo>
                  <a:pt x="27" y="61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43" name="object 2143"/>
          <p:cNvSpPr/>
          <p:nvPr/>
        </p:nvSpPr>
        <p:spPr>
          <a:xfrm>
            <a:off x="3496093" y="5448806"/>
            <a:ext cx="29020" cy="3122"/>
          </a:xfrm>
          <a:custGeom>
            <a:avLst/>
            <a:gdLst/>
            <a:ahLst/>
            <a:cxnLst/>
            <a:rect l="l" t="t" r="r" b="b"/>
            <a:pathLst>
              <a:path w="29020" h="3122">
                <a:moveTo>
                  <a:pt x="5841" y="1236"/>
                </a:moveTo>
                <a:lnTo>
                  <a:pt x="0" y="1329"/>
                </a:lnTo>
                <a:lnTo>
                  <a:pt x="14" y="3122"/>
                </a:lnTo>
                <a:lnTo>
                  <a:pt x="5870" y="3029"/>
                </a:lnTo>
                <a:lnTo>
                  <a:pt x="11523" y="2890"/>
                </a:lnTo>
                <a:lnTo>
                  <a:pt x="17133" y="2627"/>
                </a:lnTo>
                <a:lnTo>
                  <a:pt x="22684" y="2272"/>
                </a:lnTo>
                <a:lnTo>
                  <a:pt x="28192" y="1839"/>
                </a:lnTo>
                <a:lnTo>
                  <a:pt x="28657" y="1793"/>
                </a:lnTo>
                <a:lnTo>
                  <a:pt x="29020" y="1360"/>
                </a:lnTo>
                <a:lnTo>
                  <a:pt x="28976" y="865"/>
                </a:lnTo>
                <a:lnTo>
                  <a:pt x="28947" y="370"/>
                </a:lnTo>
                <a:lnTo>
                  <a:pt x="28540" y="0"/>
                </a:lnTo>
                <a:lnTo>
                  <a:pt x="28061" y="46"/>
                </a:lnTo>
                <a:lnTo>
                  <a:pt x="22582" y="479"/>
                </a:lnTo>
                <a:lnTo>
                  <a:pt x="17046" y="834"/>
                </a:lnTo>
                <a:lnTo>
                  <a:pt x="11465" y="1082"/>
                </a:lnTo>
                <a:lnTo>
                  <a:pt x="5827" y="1236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44" name="object 2144"/>
          <p:cNvSpPr/>
          <p:nvPr/>
        </p:nvSpPr>
        <p:spPr>
          <a:xfrm>
            <a:off x="3380261" y="5424909"/>
            <a:ext cx="607" cy="5379"/>
          </a:xfrm>
          <a:custGeom>
            <a:avLst/>
            <a:gdLst/>
            <a:ahLst/>
            <a:cxnLst/>
            <a:rect l="l" t="t" r="r" b="b"/>
            <a:pathLst>
              <a:path w="607" h="5379">
                <a:moveTo>
                  <a:pt x="607" y="5379"/>
                </a:moveTo>
                <a:lnTo>
                  <a:pt x="260" y="865"/>
                </a:lnTo>
                <a:lnTo>
                  <a:pt x="17" y="61"/>
                </a:lnTo>
                <a:lnTo>
                  <a:pt x="13" y="4420"/>
                </a:lnTo>
                <a:lnTo>
                  <a:pt x="607" y="5379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45" name="object 2145"/>
          <p:cNvSpPr/>
          <p:nvPr/>
        </p:nvSpPr>
        <p:spPr>
          <a:xfrm>
            <a:off x="3385792" y="5434291"/>
            <a:ext cx="3127" cy="3106"/>
          </a:xfrm>
          <a:custGeom>
            <a:avLst/>
            <a:gdLst/>
            <a:ahLst/>
            <a:cxnLst/>
            <a:rect l="l" t="t" r="r" b="b"/>
            <a:pathLst>
              <a:path w="3127" h="3106">
                <a:moveTo>
                  <a:pt x="3127" y="1638"/>
                </a:moveTo>
                <a:lnTo>
                  <a:pt x="1117" y="46"/>
                </a:lnTo>
                <a:lnTo>
                  <a:pt x="0" y="1406"/>
                </a:lnTo>
                <a:lnTo>
                  <a:pt x="2155" y="3106"/>
                </a:lnTo>
                <a:lnTo>
                  <a:pt x="3127" y="1638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46" name="object 2146"/>
          <p:cNvSpPr/>
          <p:nvPr/>
        </p:nvSpPr>
        <p:spPr>
          <a:xfrm>
            <a:off x="3395794" y="5440598"/>
            <a:ext cx="128083" cy="19028"/>
          </a:xfrm>
          <a:custGeom>
            <a:avLst/>
            <a:gdLst/>
            <a:ahLst/>
            <a:cxnLst/>
            <a:rect l="l" t="t" r="r" b="b"/>
            <a:pathLst>
              <a:path w="128083" h="19028">
                <a:moveTo>
                  <a:pt x="0" y="1607"/>
                </a:moveTo>
                <a:lnTo>
                  <a:pt x="3048" y="3106"/>
                </a:lnTo>
                <a:lnTo>
                  <a:pt x="3731" y="1468"/>
                </a:lnTo>
                <a:lnTo>
                  <a:pt x="6317" y="4559"/>
                </a:lnTo>
                <a:lnTo>
                  <a:pt x="9777" y="5935"/>
                </a:lnTo>
                <a:lnTo>
                  <a:pt x="13430" y="7265"/>
                </a:lnTo>
                <a:lnTo>
                  <a:pt x="17278" y="8532"/>
                </a:lnTo>
                <a:lnTo>
                  <a:pt x="21300" y="9738"/>
                </a:lnTo>
                <a:lnTo>
                  <a:pt x="25494" y="10882"/>
                </a:lnTo>
                <a:lnTo>
                  <a:pt x="29863" y="11948"/>
                </a:lnTo>
                <a:lnTo>
                  <a:pt x="34379" y="12968"/>
                </a:lnTo>
                <a:lnTo>
                  <a:pt x="39050" y="13911"/>
                </a:lnTo>
                <a:lnTo>
                  <a:pt x="43853" y="14761"/>
                </a:lnTo>
                <a:lnTo>
                  <a:pt x="48804" y="15550"/>
                </a:lnTo>
                <a:lnTo>
                  <a:pt x="53875" y="16276"/>
                </a:lnTo>
                <a:lnTo>
                  <a:pt x="59068" y="16910"/>
                </a:lnTo>
                <a:lnTo>
                  <a:pt x="64367" y="17482"/>
                </a:lnTo>
                <a:lnTo>
                  <a:pt x="69776" y="17946"/>
                </a:lnTo>
                <a:lnTo>
                  <a:pt x="75288" y="18332"/>
                </a:lnTo>
                <a:lnTo>
                  <a:pt x="80883" y="18641"/>
                </a:lnTo>
                <a:lnTo>
                  <a:pt x="86565" y="18858"/>
                </a:lnTo>
                <a:lnTo>
                  <a:pt x="92320" y="18981"/>
                </a:lnTo>
                <a:lnTo>
                  <a:pt x="98132" y="19028"/>
                </a:lnTo>
                <a:lnTo>
                  <a:pt x="104018" y="18950"/>
                </a:lnTo>
                <a:lnTo>
                  <a:pt x="109903" y="18796"/>
                </a:lnTo>
                <a:lnTo>
                  <a:pt x="115745" y="18549"/>
                </a:lnTo>
                <a:lnTo>
                  <a:pt x="121529" y="18193"/>
                </a:lnTo>
                <a:lnTo>
                  <a:pt x="127255" y="17745"/>
                </a:lnTo>
                <a:lnTo>
                  <a:pt x="127734" y="17698"/>
                </a:lnTo>
                <a:lnTo>
                  <a:pt x="128083" y="17281"/>
                </a:lnTo>
                <a:lnTo>
                  <a:pt x="128039" y="16771"/>
                </a:lnTo>
                <a:lnTo>
                  <a:pt x="128010" y="16276"/>
                </a:lnTo>
                <a:lnTo>
                  <a:pt x="127603" y="15905"/>
                </a:lnTo>
                <a:lnTo>
                  <a:pt x="127138" y="15952"/>
                </a:lnTo>
                <a:lnTo>
                  <a:pt x="121427" y="16400"/>
                </a:lnTo>
                <a:lnTo>
                  <a:pt x="115673" y="16740"/>
                </a:lnTo>
                <a:lnTo>
                  <a:pt x="109860" y="17003"/>
                </a:lnTo>
                <a:lnTo>
                  <a:pt x="103989" y="17142"/>
                </a:lnTo>
                <a:lnTo>
                  <a:pt x="98147" y="17219"/>
                </a:lnTo>
                <a:lnTo>
                  <a:pt x="92334" y="17188"/>
                </a:lnTo>
                <a:lnTo>
                  <a:pt x="86609" y="17049"/>
                </a:lnTo>
                <a:lnTo>
                  <a:pt x="80956" y="16848"/>
                </a:lnTo>
                <a:lnTo>
                  <a:pt x="75390" y="16539"/>
                </a:lnTo>
                <a:lnTo>
                  <a:pt x="69901" y="16153"/>
                </a:lnTo>
                <a:lnTo>
                  <a:pt x="64521" y="15673"/>
                </a:lnTo>
                <a:lnTo>
                  <a:pt x="59249" y="15117"/>
                </a:lnTo>
                <a:lnTo>
                  <a:pt x="54086" y="14483"/>
                </a:lnTo>
                <a:lnTo>
                  <a:pt x="49043" y="13772"/>
                </a:lnTo>
                <a:lnTo>
                  <a:pt x="44120" y="12984"/>
                </a:lnTo>
                <a:lnTo>
                  <a:pt x="39351" y="12134"/>
                </a:lnTo>
                <a:lnTo>
                  <a:pt x="34713" y="11191"/>
                </a:lnTo>
                <a:lnTo>
                  <a:pt x="30229" y="10186"/>
                </a:lnTo>
                <a:lnTo>
                  <a:pt x="25897" y="9119"/>
                </a:lnTo>
                <a:lnTo>
                  <a:pt x="21742" y="7991"/>
                </a:lnTo>
                <a:lnTo>
                  <a:pt x="17760" y="6801"/>
                </a:lnTo>
                <a:lnTo>
                  <a:pt x="13957" y="5549"/>
                </a:lnTo>
                <a:lnTo>
                  <a:pt x="10352" y="4235"/>
                </a:lnTo>
                <a:lnTo>
                  <a:pt x="6941" y="2875"/>
                </a:lnTo>
                <a:lnTo>
                  <a:pt x="3736" y="1470"/>
                </a:lnTo>
                <a:lnTo>
                  <a:pt x="774" y="15"/>
                </a:lnTo>
                <a:lnTo>
                  <a:pt x="0" y="1607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47" name="object 2147"/>
          <p:cNvSpPr/>
          <p:nvPr/>
        </p:nvSpPr>
        <p:spPr>
          <a:xfrm>
            <a:off x="3398843" y="5442066"/>
            <a:ext cx="3268" cy="3091"/>
          </a:xfrm>
          <a:custGeom>
            <a:avLst/>
            <a:gdLst/>
            <a:ahLst/>
            <a:cxnLst/>
            <a:rect l="l" t="t" r="r" b="b"/>
            <a:pathLst>
              <a:path w="3268" h="3091">
                <a:moveTo>
                  <a:pt x="683" y="0"/>
                </a:moveTo>
                <a:lnTo>
                  <a:pt x="0" y="1638"/>
                </a:lnTo>
                <a:lnTo>
                  <a:pt x="3268" y="3091"/>
                </a:lnTo>
                <a:lnTo>
                  <a:pt x="714" y="15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48" name="object 2148"/>
          <p:cNvSpPr/>
          <p:nvPr/>
        </p:nvSpPr>
        <p:spPr>
          <a:xfrm>
            <a:off x="3488129" y="5457740"/>
            <a:ext cx="11669" cy="77"/>
          </a:xfrm>
          <a:custGeom>
            <a:avLst/>
            <a:gdLst/>
            <a:ahLst/>
            <a:cxnLst/>
            <a:rect l="l" t="t" r="r" b="b"/>
            <a:pathLst>
              <a:path w="11669" h="77">
                <a:moveTo>
                  <a:pt x="5802" y="77"/>
                </a:moveTo>
                <a:lnTo>
                  <a:pt x="0" y="46"/>
                </a:lnTo>
                <a:lnTo>
                  <a:pt x="5798" y="77"/>
                </a:lnTo>
                <a:lnTo>
                  <a:pt x="11669" y="0"/>
                </a:lnTo>
                <a:lnTo>
                  <a:pt x="5802" y="77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49" name="object 2149"/>
          <p:cNvSpPr/>
          <p:nvPr/>
        </p:nvSpPr>
        <p:spPr>
          <a:xfrm>
            <a:off x="3388944" y="5435947"/>
            <a:ext cx="2317" cy="1605"/>
          </a:xfrm>
          <a:custGeom>
            <a:avLst/>
            <a:gdLst/>
            <a:ahLst/>
            <a:cxnLst/>
            <a:rect l="l" t="t" r="r" b="b"/>
            <a:pathLst>
              <a:path w="2317" h="1605">
                <a:moveTo>
                  <a:pt x="17" y="13"/>
                </a:moveTo>
                <a:lnTo>
                  <a:pt x="2317" y="1605"/>
                </a:lnTo>
                <a:lnTo>
                  <a:pt x="0" y="0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50" name="object 2150"/>
          <p:cNvSpPr/>
          <p:nvPr/>
        </p:nvSpPr>
        <p:spPr>
          <a:xfrm>
            <a:off x="3378310" y="5423255"/>
            <a:ext cx="21221" cy="18950"/>
          </a:xfrm>
          <a:custGeom>
            <a:avLst/>
            <a:gdLst/>
            <a:ahLst/>
            <a:cxnLst/>
            <a:rect l="l" t="t" r="r" b="b"/>
            <a:pathLst>
              <a:path w="21221" h="18950">
                <a:moveTo>
                  <a:pt x="12952" y="14298"/>
                </a:moveTo>
                <a:lnTo>
                  <a:pt x="10651" y="12706"/>
                </a:lnTo>
                <a:lnTo>
                  <a:pt x="8563" y="11049"/>
                </a:lnTo>
                <a:lnTo>
                  <a:pt x="6747" y="9367"/>
                </a:lnTo>
                <a:lnTo>
                  <a:pt x="5953" y="8548"/>
                </a:lnTo>
                <a:lnTo>
                  <a:pt x="5222" y="7697"/>
                </a:lnTo>
                <a:lnTo>
                  <a:pt x="4554" y="6847"/>
                </a:lnTo>
                <a:lnTo>
                  <a:pt x="3946" y="5982"/>
                </a:lnTo>
                <a:lnTo>
                  <a:pt x="3407" y="5116"/>
                </a:lnTo>
                <a:lnTo>
                  <a:pt x="2947" y="4266"/>
                </a:lnTo>
                <a:lnTo>
                  <a:pt x="2548" y="3400"/>
                </a:lnTo>
                <a:lnTo>
                  <a:pt x="2232" y="2573"/>
                </a:lnTo>
                <a:lnTo>
                  <a:pt x="1965" y="1699"/>
                </a:lnTo>
                <a:lnTo>
                  <a:pt x="1762" y="772"/>
                </a:lnTo>
                <a:lnTo>
                  <a:pt x="1655" y="293"/>
                </a:lnTo>
                <a:lnTo>
                  <a:pt x="1198" y="0"/>
                </a:lnTo>
                <a:lnTo>
                  <a:pt x="741" y="108"/>
                </a:lnTo>
                <a:lnTo>
                  <a:pt x="284" y="216"/>
                </a:lnTo>
                <a:lnTo>
                  <a:pt x="0" y="711"/>
                </a:lnTo>
                <a:lnTo>
                  <a:pt x="107" y="1190"/>
                </a:lnTo>
                <a:lnTo>
                  <a:pt x="313" y="2133"/>
                </a:lnTo>
                <a:lnTo>
                  <a:pt x="616" y="3137"/>
                </a:lnTo>
                <a:lnTo>
                  <a:pt x="999" y="4127"/>
                </a:lnTo>
                <a:lnTo>
                  <a:pt x="1445" y="5116"/>
                </a:lnTo>
                <a:lnTo>
                  <a:pt x="1964" y="6074"/>
                </a:lnTo>
                <a:lnTo>
                  <a:pt x="1951" y="1653"/>
                </a:lnTo>
                <a:lnTo>
                  <a:pt x="2211" y="2519"/>
                </a:lnTo>
                <a:lnTo>
                  <a:pt x="2559" y="7033"/>
                </a:lnTo>
                <a:lnTo>
                  <a:pt x="3220" y="7960"/>
                </a:lnTo>
                <a:lnTo>
                  <a:pt x="3942" y="8888"/>
                </a:lnTo>
                <a:lnTo>
                  <a:pt x="4734" y="9800"/>
                </a:lnTo>
                <a:lnTo>
                  <a:pt x="5594" y="10696"/>
                </a:lnTo>
                <a:lnTo>
                  <a:pt x="7482" y="12443"/>
                </a:lnTo>
                <a:lnTo>
                  <a:pt x="8547" y="11036"/>
                </a:lnTo>
                <a:lnTo>
                  <a:pt x="10609" y="12675"/>
                </a:lnTo>
                <a:lnTo>
                  <a:pt x="9637" y="14143"/>
                </a:lnTo>
                <a:lnTo>
                  <a:pt x="12023" y="15797"/>
                </a:lnTo>
                <a:lnTo>
                  <a:pt x="14635" y="17405"/>
                </a:lnTo>
                <a:lnTo>
                  <a:pt x="17484" y="18950"/>
                </a:lnTo>
                <a:lnTo>
                  <a:pt x="18228" y="17343"/>
                </a:lnTo>
                <a:lnTo>
                  <a:pt x="21221" y="18814"/>
                </a:lnTo>
                <a:lnTo>
                  <a:pt x="18250" y="17354"/>
                </a:lnTo>
                <a:lnTo>
                  <a:pt x="15447" y="15828"/>
                </a:lnTo>
                <a:lnTo>
                  <a:pt x="12913" y="14267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51" name="object 2151"/>
          <p:cNvSpPr/>
          <p:nvPr/>
        </p:nvSpPr>
        <p:spPr>
          <a:xfrm>
            <a:off x="3380284" y="5385600"/>
            <a:ext cx="74" cy="3663"/>
          </a:xfrm>
          <a:custGeom>
            <a:avLst/>
            <a:gdLst/>
            <a:ahLst/>
            <a:cxnLst/>
            <a:rect l="l" t="t" r="r" b="b"/>
            <a:pathLst>
              <a:path w="74" h="3663">
                <a:moveTo>
                  <a:pt x="0" y="0"/>
                </a:moveTo>
                <a:lnTo>
                  <a:pt x="74" y="3663"/>
                </a:lnTo>
                <a:lnTo>
                  <a:pt x="27" y="61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52" name="object 2152"/>
          <p:cNvSpPr/>
          <p:nvPr/>
        </p:nvSpPr>
        <p:spPr>
          <a:xfrm>
            <a:off x="3379755" y="5384719"/>
            <a:ext cx="117092" cy="33852"/>
          </a:xfrm>
          <a:custGeom>
            <a:avLst/>
            <a:gdLst/>
            <a:ahLst/>
            <a:cxnLst/>
            <a:rect l="l" t="t" r="r" b="b"/>
            <a:pathLst>
              <a:path w="117092" h="33852">
                <a:moveTo>
                  <a:pt x="72744" y="29724"/>
                </a:moveTo>
                <a:lnTo>
                  <a:pt x="67634" y="29060"/>
                </a:lnTo>
                <a:lnTo>
                  <a:pt x="62648" y="28302"/>
                </a:lnTo>
                <a:lnTo>
                  <a:pt x="57779" y="27483"/>
                </a:lnTo>
                <a:lnTo>
                  <a:pt x="53053" y="26602"/>
                </a:lnTo>
                <a:lnTo>
                  <a:pt x="48469" y="25644"/>
                </a:lnTo>
                <a:lnTo>
                  <a:pt x="44052" y="24608"/>
                </a:lnTo>
                <a:lnTo>
                  <a:pt x="39787" y="23510"/>
                </a:lnTo>
                <a:lnTo>
                  <a:pt x="35686" y="22351"/>
                </a:lnTo>
                <a:lnTo>
                  <a:pt x="31758" y="21130"/>
                </a:lnTo>
                <a:lnTo>
                  <a:pt x="28023" y="19847"/>
                </a:lnTo>
                <a:lnTo>
                  <a:pt x="24482" y="18518"/>
                </a:lnTo>
                <a:lnTo>
                  <a:pt x="21139" y="17111"/>
                </a:lnTo>
                <a:lnTo>
                  <a:pt x="18000" y="15676"/>
                </a:lnTo>
                <a:lnTo>
                  <a:pt x="15084" y="14174"/>
                </a:lnTo>
                <a:lnTo>
                  <a:pt x="12394" y="12628"/>
                </a:lnTo>
                <a:lnTo>
                  <a:pt x="9934" y="11052"/>
                </a:lnTo>
                <a:lnTo>
                  <a:pt x="7709" y="9429"/>
                </a:lnTo>
                <a:lnTo>
                  <a:pt x="5802" y="7821"/>
                </a:lnTo>
                <a:lnTo>
                  <a:pt x="4036" y="6059"/>
                </a:lnTo>
                <a:lnTo>
                  <a:pt x="3290" y="5224"/>
                </a:lnTo>
                <a:lnTo>
                  <a:pt x="2636" y="4403"/>
                </a:lnTo>
                <a:lnTo>
                  <a:pt x="2005" y="3524"/>
                </a:lnTo>
                <a:lnTo>
                  <a:pt x="1438" y="2627"/>
                </a:lnTo>
                <a:lnTo>
                  <a:pt x="950" y="1746"/>
                </a:lnTo>
                <a:lnTo>
                  <a:pt x="546" y="918"/>
                </a:lnTo>
                <a:lnTo>
                  <a:pt x="209" y="61"/>
                </a:lnTo>
                <a:lnTo>
                  <a:pt x="0" y="3586"/>
                </a:lnTo>
                <a:lnTo>
                  <a:pt x="603" y="4544"/>
                </a:lnTo>
                <a:lnTo>
                  <a:pt x="528" y="881"/>
                </a:lnTo>
                <a:lnTo>
                  <a:pt x="603" y="4544"/>
                </a:lnTo>
                <a:lnTo>
                  <a:pt x="1288" y="5502"/>
                </a:lnTo>
                <a:lnTo>
                  <a:pt x="2021" y="6430"/>
                </a:lnTo>
                <a:lnTo>
                  <a:pt x="1983" y="3493"/>
                </a:lnTo>
                <a:lnTo>
                  <a:pt x="2612" y="4374"/>
                </a:lnTo>
                <a:lnTo>
                  <a:pt x="2838" y="7342"/>
                </a:lnTo>
                <a:lnTo>
                  <a:pt x="4641" y="9135"/>
                </a:lnTo>
                <a:lnTo>
                  <a:pt x="5751" y="7775"/>
                </a:lnTo>
                <a:lnTo>
                  <a:pt x="4641" y="9135"/>
                </a:lnTo>
                <a:lnTo>
                  <a:pt x="6697" y="10866"/>
                </a:lnTo>
                <a:lnTo>
                  <a:pt x="9011" y="12567"/>
                </a:lnTo>
                <a:lnTo>
                  <a:pt x="11550" y="14190"/>
                </a:lnTo>
                <a:lnTo>
                  <a:pt x="14309" y="15782"/>
                </a:lnTo>
                <a:lnTo>
                  <a:pt x="17288" y="17312"/>
                </a:lnTo>
                <a:lnTo>
                  <a:pt x="20491" y="18780"/>
                </a:lnTo>
                <a:lnTo>
                  <a:pt x="23886" y="20203"/>
                </a:lnTo>
                <a:lnTo>
                  <a:pt x="27475" y="21547"/>
                </a:lnTo>
                <a:lnTo>
                  <a:pt x="31258" y="22861"/>
                </a:lnTo>
                <a:lnTo>
                  <a:pt x="35229" y="24082"/>
                </a:lnTo>
                <a:lnTo>
                  <a:pt x="39367" y="25257"/>
                </a:lnTo>
                <a:lnTo>
                  <a:pt x="43670" y="26370"/>
                </a:lnTo>
                <a:lnTo>
                  <a:pt x="48124" y="27406"/>
                </a:lnTo>
                <a:lnTo>
                  <a:pt x="52740" y="28364"/>
                </a:lnTo>
                <a:lnTo>
                  <a:pt x="57497" y="29261"/>
                </a:lnTo>
                <a:lnTo>
                  <a:pt x="62395" y="30095"/>
                </a:lnTo>
                <a:lnTo>
                  <a:pt x="67412" y="30853"/>
                </a:lnTo>
                <a:lnTo>
                  <a:pt x="72550" y="31518"/>
                </a:lnTo>
                <a:lnTo>
                  <a:pt x="77807" y="32105"/>
                </a:lnTo>
                <a:lnTo>
                  <a:pt x="83172" y="32615"/>
                </a:lnTo>
                <a:lnTo>
                  <a:pt x="88624" y="33032"/>
                </a:lnTo>
                <a:lnTo>
                  <a:pt x="94175" y="33372"/>
                </a:lnTo>
                <a:lnTo>
                  <a:pt x="99799" y="33620"/>
                </a:lnTo>
                <a:lnTo>
                  <a:pt x="105510" y="33774"/>
                </a:lnTo>
                <a:lnTo>
                  <a:pt x="111265" y="33852"/>
                </a:lnTo>
                <a:lnTo>
                  <a:pt x="117092" y="33821"/>
                </a:lnTo>
                <a:lnTo>
                  <a:pt x="111280" y="32043"/>
                </a:lnTo>
                <a:lnTo>
                  <a:pt x="105539" y="31981"/>
                </a:lnTo>
                <a:lnTo>
                  <a:pt x="99857" y="31827"/>
                </a:lnTo>
                <a:lnTo>
                  <a:pt x="94263" y="31564"/>
                </a:lnTo>
                <a:lnTo>
                  <a:pt x="88740" y="31239"/>
                </a:lnTo>
                <a:lnTo>
                  <a:pt x="83308" y="30822"/>
                </a:lnTo>
                <a:lnTo>
                  <a:pt x="77972" y="30312"/>
                </a:lnTo>
                <a:lnTo>
                  <a:pt x="72744" y="29724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53" name="object 2153"/>
          <p:cNvSpPr/>
          <p:nvPr/>
        </p:nvSpPr>
        <p:spPr>
          <a:xfrm>
            <a:off x="3385535" y="5392517"/>
            <a:ext cx="1977" cy="1661"/>
          </a:xfrm>
          <a:custGeom>
            <a:avLst/>
            <a:gdLst/>
            <a:ahLst/>
            <a:cxnLst/>
            <a:rect l="l" t="t" r="r" b="b"/>
            <a:pathLst>
              <a:path w="1977" h="1661">
                <a:moveTo>
                  <a:pt x="23" y="23"/>
                </a:moveTo>
                <a:lnTo>
                  <a:pt x="1977" y="1661"/>
                </a:lnTo>
                <a:lnTo>
                  <a:pt x="0" y="0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54" name="object 2154"/>
          <p:cNvSpPr/>
          <p:nvPr/>
        </p:nvSpPr>
        <p:spPr>
          <a:xfrm>
            <a:off x="3377910" y="5383111"/>
            <a:ext cx="2392" cy="5193"/>
          </a:xfrm>
          <a:custGeom>
            <a:avLst/>
            <a:gdLst/>
            <a:ahLst/>
            <a:cxnLst/>
            <a:rect l="l" t="t" r="r" b="b"/>
            <a:pathLst>
              <a:path w="2392" h="5193">
                <a:moveTo>
                  <a:pt x="0" y="819"/>
                </a:moveTo>
                <a:lnTo>
                  <a:pt x="145" y="1282"/>
                </a:lnTo>
                <a:lnTo>
                  <a:pt x="440" y="2241"/>
                </a:lnTo>
                <a:lnTo>
                  <a:pt x="834" y="3246"/>
                </a:lnTo>
                <a:lnTo>
                  <a:pt x="1307" y="4235"/>
                </a:lnTo>
                <a:lnTo>
                  <a:pt x="1845" y="5193"/>
                </a:lnTo>
                <a:lnTo>
                  <a:pt x="2031" y="1607"/>
                </a:lnTo>
                <a:lnTo>
                  <a:pt x="2392" y="2525"/>
                </a:lnTo>
                <a:lnTo>
                  <a:pt x="2050" y="1656"/>
                </a:lnTo>
                <a:lnTo>
                  <a:pt x="1761" y="726"/>
                </a:lnTo>
                <a:lnTo>
                  <a:pt x="1614" y="247"/>
                </a:lnTo>
                <a:lnTo>
                  <a:pt x="1133" y="0"/>
                </a:lnTo>
                <a:lnTo>
                  <a:pt x="688" y="154"/>
                </a:lnTo>
                <a:lnTo>
                  <a:pt x="242" y="309"/>
                </a:lnTo>
                <a:lnTo>
                  <a:pt x="0" y="819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55" name="object 2155"/>
          <p:cNvSpPr/>
          <p:nvPr/>
        </p:nvSpPr>
        <p:spPr>
          <a:xfrm>
            <a:off x="3381739" y="5388212"/>
            <a:ext cx="854" cy="3848"/>
          </a:xfrm>
          <a:custGeom>
            <a:avLst/>
            <a:gdLst/>
            <a:ahLst/>
            <a:cxnLst/>
            <a:rect l="l" t="t" r="r" b="b"/>
            <a:pathLst>
              <a:path w="854" h="3848">
                <a:moveTo>
                  <a:pt x="629" y="881"/>
                </a:moveTo>
                <a:lnTo>
                  <a:pt x="31" y="46"/>
                </a:lnTo>
                <a:lnTo>
                  <a:pt x="37" y="2936"/>
                </a:lnTo>
                <a:lnTo>
                  <a:pt x="854" y="3848"/>
                </a:lnTo>
                <a:lnTo>
                  <a:pt x="629" y="881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56" name="object 2156"/>
          <p:cNvSpPr/>
          <p:nvPr/>
        </p:nvSpPr>
        <p:spPr>
          <a:xfrm>
            <a:off x="3485295" y="5415449"/>
            <a:ext cx="38538" cy="3091"/>
          </a:xfrm>
          <a:custGeom>
            <a:avLst/>
            <a:gdLst/>
            <a:ahLst/>
            <a:cxnLst/>
            <a:rect l="l" t="t" r="r" b="b"/>
            <a:pathLst>
              <a:path w="38538" h="3091">
                <a:moveTo>
                  <a:pt x="22582" y="2828"/>
                </a:moveTo>
                <a:lnTo>
                  <a:pt x="27683" y="2565"/>
                </a:lnTo>
                <a:lnTo>
                  <a:pt x="32711" y="2241"/>
                </a:lnTo>
                <a:lnTo>
                  <a:pt x="37710" y="1823"/>
                </a:lnTo>
                <a:lnTo>
                  <a:pt x="38190" y="1793"/>
                </a:lnTo>
                <a:lnTo>
                  <a:pt x="38538" y="1360"/>
                </a:lnTo>
                <a:lnTo>
                  <a:pt x="38495" y="865"/>
                </a:lnTo>
                <a:lnTo>
                  <a:pt x="38466" y="370"/>
                </a:lnTo>
                <a:lnTo>
                  <a:pt x="38059" y="0"/>
                </a:lnTo>
                <a:lnTo>
                  <a:pt x="37594" y="30"/>
                </a:lnTo>
                <a:lnTo>
                  <a:pt x="32595" y="432"/>
                </a:lnTo>
                <a:lnTo>
                  <a:pt x="27596" y="772"/>
                </a:lnTo>
                <a:lnTo>
                  <a:pt x="22510" y="1020"/>
                </a:lnTo>
                <a:lnTo>
                  <a:pt x="17394" y="1159"/>
                </a:lnTo>
                <a:lnTo>
                  <a:pt x="11552" y="1298"/>
                </a:lnTo>
                <a:lnTo>
                  <a:pt x="5754" y="1313"/>
                </a:lnTo>
                <a:lnTo>
                  <a:pt x="0" y="1252"/>
                </a:lnTo>
                <a:lnTo>
                  <a:pt x="5740" y="1313"/>
                </a:lnTo>
                <a:lnTo>
                  <a:pt x="11552" y="3091"/>
                </a:lnTo>
                <a:lnTo>
                  <a:pt x="17423" y="2967"/>
                </a:lnTo>
                <a:lnTo>
                  <a:pt x="22582" y="2828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57" name="object 2157"/>
          <p:cNvSpPr/>
          <p:nvPr/>
        </p:nvSpPr>
        <p:spPr>
          <a:xfrm>
            <a:off x="3339742" y="5370142"/>
            <a:ext cx="41007" cy="72341"/>
          </a:xfrm>
          <a:custGeom>
            <a:avLst/>
            <a:gdLst/>
            <a:ahLst/>
            <a:cxnLst/>
            <a:rect l="l" t="t" r="r" b="b"/>
            <a:pathLst>
              <a:path w="41007" h="72341">
                <a:moveTo>
                  <a:pt x="0" y="0"/>
                </a:moveTo>
                <a:lnTo>
                  <a:pt x="5525" y="54534"/>
                </a:lnTo>
                <a:lnTo>
                  <a:pt x="41007" y="72341"/>
                </a:lnTo>
                <a:lnTo>
                  <a:pt x="37820" y="856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58" name="object 2158"/>
          <p:cNvSpPr/>
          <p:nvPr/>
        </p:nvSpPr>
        <p:spPr>
          <a:xfrm>
            <a:off x="3336130" y="5368334"/>
            <a:ext cx="8710" cy="59728"/>
          </a:xfrm>
          <a:custGeom>
            <a:avLst/>
            <a:gdLst/>
            <a:ahLst/>
            <a:cxnLst/>
            <a:rect l="l" t="t" r="r" b="b"/>
            <a:pathLst>
              <a:path w="8710" h="59728">
                <a:moveTo>
                  <a:pt x="0" y="0"/>
                </a:moveTo>
                <a:lnTo>
                  <a:pt x="8710" y="59728"/>
                </a:lnTo>
                <a:lnTo>
                  <a:pt x="4887" y="3385"/>
                </a:lnTo>
                <a:lnTo>
                  <a:pt x="0" y="0"/>
                </a:lnTo>
                <a:close/>
              </a:path>
            </a:pathLst>
          </a:custGeom>
          <a:solidFill>
            <a:srgbClr val="DF6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59" name="object 2159"/>
          <p:cNvSpPr/>
          <p:nvPr/>
        </p:nvSpPr>
        <p:spPr>
          <a:xfrm>
            <a:off x="3368639" y="5376001"/>
            <a:ext cx="14023" cy="71893"/>
          </a:xfrm>
          <a:custGeom>
            <a:avLst/>
            <a:gdLst/>
            <a:ahLst/>
            <a:cxnLst/>
            <a:rect l="l" t="t" r="r" b="b"/>
            <a:pathLst>
              <a:path w="14023" h="71893">
                <a:moveTo>
                  <a:pt x="0" y="0"/>
                </a:moveTo>
                <a:lnTo>
                  <a:pt x="4461" y="66714"/>
                </a:lnTo>
                <a:lnTo>
                  <a:pt x="14023" y="71893"/>
                </a:lnTo>
                <a:lnTo>
                  <a:pt x="10198" y="896"/>
                </a:lnTo>
                <a:lnTo>
                  <a:pt x="0" y="0"/>
                </a:lnTo>
                <a:close/>
              </a:path>
            </a:pathLst>
          </a:custGeom>
          <a:solidFill>
            <a:srgbClr val="DFDFD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60" name="object 2160"/>
          <p:cNvSpPr/>
          <p:nvPr/>
        </p:nvSpPr>
        <p:spPr>
          <a:xfrm>
            <a:off x="3519489" y="5411615"/>
            <a:ext cx="21885" cy="64456"/>
          </a:xfrm>
          <a:custGeom>
            <a:avLst/>
            <a:gdLst/>
            <a:ahLst/>
            <a:cxnLst/>
            <a:rect l="l" t="t" r="r" b="b"/>
            <a:pathLst>
              <a:path w="21885" h="64456">
                <a:moveTo>
                  <a:pt x="0" y="448"/>
                </a:moveTo>
                <a:lnTo>
                  <a:pt x="5100" y="62878"/>
                </a:lnTo>
                <a:lnTo>
                  <a:pt x="21885" y="64456"/>
                </a:lnTo>
                <a:lnTo>
                  <a:pt x="15520" y="0"/>
                </a:lnTo>
                <a:lnTo>
                  <a:pt x="0" y="448"/>
                </a:lnTo>
                <a:close/>
              </a:path>
            </a:pathLst>
          </a:custGeom>
          <a:solidFill>
            <a:srgbClr val="DFDFD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61" name="object 2161"/>
          <p:cNvSpPr/>
          <p:nvPr/>
        </p:nvSpPr>
        <p:spPr>
          <a:xfrm>
            <a:off x="3531391" y="5411615"/>
            <a:ext cx="56093" cy="64682"/>
          </a:xfrm>
          <a:custGeom>
            <a:avLst/>
            <a:gdLst/>
            <a:ahLst/>
            <a:cxnLst/>
            <a:rect l="l" t="t" r="r" b="b"/>
            <a:pathLst>
              <a:path w="56093" h="64682">
                <a:moveTo>
                  <a:pt x="0" y="0"/>
                </a:moveTo>
                <a:lnTo>
                  <a:pt x="6379" y="63329"/>
                </a:lnTo>
                <a:lnTo>
                  <a:pt x="56093" y="64682"/>
                </a:lnTo>
                <a:lnTo>
                  <a:pt x="50571" y="44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62" name="object 2162"/>
          <p:cNvSpPr/>
          <p:nvPr/>
        </p:nvSpPr>
        <p:spPr>
          <a:xfrm>
            <a:off x="3581744" y="5418154"/>
            <a:ext cx="38669" cy="54086"/>
          </a:xfrm>
          <a:custGeom>
            <a:avLst/>
            <a:gdLst/>
            <a:ahLst/>
            <a:cxnLst/>
            <a:rect l="l" t="t" r="r" b="b"/>
            <a:pathLst>
              <a:path w="38669" h="54086">
                <a:moveTo>
                  <a:pt x="0" y="0"/>
                </a:moveTo>
                <a:lnTo>
                  <a:pt x="4461" y="54086"/>
                </a:lnTo>
                <a:lnTo>
                  <a:pt x="26767" y="54086"/>
                </a:lnTo>
                <a:lnTo>
                  <a:pt x="38669" y="448"/>
                </a:lnTo>
                <a:lnTo>
                  <a:pt x="0" y="0"/>
                </a:lnTo>
                <a:close/>
              </a:path>
            </a:pathLst>
          </a:custGeom>
          <a:solidFill>
            <a:srgbClr val="DF6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63" name="object 2163"/>
          <p:cNvSpPr/>
          <p:nvPr/>
        </p:nvSpPr>
        <p:spPr>
          <a:xfrm>
            <a:off x="3333793" y="5350078"/>
            <a:ext cx="288742" cy="70996"/>
          </a:xfrm>
          <a:custGeom>
            <a:avLst/>
            <a:gdLst/>
            <a:ahLst/>
            <a:cxnLst/>
            <a:rect l="l" t="t" r="r" b="b"/>
            <a:pathLst>
              <a:path w="288742" h="70996">
                <a:moveTo>
                  <a:pt x="2124" y="8347"/>
                </a:moveTo>
                <a:lnTo>
                  <a:pt x="637" y="11268"/>
                </a:lnTo>
                <a:lnTo>
                  <a:pt x="0" y="14653"/>
                </a:lnTo>
                <a:lnTo>
                  <a:pt x="0" y="17807"/>
                </a:lnTo>
                <a:lnTo>
                  <a:pt x="2124" y="19615"/>
                </a:lnTo>
                <a:lnTo>
                  <a:pt x="4674" y="22320"/>
                </a:lnTo>
                <a:lnTo>
                  <a:pt x="8287" y="24793"/>
                </a:lnTo>
                <a:lnTo>
                  <a:pt x="14022" y="27947"/>
                </a:lnTo>
                <a:lnTo>
                  <a:pt x="19972" y="30435"/>
                </a:lnTo>
                <a:lnTo>
                  <a:pt x="26771" y="33141"/>
                </a:lnTo>
                <a:lnTo>
                  <a:pt x="35057" y="36294"/>
                </a:lnTo>
                <a:lnTo>
                  <a:pt x="42919" y="38999"/>
                </a:lnTo>
                <a:lnTo>
                  <a:pt x="52905" y="42369"/>
                </a:lnTo>
                <a:lnTo>
                  <a:pt x="62254" y="45538"/>
                </a:lnTo>
                <a:lnTo>
                  <a:pt x="72240" y="48459"/>
                </a:lnTo>
                <a:lnTo>
                  <a:pt x="81164" y="50484"/>
                </a:lnTo>
                <a:lnTo>
                  <a:pt x="89663" y="52973"/>
                </a:lnTo>
                <a:lnTo>
                  <a:pt x="99223" y="54766"/>
                </a:lnTo>
                <a:lnTo>
                  <a:pt x="109210" y="57023"/>
                </a:lnTo>
                <a:lnTo>
                  <a:pt x="118558" y="58831"/>
                </a:lnTo>
                <a:lnTo>
                  <a:pt x="131733" y="61088"/>
                </a:lnTo>
                <a:lnTo>
                  <a:pt x="143204" y="63113"/>
                </a:lnTo>
                <a:lnTo>
                  <a:pt x="157446" y="65586"/>
                </a:lnTo>
                <a:lnTo>
                  <a:pt x="169551" y="66946"/>
                </a:lnTo>
                <a:lnTo>
                  <a:pt x="180595" y="67611"/>
                </a:lnTo>
                <a:lnTo>
                  <a:pt x="192293" y="68523"/>
                </a:lnTo>
                <a:lnTo>
                  <a:pt x="213103" y="69651"/>
                </a:lnTo>
                <a:lnTo>
                  <a:pt x="273454" y="70996"/>
                </a:lnTo>
                <a:lnTo>
                  <a:pt x="288742" y="69651"/>
                </a:lnTo>
                <a:lnTo>
                  <a:pt x="236267" y="47331"/>
                </a:lnTo>
                <a:lnTo>
                  <a:pt x="230527" y="45074"/>
                </a:lnTo>
                <a:lnTo>
                  <a:pt x="223944" y="44409"/>
                </a:lnTo>
                <a:lnTo>
                  <a:pt x="217564" y="44409"/>
                </a:lnTo>
                <a:lnTo>
                  <a:pt x="211621" y="45074"/>
                </a:lnTo>
                <a:lnTo>
                  <a:pt x="204398" y="45538"/>
                </a:lnTo>
                <a:lnTo>
                  <a:pt x="197176" y="45074"/>
                </a:lnTo>
                <a:lnTo>
                  <a:pt x="189096" y="44177"/>
                </a:lnTo>
                <a:lnTo>
                  <a:pt x="166790" y="41472"/>
                </a:lnTo>
                <a:lnTo>
                  <a:pt x="152127" y="40344"/>
                </a:lnTo>
                <a:lnTo>
                  <a:pt x="138104" y="38087"/>
                </a:lnTo>
                <a:lnTo>
                  <a:pt x="123233" y="35382"/>
                </a:lnTo>
                <a:lnTo>
                  <a:pt x="107935" y="32460"/>
                </a:lnTo>
                <a:lnTo>
                  <a:pt x="89663" y="29307"/>
                </a:lnTo>
                <a:lnTo>
                  <a:pt x="74577" y="24793"/>
                </a:lnTo>
                <a:lnTo>
                  <a:pt x="62890" y="20960"/>
                </a:lnTo>
                <a:lnTo>
                  <a:pt x="51630" y="17807"/>
                </a:lnTo>
                <a:lnTo>
                  <a:pt x="41643" y="14205"/>
                </a:lnTo>
                <a:lnTo>
                  <a:pt x="33571" y="11268"/>
                </a:lnTo>
                <a:lnTo>
                  <a:pt x="26771" y="7898"/>
                </a:lnTo>
                <a:lnTo>
                  <a:pt x="23159" y="5642"/>
                </a:lnTo>
                <a:lnTo>
                  <a:pt x="19972" y="3385"/>
                </a:lnTo>
                <a:lnTo>
                  <a:pt x="16360" y="0"/>
                </a:lnTo>
                <a:lnTo>
                  <a:pt x="12748" y="1360"/>
                </a:lnTo>
                <a:lnTo>
                  <a:pt x="9773" y="2705"/>
                </a:lnTo>
                <a:lnTo>
                  <a:pt x="7224" y="4281"/>
                </a:lnTo>
                <a:lnTo>
                  <a:pt x="4462" y="6770"/>
                </a:lnTo>
                <a:lnTo>
                  <a:pt x="2124" y="8347"/>
                </a:lnTo>
                <a:close/>
              </a:path>
            </a:pathLst>
          </a:custGeom>
          <a:solidFill>
            <a:srgbClr val="3B0022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64" name="object 2164"/>
          <p:cNvSpPr/>
          <p:nvPr/>
        </p:nvSpPr>
        <p:spPr>
          <a:xfrm>
            <a:off x="4419730" y="5334528"/>
            <a:ext cx="84779" cy="58599"/>
          </a:xfrm>
          <a:custGeom>
            <a:avLst/>
            <a:gdLst/>
            <a:ahLst/>
            <a:cxnLst/>
            <a:rect l="l" t="t" r="r" b="b"/>
            <a:pathLst>
              <a:path w="84779" h="58599">
                <a:moveTo>
                  <a:pt x="5958" y="52741"/>
                </a:moveTo>
                <a:lnTo>
                  <a:pt x="7236" y="55678"/>
                </a:lnTo>
                <a:lnTo>
                  <a:pt x="9998" y="57254"/>
                </a:lnTo>
                <a:lnTo>
                  <a:pt x="12962" y="58383"/>
                </a:lnTo>
                <a:lnTo>
                  <a:pt x="17641" y="58599"/>
                </a:lnTo>
                <a:lnTo>
                  <a:pt x="25503" y="58383"/>
                </a:lnTo>
                <a:lnTo>
                  <a:pt x="30807" y="57703"/>
                </a:lnTo>
                <a:lnTo>
                  <a:pt x="37608" y="56342"/>
                </a:lnTo>
                <a:lnTo>
                  <a:pt x="48667" y="53869"/>
                </a:lnTo>
                <a:lnTo>
                  <a:pt x="60351" y="50484"/>
                </a:lnTo>
                <a:lnTo>
                  <a:pt x="67995" y="47331"/>
                </a:lnTo>
                <a:lnTo>
                  <a:pt x="74578" y="44626"/>
                </a:lnTo>
                <a:lnTo>
                  <a:pt x="78617" y="42152"/>
                </a:lnTo>
                <a:lnTo>
                  <a:pt x="80739" y="40344"/>
                </a:lnTo>
                <a:lnTo>
                  <a:pt x="83079" y="38087"/>
                </a:lnTo>
                <a:lnTo>
                  <a:pt x="84358" y="35382"/>
                </a:lnTo>
                <a:lnTo>
                  <a:pt x="84779" y="32229"/>
                </a:lnTo>
                <a:lnTo>
                  <a:pt x="84140" y="18703"/>
                </a:lnTo>
                <a:lnTo>
                  <a:pt x="82875" y="17127"/>
                </a:lnTo>
                <a:lnTo>
                  <a:pt x="80114" y="15550"/>
                </a:lnTo>
                <a:lnTo>
                  <a:pt x="68213" y="11716"/>
                </a:lnTo>
                <a:lnTo>
                  <a:pt x="61615" y="8795"/>
                </a:lnTo>
                <a:lnTo>
                  <a:pt x="56311" y="6770"/>
                </a:lnTo>
                <a:lnTo>
                  <a:pt x="53550" y="4513"/>
                </a:lnTo>
                <a:lnTo>
                  <a:pt x="51632" y="0"/>
                </a:lnTo>
                <a:lnTo>
                  <a:pt x="50992" y="3385"/>
                </a:lnTo>
                <a:lnTo>
                  <a:pt x="49510" y="5858"/>
                </a:lnTo>
                <a:lnTo>
                  <a:pt x="46967" y="8563"/>
                </a:lnTo>
                <a:lnTo>
                  <a:pt x="43130" y="10372"/>
                </a:lnTo>
                <a:lnTo>
                  <a:pt x="40166" y="11716"/>
                </a:lnTo>
                <a:lnTo>
                  <a:pt x="35065" y="13293"/>
                </a:lnTo>
                <a:lnTo>
                  <a:pt x="30807" y="14653"/>
                </a:lnTo>
                <a:lnTo>
                  <a:pt x="24646" y="16462"/>
                </a:lnTo>
                <a:lnTo>
                  <a:pt x="19342" y="18038"/>
                </a:lnTo>
                <a:lnTo>
                  <a:pt x="9140" y="19615"/>
                </a:lnTo>
                <a:lnTo>
                  <a:pt x="3618" y="20960"/>
                </a:lnTo>
                <a:lnTo>
                  <a:pt x="0" y="22537"/>
                </a:lnTo>
                <a:lnTo>
                  <a:pt x="5958" y="52741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65" name="object 2165"/>
          <p:cNvSpPr/>
          <p:nvPr/>
        </p:nvSpPr>
        <p:spPr>
          <a:xfrm>
            <a:off x="4424191" y="5343323"/>
            <a:ext cx="75653" cy="26138"/>
          </a:xfrm>
          <a:custGeom>
            <a:avLst/>
            <a:gdLst/>
            <a:ahLst/>
            <a:cxnLst/>
            <a:rect l="l" t="t" r="r" b="b"/>
            <a:pathLst>
              <a:path w="75653" h="26138">
                <a:moveTo>
                  <a:pt x="33365" y="24113"/>
                </a:moveTo>
                <a:lnTo>
                  <a:pt x="39948" y="22985"/>
                </a:lnTo>
                <a:lnTo>
                  <a:pt x="46531" y="21408"/>
                </a:lnTo>
                <a:lnTo>
                  <a:pt x="54829" y="19383"/>
                </a:lnTo>
                <a:lnTo>
                  <a:pt x="62254" y="16446"/>
                </a:lnTo>
                <a:lnTo>
                  <a:pt x="68634" y="13525"/>
                </a:lnTo>
                <a:lnTo>
                  <a:pt x="72252" y="10820"/>
                </a:lnTo>
                <a:lnTo>
                  <a:pt x="74796" y="8779"/>
                </a:lnTo>
                <a:lnTo>
                  <a:pt x="75653" y="6754"/>
                </a:lnTo>
                <a:lnTo>
                  <a:pt x="63751" y="2921"/>
                </a:lnTo>
                <a:lnTo>
                  <a:pt x="56950" y="0"/>
                </a:lnTo>
                <a:lnTo>
                  <a:pt x="53550" y="3601"/>
                </a:lnTo>
                <a:lnTo>
                  <a:pt x="50149" y="5858"/>
                </a:lnTo>
                <a:lnTo>
                  <a:pt x="46967" y="8331"/>
                </a:lnTo>
                <a:lnTo>
                  <a:pt x="42506" y="9908"/>
                </a:lnTo>
                <a:lnTo>
                  <a:pt x="37826" y="11716"/>
                </a:lnTo>
                <a:lnTo>
                  <a:pt x="32508" y="12613"/>
                </a:lnTo>
                <a:lnTo>
                  <a:pt x="26985" y="13741"/>
                </a:lnTo>
                <a:lnTo>
                  <a:pt x="22103" y="14870"/>
                </a:lnTo>
                <a:lnTo>
                  <a:pt x="14880" y="16230"/>
                </a:lnTo>
                <a:lnTo>
                  <a:pt x="10840" y="16230"/>
                </a:lnTo>
                <a:lnTo>
                  <a:pt x="5536" y="16446"/>
                </a:lnTo>
                <a:lnTo>
                  <a:pt x="1700" y="16678"/>
                </a:lnTo>
                <a:lnTo>
                  <a:pt x="435" y="18703"/>
                </a:lnTo>
                <a:lnTo>
                  <a:pt x="0" y="20960"/>
                </a:lnTo>
                <a:lnTo>
                  <a:pt x="1496" y="23433"/>
                </a:lnTo>
                <a:lnTo>
                  <a:pt x="5318" y="25922"/>
                </a:lnTo>
                <a:lnTo>
                  <a:pt x="10419" y="26138"/>
                </a:lnTo>
                <a:lnTo>
                  <a:pt x="17220" y="26138"/>
                </a:lnTo>
                <a:lnTo>
                  <a:pt x="26346" y="25010"/>
                </a:lnTo>
                <a:lnTo>
                  <a:pt x="33365" y="24113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66" name="object 2166"/>
          <p:cNvSpPr/>
          <p:nvPr/>
        </p:nvSpPr>
        <p:spPr>
          <a:xfrm>
            <a:off x="4477679" y="5356045"/>
            <a:ext cx="17384" cy="9119"/>
          </a:xfrm>
          <a:custGeom>
            <a:avLst/>
            <a:gdLst/>
            <a:ahLst/>
            <a:cxnLst/>
            <a:rect l="l" t="t" r="r" b="b"/>
            <a:pathLst>
              <a:path w="17384" h="9119">
                <a:moveTo>
                  <a:pt x="17384" y="1112"/>
                </a:moveTo>
                <a:lnTo>
                  <a:pt x="17195" y="664"/>
                </a:lnTo>
                <a:lnTo>
                  <a:pt x="17006" y="200"/>
                </a:lnTo>
                <a:lnTo>
                  <a:pt x="16512" y="0"/>
                </a:lnTo>
                <a:lnTo>
                  <a:pt x="16076" y="200"/>
                </a:lnTo>
                <a:lnTo>
                  <a:pt x="9275" y="3354"/>
                </a:lnTo>
                <a:lnTo>
                  <a:pt x="0" y="7380"/>
                </a:lnTo>
                <a:lnTo>
                  <a:pt x="440" y="9119"/>
                </a:lnTo>
                <a:lnTo>
                  <a:pt x="599" y="9073"/>
                </a:lnTo>
                <a:lnTo>
                  <a:pt x="9943" y="5008"/>
                </a:lnTo>
                <a:lnTo>
                  <a:pt x="16759" y="1854"/>
                </a:lnTo>
                <a:lnTo>
                  <a:pt x="17195" y="1653"/>
                </a:lnTo>
                <a:lnTo>
                  <a:pt x="17384" y="1112"/>
                </a:lnTo>
                <a:close/>
              </a:path>
            </a:pathLst>
          </a:custGeom>
          <a:solidFill>
            <a:srgbClr val="DFDFD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67" name="object 2167"/>
          <p:cNvSpPr/>
          <p:nvPr/>
        </p:nvSpPr>
        <p:spPr>
          <a:xfrm>
            <a:off x="4433317" y="5363403"/>
            <a:ext cx="44802" cy="7419"/>
          </a:xfrm>
          <a:custGeom>
            <a:avLst/>
            <a:gdLst/>
            <a:ahLst/>
            <a:cxnLst/>
            <a:rect l="l" t="t" r="r" b="b"/>
            <a:pathLst>
              <a:path w="44802" h="7419">
                <a:moveTo>
                  <a:pt x="14" y="6538"/>
                </a:moveTo>
                <a:lnTo>
                  <a:pt x="29" y="7033"/>
                </a:lnTo>
                <a:lnTo>
                  <a:pt x="421" y="7419"/>
                </a:lnTo>
                <a:lnTo>
                  <a:pt x="886" y="7419"/>
                </a:lnTo>
                <a:lnTo>
                  <a:pt x="11291" y="7187"/>
                </a:lnTo>
                <a:lnTo>
                  <a:pt x="24326" y="5827"/>
                </a:lnTo>
                <a:lnTo>
                  <a:pt x="36489" y="3570"/>
                </a:lnTo>
                <a:lnTo>
                  <a:pt x="44307" y="46"/>
                </a:lnTo>
                <a:lnTo>
                  <a:pt x="36489" y="3570"/>
                </a:lnTo>
                <a:lnTo>
                  <a:pt x="44802" y="1762"/>
                </a:lnTo>
                <a:lnTo>
                  <a:pt x="44467" y="0"/>
                </a:lnTo>
                <a:lnTo>
                  <a:pt x="36199" y="1793"/>
                </a:lnTo>
                <a:lnTo>
                  <a:pt x="24094" y="4049"/>
                </a:lnTo>
                <a:lnTo>
                  <a:pt x="11189" y="5394"/>
                </a:lnTo>
                <a:lnTo>
                  <a:pt x="842" y="5611"/>
                </a:lnTo>
                <a:lnTo>
                  <a:pt x="377" y="5626"/>
                </a:lnTo>
                <a:lnTo>
                  <a:pt x="0" y="6028"/>
                </a:lnTo>
                <a:lnTo>
                  <a:pt x="14" y="6538"/>
                </a:lnTo>
                <a:close/>
              </a:path>
            </a:pathLst>
          </a:custGeom>
          <a:solidFill>
            <a:srgbClr val="DFDFD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68" name="object 2168"/>
          <p:cNvSpPr/>
          <p:nvPr/>
        </p:nvSpPr>
        <p:spPr>
          <a:xfrm>
            <a:off x="3321894" y="5419282"/>
            <a:ext cx="384998" cy="116292"/>
          </a:xfrm>
          <a:custGeom>
            <a:avLst/>
            <a:gdLst/>
            <a:ahLst/>
            <a:cxnLst/>
            <a:rect l="l" t="t" r="r" b="b"/>
            <a:pathLst>
              <a:path w="384998" h="116292">
                <a:moveTo>
                  <a:pt x="637" y="45522"/>
                </a:moveTo>
                <a:lnTo>
                  <a:pt x="2974" y="49804"/>
                </a:lnTo>
                <a:lnTo>
                  <a:pt x="6586" y="53189"/>
                </a:lnTo>
                <a:lnTo>
                  <a:pt x="10836" y="57015"/>
                </a:lnTo>
                <a:lnTo>
                  <a:pt x="17210" y="60847"/>
                </a:lnTo>
                <a:lnTo>
                  <a:pt x="36119" y="68058"/>
                </a:lnTo>
                <a:lnTo>
                  <a:pt x="50993" y="73918"/>
                </a:lnTo>
                <a:lnTo>
                  <a:pt x="71178" y="81130"/>
                </a:lnTo>
                <a:lnTo>
                  <a:pt x="93487" y="88343"/>
                </a:lnTo>
                <a:lnTo>
                  <a:pt x="111122" y="93527"/>
                </a:lnTo>
                <a:lnTo>
                  <a:pt x="132795" y="98710"/>
                </a:lnTo>
                <a:lnTo>
                  <a:pt x="157660" y="103443"/>
                </a:lnTo>
                <a:lnTo>
                  <a:pt x="169766" y="105923"/>
                </a:lnTo>
                <a:lnTo>
                  <a:pt x="181231" y="107501"/>
                </a:lnTo>
                <a:lnTo>
                  <a:pt x="191651" y="109079"/>
                </a:lnTo>
                <a:lnTo>
                  <a:pt x="198873" y="110206"/>
                </a:lnTo>
                <a:lnTo>
                  <a:pt x="208217" y="111107"/>
                </a:lnTo>
                <a:lnTo>
                  <a:pt x="215875" y="111333"/>
                </a:lnTo>
                <a:lnTo>
                  <a:pt x="235624" y="113135"/>
                </a:lnTo>
                <a:lnTo>
                  <a:pt x="253266" y="114262"/>
                </a:lnTo>
                <a:lnTo>
                  <a:pt x="268772" y="115389"/>
                </a:lnTo>
                <a:lnTo>
                  <a:pt x="286414" y="116066"/>
                </a:lnTo>
                <a:lnTo>
                  <a:pt x="306599" y="116292"/>
                </a:lnTo>
                <a:lnTo>
                  <a:pt x="324662" y="115840"/>
                </a:lnTo>
                <a:lnTo>
                  <a:pt x="335706" y="115389"/>
                </a:lnTo>
                <a:lnTo>
                  <a:pt x="346750" y="113361"/>
                </a:lnTo>
                <a:lnTo>
                  <a:pt x="357373" y="111107"/>
                </a:lnTo>
                <a:lnTo>
                  <a:pt x="363753" y="108402"/>
                </a:lnTo>
                <a:lnTo>
                  <a:pt x="368214" y="104570"/>
                </a:lnTo>
                <a:lnTo>
                  <a:pt x="373315" y="100740"/>
                </a:lnTo>
                <a:lnTo>
                  <a:pt x="377558" y="94654"/>
                </a:lnTo>
                <a:lnTo>
                  <a:pt x="380537" y="89695"/>
                </a:lnTo>
                <a:lnTo>
                  <a:pt x="383516" y="81130"/>
                </a:lnTo>
                <a:lnTo>
                  <a:pt x="384577" y="72791"/>
                </a:lnTo>
                <a:lnTo>
                  <a:pt x="384998" y="65804"/>
                </a:lnTo>
                <a:lnTo>
                  <a:pt x="384577" y="58367"/>
                </a:lnTo>
                <a:lnTo>
                  <a:pt x="383720" y="52061"/>
                </a:lnTo>
                <a:lnTo>
                  <a:pt x="360134" y="57015"/>
                </a:lnTo>
                <a:lnTo>
                  <a:pt x="352708" y="58142"/>
                </a:lnTo>
                <a:lnTo>
                  <a:pt x="339528" y="59944"/>
                </a:lnTo>
                <a:lnTo>
                  <a:pt x="329123" y="60170"/>
                </a:lnTo>
                <a:lnTo>
                  <a:pt x="319982" y="60170"/>
                </a:lnTo>
                <a:lnTo>
                  <a:pt x="310420" y="59944"/>
                </a:lnTo>
                <a:lnTo>
                  <a:pt x="303198" y="59720"/>
                </a:lnTo>
                <a:lnTo>
                  <a:pt x="296615" y="57465"/>
                </a:lnTo>
                <a:lnTo>
                  <a:pt x="291718" y="56789"/>
                </a:lnTo>
                <a:lnTo>
                  <a:pt x="286835" y="54086"/>
                </a:lnTo>
                <a:lnTo>
                  <a:pt x="283856" y="51149"/>
                </a:lnTo>
                <a:lnTo>
                  <a:pt x="245404" y="50932"/>
                </a:lnTo>
                <a:lnTo>
                  <a:pt x="227981" y="50252"/>
                </a:lnTo>
                <a:lnTo>
                  <a:pt x="218636" y="50020"/>
                </a:lnTo>
                <a:lnTo>
                  <a:pt x="208217" y="49124"/>
                </a:lnTo>
                <a:lnTo>
                  <a:pt x="193133" y="47331"/>
                </a:lnTo>
                <a:lnTo>
                  <a:pt x="175709" y="45290"/>
                </a:lnTo>
                <a:lnTo>
                  <a:pt x="162747" y="43265"/>
                </a:lnTo>
                <a:lnTo>
                  <a:pt x="150423" y="41240"/>
                </a:lnTo>
                <a:lnTo>
                  <a:pt x="138318" y="39880"/>
                </a:lnTo>
                <a:lnTo>
                  <a:pt x="120258" y="36047"/>
                </a:lnTo>
                <a:lnTo>
                  <a:pt x="101773" y="32229"/>
                </a:lnTo>
                <a:lnTo>
                  <a:pt x="84139" y="27947"/>
                </a:lnTo>
                <a:lnTo>
                  <a:pt x="70540" y="23881"/>
                </a:lnTo>
                <a:lnTo>
                  <a:pt x="56092" y="19151"/>
                </a:lnTo>
                <a:lnTo>
                  <a:pt x="41219" y="13973"/>
                </a:lnTo>
                <a:lnTo>
                  <a:pt x="33783" y="10804"/>
                </a:lnTo>
                <a:lnTo>
                  <a:pt x="28471" y="8099"/>
                </a:lnTo>
                <a:lnTo>
                  <a:pt x="25496" y="6306"/>
                </a:lnTo>
                <a:lnTo>
                  <a:pt x="22522" y="0"/>
                </a:lnTo>
                <a:lnTo>
                  <a:pt x="19971" y="0"/>
                </a:lnTo>
                <a:lnTo>
                  <a:pt x="16148" y="1344"/>
                </a:lnTo>
                <a:lnTo>
                  <a:pt x="11898" y="3818"/>
                </a:lnTo>
                <a:lnTo>
                  <a:pt x="7223" y="6754"/>
                </a:lnTo>
                <a:lnTo>
                  <a:pt x="3824" y="10140"/>
                </a:lnTo>
                <a:lnTo>
                  <a:pt x="1912" y="13293"/>
                </a:lnTo>
                <a:lnTo>
                  <a:pt x="637" y="15766"/>
                </a:lnTo>
                <a:lnTo>
                  <a:pt x="0" y="19600"/>
                </a:lnTo>
                <a:lnTo>
                  <a:pt x="0" y="41920"/>
                </a:lnTo>
                <a:lnTo>
                  <a:pt x="637" y="45522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69" name="object 2169"/>
          <p:cNvSpPr/>
          <p:nvPr/>
        </p:nvSpPr>
        <p:spPr>
          <a:xfrm>
            <a:off x="3321894" y="5435049"/>
            <a:ext cx="384998" cy="100525"/>
          </a:xfrm>
          <a:custGeom>
            <a:avLst/>
            <a:gdLst/>
            <a:ahLst/>
            <a:cxnLst/>
            <a:rect l="l" t="t" r="r" b="b"/>
            <a:pathLst>
              <a:path w="384998" h="100525">
                <a:moveTo>
                  <a:pt x="0" y="3833"/>
                </a:moveTo>
                <a:lnTo>
                  <a:pt x="0" y="26154"/>
                </a:lnTo>
                <a:lnTo>
                  <a:pt x="637" y="29755"/>
                </a:lnTo>
                <a:lnTo>
                  <a:pt x="2974" y="34037"/>
                </a:lnTo>
                <a:lnTo>
                  <a:pt x="6586" y="37422"/>
                </a:lnTo>
                <a:lnTo>
                  <a:pt x="10836" y="41248"/>
                </a:lnTo>
                <a:lnTo>
                  <a:pt x="17210" y="45080"/>
                </a:lnTo>
                <a:lnTo>
                  <a:pt x="36119" y="52291"/>
                </a:lnTo>
                <a:lnTo>
                  <a:pt x="50993" y="58151"/>
                </a:lnTo>
                <a:lnTo>
                  <a:pt x="71178" y="65363"/>
                </a:lnTo>
                <a:lnTo>
                  <a:pt x="93487" y="72802"/>
                </a:lnTo>
                <a:lnTo>
                  <a:pt x="111122" y="77760"/>
                </a:lnTo>
                <a:lnTo>
                  <a:pt x="132795" y="82943"/>
                </a:lnTo>
                <a:lnTo>
                  <a:pt x="153185" y="87227"/>
                </a:lnTo>
                <a:lnTo>
                  <a:pt x="169766" y="90156"/>
                </a:lnTo>
                <a:lnTo>
                  <a:pt x="181231" y="92185"/>
                </a:lnTo>
                <a:lnTo>
                  <a:pt x="191651" y="93312"/>
                </a:lnTo>
                <a:lnTo>
                  <a:pt x="198873" y="94439"/>
                </a:lnTo>
                <a:lnTo>
                  <a:pt x="208217" y="95340"/>
                </a:lnTo>
                <a:lnTo>
                  <a:pt x="216936" y="96016"/>
                </a:lnTo>
                <a:lnTo>
                  <a:pt x="235624" y="97368"/>
                </a:lnTo>
                <a:lnTo>
                  <a:pt x="253266" y="98495"/>
                </a:lnTo>
                <a:lnTo>
                  <a:pt x="268772" y="99622"/>
                </a:lnTo>
                <a:lnTo>
                  <a:pt x="286414" y="100299"/>
                </a:lnTo>
                <a:lnTo>
                  <a:pt x="306599" y="100525"/>
                </a:lnTo>
                <a:lnTo>
                  <a:pt x="324662" y="100073"/>
                </a:lnTo>
                <a:lnTo>
                  <a:pt x="335706" y="99622"/>
                </a:lnTo>
                <a:lnTo>
                  <a:pt x="343350" y="98495"/>
                </a:lnTo>
                <a:lnTo>
                  <a:pt x="349090" y="97594"/>
                </a:lnTo>
                <a:lnTo>
                  <a:pt x="357170" y="95566"/>
                </a:lnTo>
                <a:lnTo>
                  <a:pt x="363753" y="92635"/>
                </a:lnTo>
                <a:lnTo>
                  <a:pt x="368853" y="88803"/>
                </a:lnTo>
                <a:lnTo>
                  <a:pt x="373315" y="84973"/>
                </a:lnTo>
                <a:lnTo>
                  <a:pt x="377558" y="78887"/>
                </a:lnTo>
                <a:lnTo>
                  <a:pt x="380537" y="74154"/>
                </a:lnTo>
                <a:lnTo>
                  <a:pt x="383516" y="65363"/>
                </a:lnTo>
                <a:lnTo>
                  <a:pt x="384577" y="57024"/>
                </a:lnTo>
                <a:lnTo>
                  <a:pt x="384998" y="50037"/>
                </a:lnTo>
                <a:lnTo>
                  <a:pt x="384577" y="42601"/>
                </a:lnTo>
                <a:lnTo>
                  <a:pt x="383720" y="36294"/>
                </a:lnTo>
                <a:lnTo>
                  <a:pt x="382237" y="41698"/>
                </a:lnTo>
                <a:lnTo>
                  <a:pt x="379898" y="46431"/>
                </a:lnTo>
                <a:lnTo>
                  <a:pt x="375218" y="49362"/>
                </a:lnTo>
                <a:lnTo>
                  <a:pt x="368853" y="51390"/>
                </a:lnTo>
                <a:lnTo>
                  <a:pt x="362692" y="53194"/>
                </a:lnTo>
                <a:lnTo>
                  <a:pt x="353333" y="54996"/>
                </a:lnTo>
                <a:lnTo>
                  <a:pt x="342507" y="56349"/>
                </a:lnTo>
                <a:lnTo>
                  <a:pt x="331884" y="57024"/>
                </a:lnTo>
                <a:lnTo>
                  <a:pt x="318064" y="58151"/>
                </a:lnTo>
                <a:lnTo>
                  <a:pt x="306177" y="58151"/>
                </a:lnTo>
                <a:lnTo>
                  <a:pt x="296615" y="57927"/>
                </a:lnTo>
                <a:lnTo>
                  <a:pt x="284292" y="57024"/>
                </a:lnTo>
                <a:lnTo>
                  <a:pt x="246465" y="57024"/>
                </a:lnTo>
                <a:lnTo>
                  <a:pt x="236060" y="56574"/>
                </a:lnTo>
                <a:lnTo>
                  <a:pt x="223098" y="56349"/>
                </a:lnTo>
                <a:lnTo>
                  <a:pt x="210775" y="55447"/>
                </a:lnTo>
                <a:lnTo>
                  <a:pt x="196330" y="54321"/>
                </a:lnTo>
                <a:lnTo>
                  <a:pt x="181231" y="52517"/>
                </a:lnTo>
                <a:lnTo>
                  <a:pt x="167426" y="51164"/>
                </a:lnTo>
                <a:lnTo>
                  <a:pt x="154681" y="48910"/>
                </a:lnTo>
                <a:lnTo>
                  <a:pt x="141719" y="46657"/>
                </a:lnTo>
                <a:lnTo>
                  <a:pt x="128120" y="44177"/>
                </a:lnTo>
                <a:lnTo>
                  <a:pt x="116009" y="41698"/>
                </a:lnTo>
                <a:lnTo>
                  <a:pt x="105174" y="38999"/>
                </a:lnTo>
                <a:lnTo>
                  <a:pt x="94549" y="36062"/>
                </a:lnTo>
                <a:lnTo>
                  <a:pt x="82226" y="32460"/>
                </a:lnTo>
                <a:lnTo>
                  <a:pt x="70753" y="29075"/>
                </a:lnTo>
                <a:lnTo>
                  <a:pt x="62679" y="26370"/>
                </a:lnTo>
                <a:lnTo>
                  <a:pt x="53542" y="24345"/>
                </a:lnTo>
                <a:lnTo>
                  <a:pt x="46956" y="21640"/>
                </a:lnTo>
                <a:lnTo>
                  <a:pt x="38882" y="18935"/>
                </a:lnTo>
                <a:lnTo>
                  <a:pt x="33358" y="16678"/>
                </a:lnTo>
                <a:lnTo>
                  <a:pt x="26559" y="14653"/>
                </a:lnTo>
                <a:lnTo>
                  <a:pt x="19971" y="11948"/>
                </a:lnTo>
                <a:lnTo>
                  <a:pt x="13173" y="8795"/>
                </a:lnTo>
                <a:lnTo>
                  <a:pt x="7861" y="5410"/>
                </a:lnTo>
                <a:lnTo>
                  <a:pt x="3187" y="2256"/>
                </a:lnTo>
                <a:lnTo>
                  <a:pt x="637" y="0"/>
                </a:lnTo>
                <a:lnTo>
                  <a:pt x="0" y="3833"/>
                </a:lnTo>
                <a:close/>
              </a:path>
            </a:pathLst>
          </a:custGeom>
          <a:solidFill>
            <a:srgbClr val="5F5F5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70" name="object 2170"/>
          <p:cNvSpPr/>
          <p:nvPr/>
        </p:nvSpPr>
        <p:spPr>
          <a:xfrm>
            <a:off x="3349119" y="5450444"/>
            <a:ext cx="82077" cy="31099"/>
          </a:xfrm>
          <a:custGeom>
            <a:avLst/>
            <a:gdLst/>
            <a:ahLst/>
            <a:cxnLst/>
            <a:rect l="l" t="t" r="r" b="b"/>
            <a:pathLst>
              <a:path w="82077" h="31099">
                <a:moveTo>
                  <a:pt x="12475" y="6074"/>
                </a:moveTo>
                <a:lnTo>
                  <a:pt x="6774" y="3184"/>
                </a:lnTo>
                <a:lnTo>
                  <a:pt x="1358" y="231"/>
                </a:lnTo>
                <a:lnTo>
                  <a:pt x="941" y="0"/>
                </a:lnTo>
                <a:lnTo>
                  <a:pt x="430" y="170"/>
                </a:lnTo>
                <a:lnTo>
                  <a:pt x="215" y="618"/>
                </a:lnTo>
                <a:lnTo>
                  <a:pt x="0" y="1051"/>
                </a:lnTo>
                <a:lnTo>
                  <a:pt x="164" y="1607"/>
                </a:lnTo>
                <a:lnTo>
                  <a:pt x="581" y="1823"/>
                </a:lnTo>
                <a:lnTo>
                  <a:pt x="6020" y="4791"/>
                </a:lnTo>
                <a:lnTo>
                  <a:pt x="11743" y="7697"/>
                </a:lnTo>
                <a:lnTo>
                  <a:pt x="17729" y="10495"/>
                </a:lnTo>
                <a:lnTo>
                  <a:pt x="23961" y="13185"/>
                </a:lnTo>
                <a:lnTo>
                  <a:pt x="30435" y="15782"/>
                </a:lnTo>
                <a:lnTo>
                  <a:pt x="37135" y="18286"/>
                </a:lnTo>
                <a:lnTo>
                  <a:pt x="44063" y="20682"/>
                </a:lnTo>
                <a:lnTo>
                  <a:pt x="51207" y="22985"/>
                </a:lnTo>
                <a:lnTo>
                  <a:pt x="58549" y="25163"/>
                </a:lnTo>
                <a:lnTo>
                  <a:pt x="66095" y="27254"/>
                </a:lnTo>
                <a:lnTo>
                  <a:pt x="73816" y="29228"/>
                </a:lnTo>
                <a:lnTo>
                  <a:pt x="81722" y="31099"/>
                </a:lnTo>
                <a:lnTo>
                  <a:pt x="82070" y="29335"/>
                </a:lnTo>
                <a:lnTo>
                  <a:pt x="74200" y="27472"/>
                </a:lnTo>
                <a:lnTo>
                  <a:pt x="66509" y="25505"/>
                </a:lnTo>
                <a:lnTo>
                  <a:pt x="58994" y="23418"/>
                </a:lnTo>
                <a:lnTo>
                  <a:pt x="51684" y="21254"/>
                </a:lnTo>
                <a:lnTo>
                  <a:pt x="44573" y="18950"/>
                </a:lnTo>
                <a:lnTo>
                  <a:pt x="37679" y="16570"/>
                </a:lnTo>
                <a:lnTo>
                  <a:pt x="31017" y="14081"/>
                </a:lnTo>
                <a:lnTo>
                  <a:pt x="24583" y="11515"/>
                </a:lnTo>
                <a:lnTo>
                  <a:pt x="18391" y="8826"/>
                </a:lnTo>
                <a:lnTo>
                  <a:pt x="12450" y="6059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71" name="object 2171"/>
          <p:cNvSpPr/>
          <p:nvPr/>
        </p:nvSpPr>
        <p:spPr>
          <a:xfrm>
            <a:off x="3447145" y="5483171"/>
            <a:ext cx="16918" cy="4747"/>
          </a:xfrm>
          <a:custGeom>
            <a:avLst/>
            <a:gdLst/>
            <a:ahLst/>
            <a:cxnLst/>
            <a:rect l="l" t="t" r="r" b="b"/>
            <a:pathLst>
              <a:path w="16918" h="4747">
                <a:moveTo>
                  <a:pt x="303" y="0"/>
                </a:moveTo>
                <a:lnTo>
                  <a:pt x="0" y="1774"/>
                </a:lnTo>
                <a:lnTo>
                  <a:pt x="16918" y="4747"/>
                </a:lnTo>
                <a:lnTo>
                  <a:pt x="328" y="4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72" name="object 2172"/>
          <p:cNvSpPr/>
          <p:nvPr/>
        </p:nvSpPr>
        <p:spPr>
          <a:xfrm>
            <a:off x="3430841" y="5479780"/>
            <a:ext cx="143549" cy="15859"/>
          </a:xfrm>
          <a:custGeom>
            <a:avLst/>
            <a:gdLst/>
            <a:ahLst/>
            <a:cxnLst/>
            <a:rect l="l" t="t" r="r" b="b"/>
            <a:pathLst>
              <a:path w="143549" h="15859">
                <a:moveTo>
                  <a:pt x="124483" y="14021"/>
                </a:moveTo>
                <a:lnTo>
                  <a:pt x="105650" y="13466"/>
                </a:lnTo>
                <a:lnTo>
                  <a:pt x="87034" y="12410"/>
                </a:lnTo>
                <a:lnTo>
                  <a:pt x="68782" y="10872"/>
                </a:lnTo>
                <a:lnTo>
                  <a:pt x="50908" y="8847"/>
                </a:lnTo>
                <a:lnTo>
                  <a:pt x="33474" y="6354"/>
                </a:lnTo>
                <a:lnTo>
                  <a:pt x="16622" y="3394"/>
                </a:lnTo>
                <a:lnTo>
                  <a:pt x="369" y="4"/>
                </a:lnTo>
                <a:lnTo>
                  <a:pt x="0" y="1763"/>
                </a:lnTo>
                <a:lnTo>
                  <a:pt x="16303" y="5165"/>
                </a:lnTo>
                <a:lnTo>
                  <a:pt x="16607" y="3391"/>
                </a:lnTo>
                <a:lnTo>
                  <a:pt x="33221" y="8138"/>
                </a:lnTo>
                <a:lnTo>
                  <a:pt x="50690" y="10634"/>
                </a:lnTo>
                <a:lnTo>
                  <a:pt x="68608" y="12665"/>
                </a:lnTo>
                <a:lnTo>
                  <a:pt x="68768" y="10871"/>
                </a:lnTo>
                <a:lnTo>
                  <a:pt x="68608" y="12665"/>
                </a:lnTo>
                <a:lnTo>
                  <a:pt x="86933" y="14210"/>
                </a:lnTo>
                <a:lnTo>
                  <a:pt x="105563" y="15267"/>
                </a:lnTo>
                <a:lnTo>
                  <a:pt x="124469" y="15823"/>
                </a:lnTo>
                <a:lnTo>
                  <a:pt x="143549" y="15859"/>
                </a:lnTo>
                <a:lnTo>
                  <a:pt x="143535" y="14057"/>
                </a:lnTo>
                <a:lnTo>
                  <a:pt x="124483" y="14021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73" name="object 2173"/>
          <p:cNvSpPr/>
          <p:nvPr/>
        </p:nvSpPr>
        <p:spPr>
          <a:xfrm>
            <a:off x="3574376" y="5492293"/>
            <a:ext cx="39279" cy="3346"/>
          </a:xfrm>
          <a:custGeom>
            <a:avLst/>
            <a:gdLst/>
            <a:ahLst/>
            <a:cxnLst/>
            <a:rect l="l" t="t" r="r" b="b"/>
            <a:pathLst>
              <a:path w="39279" h="3346">
                <a:moveTo>
                  <a:pt x="0" y="1544"/>
                </a:moveTo>
                <a:lnTo>
                  <a:pt x="14" y="3346"/>
                </a:lnTo>
                <a:lnTo>
                  <a:pt x="19211" y="2859"/>
                </a:lnTo>
                <a:lnTo>
                  <a:pt x="38437" y="1827"/>
                </a:lnTo>
                <a:lnTo>
                  <a:pt x="38916" y="1800"/>
                </a:lnTo>
                <a:lnTo>
                  <a:pt x="39279" y="1377"/>
                </a:lnTo>
                <a:lnTo>
                  <a:pt x="39250" y="881"/>
                </a:lnTo>
                <a:lnTo>
                  <a:pt x="39221" y="383"/>
                </a:lnTo>
                <a:lnTo>
                  <a:pt x="38829" y="0"/>
                </a:lnTo>
                <a:lnTo>
                  <a:pt x="38364" y="26"/>
                </a:lnTo>
                <a:lnTo>
                  <a:pt x="19138" y="1057"/>
                </a:lnTo>
                <a:lnTo>
                  <a:pt x="14" y="1544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74" name="object 2174"/>
          <p:cNvSpPr/>
          <p:nvPr/>
        </p:nvSpPr>
        <p:spPr>
          <a:xfrm>
            <a:off x="3536913" y="5503569"/>
            <a:ext cx="46952" cy="19156"/>
          </a:xfrm>
          <a:custGeom>
            <a:avLst/>
            <a:gdLst/>
            <a:ahLst/>
            <a:cxnLst/>
            <a:rect l="l" t="t" r="r" b="b"/>
            <a:pathLst>
              <a:path w="46952" h="19156">
                <a:moveTo>
                  <a:pt x="6161" y="13296"/>
                </a:moveTo>
                <a:lnTo>
                  <a:pt x="6379" y="0"/>
                </a:lnTo>
                <a:lnTo>
                  <a:pt x="0" y="0"/>
                </a:lnTo>
                <a:lnTo>
                  <a:pt x="0" y="17579"/>
                </a:lnTo>
                <a:lnTo>
                  <a:pt x="46952" y="19156"/>
                </a:lnTo>
                <a:lnTo>
                  <a:pt x="46952" y="15550"/>
                </a:lnTo>
                <a:lnTo>
                  <a:pt x="6161" y="13296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75" name="object 2175"/>
          <p:cNvSpPr/>
          <p:nvPr/>
        </p:nvSpPr>
        <p:spPr>
          <a:xfrm>
            <a:off x="3542232" y="5503569"/>
            <a:ext cx="41634" cy="16227"/>
          </a:xfrm>
          <a:custGeom>
            <a:avLst/>
            <a:gdLst/>
            <a:ahLst/>
            <a:cxnLst/>
            <a:rect l="l" t="t" r="r" b="b"/>
            <a:pathLst>
              <a:path w="41634" h="16227">
                <a:moveTo>
                  <a:pt x="0" y="0"/>
                </a:moveTo>
                <a:lnTo>
                  <a:pt x="0" y="14874"/>
                </a:lnTo>
                <a:lnTo>
                  <a:pt x="41634" y="16227"/>
                </a:lnTo>
                <a:lnTo>
                  <a:pt x="40791" y="0"/>
                </a:lnTo>
                <a:lnTo>
                  <a:pt x="0" y="0"/>
                </a:lnTo>
                <a:close/>
              </a:path>
            </a:pathLst>
          </a:custGeom>
          <a:solidFill>
            <a:srgbClr val="1F1F1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76" name="object 2176"/>
          <p:cNvSpPr/>
          <p:nvPr/>
        </p:nvSpPr>
        <p:spPr>
          <a:xfrm>
            <a:off x="3336555" y="5453536"/>
            <a:ext cx="18910" cy="20957"/>
          </a:xfrm>
          <a:custGeom>
            <a:avLst/>
            <a:gdLst/>
            <a:ahLst/>
            <a:cxnLst/>
            <a:rect l="l" t="t" r="r" b="b"/>
            <a:pathLst>
              <a:path w="18910" h="20957">
                <a:moveTo>
                  <a:pt x="1912" y="11268"/>
                </a:moveTo>
                <a:lnTo>
                  <a:pt x="1912" y="896"/>
                </a:lnTo>
                <a:lnTo>
                  <a:pt x="0" y="0"/>
                </a:lnTo>
                <a:lnTo>
                  <a:pt x="0" y="13077"/>
                </a:lnTo>
                <a:lnTo>
                  <a:pt x="18910" y="20957"/>
                </a:lnTo>
                <a:lnTo>
                  <a:pt x="18910" y="18023"/>
                </a:lnTo>
                <a:lnTo>
                  <a:pt x="1912" y="11268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77" name="object 2177"/>
          <p:cNvSpPr/>
          <p:nvPr/>
        </p:nvSpPr>
        <p:spPr>
          <a:xfrm>
            <a:off x="3338467" y="5454433"/>
            <a:ext cx="16998" cy="17575"/>
          </a:xfrm>
          <a:custGeom>
            <a:avLst/>
            <a:gdLst/>
            <a:ahLst/>
            <a:cxnLst/>
            <a:rect l="l" t="t" r="r" b="b"/>
            <a:pathLst>
              <a:path w="16998" h="17575">
                <a:moveTo>
                  <a:pt x="0" y="0"/>
                </a:moveTo>
                <a:lnTo>
                  <a:pt x="0" y="11716"/>
                </a:lnTo>
                <a:lnTo>
                  <a:pt x="16998" y="17575"/>
                </a:lnTo>
                <a:lnTo>
                  <a:pt x="16998" y="5858"/>
                </a:lnTo>
                <a:lnTo>
                  <a:pt x="0" y="0"/>
                </a:lnTo>
                <a:close/>
              </a:path>
            </a:pathLst>
          </a:custGeom>
          <a:solidFill>
            <a:srgbClr val="1F1F1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8" name="object 198"/>
          <p:cNvSpPr/>
          <p:nvPr/>
        </p:nvSpPr>
        <p:spPr>
          <a:xfrm>
            <a:off x="2698750" y="1570989"/>
            <a:ext cx="1418209" cy="216788"/>
          </a:xfrm>
          <a:custGeom>
            <a:avLst/>
            <a:gdLst/>
            <a:ahLst/>
            <a:cxnLst/>
            <a:rect l="l" t="t" r="r" b="b"/>
            <a:pathLst>
              <a:path w="1418209" h="216788">
                <a:moveTo>
                  <a:pt x="0" y="216788"/>
                </a:moveTo>
                <a:lnTo>
                  <a:pt x="400176" y="191388"/>
                </a:lnTo>
                <a:lnTo>
                  <a:pt x="376427" y="106807"/>
                </a:lnTo>
                <a:lnTo>
                  <a:pt x="987805" y="87757"/>
                </a:lnTo>
                <a:lnTo>
                  <a:pt x="992632" y="31876"/>
                </a:lnTo>
                <a:lnTo>
                  <a:pt x="1418209" y="0"/>
                </a:lnTo>
              </a:path>
            </a:pathLst>
          </a:custGeom>
          <a:ln w="12700">
            <a:solidFill>
              <a:srgbClr val="414141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7" name="object 197"/>
          <p:cNvSpPr/>
          <p:nvPr/>
        </p:nvSpPr>
        <p:spPr>
          <a:xfrm>
            <a:off x="2145030" y="2170429"/>
            <a:ext cx="1176908" cy="242316"/>
          </a:xfrm>
          <a:custGeom>
            <a:avLst/>
            <a:gdLst/>
            <a:ahLst/>
            <a:cxnLst/>
            <a:rect l="l" t="t" r="r" b="b"/>
            <a:pathLst>
              <a:path w="1176908" h="242316">
                <a:moveTo>
                  <a:pt x="0" y="6350"/>
                </a:moveTo>
                <a:lnTo>
                  <a:pt x="219201" y="144145"/>
                </a:lnTo>
                <a:lnTo>
                  <a:pt x="325627" y="0"/>
                </a:lnTo>
                <a:lnTo>
                  <a:pt x="771906" y="212217"/>
                </a:lnTo>
                <a:lnTo>
                  <a:pt x="859282" y="107696"/>
                </a:lnTo>
                <a:lnTo>
                  <a:pt x="1176908" y="242316"/>
                </a:lnTo>
              </a:path>
            </a:pathLst>
          </a:custGeom>
          <a:ln w="12700">
            <a:solidFill>
              <a:srgbClr val="414141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6" name="object 196"/>
          <p:cNvSpPr txBox="1"/>
          <p:nvPr/>
        </p:nvSpPr>
        <p:spPr>
          <a:xfrm>
            <a:off x="78740" y="159670"/>
            <a:ext cx="364032" cy="330200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dirty="0" smtClean="0" sz="2400" spc="-47" b="1">
                <a:latin typeface="Arial"/>
                <a:cs typeface="Arial"/>
              </a:rPr>
              <a:t>A</a:t>
            </a:r>
            <a:r>
              <a:rPr dirty="0" smtClean="0" sz="2400" spc="-47" b="1"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</p:txBody>
      </p:sp>
      <p:sp>
        <p:nvSpPr>
          <p:cNvPr id="195" name="object 195"/>
          <p:cNvSpPr txBox="1"/>
          <p:nvPr/>
        </p:nvSpPr>
        <p:spPr>
          <a:xfrm>
            <a:off x="467055" y="159670"/>
            <a:ext cx="1981301" cy="330200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dirty="0" smtClean="0" sz="2400" spc="-2" b="1">
                <a:latin typeface="Arial"/>
                <a:cs typeface="Arial"/>
              </a:rPr>
              <a:t>Pen</a:t>
            </a:r>
            <a:r>
              <a:rPr dirty="0" smtClean="0" sz="2400" spc="-2" b="1">
                <a:latin typeface="Arial"/>
                <a:cs typeface="Arial"/>
              </a:rPr>
              <a:t>d</a:t>
            </a:r>
            <a:r>
              <a:rPr dirty="0" smtClean="0" sz="2400" spc="-2" b="1">
                <a:latin typeface="Arial"/>
                <a:cs typeface="Arial"/>
              </a:rPr>
              <a:t>ah</a:t>
            </a:r>
            <a:r>
              <a:rPr dirty="0" smtClean="0" sz="2400" spc="-2" b="1">
                <a:latin typeface="Arial"/>
                <a:cs typeface="Arial"/>
              </a:rPr>
              <a:t>u</a:t>
            </a:r>
            <a:r>
              <a:rPr dirty="0" smtClean="0" sz="2400" spc="-2" b="1">
                <a:latin typeface="Arial"/>
                <a:cs typeface="Arial"/>
              </a:rPr>
              <a:t>l</a:t>
            </a:r>
            <a:r>
              <a:rPr dirty="0" smtClean="0" sz="2400" spc="-2" b="1">
                <a:latin typeface="Arial"/>
                <a:cs typeface="Arial"/>
              </a:rPr>
              <a:t>u</a:t>
            </a:r>
            <a:r>
              <a:rPr dirty="0" smtClean="0" sz="2400" spc="-2" b="1">
                <a:latin typeface="Arial"/>
                <a:cs typeface="Arial"/>
              </a:rPr>
              <a:t>an</a:t>
            </a:r>
            <a:endParaRPr sz="2400">
              <a:latin typeface="Arial"/>
              <a:cs typeface="Arial"/>
            </a:endParaRPr>
          </a:p>
        </p:txBody>
      </p:sp>
      <p:sp>
        <p:nvSpPr>
          <p:cNvPr id="194" name="object 194"/>
          <p:cNvSpPr txBox="1"/>
          <p:nvPr/>
        </p:nvSpPr>
        <p:spPr>
          <a:xfrm>
            <a:off x="459740" y="775576"/>
            <a:ext cx="5561340" cy="381317"/>
          </a:xfrm>
          <a:prstGeom prst="rect">
            <a:avLst/>
          </a:prstGeom>
        </p:spPr>
        <p:txBody>
          <a:bodyPr wrap="square" lIns="0" tIns="18796" rIns="0" bIns="0" rtlCol="0">
            <a:noAutofit/>
          </a:bodyPr>
          <a:lstStyle/>
          <a:p>
            <a:pPr marL="12700">
              <a:lnSpc>
                <a:spcPts val="2960"/>
              </a:lnSpc>
            </a:pPr>
            <a:r>
              <a:rPr dirty="0" smtClean="0" sz="2800" spc="-4" b="1" u="heavy">
                <a:solidFill>
                  <a:srgbClr val="3333CC"/>
                </a:solidFill>
                <a:latin typeface="Times New Roman"/>
                <a:cs typeface="Times New Roman"/>
              </a:rPr>
              <a:t>Mac</a:t>
            </a:r>
            <a:r>
              <a:rPr dirty="0" smtClean="0" sz="2800" spc="-4" b="1" u="heavy">
                <a:solidFill>
                  <a:srgbClr val="3333CC"/>
                </a:solidFill>
                <a:latin typeface="Times New Roman"/>
                <a:cs typeface="Times New Roman"/>
              </a:rPr>
              <a:t>r</a:t>
            </a:r>
            <a:r>
              <a:rPr dirty="0" smtClean="0" sz="2800" spc="-4" b="1" u="heavy">
                <a:solidFill>
                  <a:srgbClr val="3333CC"/>
                </a:solidFill>
                <a:latin typeface="Times New Roman"/>
                <a:cs typeface="Times New Roman"/>
              </a:rPr>
              <a:t>ocell,</a:t>
            </a:r>
            <a:r>
              <a:rPr dirty="0" smtClean="0" sz="2800" spc="-4" b="1" u="heavy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2800" spc="-4" b="1" u="heavy">
                <a:solidFill>
                  <a:srgbClr val="3333CC"/>
                </a:solidFill>
                <a:latin typeface="Times New Roman"/>
                <a:cs typeface="Times New Roman"/>
              </a:rPr>
              <a:t>Mic</a:t>
            </a:r>
            <a:r>
              <a:rPr dirty="0" smtClean="0" sz="2800" spc="-4" b="1" u="heavy">
                <a:solidFill>
                  <a:srgbClr val="3333CC"/>
                </a:solidFill>
                <a:latin typeface="Times New Roman"/>
                <a:cs typeface="Times New Roman"/>
              </a:rPr>
              <a:t>r</a:t>
            </a:r>
            <a:r>
              <a:rPr dirty="0" smtClean="0" sz="2800" spc="-4" b="1" u="heavy">
                <a:solidFill>
                  <a:srgbClr val="3333CC"/>
                </a:solidFill>
                <a:latin typeface="Times New Roman"/>
                <a:cs typeface="Times New Roman"/>
              </a:rPr>
              <a:t>ocell,</a:t>
            </a:r>
            <a:r>
              <a:rPr dirty="0" smtClean="0" sz="2800" spc="-4" b="1" u="heavy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2800" spc="-4" b="1" u="heavy">
                <a:solidFill>
                  <a:srgbClr val="3333CC"/>
                </a:solidFill>
                <a:latin typeface="Times New Roman"/>
                <a:cs typeface="Times New Roman"/>
              </a:rPr>
              <a:t>dan</a:t>
            </a:r>
            <a:r>
              <a:rPr dirty="0" smtClean="0" sz="2800" spc="-4" b="1" u="heavy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2800" spc="-4" b="1" u="heavy">
                <a:solidFill>
                  <a:srgbClr val="3333CC"/>
                </a:solidFill>
                <a:latin typeface="Times New Roman"/>
                <a:cs typeface="Times New Roman"/>
              </a:rPr>
              <a:t>P</a:t>
            </a:r>
            <a:r>
              <a:rPr dirty="0" smtClean="0" sz="2800" spc="-4" b="1" u="heavy">
                <a:solidFill>
                  <a:srgbClr val="3333CC"/>
                </a:solidFill>
                <a:latin typeface="Times New Roman"/>
                <a:cs typeface="Times New Roman"/>
              </a:rPr>
              <a:t>icocell</a:t>
            </a:r>
            <a:r>
              <a:rPr dirty="0" smtClean="0" sz="2800" spc="-4" b="1" u="heavy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2800" spc="-4" b="1" u="heavy">
                <a:solidFill>
                  <a:srgbClr val="3333CC"/>
                </a:solidFill>
                <a:latin typeface="Times New Roman"/>
                <a:cs typeface="Times New Roman"/>
              </a:rPr>
              <a:t>...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93" name="object 193"/>
          <p:cNvSpPr txBox="1"/>
          <p:nvPr/>
        </p:nvSpPr>
        <p:spPr>
          <a:xfrm>
            <a:off x="438150" y="1431099"/>
            <a:ext cx="831697" cy="472440"/>
          </a:xfrm>
          <a:prstGeom prst="rect">
            <a:avLst/>
          </a:prstGeom>
        </p:spPr>
        <p:txBody>
          <a:bodyPr wrap="square" lIns="0" tIns="11017" rIns="0" bIns="0" rtlCol="0">
            <a:noAutofit/>
          </a:bodyPr>
          <a:lstStyle/>
          <a:p>
            <a:pPr marL="12700">
              <a:lnSpc>
                <a:spcPts val="1735"/>
              </a:lnSpc>
            </a:pPr>
            <a:r>
              <a:rPr dirty="0" smtClean="0" sz="1600" spc="-3" b="1">
                <a:solidFill>
                  <a:srgbClr val="00279F"/>
                </a:solidFill>
                <a:latin typeface="Arial"/>
                <a:cs typeface="Arial"/>
              </a:rPr>
              <a:t>S</a:t>
            </a:r>
            <a:r>
              <a:rPr dirty="0" smtClean="0" sz="1600" spc="-3" b="1">
                <a:solidFill>
                  <a:srgbClr val="00279F"/>
                </a:solidFill>
                <a:latin typeface="Arial"/>
                <a:cs typeface="Arial"/>
              </a:rPr>
              <a:t>a</a:t>
            </a:r>
            <a:r>
              <a:rPr dirty="0" smtClean="0" sz="1600" spc="-3" b="1">
                <a:solidFill>
                  <a:srgbClr val="00279F"/>
                </a:solidFill>
                <a:latin typeface="Arial"/>
                <a:cs typeface="Arial"/>
              </a:rPr>
              <a:t>t</a:t>
            </a:r>
            <a:r>
              <a:rPr dirty="0" smtClean="0" sz="1600" spc="-3" b="1">
                <a:solidFill>
                  <a:srgbClr val="00279F"/>
                </a:solidFill>
                <a:latin typeface="Arial"/>
                <a:cs typeface="Arial"/>
              </a:rPr>
              <a:t>e</a:t>
            </a:r>
            <a:r>
              <a:rPr dirty="0" smtClean="0" sz="1600" spc="-3" b="1">
                <a:solidFill>
                  <a:srgbClr val="00279F"/>
                </a:solidFill>
                <a:latin typeface="Arial"/>
                <a:cs typeface="Arial"/>
              </a:rPr>
              <a:t>l</a:t>
            </a:r>
            <a:r>
              <a:rPr dirty="0" smtClean="0" sz="1600" spc="-3" b="1">
                <a:solidFill>
                  <a:srgbClr val="00279F"/>
                </a:solidFill>
                <a:latin typeface="Arial"/>
                <a:cs typeface="Arial"/>
              </a:rPr>
              <a:t>l</a:t>
            </a:r>
            <a:r>
              <a:rPr dirty="0" smtClean="0" sz="1600" spc="-3" b="1">
                <a:solidFill>
                  <a:srgbClr val="00279F"/>
                </a:solidFill>
                <a:latin typeface="Arial"/>
                <a:cs typeface="Arial"/>
              </a:rPr>
              <a:t>ite</a:t>
            </a:r>
            <a:endParaRPr sz="1600">
              <a:latin typeface="Arial"/>
              <a:cs typeface="Arial"/>
            </a:endParaRPr>
          </a:p>
          <a:p>
            <a:pPr marL="12700" marR="30480">
              <a:lnSpc>
                <a:spcPct val="95825"/>
              </a:lnSpc>
            </a:pPr>
            <a:r>
              <a:rPr dirty="0" smtClean="0" sz="1600" spc="-1" b="1">
                <a:solidFill>
                  <a:srgbClr val="00279F"/>
                </a:solidFill>
                <a:latin typeface="Arial"/>
                <a:cs typeface="Arial"/>
              </a:rPr>
              <a:t>C</a:t>
            </a:r>
            <a:r>
              <a:rPr dirty="0" smtClean="0" sz="1600" spc="-1" b="1">
                <a:solidFill>
                  <a:srgbClr val="00279F"/>
                </a:solidFill>
                <a:latin typeface="Arial"/>
                <a:cs typeface="Arial"/>
              </a:rPr>
              <a:t>e</a:t>
            </a:r>
            <a:r>
              <a:rPr dirty="0" smtClean="0" sz="1600" spc="-1" b="1">
                <a:solidFill>
                  <a:srgbClr val="00279F"/>
                </a:solidFill>
                <a:latin typeface="Arial"/>
                <a:cs typeface="Arial"/>
              </a:rPr>
              <a:t>ll</a:t>
            </a:r>
            <a:endParaRPr sz="1600">
              <a:latin typeface="Arial"/>
              <a:cs typeface="Arial"/>
            </a:endParaRPr>
          </a:p>
        </p:txBody>
      </p:sp>
      <p:sp>
        <p:nvSpPr>
          <p:cNvPr id="192" name="object 192"/>
          <p:cNvSpPr txBox="1"/>
          <p:nvPr/>
        </p:nvSpPr>
        <p:spPr>
          <a:xfrm>
            <a:off x="4497070" y="3073209"/>
            <a:ext cx="988974" cy="228600"/>
          </a:xfrm>
          <a:prstGeom prst="rect">
            <a:avLst/>
          </a:prstGeom>
        </p:spPr>
        <p:txBody>
          <a:bodyPr wrap="square" lIns="0" tIns="11017" rIns="0" bIns="0" rtlCol="0">
            <a:noAutofit/>
          </a:bodyPr>
          <a:lstStyle/>
          <a:p>
            <a:pPr marL="12700">
              <a:lnSpc>
                <a:spcPts val="1735"/>
              </a:lnSpc>
            </a:pPr>
            <a:r>
              <a:rPr dirty="0" smtClean="0" sz="1600" spc="-3" b="1">
                <a:solidFill>
                  <a:srgbClr val="00279F"/>
                </a:solidFill>
                <a:latin typeface="Arial"/>
                <a:cs typeface="Arial"/>
              </a:rPr>
              <a:t>M</a:t>
            </a:r>
            <a:r>
              <a:rPr dirty="0" smtClean="0" sz="1600" spc="-3" b="1">
                <a:solidFill>
                  <a:srgbClr val="00279F"/>
                </a:solidFill>
                <a:latin typeface="Arial"/>
                <a:cs typeface="Arial"/>
              </a:rPr>
              <a:t>a</a:t>
            </a:r>
            <a:r>
              <a:rPr dirty="0" smtClean="0" sz="1600" spc="-3" b="1">
                <a:solidFill>
                  <a:srgbClr val="00279F"/>
                </a:solidFill>
                <a:latin typeface="Arial"/>
                <a:cs typeface="Arial"/>
              </a:rPr>
              <a:t>c</a:t>
            </a:r>
            <a:r>
              <a:rPr dirty="0" smtClean="0" sz="1600" spc="-3" b="1">
                <a:solidFill>
                  <a:srgbClr val="00279F"/>
                </a:solidFill>
                <a:latin typeface="Arial"/>
                <a:cs typeface="Arial"/>
              </a:rPr>
              <a:t>ro</a:t>
            </a:r>
            <a:r>
              <a:rPr dirty="0" smtClean="0" sz="1600" spc="-3" b="1">
                <a:solidFill>
                  <a:srgbClr val="00279F"/>
                </a:solidFill>
                <a:latin typeface="Arial"/>
                <a:cs typeface="Arial"/>
              </a:rPr>
              <a:t>c</a:t>
            </a:r>
            <a:r>
              <a:rPr dirty="0" smtClean="0" sz="1600" spc="-3" b="1">
                <a:solidFill>
                  <a:srgbClr val="00279F"/>
                </a:solidFill>
                <a:latin typeface="Arial"/>
                <a:cs typeface="Arial"/>
              </a:rPr>
              <a:t>e</a:t>
            </a:r>
            <a:r>
              <a:rPr dirty="0" smtClean="0" sz="1600" spc="-3" b="1">
                <a:solidFill>
                  <a:srgbClr val="00279F"/>
                </a:solidFill>
                <a:latin typeface="Arial"/>
                <a:cs typeface="Arial"/>
              </a:rPr>
              <a:t>ll</a:t>
            </a:r>
            <a:endParaRPr sz="1600">
              <a:latin typeface="Arial"/>
              <a:cs typeface="Arial"/>
            </a:endParaRPr>
          </a:p>
        </p:txBody>
      </p:sp>
      <p:sp>
        <p:nvSpPr>
          <p:cNvPr id="191" name="object 191"/>
          <p:cNvSpPr txBox="1"/>
          <p:nvPr/>
        </p:nvSpPr>
        <p:spPr>
          <a:xfrm>
            <a:off x="2348484" y="4773993"/>
            <a:ext cx="933094" cy="228600"/>
          </a:xfrm>
          <a:prstGeom prst="rect">
            <a:avLst/>
          </a:prstGeom>
        </p:spPr>
        <p:txBody>
          <a:bodyPr wrap="square" lIns="0" tIns="11017" rIns="0" bIns="0" rtlCol="0">
            <a:noAutofit/>
          </a:bodyPr>
          <a:lstStyle/>
          <a:p>
            <a:pPr marL="12700">
              <a:lnSpc>
                <a:spcPts val="1735"/>
              </a:lnSpc>
            </a:pPr>
            <a:r>
              <a:rPr dirty="0" smtClean="0" sz="1600" spc="-3" b="1">
                <a:solidFill>
                  <a:srgbClr val="00279F"/>
                </a:solidFill>
                <a:latin typeface="Arial"/>
                <a:cs typeface="Arial"/>
              </a:rPr>
              <a:t>M</a:t>
            </a:r>
            <a:r>
              <a:rPr dirty="0" smtClean="0" sz="1600" spc="-3" b="1">
                <a:solidFill>
                  <a:srgbClr val="00279F"/>
                </a:solidFill>
                <a:latin typeface="Arial"/>
                <a:cs typeface="Arial"/>
              </a:rPr>
              <a:t>i</a:t>
            </a:r>
            <a:r>
              <a:rPr dirty="0" smtClean="0" sz="1600" spc="-3" b="1">
                <a:solidFill>
                  <a:srgbClr val="00279F"/>
                </a:solidFill>
                <a:latin typeface="Arial"/>
                <a:cs typeface="Arial"/>
              </a:rPr>
              <a:t>c</a:t>
            </a:r>
            <a:r>
              <a:rPr dirty="0" smtClean="0" sz="1600" spc="-3" b="1">
                <a:solidFill>
                  <a:srgbClr val="00279F"/>
                </a:solidFill>
                <a:latin typeface="Arial"/>
                <a:cs typeface="Arial"/>
              </a:rPr>
              <a:t>ro</a:t>
            </a:r>
            <a:r>
              <a:rPr dirty="0" smtClean="0" sz="1600" spc="-3" b="1">
                <a:solidFill>
                  <a:srgbClr val="00279F"/>
                </a:solidFill>
                <a:latin typeface="Arial"/>
                <a:cs typeface="Arial"/>
              </a:rPr>
              <a:t>c</a:t>
            </a:r>
            <a:r>
              <a:rPr dirty="0" smtClean="0" sz="1600" spc="-3" b="1">
                <a:solidFill>
                  <a:srgbClr val="00279F"/>
                </a:solidFill>
                <a:latin typeface="Arial"/>
                <a:cs typeface="Arial"/>
              </a:rPr>
              <a:t>e</a:t>
            </a:r>
            <a:r>
              <a:rPr dirty="0" smtClean="0" sz="1600" spc="-3" b="1">
                <a:solidFill>
                  <a:srgbClr val="00279F"/>
                </a:solidFill>
                <a:latin typeface="Arial"/>
                <a:cs typeface="Arial"/>
              </a:rPr>
              <a:t>ll</a:t>
            </a:r>
            <a:endParaRPr sz="1600">
              <a:latin typeface="Arial"/>
              <a:cs typeface="Arial"/>
            </a:endParaRPr>
          </a:p>
        </p:txBody>
      </p:sp>
      <p:sp>
        <p:nvSpPr>
          <p:cNvPr id="190" name="object 190"/>
          <p:cNvSpPr txBox="1"/>
          <p:nvPr/>
        </p:nvSpPr>
        <p:spPr>
          <a:xfrm>
            <a:off x="6645275" y="5029644"/>
            <a:ext cx="933698" cy="472500"/>
          </a:xfrm>
          <a:prstGeom prst="rect">
            <a:avLst/>
          </a:prstGeom>
        </p:spPr>
        <p:txBody>
          <a:bodyPr wrap="square" lIns="0" tIns="11017" rIns="0" bIns="0" rtlCol="0">
            <a:noAutofit/>
          </a:bodyPr>
          <a:lstStyle/>
          <a:p>
            <a:pPr marL="12700" marR="30527">
              <a:lnSpc>
                <a:spcPts val="1735"/>
              </a:lnSpc>
            </a:pPr>
            <a:r>
              <a:rPr dirty="0" smtClean="0" sz="1600" spc="2" b="1">
                <a:solidFill>
                  <a:srgbClr val="00279F"/>
                </a:solidFill>
                <a:latin typeface="Arial"/>
                <a:cs typeface="Arial"/>
              </a:rPr>
              <a:t>In</a:t>
            </a:r>
            <a:r>
              <a:rPr dirty="0" smtClean="0" sz="1600" spc="2" b="1">
                <a:solidFill>
                  <a:srgbClr val="00279F"/>
                </a:solidFill>
                <a:latin typeface="Arial"/>
                <a:cs typeface="Arial"/>
              </a:rPr>
              <a:t>d</a:t>
            </a:r>
            <a:r>
              <a:rPr dirty="0" smtClean="0" sz="1600" spc="2" b="1">
                <a:solidFill>
                  <a:srgbClr val="00279F"/>
                </a:solidFill>
                <a:latin typeface="Arial"/>
                <a:cs typeface="Arial"/>
              </a:rPr>
              <a:t>o</a:t>
            </a:r>
            <a:r>
              <a:rPr dirty="0" smtClean="0" sz="1600" spc="2" b="1">
                <a:solidFill>
                  <a:srgbClr val="00279F"/>
                </a:solidFill>
                <a:latin typeface="Arial"/>
                <a:cs typeface="Arial"/>
              </a:rPr>
              <a:t>o</a:t>
            </a:r>
            <a:r>
              <a:rPr dirty="0" smtClean="0" sz="1600" spc="2" b="1">
                <a:solidFill>
                  <a:srgbClr val="00279F"/>
                </a:solidFill>
                <a:latin typeface="Arial"/>
                <a:cs typeface="Arial"/>
              </a:rPr>
              <a:t>r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95825"/>
              </a:lnSpc>
            </a:pPr>
            <a:r>
              <a:rPr dirty="0" smtClean="0" sz="1600" spc="-3" b="1">
                <a:solidFill>
                  <a:srgbClr val="00279F"/>
                </a:solidFill>
                <a:latin typeface="Arial"/>
                <a:cs typeface="Arial"/>
              </a:rPr>
              <a:t>P</a:t>
            </a:r>
            <a:r>
              <a:rPr dirty="0" smtClean="0" sz="1600" spc="-3" b="1">
                <a:solidFill>
                  <a:srgbClr val="00279F"/>
                </a:solidFill>
                <a:latin typeface="Arial"/>
                <a:cs typeface="Arial"/>
              </a:rPr>
              <a:t>i</a:t>
            </a:r>
            <a:r>
              <a:rPr dirty="0" smtClean="0" sz="1600" spc="-3" b="1">
                <a:solidFill>
                  <a:srgbClr val="00279F"/>
                </a:solidFill>
                <a:latin typeface="Arial"/>
                <a:cs typeface="Arial"/>
              </a:rPr>
              <a:t>c</a:t>
            </a:r>
            <a:r>
              <a:rPr dirty="0" smtClean="0" sz="1600" spc="-3" b="1">
                <a:solidFill>
                  <a:srgbClr val="00279F"/>
                </a:solidFill>
                <a:latin typeface="Arial"/>
                <a:cs typeface="Arial"/>
              </a:rPr>
              <a:t>o</a:t>
            </a:r>
            <a:r>
              <a:rPr dirty="0" smtClean="0" sz="1600" spc="-3" b="1">
                <a:solidFill>
                  <a:srgbClr val="00279F"/>
                </a:solidFill>
                <a:latin typeface="Arial"/>
                <a:cs typeface="Arial"/>
              </a:rPr>
              <a:t>c</a:t>
            </a:r>
            <a:r>
              <a:rPr dirty="0" smtClean="0" sz="1600" spc="-3" b="1">
                <a:solidFill>
                  <a:srgbClr val="00279F"/>
                </a:solidFill>
                <a:latin typeface="Arial"/>
                <a:cs typeface="Arial"/>
              </a:rPr>
              <a:t>e</a:t>
            </a:r>
            <a:r>
              <a:rPr dirty="0" smtClean="0" sz="1600" spc="-3" b="1">
                <a:solidFill>
                  <a:srgbClr val="00279F"/>
                </a:solidFill>
                <a:latin typeface="Arial"/>
                <a:cs typeface="Arial"/>
              </a:rPr>
              <a:t>l</a:t>
            </a:r>
            <a:r>
              <a:rPr dirty="0" smtClean="0" sz="1600" spc="-3" b="1">
                <a:solidFill>
                  <a:srgbClr val="00279F"/>
                </a:solidFill>
                <a:latin typeface="Arial"/>
                <a:cs typeface="Arial"/>
              </a:rPr>
              <a:t>l</a:t>
            </a:r>
            <a:r>
              <a:rPr dirty="0" smtClean="0" sz="1600" spc="-3" b="1">
                <a:solidFill>
                  <a:srgbClr val="00279F"/>
                </a:solidFill>
                <a:latin typeface="Arial"/>
                <a:cs typeface="Arial"/>
              </a:rPr>
              <a:t>s</a:t>
            </a:r>
            <a:endParaRPr sz="1600">
              <a:latin typeface="Arial"/>
              <a:cs typeface="Arial"/>
            </a:endParaRPr>
          </a:p>
        </p:txBody>
      </p:sp>
      <p:sp>
        <p:nvSpPr>
          <p:cNvPr id="189" name="object 189"/>
          <p:cNvSpPr txBox="1"/>
          <p:nvPr/>
        </p:nvSpPr>
        <p:spPr>
          <a:xfrm>
            <a:off x="231140" y="6472848"/>
            <a:ext cx="1024727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b="1">
                <a:latin typeface="Georgia"/>
                <a:cs typeface="Georgia"/>
              </a:rPr>
              <a:t>M</a:t>
            </a:r>
            <a:r>
              <a:rPr dirty="0" smtClean="0" sz="1800" b="1">
                <a:latin typeface="Georgia"/>
                <a:cs typeface="Georgia"/>
              </a:rPr>
              <a:t>o</a:t>
            </a:r>
            <a:r>
              <a:rPr dirty="0" smtClean="0" sz="1800" b="1">
                <a:latin typeface="Georgia"/>
                <a:cs typeface="Georgia"/>
              </a:rPr>
              <a:t>d</a:t>
            </a:r>
            <a:r>
              <a:rPr dirty="0" smtClean="0" sz="1800" b="1">
                <a:latin typeface="Georgia"/>
                <a:cs typeface="Georgia"/>
              </a:rPr>
              <a:t>ul</a:t>
            </a:r>
            <a:r>
              <a:rPr dirty="0" smtClean="0" sz="1800" b="1">
                <a:latin typeface="Georgia"/>
                <a:cs typeface="Georgia"/>
              </a:rPr>
              <a:t> </a:t>
            </a:r>
            <a:r>
              <a:rPr dirty="0" smtClean="0" sz="1800" b="1"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188" name="object 188"/>
          <p:cNvSpPr txBox="1"/>
          <p:nvPr/>
        </p:nvSpPr>
        <p:spPr>
          <a:xfrm>
            <a:off x="1312875" y="6472848"/>
            <a:ext cx="4393493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0" b="1">
                <a:latin typeface="Georgia"/>
                <a:cs typeface="Georgia"/>
              </a:rPr>
              <a:t>S</a:t>
            </a:r>
            <a:r>
              <a:rPr dirty="0" smtClean="0" sz="1800" spc="0" b="1">
                <a:latin typeface="Georgia"/>
                <a:cs typeface="Georgia"/>
              </a:rPr>
              <a:t>istem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K</a:t>
            </a:r>
            <a:r>
              <a:rPr dirty="0" smtClean="0" sz="1800" spc="0" b="1">
                <a:latin typeface="Georgia"/>
                <a:cs typeface="Georgia"/>
              </a:rPr>
              <a:t>o</a:t>
            </a: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unik</a:t>
            </a:r>
            <a:r>
              <a:rPr dirty="0" smtClean="0" sz="1800" spc="0" b="1">
                <a:latin typeface="Georgia"/>
                <a:cs typeface="Georgia"/>
              </a:rPr>
              <a:t>a</a:t>
            </a:r>
            <a:r>
              <a:rPr dirty="0" smtClean="0" sz="1800" spc="0" b="1">
                <a:latin typeface="Georgia"/>
                <a:cs typeface="Georgia"/>
              </a:rPr>
              <a:t>si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B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r>
              <a:rPr dirty="0" smtClean="0" sz="1800" spc="0" b="1">
                <a:latin typeface="Georgia"/>
                <a:cs typeface="Georgia"/>
              </a:rPr>
              <a:t>g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r>
              <a:rPr dirty="0" smtClean="0" sz="1800" spc="0" b="1">
                <a:latin typeface="Georgia"/>
                <a:cs typeface="Georgia"/>
              </a:rPr>
              <a:t>a</a:t>
            </a:r>
            <a:r>
              <a:rPr dirty="0" smtClean="0" sz="1800" spc="0" b="1">
                <a:latin typeface="Georgia"/>
                <a:cs typeface="Georgia"/>
              </a:rPr>
              <a:t>k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S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lul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187" name="object 187"/>
          <p:cNvSpPr txBox="1"/>
          <p:nvPr/>
        </p:nvSpPr>
        <p:spPr>
          <a:xfrm>
            <a:off x="9479280" y="6472848"/>
            <a:ext cx="314347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b="1">
                <a:latin typeface="Georgia"/>
                <a:cs typeface="Georgia"/>
              </a:rPr>
              <a:t>12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186" name="object 186"/>
          <p:cNvSpPr txBox="1"/>
          <p:nvPr/>
        </p:nvSpPr>
        <p:spPr>
          <a:xfrm>
            <a:off x="4036060" y="3139440"/>
            <a:ext cx="119379" cy="16383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85" name="object 185"/>
          <p:cNvSpPr txBox="1"/>
          <p:nvPr/>
        </p:nvSpPr>
        <p:spPr>
          <a:xfrm>
            <a:off x="4155440" y="3139440"/>
            <a:ext cx="81280" cy="16383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84" name="object 184"/>
          <p:cNvSpPr txBox="1"/>
          <p:nvPr/>
        </p:nvSpPr>
        <p:spPr>
          <a:xfrm>
            <a:off x="4236720" y="3139440"/>
            <a:ext cx="40639" cy="16383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83" name="object 183"/>
          <p:cNvSpPr txBox="1"/>
          <p:nvPr/>
        </p:nvSpPr>
        <p:spPr>
          <a:xfrm>
            <a:off x="4277360" y="3139440"/>
            <a:ext cx="78739" cy="16383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82" name="object 182"/>
          <p:cNvSpPr txBox="1"/>
          <p:nvPr/>
        </p:nvSpPr>
        <p:spPr>
          <a:xfrm>
            <a:off x="6067356" y="2836126"/>
            <a:ext cx="477489" cy="3949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81" name="object 181"/>
          <p:cNvSpPr txBox="1"/>
          <p:nvPr/>
        </p:nvSpPr>
        <p:spPr>
          <a:xfrm>
            <a:off x="6544846" y="2836126"/>
            <a:ext cx="77860" cy="3949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80" name="object 180"/>
          <p:cNvSpPr txBox="1"/>
          <p:nvPr/>
        </p:nvSpPr>
        <p:spPr>
          <a:xfrm>
            <a:off x="6622706" y="2836126"/>
            <a:ext cx="103812" cy="17214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79" name="object 179"/>
          <p:cNvSpPr txBox="1"/>
          <p:nvPr/>
        </p:nvSpPr>
        <p:spPr>
          <a:xfrm>
            <a:off x="6726519" y="2836126"/>
            <a:ext cx="103831" cy="17214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78" name="object 178"/>
          <p:cNvSpPr txBox="1"/>
          <p:nvPr/>
        </p:nvSpPr>
        <p:spPr>
          <a:xfrm>
            <a:off x="6830350" y="2836126"/>
            <a:ext cx="103812" cy="17214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77" name="object 177"/>
          <p:cNvSpPr txBox="1"/>
          <p:nvPr/>
        </p:nvSpPr>
        <p:spPr>
          <a:xfrm>
            <a:off x="6934163" y="2836126"/>
            <a:ext cx="103831" cy="17214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76" name="object 176"/>
          <p:cNvSpPr txBox="1"/>
          <p:nvPr/>
        </p:nvSpPr>
        <p:spPr>
          <a:xfrm>
            <a:off x="7037994" y="2836126"/>
            <a:ext cx="78415" cy="17214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75" name="object 175"/>
          <p:cNvSpPr txBox="1"/>
          <p:nvPr/>
        </p:nvSpPr>
        <p:spPr>
          <a:xfrm>
            <a:off x="7116410" y="2836126"/>
            <a:ext cx="154651" cy="17214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74" name="object 174"/>
          <p:cNvSpPr txBox="1"/>
          <p:nvPr/>
        </p:nvSpPr>
        <p:spPr>
          <a:xfrm>
            <a:off x="6622706" y="3008273"/>
            <a:ext cx="493703" cy="11435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900"/>
              </a:lnSpc>
              <a:spcBef>
                <a:spcPts val="0"/>
              </a:spcBef>
            </a:pPr>
            <a:endParaRPr sz="900"/>
          </a:p>
        </p:txBody>
      </p:sp>
      <p:sp>
        <p:nvSpPr>
          <p:cNvPr id="173" name="object 173"/>
          <p:cNvSpPr txBox="1"/>
          <p:nvPr/>
        </p:nvSpPr>
        <p:spPr>
          <a:xfrm>
            <a:off x="7116410" y="3008273"/>
            <a:ext cx="112990" cy="11435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900"/>
              </a:lnSpc>
              <a:spcBef>
                <a:spcPts val="0"/>
              </a:spcBef>
            </a:pPr>
            <a:endParaRPr sz="900"/>
          </a:p>
        </p:txBody>
      </p:sp>
      <p:sp>
        <p:nvSpPr>
          <p:cNvPr id="172" name="object 172"/>
          <p:cNvSpPr txBox="1"/>
          <p:nvPr/>
        </p:nvSpPr>
        <p:spPr>
          <a:xfrm>
            <a:off x="7229400" y="3008273"/>
            <a:ext cx="41661" cy="69216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71" name="object 171"/>
          <p:cNvSpPr txBox="1"/>
          <p:nvPr/>
        </p:nvSpPr>
        <p:spPr>
          <a:xfrm>
            <a:off x="6622706" y="3122627"/>
            <a:ext cx="139247" cy="23236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70" name="object 170"/>
          <p:cNvSpPr txBox="1"/>
          <p:nvPr/>
        </p:nvSpPr>
        <p:spPr>
          <a:xfrm>
            <a:off x="6761953" y="3122627"/>
            <a:ext cx="113563" cy="23236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69" name="object 169"/>
          <p:cNvSpPr txBox="1"/>
          <p:nvPr/>
        </p:nvSpPr>
        <p:spPr>
          <a:xfrm>
            <a:off x="6875517" y="3122627"/>
            <a:ext cx="116789" cy="23236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68" name="object 168"/>
          <p:cNvSpPr txBox="1"/>
          <p:nvPr/>
        </p:nvSpPr>
        <p:spPr>
          <a:xfrm>
            <a:off x="6992307" y="3122627"/>
            <a:ext cx="124103" cy="23236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67" name="object 167"/>
          <p:cNvSpPr txBox="1"/>
          <p:nvPr/>
        </p:nvSpPr>
        <p:spPr>
          <a:xfrm>
            <a:off x="7116410" y="3122627"/>
            <a:ext cx="112990" cy="23236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66" name="object 166"/>
          <p:cNvSpPr txBox="1"/>
          <p:nvPr/>
        </p:nvSpPr>
        <p:spPr>
          <a:xfrm>
            <a:off x="6067356" y="3231031"/>
            <a:ext cx="477489" cy="17447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65" name="object 165"/>
          <p:cNvSpPr txBox="1"/>
          <p:nvPr/>
        </p:nvSpPr>
        <p:spPr>
          <a:xfrm>
            <a:off x="6544846" y="3231031"/>
            <a:ext cx="77860" cy="17447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64" name="object 164"/>
          <p:cNvSpPr txBox="1"/>
          <p:nvPr/>
        </p:nvSpPr>
        <p:spPr>
          <a:xfrm>
            <a:off x="6622706" y="3354993"/>
            <a:ext cx="139247" cy="111332"/>
          </a:xfrm>
          <a:prstGeom prst="rect">
            <a:avLst/>
          </a:prstGeom>
        </p:spPr>
        <p:txBody>
          <a:bodyPr wrap="square" lIns="0" tIns="3382" rIns="0" bIns="0" rtlCol="0">
            <a:noAutofit/>
          </a:bodyPr>
          <a:lstStyle/>
          <a:p>
            <a:pPr marL="25400">
              <a:lnSpc>
                <a:spcPts val="850"/>
              </a:lnSpc>
            </a:pPr>
            <a:endParaRPr sz="850"/>
          </a:p>
        </p:txBody>
      </p:sp>
      <p:sp>
        <p:nvSpPr>
          <p:cNvPr id="163" name="object 163"/>
          <p:cNvSpPr txBox="1"/>
          <p:nvPr/>
        </p:nvSpPr>
        <p:spPr>
          <a:xfrm>
            <a:off x="6761953" y="3354993"/>
            <a:ext cx="113563" cy="111332"/>
          </a:xfrm>
          <a:prstGeom prst="rect">
            <a:avLst/>
          </a:prstGeom>
        </p:spPr>
        <p:txBody>
          <a:bodyPr wrap="square" lIns="0" tIns="3382" rIns="0" bIns="0" rtlCol="0">
            <a:noAutofit/>
          </a:bodyPr>
          <a:lstStyle/>
          <a:p>
            <a:pPr marL="25400">
              <a:lnSpc>
                <a:spcPts val="850"/>
              </a:lnSpc>
            </a:pPr>
            <a:endParaRPr sz="850"/>
          </a:p>
        </p:txBody>
      </p:sp>
      <p:sp>
        <p:nvSpPr>
          <p:cNvPr id="162" name="object 162"/>
          <p:cNvSpPr txBox="1"/>
          <p:nvPr/>
        </p:nvSpPr>
        <p:spPr>
          <a:xfrm>
            <a:off x="6875517" y="3354993"/>
            <a:ext cx="116789" cy="111332"/>
          </a:xfrm>
          <a:prstGeom prst="rect">
            <a:avLst/>
          </a:prstGeom>
        </p:spPr>
        <p:txBody>
          <a:bodyPr wrap="square" lIns="0" tIns="3382" rIns="0" bIns="0" rtlCol="0">
            <a:noAutofit/>
          </a:bodyPr>
          <a:lstStyle/>
          <a:p>
            <a:pPr marL="25400">
              <a:lnSpc>
                <a:spcPts val="850"/>
              </a:lnSpc>
            </a:pPr>
            <a:endParaRPr sz="850"/>
          </a:p>
        </p:txBody>
      </p:sp>
      <p:sp>
        <p:nvSpPr>
          <p:cNvPr id="161" name="object 161"/>
          <p:cNvSpPr txBox="1"/>
          <p:nvPr/>
        </p:nvSpPr>
        <p:spPr>
          <a:xfrm>
            <a:off x="6992307" y="3354993"/>
            <a:ext cx="124103" cy="111332"/>
          </a:xfrm>
          <a:prstGeom prst="rect">
            <a:avLst/>
          </a:prstGeom>
        </p:spPr>
        <p:txBody>
          <a:bodyPr wrap="square" lIns="0" tIns="3382" rIns="0" bIns="0" rtlCol="0">
            <a:noAutofit/>
          </a:bodyPr>
          <a:lstStyle/>
          <a:p>
            <a:pPr marL="25400">
              <a:lnSpc>
                <a:spcPts val="850"/>
              </a:lnSpc>
            </a:pPr>
            <a:endParaRPr sz="850"/>
          </a:p>
        </p:txBody>
      </p:sp>
      <p:sp>
        <p:nvSpPr>
          <p:cNvPr id="160" name="object 160"/>
          <p:cNvSpPr txBox="1"/>
          <p:nvPr/>
        </p:nvSpPr>
        <p:spPr>
          <a:xfrm>
            <a:off x="7116410" y="3354993"/>
            <a:ext cx="112990" cy="111332"/>
          </a:xfrm>
          <a:prstGeom prst="rect">
            <a:avLst/>
          </a:prstGeom>
        </p:spPr>
        <p:txBody>
          <a:bodyPr wrap="square" lIns="0" tIns="3382" rIns="0" bIns="0" rtlCol="0">
            <a:noAutofit/>
          </a:bodyPr>
          <a:lstStyle/>
          <a:p>
            <a:pPr marL="25400">
              <a:lnSpc>
                <a:spcPts val="850"/>
              </a:lnSpc>
            </a:pPr>
            <a:endParaRPr sz="850"/>
          </a:p>
        </p:txBody>
      </p:sp>
      <p:sp>
        <p:nvSpPr>
          <p:cNvPr id="159" name="object 159"/>
          <p:cNvSpPr txBox="1"/>
          <p:nvPr/>
        </p:nvSpPr>
        <p:spPr>
          <a:xfrm>
            <a:off x="6067356" y="3405503"/>
            <a:ext cx="477489" cy="6082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8" name="object 158"/>
          <p:cNvSpPr txBox="1"/>
          <p:nvPr/>
        </p:nvSpPr>
        <p:spPr>
          <a:xfrm>
            <a:off x="6544846" y="3405503"/>
            <a:ext cx="77860" cy="6082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7" name="object 157"/>
          <p:cNvSpPr txBox="1"/>
          <p:nvPr/>
        </p:nvSpPr>
        <p:spPr>
          <a:xfrm>
            <a:off x="6067356" y="3466325"/>
            <a:ext cx="477489" cy="22514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56" name="object 156"/>
          <p:cNvSpPr txBox="1"/>
          <p:nvPr/>
        </p:nvSpPr>
        <p:spPr>
          <a:xfrm>
            <a:off x="6544846" y="3466325"/>
            <a:ext cx="77860" cy="31597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55" name="object 155"/>
          <p:cNvSpPr txBox="1"/>
          <p:nvPr/>
        </p:nvSpPr>
        <p:spPr>
          <a:xfrm>
            <a:off x="6622706" y="3466325"/>
            <a:ext cx="139247" cy="23410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54" name="object 154"/>
          <p:cNvSpPr txBox="1"/>
          <p:nvPr/>
        </p:nvSpPr>
        <p:spPr>
          <a:xfrm>
            <a:off x="6761953" y="3466325"/>
            <a:ext cx="113563" cy="23410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53" name="object 153"/>
          <p:cNvSpPr txBox="1"/>
          <p:nvPr/>
        </p:nvSpPr>
        <p:spPr>
          <a:xfrm>
            <a:off x="6875517" y="3466325"/>
            <a:ext cx="116789" cy="23410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52" name="object 152"/>
          <p:cNvSpPr txBox="1"/>
          <p:nvPr/>
        </p:nvSpPr>
        <p:spPr>
          <a:xfrm>
            <a:off x="6992307" y="3466325"/>
            <a:ext cx="124103" cy="23410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51" name="object 151"/>
          <p:cNvSpPr txBox="1"/>
          <p:nvPr/>
        </p:nvSpPr>
        <p:spPr>
          <a:xfrm>
            <a:off x="7116410" y="3466325"/>
            <a:ext cx="112990" cy="23410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50" name="object 150"/>
          <p:cNvSpPr txBox="1"/>
          <p:nvPr/>
        </p:nvSpPr>
        <p:spPr>
          <a:xfrm>
            <a:off x="6067356" y="3691466"/>
            <a:ext cx="85914" cy="90829"/>
          </a:xfrm>
          <a:prstGeom prst="rect">
            <a:avLst/>
          </a:prstGeom>
        </p:spPr>
        <p:txBody>
          <a:bodyPr wrap="square" lIns="0" tIns="1929" rIns="0" bIns="0" rtlCol="0">
            <a:noAutofit/>
          </a:bodyPr>
          <a:lstStyle/>
          <a:p>
            <a:pPr marL="25400">
              <a:lnSpc>
                <a:spcPts val="700"/>
              </a:lnSpc>
            </a:pPr>
            <a:endParaRPr sz="700"/>
          </a:p>
        </p:txBody>
      </p:sp>
      <p:sp>
        <p:nvSpPr>
          <p:cNvPr id="149" name="object 149"/>
          <p:cNvSpPr txBox="1"/>
          <p:nvPr/>
        </p:nvSpPr>
        <p:spPr>
          <a:xfrm>
            <a:off x="6153270" y="3691466"/>
            <a:ext cx="391575" cy="90829"/>
          </a:xfrm>
          <a:prstGeom prst="rect">
            <a:avLst/>
          </a:prstGeom>
        </p:spPr>
        <p:txBody>
          <a:bodyPr wrap="square" lIns="0" tIns="1929" rIns="0" bIns="0" rtlCol="0">
            <a:noAutofit/>
          </a:bodyPr>
          <a:lstStyle/>
          <a:p>
            <a:pPr marL="25400">
              <a:lnSpc>
                <a:spcPts val="700"/>
              </a:lnSpc>
            </a:pPr>
            <a:endParaRPr sz="700"/>
          </a:p>
        </p:txBody>
      </p:sp>
      <p:sp>
        <p:nvSpPr>
          <p:cNvPr id="148" name="object 148"/>
          <p:cNvSpPr txBox="1"/>
          <p:nvPr/>
        </p:nvSpPr>
        <p:spPr>
          <a:xfrm>
            <a:off x="6622706" y="3700434"/>
            <a:ext cx="139247" cy="81862"/>
          </a:xfrm>
          <a:prstGeom prst="rect">
            <a:avLst/>
          </a:prstGeom>
        </p:spPr>
        <p:txBody>
          <a:bodyPr wrap="square" lIns="0" tIns="5662" rIns="0" bIns="0" rtlCol="0">
            <a:noAutofit/>
          </a:bodyPr>
          <a:lstStyle/>
          <a:p>
            <a:pPr marL="25400">
              <a:lnSpc>
                <a:spcPts val="600"/>
              </a:lnSpc>
            </a:pPr>
            <a:endParaRPr sz="600"/>
          </a:p>
        </p:txBody>
      </p:sp>
      <p:sp>
        <p:nvSpPr>
          <p:cNvPr id="147" name="object 147"/>
          <p:cNvSpPr txBox="1"/>
          <p:nvPr/>
        </p:nvSpPr>
        <p:spPr>
          <a:xfrm>
            <a:off x="6761953" y="3700434"/>
            <a:ext cx="113563" cy="81862"/>
          </a:xfrm>
          <a:prstGeom prst="rect">
            <a:avLst/>
          </a:prstGeom>
        </p:spPr>
        <p:txBody>
          <a:bodyPr wrap="square" lIns="0" tIns="5662" rIns="0" bIns="0" rtlCol="0">
            <a:noAutofit/>
          </a:bodyPr>
          <a:lstStyle/>
          <a:p>
            <a:pPr marL="25400">
              <a:lnSpc>
                <a:spcPts val="600"/>
              </a:lnSpc>
            </a:pPr>
            <a:endParaRPr sz="600"/>
          </a:p>
        </p:txBody>
      </p:sp>
      <p:sp>
        <p:nvSpPr>
          <p:cNvPr id="146" name="object 146"/>
          <p:cNvSpPr txBox="1"/>
          <p:nvPr/>
        </p:nvSpPr>
        <p:spPr>
          <a:xfrm>
            <a:off x="6875517" y="3700434"/>
            <a:ext cx="116789" cy="81862"/>
          </a:xfrm>
          <a:prstGeom prst="rect">
            <a:avLst/>
          </a:prstGeom>
        </p:spPr>
        <p:txBody>
          <a:bodyPr wrap="square" lIns="0" tIns="5662" rIns="0" bIns="0" rtlCol="0">
            <a:noAutofit/>
          </a:bodyPr>
          <a:lstStyle/>
          <a:p>
            <a:pPr marL="25400">
              <a:lnSpc>
                <a:spcPts val="600"/>
              </a:lnSpc>
            </a:pPr>
            <a:endParaRPr sz="600"/>
          </a:p>
        </p:txBody>
      </p:sp>
      <p:sp>
        <p:nvSpPr>
          <p:cNvPr id="145" name="object 145"/>
          <p:cNvSpPr txBox="1"/>
          <p:nvPr/>
        </p:nvSpPr>
        <p:spPr>
          <a:xfrm>
            <a:off x="6992307" y="3700434"/>
            <a:ext cx="124103" cy="81862"/>
          </a:xfrm>
          <a:prstGeom prst="rect">
            <a:avLst/>
          </a:prstGeom>
        </p:spPr>
        <p:txBody>
          <a:bodyPr wrap="square" lIns="0" tIns="5662" rIns="0" bIns="0" rtlCol="0">
            <a:noAutofit/>
          </a:bodyPr>
          <a:lstStyle/>
          <a:p>
            <a:pPr marL="25400">
              <a:lnSpc>
                <a:spcPts val="600"/>
              </a:lnSpc>
            </a:pPr>
            <a:endParaRPr sz="600"/>
          </a:p>
        </p:txBody>
      </p:sp>
      <p:sp>
        <p:nvSpPr>
          <p:cNvPr id="144" name="object 144"/>
          <p:cNvSpPr txBox="1"/>
          <p:nvPr/>
        </p:nvSpPr>
        <p:spPr>
          <a:xfrm>
            <a:off x="7116410" y="3700434"/>
            <a:ext cx="154651" cy="81862"/>
          </a:xfrm>
          <a:prstGeom prst="rect">
            <a:avLst/>
          </a:prstGeom>
        </p:spPr>
        <p:txBody>
          <a:bodyPr wrap="square" lIns="0" tIns="5662" rIns="0" bIns="0" rtlCol="0">
            <a:noAutofit/>
          </a:bodyPr>
          <a:lstStyle/>
          <a:p>
            <a:pPr marL="25400">
              <a:lnSpc>
                <a:spcPts val="600"/>
              </a:lnSpc>
            </a:pPr>
            <a:endParaRPr sz="600"/>
          </a:p>
        </p:txBody>
      </p:sp>
      <p:sp>
        <p:nvSpPr>
          <p:cNvPr id="143" name="object 143"/>
          <p:cNvSpPr txBox="1"/>
          <p:nvPr/>
        </p:nvSpPr>
        <p:spPr>
          <a:xfrm>
            <a:off x="6067356" y="3782296"/>
            <a:ext cx="477489" cy="34490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42" name="object 142"/>
          <p:cNvSpPr txBox="1"/>
          <p:nvPr/>
        </p:nvSpPr>
        <p:spPr>
          <a:xfrm>
            <a:off x="6544846" y="3782296"/>
            <a:ext cx="77860" cy="34490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41" name="object 141"/>
          <p:cNvSpPr txBox="1"/>
          <p:nvPr/>
        </p:nvSpPr>
        <p:spPr>
          <a:xfrm>
            <a:off x="6622706" y="3782296"/>
            <a:ext cx="139247" cy="2636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40" name="object 140"/>
          <p:cNvSpPr txBox="1"/>
          <p:nvPr/>
        </p:nvSpPr>
        <p:spPr>
          <a:xfrm>
            <a:off x="6761953" y="3782296"/>
            <a:ext cx="113563" cy="2636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39" name="object 139"/>
          <p:cNvSpPr txBox="1"/>
          <p:nvPr/>
        </p:nvSpPr>
        <p:spPr>
          <a:xfrm>
            <a:off x="6875517" y="3782296"/>
            <a:ext cx="116789" cy="2636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38" name="object 138"/>
          <p:cNvSpPr txBox="1"/>
          <p:nvPr/>
        </p:nvSpPr>
        <p:spPr>
          <a:xfrm>
            <a:off x="6992307" y="3782296"/>
            <a:ext cx="124103" cy="2636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37" name="object 137"/>
          <p:cNvSpPr txBox="1"/>
          <p:nvPr/>
        </p:nvSpPr>
        <p:spPr>
          <a:xfrm>
            <a:off x="7116410" y="3782296"/>
            <a:ext cx="154651" cy="2636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36" name="object 136"/>
          <p:cNvSpPr txBox="1"/>
          <p:nvPr/>
        </p:nvSpPr>
        <p:spPr>
          <a:xfrm>
            <a:off x="6622706" y="4045916"/>
            <a:ext cx="139247" cy="81284"/>
          </a:xfrm>
          <a:prstGeom prst="rect">
            <a:avLst/>
          </a:prstGeom>
        </p:spPr>
        <p:txBody>
          <a:bodyPr wrap="square" lIns="0" tIns="5084" rIns="0" bIns="0" rtlCol="0">
            <a:noAutofit/>
          </a:bodyPr>
          <a:lstStyle/>
          <a:p>
            <a:pPr marL="25400">
              <a:lnSpc>
                <a:spcPts val="600"/>
              </a:lnSpc>
            </a:pPr>
            <a:endParaRPr sz="600"/>
          </a:p>
        </p:txBody>
      </p:sp>
      <p:sp>
        <p:nvSpPr>
          <p:cNvPr id="135" name="object 135"/>
          <p:cNvSpPr txBox="1"/>
          <p:nvPr/>
        </p:nvSpPr>
        <p:spPr>
          <a:xfrm>
            <a:off x="6761953" y="4045916"/>
            <a:ext cx="113563" cy="81284"/>
          </a:xfrm>
          <a:prstGeom prst="rect">
            <a:avLst/>
          </a:prstGeom>
        </p:spPr>
        <p:txBody>
          <a:bodyPr wrap="square" lIns="0" tIns="5084" rIns="0" bIns="0" rtlCol="0">
            <a:noAutofit/>
          </a:bodyPr>
          <a:lstStyle/>
          <a:p>
            <a:pPr marL="25400">
              <a:lnSpc>
                <a:spcPts val="600"/>
              </a:lnSpc>
            </a:pPr>
            <a:endParaRPr sz="600"/>
          </a:p>
        </p:txBody>
      </p:sp>
      <p:sp>
        <p:nvSpPr>
          <p:cNvPr id="134" name="object 134"/>
          <p:cNvSpPr txBox="1"/>
          <p:nvPr/>
        </p:nvSpPr>
        <p:spPr>
          <a:xfrm>
            <a:off x="6875517" y="4045916"/>
            <a:ext cx="116789" cy="81284"/>
          </a:xfrm>
          <a:prstGeom prst="rect">
            <a:avLst/>
          </a:prstGeom>
        </p:spPr>
        <p:txBody>
          <a:bodyPr wrap="square" lIns="0" tIns="5084" rIns="0" bIns="0" rtlCol="0">
            <a:noAutofit/>
          </a:bodyPr>
          <a:lstStyle/>
          <a:p>
            <a:pPr marL="25400">
              <a:lnSpc>
                <a:spcPts val="600"/>
              </a:lnSpc>
            </a:pPr>
            <a:endParaRPr sz="600"/>
          </a:p>
        </p:txBody>
      </p:sp>
      <p:sp>
        <p:nvSpPr>
          <p:cNvPr id="133" name="object 133"/>
          <p:cNvSpPr txBox="1"/>
          <p:nvPr/>
        </p:nvSpPr>
        <p:spPr>
          <a:xfrm>
            <a:off x="6992307" y="4045916"/>
            <a:ext cx="124103" cy="81284"/>
          </a:xfrm>
          <a:prstGeom prst="rect">
            <a:avLst/>
          </a:prstGeom>
        </p:spPr>
        <p:txBody>
          <a:bodyPr wrap="square" lIns="0" tIns="5084" rIns="0" bIns="0" rtlCol="0">
            <a:noAutofit/>
          </a:bodyPr>
          <a:lstStyle/>
          <a:p>
            <a:pPr marL="25400">
              <a:lnSpc>
                <a:spcPts val="600"/>
              </a:lnSpc>
            </a:pPr>
            <a:endParaRPr sz="600"/>
          </a:p>
        </p:txBody>
      </p:sp>
      <p:sp>
        <p:nvSpPr>
          <p:cNvPr id="132" name="object 132"/>
          <p:cNvSpPr txBox="1"/>
          <p:nvPr/>
        </p:nvSpPr>
        <p:spPr>
          <a:xfrm>
            <a:off x="7116410" y="4045916"/>
            <a:ext cx="154651" cy="81284"/>
          </a:xfrm>
          <a:prstGeom prst="rect">
            <a:avLst/>
          </a:prstGeom>
        </p:spPr>
        <p:txBody>
          <a:bodyPr wrap="square" lIns="0" tIns="5084" rIns="0" bIns="0" rtlCol="0">
            <a:noAutofit/>
          </a:bodyPr>
          <a:lstStyle/>
          <a:p>
            <a:pPr marL="25400">
              <a:lnSpc>
                <a:spcPts val="600"/>
              </a:lnSpc>
            </a:pPr>
            <a:endParaRPr sz="600"/>
          </a:p>
        </p:txBody>
      </p:sp>
      <p:sp>
        <p:nvSpPr>
          <p:cNvPr id="131" name="object 131"/>
          <p:cNvSpPr txBox="1"/>
          <p:nvPr/>
        </p:nvSpPr>
        <p:spPr>
          <a:xfrm>
            <a:off x="6067356" y="4127200"/>
            <a:ext cx="477489" cy="34547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30" name="object 130"/>
          <p:cNvSpPr txBox="1"/>
          <p:nvPr/>
        </p:nvSpPr>
        <p:spPr>
          <a:xfrm>
            <a:off x="6544846" y="4127200"/>
            <a:ext cx="77860" cy="34547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29" name="object 129"/>
          <p:cNvSpPr txBox="1"/>
          <p:nvPr/>
        </p:nvSpPr>
        <p:spPr>
          <a:xfrm>
            <a:off x="6622706" y="4127200"/>
            <a:ext cx="139247" cy="26301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28" name="object 128"/>
          <p:cNvSpPr txBox="1"/>
          <p:nvPr/>
        </p:nvSpPr>
        <p:spPr>
          <a:xfrm>
            <a:off x="6761953" y="4127200"/>
            <a:ext cx="113563" cy="26301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27" name="object 127"/>
          <p:cNvSpPr txBox="1"/>
          <p:nvPr/>
        </p:nvSpPr>
        <p:spPr>
          <a:xfrm>
            <a:off x="6875517" y="4127200"/>
            <a:ext cx="116789" cy="26301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26" name="object 126"/>
          <p:cNvSpPr txBox="1"/>
          <p:nvPr/>
        </p:nvSpPr>
        <p:spPr>
          <a:xfrm>
            <a:off x="6992307" y="4127200"/>
            <a:ext cx="124103" cy="26301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25" name="object 125"/>
          <p:cNvSpPr txBox="1"/>
          <p:nvPr/>
        </p:nvSpPr>
        <p:spPr>
          <a:xfrm>
            <a:off x="7116410" y="4127200"/>
            <a:ext cx="154651" cy="26301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24" name="object 124"/>
          <p:cNvSpPr txBox="1"/>
          <p:nvPr/>
        </p:nvSpPr>
        <p:spPr>
          <a:xfrm>
            <a:off x="6622706" y="4390217"/>
            <a:ext cx="139247" cy="82456"/>
          </a:xfrm>
          <a:prstGeom prst="rect">
            <a:avLst/>
          </a:prstGeom>
        </p:spPr>
        <p:txBody>
          <a:bodyPr wrap="square" lIns="0" tIns="6256" rIns="0" bIns="0" rtlCol="0">
            <a:noAutofit/>
          </a:bodyPr>
          <a:lstStyle/>
          <a:p>
            <a:pPr marL="25400">
              <a:lnSpc>
                <a:spcPts val="600"/>
              </a:lnSpc>
            </a:pPr>
            <a:endParaRPr sz="600"/>
          </a:p>
        </p:txBody>
      </p:sp>
      <p:sp>
        <p:nvSpPr>
          <p:cNvPr id="123" name="object 123"/>
          <p:cNvSpPr txBox="1"/>
          <p:nvPr/>
        </p:nvSpPr>
        <p:spPr>
          <a:xfrm>
            <a:off x="6761953" y="4390217"/>
            <a:ext cx="113563" cy="82456"/>
          </a:xfrm>
          <a:prstGeom prst="rect">
            <a:avLst/>
          </a:prstGeom>
        </p:spPr>
        <p:txBody>
          <a:bodyPr wrap="square" lIns="0" tIns="6256" rIns="0" bIns="0" rtlCol="0">
            <a:noAutofit/>
          </a:bodyPr>
          <a:lstStyle/>
          <a:p>
            <a:pPr marL="25400">
              <a:lnSpc>
                <a:spcPts val="600"/>
              </a:lnSpc>
            </a:pPr>
            <a:endParaRPr sz="600"/>
          </a:p>
        </p:txBody>
      </p:sp>
      <p:sp>
        <p:nvSpPr>
          <p:cNvPr id="122" name="object 122"/>
          <p:cNvSpPr txBox="1"/>
          <p:nvPr/>
        </p:nvSpPr>
        <p:spPr>
          <a:xfrm>
            <a:off x="6875517" y="4390217"/>
            <a:ext cx="116789" cy="82456"/>
          </a:xfrm>
          <a:prstGeom prst="rect">
            <a:avLst/>
          </a:prstGeom>
        </p:spPr>
        <p:txBody>
          <a:bodyPr wrap="square" lIns="0" tIns="6256" rIns="0" bIns="0" rtlCol="0">
            <a:noAutofit/>
          </a:bodyPr>
          <a:lstStyle/>
          <a:p>
            <a:pPr marL="25400">
              <a:lnSpc>
                <a:spcPts val="600"/>
              </a:lnSpc>
            </a:pPr>
            <a:endParaRPr sz="600"/>
          </a:p>
        </p:txBody>
      </p:sp>
      <p:sp>
        <p:nvSpPr>
          <p:cNvPr id="121" name="object 121"/>
          <p:cNvSpPr txBox="1"/>
          <p:nvPr/>
        </p:nvSpPr>
        <p:spPr>
          <a:xfrm>
            <a:off x="6992307" y="4390217"/>
            <a:ext cx="124103" cy="82456"/>
          </a:xfrm>
          <a:prstGeom prst="rect">
            <a:avLst/>
          </a:prstGeom>
        </p:spPr>
        <p:txBody>
          <a:bodyPr wrap="square" lIns="0" tIns="6256" rIns="0" bIns="0" rtlCol="0">
            <a:noAutofit/>
          </a:bodyPr>
          <a:lstStyle/>
          <a:p>
            <a:pPr marL="25400">
              <a:lnSpc>
                <a:spcPts val="600"/>
              </a:lnSpc>
            </a:pPr>
            <a:endParaRPr sz="600"/>
          </a:p>
        </p:txBody>
      </p:sp>
      <p:sp>
        <p:nvSpPr>
          <p:cNvPr id="120" name="object 120"/>
          <p:cNvSpPr txBox="1"/>
          <p:nvPr/>
        </p:nvSpPr>
        <p:spPr>
          <a:xfrm>
            <a:off x="7116410" y="4390217"/>
            <a:ext cx="154651" cy="82456"/>
          </a:xfrm>
          <a:prstGeom prst="rect">
            <a:avLst/>
          </a:prstGeom>
        </p:spPr>
        <p:txBody>
          <a:bodyPr wrap="square" lIns="0" tIns="6256" rIns="0" bIns="0" rtlCol="0">
            <a:noAutofit/>
          </a:bodyPr>
          <a:lstStyle/>
          <a:p>
            <a:pPr marL="25400">
              <a:lnSpc>
                <a:spcPts val="600"/>
              </a:lnSpc>
            </a:pPr>
            <a:endParaRPr sz="600"/>
          </a:p>
        </p:txBody>
      </p:sp>
      <p:sp>
        <p:nvSpPr>
          <p:cNvPr id="119" name="object 119"/>
          <p:cNvSpPr txBox="1"/>
          <p:nvPr/>
        </p:nvSpPr>
        <p:spPr>
          <a:xfrm>
            <a:off x="6067356" y="4472673"/>
            <a:ext cx="477489" cy="34668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18" name="object 118"/>
          <p:cNvSpPr txBox="1"/>
          <p:nvPr/>
        </p:nvSpPr>
        <p:spPr>
          <a:xfrm>
            <a:off x="6544846" y="4472673"/>
            <a:ext cx="77860" cy="34668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17" name="object 117"/>
          <p:cNvSpPr txBox="1"/>
          <p:nvPr/>
        </p:nvSpPr>
        <p:spPr>
          <a:xfrm>
            <a:off x="6622706" y="4472673"/>
            <a:ext cx="139247" cy="26423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16" name="object 116"/>
          <p:cNvSpPr txBox="1"/>
          <p:nvPr/>
        </p:nvSpPr>
        <p:spPr>
          <a:xfrm>
            <a:off x="6761953" y="4472673"/>
            <a:ext cx="113563" cy="26423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15" name="object 115"/>
          <p:cNvSpPr txBox="1"/>
          <p:nvPr/>
        </p:nvSpPr>
        <p:spPr>
          <a:xfrm>
            <a:off x="6875517" y="4472673"/>
            <a:ext cx="116789" cy="26423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14" name="object 114"/>
          <p:cNvSpPr txBox="1"/>
          <p:nvPr/>
        </p:nvSpPr>
        <p:spPr>
          <a:xfrm>
            <a:off x="6992307" y="4472673"/>
            <a:ext cx="124103" cy="26423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13" name="object 113"/>
          <p:cNvSpPr txBox="1"/>
          <p:nvPr/>
        </p:nvSpPr>
        <p:spPr>
          <a:xfrm>
            <a:off x="7116410" y="4472673"/>
            <a:ext cx="154651" cy="26423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12" name="object 112"/>
          <p:cNvSpPr txBox="1"/>
          <p:nvPr/>
        </p:nvSpPr>
        <p:spPr>
          <a:xfrm>
            <a:off x="6622706" y="4736904"/>
            <a:ext cx="139247" cy="82452"/>
          </a:xfrm>
          <a:prstGeom prst="rect">
            <a:avLst/>
          </a:prstGeom>
        </p:spPr>
        <p:txBody>
          <a:bodyPr wrap="square" lIns="0" tIns="6252" rIns="0" bIns="0" rtlCol="0">
            <a:noAutofit/>
          </a:bodyPr>
          <a:lstStyle/>
          <a:p>
            <a:pPr marL="25400">
              <a:lnSpc>
                <a:spcPts val="600"/>
              </a:lnSpc>
            </a:pPr>
            <a:endParaRPr sz="600"/>
          </a:p>
        </p:txBody>
      </p:sp>
      <p:sp>
        <p:nvSpPr>
          <p:cNvPr id="111" name="object 111"/>
          <p:cNvSpPr txBox="1"/>
          <p:nvPr/>
        </p:nvSpPr>
        <p:spPr>
          <a:xfrm>
            <a:off x="6761953" y="4736904"/>
            <a:ext cx="113563" cy="82452"/>
          </a:xfrm>
          <a:prstGeom prst="rect">
            <a:avLst/>
          </a:prstGeom>
        </p:spPr>
        <p:txBody>
          <a:bodyPr wrap="square" lIns="0" tIns="6252" rIns="0" bIns="0" rtlCol="0">
            <a:noAutofit/>
          </a:bodyPr>
          <a:lstStyle/>
          <a:p>
            <a:pPr marL="25400">
              <a:lnSpc>
                <a:spcPts val="600"/>
              </a:lnSpc>
            </a:pPr>
            <a:endParaRPr sz="600"/>
          </a:p>
        </p:txBody>
      </p:sp>
      <p:sp>
        <p:nvSpPr>
          <p:cNvPr id="110" name="object 110"/>
          <p:cNvSpPr txBox="1"/>
          <p:nvPr/>
        </p:nvSpPr>
        <p:spPr>
          <a:xfrm>
            <a:off x="6875517" y="4736904"/>
            <a:ext cx="116789" cy="82452"/>
          </a:xfrm>
          <a:prstGeom prst="rect">
            <a:avLst/>
          </a:prstGeom>
        </p:spPr>
        <p:txBody>
          <a:bodyPr wrap="square" lIns="0" tIns="6252" rIns="0" bIns="0" rtlCol="0">
            <a:noAutofit/>
          </a:bodyPr>
          <a:lstStyle/>
          <a:p>
            <a:pPr marL="25400">
              <a:lnSpc>
                <a:spcPts val="600"/>
              </a:lnSpc>
            </a:pPr>
            <a:endParaRPr sz="600"/>
          </a:p>
        </p:txBody>
      </p:sp>
      <p:sp>
        <p:nvSpPr>
          <p:cNvPr id="109" name="object 109"/>
          <p:cNvSpPr txBox="1"/>
          <p:nvPr/>
        </p:nvSpPr>
        <p:spPr>
          <a:xfrm>
            <a:off x="6992307" y="4736904"/>
            <a:ext cx="124103" cy="82452"/>
          </a:xfrm>
          <a:prstGeom prst="rect">
            <a:avLst/>
          </a:prstGeom>
        </p:spPr>
        <p:txBody>
          <a:bodyPr wrap="square" lIns="0" tIns="6252" rIns="0" bIns="0" rtlCol="0">
            <a:noAutofit/>
          </a:bodyPr>
          <a:lstStyle/>
          <a:p>
            <a:pPr marL="25400">
              <a:lnSpc>
                <a:spcPts val="600"/>
              </a:lnSpc>
            </a:pPr>
            <a:endParaRPr sz="600"/>
          </a:p>
        </p:txBody>
      </p:sp>
      <p:sp>
        <p:nvSpPr>
          <p:cNvPr id="108" name="object 108"/>
          <p:cNvSpPr txBox="1"/>
          <p:nvPr/>
        </p:nvSpPr>
        <p:spPr>
          <a:xfrm>
            <a:off x="7116410" y="4736904"/>
            <a:ext cx="154651" cy="82452"/>
          </a:xfrm>
          <a:prstGeom prst="rect">
            <a:avLst/>
          </a:prstGeom>
        </p:spPr>
        <p:txBody>
          <a:bodyPr wrap="square" lIns="0" tIns="6252" rIns="0" bIns="0" rtlCol="0">
            <a:noAutofit/>
          </a:bodyPr>
          <a:lstStyle/>
          <a:p>
            <a:pPr marL="25400">
              <a:lnSpc>
                <a:spcPts val="600"/>
              </a:lnSpc>
            </a:pPr>
            <a:endParaRPr sz="600"/>
          </a:p>
        </p:txBody>
      </p:sp>
      <p:sp>
        <p:nvSpPr>
          <p:cNvPr id="107" name="object 107"/>
          <p:cNvSpPr txBox="1"/>
          <p:nvPr/>
        </p:nvSpPr>
        <p:spPr>
          <a:xfrm>
            <a:off x="6067356" y="4819357"/>
            <a:ext cx="477489" cy="14746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06" name="object 106"/>
          <p:cNvSpPr txBox="1"/>
          <p:nvPr/>
        </p:nvSpPr>
        <p:spPr>
          <a:xfrm>
            <a:off x="6544846" y="4819357"/>
            <a:ext cx="77860" cy="14746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05" name="object 105"/>
          <p:cNvSpPr txBox="1"/>
          <p:nvPr/>
        </p:nvSpPr>
        <p:spPr>
          <a:xfrm>
            <a:off x="6622706" y="4819357"/>
            <a:ext cx="493703" cy="14746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04" name="object 104"/>
          <p:cNvSpPr txBox="1"/>
          <p:nvPr/>
        </p:nvSpPr>
        <p:spPr>
          <a:xfrm>
            <a:off x="7116410" y="4819357"/>
            <a:ext cx="154651" cy="14746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03" name="object 103"/>
          <p:cNvSpPr txBox="1"/>
          <p:nvPr/>
        </p:nvSpPr>
        <p:spPr>
          <a:xfrm>
            <a:off x="6067356" y="4966818"/>
            <a:ext cx="555350" cy="19380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02" name="object 102"/>
          <p:cNvSpPr txBox="1"/>
          <p:nvPr/>
        </p:nvSpPr>
        <p:spPr>
          <a:xfrm>
            <a:off x="6622706" y="4966818"/>
            <a:ext cx="648355" cy="16611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01" name="object 101"/>
          <p:cNvSpPr txBox="1"/>
          <p:nvPr/>
        </p:nvSpPr>
        <p:spPr>
          <a:xfrm>
            <a:off x="6992620" y="1750060"/>
            <a:ext cx="57150" cy="13335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00" name="object 100"/>
          <p:cNvSpPr txBox="1"/>
          <p:nvPr/>
        </p:nvSpPr>
        <p:spPr>
          <a:xfrm>
            <a:off x="7049770" y="1750060"/>
            <a:ext cx="48259" cy="13335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99" name="object 99"/>
          <p:cNvSpPr txBox="1"/>
          <p:nvPr/>
        </p:nvSpPr>
        <p:spPr>
          <a:xfrm>
            <a:off x="7098030" y="1750060"/>
            <a:ext cx="46989" cy="13335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98" name="object 98"/>
          <p:cNvSpPr txBox="1"/>
          <p:nvPr/>
        </p:nvSpPr>
        <p:spPr>
          <a:xfrm>
            <a:off x="7973901" y="1522982"/>
            <a:ext cx="351184" cy="96086"/>
          </a:xfrm>
          <a:prstGeom prst="rect">
            <a:avLst/>
          </a:prstGeom>
        </p:spPr>
        <p:txBody>
          <a:bodyPr wrap="square" lIns="0" tIns="836" rIns="0" bIns="0" rtlCol="0">
            <a:noAutofit/>
          </a:bodyPr>
          <a:lstStyle/>
          <a:p>
            <a:pPr marL="25400">
              <a:lnSpc>
                <a:spcPts val="750"/>
              </a:lnSpc>
            </a:pPr>
            <a:endParaRPr sz="750"/>
          </a:p>
        </p:txBody>
      </p:sp>
      <p:sp>
        <p:nvSpPr>
          <p:cNvPr id="97" name="object 97"/>
          <p:cNvSpPr txBox="1"/>
          <p:nvPr/>
        </p:nvSpPr>
        <p:spPr>
          <a:xfrm>
            <a:off x="8325085" y="1522982"/>
            <a:ext cx="244923" cy="96086"/>
          </a:xfrm>
          <a:prstGeom prst="rect">
            <a:avLst/>
          </a:prstGeom>
        </p:spPr>
        <p:txBody>
          <a:bodyPr wrap="square" lIns="0" tIns="836" rIns="0" bIns="0" rtlCol="0">
            <a:noAutofit/>
          </a:bodyPr>
          <a:lstStyle/>
          <a:p>
            <a:pPr marL="25400">
              <a:lnSpc>
                <a:spcPts val="750"/>
              </a:lnSpc>
            </a:pPr>
            <a:endParaRPr sz="750"/>
          </a:p>
        </p:txBody>
      </p:sp>
      <p:sp>
        <p:nvSpPr>
          <p:cNvPr id="96" name="object 96"/>
          <p:cNvSpPr txBox="1"/>
          <p:nvPr/>
        </p:nvSpPr>
        <p:spPr>
          <a:xfrm>
            <a:off x="7973901" y="1619069"/>
            <a:ext cx="250418" cy="22203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95" name="object 95"/>
          <p:cNvSpPr txBox="1"/>
          <p:nvPr/>
        </p:nvSpPr>
        <p:spPr>
          <a:xfrm>
            <a:off x="8224320" y="1619069"/>
            <a:ext cx="100765" cy="96790"/>
          </a:xfrm>
          <a:prstGeom prst="rect">
            <a:avLst/>
          </a:prstGeom>
        </p:spPr>
        <p:txBody>
          <a:bodyPr wrap="square" lIns="0" tIns="1540" rIns="0" bIns="0" rtlCol="0">
            <a:noAutofit/>
          </a:bodyPr>
          <a:lstStyle/>
          <a:p>
            <a:pPr marL="25400">
              <a:lnSpc>
                <a:spcPts val="750"/>
              </a:lnSpc>
            </a:pPr>
            <a:endParaRPr sz="750"/>
          </a:p>
        </p:txBody>
      </p:sp>
      <p:sp>
        <p:nvSpPr>
          <p:cNvPr id="94" name="object 94"/>
          <p:cNvSpPr txBox="1"/>
          <p:nvPr/>
        </p:nvSpPr>
        <p:spPr>
          <a:xfrm>
            <a:off x="8325085" y="1619069"/>
            <a:ext cx="67735" cy="96790"/>
          </a:xfrm>
          <a:prstGeom prst="rect">
            <a:avLst/>
          </a:prstGeom>
        </p:spPr>
        <p:txBody>
          <a:bodyPr wrap="square" lIns="0" tIns="1540" rIns="0" bIns="0" rtlCol="0">
            <a:noAutofit/>
          </a:bodyPr>
          <a:lstStyle/>
          <a:p>
            <a:pPr marL="25400">
              <a:lnSpc>
                <a:spcPts val="750"/>
              </a:lnSpc>
            </a:pPr>
            <a:endParaRPr sz="750"/>
          </a:p>
        </p:txBody>
      </p:sp>
      <p:sp>
        <p:nvSpPr>
          <p:cNvPr id="93" name="object 93"/>
          <p:cNvSpPr txBox="1"/>
          <p:nvPr/>
        </p:nvSpPr>
        <p:spPr>
          <a:xfrm>
            <a:off x="8392821" y="1619069"/>
            <a:ext cx="88078" cy="96790"/>
          </a:xfrm>
          <a:prstGeom prst="rect">
            <a:avLst/>
          </a:prstGeom>
        </p:spPr>
        <p:txBody>
          <a:bodyPr wrap="square" lIns="0" tIns="1540" rIns="0" bIns="0" rtlCol="0">
            <a:noAutofit/>
          </a:bodyPr>
          <a:lstStyle/>
          <a:p>
            <a:pPr marL="25400">
              <a:lnSpc>
                <a:spcPts val="750"/>
              </a:lnSpc>
            </a:pPr>
            <a:endParaRPr sz="750"/>
          </a:p>
        </p:txBody>
      </p:sp>
      <p:sp>
        <p:nvSpPr>
          <p:cNvPr id="92" name="object 92"/>
          <p:cNvSpPr txBox="1"/>
          <p:nvPr/>
        </p:nvSpPr>
        <p:spPr>
          <a:xfrm>
            <a:off x="8480900" y="1619069"/>
            <a:ext cx="89108" cy="96790"/>
          </a:xfrm>
          <a:prstGeom prst="rect">
            <a:avLst/>
          </a:prstGeom>
        </p:spPr>
        <p:txBody>
          <a:bodyPr wrap="square" lIns="0" tIns="1540" rIns="0" bIns="0" rtlCol="0">
            <a:noAutofit/>
          </a:bodyPr>
          <a:lstStyle/>
          <a:p>
            <a:pPr marL="25400">
              <a:lnSpc>
                <a:spcPts val="750"/>
              </a:lnSpc>
            </a:pPr>
            <a:endParaRPr sz="750"/>
          </a:p>
        </p:txBody>
      </p:sp>
      <p:sp>
        <p:nvSpPr>
          <p:cNvPr id="91" name="object 91"/>
          <p:cNvSpPr txBox="1"/>
          <p:nvPr/>
        </p:nvSpPr>
        <p:spPr>
          <a:xfrm>
            <a:off x="8224320" y="1715860"/>
            <a:ext cx="100765" cy="64296"/>
          </a:xfrm>
          <a:prstGeom prst="rect">
            <a:avLst/>
          </a:prstGeom>
        </p:spPr>
        <p:txBody>
          <a:bodyPr wrap="square" lIns="0" tIns="796" rIns="0" bIns="0" rtlCol="0">
            <a:noAutofit/>
          </a:bodyPr>
          <a:lstStyle/>
          <a:p>
            <a:pPr marL="25400">
              <a:lnSpc>
                <a:spcPts val="500"/>
              </a:lnSpc>
            </a:pPr>
            <a:endParaRPr sz="500"/>
          </a:p>
        </p:txBody>
      </p:sp>
      <p:sp>
        <p:nvSpPr>
          <p:cNvPr id="90" name="object 90"/>
          <p:cNvSpPr txBox="1"/>
          <p:nvPr/>
        </p:nvSpPr>
        <p:spPr>
          <a:xfrm>
            <a:off x="8325085" y="1715860"/>
            <a:ext cx="155814" cy="64296"/>
          </a:xfrm>
          <a:prstGeom prst="rect">
            <a:avLst/>
          </a:prstGeom>
        </p:spPr>
        <p:txBody>
          <a:bodyPr wrap="square" lIns="0" tIns="796" rIns="0" bIns="0" rtlCol="0">
            <a:noAutofit/>
          </a:bodyPr>
          <a:lstStyle/>
          <a:p>
            <a:pPr marL="25400">
              <a:lnSpc>
                <a:spcPts val="500"/>
              </a:lnSpc>
            </a:pPr>
            <a:endParaRPr sz="500"/>
          </a:p>
        </p:txBody>
      </p:sp>
      <p:sp>
        <p:nvSpPr>
          <p:cNvPr id="89" name="object 89"/>
          <p:cNvSpPr txBox="1"/>
          <p:nvPr/>
        </p:nvSpPr>
        <p:spPr>
          <a:xfrm>
            <a:off x="8480900" y="1715860"/>
            <a:ext cx="89108" cy="64296"/>
          </a:xfrm>
          <a:prstGeom prst="rect">
            <a:avLst/>
          </a:prstGeom>
        </p:spPr>
        <p:txBody>
          <a:bodyPr wrap="square" lIns="0" tIns="796" rIns="0" bIns="0" rtlCol="0">
            <a:noAutofit/>
          </a:bodyPr>
          <a:lstStyle/>
          <a:p>
            <a:pPr marL="25400">
              <a:lnSpc>
                <a:spcPts val="500"/>
              </a:lnSpc>
            </a:pPr>
            <a:endParaRPr sz="500"/>
          </a:p>
        </p:txBody>
      </p:sp>
      <p:sp>
        <p:nvSpPr>
          <p:cNvPr id="88" name="object 88"/>
          <p:cNvSpPr txBox="1"/>
          <p:nvPr/>
        </p:nvSpPr>
        <p:spPr>
          <a:xfrm>
            <a:off x="8224320" y="1780156"/>
            <a:ext cx="100765" cy="14484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87" name="object 87"/>
          <p:cNvSpPr txBox="1"/>
          <p:nvPr/>
        </p:nvSpPr>
        <p:spPr>
          <a:xfrm>
            <a:off x="8325085" y="1780156"/>
            <a:ext cx="39392" cy="14484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86" name="object 86"/>
          <p:cNvSpPr txBox="1"/>
          <p:nvPr/>
        </p:nvSpPr>
        <p:spPr>
          <a:xfrm>
            <a:off x="8364478" y="1780156"/>
            <a:ext cx="56443" cy="14484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85" name="object 85"/>
          <p:cNvSpPr txBox="1"/>
          <p:nvPr/>
        </p:nvSpPr>
        <p:spPr>
          <a:xfrm>
            <a:off x="8420922" y="1780156"/>
            <a:ext cx="59978" cy="14484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84" name="object 84"/>
          <p:cNvSpPr txBox="1"/>
          <p:nvPr/>
        </p:nvSpPr>
        <p:spPr>
          <a:xfrm>
            <a:off x="8480900" y="1780156"/>
            <a:ext cx="89108" cy="14484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83" name="object 83"/>
          <p:cNvSpPr txBox="1"/>
          <p:nvPr/>
        </p:nvSpPr>
        <p:spPr>
          <a:xfrm>
            <a:off x="7973901" y="1841107"/>
            <a:ext cx="250418" cy="83898"/>
          </a:xfrm>
          <a:prstGeom prst="rect">
            <a:avLst/>
          </a:prstGeom>
        </p:spPr>
        <p:txBody>
          <a:bodyPr wrap="square" lIns="0" tIns="1348" rIns="0" bIns="0" rtlCol="0">
            <a:noAutofit/>
          </a:bodyPr>
          <a:lstStyle/>
          <a:p>
            <a:pPr marL="25400">
              <a:lnSpc>
                <a:spcPts val="650"/>
              </a:lnSpc>
            </a:pPr>
            <a:endParaRPr sz="650"/>
          </a:p>
        </p:txBody>
      </p:sp>
      <p:sp>
        <p:nvSpPr>
          <p:cNvPr id="82" name="object 82"/>
          <p:cNvSpPr txBox="1"/>
          <p:nvPr/>
        </p:nvSpPr>
        <p:spPr>
          <a:xfrm>
            <a:off x="7973901" y="1925006"/>
            <a:ext cx="250418" cy="4839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1" name="object 81"/>
          <p:cNvSpPr txBox="1"/>
          <p:nvPr/>
        </p:nvSpPr>
        <p:spPr>
          <a:xfrm>
            <a:off x="8224320" y="1925006"/>
            <a:ext cx="100765" cy="4839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0" name="object 80"/>
          <p:cNvSpPr txBox="1"/>
          <p:nvPr/>
        </p:nvSpPr>
        <p:spPr>
          <a:xfrm>
            <a:off x="8325085" y="1925006"/>
            <a:ext cx="39392" cy="4839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9" name="object 79"/>
          <p:cNvSpPr txBox="1"/>
          <p:nvPr/>
        </p:nvSpPr>
        <p:spPr>
          <a:xfrm>
            <a:off x="8364478" y="1925006"/>
            <a:ext cx="56443" cy="4839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8" name="object 78"/>
          <p:cNvSpPr txBox="1"/>
          <p:nvPr/>
        </p:nvSpPr>
        <p:spPr>
          <a:xfrm>
            <a:off x="8420922" y="1925006"/>
            <a:ext cx="59978" cy="4839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7" name="object 77"/>
          <p:cNvSpPr txBox="1"/>
          <p:nvPr/>
        </p:nvSpPr>
        <p:spPr>
          <a:xfrm>
            <a:off x="8480900" y="1925006"/>
            <a:ext cx="89108" cy="4839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6" name="object 76"/>
          <p:cNvSpPr txBox="1"/>
          <p:nvPr/>
        </p:nvSpPr>
        <p:spPr>
          <a:xfrm>
            <a:off x="7973901" y="1973403"/>
            <a:ext cx="250418" cy="19357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75" name="object 75"/>
          <p:cNvSpPr txBox="1"/>
          <p:nvPr/>
        </p:nvSpPr>
        <p:spPr>
          <a:xfrm>
            <a:off x="8224320" y="1973403"/>
            <a:ext cx="100765" cy="13162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74" name="object 74"/>
          <p:cNvSpPr txBox="1"/>
          <p:nvPr/>
        </p:nvSpPr>
        <p:spPr>
          <a:xfrm>
            <a:off x="8325085" y="1973403"/>
            <a:ext cx="39392" cy="13162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73" name="object 73"/>
          <p:cNvSpPr txBox="1"/>
          <p:nvPr/>
        </p:nvSpPr>
        <p:spPr>
          <a:xfrm>
            <a:off x="8364478" y="1973403"/>
            <a:ext cx="56443" cy="13162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72" name="object 72"/>
          <p:cNvSpPr txBox="1"/>
          <p:nvPr/>
        </p:nvSpPr>
        <p:spPr>
          <a:xfrm>
            <a:off x="8420922" y="1973403"/>
            <a:ext cx="59978" cy="13162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71" name="object 71"/>
          <p:cNvSpPr txBox="1"/>
          <p:nvPr/>
        </p:nvSpPr>
        <p:spPr>
          <a:xfrm>
            <a:off x="8480900" y="1973403"/>
            <a:ext cx="89108" cy="13162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70" name="object 70"/>
          <p:cNvSpPr txBox="1"/>
          <p:nvPr/>
        </p:nvSpPr>
        <p:spPr>
          <a:xfrm>
            <a:off x="8224320" y="2105033"/>
            <a:ext cx="100765" cy="6194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9" name="object 69"/>
          <p:cNvSpPr txBox="1"/>
          <p:nvPr/>
        </p:nvSpPr>
        <p:spPr>
          <a:xfrm>
            <a:off x="8325085" y="2105033"/>
            <a:ext cx="39392" cy="6194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8" name="object 68"/>
          <p:cNvSpPr txBox="1"/>
          <p:nvPr/>
        </p:nvSpPr>
        <p:spPr>
          <a:xfrm>
            <a:off x="8364478" y="2105033"/>
            <a:ext cx="56443" cy="6194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7" name="object 67"/>
          <p:cNvSpPr txBox="1"/>
          <p:nvPr/>
        </p:nvSpPr>
        <p:spPr>
          <a:xfrm>
            <a:off x="8420922" y="2105033"/>
            <a:ext cx="59978" cy="6194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6" name="object 66"/>
          <p:cNvSpPr txBox="1"/>
          <p:nvPr/>
        </p:nvSpPr>
        <p:spPr>
          <a:xfrm>
            <a:off x="8480900" y="2105033"/>
            <a:ext cx="89108" cy="6194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5" name="object 65"/>
          <p:cNvSpPr txBox="1"/>
          <p:nvPr/>
        </p:nvSpPr>
        <p:spPr>
          <a:xfrm>
            <a:off x="7973901" y="2166980"/>
            <a:ext cx="250418" cy="14619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64" name="object 64"/>
          <p:cNvSpPr txBox="1"/>
          <p:nvPr/>
        </p:nvSpPr>
        <p:spPr>
          <a:xfrm>
            <a:off x="8224320" y="2166980"/>
            <a:ext cx="100765" cy="14619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63" name="object 63"/>
          <p:cNvSpPr txBox="1"/>
          <p:nvPr/>
        </p:nvSpPr>
        <p:spPr>
          <a:xfrm>
            <a:off x="8325085" y="2166980"/>
            <a:ext cx="39392" cy="14619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62" name="object 62"/>
          <p:cNvSpPr txBox="1"/>
          <p:nvPr/>
        </p:nvSpPr>
        <p:spPr>
          <a:xfrm>
            <a:off x="8364478" y="2166980"/>
            <a:ext cx="56443" cy="14619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61" name="object 61"/>
          <p:cNvSpPr txBox="1"/>
          <p:nvPr/>
        </p:nvSpPr>
        <p:spPr>
          <a:xfrm>
            <a:off x="8420922" y="2166980"/>
            <a:ext cx="59978" cy="14619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60" name="object 60"/>
          <p:cNvSpPr txBox="1"/>
          <p:nvPr/>
        </p:nvSpPr>
        <p:spPr>
          <a:xfrm>
            <a:off x="8480900" y="2166980"/>
            <a:ext cx="89108" cy="14619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9" name="object 59"/>
          <p:cNvSpPr txBox="1"/>
          <p:nvPr/>
        </p:nvSpPr>
        <p:spPr>
          <a:xfrm>
            <a:off x="7973901" y="2313174"/>
            <a:ext cx="250418" cy="4804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8" name="object 58"/>
          <p:cNvSpPr txBox="1"/>
          <p:nvPr/>
        </p:nvSpPr>
        <p:spPr>
          <a:xfrm>
            <a:off x="8224320" y="2313174"/>
            <a:ext cx="100765" cy="4804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7" name="object 57"/>
          <p:cNvSpPr txBox="1"/>
          <p:nvPr/>
        </p:nvSpPr>
        <p:spPr>
          <a:xfrm>
            <a:off x="8325085" y="2313174"/>
            <a:ext cx="39392" cy="4804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6" name="object 56"/>
          <p:cNvSpPr txBox="1"/>
          <p:nvPr/>
        </p:nvSpPr>
        <p:spPr>
          <a:xfrm>
            <a:off x="8364478" y="2313174"/>
            <a:ext cx="56443" cy="4804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5" name="object 55"/>
          <p:cNvSpPr txBox="1"/>
          <p:nvPr/>
        </p:nvSpPr>
        <p:spPr>
          <a:xfrm>
            <a:off x="8420922" y="2313174"/>
            <a:ext cx="59978" cy="4804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4" name="object 54"/>
          <p:cNvSpPr txBox="1"/>
          <p:nvPr/>
        </p:nvSpPr>
        <p:spPr>
          <a:xfrm>
            <a:off x="8480900" y="2313174"/>
            <a:ext cx="89108" cy="4804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3" name="object 53"/>
          <p:cNvSpPr txBox="1"/>
          <p:nvPr/>
        </p:nvSpPr>
        <p:spPr>
          <a:xfrm>
            <a:off x="7973901" y="2361221"/>
            <a:ext cx="250418" cy="19425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2" name="object 52"/>
          <p:cNvSpPr txBox="1"/>
          <p:nvPr/>
        </p:nvSpPr>
        <p:spPr>
          <a:xfrm>
            <a:off x="8224320" y="2361221"/>
            <a:ext cx="100765" cy="13164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1" name="object 51"/>
          <p:cNvSpPr txBox="1"/>
          <p:nvPr/>
        </p:nvSpPr>
        <p:spPr>
          <a:xfrm>
            <a:off x="8325085" y="2361221"/>
            <a:ext cx="39392" cy="13164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0" name="object 50"/>
          <p:cNvSpPr txBox="1"/>
          <p:nvPr/>
        </p:nvSpPr>
        <p:spPr>
          <a:xfrm>
            <a:off x="8364478" y="2361221"/>
            <a:ext cx="56443" cy="13164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9" name="object 49"/>
          <p:cNvSpPr txBox="1"/>
          <p:nvPr/>
        </p:nvSpPr>
        <p:spPr>
          <a:xfrm>
            <a:off x="8420922" y="2361221"/>
            <a:ext cx="59978" cy="13164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8" name="object 48"/>
          <p:cNvSpPr txBox="1"/>
          <p:nvPr/>
        </p:nvSpPr>
        <p:spPr>
          <a:xfrm>
            <a:off x="8480900" y="2361221"/>
            <a:ext cx="89108" cy="13164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7" name="object 47"/>
          <p:cNvSpPr txBox="1"/>
          <p:nvPr/>
        </p:nvSpPr>
        <p:spPr>
          <a:xfrm>
            <a:off x="8224320" y="2492869"/>
            <a:ext cx="100765" cy="626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6" name="object 46"/>
          <p:cNvSpPr txBox="1"/>
          <p:nvPr/>
        </p:nvSpPr>
        <p:spPr>
          <a:xfrm>
            <a:off x="8325085" y="2492869"/>
            <a:ext cx="39392" cy="626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5" name="object 45"/>
          <p:cNvSpPr txBox="1"/>
          <p:nvPr/>
        </p:nvSpPr>
        <p:spPr>
          <a:xfrm>
            <a:off x="8364478" y="2492869"/>
            <a:ext cx="56443" cy="626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4" name="object 44"/>
          <p:cNvSpPr txBox="1"/>
          <p:nvPr/>
        </p:nvSpPr>
        <p:spPr>
          <a:xfrm>
            <a:off x="8420922" y="2492869"/>
            <a:ext cx="59978" cy="626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3" name="object 43"/>
          <p:cNvSpPr txBox="1"/>
          <p:nvPr/>
        </p:nvSpPr>
        <p:spPr>
          <a:xfrm>
            <a:off x="8480900" y="2492869"/>
            <a:ext cx="89108" cy="626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2" name="object 42"/>
          <p:cNvSpPr txBox="1"/>
          <p:nvPr/>
        </p:nvSpPr>
        <p:spPr>
          <a:xfrm>
            <a:off x="7973901" y="2555474"/>
            <a:ext cx="250418" cy="14653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1" name="object 41"/>
          <p:cNvSpPr txBox="1"/>
          <p:nvPr/>
        </p:nvSpPr>
        <p:spPr>
          <a:xfrm>
            <a:off x="8224320" y="2555474"/>
            <a:ext cx="100765" cy="14653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0" name="object 40"/>
          <p:cNvSpPr txBox="1"/>
          <p:nvPr/>
        </p:nvSpPr>
        <p:spPr>
          <a:xfrm>
            <a:off x="8325085" y="2555474"/>
            <a:ext cx="39392" cy="14653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9" name="object 39"/>
          <p:cNvSpPr txBox="1"/>
          <p:nvPr/>
        </p:nvSpPr>
        <p:spPr>
          <a:xfrm>
            <a:off x="8364478" y="2555474"/>
            <a:ext cx="56443" cy="14653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8" name="object 38"/>
          <p:cNvSpPr txBox="1"/>
          <p:nvPr/>
        </p:nvSpPr>
        <p:spPr>
          <a:xfrm>
            <a:off x="8420922" y="2555474"/>
            <a:ext cx="59978" cy="14653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7" name="object 37"/>
          <p:cNvSpPr txBox="1"/>
          <p:nvPr/>
        </p:nvSpPr>
        <p:spPr>
          <a:xfrm>
            <a:off x="8480900" y="2555474"/>
            <a:ext cx="89108" cy="14653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6" name="object 36"/>
          <p:cNvSpPr txBox="1"/>
          <p:nvPr/>
        </p:nvSpPr>
        <p:spPr>
          <a:xfrm>
            <a:off x="7973901" y="2702008"/>
            <a:ext cx="250418" cy="4839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8224320" y="2702008"/>
            <a:ext cx="100765" cy="4839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8480900" y="2702008"/>
            <a:ext cx="89108" cy="4839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7973901" y="2750401"/>
            <a:ext cx="250418" cy="17563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2" name="object 32"/>
          <p:cNvSpPr txBox="1"/>
          <p:nvPr/>
        </p:nvSpPr>
        <p:spPr>
          <a:xfrm>
            <a:off x="8224320" y="2750401"/>
            <a:ext cx="256580" cy="66667"/>
          </a:xfrm>
          <a:prstGeom prst="rect">
            <a:avLst/>
          </a:prstGeom>
        </p:spPr>
        <p:txBody>
          <a:bodyPr wrap="square" lIns="0" tIns="3167" rIns="0" bIns="0" rtlCol="0">
            <a:noAutofit/>
          </a:bodyPr>
          <a:lstStyle/>
          <a:p>
            <a:pPr marL="25400">
              <a:lnSpc>
                <a:spcPts val="500"/>
              </a:lnSpc>
            </a:pPr>
            <a:endParaRPr sz="500"/>
          </a:p>
        </p:txBody>
      </p:sp>
      <p:sp>
        <p:nvSpPr>
          <p:cNvPr id="31" name="object 31"/>
          <p:cNvSpPr txBox="1"/>
          <p:nvPr/>
        </p:nvSpPr>
        <p:spPr>
          <a:xfrm>
            <a:off x="8480900" y="2750401"/>
            <a:ext cx="89108" cy="66667"/>
          </a:xfrm>
          <a:prstGeom prst="rect">
            <a:avLst/>
          </a:prstGeom>
        </p:spPr>
        <p:txBody>
          <a:bodyPr wrap="square" lIns="0" tIns="3167" rIns="0" bIns="0" rtlCol="0">
            <a:noAutofit/>
          </a:bodyPr>
          <a:lstStyle/>
          <a:p>
            <a:pPr marL="25400">
              <a:lnSpc>
                <a:spcPts val="500"/>
              </a:lnSpc>
            </a:pPr>
            <a:endParaRPr sz="500"/>
          </a:p>
        </p:txBody>
      </p:sp>
      <p:sp>
        <p:nvSpPr>
          <p:cNvPr id="30" name="object 30"/>
          <p:cNvSpPr txBox="1"/>
          <p:nvPr/>
        </p:nvSpPr>
        <p:spPr>
          <a:xfrm>
            <a:off x="8224320" y="2817068"/>
            <a:ext cx="331322" cy="93400"/>
          </a:xfrm>
          <a:prstGeom prst="rect">
            <a:avLst/>
          </a:prstGeom>
        </p:spPr>
        <p:txBody>
          <a:bodyPr wrap="square" lIns="0" tIns="4500" rIns="0" bIns="0" rtlCol="0">
            <a:noAutofit/>
          </a:bodyPr>
          <a:lstStyle/>
          <a:p>
            <a:pPr marL="25400">
              <a:lnSpc>
                <a:spcPts val="700"/>
              </a:lnSpc>
            </a:pPr>
            <a:endParaRPr sz="700"/>
          </a:p>
        </p:txBody>
      </p:sp>
      <p:sp>
        <p:nvSpPr>
          <p:cNvPr id="29" name="object 29"/>
          <p:cNvSpPr txBox="1"/>
          <p:nvPr/>
        </p:nvSpPr>
        <p:spPr>
          <a:xfrm>
            <a:off x="5596815" y="1447405"/>
            <a:ext cx="163126" cy="391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5759941" y="1447405"/>
            <a:ext cx="118166" cy="391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5596815" y="1486525"/>
            <a:ext cx="112445" cy="110367"/>
          </a:xfrm>
          <a:prstGeom prst="rect">
            <a:avLst/>
          </a:prstGeom>
        </p:spPr>
        <p:txBody>
          <a:bodyPr wrap="square" lIns="0" tIns="2417" rIns="0" bIns="0" rtlCol="0">
            <a:noAutofit/>
          </a:bodyPr>
          <a:lstStyle/>
          <a:p>
            <a:pPr marL="25400">
              <a:lnSpc>
                <a:spcPts val="850"/>
              </a:lnSpc>
            </a:pPr>
            <a:endParaRPr sz="850"/>
          </a:p>
        </p:txBody>
      </p:sp>
      <p:sp>
        <p:nvSpPr>
          <p:cNvPr id="26" name="object 26"/>
          <p:cNvSpPr txBox="1"/>
          <p:nvPr/>
        </p:nvSpPr>
        <p:spPr>
          <a:xfrm>
            <a:off x="5709260" y="1486525"/>
            <a:ext cx="91681" cy="4602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5759941" y="1486525"/>
            <a:ext cx="41000" cy="4602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5800941" y="1486525"/>
            <a:ext cx="77165" cy="4602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5709260" y="1532548"/>
            <a:ext cx="50680" cy="64344"/>
          </a:xfrm>
          <a:prstGeom prst="rect">
            <a:avLst/>
          </a:prstGeom>
        </p:spPr>
        <p:txBody>
          <a:bodyPr wrap="square" lIns="0" tIns="844" rIns="0" bIns="0" rtlCol="0">
            <a:noAutofit/>
          </a:bodyPr>
          <a:lstStyle/>
          <a:p>
            <a:pPr marL="25400">
              <a:lnSpc>
                <a:spcPts val="500"/>
              </a:lnSpc>
            </a:pPr>
            <a:endParaRPr sz="500"/>
          </a:p>
        </p:txBody>
      </p:sp>
      <p:sp>
        <p:nvSpPr>
          <p:cNvPr id="22" name="object 22"/>
          <p:cNvSpPr txBox="1"/>
          <p:nvPr/>
        </p:nvSpPr>
        <p:spPr>
          <a:xfrm>
            <a:off x="5759941" y="1532548"/>
            <a:ext cx="118166" cy="16477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1" name="object 21"/>
          <p:cNvSpPr txBox="1"/>
          <p:nvPr/>
        </p:nvSpPr>
        <p:spPr>
          <a:xfrm>
            <a:off x="5596815" y="1596892"/>
            <a:ext cx="112445" cy="100434"/>
          </a:xfrm>
          <a:prstGeom prst="rect">
            <a:avLst/>
          </a:prstGeom>
        </p:spPr>
        <p:txBody>
          <a:bodyPr wrap="square" lIns="0" tIns="5184" rIns="0" bIns="0" rtlCol="0">
            <a:noAutofit/>
          </a:bodyPr>
          <a:lstStyle/>
          <a:p>
            <a:pPr marL="25400">
              <a:lnSpc>
                <a:spcPts val="750"/>
              </a:lnSpc>
            </a:pPr>
            <a:endParaRPr sz="750"/>
          </a:p>
        </p:txBody>
      </p:sp>
      <p:sp>
        <p:nvSpPr>
          <p:cNvPr id="20" name="object 20"/>
          <p:cNvSpPr txBox="1"/>
          <p:nvPr/>
        </p:nvSpPr>
        <p:spPr>
          <a:xfrm>
            <a:off x="5709260" y="1596892"/>
            <a:ext cx="50680" cy="100434"/>
          </a:xfrm>
          <a:prstGeom prst="rect">
            <a:avLst/>
          </a:prstGeom>
        </p:spPr>
        <p:txBody>
          <a:bodyPr wrap="square" lIns="0" tIns="5184" rIns="0" bIns="0" rtlCol="0">
            <a:noAutofit/>
          </a:bodyPr>
          <a:lstStyle/>
          <a:p>
            <a:pPr marL="25400">
              <a:lnSpc>
                <a:spcPts val="750"/>
              </a:lnSpc>
            </a:pPr>
            <a:endParaRPr sz="750"/>
          </a:p>
        </p:txBody>
      </p:sp>
      <p:sp>
        <p:nvSpPr>
          <p:cNvPr id="19" name="object 19"/>
          <p:cNvSpPr txBox="1"/>
          <p:nvPr/>
        </p:nvSpPr>
        <p:spPr>
          <a:xfrm>
            <a:off x="5596815" y="1697326"/>
            <a:ext cx="112445" cy="77444"/>
          </a:xfrm>
          <a:prstGeom prst="rect">
            <a:avLst/>
          </a:prstGeom>
        </p:spPr>
        <p:txBody>
          <a:bodyPr wrap="square" lIns="0" tIns="1244" rIns="0" bIns="0" rtlCol="0">
            <a:noAutofit/>
          </a:bodyPr>
          <a:lstStyle/>
          <a:p>
            <a:pPr marL="25400">
              <a:lnSpc>
                <a:spcPts val="600"/>
              </a:lnSpc>
            </a:pPr>
            <a:endParaRPr sz="600"/>
          </a:p>
        </p:txBody>
      </p:sp>
      <p:sp>
        <p:nvSpPr>
          <p:cNvPr id="18" name="object 18"/>
          <p:cNvSpPr txBox="1"/>
          <p:nvPr/>
        </p:nvSpPr>
        <p:spPr>
          <a:xfrm>
            <a:off x="5709260" y="1697326"/>
            <a:ext cx="50680" cy="77444"/>
          </a:xfrm>
          <a:prstGeom prst="rect">
            <a:avLst/>
          </a:prstGeom>
        </p:spPr>
        <p:txBody>
          <a:bodyPr wrap="square" lIns="0" tIns="1244" rIns="0" bIns="0" rtlCol="0">
            <a:noAutofit/>
          </a:bodyPr>
          <a:lstStyle/>
          <a:p>
            <a:pPr marL="25400">
              <a:lnSpc>
                <a:spcPts val="600"/>
              </a:lnSpc>
            </a:pPr>
            <a:endParaRPr sz="600"/>
          </a:p>
        </p:txBody>
      </p:sp>
      <p:sp>
        <p:nvSpPr>
          <p:cNvPr id="17" name="object 17"/>
          <p:cNvSpPr txBox="1"/>
          <p:nvPr/>
        </p:nvSpPr>
        <p:spPr>
          <a:xfrm>
            <a:off x="5759941" y="1697326"/>
            <a:ext cx="118166" cy="16974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6" name="object 16"/>
          <p:cNvSpPr txBox="1"/>
          <p:nvPr/>
        </p:nvSpPr>
        <p:spPr>
          <a:xfrm>
            <a:off x="5828451" y="1697326"/>
            <a:ext cx="49656" cy="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5596815" y="1774771"/>
            <a:ext cx="112445" cy="92302"/>
          </a:xfrm>
          <a:prstGeom prst="rect">
            <a:avLst/>
          </a:prstGeom>
        </p:spPr>
        <p:txBody>
          <a:bodyPr wrap="square" lIns="0" tIns="3402" rIns="0" bIns="0" rtlCol="0">
            <a:noAutofit/>
          </a:bodyPr>
          <a:lstStyle/>
          <a:p>
            <a:pPr marL="25400">
              <a:lnSpc>
                <a:spcPts val="700"/>
              </a:lnSpc>
            </a:pPr>
            <a:endParaRPr sz="700"/>
          </a:p>
        </p:txBody>
      </p:sp>
      <p:sp>
        <p:nvSpPr>
          <p:cNvPr id="14" name="object 14"/>
          <p:cNvSpPr txBox="1"/>
          <p:nvPr/>
        </p:nvSpPr>
        <p:spPr>
          <a:xfrm>
            <a:off x="5709260" y="1774771"/>
            <a:ext cx="50680" cy="92302"/>
          </a:xfrm>
          <a:prstGeom prst="rect">
            <a:avLst/>
          </a:prstGeom>
        </p:spPr>
        <p:txBody>
          <a:bodyPr wrap="square" lIns="0" tIns="3402" rIns="0" bIns="0" rtlCol="0">
            <a:noAutofit/>
          </a:bodyPr>
          <a:lstStyle/>
          <a:p>
            <a:pPr marL="25400">
              <a:lnSpc>
                <a:spcPts val="700"/>
              </a:lnSpc>
            </a:pPr>
            <a:endParaRPr sz="700"/>
          </a:p>
        </p:txBody>
      </p:sp>
      <p:sp>
        <p:nvSpPr>
          <p:cNvPr id="13" name="object 13"/>
          <p:cNvSpPr txBox="1"/>
          <p:nvPr/>
        </p:nvSpPr>
        <p:spPr>
          <a:xfrm>
            <a:off x="5596815" y="1867073"/>
            <a:ext cx="112445" cy="67650"/>
          </a:xfrm>
          <a:prstGeom prst="rect">
            <a:avLst/>
          </a:prstGeom>
        </p:spPr>
        <p:txBody>
          <a:bodyPr wrap="square" lIns="0" tIns="4150" rIns="0" bIns="0" rtlCol="0">
            <a:noAutofit/>
          </a:bodyPr>
          <a:lstStyle/>
          <a:p>
            <a:pPr marL="25400">
              <a:lnSpc>
                <a:spcPts val="500"/>
              </a:lnSpc>
            </a:pPr>
            <a:endParaRPr sz="500"/>
          </a:p>
        </p:txBody>
      </p:sp>
      <p:sp>
        <p:nvSpPr>
          <p:cNvPr id="12" name="object 12"/>
          <p:cNvSpPr txBox="1"/>
          <p:nvPr/>
        </p:nvSpPr>
        <p:spPr>
          <a:xfrm>
            <a:off x="5709260" y="1867073"/>
            <a:ext cx="50680" cy="67650"/>
          </a:xfrm>
          <a:prstGeom prst="rect">
            <a:avLst/>
          </a:prstGeom>
        </p:spPr>
        <p:txBody>
          <a:bodyPr wrap="square" lIns="0" tIns="4150" rIns="0" bIns="0" rtlCol="0">
            <a:noAutofit/>
          </a:bodyPr>
          <a:lstStyle/>
          <a:p>
            <a:pPr marL="25400">
              <a:lnSpc>
                <a:spcPts val="500"/>
              </a:lnSpc>
            </a:pPr>
            <a:endParaRPr sz="500"/>
          </a:p>
        </p:txBody>
      </p:sp>
      <p:sp>
        <p:nvSpPr>
          <p:cNvPr id="11" name="object 11"/>
          <p:cNvSpPr txBox="1"/>
          <p:nvPr/>
        </p:nvSpPr>
        <p:spPr>
          <a:xfrm>
            <a:off x="5759941" y="1867073"/>
            <a:ext cx="54693" cy="67650"/>
          </a:xfrm>
          <a:prstGeom prst="rect">
            <a:avLst/>
          </a:prstGeom>
        </p:spPr>
        <p:txBody>
          <a:bodyPr wrap="square" lIns="0" tIns="4150" rIns="0" bIns="0" rtlCol="0">
            <a:noAutofit/>
          </a:bodyPr>
          <a:lstStyle/>
          <a:p>
            <a:pPr marL="25400">
              <a:lnSpc>
                <a:spcPts val="500"/>
              </a:lnSpc>
            </a:pPr>
            <a:endParaRPr sz="500"/>
          </a:p>
        </p:txBody>
      </p:sp>
      <p:sp>
        <p:nvSpPr>
          <p:cNvPr id="10" name="object 10"/>
          <p:cNvSpPr txBox="1"/>
          <p:nvPr/>
        </p:nvSpPr>
        <p:spPr>
          <a:xfrm>
            <a:off x="5814634" y="1867073"/>
            <a:ext cx="63473" cy="67650"/>
          </a:xfrm>
          <a:prstGeom prst="rect">
            <a:avLst/>
          </a:prstGeom>
        </p:spPr>
        <p:txBody>
          <a:bodyPr wrap="square" lIns="0" tIns="4150" rIns="0" bIns="0" rtlCol="0">
            <a:noAutofit/>
          </a:bodyPr>
          <a:lstStyle/>
          <a:p>
            <a:pPr marL="25400">
              <a:lnSpc>
                <a:spcPts val="500"/>
              </a:lnSpc>
            </a:pPr>
            <a:endParaRPr sz="500"/>
          </a:p>
        </p:txBody>
      </p:sp>
      <p:sp>
        <p:nvSpPr>
          <p:cNvPr id="9" name="object 9"/>
          <p:cNvSpPr txBox="1"/>
          <p:nvPr/>
        </p:nvSpPr>
        <p:spPr>
          <a:xfrm>
            <a:off x="5596815" y="1934724"/>
            <a:ext cx="112445" cy="4009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5709260" y="1934724"/>
            <a:ext cx="50680" cy="3954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5759941" y="1934724"/>
            <a:ext cx="54693" cy="3954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5814634" y="1934724"/>
            <a:ext cx="63473" cy="3954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075136" y="934974"/>
            <a:ext cx="86132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" name="object 4"/>
          <p:cNvSpPr txBox="1"/>
          <p:nvPr/>
        </p:nvSpPr>
        <p:spPr>
          <a:xfrm>
            <a:off x="3684951" y="934974"/>
            <a:ext cx="86132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" name="object 3"/>
          <p:cNvSpPr txBox="1"/>
          <p:nvPr/>
        </p:nvSpPr>
        <p:spPr>
          <a:xfrm>
            <a:off x="4344822" y="934974"/>
            <a:ext cx="92182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" name="object 2"/>
          <p:cNvSpPr txBox="1"/>
          <p:nvPr/>
        </p:nvSpPr>
        <p:spPr>
          <a:xfrm>
            <a:off x="5604414" y="934974"/>
            <a:ext cx="8364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object 33"/>
          <p:cNvSpPr/>
          <p:nvPr/>
        </p:nvSpPr>
        <p:spPr>
          <a:xfrm>
            <a:off x="0" y="6400800"/>
            <a:ext cx="9903460" cy="457196"/>
          </a:xfrm>
          <a:custGeom>
            <a:avLst/>
            <a:gdLst/>
            <a:ahLst/>
            <a:cxnLst/>
            <a:rect l="l" t="t" r="r" b="b"/>
            <a:pathLst>
              <a:path w="9903460" h="457196">
                <a:moveTo>
                  <a:pt x="9903460" y="457196"/>
                </a:moveTo>
                <a:lnTo>
                  <a:pt x="9903460" y="0"/>
                </a:lnTo>
                <a:lnTo>
                  <a:pt x="0" y="0"/>
                </a:lnTo>
                <a:lnTo>
                  <a:pt x="0" y="457196"/>
                </a:lnTo>
                <a:lnTo>
                  <a:pt x="9903460" y="457196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4" name="object 34"/>
          <p:cNvSpPr/>
          <p:nvPr/>
        </p:nvSpPr>
        <p:spPr>
          <a:xfrm>
            <a:off x="153670" y="640207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58419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1" name="object 31"/>
          <p:cNvSpPr/>
          <p:nvPr/>
        </p:nvSpPr>
        <p:spPr>
          <a:xfrm>
            <a:off x="0" y="0"/>
            <a:ext cx="9903460" cy="609600"/>
          </a:xfrm>
          <a:custGeom>
            <a:avLst/>
            <a:gdLst/>
            <a:ahLst/>
            <a:cxnLst/>
            <a:rect l="l" t="t" r="r" b="b"/>
            <a:pathLst>
              <a:path w="9903460" h="609600">
                <a:moveTo>
                  <a:pt x="0" y="609600"/>
                </a:moveTo>
                <a:lnTo>
                  <a:pt x="9903460" y="609600"/>
                </a:lnTo>
                <a:lnTo>
                  <a:pt x="9903460" y="0"/>
                </a:lnTo>
                <a:lnTo>
                  <a:pt x="0" y="0"/>
                </a:lnTo>
                <a:lnTo>
                  <a:pt x="0" y="60960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2" name="object 32"/>
          <p:cNvSpPr/>
          <p:nvPr/>
        </p:nvSpPr>
        <p:spPr>
          <a:xfrm>
            <a:off x="111760" y="60960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76200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78740" y="159670"/>
            <a:ext cx="364032" cy="330200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dirty="0" smtClean="0" sz="2400" spc="-47" b="1">
                <a:latin typeface="Arial"/>
                <a:cs typeface="Arial"/>
              </a:rPr>
              <a:t>A</a:t>
            </a:r>
            <a:r>
              <a:rPr dirty="0" smtClean="0" sz="2400" spc="-47" b="1"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67055" y="159670"/>
            <a:ext cx="1981301" cy="330200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dirty="0" smtClean="0" sz="2400" spc="-2" b="1">
                <a:latin typeface="Arial"/>
                <a:cs typeface="Arial"/>
              </a:rPr>
              <a:t>Pen</a:t>
            </a:r>
            <a:r>
              <a:rPr dirty="0" smtClean="0" sz="2400" spc="-2" b="1">
                <a:latin typeface="Arial"/>
                <a:cs typeface="Arial"/>
              </a:rPr>
              <a:t>d</a:t>
            </a:r>
            <a:r>
              <a:rPr dirty="0" smtClean="0" sz="2400" spc="-2" b="1">
                <a:latin typeface="Arial"/>
                <a:cs typeface="Arial"/>
              </a:rPr>
              <a:t>ah</a:t>
            </a:r>
            <a:r>
              <a:rPr dirty="0" smtClean="0" sz="2400" spc="-2" b="1">
                <a:latin typeface="Arial"/>
                <a:cs typeface="Arial"/>
              </a:rPr>
              <a:t>u</a:t>
            </a:r>
            <a:r>
              <a:rPr dirty="0" smtClean="0" sz="2400" spc="-2" b="1">
                <a:latin typeface="Arial"/>
                <a:cs typeface="Arial"/>
              </a:rPr>
              <a:t>l</a:t>
            </a:r>
            <a:r>
              <a:rPr dirty="0" smtClean="0" sz="2400" spc="-2" b="1">
                <a:latin typeface="Arial"/>
                <a:cs typeface="Arial"/>
              </a:rPr>
              <a:t>u</a:t>
            </a:r>
            <a:r>
              <a:rPr dirty="0" smtClean="0" sz="2400" spc="-2" b="1">
                <a:latin typeface="Arial"/>
                <a:cs typeface="Arial"/>
              </a:rPr>
              <a:t>an</a:t>
            </a:r>
            <a:endParaRPr sz="24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25500" y="695553"/>
            <a:ext cx="495697" cy="243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855"/>
              </a:lnSpc>
            </a:pPr>
            <a:r>
              <a:rPr dirty="0" smtClean="0" sz="1700" spc="-16" b="1" u="heavy">
                <a:latin typeface="Arial"/>
                <a:cs typeface="Arial"/>
              </a:rPr>
              <a:t>MS</a:t>
            </a:r>
            <a:r>
              <a:rPr dirty="0" smtClean="0" sz="1700" spc="-16" b="1" u="heavy">
                <a:latin typeface="Arial"/>
                <a:cs typeface="Arial"/>
              </a:rPr>
              <a:t> </a:t>
            </a:r>
            <a:r>
              <a:rPr dirty="0" smtClean="0" sz="1700" spc="-16" b="1" u="heavy">
                <a:latin typeface="Arial"/>
                <a:cs typeface="Arial"/>
              </a:rPr>
              <a:t> </a:t>
            </a:r>
            <a:endParaRPr sz="17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045601" y="944938"/>
            <a:ext cx="2921057" cy="496309"/>
          </a:xfrm>
          <a:prstGeom prst="rect">
            <a:avLst/>
          </a:prstGeom>
        </p:spPr>
        <p:txBody>
          <a:bodyPr wrap="square" lIns="0" tIns="11779" rIns="0" bIns="0" rtlCol="0">
            <a:noAutofit/>
          </a:bodyPr>
          <a:lstStyle/>
          <a:p>
            <a:pPr marL="12700">
              <a:lnSpc>
                <a:spcPts val="1855"/>
              </a:lnSpc>
            </a:pPr>
            <a:r>
              <a:rPr dirty="0" smtClean="0" sz="1700" spc="10">
                <a:latin typeface="Arial"/>
                <a:cs typeface="Arial"/>
              </a:rPr>
              <a:t>=</a:t>
            </a:r>
            <a:r>
              <a:rPr dirty="0" smtClean="0" sz="1700" spc="10">
                <a:latin typeface="Arial"/>
                <a:cs typeface="Arial"/>
              </a:rPr>
              <a:t> </a:t>
            </a:r>
            <a:r>
              <a:rPr dirty="0" smtClean="0" sz="1700" spc="10">
                <a:latin typeface="Arial"/>
                <a:cs typeface="Arial"/>
              </a:rPr>
              <a:t>M</a:t>
            </a:r>
            <a:r>
              <a:rPr dirty="0" smtClean="0" sz="1700" spc="10">
                <a:latin typeface="Arial"/>
                <a:cs typeface="Arial"/>
              </a:rPr>
              <a:t>o</a:t>
            </a:r>
            <a:r>
              <a:rPr dirty="0" smtClean="0" sz="1700" spc="10">
                <a:latin typeface="Arial"/>
                <a:cs typeface="Arial"/>
              </a:rPr>
              <a:t>b</a:t>
            </a:r>
            <a:r>
              <a:rPr dirty="0" smtClean="0" sz="1700" spc="10">
                <a:latin typeface="Arial"/>
                <a:cs typeface="Arial"/>
              </a:rPr>
              <a:t>i</a:t>
            </a:r>
            <a:r>
              <a:rPr dirty="0" smtClean="0" sz="1700" spc="10">
                <a:latin typeface="Arial"/>
                <a:cs typeface="Arial"/>
              </a:rPr>
              <a:t>l</a:t>
            </a:r>
            <a:r>
              <a:rPr dirty="0" smtClean="0" sz="1700" spc="10">
                <a:latin typeface="Arial"/>
                <a:cs typeface="Arial"/>
              </a:rPr>
              <a:t>e</a:t>
            </a:r>
            <a:r>
              <a:rPr dirty="0" smtClean="0" sz="1700" spc="10">
                <a:latin typeface="Arial"/>
                <a:cs typeface="Arial"/>
              </a:rPr>
              <a:t> </a:t>
            </a:r>
            <a:r>
              <a:rPr dirty="0" smtClean="0" sz="1700" spc="10">
                <a:latin typeface="Arial"/>
                <a:cs typeface="Arial"/>
              </a:rPr>
              <a:t>S</a:t>
            </a:r>
            <a:r>
              <a:rPr dirty="0" smtClean="0" sz="1700" spc="10">
                <a:latin typeface="Arial"/>
                <a:cs typeface="Arial"/>
              </a:rPr>
              <a:t>t</a:t>
            </a:r>
            <a:r>
              <a:rPr dirty="0" smtClean="0" sz="1700" spc="10">
                <a:latin typeface="Arial"/>
                <a:cs typeface="Arial"/>
              </a:rPr>
              <a:t>a</a:t>
            </a:r>
            <a:r>
              <a:rPr dirty="0" smtClean="0" sz="1700" spc="10">
                <a:latin typeface="Arial"/>
                <a:cs typeface="Arial"/>
              </a:rPr>
              <a:t>t</a:t>
            </a:r>
            <a:r>
              <a:rPr dirty="0" smtClean="0" sz="1700" spc="10">
                <a:latin typeface="Arial"/>
                <a:cs typeface="Arial"/>
              </a:rPr>
              <a:t>i</a:t>
            </a:r>
            <a:r>
              <a:rPr dirty="0" smtClean="0" sz="1700" spc="10">
                <a:latin typeface="Arial"/>
                <a:cs typeface="Arial"/>
              </a:rPr>
              <a:t>o</a:t>
            </a:r>
            <a:r>
              <a:rPr dirty="0" smtClean="0" sz="1700" spc="10">
                <a:latin typeface="Arial"/>
                <a:cs typeface="Arial"/>
              </a:rPr>
              <a:t>n</a:t>
            </a:r>
            <a:r>
              <a:rPr dirty="0" smtClean="0" sz="1700" spc="10">
                <a:latin typeface="Arial"/>
                <a:cs typeface="Arial"/>
              </a:rPr>
              <a:t> </a:t>
            </a:r>
            <a:r>
              <a:rPr dirty="0" smtClean="0" sz="1700" spc="10">
                <a:latin typeface="Arial"/>
                <a:cs typeface="Arial"/>
              </a:rPr>
              <a:t>/</a:t>
            </a:r>
            <a:r>
              <a:rPr dirty="0" smtClean="0" sz="1700" spc="10">
                <a:latin typeface="Arial"/>
                <a:cs typeface="Arial"/>
              </a:rPr>
              <a:t> </a:t>
            </a:r>
            <a:r>
              <a:rPr dirty="0" smtClean="0" sz="1700" spc="10">
                <a:latin typeface="Arial"/>
                <a:cs typeface="Arial"/>
              </a:rPr>
              <a:t>M</a:t>
            </a:r>
            <a:r>
              <a:rPr dirty="0" smtClean="0" sz="1700" spc="10">
                <a:latin typeface="Arial"/>
                <a:cs typeface="Arial"/>
              </a:rPr>
              <a:t>o</a:t>
            </a:r>
            <a:r>
              <a:rPr dirty="0" smtClean="0" sz="1700" spc="10">
                <a:latin typeface="Arial"/>
                <a:cs typeface="Arial"/>
              </a:rPr>
              <a:t>b</a:t>
            </a:r>
            <a:r>
              <a:rPr dirty="0" smtClean="0" sz="1700" spc="10">
                <a:latin typeface="Arial"/>
                <a:cs typeface="Arial"/>
              </a:rPr>
              <a:t>i</a:t>
            </a:r>
            <a:r>
              <a:rPr dirty="0" smtClean="0" sz="1700" spc="10">
                <a:latin typeface="Arial"/>
                <a:cs typeface="Arial"/>
              </a:rPr>
              <a:t>l</a:t>
            </a:r>
            <a:r>
              <a:rPr dirty="0" smtClean="0" sz="1700" spc="10">
                <a:latin typeface="Arial"/>
                <a:cs typeface="Arial"/>
              </a:rPr>
              <a:t>e</a:t>
            </a:r>
            <a:r>
              <a:rPr dirty="0" smtClean="0" sz="1700" spc="10">
                <a:latin typeface="Arial"/>
                <a:cs typeface="Arial"/>
              </a:rPr>
              <a:t> </a:t>
            </a:r>
            <a:r>
              <a:rPr dirty="0" smtClean="0" sz="1700" spc="10">
                <a:latin typeface="Arial"/>
                <a:cs typeface="Arial"/>
              </a:rPr>
              <a:t>U</a:t>
            </a:r>
            <a:r>
              <a:rPr dirty="0" smtClean="0" sz="1700" spc="10">
                <a:latin typeface="Arial"/>
                <a:cs typeface="Arial"/>
              </a:rPr>
              <a:t>n</a:t>
            </a:r>
            <a:r>
              <a:rPr dirty="0" smtClean="0" sz="1700" spc="10">
                <a:latin typeface="Arial"/>
                <a:cs typeface="Arial"/>
              </a:rPr>
              <a:t>i</a:t>
            </a:r>
            <a:r>
              <a:rPr dirty="0" smtClean="0" sz="1700" spc="10">
                <a:latin typeface="Arial"/>
                <a:cs typeface="Arial"/>
              </a:rPr>
              <a:t>t</a:t>
            </a:r>
            <a:endParaRPr sz="1700">
              <a:latin typeface="Arial"/>
              <a:cs typeface="Arial"/>
            </a:endParaRPr>
          </a:p>
          <a:p>
            <a:pPr marL="12700" marR="32776">
              <a:lnSpc>
                <a:spcPct val="95825"/>
              </a:lnSpc>
            </a:pPr>
            <a:r>
              <a:rPr dirty="0" smtClean="0" sz="1700" spc="10">
                <a:latin typeface="Arial"/>
                <a:cs typeface="Arial"/>
              </a:rPr>
              <a:t>=</a:t>
            </a:r>
            <a:r>
              <a:rPr dirty="0" smtClean="0" sz="1700" spc="10">
                <a:latin typeface="Arial"/>
                <a:cs typeface="Arial"/>
              </a:rPr>
              <a:t> </a:t>
            </a:r>
            <a:r>
              <a:rPr dirty="0" smtClean="0" sz="1700" spc="10">
                <a:latin typeface="Arial"/>
                <a:cs typeface="Arial"/>
              </a:rPr>
              <a:t>P</a:t>
            </a:r>
            <a:r>
              <a:rPr dirty="0" smtClean="0" sz="1700" spc="10">
                <a:latin typeface="Arial"/>
                <a:cs typeface="Arial"/>
              </a:rPr>
              <a:t>e</a:t>
            </a:r>
            <a:r>
              <a:rPr dirty="0" smtClean="0" sz="1700" spc="10">
                <a:latin typeface="Arial"/>
                <a:cs typeface="Arial"/>
              </a:rPr>
              <a:t>r</a:t>
            </a:r>
            <a:r>
              <a:rPr dirty="0" smtClean="0" sz="1700" spc="10">
                <a:latin typeface="Arial"/>
                <a:cs typeface="Arial"/>
              </a:rPr>
              <a:t>a</a:t>
            </a:r>
            <a:r>
              <a:rPr dirty="0" smtClean="0" sz="1700" spc="10">
                <a:latin typeface="Arial"/>
                <a:cs typeface="Arial"/>
              </a:rPr>
              <a:t>n</a:t>
            </a:r>
            <a:r>
              <a:rPr dirty="0" smtClean="0" sz="1700" spc="10">
                <a:latin typeface="Arial"/>
                <a:cs typeface="Arial"/>
              </a:rPr>
              <a:t>g</a:t>
            </a:r>
            <a:r>
              <a:rPr dirty="0" smtClean="0" sz="1700" spc="10">
                <a:latin typeface="Arial"/>
                <a:cs typeface="Arial"/>
              </a:rPr>
              <a:t>k</a:t>
            </a:r>
            <a:r>
              <a:rPr dirty="0" smtClean="0" sz="1700" spc="10">
                <a:latin typeface="Arial"/>
                <a:cs typeface="Arial"/>
              </a:rPr>
              <a:t>a</a:t>
            </a:r>
            <a:r>
              <a:rPr dirty="0" smtClean="0" sz="1700" spc="10">
                <a:latin typeface="Arial"/>
                <a:cs typeface="Arial"/>
              </a:rPr>
              <a:t>t</a:t>
            </a:r>
            <a:r>
              <a:rPr dirty="0" smtClean="0" sz="1700" spc="10">
                <a:latin typeface="Arial"/>
                <a:cs typeface="Arial"/>
              </a:rPr>
              <a:t> </a:t>
            </a:r>
            <a:r>
              <a:rPr dirty="0" smtClean="0" sz="1700" spc="10">
                <a:latin typeface="Arial"/>
                <a:cs typeface="Arial"/>
              </a:rPr>
              <a:t>y</a:t>
            </a:r>
            <a:r>
              <a:rPr dirty="0" smtClean="0" sz="1700" spc="10">
                <a:latin typeface="Arial"/>
                <a:cs typeface="Arial"/>
              </a:rPr>
              <a:t>a</a:t>
            </a:r>
            <a:r>
              <a:rPr dirty="0" smtClean="0" sz="1700" spc="10">
                <a:latin typeface="Arial"/>
                <a:cs typeface="Arial"/>
              </a:rPr>
              <a:t>n</a:t>
            </a:r>
            <a:r>
              <a:rPr dirty="0" smtClean="0" sz="1700" spc="10">
                <a:latin typeface="Arial"/>
                <a:cs typeface="Arial"/>
              </a:rPr>
              <a:t>g</a:t>
            </a:r>
            <a:r>
              <a:rPr dirty="0" smtClean="0" sz="1700" spc="10">
                <a:latin typeface="Arial"/>
                <a:cs typeface="Arial"/>
              </a:rPr>
              <a:t> </a:t>
            </a:r>
            <a:r>
              <a:rPr dirty="0" smtClean="0" sz="1700" spc="10">
                <a:latin typeface="Arial"/>
                <a:cs typeface="Arial"/>
              </a:rPr>
              <a:t>t</a:t>
            </a:r>
            <a:r>
              <a:rPr dirty="0" smtClean="0" sz="1700" spc="10">
                <a:latin typeface="Arial"/>
                <a:cs typeface="Arial"/>
              </a:rPr>
              <a:t>e</a:t>
            </a:r>
            <a:r>
              <a:rPr dirty="0" smtClean="0" sz="1700" spc="10">
                <a:latin typeface="Arial"/>
                <a:cs typeface="Arial"/>
              </a:rPr>
              <a:t>r</a:t>
            </a:r>
            <a:r>
              <a:rPr dirty="0" smtClean="0" sz="1700" spc="10">
                <a:latin typeface="Arial"/>
                <a:cs typeface="Arial"/>
              </a:rPr>
              <a:t>d</a:t>
            </a:r>
            <a:r>
              <a:rPr dirty="0" smtClean="0" sz="1700" spc="10">
                <a:latin typeface="Arial"/>
                <a:cs typeface="Arial"/>
              </a:rPr>
              <a:t>i</a:t>
            </a:r>
            <a:r>
              <a:rPr dirty="0" smtClean="0" sz="1700" spc="10">
                <a:latin typeface="Arial"/>
                <a:cs typeface="Arial"/>
              </a:rPr>
              <a:t>r</a:t>
            </a:r>
            <a:r>
              <a:rPr dirty="0" smtClean="0" sz="1700" spc="10">
                <a:latin typeface="Arial"/>
                <a:cs typeface="Arial"/>
              </a:rPr>
              <a:t>i</a:t>
            </a:r>
            <a:r>
              <a:rPr dirty="0" smtClean="0" sz="1700" spc="10">
                <a:latin typeface="Arial"/>
                <a:cs typeface="Arial"/>
              </a:rPr>
              <a:t> </a:t>
            </a:r>
            <a:r>
              <a:rPr dirty="0" smtClean="0" sz="1700" spc="10">
                <a:latin typeface="Arial"/>
                <a:cs typeface="Arial"/>
              </a:rPr>
              <a:t>dari</a:t>
            </a:r>
            <a:endParaRPr sz="17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992187" y="1197340"/>
            <a:ext cx="119678" cy="243907"/>
          </a:xfrm>
          <a:prstGeom prst="rect">
            <a:avLst/>
          </a:prstGeom>
        </p:spPr>
        <p:txBody>
          <a:bodyPr wrap="square" lIns="0" tIns="11779" rIns="0" bIns="0" rtlCol="0">
            <a:noAutofit/>
          </a:bodyPr>
          <a:lstStyle/>
          <a:p>
            <a:pPr marL="12700">
              <a:lnSpc>
                <a:spcPts val="1855"/>
              </a:lnSpc>
            </a:pPr>
            <a:r>
              <a:rPr dirty="0" smtClean="0" sz="1700" spc="8">
                <a:latin typeface="Arial"/>
                <a:cs typeface="Arial"/>
              </a:rPr>
              <a:t>:</a:t>
            </a:r>
            <a:endParaRPr sz="17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25500" y="1446726"/>
            <a:ext cx="3422441" cy="1015800"/>
          </a:xfrm>
          <a:prstGeom prst="rect">
            <a:avLst/>
          </a:prstGeom>
        </p:spPr>
        <p:txBody>
          <a:bodyPr wrap="square" lIns="0" tIns="11779" rIns="0" bIns="0" rtlCol="0">
            <a:noAutofit/>
          </a:bodyPr>
          <a:lstStyle/>
          <a:p>
            <a:pPr marL="921595">
              <a:lnSpc>
                <a:spcPts val="1855"/>
              </a:lnSpc>
            </a:pPr>
            <a:r>
              <a:rPr dirty="0" smtClean="0" sz="1100" spc="0">
                <a:latin typeface="Symbol"/>
                <a:cs typeface="Symbol"/>
              </a:rPr>
              <a:t></a:t>
            </a:r>
            <a:r>
              <a:rPr dirty="0" smtClean="0" sz="1100" spc="0">
                <a:latin typeface="Times New Roman"/>
                <a:cs typeface="Times New Roman"/>
              </a:rPr>
              <a:t>   </a:t>
            </a:r>
            <a:r>
              <a:rPr dirty="0" smtClean="0" sz="1100" spc="130">
                <a:latin typeface="Times New Roman"/>
                <a:cs typeface="Times New Roman"/>
              </a:rPr>
              <a:t> </a:t>
            </a:r>
            <a:r>
              <a:rPr dirty="0" smtClean="0" sz="1700" spc="12">
                <a:latin typeface="Arial"/>
                <a:cs typeface="Arial"/>
              </a:rPr>
              <a:t>S</a:t>
            </a:r>
            <a:r>
              <a:rPr dirty="0" smtClean="0" sz="1700" spc="3">
                <a:latin typeface="Arial"/>
                <a:cs typeface="Arial"/>
              </a:rPr>
              <a:t>u</a:t>
            </a:r>
            <a:r>
              <a:rPr dirty="0" smtClean="0" sz="1700" spc="3">
                <a:latin typeface="Arial"/>
                <a:cs typeface="Arial"/>
              </a:rPr>
              <a:t>b</a:t>
            </a:r>
            <a:r>
              <a:rPr dirty="0" smtClean="0" sz="1700" spc="2">
                <a:latin typeface="Arial"/>
                <a:cs typeface="Arial"/>
              </a:rPr>
              <a:t>s</a:t>
            </a:r>
            <a:r>
              <a:rPr dirty="0" smtClean="0" sz="1700" spc="2">
                <a:latin typeface="Arial"/>
                <a:cs typeface="Arial"/>
              </a:rPr>
              <a:t>c</a:t>
            </a:r>
            <a:r>
              <a:rPr dirty="0" smtClean="0" sz="1700" spc="-3">
                <a:latin typeface="Arial"/>
                <a:cs typeface="Arial"/>
              </a:rPr>
              <a:t>r</a:t>
            </a:r>
            <a:r>
              <a:rPr dirty="0" smtClean="0" sz="1700" spc="11">
                <a:latin typeface="Arial"/>
                <a:cs typeface="Arial"/>
              </a:rPr>
              <a:t>i</a:t>
            </a:r>
            <a:r>
              <a:rPr dirty="0" smtClean="0" sz="1700" spc="3">
                <a:latin typeface="Arial"/>
                <a:cs typeface="Arial"/>
              </a:rPr>
              <a:t>b</a:t>
            </a:r>
            <a:r>
              <a:rPr dirty="0" smtClean="0" sz="1700" spc="3">
                <a:latin typeface="Arial"/>
                <a:cs typeface="Arial"/>
              </a:rPr>
              <a:t>e</a:t>
            </a:r>
            <a:r>
              <a:rPr dirty="0" smtClean="0" sz="1700" spc="10">
                <a:latin typeface="Arial"/>
                <a:cs typeface="Arial"/>
              </a:rPr>
              <a:t>r</a:t>
            </a:r>
            <a:r>
              <a:rPr dirty="0" smtClean="0" sz="1700" spc="-25">
                <a:latin typeface="Arial"/>
                <a:cs typeface="Arial"/>
              </a:rPr>
              <a:t> </a:t>
            </a:r>
            <a:r>
              <a:rPr dirty="0" smtClean="0" sz="1700" spc="4">
                <a:latin typeface="Arial"/>
                <a:cs typeface="Arial"/>
              </a:rPr>
              <a:t>T</a:t>
            </a:r>
            <a:r>
              <a:rPr dirty="0" smtClean="0" sz="1700" spc="-3">
                <a:latin typeface="Arial"/>
                <a:cs typeface="Arial"/>
              </a:rPr>
              <a:t>r</a:t>
            </a:r>
            <a:r>
              <a:rPr dirty="0" smtClean="0" sz="1700" spc="3">
                <a:latin typeface="Arial"/>
                <a:cs typeface="Arial"/>
              </a:rPr>
              <a:t>a</a:t>
            </a:r>
            <a:r>
              <a:rPr dirty="0" smtClean="0" sz="1700" spc="3">
                <a:latin typeface="Arial"/>
                <a:cs typeface="Arial"/>
              </a:rPr>
              <a:t>n</a:t>
            </a:r>
            <a:r>
              <a:rPr dirty="0" smtClean="0" sz="1700" spc="2">
                <a:latin typeface="Arial"/>
                <a:cs typeface="Arial"/>
              </a:rPr>
              <a:t>s</a:t>
            </a:r>
            <a:r>
              <a:rPr dirty="0" smtClean="0" sz="1700" spc="2">
                <a:latin typeface="Arial"/>
                <a:cs typeface="Arial"/>
              </a:rPr>
              <a:t>c</a:t>
            </a:r>
            <a:r>
              <a:rPr dirty="0" smtClean="0" sz="1700" spc="3">
                <a:latin typeface="Arial"/>
                <a:cs typeface="Arial"/>
              </a:rPr>
              <a:t>e</a:t>
            </a:r>
            <a:r>
              <a:rPr dirty="0" smtClean="0" sz="1700" spc="11">
                <a:latin typeface="Arial"/>
                <a:cs typeface="Arial"/>
              </a:rPr>
              <a:t>i</a:t>
            </a:r>
            <a:r>
              <a:rPr dirty="0" smtClean="0" sz="1700" spc="2">
                <a:latin typeface="Arial"/>
                <a:cs typeface="Arial"/>
              </a:rPr>
              <a:t>v</a:t>
            </a:r>
            <a:r>
              <a:rPr dirty="0" smtClean="0" sz="1700" spc="3">
                <a:latin typeface="Arial"/>
                <a:cs typeface="Arial"/>
              </a:rPr>
              <a:t>e</a:t>
            </a:r>
            <a:r>
              <a:rPr dirty="0" smtClean="0" sz="1700" spc="10">
                <a:latin typeface="Arial"/>
                <a:cs typeface="Arial"/>
              </a:rPr>
              <a:t>r</a:t>
            </a:r>
            <a:endParaRPr sz="1700">
              <a:latin typeface="Arial"/>
              <a:cs typeface="Arial"/>
            </a:endParaRPr>
          </a:p>
          <a:p>
            <a:pPr marL="921595" marR="32776">
              <a:lnSpc>
                <a:spcPct val="95825"/>
              </a:lnSpc>
            </a:pPr>
            <a:r>
              <a:rPr dirty="0" smtClean="0" sz="1100" spc="0">
                <a:latin typeface="Symbol"/>
                <a:cs typeface="Symbol"/>
              </a:rPr>
              <a:t></a:t>
            </a:r>
            <a:r>
              <a:rPr dirty="0" smtClean="0" sz="1100" spc="0">
                <a:latin typeface="Times New Roman"/>
                <a:cs typeface="Times New Roman"/>
              </a:rPr>
              <a:t>   </a:t>
            </a:r>
            <a:r>
              <a:rPr dirty="0" smtClean="0" sz="1100" spc="130">
                <a:latin typeface="Times New Roman"/>
                <a:cs typeface="Times New Roman"/>
              </a:rPr>
              <a:t> </a:t>
            </a:r>
            <a:r>
              <a:rPr dirty="0" smtClean="0" sz="1700" spc="-9">
                <a:latin typeface="Arial"/>
                <a:cs typeface="Arial"/>
              </a:rPr>
              <a:t>C</a:t>
            </a:r>
            <a:r>
              <a:rPr dirty="0" smtClean="0" sz="1700" spc="-14">
                <a:latin typeface="Arial"/>
                <a:cs typeface="Arial"/>
              </a:rPr>
              <a:t>o</a:t>
            </a:r>
            <a:r>
              <a:rPr dirty="0" smtClean="0" sz="1700" spc="-14">
                <a:latin typeface="Arial"/>
                <a:cs typeface="Arial"/>
              </a:rPr>
              <a:t>n</a:t>
            </a:r>
            <a:r>
              <a:rPr dirty="0" smtClean="0" sz="1700" spc="-19">
                <a:latin typeface="Arial"/>
                <a:cs typeface="Arial"/>
              </a:rPr>
              <a:t>t</a:t>
            </a:r>
            <a:r>
              <a:rPr dirty="0" smtClean="0" sz="1700" spc="-14">
                <a:latin typeface="Arial"/>
                <a:cs typeface="Arial"/>
              </a:rPr>
              <a:t>r</a:t>
            </a:r>
            <a:r>
              <a:rPr dirty="0" smtClean="0" sz="1700" spc="-14">
                <a:latin typeface="Arial"/>
                <a:cs typeface="Arial"/>
              </a:rPr>
              <a:t>o</a:t>
            </a:r>
            <a:r>
              <a:rPr dirty="0" smtClean="0" sz="1700" spc="0">
                <a:latin typeface="Arial"/>
                <a:cs typeface="Arial"/>
              </a:rPr>
              <a:t>l</a:t>
            </a:r>
            <a:r>
              <a:rPr dirty="0" smtClean="0" sz="1700" spc="109">
                <a:latin typeface="Arial"/>
                <a:cs typeface="Arial"/>
              </a:rPr>
              <a:t> </a:t>
            </a:r>
            <a:r>
              <a:rPr dirty="0" smtClean="0" sz="1700" spc="13">
                <a:latin typeface="Arial"/>
                <a:cs typeface="Arial"/>
              </a:rPr>
              <a:t>U</a:t>
            </a:r>
            <a:r>
              <a:rPr dirty="0" smtClean="0" sz="1700" spc="3">
                <a:latin typeface="Arial"/>
                <a:cs typeface="Arial"/>
              </a:rPr>
              <a:t>n</a:t>
            </a:r>
            <a:r>
              <a:rPr dirty="0" smtClean="0" sz="1700" spc="11">
                <a:latin typeface="Arial"/>
                <a:cs typeface="Arial"/>
              </a:rPr>
              <a:t>i</a:t>
            </a:r>
            <a:r>
              <a:rPr dirty="0" smtClean="0" sz="1700" spc="8">
                <a:latin typeface="Arial"/>
                <a:cs typeface="Arial"/>
              </a:rPr>
              <a:t>t</a:t>
            </a:r>
            <a:endParaRPr sz="1700">
              <a:latin typeface="Arial"/>
              <a:cs typeface="Arial"/>
            </a:endParaRPr>
          </a:p>
          <a:p>
            <a:pPr marL="921595" marR="32776">
              <a:lnSpc>
                <a:spcPct val="95825"/>
              </a:lnSpc>
              <a:spcBef>
                <a:spcPts val="5"/>
              </a:spcBef>
            </a:pPr>
            <a:r>
              <a:rPr dirty="0" smtClean="0" sz="1100" spc="0">
                <a:latin typeface="Symbol"/>
                <a:cs typeface="Symbol"/>
              </a:rPr>
              <a:t></a:t>
            </a:r>
            <a:r>
              <a:rPr dirty="0" smtClean="0" sz="1100" spc="0">
                <a:latin typeface="Times New Roman"/>
                <a:cs typeface="Times New Roman"/>
              </a:rPr>
              <a:t>   </a:t>
            </a:r>
            <a:r>
              <a:rPr dirty="0" smtClean="0" sz="1100" spc="130">
                <a:latin typeface="Times New Roman"/>
                <a:cs typeface="Times New Roman"/>
              </a:rPr>
              <a:t> </a:t>
            </a:r>
            <a:r>
              <a:rPr dirty="0" smtClean="0" sz="1700" spc="12">
                <a:latin typeface="Arial"/>
                <a:cs typeface="Arial"/>
              </a:rPr>
              <a:t>A</a:t>
            </a:r>
            <a:r>
              <a:rPr dirty="0" smtClean="0" sz="1700" spc="3">
                <a:latin typeface="Arial"/>
                <a:cs typeface="Arial"/>
              </a:rPr>
              <a:t>n</a:t>
            </a:r>
            <a:r>
              <a:rPr dirty="0" smtClean="0" sz="1700" spc="-10">
                <a:latin typeface="Arial"/>
                <a:cs typeface="Arial"/>
              </a:rPr>
              <a:t>t</a:t>
            </a:r>
            <a:r>
              <a:rPr dirty="0" smtClean="0" sz="1700" spc="3">
                <a:latin typeface="Arial"/>
                <a:cs typeface="Arial"/>
              </a:rPr>
              <a:t>e</a:t>
            </a:r>
            <a:r>
              <a:rPr dirty="0" smtClean="0" sz="1700" spc="3">
                <a:latin typeface="Arial"/>
                <a:cs typeface="Arial"/>
              </a:rPr>
              <a:t>n</a:t>
            </a:r>
            <a:r>
              <a:rPr dirty="0" smtClean="0" sz="1700" spc="17">
                <a:latin typeface="Arial"/>
                <a:cs typeface="Arial"/>
              </a:rPr>
              <a:t>a</a:t>
            </a:r>
            <a:endParaRPr sz="1700">
              <a:latin typeface="Arial"/>
              <a:cs typeface="Arial"/>
            </a:endParaRPr>
          </a:p>
          <a:p>
            <a:pPr marL="12700" marR="32776">
              <a:lnSpc>
                <a:spcPct val="95825"/>
              </a:lnSpc>
              <a:spcBef>
                <a:spcPts val="170"/>
              </a:spcBef>
            </a:pPr>
            <a:r>
              <a:rPr dirty="0" smtClean="0" sz="1750" spc="18" b="1" u="heavy">
                <a:latin typeface="Arial"/>
                <a:cs typeface="Arial"/>
              </a:rPr>
              <a:t>M</a:t>
            </a:r>
            <a:r>
              <a:rPr dirty="0" smtClean="0" sz="1750" spc="18" b="1" u="heavy">
                <a:latin typeface="Arial"/>
                <a:cs typeface="Arial"/>
              </a:rPr>
              <a:t>T</a:t>
            </a:r>
            <a:r>
              <a:rPr dirty="0" smtClean="0" sz="1750" spc="18" b="1" u="heavy">
                <a:latin typeface="Arial"/>
                <a:cs typeface="Arial"/>
              </a:rPr>
              <a:t>S</a:t>
            </a:r>
            <a:r>
              <a:rPr dirty="0" smtClean="0" sz="1750" spc="18" b="1" u="heavy">
                <a:latin typeface="Arial"/>
                <a:cs typeface="Arial"/>
              </a:rPr>
              <a:t>O</a:t>
            </a:r>
            <a:r>
              <a:rPr dirty="0" smtClean="0" sz="1750" spc="18" b="1" u="heavy">
                <a:latin typeface="Arial"/>
                <a:cs typeface="Arial"/>
              </a:rPr>
              <a:t> </a:t>
            </a:r>
            <a:r>
              <a:rPr dirty="0" smtClean="0" sz="1750" spc="18" b="1" u="heavy">
                <a:latin typeface="Arial"/>
                <a:cs typeface="Arial"/>
              </a:rPr>
              <a:t>/</a:t>
            </a:r>
            <a:r>
              <a:rPr dirty="0" smtClean="0" sz="1750" spc="18" b="1" u="heavy">
                <a:latin typeface="Arial"/>
                <a:cs typeface="Arial"/>
              </a:rPr>
              <a:t> </a:t>
            </a:r>
            <a:r>
              <a:rPr dirty="0" smtClean="0" sz="1750" spc="18" b="1" u="heavy">
                <a:latin typeface="Arial"/>
                <a:cs typeface="Arial"/>
              </a:rPr>
              <a:t>M</a:t>
            </a:r>
            <a:r>
              <a:rPr dirty="0" smtClean="0" sz="1750" spc="18" b="1" u="heavy">
                <a:latin typeface="Arial"/>
                <a:cs typeface="Arial"/>
              </a:rPr>
              <a:t>S</a:t>
            </a:r>
            <a:r>
              <a:rPr dirty="0" smtClean="0" sz="1750" spc="18" b="1" u="heavy">
                <a:latin typeface="Arial"/>
                <a:cs typeface="Arial"/>
              </a:rPr>
              <a:t>C</a:t>
            </a:r>
            <a:endParaRPr sz="175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048104" y="2468704"/>
            <a:ext cx="187029" cy="499416"/>
          </a:xfrm>
          <a:prstGeom prst="rect">
            <a:avLst/>
          </a:prstGeom>
        </p:spPr>
        <p:txBody>
          <a:bodyPr wrap="square" lIns="0" tIns="11842" rIns="0" bIns="0" rtlCol="0">
            <a:noAutofit/>
          </a:bodyPr>
          <a:lstStyle/>
          <a:p>
            <a:pPr marL="12700">
              <a:lnSpc>
                <a:spcPts val="1864"/>
              </a:lnSpc>
            </a:pPr>
            <a:r>
              <a:rPr dirty="0" smtClean="0" sz="1750" spc="19">
                <a:latin typeface="Arial"/>
                <a:cs typeface="Arial"/>
              </a:rPr>
              <a:t>=</a:t>
            </a:r>
            <a:endParaRPr sz="1750">
              <a:latin typeface="Arial"/>
              <a:cs typeface="Arial"/>
            </a:endParaRPr>
          </a:p>
          <a:p>
            <a:pPr marL="12700">
              <a:lnSpc>
                <a:spcPct val="95825"/>
              </a:lnSpc>
            </a:pPr>
            <a:r>
              <a:rPr dirty="0" smtClean="0" sz="1750" spc="19">
                <a:latin typeface="Arial"/>
                <a:cs typeface="Arial"/>
              </a:rPr>
              <a:t>=</a:t>
            </a:r>
            <a:endParaRPr sz="175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271085" y="2468704"/>
            <a:ext cx="6045939" cy="245289"/>
          </a:xfrm>
          <a:prstGeom prst="rect">
            <a:avLst/>
          </a:prstGeom>
        </p:spPr>
        <p:txBody>
          <a:bodyPr wrap="square" lIns="0" tIns="11842" rIns="0" bIns="0" rtlCol="0">
            <a:noAutofit/>
          </a:bodyPr>
          <a:lstStyle/>
          <a:p>
            <a:pPr marL="12700">
              <a:lnSpc>
                <a:spcPts val="1864"/>
              </a:lnSpc>
            </a:pPr>
            <a:r>
              <a:rPr dirty="0" smtClean="0" sz="1750" spc="11">
                <a:latin typeface="Arial"/>
                <a:cs typeface="Arial"/>
              </a:rPr>
              <a:t>M</a:t>
            </a:r>
            <a:r>
              <a:rPr dirty="0" smtClean="0" sz="1750" spc="11">
                <a:latin typeface="Arial"/>
                <a:cs typeface="Arial"/>
              </a:rPr>
              <a:t>ob</a:t>
            </a:r>
            <a:r>
              <a:rPr dirty="0" smtClean="0" sz="1750" spc="11">
                <a:latin typeface="Arial"/>
                <a:cs typeface="Arial"/>
              </a:rPr>
              <a:t>i</a:t>
            </a:r>
            <a:r>
              <a:rPr dirty="0" smtClean="0" sz="1750" spc="11">
                <a:latin typeface="Arial"/>
                <a:cs typeface="Arial"/>
              </a:rPr>
              <a:t>l</a:t>
            </a:r>
            <a:r>
              <a:rPr dirty="0" smtClean="0" sz="1750" spc="11">
                <a:latin typeface="Arial"/>
                <a:cs typeface="Arial"/>
              </a:rPr>
              <a:t>e</a:t>
            </a:r>
            <a:r>
              <a:rPr dirty="0" smtClean="0" sz="1750" spc="11">
                <a:latin typeface="Arial"/>
                <a:cs typeface="Arial"/>
              </a:rPr>
              <a:t> </a:t>
            </a:r>
            <a:r>
              <a:rPr dirty="0" smtClean="0" sz="1750" spc="11">
                <a:latin typeface="Arial"/>
                <a:cs typeface="Arial"/>
              </a:rPr>
              <a:t>Te</a:t>
            </a:r>
            <a:r>
              <a:rPr dirty="0" smtClean="0" sz="1750" spc="11">
                <a:latin typeface="Arial"/>
                <a:cs typeface="Arial"/>
              </a:rPr>
              <a:t>l</a:t>
            </a:r>
            <a:r>
              <a:rPr dirty="0" smtClean="0" sz="1750" spc="11">
                <a:latin typeface="Arial"/>
                <a:cs typeface="Arial"/>
              </a:rPr>
              <a:t>ep</a:t>
            </a:r>
            <a:r>
              <a:rPr dirty="0" smtClean="0" sz="1750" spc="11">
                <a:latin typeface="Arial"/>
                <a:cs typeface="Arial"/>
              </a:rPr>
              <a:t>h</a:t>
            </a:r>
            <a:r>
              <a:rPr dirty="0" smtClean="0" sz="1750" spc="11">
                <a:latin typeface="Arial"/>
                <a:cs typeface="Arial"/>
              </a:rPr>
              <a:t>one</a:t>
            </a:r>
            <a:r>
              <a:rPr dirty="0" smtClean="0" sz="1750" spc="11">
                <a:latin typeface="Arial"/>
                <a:cs typeface="Arial"/>
              </a:rPr>
              <a:t> </a:t>
            </a:r>
            <a:r>
              <a:rPr dirty="0" smtClean="0" sz="1750" spc="11">
                <a:latin typeface="Arial"/>
                <a:cs typeface="Arial"/>
              </a:rPr>
              <a:t>S</a:t>
            </a:r>
            <a:r>
              <a:rPr dirty="0" smtClean="0" sz="1750" spc="11">
                <a:latin typeface="Arial"/>
                <a:cs typeface="Arial"/>
              </a:rPr>
              <a:t>w</a:t>
            </a:r>
            <a:r>
              <a:rPr dirty="0" smtClean="0" sz="1750" spc="11">
                <a:latin typeface="Arial"/>
                <a:cs typeface="Arial"/>
              </a:rPr>
              <a:t>i</a:t>
            </a:r>
            <a:r>
              <a:rPr dirty="0" smtClean="0" sz="1750" spc="11">
                <a:latin typeface="Arial"/>
                <a:cs typeface="Arial"/>
              </a:rPr>
              <a:t>t</a:t>
            </a:r>
            <a:r>
              <a:rPr dirty="0" smtClean="0" sz="1750" spc="11">
                <a:latin typeface="Arial"/>
                <a:cs typeface="Arial"/>
              </a:rPr>
              <a:t>ch</a:t>
            </a:r>
            <a:r>
              <a:rPr dirty="0" smtClean="0" sz="1750" spc="11">
                <a:latin typeface="Arial"/>
                <a:cs typeface="Arial"/>
              </a:rPr>
              <a:t>i</a:t>
            </a:r>
            <a:r>
              <a:rPr dirty="0" smtClean="0" sz="1750" spc="11">
                <a:latin typeface="Arial"/>
                <a:cs typeface="Arial"/>
              </a:rPr>
              <a:t>ng</a:t>
            </a:r>
            <a:r>
              <a:rPr dirty="0" smtClean="0" sz="1750" spc="11">
                <a:latin typeface="Arial"/>
                <a:cs typeface="Arial"/>
              </a:rPr>
              <a:t> </a:t>
            </a:r>
            <a:r>
              <a:rPr dirty="0" smtClean="0" sz="1750" spc="11">
                <a:latin typeface="Arial"/>
                <a:cs typeface="Arial"/>
              </a:rPr>
              <a:t>O</a:t>
            </a:r>
            <a:r>
              <a:rPr dirty="0" smtClean="0" sz="1750" spc="11">
                <a:latin typeface="Arial"/>
                <a:cs typeface="Arial"/>
              </a:rPr>
              <a:t>f</a:t>
            </a:r>
            <a:r>
              <a:rPr dirty="0" smtClean="0" sz="1750" spc="11">
                <a:latin typeface="Arial"/>
                <a:cs typeface="Arial"/>
              </a:rPr>
              <a:t>f</a:t>
            </a:r>
            <a:r>
              <a:rPr dirty="0" smtClean="0" sz="1750" spc="11">
                <a:latin typeface="Arial"/>
                <a:cs typeface="Arial"/>
              </a:rPr>
              <a:t>i</a:t>
            </a:r>
            <a:r>
              <a:rPr dirty="0" smtClean="0" sz="1750" spc="11">
                <a:latin typeface="Arial"/>
                <a:cs typeface="Arial"/>
              </a:rPr>
              <a:t>ce</a:t>
            </a:r>
            <a:r>
              <a:rPr dirty="0" smtClean="0" sz="1750" spc="11">
                <a:latin typeface="Arial"/>
                <a:cs typeface="Arial"/>
              </a:rPr>
              <a:t> </a:t>
            </a:r>
            <a:r>
              <a:rPr dirty="0" smtClean="0" sz="1750" spc="11">
                <a:latin typeface="Arial"/>
                <a:cs typeface="Arial"/>
              </a:rPr>
              <a:t>/</a:t>
            </a:r>
            <a:r>
              <a:rPr dirty="0" smtClean="0" sz="1750" spc="11">
                <a:latin typeface="Arial"/>
                <a:cs typeface="Arial"/>
              </a:rPr>
              <a:t> </a:t>
            </a:r>
            <a:r>
              <a:rPr dirty="0" smtClean="0" sz="1750" spc="11">
                <a:latin typeface="Arial"/>
                <a:cs typeface="Arial"/>
              </a:rPr>
              <a:t>M</a:t>
            </a:r>
            <a:r>
              <a:rPr dirty="0" smtClean="0" sz="1750" spc="11">
                <a:latin typeface="Arial"/>
                <a:cs typeface="Arial"/>
              </a:rPr>
              <a:t>ob</a:t>
            </a:r>
            <a:r>
              <a:rPr dirty="0" smtClean="0" sz="1750" spc="11">
                <a:latin typeface="Arial"/>
                <a:cs typeface="Arial"/>
              </a:rPr>
              <a:t>i</a:t>
            </a:r>
            <a:r>
              <a:rPr dirty="0" smtClean="0" sz="1750" spc="11">
                <a:latin typeface="Arial"/>
                <a:cs typeface="Arial"/>
              </a:rPr>
              <a:t>l</a:t>
            </a:r>
            <a:r>
              <a:rPr dirty="0" smtClean="0" sz="1750" spc="11">
                <a:latin typeface="Arial"/>
                <a:cs typeface="Arial"/>
              </a:rPr>
              <a:t>e</a:t>
            </a:r>
            <a:r>
              <a:rPr dirty="0" smtClean="0" sz="1750" spc="11">
                <a:latin typeface="Arial"/>
                <a:cs typeface="Arial"/>
              </a:rPr>
              <a:t> </a:t>
            </a:r>
            <a:r>
              <a:rPr dirty="0" smtClean="0" sz="1750" spc="11">
                <a:latin typeface="Arial"/>
                <a:cs typeface="Arial"/>
              </a:rPr>
              <a:t>S</a:t>
            </a:r>
            <a:r>
              <a:rPr dirty="0" smtClean="0" sz="1750" spc="11">
                <a:latin typeface="Arial"/>
                <a:cs typeface="Arial"/>
              </a:rPr>
              <a:t>w</a:t>
            </a:r>
            <a:r>
              <a:rPr dirty="0" smtClean="0" sz="1750" spc="11">
                <a:latin typeface="Arial"/>
                <a:cs typeface="Arial"/>
              </a:rPr>
              <a:t>i</a:t>
            </a:r>
            <a:r>
              <a:rPr dirty="0" smtClean="0" sz="1750" spc="11">
                <a:latin typeface="Arial"/>
                <a:cs typeface="Arial"/>
              </a:rPr>
              <a:t>t</a:t>
            </a:r>
            <a:r>
              <a:rPr dirty="0" smtClean="0" sz="1750" spc="11">
                <a:latin typeface="Arial"/>
                <a:cs typeface="Arial"/>
              </a:rPr>
              <a:t>ch</a:t>
            </a:r>
            <a:r>
              <a:rPr dirty="0" smtClean="0" sz="1750" spc="11">
                <a:latin typeface="Arial"/>
                <a:cs typeface="Arial"/>
              </a:rPr>
              <a:t>i</a:t>
            </a:r>
            <a:r>
              <a:rPr dirty="0" smtClean="0" sz="1750" spc="11">
                <a:latin typeface="Arial"/>
                <a:cs typeface="Arial"/>
              </a:rPr>
              <a:t>ng</a:t>
            </a:r>
            <a:r>
              <a:rPr dirty="0" smtClean="0" sz="1750" spc="11">
                <a:latin typeface="Arial"/>
                <a:cs typeface="Arial"/>
              </a:rPr>
              <a:t> </a:t>
            </a:r>
            <a:r>
              <a:rPr dirty="0" smtClean="0" sz="1750" spc="11">
                <a:latin typeface="Arial"/>
                <a:cs typeface="Arial"/>
              </a:rPr>
              <a:t>C</a:t>
            </a:r>
            <a:r>
              <a:rPr dirty="0" smtClean="0" sz="1750" spc="11">
                <a:latin typeface="Arial"/>
                <a:cs typeface="Arial"/>
              </a:rPr>
              <a:t>en</a:t>
            </a:r>
            <a:r>
              <a:rPr dirty="0" smtClean="0" sz="1750" spc="11">
                <a:latin typeface="Arial"/>
                <a:cs typeface="Arial"/>
              </a:rPr>
              <a:t>t</a:t>
            </a:r>
            <a:r>
              <a:rPr dirty="0" smtClean="0" sz="1750" spc="11">
                <a:latin typeface="Arial"/>
                <a:cs typeface="Arial"/>
              </a:rPr>
              <a:t>e</a:t>
            </a:r>
            <a:r>
              <a:rPr dirty="0" smtClean="0" sz="1750" spc="11">
                <a:latin typeface="Arial"/>
                <a:cs typeface="Arial"/>
              </a:rPr>
              <a:t>r</a:t>
            </a:r>
            <a:r>
              <a:rPr dirty="0" smtClean="0" sz="1750" spc="11">
                <a:latin typeface="Arial"/>
                <a:cs typeface="Arial"/>
              </a:rPr>
              <a:t>.</a:t>
            </a:r>
            <a:endParaRPr sz="175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271085" y="2722831"/>
            <a:ext cx="5078477" cy="750977"/>
          </a:xfrm>
          <a:prstGeom prst="rect">
            <a:avLst/>
          </a:prstGeom>
        </p:spPr>
        <p:txBody>
          <a:bodyPr wrap="square" lIns="0" tIns="11842" rIns="0" bIns="0" rtlCol="0">
            <a:noAutofit/>
          </a:bodyPr>
          <a:lstStyle/>
          <a:p>
            <a:pPr marL="12700">
              <a:lnSpc>
                <a:spcPts val="1864"/>
              </a:lnSpc>
            </a:pPr>
            <a:r>
              <a:rPr dirty="0" smtClean="0" sz="1750" spc="-34">
                <a:latin typeface="Arial"/>
                <a:cs typeface="Arial"/>
              </a:rPr>
              <a:t>M</a:t>
            </a:r>
            <a:r>
              <a:rPr dirty="0" smtClean="0" sz="1750" spc="19">
                <a:latin typeface="Arial"/>
                <a:cs typeface="Arial"/>
              </a:rPr>
              <a:t>e</a:t>
            </a:r>
            <a:r>
              <a:rPr dirty="0" smtClean="0" sz="1750" spc="-9">
                <a:latin typeface="Arial"/>
                <a:cs typeface="Arial"/>
              </a:rPr>
              <a:t>r</a:t>
            </a:r>
            <a:r>
              <a:rPr dirty="0" smtClean="0" sz="1750" spc="0">
                <a:latin typeface="Arial"/>
                <a:cs typeface="Arial"/>
              </a:rPr>
              <a:t>up</a:t>
            </a:r>
            <a:r>
              <a:rPr dirty="0" smtClean="0" sz="1750" spc="-4">
                <a:latin typeface="Arial"/>
                <a:cs typeface="Arial"/>
              </a:rPr>
              <a:t>a</a:t>
            </a:r>
            <a:r>
              <a:rPr dirty="0" smtClean="0" sz="1750" spc="0">
                <a:latin typeface="Arial"/>
                <a:cs typeface="Arial"/>
              </a:rPr>
              <a:t>kan</a:t>
            </a:r>
            <a:r>
              <a:rPr dirty="0" smtClean="0" sz="1750" spc="0">
                <a:latin typeface="Arial"/>
                <a:cs typeface="Arial"/>
              </a:rPr>
              <a:t> </a:t>
            </a:r>
            <a:r>
              <a:rPr dirty="0" smtClean="0" sz="1750" spc="95">
                <a:latin typeface="Arial"/>
                <a:cs typeface="Arial"/>
              </a:rPr>
              <a:t> </a:t>
            </a:r>
            <a:r>
              <a:rPr dirty="0" smtClean="0" sz="1750" spc="0">
                <a:latin typeface="Arial"/>
                <a:cs typeface="Arial"/>
              </a:rPr>
              <a:t>pus</a:t>
            </a:r>
            <a:r>
              <a:rPr dirty="0" smtClean="0" sz="1750" spc="-4">
                <a:latin typeface="Arial"/>
                <a:cs typeface="Arial"/>
              </a:rPr>
              <a:t>a</a:t>
            </a:r>
            <a:r>
              <a:rPr dirty="0" smtClean="0" sz="1750" spc="0">
                <a:latin typeface="Arial"/>
                <a:cs typeface="Arial"/>
              </a:rPr>
              <a:t>t</a:t>
            </a:r>
            <a:r>
              <a:rPr dirty="0" smtClean="0" sz="1750" spc="480">
                <a:latin typeface="Arial"/>
                <a:cs typeface="Arial"/>
              </a:rPr>
              <a:t> </a:t>
            </a:r>
            <a:r>
              <a:rPr dirty="0" smtClean="0" sz="1750" spc="0">
                <a:latin typeface="Arial"/>
                <a:cs typeface="Arial"/>
              </a:rPr>
              <a:t>koo</a:t>
            </a:r>
            <a:r>
              <a:rPr dirty="0" smtClean="0" sz="1750" spc="-14">
                <a:latin typeface="Arial"/>
                <a:cs typeface="Arial"/>
              </a:rPr>
              <a:t>r</a:t>
            </a:r>
            <a:r>
              <a:rPr dirty="0" smtClean="0" sz="1750" spc="0">
                <a:latin typeface="Arial"/>
                <a:cs typeface="Arial"/>
              </a:rPr>
              <a:t>d</a:t>
            </a:r>
            <a:r>
              <a:rPr dirty="0" smtClean="0" sz="1750" spc="9">
                <a:latin typeface="Arial"/>
                <a:cs typeface="Arial"/>
              </a:rPr>
              <a:t>i</a:t>
            </a:r>
            <a:r>
              <a:rPr dirty="0" smtClean="0" sz="1750" spc="0">
                <a:latin typeface="Arial"/>
                <a:cs typeface="Arial"/>
              </a:rPr>
              <a:t>nasi</a:t>
            </a:r>
            <a:r>
              <a:rPr dirty="0" smtClean="0" sz="1750" spc="0">
                <a:latin typeface="Arial"/>
                <a:cs typeface="Arial"/>
              </a:rPr>
              <a:t> </a:t>
            </a:r>
            <a:r>
              <a:rPr dirty="0" smtClean="0" sz="1750" spc="84">
                <a:latin typeface="Arial"/>
                <a:cs typeface="Arial"/>
              </a:rPr>
              <a:t> </a:t>
            </a:r>
            <a:r>
              <a:rPr dirty="0" smtClean="0" sz="1750" spc="0">
                <a:latin typeface="Arial"/>
                <a:cs typeface="Arial"/>
              </a:rPr>
              <a:t>da</a:t>
            </a:r>
            <a:r>
              <a:rPr dirty="0" smtClean="0" sz="1750" spc="-9">
                <a:latin typeface="Arial"/>
                <a:cs typeface="Arial"/>
              </a:rPr>
              <a:t>r</a:t>
            </a:r>
            <a:r>
              <a:rPr dirty="0" smtClean="0" sz="1750" spc="0">
                <a:latin typeface="Arial"/>
                <a:cs typeface="Arial"/>
              </a:rPr>
              <a:t>i</a:t>
            </a:r>
            <a:r>
              <a:rPr dirty="0" smtClean="0" sz="1750" spc="478">
                <a:latin typeface="Arial"/>
                <a:cs typeface="Arial"/>
              </a:rPr>
              <a:t> </a:t>
            </a:r>
            <a:r>
              <a:rPr dirty="0" smtClean="0" sz="1750" spc="0">
                <a:latin typeface="Arial"/>
                <a:cs typeface="Arial"/>
              </a:rPr>
              <a:t>se</a:t>
            </a:r>
            <a:r>
              <a:rPr dirty="0" smtClean="0" sz="1750" spc="9">
                <a:latin typeface="Arial"/>
                <a:cs typeface="Arial"/>
              </a:rPr>
              <a:t>m</a:t>
            </a:r>
            <a:r>
              <a:rPr dirty="0" smtClean="0" sz="1750" spc="0">
                <a:latin typeface="Arial"/>
                <a:cs typeface="Arial"/>
              </a:rPr>
              <a:t>ua</a:t>
            </a:r>
            <a:r>
              <a:rPr dirty="0" smtClean="0" sz="1750" spc="0">
                <a:latin typeface="Arial"/>
                <a:cs typeface="Arial"/>
              </a:rPr>
              <a:t> </a:t>
            </a:r>
            <a:r>
              <a:rPr dirty="0" smtClean="0" sz="1750" spc="20">
                <a:latin typeface="Arial"/>
                <a:cs typeface="Arial"/>
              </a:rPr>
              <a:t> </a:t>
            </a:r>
            <a:r>
              <a:rPr dirty="0" smtClean="0" sz="1750" spc="17">
                <a:latin typeface="Arial"/>
                <a:cs typeface="Arial"/>
              </a:rPr>
              <a:t>ce</a:t>
            </a:r>
            <a:r>
              <a:rPr dirty="0" smtClean="0" sz="1750" spc="12">
                <a:latin typeface="Arial"/>
                <a:cs typeface="Arial"/>
              </a:rPr>
              <a:t>l</a:t>
            </a:r>
            <a:r>
              <a:rPr dirty="0" smtClean="0" sz="1750" spc="6">
                <a:latin typeface="Arial"/>
                <a:cs typeface="Arial"/>
              </a:rPr>
              <a:t>l</a:t>
            </a:r>
            <a:r>
              <a:rPr dirty="0" smtClean="0" sz="1750" spc="0">
                <a:latin typeface="Arial"/>
                <a:cs typeface="Arial"/>
              </a:rPr>
              <a:t> </a:t>
            </a:r>
            <a:r>
              <a:rPr dirty="0" smtClean="0" sz="1750" spc="-69">
                <a:latin typeface="Arial"/>
                <a:cs typeface="Arial"/>
              </a:rPr>
              <a:t> </a:t>
            </a:r>
            <a:r>
              <a:rPr dirty="0" smtClean="0" sz="1750" spc="16">
                <a:latin typeface="Arial"/>
                <a:cs typeface="Arial"/>
              </a:rPr>
              <a:t>s</a:t>
            </a:r>
            <a:r>
              <a:rPr dirty="0" smtClean="0" sz="1750" spc="16">
                <a:latin typeface="Arial"/>
                <a:cs typeface="Arial"/>
              </a:rPr>
              <a:t>i</a:t>
            </a:r>
            <a:r>
              <a:rPr dirty="0" smtClean="0" sz="1750" spc="0">
                <a:latin typeface="Arial"/>
                <a:cs typeface="Arial"/>
              </a:rPr>
              <a:t>t</a:t>
            </a:r>
            <a:r>
              <a:rPr dirty="0" smtClean="0" sz="1750" spc="18">
                <a:latin typeface="Arial"/>
                <a:cs typeface="Arial"/>
              </a:rPr>
              <a:t>e</a:t>
            </a:r>
            <a:endParaRPr sz="1750">
              <a:latin typeface="Arial"/>
              <a:cs typeface="Arial"/>
            </a:endParaRPr>
          </a:p>
          <a:p>
            <a:pPr marL="12700" marR="195180">
              <a:lnSpc>
                <a:spcPct val="98125"/>
              </a:lnSpc>
            </a:pPr>
            <a:r>
              <a:rPr dirty="0" smtClean="0" sz="1750" spc="13">
                <a:latin typeface="Arial"/>
                <a:cs typeface="Arial"/>
              </a:rPr>
              <a:t>be</a:t>
            </a:r>
            <a:r>
              <a:rPr dirty="0" smtClean="0" sz="1750" spc="13">
                <a:latin typeface="Arial"/>
                <a:cs typeface="Arial"/>
              </a:rPr>
              <a:t>r</a:t>
            </a:r>
            <a:r>
              <a:rPr dirty="0" smtClean="0" sz="1750" spc="13">
                <a:latin typeface="Arial"/>
                <a:cs typeface="Arial"/>
              </a:rPr>
              <a:t>f</a:t>
            </a:r>
            <a:r>
              <a:rPr dirty="0" smtClean="0" sz="1750" spc="13">
                <a:latin typeface="Arial"/>
                <a:cs typeface="Arial"/>
              </a:rPr>
              <a:t>un</a:t>
            </a:r>
            <a:r>
              <a:rPr dirty="0" smtClean="0" sz="1750" spc="13">
                <a:latin typeface="Arial"/>
                <a:cs typeface="Arial"/>
              </a:rPr>
              <a:t>g</a:t>
            </a:r>
            <a:r>
              <a:rPr dirty="0" smtClean="0" sz="1750" spc="13">
                <a:latin typeface="Arial"/>
                <a:cs typeface="Arial"/>
              </a:rPr>
              <a:t>si</a:t>
            </a:r>
            <a:r>
              <a:rPr dirty="0" smtClean="0" sz="1750" spc="13">
                <a:latin typeface="Arial"/>
                <a:cs typeface="Arial"/>
              </a:rPr>
              <a:t> </a:t>
            </a:r>
            <a:r>
              <a:rPr dirty="0" smtClean="0" sz="1750" spc="13">
                <a:latin typeface="Arial"/>
                <a:cs typeface="Arial"/>
              </a:rPr>
              <a:t>seb</a:t>
            </a:r>
            <a:r>
              <a:rPr dirty="0" smtClean="0" sz="1750" spc="13">
                <a:latin typeface="Arial"/>
                <a:cs typeface="Arial"/>
              </a:rPr>
              <a:t>a</a:t>
            </a:r>
            <a:r>
              <a:rPr dirty="0" smtClean="0" sz="1750" spc="13">
                <a:latin typeface="Arial"/>
                <a:cs typeface="Arial"/>
              </a:rPr>
              <a:t>gai</a:t>
            </a:r>
            <a:r>
              <a:rPr dirty="0" smtClean="0" sz="1750" spc="13">
                <a:latin typeface="Arial"/>
                <a:cs typeface="Arial"/>
              </a:rPr>
              <a:t> </a:t>
            </a:r>
            <a:r>
              <a:rPr dirty="0" smtClean="0" sz="1750" spc="13">
                <a:latin typeface="Arial"/>
                <a:cs typeface="Arial"/>
              </a:rPr>
              <a:t>pe</a:t>
            </a:r>
            <a:r>
              <a:rPr dirty="0" smtClean="0" sz="1750" spc="13">
                <a:latin typeface="Arial"/>
                <a:cs typeface="Arial"/>
              </a:rPr>
              <a:t>r</a:t>
            </a:r>
            <a:r>
              <a:rPr dirty="0" smtClean="0" sz="1750" spc="13">
                <a:latin typeface="Arial"/>
                <a:cs typeface="Arial"/>
              </a:rPr>
              <a:t>an</a:t>
            </a:r>
            <a:r>
              <a:rPr dirty="0" smtClean="0" sz="1750" spc="13">
                <a:latin typeface="Arial"/>
                <a:cs typeface="Arial"/>
              </a:rPr>
              <a:t>g</a:t>
            </a:r>
            <a:r>
              <a:rPr dirty="0" smtClean="0" sz="1750" spc="13">
                <a:latin typeface="Arial"/>
                <a:cs typeface="Arial"/>
              </a:rPr>
              <a:t>kat</a:t>
            </a:r>
            <a:r>
              <a:rPr dirty="0" smtClean="0" sz="1750" spc="13">
                <a:latin typeface="Arial"/>
                <a:cs typeface="Arial"/>
              </a:rPr>
              <a:t> </a:t>
            </a:r>
            <a:r>
              <a:rPr dirty="0" smtClean="0" sz="1750" spc="13">
                <a:latin typeface="Arial"/>
                <a:cs typeface="Arial"/>
              </a:rPr>
              <a:t>pe</a:t>
            </a:r>
            <a:r>
              <a:rPr dirty="0" smtClean="0" sz="1750" spc="13">
                <a:latin typeface="Arial"/>
                <a:cs typeface="Arial"/>
              </a:rPr>
              <a:t>n</a:t>
            </a:r>
            <a:r>
              <a:rPr dirty="0" smtClean="0" sz="1750" spc="13">
                <a:latin typeface="Arial"/>
                <a:cs typeface="Arial"/>
              </a:rPr>
              <a:t>y</a:t>
            </a:r>
            <a:r>
              <a:rPr dirty="0" smtClean="0" sz="1750" spc="13">
                <a:latin typeface="Arial"/>
                <a:cs typeface="Arial"/>
              </a:rPr>
              <a:t>a</a:t>
            </a:r>
            <a:r>
              <a:rPr dirty="0" smtClean="0" sz="1750" spc="13">
                <a:latin typeface="Arial"/>
                <a:cs typeface="Arial"/>
              </a:rPr>
              <a:t>m</a:t>
            </a:r>
            <a:r>
              <a:rPr dirty="0" smtClean="0" sz="1750" spc="13">
                <a:latin typeface="Arial"/>
                <a:cs typeface="Arial"/>
              </a:rPr>
              <a:t>bu</a:t>
            </a:r>
            <a:r>
              <a:rPr dirty="0" smtClean="0" sz="1750" spc="13">
                <a:latin typeface="Arial"/>
                <a:cs typeface="Arial"/>
              </a:rPr>
              <a:t>n</a:t>
            </a:r>
            <a:r>
              <a:rPr dirty="0" smtClean="0" sz="1750" spc="13">
                <a:latin typeface="Arial"/>
                <a:cs typeface="Arial"/>
              </a:rPr>
              <a:t>g</a:t>
            </a:r>
            <a:r>
              <a:rPr dirty="0" smtClean="0" sz="1750" spc="13">
                <a:latin typeface="Arial"/>
                <a:cs typeface="Arial"/>
              </a:rPr>
              <a:t> </a:t>
            </a:r>
            <a:r>
              <a:rPr dirty="0" smtClean="0" sz="1750" spc="13">
                <a:latin typeface="Arial"/>
                <a:cs typeface="Arial"/>
              </a:rPr>
              <a:t>u</a:t>
            </a:r>
            <a:r>
              <a:rPr dirty="0" smtClean="0" sz="1750" spc="13">
                <a:latin typeface="Arial"/>
                <a:cs typeface="Arial"/>
              </a:rPr>
              <a:t>t</a:t>
            </a:r>
            <a:r>
              <a:rPr dirty="0" smtClean="0" sz="1750" spc="13">
                <a:latin typeface="Arial"/>
                <a:cs typeface="Arial"/>
              </a:rPr>
              <a:t>a</a:t>
            </a:r>
            <a:r>
              <a:rPr dirty="0" smtClean="0" sz="1750" spc="13">
                <a:latin typeface="Arial"/>
                <a:cs typeface="Arial"/>
              </a:rPr>
              <a:t>m</a:t>
            </a:r>
            <a:r>
              <a:rPr dirty="0" smtClean="0" sz="1750" spc="13">
                <a:latin typeface="Arial"/>
                <a:cs typeface="Arial"/>
              </a:rPr>
              <a:t>a.</a:t>
            </a:r>
            <a:r>
              <a:rPr dirty="0" smtClean="0" sz="1750" spc="13">
                <a:latin typeface="Arial"/>
                <a:cs typeface="Arial"/>
              </a:rPr>
              <a:t> </a:t>
            </a:r>
            <a:r>
              <a:rPr dirty="0" smtClean="0" sz="1750" spc="13">
                <a:latin typeface="Arial"/>
                <a:cs typeface="Arial"/>
              </a:rPr>
              <a:t>E</a:t>
            </a:r>
            <a:r>
              <a:rPr dirty="0" smtClean="0" sz="1750" spc="13">
                <a:latin typeface="Arial"/>
                <a:cs typeface="Arial"/>
              </a:rPr>
              <a:t>l</a:t>
            </a:r>
            <a:r>
              <a:rPr dirty="0" smtClean="0" sz="1750" spc="13">
                <a:latin typeface="Arial"/>
                <a:cs typeface="Arial"/>
              </a:rPr>
              <a:t>e</a:t>
            </a:r>
            <a:r>
              <a:rPr dirty="0" smtClean="0" sz="1750" spc="13">
                <a:latin typeface="Arial"/>
                <a:cs typeface="Arial"/>
              </a:rPr>
              <a:t>m</a:t>
            </a:r>
            <a:r>
              <a:rPr dirty="0" smtClean="0" sz="1750" spc="13">
                <a:latin typeface="Arial"/>
                <a:cs typeface="Arial"/>
              </a:rPr>
              <a:t>en</a:t>
            </a:r>
            <a:r>
              <a:rPr dirty="0" smtClean="0" sz="1750" spc="13">
                <a:latin typeface="Arial"/>
                <a:cs typeface="Arial"/>
              </a:rPr>
              <a:t>-</a:t>
            </a:r>
            <a:r>
              <a:rPr dirty="0" smtClean="0" sz="1750" spc="13">
                <a:latin typeface="Arial"/>
                <a:cs typeface="Arial"/>
              </a:rPr>
              <a:t>e</a:t>
            </a:r>
            <a:r>
              <a:rPr dirty="0" smtClean="0" sz="1750" spc="13">
                <a:latin typeface="Arial"/>
                <a:cs typeface="Arial"/>
              </a:rPr>
              <a:t>l</a:t>
            </a:r>
            <a:r>
              <a:rPr dirty="0" smtClean="0" sz="1750" spc="13">
                <a:latin typeface="Arial"/>
                <a:cs typeface="Arial"/>
              </a:rPr>
              <a:t>e</a:t>
            </a:r>
            <a:r>
              <a:rPr dirty="0" smtClean="0" sz="1750" spc="13">
                <a:latin typeface="Arial"/>
                <a:cs typeface="Arial"/>
              </a:rPr>
              <a:t>m</a:t>
            </a:r>
            <a:r>
              <a:rPr dirty="0" smtClean="0" sz="1750" spc="13">
                <a:latin typeface="Arial"/>
                <a:cs typeface="Arial"/>
              </a:rPr>
              <a:t>en</a:t>
            </a:r>
            <a:r>
              <a:rPr dirty="0" smtClean="0" sz="1750" spc="13">
                <a:latin typeface="Arial"/>
                <a:cs typeface="Arial"/>
              </a:rPr>
              <a:t> </a:t>
            </a:r>
            <a:r>
              <a:rPr dirty="0" smtClean="0" sz="1750" spc="13">
                <a:latin typeface="Arial"/>
                <a:cs typeface="Arial"/>
              </a:rPr>
              <a:t>:</a:t>
            </a:r>
            <a:endParaRPr sz="175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406828" y="2722832"/>
            <a:ext cx="529131" cy="245288"/>
          </a:xfrm>
          <a:prstGeom prst="rect">
            <a:avLst/>
          </a:prstGeom>
        </p:spPr>
        <p:txBody>
          <a:bodyPr wrap="square" lIns="0" tIns="11842" rIns="0" bIns="0" rtlCol="0">
            <a:noAutofit/>
          </a:bodyPr>
          <a:lstStyle/>
          <a:p>
            <a:pPr marL="12700">
              <a:lnSpc>
                <a:spcPts val="1864"/>
              </a:lnSpc>
            </a:pPr>
            <a:r>
              <a:rPr dirty="0" smtClean="0" sz="1750" spc="4">
                <a:latin typeface="Arial"/>
                <a:cs typeface="Arial"/>
              </a:rPr>
              <a:t>y</a:t>
            </a:r>
            <a:r>
              <a:rPr dirty="0" smtClean="0" sz="1750" spc="4">
                <a:latin typeface="Arial"/>
                <a:cs typeface="Arial"/>
              </a:rPr>
              <a:t>ang</a:t>
            </a:r>
            <a:endParaRPr sz="175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991024" y="2722832"/>
            <a:ext cx="425818" cy="245288"/>
          </a:xfrm>
          <a:prstGeom prst="rect">
            <a:avLst/>
          </a:prstGeom>
        </p:spPr>
        <p:txBody>
          <a:bodyPr wrap="square" lIns="0" tIns="11842" rIns="0" bIns="0" rtlCol="0">
            <a:noAutofit/>
          </a:bodyPr>
          <a:lstStyle/>
          <a:p>
            <a:pPr marL="12700">
              <a:lnSpc>
                <a:spcPts val="1864"/>
              </a:lnSpc>
            </a:pPr>
            <a:r>
              <a:rPr dirty="0" smtClean="0" sz="1750" spc="18">
                <a:latin typeface="Arial"/>
                <a:cs typeface="Arial"/>
              </a:rPr>
              <a:t>ada</a:t>
            </a:r>
            <a:endParaRPr sz="175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473667" y="2722832"/>
            <a:ext cx="187029" cy="245288"/>
          </a:xfrm>
          <a:prstGeom prst="rect">
            <a:avLst/>
          </a:prstGeom>
        </p:spPr>
        <p:txBody>
          <a:bodyPr wrap="square" lIns="0" tIns="11842" rIns="0" bIns="0" rtlCol="0">
            <a:noAutofit/>
          </a:bodyPr>
          <a:lstStyle/>
          <a:p>
            <a:pPr marL="12700">
              <a:lnSpc>
                <a:spcPts val="1864"/>
              </a:lnSpc>
            </a:pPr>
            <a:r>
              <a:rPr dirty="0" smtClean="0" sz="1750" spc="19">
                <a:latin typeface="Arial"/>
                <a:cs typeface="Arial"/>
              </a:rPr>
              <a:t>+</a:t>
            </a:r>
            <a:endParaRPr sz="175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048104" y="3228520"/>
            <a:ext cx="187029" cy="245288"/>
          </a:xfrm>
          <a:prstGeom prst="rect">
            <a:avLst/>
          </a:prstGeom>
        </p:spPr>
        <p:txBody>
          <a:bodyPr wrap="square" lIns="0" tIns="11842" rIns="0" bIns="0" rtlCol="0">
            <a:noAutofit/>
          </a:bodyPr>
          <a:lstStyle/>
          <a:p>
            <a:pPr marL="12700">
              <a:lnSpc>
                <a:spcPts val="1864"/>
              </a:lnSpc>
            </a:pPr>
            <a:r>
              <a:rPr dirty="0" smtClean="0" sz="1750" spc="19">
                <a:latin typeface="Arial"/>
                <a:cs typeface="Arial"/>
              </a:rPr>
              <a:t>=</a:t>
            </a:r>
            <a:endParaRPr sz="175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497139" y="3479987"/>
            <a:ext cx="1449260" cy="1304468"/>
          </a:xfrm>
          <a:prstGeom prst="rect">
            <a:avLst/>
          </a:prstGeom>
        </p:spPr>
        <p:txBody>
          <a:bodyPr wrap="square" lIns="0" tIns="11842" rIns="0" bIns="0" rtlCol="0">
            <a:noAutofit/>
          </a:bodyPr>
          <a:lstStyle/>
          <a:p>
            <a:pPr marL="12700">
              <a:lnSpc>
                <a:spcPts val="1864"/>
              </a:lnSpc>
            </a:pPr>
            <a:r>
              <a:rPr dirty="0" smtClean="0" sz="1750" spc="12">
                <a:latin typeface="Arial"/>
                <a:cs typeface="Arial"/>
              </a:rPr>
              <a:t>S</a:t>
            </a:r>
            <a:r>
              <a:rPr dirty="0" smtClean="0" sz="1750" spc="12">
                <a:latin typeface="Arial"/>
                <a:cs typeface="Arial"/>
              </a:rPr>
              <a:t>w</a:t>
            </a:r>
            <a:r>
              <a:rPr dirty="0" smtClean="0" sz="1750" spc="12">
                <a:latin typeface="Arial"/>
                <a:cs typeface="Arial"/>
              </a:rPr>
              <a:t>i</a:t>
            </a:r>
            <a:r>
              <a:rPr dirty="0" smtClean="0" sz="1750" spc="12">
                <a:latin typeface="Arial"/>
                <a:cs typeface="Arial"/>
              </a:rPr>
              <a:t>t</a:t>
            </a:r>
            <a:r>
              <a:rPr dirty="0" smtClean="0" sz="1750" spc="12">
                <a:latin typeface="Arial"/>
                <a:cs typeface="Arial"/>
              </a:rPr>
              <a:t>ch</a:t>
            </a:r>
            <a:r>
              <a:rPr dirty="0" smtClean="0" sz="1750" spc="12">
                <a:latin typeface="Arial"/>
                <a:cs typeface="Arial"/>
              </a:rPr>
              <a:t>i</a:t>
            </a:r>
            <a:r>
              <a:rPr dirty="0" smtClean="0" sz="1750" spc="12">
                <a:latin typeface="Arial"/>
                <a:cs typeface="Arial"/>
              </a:rPr>
              <a:t>ng</a:t>
            </a:r>
            <a:r>
              <a:rPr dirty="0" smtClean="0" sz="1750" spc="12">
                <a:latin typeface="Arial"/>
                <a:cs typeface="Arial"/>
              </a:rPr>
              <a:t> </a:t>
            </a:r>
            <a:r>
              <a:rPr dirty="0" smtClean="0" sz="1750" spc="12">
                <a:latin typeface="Arial"/>
                <a:cs typeface="Arial"/>
              </a:rPr>
              <a:t>U</a:t>
            </a:r>
            <a:r>
              <a:rPr dirty="0" smtClean="0" sz="1750" spc="12">
                <a:latin typeface="Arial"/>
                <a:cs typeface="Arial"/>
              </a:rPr>
              <a:t>n</a:t>
            </a:r>
            <a:r>
              <a:rPr dirty="0" smtClean="0" sz="1750" spc="12">
                <a:latin typeface="Arial"/>
                <a:cs typeface="Arial"/>
              </a:rPr>
              <a:t>i</a:t>
            </a:r>
            <a:r>
              <a:rPr dirty="0" smtClean="0" sz="1750" spc="12">
                <a:latin typeface="Arial"/>
                <a:cs typeface="Arial"/>
              </a:rPr>
              <a:t>t</a:t>
            </a:r>
            <a:endParaRPr sz="1750">
              <a:latin typeface="Arial"/>
              <a:cs typeface="Arial"/>
            </a:endParaRPr>
          </a:p>
          <a:p>
            <a:pPr marL="12700" marR="32983">
              <a:lnSpc>
                <a:spcPct val="95825"/>
              </a:lnSpc>
            </a:pPr>
            <a:r>
              <a:rPr dirty="0" smtClean="0" sz="1750" spc="11">
                <a:latin typeface="Arial"/>
                <a:cs typeface="Arial"/>
              </a:rPr>
              <a:t>P</a:t>
            </a:r>
            <a:r>
              <a:rPr dirty="0" smtClean="0" sz="1750" spc="11">
                <a:latin typeface="Arial"/>
                <a:cs typeface="Arial"/>
              </a:rPr>
              <a:t>r</a:t>
            </a:r>
            <a:r>
              <a:rPr dirty="0" smtClean="0" sz="1750" spc="11">
                <a:latin typeface="Arial"/>
                <a:cs typeface="Arial"/>
              </a:rPr>
              <a:t>ose</a:t>
            </a:r>
            <a:r>
              <a:rPr dirty="0" smtClean="0" sz="1750" spc="11">
                <a:latin typeface="Arial"/>
                <a:cs typeface="Arial"/>
              </a:rPr>
              <a:t>s</a:t>
            </a:r>
            <a:r>
              <a:rPr dirty="0" smtClean="0" sz="1750" spc="11">
                <a:latin typeface="Arial"/>
                <a:cs typeface="Arial"/>
              </a:rPr>
              <a:t>or</a:t>
            </a:r>
            <a:r>
              <a:rPr dirty="0" smtClean="0" sz="1750" spc="11">
                <a:latin typeface="Arial"/>
                <a:cs typeface="Arial"/>
              </a:rPr>
              <a:t> </a:t>
            </a:r>
            <a:r>
              <a:rPr dirty="0" smtClean="0" sz="1750" spc="11">
                <a:latin typeface="Arial"/>
                <a:cs typeface="Arial"/>
              </a:rPr>
              <a:t>:</a:t>
            </a:r>
            <a:endParaRPr sz="1750">
              <a:latin typeface="Arial"/>
              <a:cs typeface="Arial"/>
            </a:endParaRPr>
          </a:p>
          <a:p>
            <a:pPr marR="248021" algn="r">
              <a:lnSpc>
                <a:spcPct val="102091"/>
              </a:lnSpc>
              <a:spcBef>
                <a:spcPts val="35"/>
              </a:spcBef>
            </a:pPr>
            <a:r>
              <a:rPr dirty="0" smtClean="0" sz="1750" spc="25">
                <a:latin typeface="Symbol"/>
                <a:cs typeface="Symbol"/>
              </a:rPr>
              <a:t></a:t>
            </a:r>
            <a:endParaRPr sz="1750">
              <a:latin typeface="Symbol"/>
              <a:cs typeface="Symbol"/>
            </a:endParaRPr>
          </a:p>
          <a:p>
            <a:pPr marR="248021" algn="r">
              <a:lnSpc>
                <a:spcPct val="102091"/>
              </a:lnSpc>
              <a:spcBef>
                <a:spcPts val="40"/>
              </a:spcBef>
            </a:pPr>
            <a:r>
              <a:rPr dirty="0" smtClean="0" sz="1750" spc="25">
                <a:latin typeface="Symbol"/>
                <a:cs typeface="Symbol"/>
              </a:rPr>
              <a:t></a:t>
            </a:r>
            <a:endParaRPr sz="1750">
              <a:latin typeface="Symbol"/>
              <a:cs typeface="Symbol"/>
            </a:endParaRPr>
          </a:p>
          <a:p>
            <a:pPr marR="248021" algn="r">
              <a:lnSpc>
                <a:spcPct val="102091"/>
              </a:lnSpc>
              <a:spcBef>
                <a:spcPts val="45"/>
              </a:spcBef>
            </a:pPr>
            <a:r>
              <a:rPr dirty="0" smtClean="0" sz="1750" spc="25">
                <a:latin typeface="Symbol"/>
                <a:cs typeface="Symbol"/>
              </a:rPr>
              <a:t></a:t>
            </a:r>
            <a:endParaRPr sz="1750">
              <a:latin typeface="Symbol"/>
              <a:cs typeface="Symbo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74158" y="3541956"/>
            <a:ext cx="111898" cy="421151"/>
          </a:xfrm>
          <a:prstGeom prst="rect">
            <a:avLst/>
          </a:prstGeom>
        </p:spPr>
        <p:txBody>
          <a:bodyPr wrap="square" lIns="0" tIns="7969" rIns="0" bIns="0" rtlCol="0">
            <a:noAutofit/>
          </a:bodyPr>
          <a:lstStyle/>
          <a:p>
            <a:pPr marL="12700">
              <a:lnSpc>
                <a:spcPts val="1255"/>
              </a:lnSpc>
            </a:pPr>
            <a:r>
              <a:rPr dirty="0" smtClean="0" sz="1100">
                <a:latin typeface="Symbol"/>
                <a:cs typeface="Symbol"/>
              </a:rPr>
              <a:t></a:t>
            </a:r>
            <a:endParaRPr sz="1100">
              <a:latin typeface="Symbol"/>
              <a:cs typeface="Symbol"/>
            </a:endParaRPr>
          </a:p>
          <a:p>
            <a:pPr marL="12700">
              <a:lnSpc>
                <a:spcPct val="102091"/>
              </a:lnSpc>
              <a:spcBef>
                <a:spcPts val="590"/>
              </a:spcBef>
            </a:pPr>
            <a:r>
              <a:rPr dirty="0" smtClean="0" sz="1100">
                <a:latin typeface="Symbol"/>
                <a:cs typeface="Symbol"/>
              </a:rPr>
              <a:t></a:t>
            </a:r>
            <a:endParaRPr sz="1100">
              <a:latin typeface="Symbol"/>
              <a:cs typeface="Symbo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084467" y="4001323"/>
            <a:ext cx="2330398" cy="785403"/>
          </a:xfrm>
          <a:prstGeom prst="rect">
            <a:avLst/>
          </a:prstGeom>
        </p:spPr>
        <p:txBody>
          <a:bodyPr wrap="square" lIns="0" tIns="11842" rIns="0" bIns="0" rtlCol="0">
            <a:noAutofit/>
          </a:bodyPr>
          <a:lstStyle/>
          <a:p>
            <a:pPr marL="12700" marR="32983">
              <a:lnSpc>
                <a:spcPts val="1864"/>
              </a:lnSpc>
            </a:pPr>
            <a:r>
              <a:rPr dirty="0" smtClean="0" sz="1750" spc="13">
                <a:latin typeface="Arial"/>
                <a:cs typeface="Arial"/>
              </a:rPr>
              <a:t>D</a:t>
            </a:r>
            <a:r>
              <a:rPr dirty="0" smtClean="0" sz="1750" spc="13">
                <a:latin typeface="Arial"/>
                <a:cs typeface="Arial"/>
              </a:rPr>
              <a:t>a</a:t>
            </a:r>
            <a:r>
              <a:rPr dirty="0" smtClean="0" sz="1750" spc="13">
                <a:latin typeface="Arial"/>
                <a:cs typeface="Arial"/>
              </a:rPr>
              <a:t>t</a:t>
            </a:r>
            <a:r>
              <a:rPr dirty="0" smtClean="0" sz="1750" spc="13">
                <a:latin typeface="Arial"/>
                <a:cs typeface="Arial"/>
              </a:rPr>
              <a:t>ab</a:t>
            </a:r>
            <a:r>
              <a:rPr dirty="0" smtClean="0" sz="1750" spc="13">
                <a:latin typeface="Arial"/>
                <a:cs typeface="Arial"/>
              </a:rPr>
              <a:t>a</a:t>
            </a:r>
            <a:r>
              <a:rPr dirty="0" smtClean="0" sz="1750" spc="13">
                <a:latin typeface="Arial"/>
                <a:cs typeface="Arial"/>
              </a:rPr>
              <a:t>se</a:t>
            </a:r>
            <a:r>
              <a:rPr dirty="0" smtClean="0" sz="1750" spc="13">
                <a:latin typeface="Arial"/>
                <a:cs typeface="Arial"/>
              </a:rPr>
              <a:t> </a:t>
            </a:r>
            <a:r>
              <a:rPr dirty="0" smtClean="0" sz="1750" spc="13">
                <a:latin typeface="Arial"/>
                <a:cs typeface="Arial"/>
              </a:rPr>
              <a:t>p</a:t>
            </a:r>
            <a:r>
              <a:rPr dirty="0" smtClean="0" sz="1750" spc="13">
                <a:latin typeface="Arial"/>
                <a:cs typeface="Arial"/>
              </a:rPr>
              <a:t>r</a:t>
            </a:r>
            <a:r>
              <a:rPr dirty="0" smtClean="0" sz="1750" spc="13">
                <a:latin typeface="Arial"/>
                <a:cs typeface="Arial"/>
              </a:rPr>
              <a:t>oce</a:t>
            </a:r>
            <a:r>
              <a:rPr dirty="0" smtClean="0" sz="1750" spc="13">
                <a:latin typeface="Arial"/>
                <a:cs typeface="Arial"/>
              </a:rPr>
              <a:t>s</a:t>
            </a:r>
            <a:r>
              <a:rPr dirty="0" smtClean="0" sz="1750" spc="13">
                <a:latin typeface="Arial"/>
                <a:cs typeface="Arial"/>
              </a:rPr>
              <a:t>sor</a:t>
            </a:r>
            <a:endParaRPr sz="1750">
              <a:latin typeface="Arial"/>
              <a:cs typeface="Arial"/>
            </a:endParaRPr>
          </a:p>
          <a:p>
            <a:pPr marL="12700" marR="32983">
              <a:lnSpc>
                <a:spcPct val="95825"/>
              </a:lnSpc>
              <a:spcBef>
                <a:spcPts val="76"/>
              </a:spcBef>
            </a:pPr>
            <a:r>
              <a:rPr dirty="0" smtClean="0" sz="1750" spc="12">
                <a:latin typeface="Arial"/>
                <a:cs typeface="Arial"/>
              </a:rPr>
              <a:t>S</a:t>
            </a:r>
            <a:r>
              <a:rPr dirty="0" smtClean="0" sz="1750" spc="12">
                <a:latin typeface="Arial"/>
                <a:cs typeface="Arial"/>
              </a:rPr>
              <a:t>w</a:t>
            </a:r>
            <a:r>
              <a:rPr dirty="0" smtClean="0" sz="1750" spc="12">
                <a:latin typeface="Arial"/>
                <a:cs typeface="Arial"/>
              </a:rPr>
              <a:t>i</a:t>
            </a:r>
            <a:r>
              <a:rPr dirty="0" smtClean="0" sz="1750" spc="12">
                <a:latin typeface="Arial"/>
                <a:cs typeface="Arial"/>
              </a:rPr>
              <a:t>t</a:t>
            </a:r>
            <a:r>
              <a:rPr dirty="0" smtClean="0" sz="1750" spc="12">
                <a:latin typeface="Arial"/>
                <a:cs typeface="Arial"/>
              </a:rPr>
              <a:t>ch</a:t>
            </a:r>
            <a:r>
              <a:rPr dirty="0" smtClean="0" sz="1750" spc="12">
                <a:latin typeface="Arial"/>
                <a:cs typeface="Arial"/>
              </a:rPr>
              <a:t> </a:t>
            </a:r>
            <a:r>
              <a:rPr dirty="0" smtClean="0" sz="1750" spc="12">
                <a:latin typeface="Arial"/>
                <a:cs typeface="Arial"/>
              </a:rPr>
              <a:t>p</a:t>
            </a:r>
            <a:r>
              <a:rPr dirty="0" smtClean="0" sz="1750" spc="12">
                <a:latin typeface="Arial"/>
                <a:cs typeface="Arial"/>
              </a:rPr>
              <a:t>r</a:t>
            </a:r>
            <a:r>
              <a:rPr dirty="0" smtClean="0" sz="1750" spc="12">
                <a:latin typeface="Arial"/>
                <a:cs typeface="Arial"/>
              </a:rPr>
              <a:t>oce</a:t>
            </a:r>
            <a:r>
              <a:rPr dirty="0" smtClean="0" sz="1750" spc="12">
                <a:latin typeface="Arial"/>
                <a:cs typeface="Arial"/>
              </a:rPr>
              <a:t>s</a:t>
            </a:r>
            <a:r>
              <a:rPr dirty="0" smtClean="0" sz="1750" spc="12">
                <a:latin typeface="Arial"/>
                <a:cs typeface="Arial"/>
              </a:rPr>
              <a:t>sor</a:t>
            </a:r>
            <a:endParaRPr sz="1750">
              <a:latin typeface="Arial"/>
              <a:cs typeface="Arial"/>
            </a:endParaRPr>
          </a:p>
          <a:p>
            <a:pPr marL="12700">
              <a:lnSpc>
                <a:spcPct val="95825"/>
              </a:lnSpc>
              <a:spcBef>
                <a:spcPts val="170"/>
              </a:spcBef>
            </a:pPr>
            <a:r>
              <a:rPr dirty="0" smtClean="0" sz="1750" spc="13">
                <a:latin typeface="Arial"/>
                <a:cs typeface="Arial"/>
              </a:rPr>
              <a:t>C</a:t>
            </a:r>
            <a:r>
              <a:rPr dirty="0" smtClean="0" sz="1750" spc="13">
                <a:latin typeface="Arial"/>
                <a:cs typeface="Arial"/>
              </a:rPr>
              <a:t>oo</a:t>
            </a:r>
            <a:r>
              <a:rPr dirty="0" smtClean="0" sz="1750" spc="13">
                <a:latin typeface="Arial"/>
                <a:cs typeface="Arial"/>
              </a:rPr>
              <a:t>r</a:t>
            </a:r>
            <a:r>
              <a:rPr dirty="0" smtClean="0" sz="1750" spc="13">
                <a:latin typeface="Arial"/>
                <a:cs typeface="Arial"/>
              </a:rPr>
              <a:t>d</a:t>
            </a:r>
            <a:r>
              <a:rPr dirty="0" smtClean="0" sz="1750" spc="13">
                <a:latin typeface="Arial"/>
                <a:cs typeface="Arial"/>
              </a:rPr>
              <a:t>i</a:t>
            </a:r>
            <a:r>
              <a:rPr dirty="0" smtClean="0" sz="1750" spc="13">
                <a:latin typeface="Arial"/>
                <a:cs typeface="Arial"/>
              </a:rPr>
              <a:t>na</a:t>
            </a:r>
            <a:r>
              <a:rPr dirty="0" smtClean="0" sz="1750" spc="13">
                <a:latin typeface="Arial"/>
                <a:cs typeface="Arial"/>
              </a:rPr>
              <a:t>t</a:t>
            </a:r>
            <a:r>
              <a:rPr dirty="0" smtClean="0" sz="1750" spc="13">
                <a:latin typeface="Arial"/>
                <a:cs typeface="Arial"/>
              </a:rPr>
              <a:t>i</a:t>
            </a:r>
            <a:r>
              <a:rPr dirty="0" smtClean="0" sz="1750" spc="13">
                <a:latin typeface="Arial"/>
                <a:cs typeface="Arial"/>
              </a:rPr>
              <a:t>on</a:t>
            </a:r>
            <a:r>
              <a:rPr dirty="0" smtClean="0" sz="1750" spc="13">
                <a:latin typeface="Arial"/>
                <a:cs typeface="Arial"/>
              </a:rPr>
              <a:t> </a:t>
            </a:r>
            <a:r>
              <a:rPr dirty="0" smtClean="0" sz="1750" spc="13">
                <a:latin typeface="Arial"/>
                <a:cs typeface="Arial"/>
              </a:rPr>
              <a:t>p</a:t>
            </a:r>
            <a:r>
              <a:rPr dirty="0" smtClean="0" sz="1750" spc="13">
                <a:latin typeface="Arial"/>
                <a:cs typeface="Arial"/>
              </a:rPr>
              <a:t>r</a:t>
            </a:r>
            <a:r>
              <a:rPr dirty="0" smtClean="0" sz="1750" spc="13">
                <a:latin typeface="Arial"/>
                <a:cs typeface="Arial"/>
              </a:rPr>
              <a:t>oce</a:t>
            </a:r>
            <a:r>
              <a:rPr dirty="0" smtClean="0" sz="1750" spc="13">
                <a:latin typeface="Arial"/>
                <a:cs typeface="Arial"/>
              </a:rPr>
              <a:t>s</a:t>
            </a:r>
            <a:r>
              <a:rPr dirty="0" smtClean="0" sz="1750" spc="13">
                <a:latin typeface="Arial"/>
                <a:cs typeface="Arial"/>
              </a:rPr>
              <a:t>sor</a:t>
            </a:r>
            <a:endParaRPr sz="17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98194" y="4943538"/>
            <a:ext cx="127000" cy="228600"/>
          </a:xfrm>
          <a:prstGeom prst="rect">
            <a:avLst/>
          </a:prstGeom>
        </p:spPr>
        <p:txBody>
          <a:bodyPr wrap="square" lIns="0" tIns="11017" rIns="0" bIns="0" rtlCol="0">
            <a:noAutofit/>
          </a:bodyPr>
          <a:lstStyle/>
          <a:p>
            <a:pPr marL="12700">
              <a:lnSpc>
                <a:spcPts val="1735"/>
              </a:lnSpc>
            </a:pPr>
            <a:r>
              <a:rPr dirty="0" smtClean="0" sz="1600">
                <a:latin typeface="Arial"/>
                <a:cs typeface="Arial"/>
              </a:rPr>
              <a:t>•</a:t>
            </a:r>
            <a:endParaRPr sz="16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470914" y="4943538"/>
            <a:ext cx="2076907" cy="228600"/>
          </a:xfrm>
          <a:prstGeom prst="rect">
            <a:avLst/>
          </a:prstGeom>
        </p:spPr>
        <p:txBody>
          <a:bodyPr wrap="square" lIns="0" tIns="11017" rIns="0" bIns="0" rtlCol="0">
            <a:noAutofit/>
          </a:bodyPr>
          <a:lstStyle/>
          <a:p>
            <a:pPr marL="12700">
              <a:lnSpc>
                <a:spcPts val="1735"/>
              </a:lnSpc>
            </a:pPr>
            <a:r>
              <a:rPr dirty="0" smtClean="0" sz="1600">
                <a:latin typeface="Arial"/>
                <a:cs typeface="Arial"/>
              </a:rPr>
              <a:t>D</a:t>
            </a:r>
            <a:r>
              <a:rPr dirty="0" smtClean="0" sz="1600">
                <a:latin typeface="Arial"/>
                <a:cs typeface="Arial"/>
              </a:rPr>
              <a:t>a</a:t>
            </a:r>
            <a:r>
              <a:rPr dirty="0" smtClean="0" sz="1600">
                <a:latin typeface="Arial"/>
                <a:cs typeface="Arial"/>
              </a:rPr>
              <a:t>ta</a:t>
            </a:r>
            <a:r>
              <a:rPr dirty="0" smtClean="0" sz="1600">
                <a:latin typeface="Arial"/>
                <a:cs typeface="Arial"/>
              </a:rPr>
              <a:t> </a:t>
            </a:r>
            <a:r>
              <a:rPr dirty="0" smtClean="0" sz="1600">
                <a:latin typeface="Arial"/>
                <a:cs typeface="Arial"/>
              </a:rPr>
              <a:t>b</a:t>
            </a:r>
            <a:r>
              <a:rPr dirty="0" smtClean="0" sz="1600">
                <a:latin typeface="Arial"/>
                <a:cs typeface="Arial"/>
              </a:rPr>
              <a:t>a</a:t>
            </a:r>
            <a:r>
              <a:rPr dirty="0" smtClean="0" sz="1600">
                <a:latin typeface="Arial"/>
                <a:cs typeface="Arial"/>
              </a:rPr>
              <a:t>se</a:t>
            </a:r>
            <a:r>
              <a:rPr dirty="0" smtClean="0" sz="1600">
                <a:latin typeface="Arial"/>
                <a:cs typeface="Arial"/>
              </a:rPr>
              <a:t> </a:t>
            </a:r>
            <a:r>
              <a:rPr dirty="0" smtClean="0" sz="1600">
                <a:latin typeface="Arial"/>
                <a:cs typeface="Arial"/>
              </a:rPr>
              <a:t>u</a:t>
            </a:r>
            <a:r>
              <a:rPr dirty="0" smtClean="0" sz="1600">
                <a:latin typeface="Arial"/>
                <a:cs typeface="Arial"/>
              </a:rPr>
              <a:t>n</a:t>
            </a:r>
            <a:r>
              <a:rPr dirty="0" smtClean="0" sz="1600">
                <a:latin typeface="Arial"/>
                <a:cs typeface="Arial"/>
              </a:rPr>
              <a:t>i</a:t>
            </a:r>
            <a:r>
              <a:rPr dirty="0" smtClean="0" sz="1600">
                <a:latin typeface="Arial"/>
                <a:cs typeface="Arial"/>
              </a:rPr>
              <a:t>t</a:t>
            </a:r>
            <a:r>
              <a:rPr dirty="0" smtClean="0" sz="1600">
                <a:latin typeface="Arial"/>
                <a:cs typeface="Arial"/>
              </a:rPr>
              <a:t> </a:t>
            </a:r>
            <a:r>
              <a:rPr dirty="0" smtClean="0" sz="1600">
                <a:latin typeface="Arial"/>
                <a:cs typeface="Arial"/>
              </a:rPr>
              <a:t>b</a:t>
            </a:r>
            <a:r>
              <a:rPr dirty="0" smtClean="0" sz="1600">
                <a:latin typeface="Arial"/>
                <a:cs typeface="Arial"/>
              </a:rPr>
              <a:t>e</a:t>
            </a:r>
            <a:r>
              <a:rPr dirty="0" smtClean="0" sz="1600">
                <a:latin typeface="Arial"/>
                <a:cs typeface="Arial"/>
              </a:rPr>
              <a:t>r</a:t>
            </a:r>
            <a:r>
              <a:rPr dirty="0" smtClean="0" sz="1600">
                <a:latin typeface="Arial"/>
                <a:cs typeface="Arial"/>
              </a:rPr>
              <a:t>i</a:t>
            </a:r>
            <a:r>
              <a:rPr dirty="0" smtClean="0" sz="1600">
                <a:latin typeface="Arial"/>
                <a:cs typeface="Arial"/>
              </a:rPr>
              <a:t>si</a:t>
            </a:r>
            <a:r>
              <a:rPr dirty="0" smtClean="0" sz="1600">
                <a:latin typeface="Arial"/>
                <a:cs typeface="Arial"/>
              </a:rPr>
              <a:t> </a:t>
            </a:r>
            <a:r>
              <a:rPr dirty="0" smtClean="0" sz="1600">
                <a:latin typeface="Arial"/>
                <a:cs typeface="Arial"/>
              </a:rPr>
              <a:t> </a:t>
            </a:r>
            <a:r>
              <a:rPr dirty="0" smtClean="0" sz="1600">
                <a:latin typeface="Arial"/>
                <a:cs typeface="Arial"/>
              </a:rPr>
              <a:t>:</a:t>
            </a:r>
            <a:endParaRPr sz="16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79320" y="5223710"/>
            <a:ext cx="139858" cy="254317"/>
          </a:xfrm>
          <a:prstGeom prst="rect">
            <a:avLst/>
          </a:prstGeom>
        </p:spPr>
        <p:txBody>
          <a:bodyPr wrap="square" lIns="0" tIns="12319" rIns="0" bIns="0" rtlCol="0">
            <a:noAutofit/>
          </a:bodyPr>
          <a:lstStyle/>
          <a:p>
            <a:pPr marL="12700">
              <a:lnSpc>
                <a:spcPts val="1939"/>
              </a:lnSpc>
            </a:pPr>
            <a:r>
              <a:rPr dirty="0" smtClean="0" sz="1800">
                <a:latin typeface="Times New Roman"/>
                <a:cs typeface="Times New Roman"/>
              </a:rPr>
              <a:t>•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966595" y="5223710"/>
            <a:ext cx="4281530" cy="501016"/>
          </a:xfrm>
          <a:prstGeom prst="rect">
            <a:avLst/>
          </a:prstGeom>
        </p:spPr>
        <p:txBody>
          <a:bodyPr wrap="square" lIns="0" tIns="12319" rIns="0" bIns="0" rtlCol="0">
            <a:noAutofit/>
          </a:bodyPr>
          <a:lstStyle/>
          <a:p>
            <a:pPr marL="12700">
              <a:lnSpc>
                <a:spcPts val="1939"/>
              </a:lnSpc>
            </a:pPr>
            <a:r>
              <a:rPr dirty="0" smtClean="0" sz="1800" spc="-4" b="1">
                <a:latin typeface="Times New Roman"/>
                <a:cs typeface="Times New Roman"/>
              </a:rPr>
              <a:t>VLR</a:t>
            </a:r>
            <a:r>
              <a:rPr dirty="0" smtClean="0" sz="1800" spc="-4" b="1">
                <a:latin typeface="Times New Roman"/>
                <a:cs typeface="Times New Roman"/>
              </a:rPr>
              <a:t> </a:t>
            </a:r>
            <a:r>
              <a:rPr dirty="0" smtClean="0" sz="1800" spc="-4" b="1">
                <a:latin typeface="Times New Roman"/>
                <a:cs typeface="Times New Roman"/>
              </a:rPr>
              <a:t>(</a:t>
            </a:r>
            <a:r>
              <a:rPr dirty="0" smtClean="0" sz="1800" spc="-4" b="1" i="1">
                <a:latin typeface="Times New Roman"/>
                <a:cs typeface="Times New Roman"/>
              </a:rPr>
              <a:t>V</a:t>
            </a:r>
            <a:r>
              <a:rPr dirty="0" smtClean="0" sz="1800" spc="-4" b="1" i="1">
                <a:latin typeface="Times New Roman"/>
                <a:cs typeface="Times New Roman"/>
              </a:rPr>
              <a:t>isit</a:t>
            </a:r>
            <a:r>
              <a:rPr dirty="0" smtClean="0" sz="1800" spc="-4" b="1" i="1">
                <a:latin typeface="Times New Roman"/>
                <a:cs typeface="Times New Roman"/>
              </a:rPr>
              <a:t>o</a:t>
            </a:r>
            <a:r>
              <a:rPr dirty="0" smtClean="0" sz="1800" spc="-4" b="1" i="1">
                <a:latin typeface="Times New Roman"/>
                <a:cs typeface="Times New Roman"/>
              </a:rPr>
              <a:t>r</a:t>
            </a:r>
            <a:r>
              <a:rPr dirty="0" smtClean="0" sz="1800" spc="-4" b="1" i="1">
                <a:latin typeface="Times New Roman"/>
                <a:cs typeface="Times New Roman"/>
              </a:rPr>
              <a:t> </a:t>
            </a:r>
            <a:r>
              <a:rPr dirty="0" smtClean="0" sz="1800" spc="-4" b="1" i="1">
                <a:latin typeface="Times New Roman"/>
                <a:cs typeface="Times New Roman"/>
              </a:rPr>
              <a:t>Locat</a:t>
            </a:r>
            <a:r>
              <a:rPr dirty="0" smtClean="0" sz="1800" spc="-4" b="1" i="1">
                <a:latin typeface="Times New Roman"/>
                <a:cs typeface="Times New Roman"/>
              </a:rPr>
              <a:t>i</a:t>
            </a:r>
            <a:r>
              <a:rPr dirty="0" smtClean="0" sz="1800" spc="-4" b="1" i="1">
                <a:latin typeface="Times New Roman"/>
                <a:cs typeface="Times New Roman"/>
              </a:rPr>
              <a:t>on</a:t>
            </a:r>
            <a:r>
              <a:rPr dirty="0" smtClean="0" sz="1800" spc="-4" b="1" i="1">
                <a:latin typeface="Times New Roman"/>
                <a:cs typeface="Times New Roman"/>
              </a:rPr>
              <a:t> </a:t>
            </a:r>
            <a:r>
              <a:rPr dirty="0" smtClean="0" sz="1800" spc="-4" b="1" i="1">
                <a:latin typeface="Times New Roman"/>
                <a:cs typeface="Times New Roman"/>
              </a:rPr>
              <a:t>Regi</a:t>
            </a:r>
            <a:r>
              <a:rPr dirty="0" smtClean="0" sz="1800" spc="-4" b="1" i="1">
                <a:latin typeface="Times New Roman"/>
                <a:cs typeface="Times New Roman"/>
              </a:rPr>
              <a:t>s</a:t>
            </a:r>
            <a:r>
              <a:rPr dirty="0" smtClean="0" sz="1800" spc="-4" b="1" i="1">
                <a:latin typeface="Times New Roman"/>
                <a:cs typeface="Times New Roman"/>
              </a:rPr>
              <a:t>te</a:t>
            </a:r>
            <a:r>
              <a:rPr dirty="0" smtClean="0" sz="1800" spc="-4" b="1" i="1">
                <a:latin typeface="Times New Roman"/>
                <a:cs typeface="Times New Roman"/>
              </a:rPr>
              <a:t>r</a:t>
            </a:r>
            <a:r>
              <a:rPr dirty="0" smtClean="0" sz="1800" spc="-4" b="1">
                <a:latin typeface="Times New Roman"/>
                <a:cs typeface="Times New Roman"/>
              </a:rPr>
              <a:t>)</a:t>
            </a:r>
            <a:r>
              <a:rPr dirty="0" smtClean="0" sz="1800" spc="-4">
                <a:latin typeface="Times New Roman"/>
                <a:cs typeface="Times New Roman"/>
              </a:rPr>
              <a:t>,</a:t>
            </a:r>
            <a:r>
              <a:rPr dirty="0" smtClean="0" sz="1800" spc="-4">
                <a:latin typeface="Times New Roman"/>
                <a:cs typeface="Times New Roman"/>
              </a:rPr>
              <a:t> </a:t>
            </a:r>
            <a:r>
              <a:rPr dirty="0" smtClean="0" sz="1800" spc="-4">
                <a:latin typeface="Times New Roman"/>
                <a:cs typeface="Times New Roman"/>
              </a:rPr>
              <a:t> </a:t>
            </a:r>
            <a:r>
              <a:rPr dirty="0" smtClean="0" sz="1800" spc="-4">
                <a:latin typeface="Times New Roman"/>
                <a:cs typeface="Times New Roman"/>
              </a:rPr>
              <a:t>pen</a:t>
            </a:r>
            <a:r>
              <a:rPr dirty="0" smtClean="0" sz="1800" spc="-4">
                <a:latin typeface="Times New Roman"/>
                <a:cs typeface="Times New Roman"/>
              </a:rPr>
              <a:t>y</a:t>
            </a:r>
            <a:r>
              <a:rPr dirty="0" smtClean="0" sz="1800" spc="-4">
                <a:latin typeface="Times New Roman"/>
                <a:cs typeface="Times New Roman"/>
              </a:rPr>
              <a:t>i</a:t>
            </a:r>
            <a:r>
              <a:rPr dirty="0" smtClean="0" sz="1800" spc="-4">
                <a:latin typeface="Times New Roman"/>
                <a:cs typeface="Times New Roman"/>
              </a:rPr>
              <a:t>m</a:t>
            </a:r>
            <a:r>
              <a:rPr dirty="0" smtClean="0" sz="1800" spc="-4">
                <a:latin typeface="Times New Roman"/>
                <a:cs typeface="Times New Roman"/>
              </a:rPr>
              <a:t>pan</a:t>
            </a:r>
            <a:endParaRPr sz="1800">
              <a:latin typeface="Times New Roman"/>
              <a:cs typeface="Times New Roman"/>
            </a:endParaRPr>
          </a:p>
          <a:p>
            <a:pPr marL="12700" marR="34337">
              <a:lnSpc>
                <a:spcPts val="1945"/>
              </a:lnSpc>
              <a:spcBef>
                <a:spcPts val="0"/>
              </a:spcBef>
            </a:pPr>
            <a:r>
              <a:rPr dirty="0" smtClean="0" sz="1800" spc="0">
                <a:latin typeface="Times New Roman"/>
                <a:cs typeface="Times New Roman"/>
              </a:rPr>
              <a:t>dari</a:t>
            </a:r>
            <a:r>
              <a:rPr dirty="0" smtClean="0" sz="1800" spc="0">
                <a:latin typeface="Times New Roman"/>
                <a:cs typeface="Times New Roman"/>
              </a:rPr>
              <a:t> </a:t>
            </a:r>
            <a:r>
              <a:rPr dirty="0" smtClean="0" sz="1800" spc="0">
                <a:latin typeface="Times New Roman"/>
                <a:cs typeface="Times New Roman"/>
              </a:rPr>
              <a:t>MSC</a:t>
            </a:r>
            <a:r>
              <a:rPr dirty="0" smtClean="0" sz="1800" spc="0">
                <a:latin typeface="Times New Roman"/>
                <a:cs typeface="Times New Roman"/>
              </a:rPr>
              <a:t> </a:t>
            </a:r>
            <a:r>
              <a:rPr dirty="0" smtClean="0" sz="1800" spc="0">
                <a:latin typeface="Times New Roman"/>
                <a:cs typeface="Times New Roman"/>
              </a:rPr>
              <a:t>lain</a:t>
            </a:r>
            <a:r>
              <a:rPr dirty="0" smtClean="0" sz="1800" spc="0">
                <a:latin typeface="Times New Roman"/>
                <a:cs typeface="Times New Roman"/>
              </a:rPr>
              <a:t> </a:t>
            </a:r>
            <a:r>
              <a:rPr dirty="0" smtClean="0" sz="1800" spc="0">
                <a:latin typeface="Times New Roman"/>
                <a:cs typeface="Times New Roman"/>
              </a:rPr>
              <a:t>,</a:t>
            </a:r>
            <a:r>
              <a:rPr dirty="0" smtClean="0" sz="1800" spc="0">
                <a:latin typeface="Times New Roman"/>
                <a:cs typeface="Times New Roman"/>
              </a:rPr>
              <a:t> </a:t>
            </a:r>
            <a:r>
              <a:rPr dirty="0" smtClean="0" sz="1800" spc="0">
                <a:latin typeface="Times New Roman"/>
                <a:cs typeface="Times New Roman"/>
              </a:rPr>
              <a:t>dan</a:t>
            </a:r>
            <a:r>
              <a:rPr dirty="0" smtClean="0" sz="1800" spc="0">
                <a:latin typeface="Times New Roman"/>
                <a:cs typeface="Times New Roman"/>
              </a:rPr>
              <a:t> </a:t>
            </a:r>
            <a:r>
              <a:rPr dirty="0" smtClean="0" sz="1800" spc="0">
                <a:latin typeface="Times New Roman"/>
                <a:cs typeface="Times New Roman"/>
              </a:rPr>
              <a:t>si</a:t>
            </a:r>
            <a:r>
              <a:rPr dirty="0" smtClean="0" sz="1800" spc="0">
                <a:latin typeface="Times New Roman"/>
                <a:cs typeface="Times New Roman"/>
              </a:rPr>
              <a:t>f</a:t>
            </a:r>
            <a:r>
              <a:rPr dirty="0" smtClean="0" sz="1800" spc="0">
                <a:latin typeface="Times New Roman"/>
                <a:cs typeface="Times New Roman"/>
              </a:rPr>
              <a:t>atn</a:t>
            </a:r>
            <a:r>
              <a:rPr dirty="0" smtClean="0" sz="1800" spc="0">
                <a:latin typeface="Times New Roman"/>
                <a:cs typeface="Times New Roman"/>
              </a:rPr>
              <a:t>y</a:t>
            </a:r>
            <a:r>
              <a:rPr dirty="0" smtClean="0" sz="1800" spc="0">
                <a:latin typeface="Times New Roman"/>
                <a:cs typeface="Times New Roman"/>
              </a:rPr>
              <a:t>a</a:t>
            </a:r>
            <a:r>
              <a:rPr dirty="0" smtClean="0" sz="1800" spc="0">
                <a:latin typeface="Times New Roman"/>
                <a:cs typeface="Times New Roman"/>
              </a:rPr>
              <a:t> </a:t>
            </a:r>
            <a:r>
              <a:rPr dirty="0" smtClean="0" sz="1800" spc="0">
                <a:latin typeface="Times New Roman"/>
                <a:cs typeface="Times New Roman"/>
              </a:rPr>
              <a:t>resident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253858" y="5223710"/>
            <a:ext cx="2933750" cy="254317"/>
          </a:xfrm>
          <a:prstGeom prst="rect">
            <a:avLst/>
          </a:prstGeom>
        </p:spPr>
        <p:txBody>
          <a:bodyPr wrap="square" lIns="0" tIns="12319" rIns="0" bIns="0" rtlCol="0">
            <a:noAutofit/>
          </a:bodyPr>
          <a:lstStyle/>
          <a:p>
            <a:pPr marL="12700">
              <a:lnSpc>
                <a:spcPts val="1939"/>
              </a:lnSpc>
            </a:pPr>
            <a:r>
              <a:rPr dirty="0" smtClean="0" sz="1800" spc="-1">
                <a:latin typeface="Times New Roman"/>
                <a:cs typeface="Times New Roman"/>
              </a:rPr>
              <a:t>dat</a:t>
            </a:r>
            <a:r>
              <a:rPr dirty="0" smtClean="0" sz="1800" spc="-1">
                <a:latin typeface="Times New Roman"/>
                <a:cs typeface="Times New Roman"/>
              </a:rPr>
              <a:t>a</a:t>
            </a:r>
            <a:r>
              <a:rPr dirty="0" smtClean="0" sz="1800" spc="-1">
                <a:latin typeface="Times New Roman"/>
                <a:cs typeface="Times New Roman"/>
              </a:rPr>
              <a:t>-</a:t>
            </a:r>
            <a:r>
              <a:rPr dirty="0" smtClean="0" sz="1800" spc="-1">
                <a:latin typeface="Times New Roman"/>
                <a:cs typeface="Times New Roman"/>
              </a:rPr>
              <a:t>data</a:t>
            </a:r>
            <a:r>
              <a:rPr dirty="0" smtClean="0" sz="1800" spc="-1">
                <a:latin typeface="Times New Roman"/>
                <a:cs typeface="Times New Roman"/>
              </a:rPr>
              <a:t> </a:t>
            </a:r>
            <a:r>
              <a:rPr dirty="0" smtClean="0" sz="1800" spc="-1">
                <a:latin typeface="Times New Roman"/>
                <a:cs typeface="Times New Roman"/>
              </a:rPr>
              <a:t>te</a:t>
            </a:r>
            <a:r>
              <a:rPr dirty="0" smtClean="0" sz="1800" spc="-1">
                <a:latin typeface="Times New Roman"/>
                <a:cs typeface="Times New Roman"/>
              </a:rPr>
              <a:t>m</a:t>
            </a:r>
            <a:r>
              <a:rPr dirty="0" smtClean="0" sz="1800" spc="-1">
                <a:latin typeface="Times New Roman"/>
                <a:cs typeface="Times New Roman"/>
              </a:rPr>
              <a:t>porer</a:t>
            </a:r>
            <a:r>
              <a:rPr dirty="0" smtClean="0" sz="1800" spc="-1">
                <a:latin typeface="Times New Roman"/>
                <a:cs typeface="Times New Roman"/>
              </a:rPr>
              <a:t> </a:t>
            </a:r>
            <a:r>
              <a:rPr dirty="0" smtClean="0" sz="1800" spc="-1">
                <a:latin typeface="Times New Roman"/>
                <a:cs typeface="Times New Roman"/>
              </a:rPr>
              <a:t>y</a:t>
            </a:r>
            <a:r>
              <a:rPr dirty="0" smtClean="0" sz="1800" spc="-1">
                <a:latin typeface="Times New Roman"/>
                <a:cs typeface="Times New Roman"/>
              </a:rPr>
              <a:t>ang</a:t>
            </a:r>
            <a:r>
              <a:rPr dirty="0" smtClean="0" sz="1800" spc="-1">
                <a:latin typeface="Times New Roman"/>
                <a:cs typeface="Times New Roman"/>
              </a:rPr>
              <a:t> </a:t>
            </a:r>
            <a:r>
              <a:rPr dirty="0" smtClean="0" sz="1800" spc="-1">
                <a:latin typeface="Times New Roman"/>
                <a:cs typeface="Times New Roman"/>
              </a:rPr>
              <a:t>m</a:t>
            </a:r>
            <a:r>
              <a:rPr dirty="0" smtClean="0" sz="1800" spc="-1">
                <a:latin typeface="Times New Roman"/>
                <a:cs typeface="Times New Roman"/>
              </a:rPr>
              <a:t>asuk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79320" y="5856806"/>
            <a:ext cx="139700" cy="254000"/>
          </a:xfrm>
          <a:prstGeom prst="rect">
            <a:avLst/>
          </a:prstGeom>
        </p:spPr>
        <p:txBody>
          <a:bodyPr wrap="square" lIns="0" tIns="12319" rIns="0" bIns="0" rtlCol="0">
            <a:noAutofit/>
          </a:bodyPr>
          <a:lstStyle/>
          <a:p>
            <a:pPr marL="12700">
              <a:lnSpc>
                <a:spcPts val="1939"/>
              </a:lnSpc>
            </a:pPr>
            <a:r>
              <a:rPr dirty="0" smtClean="0" sz="1800">
                <a:latin typeface="Times New Roman"/>
                <a:cs typeface="Times New Roman"/>
              </a:rPr>
              <a:t>•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66595" y="5856806"/>
            <a:ext cx="7002297" cy="500442"/>
          </a:xfrm>
          <a:prstGeom prst="rect">
            <a:avLst/>
          </a:prstGeom>
        </p:spPr>
        <p:txBody>
          <a:bodyPr wrap="square" lIns="0" tIns="12319" rIns="0" bIns="0" rtlCol="0">
            <a:noAutofit/>
          </a:bodyPr>
          <a:lstStyle/>
          <a:p>
            <a:pPr marL="12700">
              <a:lnSpc>
                <a:spcPts val="1939"/>
              </a:lnSpc>
            </a:pPr>
            <a:r>
              <a:rPr dirty="0" smtClean="0" sz="1800" spc="0" b="1">
                <a:latin typeface="Times New Roman"/>
                <a:cs typeface="Times New Roman"/>
              </a:rPr>
              <a:t>HLR</a:t>
            </a:r>
            <a:r>
              <a:rPr dirty="0" smtClean="0" sz="1800" spc="0" b="1">
                <a:latin typeface="Times New Roman"/>
                <a:cs typeface="Times New Roman"/>
              </a:rPr>
              <a:t> </a:t>
            </a:r>
            <a:r>
              <a:rPr dirty="0" smtClean="0" sz="1800" spc="0" b="1">
                <a:latin typeface="Times New Roman"/>
                <a:cs typeface="Times New Roman"/>
              </a:rPr>
              <a:t>(</a:t>
            </a:r>
            <a:r>
              <a:rPr dirty="0" smtClean="0" sz="1800" spc="0" b="1" i="1">
                <a:latin typeface="Times New Roman"/>
                <a:cs typeface="Times New Roman"/>
              </a:rPr>
              <a:t>Ho</a:t>
            </a:r>
            <a:r>
              <a:rPr dirty="0" smtClean="0" sz="1800" spc="0" b="1" i="1">
                <a:latin typeface="Times New Roman"/>
                <a:cs typeface="Times New Roman"/>
              </a:rPr>
              <a:t>m</a:t>
            </a:r>
            <a:r>
              <a:rPr dirty="0" smtClean="0" sz="1800" spc="0" b="1" i="1">
                <a:latin typeface="Times New Roman"/>
                <a:cs typeface="Times New Roman"/>
              </a:rPr>
              <a:t>e</a:t>
            </a:r>
            <a:r>
              <a:rPr dirty="0" smtClean="0" sz="1800" spc="0" b="1" i="1">
                <a:latin typeface="Times New Roman"/>
                <a:cs typeface="Times New Roman"/>
              </a:rPr>
              <a:t> </a:t>
            </a:r>
            <a:r>
              <a:rPr dirty="0" smtClean="0" sz="1800" spc="0" b="1" i="1">
                <a:latin typeface="Times New Roman"/>
                <a:cs typeface="Times New Roman"/>
              </a:rPr>
              <a:t>Location</a:t>
            </a:r>
            <a:r>
              <a:rPr dirty="0" smtClean="0" sz="1800" spc="0" b="1" i="1">
                <a:latin typeface="Times New Roman"/>
                <a:cs typeface="Times New Roman"/>
              </a:rPr>
              <a:t> </a:t>
            </a:r>
            <a:r>
              <a:rPr dirty="0" smtClean="0" sz="1800" spc="0" b="1" i="1">
                <a:latin typeface="Times New Roman"/>
                <a:cs typeface="Times New Roman"/>
              </a:rPr>
              <a:t>Registe</a:t>
            </a:r>
            <a:r>
              <a:rPr dirty="0" smtClean="0" sz="1800" spc="0" b="1" i="1">
                <a:latin typeface="Times New Roman"/>
                <a:cs typeface="Times New Roman"/>
              </a:rPr>
              <a:t>r</a:t>
            </a:r>
            <a:r>
              <a:rPr dirty="0" smtClean="0" sz="1800" spc="0" b="1">
                <a:latin typeface="Times New Roman"/>
                <a:cs typeface="Times New Roman"/>
              </a:rPr>
              <a:t>)</a:t>
            </a:r>
            <a:r>
              <a:rPr dirty="0" smtClean="0" sz="1800" spc="0">
                <a:latin typeface="Times New Roman"/>
                <a:cs typeface="Times New Roman"/>
              </a:rPr>
              <a:t>,</a:t>
            </a:r>
            <a:r>
              <a:rPr dirty="0" smtClean="0" sz="1800" spc="0">
                <a:latin typeface="Times New Roman"/>
                <a:cs typeface="Times New Roman"/>
              </a:rPr>
              <a:t> </a:t>
            </a:r>
            <a:r>
              <a:rPr dirty="0" smtClean="0" sz="1800" spc="0">
                <a:latin typeface="Times New Roman"/>
                <a:cs typeface="Times New Roman"/>
              </a:rPr>
              <a:t>pen</a:t>
            </a:r>
            <a:r>
              <a:rPr dirty="0" smtClean="0" sz="1800" spc="0">
                <a:latin typeface="Times New Roman"/>
                <a:cs typeface="Times New Roman"/>
              </a:rPr>
              <a:t>y</a:t>
            </a:r>
            <a:r>
              <a:rPr dirty="0" smtClean="0" sz="1800" spc="0">
                <a:latin typeface="Times New Roman"/>
                <a:cs typeface="Times New Roman"/>
              </a:rPr>
              <a:t>i</a:t>
            </a:r>
            <a:r>
              <a:rPr dirty="0" smtClean="0" sz="1800" spc="0">
                <a:latin typeface="Times New Roman"/>
                <a:cs typeface="Times New Roman"/>
              </a:rPr>
              <a:t>m</a:t>
            </a:r>
            <a:r>
              <a:rPr dirty="0" smtClean="0" sz="1800" spc="0">
                <a:latin typeface="Times New Roman"/>
                <a:cs typeface="Times New Roman"/>
              </a:rPr>
              <a:t>pan</a:t>
            </a:r>
            <a:r>
              <a:rPr dirty="0" smtClean="0" sz="1800" spc="0">
                <a:latin typeface="Times New Roman"/>
                <a:cs typeface="Times New Roman"/>
              </a:rPr>
              <a:t> </a:t>
            </a:r>
            <a:r>
              <a:rPr dirty="0" smtClean="0" sz="1800" spc="0">
                <a:latin typeface="Times New Roman"/>
                <a:cs typeface="Times New Roman"/>
              </a:rPr>
              <a:t>dat</a:t>
            </a:r>
            <a:r>
              <a:rPr dirty="0" smtClean="0" sz="1800" spc="0">
                <a:latin typeface="Times New Roman"/>
                <a:cs typeface="Times New Roman"/>
              </a:rPr>
              <a:t>a</a:t>
            </a:r>
            <a:r>
              <a:rPr dirty="0" smtClean="0" sz="1800" spc="0">
                <a:latin typeface="Times New Roman"/>
                <a:cs typeface="Times New Roman"/>
              </a:rPr>
              <a:t>-</a:t>
            </a:r>
            <a:r>
              <a:rPr dirty="0" smtClean="0" sz="1800" spc="0">
                <a:latin typeface="Times New Roman"/>
                <a:cs typeface="Times New Roman"/>
              </a:rPr>
              <a:t>d</a:t>
            </a:r>
            <a:r>
              <a:rPr dirty="0" smtClean="0" sz="1800" spc="0">
                <a:latin typeface="Times New Roman"/>
                <a:cs typeface="Times New Roman"/>
              </a:rPr>
              <a:t>a</a:t>
            </a:r>
            <a:r>
              <a:rPr dirty="0" smtClean="0" sz="1800" spc="0">
                <a:latin typeface="Times New Roman"/>
                <a:cs typeface="Times New Roman"/>
              </a:rPr>
              <a:t>ta</a:t>
            </a:r>
            <a:r>
              <a:rPr dirty="0" smtClean="0" sz="1800" spc="0">
                <a:latin typeface="Times New Roman"/>
                <a:cs typeface="Times New Roman"/>
              </a:rPr>
              <a:t> </a:t>
            </a:r>
            <a:r>
              <a:rPr dirty="0" smtClean="0" sz="1800" spc="0">
                <a:latin typeface="Times New Roman"/>
                <a:cs typeface="Times New Roman"/>
              </a:rPr>
              <a:t>t</a:t>
            </a:r>
            <a:r>
              <a:rPr dirty="0" smtClean="0" sz="1800" spc="0">
                <a:latin typeface="Times New Roman"/>
                <a:cs typeface="Times New Roman"/>
              </a:rPr>
              <a:t>e</a:t>
            </a:r>
            <a:r>
              <a:rPr dirty="0" smtClean="0" sz="1800" spc="0">
                <a:latin typeface="Times New Roman"/>
                <a:cs typeface="Times New Roman"/>
              </a:rPr>
              <a:t>t</a:t>
            </a:r>
            <a:r>
              <a:rPr dirty="0" smtClean="0" sz="1800" spc="0">
                <a:latin typeface="Times New Roman"/>
                <a:cs typeface="Times New Roman"/>
              </a:rPr>
              <a:t>a</a:t>
            </a:r>
            <a:r>
              <a:rPr dirty="0" smtClean="0" sz="1800" spc="0">
                <a:latin typeface="Times New Roman"/>
                <a:cs typeface="Times New Roman"/>
              </a:rPr>
              <a:t>p</a:t>
            </a:r>
            <a:r>
              <a:rPr dirty="0" smtClean="0" sz="1800" spc="0">
                <a:latin typeface="Times New Roman"/>
                <a:cs typeface="Times New Roman"/>
              </a:rPr>
              <a:t> </a:t>
            </a:r>
            <a:r>
              <a:rPr dirty="0" smtClean="0" sz="1800" spc="0">
                <a:latin typeface="Times New Roman"/>
                <a:cs typeface="Times New Roman"/>
              </a:rPr>
              <a:t>dari</a:t>
            </a:r>
            <a:r>
              <a:rPr dirty="0" smtClean="0" sz="1800" spc="0">
                <a:latin typeface="Times New Roman"/>
                <a:cs typeface="Times New Roman"/>
              </a:rPr>
              <a:t> </a:t>
            </a:r>
            <a:r>
              <a:rPr dirty="0" smtClean="0" sz="1800" spc="0">
                <a:latin typeface="Times New Roman"/>
                <a:cs typeface="Times New Roman"/>
              </a:rPr>
              <a:t>p</a:t>
            </a:r>
            <a:r>
              <a:rPr dirty="0" smtClean="0" sz="1800" spc="0">
                <a:latin typeface="Times New Roman"/>
                <a:cs typeface="Times New Roman"/>
              </a:rPr>
              <a:t>e</a:t>
            </a:r>
            <a:r>
              <a:rPr dirty="0" smtClean="0" sz="1800" spc="0">
                <a:latin typeface="Times New Roman"/>
                <a:cs typeface="Times New Roman"/>
              </a:rPr>
              <a:t>l</a:t>
            </a:r>
            <a:r>
              <a:rPr dirty="0" smtClean="0" sz="1800" spc="0">
                <a:latin typeface="Times New Roman"/>
                <a:cs typeface="Times New Roman"/>
              </a:rPr>
              <a:t>a</a:t>
            </a:r>
            <a:r>
              <a:rPr dirty="0" smtClean="0" sz="1800" spc="0">
                <a:latin typeface="Times New Roman"/>
                <a:cs typeface="Times New Roman"/>
              </a:rPr>
              <a:t>n</a:t>
            </a:r>
            <a:r>
              <a:rPr dirty="0" smtClean="0" sz="1800" spc="0">
                <a:latin typeface="Times New Roman"/>
                <a:cs typeface="Times New Roman"/>
              </a:rPr>
              <a:t>g</a:t>
            </a:r>
            <a:r>
              <a:rPr dirty="0" smtClean="0" sz="1800" spc="0">
                <a:latin typeface="Times New Roman"/>
                <a:cs typeface="Times New Roman"/>
              </a:rPr>
              <a:t>g</a:t>
            </a:r>
            <a:r>
              <a:rPr dirty="0" smtClean="0" sz="1800" spc="0">
                <a:latin typeface="Times New Roman"/>
                <a:cs typeface="Times New Roman"/>
              </a:rPr>
              <a:t>an</a:t>
            </a:r>
            <a:endParaRPr sz="1800">
              <a:latin typeface="Times New Roman"/>
              <a:cs typeface="Times New Roman"/>
            </a:endParaRPr>
          </a:p>
          <a:p>
            <a:pPr marL="12700" marR="34290">
              <a:lnSpc>
                <a:spcPts val="1939"/>
              </a:lnSpc>
            </a:pPr>
            <a:r>
              <a:rPr dirty="0" smtClean="0" sz="1800" spc="0">
                <a:latin typeface="Times New Roman"/>
                <a:cs typeface="Times New Roman"/>
              </a:rPr>
              <a:t>dalam</a:t>
            </a:r>
            <a:r>
              <a:rPr dirty="0" smtClean="0" sz="1800" spc="0">
                <a:latin typeface="Times New Roman"/>
                <a:cs typeface="Times New Roman"/>
              </a:rPr>
              <a:t> </a:t>
            </a:r>
            <a:r>
              <a:rPr dirty="0" smtClean="0" sz="1800" spc="0">
                <a:latin typeface="Times New Roman"/>
                <a:cs typeface="Times New Roman"/>
              </a:rPr>
              <a:t>MSC</a:t>
            </a:r>
            <a:r>
              <a:rPr dirty="0" smtClean="0" sz="1800" spc="0">
                <a:latin typeface="Times New Roman"/>
                <a:cs typeface="Times New Roman"/>
              </a:rPr>
              <a:t> </a:t>
            </a:r>
            <a:r>
              <a:rPr dirty="0" smtClean="0" sz="1800" spc="0">
                <a:latin typeface="Times New Roman"/>
                <a:cs typeface="Times New Roman"/>
              </a:rPr>
              <a:t>itu</a:t>
            </a:r>
            <a:r>
              <a:rPr dirty="0" smtClean="0" sz="1800" spc="0">
                <a:latin typeface="Times New Roman"/>
                <a:cs typeface="Times New Roman"/>
              </a:rPr>
              <a:t> </a:t>
            </a:r>
            <a:r>
              <a:rPr dirty="0" smtClean="0" sz="1800" spc="0">
                <a:latin typeface="Times New Roman"/>
                <a:cs typeface="Times New Roman"/>
              </a:rPr>
              <a:t>sendir</a:t>
            </a:r>
            <a:r>
              <a:rPr dirty="0" smtClean="0" sz="1800" spc="0">
                <a:latin typeface="Times New Roman"/>
                <a:cs typeface="Times New Roman"/>
              </a:rPr>
              <a:t>i</a:t>
            </a:r>
            <a:r>
              <a:rPr dirty="0" smtClean="0" sz="1800" spc="0">
                <a:latin typeface="Times New Roman"/>
                <a:cs typeface="Times New Roman"/>
              </a:rPr>
              <a:t>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31140" y="6472848"/>
            <a:ext cx="1024727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b="1">
                <a:latin typeface="Georgia"/>
                <a:cs typeface="Georgia"/>
              </a:rPr>
              <a:t>M</a:t>
            </a:r>
            <a:r>
              <a:rPr dirty="0" smtClean="0" sz="1800" b="1">
                <a:latin typeface="Georgia"/>
                <a:cs typeface="Georgia"/>
              </a:rPr>
              <a:t>o</a:t>
            </a:r>
            <a:r>
              <a:rPr dirty="0" smtClean="0" sz="1800" b="1">
                <a:latin typeface="Georgia"/>
                <a:cs typeface="Georgia"/>
              </a:rPr>
              <a:t>d</a:t>
            </a:r>
            <a:r>
              <a:rPr dirty="0" smtClean="0" sz="1800" b="1">
                <a:latin typeface="Georgia"/>
                <a:cs typeface="Georgia"/>
              </a:rPr>
              <a:t>ul</a:t>
            </a:r>
            <a:r>
              <a:rPr dirty="0" smtClean="0" sz="1800" b="1">
                <a:latin typeface="Georgia"/>
                <a:cs typeface="Georgia"/>
              </a:rPr>
              <a:t> </a:t>
            </a:r>
            <a:r>
              <a:rPr dirty="0" smtClean="0" sz="1800" b="1"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12875" y="6472848"/>
            <a:ext cx="4393493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0" b="1">
                <a:latin typeface="Georgia"/>
                <a:cs typeface="Georgia"/>
              </a:rPr>
              <a:t>S</a:t>
            </a:r>
            <a:r>
              <a:rPr dirty="0" smtClean="0" sz="1800" spc="0" b="1">
                <a:latin typeface="Georgia"/>
                <a:cs typeface="Georgia"/>
              </a:rPr>
              <a:t>istem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K</a:t>
            </a:r>
            <a:r>
              <a:rPr dirty="0" smtClean="0" sz="1800" spc="0" b="1">
                <a:latin typeface="Georgia"/>
                <a:cs typeface="Georgia"/>
              </a:rPr>
              <a:t>o</a:t>
            </a: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unik</a:t>
            </a:r>
            <a:r>
              <a:rPr dirty="0" smtClean="0" sz="1800" spc="0" b="1">
                <a:latin typeface="Georgia"/>
                <a:cs typeface="Georgia"/>
              </a:rPr>
              <a:t>a</a:t>
            </a:r>
            <a:r>
              <a:rPr dirty="0" smtClean="0" sz="1800" spc="0" b="1">
                <a:latin typeface="Georgia"/>
                <a:cs typeface="Georgia"/>
              </a:rPr>
              <a:t>si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B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r>
              <a:rPr dirty="0" smtClean="0" sz="1800" spc="0" b="1">
                <a:latin typeface="Georgia"/>
                <a:cs typeface="Georgia"/>
              </a:rPr>
              <a:t>g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r>
              <a:rPr dirty="0" smtClean="0" sz="1800" spc="0" b="1">
                <a:latin typeface="Georgia"/>
                <a:cs typeface="Georgia"/>
              </a:rPr>
              <a:t>a</a:t>
            </a:r>
            <a:r>
              <a:rPr dirty="0" smtClean="0" sz="1800" spc="0" b="1">
                <a:latin typeface="Georgia"/>
                <a:cs typeface="Georgia"/>
              </a:rPr>
              <a:t>k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S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lul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479280" y="6472848"/>
            <a:ext cx="313901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b="1">
                <a:latin typeface="Georgia"/>
                <a:cs typeface="Georgia"/>
              </a:rPr>
              <a:t>13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67916" y="745612"/>
            <a:ext cx="107804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" name="object 3"/>
          <p:cNvSpPr txBox="1"/>
          <p:nvPr/>
        </p:nvSpPr>
        <p:spPr>
          <a:xfrm>
            <a:off x="1476584" y="2268416"/>
            <a:ext cx="57934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" name="object 2"/>
          <p:cNvSpPr txBox="1"/>
          <p:nvPr/>
        </p:nvSpPr>
        <p:spPr>
          <a:xfrm>
            <a:off x="1595758" y="2268416"/>
            <a:ext cx="58155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object 36"/>
          <p:cNvSpPr/>
          <p:nvPr/>
        </p:nvSpPr>
        <p:spPr>
          <a:xfrm>
            <a:off x="0" y="6400800"/>
            <a:ext cx="9903460" cy="457196"/>
          </a:xfrm>
          <a:custGeom>
            <a:avLst/>
            <a:gdLst/>
            <a:ahLst/>
            <a:cxnLst/>
            <a:rect l="l" t="t" r="r" b="b"/>
            <a:pathLst>
              <a:path w="9903460" h="457196">
                <a:moveTo>
                  <a:pt x="9903460" y="457196"/>
                </a:moveTo>
                <a:lnTo>
                  <a:pt x="9903460" y="0"/>
                </a:lnTo>
                <a:lnTo>
                  <a:pt x="0" y="0"/>
                </a:lnTo>
                <a:lnTo>
                  <a:pt x="0" y="457196"/>
                </a:lnTo>
                <a:lnTo>
                  <a:pt x="9903460" y="457196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7" name="object 37"/>
          <p:cNvSpPr/>
          <p:nvPr/>
        </p:nvSpPr>
        <p:spPr>
          <a:xfrm>
            <a:off x="153670" y="640207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58419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4" name="object 34"/>
          <p:cNvSpPr/>
          <p:nvPr/>
        </p:nvSpPr>
        <p:spPr>
          <a:xfrm>
            <a:off x="0" y="0"/>
            <a:ext cx="9903460" cy="609600"/>
          </a:xfrm>
          <a:custGeom>
            <a:avLst/>
            <a:gdLst/>
            <a:ahLst/>
            <a:cxnLst/>
            <a:rect l="l" t="t" r="r" b="b"/>
            <a:pathLst>
              <a:path w="9903460" h="609600">
                <a:moveTo>
                  <a:pt x="0" y="609600"/>
                </a:moveTo>
                <a:lnTo>
                  <a:pt x="9903460" y="609600"/>
                </a:lnTo>
                <a:lnTo>
                  <a:pt x="9903460" y="0"/>
                </a:lnTo>
                <a:lnTo>
                  <a:pt x="0" y="0"/>
                </a:lnTo>
                <a:lnTo>
                  <a:pt x="0" y="60960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5" name="object 35"/>
          <p:cNvSpPr/>
          <p:nvPr/>
        </p:nvSpPr>
        <p:spPr>
          <a:xfrm>
            <a:off x="111760" y="60960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76200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8" name="object 28"/>
          <p:cNvSpPr/>
          <p:nvPr/>
        </p:nvSpPr>
        <p:spPr>
          <a:xfrm>
            <a:off x="6273918" y="2965695"/>
            <a:ext cx="2132169" cy="312875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9" name="object 29"/>
          <p:cNvSpPr/>
          <p:nvPr/>
        </p:nvSpPr>
        <p:spPr>
          <a:xfrm>
            <a:off x="8387271" y="4003201"/>
            <a:ext cx="211194" cy="0"/>
          </a:xfrm>
          <a:custGeom>
            <a:avLst/>
            <a:gdLst/>
            <a:ahLst/>
            <a:cxnLst/>
            <a:rect l="l" t="t" r="r" b="b"/>
            <a:pathLst>
              <a:path w="211194" h="0">
                <a:moveTo>
                  <a:pt x="0" y="0"/>
                </a:moveTo>
                <a:lnTo>
                  <a:pt x="211194" y="0"/>
                </a:lnTo>
              </a:path>
            </a:pathLst>
          </a:custGeom>
          <a:ln w="4827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0" name="object 30"/>
          <p:cNvSpPr/>
          <p:nvPr/>
        </p:nvSpPr>
        <p:spPr>
          <a:xfrm>
            <a:off x="8391969" y="3321663"/>
            <a:ext cx="211194" cy="0"/>
          </a:xfrm>
          <a:custGeom>
            <a:avLst/>
            <a:gdLst/>
            <a:ahLst/>
            <a:cxnLst/>
            <a:rect l="l" t="t" r="r" b="b"/>
            <a:pathLst>
              <a:path w="211194" h="0">
                <a:moveTo>
                  <a:pt x="0" y="0"/>
                </a:moveTo>
                <a:lnTo>
                  <a:pt x="211194" y="0"/>
                </a:lnTo>
              </a:path>
            </a:pathLst>
          </a:custGeom>
          <a:ln w="4827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1" name="object 31"/>
          <p:cNvSpPr/>
          <p:nvPr/>
        </p:nvSpPr>
        <p:spPr>
          <a:xfrm>
            <a:off x="6104775" y="3225022"/>
            <a:ext cx="211194" cy="0"/>
          </a:xfrm>
          <a:custGeom>
            <a:avLst/>
            <a:gdLst/>
            <a:ahLst/>
            <a:cxnLst/>
            <a:rect l="l" t="t" r="r" b="b"/>
            <a:pathLst>
              <a:path w="211194" h="0">
                <a:moveTo>
                  <a:pt x="0" y="0"/>
                </a:moveTo>
                <a:lnTo>
                  <a:pt x="211194" y="0"/>
                </a:lnTo>
              </a:path>
            </a:pathLst>
          </a:custGeom>
          <a:ln w="4827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2" name="object 32"/>
          <p:cNvSpPr/>
          <p:nvPr/>
        </p:nvSpPr>
        <p:spPr>
          <a:xfrm>
            <a:off x="6104775" y="3919300"/>
            <a:ext cx="211194" cy="0"/>
          </a:xfrm>
          <a:custGeom>
            <a:avLst/>
            <a:gdLst/>
            <a:ahLst/>
            <a:cxnLst/>
            <a:rect l="l" t="t" r="r" b="b"/>
            <a:pathLst>
              <a:path w="211194" h="0">
                <a:moveTo>
                  <a:pt x="0" y="0"/>
                </a:moveTo>
                <a:lnTo>
                  <a:pt x="211194" y="0"/>
                </a:lnTo>
              </a:path>
            </a:pathLst>
          </a:custGeom>
          <a:ln w="4827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3" name="object 33"/>
          <p:cNvSpPr/>
          <p:nvPr/>
        </p:nvSpPr>
        <p:spPr>
          <a:xfrm>
            <a:off x="5691196" y="3928085"/>
            <a:ext cx="422975" cy="373912"/>
          </a:xfrm>
          <a:custGeom>
            <a:avLst/>
            <a:gdLst/>
            <a:ahLst/>
            <a:cxnLst/>
            <a:rect l="l" t="t" r="r" b="b"/>
            <a:pathLst>
              <a:path w="422975" h="373912">
                <a:moveTo>
                  <a:pt x="0" y="373912"/>
                </a:moveTo>
                <a:lnTo>
                  <a:pt x="422975" y="0"/>
                </a:lnTo>
              </a:path>
            </a:pathLst>
          </a:custGeom>
          <a:ln w="4974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7" name="object 27"/>
          <p:cNvSpPr/>
          <p:nvPr/>
        </p:nvSpPr>
        <p:spPr>
          <a:xfrm>
            <a:off x="3666987" y="4925972"/>
            <a:ext cx="2498858" cy="140151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6" name="object 26"/>
          <p:cNvSpPr/>
          <p:nvPr/>
        </p:nvSpPr>
        <p:spPr>
          <a:xfrm>
            <a:off x="8809659" y="4899105"/>
            <a:ext cx="455888" cy="123043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5" name="object 25"/>
          <p:cNvSpPr/>
          <p:nvPr/>
        </p:nvSpPr>
        <p:spPr>
          <a:xfrm>
            <a:off x="1371600" y="3810000"/>
            <a:ext cx="1628139" cy="2362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78740" y="159670"/>
            <a:ext cx="364032" cy="330200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dirty="0" smtClean="0" sz="2400" spc="-47" b="1">
                <a:latin typeface="Arial"/>
                <a:cs typeface="Arial"/>
              </a:rPr>
              <a:t>A</a:t>
            </a:r>
            <a:r>
              <a:rPr dirty="0" smtClean="0" sz="2400" spc="-47" b="1"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67055" y="159670"/>
            <a:ext cx="1981301" cy="330200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dirty="0" smtClean="0" sz="2400" spc="-2" b="1">
                <a:latin typeface="Arial"/>
                <a:cs typeface="Arial"/>
              </a:rPr>
              <a:t>Pen</a:t>
            </a:r>
            <a:r>
              <a:rPr dirty="0" smtClean="0" sz="2400" spc="-2" b="1">
                <a:latin typeface="Arial"/>
                <a:cs typeface="Arial"/>
              </a:rPr>
              <a:t>d</a:t>
            </a:r>
            <a:r>
              <a:rPr dirty="0" smtClean="0" sz="2400" spc="-2" b="1">
                <a:latin typeface="Arial"/>
                <a:cs typeface="Arial"/>
              </a:rPr>
              <a:t>ah</a:t>
            </a:r>
            <a:r>
              <a:rPr dirty="0" smtClean="0" sz="2400" spc="-2" b="1">
                <a:latin typeface="Arial"/>
                <a:cs typeface="Arial"/>
              </a:rPr>
              <a:t>u</a:t>
            </a:r>
            <a:r>
              <a:rPr dirty="0" smtClean="0" sz="2400" spc="-2" b="1">
                <a:latin typeface="Arial"/>
                <a:cs typeface="Arial"/>
              </a:rPr>
              <a:t>l</a:t>
            </a:r>
            <a:r>
              <a:rPr dirty="0" smtClean="0" sz="2400" spc="-2" b="1">
                <a:latin typeface="Arial"/>
                <a:cs typeface="Arial"/>
              </a:rPr>
              <a:t>u</a:t>
            </a:r>
            <a:r>
              <a:rPr dirty="0" smtClean="0" sz="2400" spc="-2" b="1">
                <a:latin typeface="Arial"/>
                <a:cs typeface="Arial"/>
              </a:rPr>
              <a:t>an</a:t>
            </a:r>
            <a:endParaRPr sz="24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44500" y="847272"/>
            <a:ext cx="1107326" cy="237214"/>
          </a:xfrm>
          <a:prstGeom prst="rect">
            <a:avLst/>
          </a:prstGeom>
        </p:spPr>
        <p:txBody>
          <a:bodyPr wrap="square" lIns="0" tIns="11430" rIns="0" bIns="0" rtlCol="0">
            <a:noAutofit/>
          </a:bodyPr>
          <a:lstStyle/>
          <a:p>
            <a:pPr marL="12700">
              <a:lnSpc>
                <a:spcPts val="1800"/>
              </a:lnSpc>
            </a:pPr>
            <a:r>
              <a:rPr dirty="0" smtClean="0" sz="1650" spc="7" b="1" u="heavy">
                <a:latin typeface="Arial"/>
                <a:cs typeface="Arial"/>
              </a:rPr>
              <a:t>R</a:t>
            </a:r>
            <a:r>
              <a:rPr dirty="0" smtClean="0" sz="1650" spc="7" b="1" u="heavy">
                <a:latin typeface="Arial"/>
                <a:cs typeface="Arial"/>
              </a:rPr>
              <a:t>B</a:t>
            </a:r>
            <a:r>
              <a:rPr dirty="0" smtClean="0" sz="1650" spc="7" b="1" u="heavy">
                <a:latin typeface="Arial"/>
                <a:cs typeface="Arial"/>
              </a:rPr>
              <a:t>S</a:t>
            </a:r>
            <a:r>
              <a:rPr dirty="0" smtClean="0" sz="1650" spc="7" b="1" u="heavy">
                <a:latin typeface="Arial"/>
                <a:cs typeface="Arial"/>
              </a:rPr>
              <a:t> </a:t>
            </a:r>
            <a:r>
              <a:rPr dirty="0" smtClean="0" sz="1650" spc="7" b="1" u="heavy">
                <a:latin typeface="Arial"/>
                <a:cs typeface="Arial"/>
              </a:rPr>
              <a:t>/</a:t>
            </a:r>
            <a:r>
              <a:rPr dirty="0" smtClean="0" sz="1650" spc="7" b="1" u="heavy">
                <a:latin typeface="Arial"/>
                <a:cs typeface="Arial"/>
              </a:rPr>
              <a:t> </a:t>
            </a:r>
            <a:r>
              <a:rPr dirty="0" smtClean="0" sz="1650" spc="7" b="1" u="heavy">
                <a:latin typeface="Arial"/>
                <a:cs typeface="Arial"/>
              </a:rPr>
              <a:t>B</a:t>
            </a:r>
            <a:r>
              <a:rPr dirty="0" smtClean="0" sz="1650" spc="7" b="1" u="heavy">
                <a:latin typeface="Arial"/>
                <a:cs typeface="Arial"/>
              </a:rPr>
              <a:t>T</a:t>
            </a:r>
            <a:r>
              <a:rPr dirty="0" smtClean="0" sz="1650" spc="7" b="1" u="heavy">
                <a:latin typeface="Arial"/>
                <a:cs typeface="Arial"/>
              </a:rPr>
              <a:t>S</a:t>
            </a:r>
            <a:endParaRPr sz="165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59601" y="1089165"/>
            <a:ext cx="181269" cy="482126"/>
          </a:xfrm>
          <a:prstGeom prst="rect">
            <a:avLst/>
          </a:prstGeom>
        </p:spPr>
        <p:txBody>
          <a:bodyPr wrap="square" lIns="0" tIns="11430" rIns="0" bIns="0" rtlCol="0">
            <a:noAutofit/>
          </a:bodyPr>
          <a:lstStyle/>
          <a:p>
            <a:pPr marL="12700">
              <a:lnSpc>
                <a:spcPts val="1800"/>
              </a:lnSpc>
            </a:pPr>
            <a:r>
              <a:rPr dirty="0" smtClean="0" sz="1650" spc="8">
                <a:latin typeface="Arial"/>
                <a:cs typeface="Arial"/>
              </a:rPr>
              <a:t>=</a:t>
            </a:r>
            <a:endParaRPr sz="1650">
              <a:latin typeface="Arial"/>
              <a:cs typeface="Arial"/>
            </a:endParaRPr>
          </a:p>
          <a:p>
            <a:pPr marL="12700">
              <a:lnSpc>
                <a:spcPct val="95825"/>
              </a:lnSpc>
            </a:pPr>
            <a:r>
              <a:rPr dirty="0" smtClean="0" sz="1650" spc="8">
                <a:latin typeface="Arial"/>
                <a:cs typeface="Arial"/>
              </a:rPr>
              <a:t>=</a:t>
            </a:r>
            <a:endParaRPr sz="165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75066" y="1089165"/>
            <a:ext cx="5674871" cy="1697175"/>
          </a:xfrm>
          <a:prstGeom prst="rect">
            <a:avLst/>
          </a:prstGeom>
        </p:spPr>
        <p:txBody>
          <a:bodyPr wrap="square" lIns="0" tIns="11430" rIns="0" bIns="0" rtlCol="0">
            <a:noAutofit/>
          </a:bodyPr>
          <a:lstStyle/>
          <a:p>
            <a:pPr marL="12700" marR="23444">
              <a:lnSpc>
                <a:spcPts val="1800"/>
              </a:lnSpc>
            </a:pPr>
            <a:r>
              <a:rPr dirty="0" smtClean="0" sz="1650" spc="6">
                <a:latin typeface="Arial"/>
                <a:cs typeface="Arial"/>
              </a:rPr>
              <a:t>R</a:t>
            </a:r>
            <a:r>
              <a:rPr dirty="0" smtClean="0" sz="1650" spc="6">
                <a:latin typeface="Arial"/>
                <a:cs typeface="Arial"/>
              </a:rPr>
              <a:t>ad</a:t>
            </a:r>
            <a:r>
              <a:rPr dirty="0" smtClean="0" sz="1650" spc="6">
                <a:latin typeface="Arial"/>
                <a:cs typeface="Arial"/>
              </a:rPr>
              <a:t>i</a:t>
            </a:r>
            <a:r>
              <a:rPr dirty="0" smtClean="0" sz="1650" spc="6">
                <a:latin typeface="Arial"/>
                <a:cs typeface="Arial"/>
              </a:rPr>
              <a:t>o</a:t>
            </a:r>
            <a:r>
              <a:rPr dirty="0" smtClean="0" sz="1650" spc="6">
                <a:latin typeface="Arial"/>
                <a:cs typeface="Arial"/>
              </a:rPr>
              <a:t> </a:t>
            </a:r>
            <a:r>
              <a:rPr dirty="0" smtClean="0" sz="1650" spc="6">
                <a:latin typeface="Arial"/>
                <a:cs typeface="Arial"/>
              </a:rPr>
              <a:t>B</a:t>
            </a:r>
            <a:r>
              <a:rPr dirty="0" smtClean="0" sz="1650" spc="6">
                <a:latin typeface="Arial"/>
                <a:cs typeface="Arial"/>
              </a:rPr>
              <a:t>ase</a:t>
            </a:r>
            <a:r>
              <a:rPr dirty="0" smtClean="0" sz="1650" spc="6">
                <a:latin typeface="Arial"/>
                <a:cs typeface="Arial"/>
              </a:rPr>
              <a:t> </a:t>
            </a:r>
            <a:r>
              <a:rPr dirty="0" smtClean="0" sz="1650" spc="6">
                <a:latin typeface="Arial"/>
                <a:cs typeface="Arial"/>
              </a:rPr>
              <a:t>S</a:t>
            </a:r>
            <a:r>
              <a:rPr dirty="0" smtClean="0" sz="1650" spc="6">
                <a:latin typeface="Arial"/>
                <a:cs typeface="Arial"/>
              </a:rPr>
              <a:t>t</a:t>
            </a:r>
            <a:r>
              <a:rPr dirty="0" smtClean="0" sz="1650" spc="6">
                <a:latin typeface="Arial"/>
                <a:cs typeface="Arial"/>
              </a:rPr>
              <a:t>a</a:t>
            </a:r>
            <a:r>
              <a:rPr dirty="0" smtClean="0" sz="1650" spc="6">
                <a:latin typeface="Arial"/>
                <a:cs typeface="Arial"/>
              </a:rPr>
              <a:t>t</a:t>
            </a:r>
            <a:r>
              <a:rPr dirty="0" smtClean="0" sz="1650" spc="6">
                <a:latin typeface="Arial"/>
                <a:cs typeface="Arial"/>
              </a:rPr>
              <a:t>i</a:t>
            </a:r>
            <a:r>
              <a:rPr dirty="0" smtClean="0" sz="1650" spc="6">
                <a:latin typeface="Arial"/>
                <a:cs typeface="Arial"/>
              </a:rPr>
              <a:t>on</a:t>
            </a:r>
            <a:r>
              <a:rPr dirty="0" smtClean="0" sz="1650" spc="6">
                <a:latin typeface="Arial"/>
                <a:cs typeface="Arial"/>
              </a:rPr>
              <a:t> </a:t>
            </a:r>
            <a:r>
              <a:rPr dirty="0" smtClean="0" sz="1650" spc="6">
                <a:latin typeface="Arial"/>
                <a:cs typeface="Arial"/>
              </a:rPr>
              <a:t>/</a:t>
            </a:r>
            <a:r>
              <a:rPr dirty="0" smtClean="0" sz="1650" spc="6">
                <a:latin typeface="Arial"/>
                <a:cs typeface="Arial"/>
              </a:rPr>
              <a:t> </a:t>
            </a:r>
            <a:r>
              <a:rPr dirty="0" smtClean="0" sz="1650" spc="6">
                <a:latin typeface="Arial"/>
                <a:cs typeface="Arial"/>
              </a:rPr>
              <a:t>B</a:t>
            </a:r>
            <a:r>
              <a:rPr dirty="0" smtClean="0" sz="1650" spc="6">
                <a:latin typeface="Arial"/>
                <a:cs typeface="Arial"/>
              </a:rPr>
              <a:t>ase</a:t>
            </a:r>
            <a:r>
              <a:rPr dirty="0" smtClean="0" sz="1650" spc="6">
                <a:latin typeface="Arial"/>
                <a:cs typeface="Arial"/>
              </a:rPr>
              <a:t> </a:t>
            </a:r>
            <a:r>
              <a:rPr dirty="0" smtClean="0" sz="1650" spc="6">
                <a:latin typeface="Arial"/>
                <a:cs typeface="Arial"/>
              </a:rPr>
              <a:t>Transce</a:t>
            </a:r>
            <a:r>
              <a:rPr dirty="0" smtClean="0" sz="1650" spc="6">
                <a:latin typeface="Arial"/>
                <a:cs typeface="Arial"/>
              </a:rPr>
              <a:t>i</a:t>
            </a:r>
            <a:r>
              <a:rPr dirty="0" smtClean="0" sz="1650" spc="6">
                <a:latin typeface="Arial"/>
                <a:cs typeface="Arial"/>
              </a:rPr>
              <a:t>ver</a:t>
            </a:r>
            <a:r>
              <a:rPr dirty="0" smtClean="0" sz="1650" spc="6">
                <a:latin typeface="Arial"/>
                <a:cs typeface="Arial"/>
              </a:rPr>
              <a:t> </a:t>
            </a:r>
            <a:r>
              <a:rPr dirty="0" smtClean="0" sz="1650" spc="6">
                <a:latin typeface="Arial"/>
                <a:cs typeface="Arial"/>
              </a:rPr>
              <a:t>S</a:t>
            </a:r>
            <a:r>
              <a:rPr dirty="0" smtClean="0" sz="1650" spc="6">
                <a:latin typeface="Arial"/>
                <a:cs typeface="Arial"/>
              </a:rPr>
              <a:t>t</a:t>
            </a:r>
            <a:r>
              <a:rPr dirty="0" smtClean="0" sz="1650" spc="6">
                <a:latin typeface="Arial"/>
                <a:cs typeface="Arial"/>
              </a:rPr>
              <a:t>a</a:t>
            </a:r>
            <a:r>
              <a:rPr dirty="0" smtClean="0" sz="1650" spc="6">
                <a:latin typeface="Arial"/>
                <a:cs typeface="Arial"/>
              </a:rPr>
              <a:t>t</a:t>
            </a:r>
            <a:r>
              <a:rPr dirty="0" smtClean="0" sz="1650" spc="6">
                <a:latin typeface="Arial"/>
                <a:cs typeface="Arial"/>
              </a:rPr>
              <a:t>i</a:t>
            </a:r>
            <a:r>
              <a:rPr dirty="0" smtClean="0" sz="1650" spc="6">
                <a:latin typeface="Arial"/>
                <a:cs typeface="Arial"/>
              </a:rPr>
              <a:t>on</a:t>
            </a:r>
            <a:endParaRPr sz="1650">
              <a:latin typeface="Arial"/>
              <a:cs typeface="Arial"/>
            </a:endParaRPr>
          </a:p>
          <a:p>
            <a:pPr marL="12700">
              <a:lnSpc>
                <a:spcPct val="96783"/>
              </a:lnSpc>
            </a:pPr>
            <a:r>
              <a:rPr dirty="0" smtClean="0" sz="1650" spc="17">
                <a:latin typeface="Arial"/>
                <a:cs typeface="Arial"/>
              </a:rPr>
              <a:t>M</a:t>
            </a:r>
            <a:r>
              <a:rPr dirty="0" smtClean="0" sz="1650" spc="17">
                <a:latin typeface="Arial"/>
                <a:cs typeface="Arial"/>
              </a:rPr>
              <a:t>e</a:t>
            </a:r>
            <a:r>
              <a:rPr dirty="0" smtClean="0" sz="1650" spc="17">
                <a:latin typeface="Arial"/>
                <a:cs typeface="Arial"/>
              </a:rPr>
              <a:t>r</a:t>
            </a:r>
            <a:r>
              <a:rPr dirty="0" smtClean="0" sz="1650" spc="17">
                <a:latin typeface="Arial"/>
                <a:cs typeface="Arial"/>
              </a:rPr>
              <a:t>upakan</a:t>
            </a:r>
            <a:r>
              <a:rPr dirty="0" smtClean="0" sz="1650" spc="17">
                <a:latin typeface="Arial"/>
                <a:cs typeface="Arial"/>
              </a:rPr>
              <a:t> </a:t>
            </a:r>
            <a:r>
              <a:rPr dirty="0" smtClean="0" sz="1650" spc="17">
                <a:latin typeface="Arial"/>
                <a:cs typeface="Arial"/>
              </a:rPr>
              <a:t>pe</a:t>
            </a:r>
            <a:r>
              <a:rPr dirty="0" smtClean="0" sz="1650" spc="17">
                <a:latin typeface="Arial"/>
                <a:cs typeface="Arial"/>
              </a:rPr>
              <a:t>r</a:t>
            </a:r>
            <a:r>
              <a:rPr dirty="0" smtClean="0" sz="1650" spc="17">
                <a:latin typeface="Arial"/>
                <a:cs typeface="Arial"/>
              </a:rPr>
              <a:t>angkat</a:t>
            </a:r>
            <a:r>
              <a:rPr dirty="0" smtClean="0" sz="1650" spc="17">
                <a:latin typeface="Arial"/>
                <a:cs typeface="Arial"/>
              </a:rPr>
              <a:t> </a:t>
            </a:r>
            <a:r>
              <a:rPr dirty="0" smtClean="0" sz="1650" spc="17">
                <a:latin typeface="Arial"/>
                <a:cs typeface="Arial"/>
              </a:rPr>
              <a:t>t</a:t>
            </a:r>
            <a:r>
              <a:rPr dirty="0" smtClean="0" sz="1650" spc="17">
                <a:latin typeface="Arial"/>
                <a:cs typeface="Arial"/>
              </a:rPr>
              <a:t>r</a:t>
            </a:r>
            <a:r>
              <a:rPr dirty="0" smtClean="0" sz="1650" spc="17">
                <a:latin typeface="Arial"/>
                <a:cs typeface="Arial"/>
              </a:rPr>
              <a:t>ansce</a:t>
            </a:r>
            <a:r>
              <a:rPr dirty="0" smtClean="0" sz="1650" spc="17">
                <a:latin typeface="Arial"/>
                <a:cs typeface="Arial"/>
              </a:rPr>
              <a:t>i</a:t>
            </a:r>
            <a:r>
              <a:rPr dirty="0" smtClean="0" sz="1650" spc="17">
                <a:latin typeface="Arial"/>
                <a:cs typeface="Arial"/>
              </a:rPr>
              <a:t>ver</a:t>
            </a:r>
            <a:r>
              <a:rPr dirty="0" smtClean="0" sz="1650" spc="17">
                <a:latin typeface="Arial"/>
                <a:cs typeface="Arial"/>
              </a:rPr>
              <a:t> </a:t>
            </a:r>
            <a:r>
              <a:rPr dirty="0" smtClean="0" sz="1650" spc="17">
                <a:latin typeface="Arial"/>
                <a:cs typeface="Arial"/>
              </a:rPr>
              <a:t>y</a:t>
            </a:r>
            <a:r>
              <a:rPr dirty="0" smtClean="0" sz="1650" spc="17">
                <a:latin typeface="Arial"/>
                <a:cs typeface="Arial"/>
              </a:rPr>
              <a:t>ang</a:t>
            </a:r>
            <a:r>
              <a:rPr dirty="0" smtClean="0" sz="1650" spc="17">
                <a:latin typeface="Arial"/>
                <a:cs typeface="Arial"/>
              </a:rPr>
              <a:t> </a:t>
            </a:r>
            <a:r>
              <a:rPr dirty="0" smtClean="0" sz="1650" spc="17">
                <a:latin typeface="Arial"/>
                <a:cs typeface="Arial"/>
              </a:rPr>
              <a:t>be</a:t>
            </a:r>
            <a:r>
              <a:rPr dirty="0" smtClean="0" sz="1650" spc="17">
                <a:latin typeface="Arial"/>
                <a:cs typeface="Arial"/>
              </a:rPr>
              <a:t>r</a:t>
            </a:r>
            <a:r>
              <a:rPr dirty="0" smtClean="0" sz="1650" spc="17">
                <a:latin typeface="Arial"/>
                <a:cs typeface="Arial"/>
              </a:rPr>
              <a:t>hubungan</a:t>
            </a:r>
            <a:r>
              <a:rPr dirty="0" smtClean="0" sz="1650" spc="17">
                <a:latin typeface="Arial"/>
                <a:cs typeface="Arial"/>
              </a:rPr>
              <a:t> </a:t>
            </a:r>
            <a:r>
              <a:rPr dirty="0" smtClean="0" sz="1650" spc="17">
                <a:latin typeface="Arial"/>
                <a:cs typeface="Arial"/>
              </a:rPr>
              <a:t> </a:t>
            </a:r>
            <a:r>
              <a:rPr dirty="0" smtClean="0" sz="1650" spc="17">
                <a:latin typeface="Arial"/>
                <a:cs typeface="Arial"/>
              </a:rPr>
              <a:t>da</a:t>
            </a:r>
            <a:r>
              <a:rPr dirty="0" smtClean="0" sz="1650" spc="17">
                <a:latin typeface="Arial"/>
                <a:cs typeface="Arial"/>
              </a:rPr>
              <a:t>r</a:t>
            </a:r>
            <a:r>
              <a:rPr dirty="0" smtClean="0" sz="1650" spc="17">
                <a:latin typeface="Arial"/>
                <a:cs typeface="Arial"/>
              </a:rPr>
              <a:t>i</a:t>
            </a:r>
            <a:r>
              <a:rPr dirty="0" smtClean="0" sz="1650" spc="17">
                <a:latin typeface="Arial"/>
                <a:cs typeface="Arial"/>
              </a:rPr>
              <a:t> </a:t>
            </a:r>
            <a:r>
              <a:rPr dirty="0" smtClean="0" sz="1650" spc="17">
                <a:latin typeface="Arial"/>
                <a:cs typeface="Arial"/>
              </a:rPr>
              <a:t>pe</a:t>
            </a:r>
            <a:r>
              <a:rPr dirty="0" smtClean="0" sz="1650" spc="17">
                <a:latin typeface="Arial"/>
                <a:cs typeface="Arial"/>
              </a:rPr>
              <a:t>l</a:t>
            </a:r>
            <a:r>
              <a:rPr dirty="0" smtClean="0" sz="1650" spc="17">
                <a:latin typeface="Arial"/>
                <a:cs typeface="Arial"/>
              </a:rPr>
              <a:t>anggan</a:t>
            </a:r>
            <a:r>
              <a:rPr dirty="0" smtClean="0" sz="1650" spc="17">
                <a:latin typeface="Arial"/>
                <a:cs typeface="Arial"/>
              </a:rPr>
              <a:t> </a:t>
            </a:r>
            <a:r>
              <a:rPr dirty="0" smtClean="0" sz="1650" spc="17">
                <a:latin typeface="Arial"/>
                <a:cs typeface="Arial"/>
              </a:rPr>
              <a:t>(</a:t>
            </a:r>
            <a:r>
              <a:rPr dirty="0" smtClean="0" sz="1650" spc="17">
                <a:latin typeface="Arial"/>
                <a:cs typeface="Arial"/>
              </a:rPr>
              <a:t>I</a:t>
            </a:r>
            <a:r>
              <a:rPr dirty="0" smtClean="0" sz="1650" spc="17">
                <a:latin typeface="Arial"/>
                <a:cs typeface="Arial"/>
              </a:rPr>
              <a:t>n</a:t>
            </a:r>
            <a:r>
              <a:rPr dirty="0" smtClean="0" sz="1650" spc="17">
                <a:latin typeface="Arial"/>
                <a:cs typeface="Arial"/>
              </a:rPr>
              <a:t>t</a:t>
            </a:r>
            <a:r>
              <a:rPr dirty="0" smtClean="0" sz="1650" spc="17">
                <a:latin typeface="Arial"/>
                <a:cs typeface="Arial"/>
              </a:rPr>
              <a:t>e</a:t>
            </a:r>
            <a:r>
              <a:rPr dirty="0" smtClean="0" sz="1650" spc="17">
                <a:latin typeface="Arial"/>
                <a:cs typeface="Arial"/>
              </a:rPr>
              <a:t>r</a:t>
            </a:r>
            <a:r>
              <a:rPr dirty="0" smtClean="0" sz="1650" spc="17">
                <a:latin typeface="Arial"/>
                <a:cs typeface="Arial"/>
              </a:rPr>
              <a:t>f</a:t>
            </a:r>
            <a:r>
              <a:rPr dirty="0" smtClean="0" sz="1650" spc="17">
                <a:latin typeface="Arial"/>
                <a:cs typeface="Arial"/>
              </a:rPr>
              <a:t>ace</a:t>
            </a:r>
            <a:r>
              <a:rPr dirty="0" smtClean="0" sz="1650" spc="17">
                <a:latin typeface="Arial"/>
                <a:cs typeface="Arial"/>
              </a:rPr>
              <a:t> </a:t>
            </a:r>
            <a:r>
              <a:rPr dirty="0" smtClean="0" sz="1650" spc="17">
                <a:latin typeface="Arial"/>
                <a:cs typeface="Arial"/>
              </a:rPr>
              <a:t>/</a:t>
            </a:r>
            <a:r>
              <a:rPr dirty="0" smtClean="0" sz="1650" spc="17">
                <a:latin typeface="Arial"/>
                <a:cs typeface="Arial"/>
              </a:rPr>
              <a:t> </a:t>
            </a:r>
            <a:r>
              <a:rPr dirty="0" smtClean="0" sz="1650" spc="17">
                <a:latin typeface="Arial"/>
                <a:cs typeface="Arial"/>
              </a:rPr>
              <a:t>r</a:t>
            </a:r>
            <a:r>
              <a:rPr dirty="0" smtClean="0" sz="1650" spc="17">
                <a:latin typeface="Arial"/>
                <a:cs typeface="Arial"/>
              </a:rPr>
              <a:t>epea</a:t>
            </a:r>
            <a:r>
              <a:rPr dirty="0" smtClean="0" sz="1650" spc="17">
                <a:latin typeface="Arial"/>
                <a:cs typeface="Arial"/>
              </a:rPr>
              <a:t>t</a:t>
            </a:r>
            <a:r>
              <a:rPr dirty="0" smtClean="0" sz="1650" spc="17">
                <a:latin typeface="Arial"/>
                <a:cs typeface="Arial"/>
              </a:rPr>
              <a:t>er</a:t>
            </a:r>
            <a:r>
              <a:rPr dirty="0" smtClean="0" sz="1650" spc="17">
                <a:latin typeface="Arial"/>
                <a:cs typeface="Arial"/>
              </a:rPr>
              <a:t> </a:t>
            </a:r>
            <a:r>
              <a:rPr dirty="0" smtClean="0" sz="1650" spc="17">
                <a:latin typeface="Arial"/>
                <a:cs typeface="Arial"/>
              </a:rPr>
              <a:t>an</a:t>
            </a:r>
            <a:r>
              <a:rPr dirty="0" smtClean="0" sz="1650" spc="17">
                <a:latin typeface="Arial"/>
                <a:cs typeface="Arial"/>
              </a:rPr>
              <a:t>t</a:t>
            </a:r>
            <a:r>
              <a:rPr dirty="0" smtClean="0" sz="1650" spc="17">
                <a:latin typeface="Arial"/>
                <a:cs typeface="Arial"/>
              </a:rPr>
              <a:t>a</a:t>
            </a:r>
            <a:r>
              <a:rPr dirty="0" smtClean="0" sz="1650" spc="17">
                <a:latin typeface="Arial"/>
                <a:cs typeface="Arial"/>
              </a:rPr>
              <a:t>r</a:t>
            </a:r>
            <a:r>
              <a:rPr dirty="0" smtClean="0" sz="1650" spc="17">
                <a:latin typeface="Arial"/>
                <a:cs typeface="Arial"/>
              </a:rPr>
              <a:t>a</a:t>
            </a:r>
            <a:r>
              <a:rPr dirty="0" smtClean="0" sz="1650" spc="17">
                <a:latin typeface="Arial"/>
                <a:cs typeface="Arial"/>
              </a:rPr>
              <a:t> </a:t>
            </a:r>
            <a:r>
              <a:rPr dirty="0" smtClean="0" sz="1650" spc="17">
                <a:latin typeface="Arial"/>
                <a:cs typeface="Arial"/>
              </a:rPr>
              <a:t>M</a:t>
            </a:r>
            <a:r>
              <a:rPr dirty="0" smtClean="0" sz="1650" spc="17">
                <a:latin typeface="Arial"/>
                <a:cs typeface="Arial"/>
              </a:rPr>
              <a:t>S</a:t>
            </a:r>
            <a:r>
              <a:rPr dirty="0" smtClean="0" sz="1650" spc="17">
                <a:latin typeface="Arial"/>
                <a:cs typeface="Arial"/>
              </a:rPr>
              <a:t> </a:t>
            </a:r>
            <a:r>
              <a:rPr dirty="0" smtClean="0" sz="1650" spc="17">
                <a:latin typeface="Arial"/>
                <a:cs typeface="Arial"/>
              </a:rPr>
              <a:t>dan</a:t>
            </a:r>
            <a:r>
              <a:rPr dirty="0" smtClean="0" sz="1650" spc="17">
                <a:latin typeface="Arial"/>
                <a:cs typeface="Arial"/>
              </a:rPr>
              <a:t> </a:t>
            </a:r>
            <a:r>
              <a:rPr dirty="0" smtClean="0" sz="1650" spc="17">
                <a:latin typeface="Arial"/>
                <a:cs typeface="Arial"/>
              </a:rPr>
              <a:t>M</a:t>
            </a:r>
            <a:r>
              <a:rPr dirty="0" smtClean="0" sz="1650" spc="17">
                <a:latin typeface="Arial"/>
                <a:cs typeface="Arial"/>
              </a:rPr>
              <a:t>S</a:t>
            </a:r>
            <a:r>
              <a:rPr dirty="0" smtClean="0" sz="1650" spc="17">
                <a:latin typeface="Arial"/>
                <a:cs typeface="Arial"/>
              </a:rPr>
              <a:t>C</a:t>
            </a:r>
            <a:r>
              <a:rPr dirty="0" smtClean="0" sz="1650" spc="17">
                <a:latin typeface="Arial"/>
                <a:cs typeface="Arial"/>
              </a:rPr>
              <a:t>)</a:t>
            </a:r>
            <a:r>
              <a:rPr dirty="0" smtClean="0" sz="1650" spc="17">
                <a:latin typeface="Arial"/>
                <a:cs typeface="Arial"/>
              </a:rPr>
              <a:t> </a:t>
            </a:r>
            <a:r>
              <a:rPr dirty="0" smtClean="0" sz="1650" spc="17">
                <a:latin typeface="Arial"/>
                <a:cs typeface="Arial"/>
              </a:rPr>
              <a:t>.</a:t>
            </a:r>
            <a:r>
              <a:rPr dirty="0" smtClean="0" sz="1650" spc="17">
                <a:latin typeface="Arial"/>
                <a:cs typeface="Arial"/>
              </a:rPr>
              <a:t> </a:t>
            </a:r>
            <a:r>
              <a:rPr dirty="0" smtClean="0" sz="1650" spc="17">
                <a:latin typeface="Arial"/>
                <a:cs typeface="Arial"/>
              </a:rPr>
              <a:t>E</a:t>
            </a:r>
            <a:r>
              <a:rPr dirty="0" smtClean="0" sz="1650" spc="17">
                <a:latin typeface="Arial"/>
                <a:cs typeface="Arial"/>
              </a:rPr>
              <a:t>l</a:t>
            </a:r>
            <a:r>
              <a:rPr dirty="0" smtClean="0" sz="1650" spc="17">
                <a:latin typeface="Arial"/>
                <a:cs typeface="Arial"/>
              </a:rPr>
              <a:t>e</a:t>
            </a:r>
            <a:r>
              <a:rPr dirty="0" smtClean="0" sz="1650" spc="17">
                <a:latin typeface="Arial"/>
                <a:cs typeface="Arial"/>
              </a:rPr>
              <a:t>m</a:t>
            </a:r>
            <a:r>
              <a:rPr dirty="0" smtClean="0" sz="1650" spc="17">
                <a:latin typeface="Arial"/>
                <a:cs typeface="Arial"/>
              </a:rPr>
              <a:t>en</a:t>
            </a:r>
            <a:r>
              <a:rPr dirty="0" smtClean="0" sz="1650" spc="17">
                <a:latin typeface="Arial"/>
                <a:cs typeface="Arial"/>
              </a:rPr>
              <a:t>-</a:t>
            </a:r>
            <a:r>
              <a:rPr dirty="0" smtClean="0" sz="1650" spc="17">
                <a:latin typeface="Arial"/>
                <a:cs typeface="Arial"/>
              </a:rPr>
              <a:t>e</a:t>
            </a:r>
            <a:r>
              <a:rPr dirty="0" smtClean="0" sz="1650" spc="17">
                <a:latin typeface="Arial"/>
                <a:cs typeface="Arial"/>
              </a:rPr>
              <a:t>l</a:t>
            </a:r>
            <a:r>
              <a:rPr dirty="0" smtClean="0" sz="1650" spc="17">
                <a:latin typeface="Arial"/>
                <a:cs typeface="Arial"/>
              </a:rPr>
              <a:t>e</a:t>
            </a:r>
            <a:r>
              <a:rPr dirty="0" smtClean="0" sz="1650" spc="17">
                <a:latin typeface="Arial"/>
                <a:cs typeface="Arial"/>
              </a:rPr>
              <a:t>m</a:t>
            </a:r>
            <a:r>
              <a:rPr dirty="0" smtClean="0" sz="1650" spc="17">
                <a:latin typeface="Arial"/>
                <a:cs typeface="Arial"/>
              </a:rPr>
              <a:t>en</a:t>
            </a:r>
            <a:r>
              <a:rPr dirty="0" smtClean="0" sz="1650" spc="17">
                <a:latin typeface="Arial"/>
                <a:cs typeface="Arial"/>
              </a:rPr>
              <a:t> </a:t>
            </a:r>
            <a:r>
              <a:rPr dirty="0" smtClean="0" sz="1650" spc="17">
                <a:latin typeface="Arial"/>
                <a:cs typeface="Arial"/>
              </a:rPr>
              <a:t>R</a:t>
            </a:r>
            <a:r>
              <a:rPr dirty="0" smtClean="0" sz="1650" spc="17">
                <a:latin typeface="Arial"/>
                <a:cs typeface="Arial"/>
              </a:rPr>
              <a:t>B</a:t>
            </a:r>
            <a:r>
              <a:rPr dirty="0" smtClean="0" sz="1650" spc="17">
                <a:latin typeface="Arial"/>
                <a:cs typeface="Arial"/>
              </a:rPr>
              <a:t>S</a:t>
            </a:r>
            <a:r>
              <a:rPr dirty="0" smtClean="0" sz="1650" spc="17">
                <a:latin typeface="Arial"/>
                <a:cs typeface="Arial"/>
              </a:rPr>
              <a:t> </a:t>
            </a:r>
            <a:r>
              <a:rPr dirty="0" smtClean="0" sz="1650" spc="17">
                <a:latin typeface="Arial"/>
                <a:cs typeface="Arial"/>
              </a:rPr>
              <a:t> </a:t>
            </a:r>
            <a:r>
              <a:rPr dirty="0" smtClean="0" sz="1650" spc="17">
                <a:latin typeface="Arial"/>
                <a:cs typeface="Arial"/>
              </a:rPr>
              <a:t>:</a:t>
            </a:r>
            <a:endParaRPr sz="1650">
              <a:latin typeface="Arial"/>
              <a:cs typeface="Arial"/>
            </a:endParaRPr>
          </a:p>
          <a:p>
            <a:pPr marL="227786" marR="23444">
              <a:lnSpc>
                <a:spcPts val="1885"/>
              </a:lnSpc>
              <a:spcBef>
                <a:spcPts val="94"/>
              </a:spcBef>
            </a:pPr>
            <a:r>
              <a:rPr dirty="0" smtClean="0" sz="1050" spc="0">
                <a:latin typeface="Symbol"/>
                <a:cs typeface="Symbol"/>
              </a:rPr>
              <a:t></a:t>
            </a:r>
            <a:r>
              <a:rPr dirty="0" smtClean="0" sz="1050" spc="0">
                <a:latin typeface="Times New Roman"/>
                <a:cs typeface="Times New Roman"/>
              </a:rPr>
              <a:t>   </a:t>
            </a:r>
            <a:r>
              <a:rPr dirty="0" smtClean="0" sz="1050" spc="173">
                <a:latin typeface="Times New Roman"/>
                <a:cs typeface="Times New Roman"/>
              </a:rPr>
              <a:t> </a:t>
            </a:r>
            <a:r>
              <a:rPr dirty="0" smtClean="0" sz="1650" spc="7">
                <a:latin typeface="Arial"/>
                <a:cs typeface="Arial"/>
              </a:rPr>
              <a:t>Transce</a:t>
            </a:r>
            <a:r>
              <a:rPr dirty="0" smtClean="0" sz="1650" spc="7">
                <a:latin typeface="Arial"/>
                <a:cs typeface="Arial"/>
              </a:rPr>
              <a:t>i</a:t>
            </a:r>
            <a:r>
              <a:rPr dirty="0" smtClean="0" sz="1650" spc="6">
                <a:latin typeface="Arial"/>
                <a:cs typeface="Arial"/>
              </a:rPr>
              <a:t>ver</a:t>
            </a:r>
            <a:endParaRPr sz="1650">
              <a:latin typeface="Arial"/>
              <a:cs typeface="Arial"/>
            </a:endParaRPr>
          </a:p>
          <a:p>
            <a:pPr marL="227786" marR="23444">
              <a:lnSpc>
                <a:spcPct val="95825"/>
              </a:lnSpc>
            </a:pPr>
            <a:r>
              <a:rPr dirty="0" smtClean="0" sz="1050" spc="0">
                <a:latin typeface="Symbol"/>
                <a:cs typeface="Symbol"/>
              </a:rPr>
              <a:t></a:t>
            </a:r>
            <a:r>
              <a:rPr dirty="0" smtClean="0" sz="1050" spc="0">
                <a:latin typeface="Times New Roman"/>
                <a:cs typeface="Times New Roman"/>
              </a:rPr>
              <a:t>   </a:t>
            </a:r>
            <a:r>
              <a:rPr dirty="0" smtClean="0" sz="1050" spc="173">
                <a:latin typeface="Times New Roman"/>
                <a:cs typeface="Times New Roman"/>
              </a:rPr>
              <a:t> </a:t>
            </a:r>
            <a:r>
              <a:rPr dirty="0" smtClean="0" sz="1650" spc="4">
                <a:latin typeface="Arial"/>
                <a:cs typeface="Arial"/>
              </a:rPr>
              <a:t>C</a:t>
            </a:r>
            <a:r>
              <a:rPr dirty="0" smtClean="0" sz="1650" spc="0">
                <a:latin typeface="Arial"/>
                <a:cs typeface="Arial"/>
              </a:rPr>
              <a:t>on</a:t>
            </a:r>
            <a:r>
              <a:rPr dirty="0" smtClean="0" sz="1650" spc="-9">
                <a:latin typeface="Arial"/>
                <a:cs typeface="Arial"/>
              </a:rPr>
              <a:t>t</a:t>
            </a:r>
            <a:r>
              <a:rPr dirty="0" smtClean="0" sz="1650" spc="-4">
                <a:latin typeface="Arial"/>
                <a:cs typeface="Arial"/>
              </a:rPr>
              <a:t>r</a:t>
            </a:r>
            <a:r>
              <a:rPr dirty="0" smtClean="0" sz="1650" spc="0">
                <a:latin typeface="Arial"/>
                <a:cs typeface="Arial"/>
              </a:rPr>
              <a:t>ol</a:t>
            </a:r>
            <a:r>
              <a:rPr dirty="0" smtClean="0" sz="1650" spc="58">
                <a:latin typeface="Arial"/>
                <a:cs typeface="Arial"/>
              </a:rPr>
              <a:t> </a:t>
            </a:r>
            <a:r>
              <a:rPr dirty="0" smtClean="0" sz="1650" spc="4">
                <a:latin typeface="Arial"/>
                <a:cs typeface="Arial"/>
              </a:rPr>
              <a:t>U</a:t>
            </a:r>
            <a:r>
              <a:rPr dirty="0" smtClean="0" sz="1650" spc="0">
                <a:latin typeface="Arial"/>
                <a:cs typeface="Arial"/>
              </a:rPr>
              <a:t>n</a:t>
            </a:r>
            <a:r>
              <a:rPr dirty="0" smtClean="0" sz="1650" spc="9">
                <a:latin typeface="Arial"/>
                <a:cs typeface="Arial"/>
              </a:rPr>
              <a:t>i</a:t>
            </a:r>
            <a:r>
              <a:rPr dirty="0" smtClean="0" sz="1650" spc="0">
                <a:latin typeface="Arial"/>
                <a:cs typeface="Arial"/>
              </a:rPr>
              <a:t>t</a:t>
            </a:r>
            <a:r>
              <a:rPr dirty="0" smtClean="0" sz="1650" spc="14">
                <a:latin typeface="Arial"/>
                <a:cs typeface="Arial"/>
              </a:rPr>
              <a:t> </a:t>
            </a:r>
            <a:r>
              <a:rPr dirty="0" smtClean="0" sz="1650" spc="0">
                <a:latin typeface="Arial"/>
                <a:cs typeface="Arial"/>
              </a:rPr>
              <a:t>/</a:t>
            </a:r>
            <a:r>
              <a:rPr dirty="0" smtClean="0" sz="1650" spc="-10">
                <a:latin typeface="Arial"/>
                <a:cs typeface="Arial"/>
              </a:rPr>
              <a:t> </a:t>
            </a:r>
            <a:r>
              <a:rPr dirty="0" smtClean="0" sz="1650" spc="4">
                <a:latin typeface="Arial"/>
                <a:cs typeface="Arial"/>
              </a:rPr>
              <a:t>B</a:t>
            </a:r>
            <a:r>
              <a:rPr dirty="0" smtClean="0" sz="1650" spc="4">
                <a:latin typeface="Arial"/>
                <a:cs typeface="Arial"/>
              </a:rPr>
              <a:t>S</a:t>
            </a:r>
            <a:r>
              <a:rPr dirty="0" smtClean="0" sz="1650" spc="0">
                <a:latin typeface="Arial"/>
                <a:cs typeface="Arial"/>
              </a:rPr>
              <a:t>C</a:t>
            </a:r>
            <a:r>
              <a:rPr dirty="0" smtClean="0" sz="1650" spc="33">
                <a:latin typeface="Arial"/>
                <a:cs typeface="Arial"/>
              </a:rPr>
              <a:t> </a:t>
            </a:r>
            <a:r>
              <a:rPr dirty="0" smtClean="0" sz="1650" spc="0">
                <a:latin typeface="Arial"/>
                <a:cs typeface="Arial"/>
              </a:rPr>
              <a:t>/</a:t>
            </a:r>
            <a:r>
              <a:rPr dirty="0" smtClean="0" sz="1650" spc="-10">
                <a:latin typeface="Arial"/>
                <a:cs typeface="Arial"/>
              </a:rPr>
              <a:t> </a:t>
            </a:r>
            <a:r>
              <a:rPr dirty="0" smtClean="0" sz="1650" spc="4">
                <a:latin typeface="Arial"/>
                <a:cs typeface="Arial"/>
              </a:rPr>
              <a:t>B</a:t>
            </a:r>
            <a:r>
              <a:rPr dirty="0" smtClean="0" sz="1650" spc="0">
                <a:latin typeface="Arial"/>
                <a:cs typeface="Arial"/>
              </a:rPr>
              <a:t>ase</a:t>
            </a:r>
            <a:r>
              <a:rPr dirty="0" smtClean="0" sz="1650" spc="37">
                <a:latin typeface="Arial"/>
                <a:cs typeface="Arial"/>
              </a:rPr>
              <a:t> </a:t>
            </a:r>
            <a:r>
              <a:rPr dirty="0" smtClean="0" sz="1650" spc="4">
                <a:latin typeface="Arial"/>
                <a:cs typeface="Arial"/>
              </a:rPr>
              <a:t>S</a:t>
            </a:r>
            <a:r>
              <a:rPr dirty="0" smtClean="0" sz="1650" spc="-9">
                <a:latin typeface="Arial"/>
                <a:cs typeface="Arial"/>
              </a:rPr>
              <a:t>t</a:t>
            </a:r>
            <a:r>
              <a:rPr dirty="0" smtClean="0" sz="1650" spc="19">
                <a:latin typeface="Arial"/>
                <a:cs typeface="Arial"/>
              </a:rPr>
              <a:t>a</a:t>
            </a:r>
            <a:r>
              <a:rPr dirty="0" smtClean="0" sz="1650" spc="-9">
                <a:latin typeface="Arial"/>
                <a:cs typeface="Arial"/>
              </a:rPr>
              <a:t>t</a:t>
            </a:r>
            <a:r>
              <a:rPr dirty="0" smtClean="0" sz="1650" spc="9">
                <a:latin typeface="Arial"/>
                <a:cs typeface="Arial"/>
              </a:rPr>
              <a:t>i</a:t>
            </a:r>
            <a:r>
              <a:rPr dirty="0" smtClean="0" sz="1650" spc="0">
                <a:latin typeface="Arial"/>
                <a:cs typeface="Arial"/>
              </a:rPr>
              <a:t>on</a:t>
            </a:r>
            <a:r>
              <a:rPr dirty="0" smtClean="0" sz="1650" spc="51">
                <a:latin typeface="Arial"/>
                <a:cs typeface="Arial"/>
              </a:rPr>
              <a:t> </a:t>
            </a:r>
            <a:r>
              <a:rPr dirty="0" smtClean="0" sz="1650" spc="15">
                <a:latin typeface="Arial"/>
                <a:cs typeface="Arial"/>
              </a:rPr>
              <a:t>C</a:t>
            </a:r>
            <a:r>
              <a:rPr dirty="0" smtClean="0" sz="1650" spc="8">
                <a:latin typeface="Arial"/>
                <a:cs typeface="Arial"/>
              </a:rPr>
              <a:t>on</a:t>
            </a:r>
            <a:r>
              <a:rPr dirty="0" smtClean="0" sz="1650" spc="-6">
                <a:latin typeface="Arial"/>
                <a:cs typeface="Arial"/>
              </a:rPr>
              <a:t>t</a:t>
            </a:r>
            <a:r>
              <a:rPr dirty="0" smtClean="0" sz="1650" spc="0">
                <a:latin typeface="Arial"/>
                <a:cs typeface="Arial"/>
              </a:rPr>
              <a:t>r</a:t>
            </a:r>
            <a:r>
              <a:rPr dirty="0" smtClean="0" sz="1650" spc="8">
                <a:latin typeface="Arial"/>
                <a:cs typeface="Arial"/>
              </a:rPr>
              <a:t>o</a:t>
            </a:r>
            <a:r>
              <a:rPr dirty="0" smtClean="0" sz="1650" spc="12">
                <a:latin typeface="Arial"/>
                <a:cs typeface="Arial"/>
              </a:rPr>
              <a:t>l</a:t>
            </a:r>
            <a:r>
              <a:rPr dirty="0" smtClean="0" sz="1650" spc="12">
                <a:latin typeface="Arial"/>
                <a:cs typeface="Arial"/>
              </a:rPr>
              <a:t>l</a:t>
            </a:r>
            <a:r>
              <a:rPr dirty="0" smtClean="0" sz="1650" spc="6">
                <a:latin typeface="Arial"/>
                <a:cs typeface="Arial"/>
              </a:rPr>
              <a:t>er</a:t>
            </a:r>
            <a:endParaRPr sz="1650">
              <a:latin typeface="Arial"/>
              <a:cs typeface="Arial"/>
            </a:endParaRPr>
          </a:p>
          <a:p>
            <a:pPr marL="227786" marR="23444">
              <a:lnSpc>
                <a:spcPct val="95825"/>
              </a:lnSpc>
              <a:spcBef>
                <a:spcPts val="5"/>
              </a:spcBef>
            </a:pPr>
            <a:r>
              <a:rPr dirty="0" smtClean="0" sz="1050" spc="0">
                <a:latin typeface="Symbol"/>
                <a:cs typeface="Symbol"/>
              </a:rPr>
              <a:t></a:t>
            </a:r>
            <a:r>
              <a:rPr dirty="0" smtClean="0" sz="1050" spc="0">
                <a:latin typeface="Times New Roman"/>
                <a:cs typeface="Times New Roman"/>
              </a:rPr>
              <a:t>   </a:t>
            </a:r>
            <a:r>
              <a:rPr dirty="0" smtClean="0" sz="1050" spc="173">
                <a:latin typeface="Times New Roman"/>
                <a:cs typeface="Times New Roman"/>
              </a:rPr>
              <a:t> </a:t>
            </a:r>
            <a:r>
              <a:rPr dirty="0" smtClean="0" sz="1650" spc="14">
                <a:latin typeface="Arial"/>
                <a:cs typeface="Arial"/>
              </a:rPr>
              <a:t>A</a:t>
            </a:r>
            <a:r>
              <a:rPr dirty="0" smtClean="0" sz="1650" spc="8">
                <a:latin typeface="Arial"/>
                <a:cs typeface="Arial"/>
              </a:rPr>
              <a:t>n</a:t>
            </a:r>
            <a:r>
              <a:rPr dirty="0" smtClean="0" sz="1650" spc="-6">
                <a:latin typeface="Arial"/>
                <a:cs typeface="Arial"/>
              </a:rPr>
              <a:t>t</a:t>
            </a:r>
            <a:r>
              <a:rPr dirty="0" smtClean="0" sz="1650" spc="8">
                <a:latin typeface="Arial"/>
                <a:cs typeface="Arial"/>
              </a:rPr>
              <a:t>ena</a:t>
            </a:r>
            <a:endParaRPr sz="165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608403" y="1334077"/>
            <a:ext cx="116245" cy="237214"/>
          </a:xfrm>
          <a:prstGeom prst="rect">
            <a:avLst/>
          </a:prstGeom>
        </p:spPr>
        <p:txBody>
          <a:bodyPr wrap="square" lIns="0" tIns="11430" rIns="0" bIns="0" rtlCol="0">
            <a:noAutofit/>
          </a:bodyPr>
          <a:lstStyle/>
          <a:p>
            <a:pPr marL="12700">
              <a:lnSpc>
                <a:spcPts val="1800"/>
              </a:lnSpc>
            </a:pPr>
            <a:r>
              <a:rPr dirty="0" smtClean="0" sz="1650" spc="3">
                <a:latin typeface="Arial"/>
                <a:cs typeface="Arial"/>
              </a:rPr>
              <a:t>/</a:t>
            </a:r>
            <a:endParaRPr sz="165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769233" y="1334077"/>
            <a:ext cx="281567" cy="237214"/>
          </a:xfrm>
          <a:prstGeom prst="rect">
            <a:avLst/>
          </a:prstGeom>
        </p:spPr>
        <p:txBody>
          <a:bodyPr wrap="square" lIns="0" tIns="11430" rIns="0" bIns="0" rtlCol="0">
            <a:noAutofit/>
          </a:bodyPr>
          <a:lstStyle/>
          <a:p>
            <a:pPr marL="12700">
              <a:lnSpc>
                <a:spcPts val="1800"/>
              </a:lnSpc>
            </a:pPr>
            <a:r>
              <a:rPr dirty="0" smtClean="0" sz="1650" spc="7">
                <a:latin typeface="Arial"/>
                <a:cs typeface="Arial"/>
              </a:rPr>
              <a:t>ke</a:t>
            </a:r>
            <a:endParaRPr sz="165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59601" y="1820821"/>
            <a:ext cx="181269" cy="237214"/>
          </a:xfrm>
          <a:prstGeom prst="rect">
            <a:avLst/>
          </a:prstGeom>
        </p:spPr>
        <p:txBody>
          <a:bodyPr wrap="square" lIns="0" tIns="11430" rIns="0" bIns="0" rtlCol="0">
            <a:noAutofit/>
          </a:bodyPr>
          <a:lstStyle/>
          <a:p>
            <a:pPr marL="12700">
              <a:lnSpc>
                <a:spcPts val="1800"/>
              </a:lnSpc>
            </a:pPr>
            <a:r>
              <a:rPr dirty="0" smtClean="0" sz="1650" spc="8">
                <a:latin typeface="Arial"/>
                <a:cs typeface="Arial"/>
              </a:rPr>
              <a:t>=</a:t>
            </a:r>
            <a:endParaRPr sz="16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90152" y="2794001"/>
            <a:ext cx="1534861" cy="237214"/>
          </a:xfrm>
          <a:prstGeom prst="rect">
            <a:avLst/>
          </a:prstGeom>
        </p:spPr>
        <p:txBody>
          <a:bodyPr wrap="square" lIns="0" tIns="11430" rIns="0" bIns="0" rtlCol="0">
            <a:noAutofit/>
          </a:bodyPr>
          <a:lstStyle/>
          <a:p>
            <a:pPr marL="12700">
              <a:lnSpc>
                <a:spcPts val="1800"/>
              </a:lnSpc>
            </a:pPr>
            <a:r>
              <a:rPr dirty="0" smtClean="0" sz="1050" spc="0">
                <a:latin typeface="Symbol"/>
                <a:cs typeface="Symbol"/>
              </a:rPr>
              <a:t></a:t>
            </a:r>
            <a:r>
              <a:rPr dirty="0" smtClean="0" sz="1050" spc="0">
                <a:latin typeface="Times New Roman"/>
                <a:cs typeface="Times New Roman"/>
              </a:rPr>
              <a:t>   </a:t>
            </a:r>
            <a:r>
              <a:rPr dirty="0" smtClean="0" sz="1050" spc="173">
                <a:latin typeface="Times New Roman"/>
                <a:cs typeface="Times New Roman"/>
              </a:rPr>
              <a:t> </a:t>
            </a:r>
            <a:r>
              <a:rPr dirty="0" smtClean="0" sz="1650" spc="15">
                <a:latin typeface="Arial"/>
                <a:cs typeface="Arial"/>
              </a:rPr>
              <a:t>D</a:t>
            </a:r>
            <a:r>
              <a:rPr dirty="0" smtClean="0" sz="1650" spc="8">
                <a:latin typeface="Arial"/>
                <a:cs typeface="Arial"/>
              </a:rPr>
              <a:t>a</a:t>
            </a:r>
            <a:r>
              <a:rPr dirty="0" smtClean="0" sz="1650" spc="-6">
                <a:latin typeface="Arial"/>
                <a:cs typeface="Arial"/>
              </a:rPr>
              <a:t>t</a:t>
            </a:r>
            <a:r>
              <a:rPr dirty="0" smtClean="0" sz="1650" spc="8">
                <a:latin typeface="Arial"/>
                <a:cs typeface="Arial"/>
              </a:rPr>
              <a:t>a</a:t>
            </a:r>
            <a:r>
              <a:rPr dirty="0" smtClean="0" sz="1650" spc="0">
                <a:latin typeface="Arial"/>
                <a:cs typeface="Arial"/>
              </a:rPr>
              <a:t> </a:t>
            </a:r>
            <a:r>
              <a:rPr dirty="0" smtClean="0" sz="1650" spc="-5">
                <a:latin typeface="Arial"/>
                <a:cs typeface="Arial"/>
              </a:rPr>
              <a:t>t</a:t>
            </a:r>
            <a:r>
              <a:rPr dirty="0" smtClean="0" sz="1650" spc="8">
                <a:latin typeface="Arial"/>
                <a:cs typeface="Arial"/>
              </a:rPr>
              <a:t>e</a:t>
            </a:r>
            <a:r>
              <a:rPr dirty="0" smtClean="0" sz="1650" spc="0">
                <a:latin typeface="Arial"/>
                <a:cs typeface="Arial"/>
              </a:rPr>
              <a:t>r</a:t>
            </a:r>
            <a:r>
              <a:rPr dirty="0" smtClean="0" sz="1650" spc="27">
                <a:latin typeface="Arial"/>
                <a:cs typeface="Arial"/>
              </a:rPr>
              <a:t>m</a:t>
            </a:r>
            <a:r>
              <a:rPr dirty="0" smtClean="0" sz="1650" spc="12">
                <a:latin typeface="Arial"/>
                <a:cs typeface="Arial"/>
              </a:rPr>
              <a:t>i</a:t>
            </a:r>
            <a:r>
              <a:rPr dirty="0" smtClean="0" sz="1650" spc="6">
                <a:latin typeface="Arial"/>
                <a:cs typeface="Arial"/>
              </a:rPr>
              <a:t>nal</a:t>
            </a:r>
            <a:endParaRPr sz="16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556089" y="2898539"/>
            <a:ext cx="1859865" cy="201486"/>
          </a:xfrm>
          <a:prstGeom prst="rect">
            <a:avLst/>
          </a:prstGeom>
        </p:spPr>
        <p:txBody>
          <a:bodyPr wrap="square" lIns="0" tIns="9588" rIns="0" bIns="0" rtlCol="0">
            <a:noAutofit/>
          </a:bodyPr>
          <a:lstStyle/>
          <a:p>
            <a:pPr marL="12700">
              <a:lnSpc>
                <a:spcPts val="1510"/>
              </a:lnSpc>
            </a:pPr>
            <a:r>
              <a:rPr dirty="0" smtClean="0" sz="1400" spc="38">
                <a:latin typeface="Arial"/>
                <a:cs typeface="Arial"/>
              </a:rPr>
              <a:t>s</a:t>
            </a:r>
            <a:r>
              <a:rPr dirty="0" smtClean="0" sz="1400" spc="38">
                <a:latin typeface="Arial"/>
                <a:cs typeface="Arial"/>
              </a:rPr>
              <a:t>i</a:t>
            </a:r>
            <a:r>
              <a:rPr dirty="0" smtClean="0" sz="1400" spc="38">
                <a:latin typeface="Arial"/>
                <a:cs typeface="Arial"/>
              </a:rPr>
              <a:t>t</a:t>
            </a:r>
            <a:r>
              <a:rPr dirty="0" smtClean="0" sz="1400" spc="38">
                <a:latin typeface="Arial"/>
                <a:cs typeface="Arial"/>
              </a:rPr>
              <a:t>e</a:t>
            </a:r>
            <a:r>
              <a:rPr dirty="0" smtClean="0" sz="1400" spc="38">
                <a:latin typeface="Arial"/>
                <a:cs typeface="Arial"/>
              </a:rPr>
              <a:t> </a:t>
            </a:r>
            <a:r>
              <a:rPr dirty="0" smtClean="0" sz="1400" spc="38">
                <a:latin typeface="Arial"/>
                <a:cs typeface="Arial"/>
              </a:rPr>
              <a:t>3</a:t>
            </a:r>
            <a:r>
              <a:rPr dirty="0" smtClean="0" sz="1400" spc="38">
                <a:latin typeface="Arial"/>
                <a:cs typeface="Arial"/>
              </a:rPr>
              <a:t> </a:t>
            </a:r>
            <a:r>
              <a:rPr dirty="0" smtClean="0" sz="1400" spc="38">
                <a:latin typeface="Arial"/>
                <a:cs typeface="Arial"/>
              </a:rPr>
              <a:t>s</a:t>
            </a:r>
            <a:r>
              <a:rPr dirty="0" smtClean="0" sz="1400" spc="38">
                <a:latin typeface="Arial"/>
                <a:cs typeface="Arial"/>
              </a:rPr>
              <a:t>e</a:t>
            </a:r>
            <a:r>
              <a:rPr dirty="0" smtClean="0" sz="1400" spc="38">
                <a:latin typeface="Arial"/>
                <a:cs typeface="Arial"/>
              </a:rPr>
              <a:t>k</a:t>
            </a:r>
            <a:r>
              <a:rPr dirty="0" smtClean="0" sz="1400" spc="38">
                <a:latin typeface="Arial"/>
                <a:cs typeface="Arial"/>
              </a:rPr>
              <a:t>t</a:t>
            </a:r>
            <a:r>
              <a:rPr dirty="0" smtClean="0" sz="1400" spc="38">
                <a:latin typeface="Arial"/>
                <a:cs typeface="Arial"/>
              </a:rPr>
              <a:t>o</a:t>
            </a:r>
            <a:r>
              <a:rPr dirty="0" smtClean="0" sz="1400" spc="38">
                <a:latin typeface="Arial"/>
                <a:cs typeface="Arial"/>
              </a:rPr>
              <a:t>r</a:t>
            </a:r>
            <a:r>
              <a:rPr dirty="0" smtClean="0" sz="1400" spc="38">
                <a:latin typeface="Arial"/>
                <a:cs typeface="Arial"/>
              </a:rPr>
              <a:t> </a:t>
            </a:r>
            <a:r>
              <a:rPr dirty="0" smtClean="0" sz="1400" spc="38">
                <a:latin typeface="Arial"/>
                <a:cs typeface="Arial"/>
              </a:rPr>
              <a:t>d</a:t>
            </a:r>
            <a:r>
              <a:rPr dirty="0" smtClean="0" sz="1400" spc="38">
                <a:latin typeface="Arial"/>
                <a:cs typeface="Arial"/>
              </a:rPr>
              <a:t>e</a:t>
            </a:r>
            <a:r>
              <a:rPr dirty="0" smtClean="0" sz="1400" spc="38">
                <a:latin typeface="Arial"/>
                <a:cs typeface="Arial"/>
              </a:rPr>
              <a:t>n</a:t>
            </a:r>
            <a:r>
              <a:rPr dirty="0" smtClean="0" sz="1400" spc="38">
                <a:latin typeface="Arial"/>
                <a:cs typeface="Arial"/>
              </a:rPr>
              <a:t>g</a:t>
            </a:r>
            <a:r>
              <a:rPr dirty="0" smtClean="0" sz="1400" spc="38">
                <a:latin typeface="Arial"/>
                <a:cs typeface="Arial"/>
              </a:rPr>
              <a:t>a</a:t>
            </a:r>
            <a:r>
              <a:rPr dirty="0" smtClean="0" sz="1400" spc="38">
                <a:latin typeface="Arial"/>
                <a:cs typeface="Arial"/>
              </a:rPr>
              <a:t>n</a:t>
            </a:r>
            <a:r>
              <a:rPr dirty="0" smtClean="0" sz="1400" spc="38">
                <a:latin typeface="Arial"/>
                <a:cs typeface="Arial"/>
              </a:rPr>
              <a:t> </a:t>
            </a:r>
            <a:r>
              <a:rPr dirty="0" smtClean="0" sz="1400" spc="38">
                <a:latin typeface="Arial"/>
                <a:cs typeface="Arial"/>
              </a:rPr>
              <a:t>7</a:t>
            </a:r>
            <a:endParaRPr sz="14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679499" y="3052066"/>
            <a:ext cx="710057" cy="412778"/>
          </a:xfrm>
          <a:prstGeom prst="rect">
            <a:avLst/>
          </a:prstGeom>
        </p:spPr>
        <p:txBody>
          <a:bodyPr wrap="square" lIns="0" tIns="9588" rIns="0" bIns="0" rtlCol="0">
            <a:noAutofit/>
          </a:bodyPr>
          <a:lstStyle/>
          <a:p>
            <a:pPr marL="12700" marR="26412">
              <a:lnSpc>
                <a:spcPts val="1510"/>
              </a:lnSpc>
            </a:pPr>
            <a:r>
              <a:rPr dirty="0" smtClean="0" sz="1400" spc="26">
                <a:latin typeface="Arial"/>
                <a:cs typeface="Arial"/>
              </a:rPr>
              <a:t>s</a:t>
            </a:r>
            <a:r>
              <a:rPr dirty="0" smtClean="0" sz="1400" spc="26">
                <a:latin typeface="Arial"/>
                <a:cs typeface="Arial"/>
              </a:rPr>
              <a:t>i</a:t>
            </a:r>
            <a:r>
              <a:rPr dirty="0" smtClean="0" sz="1400" spc="26">
                <a:latin typeface="Arial"/>
                <a:cs typeface="Arial"/>
              </a:rPr>
              <a:t>n</a:t>
            </a:r>
            <a:r>
              <a:rPr dirty="0" smtClean="0" sz="1400" spc="26">
                <a:latin typeface="Arial"/>
                <a:cs typeface="Arial"/>
              </a:rPr>
              <a:t>g</a:t>
            </a:r>
            <a:r>
              <a:rPr dirty="0" smtClean="0" sz="1400" spc="26">
                <a:latin typeface="Arial"/>
                <a:cs typeface="Arial"/>
              </a:rPr>
              <a:t>l</a:t>
            </a:r>
            <a:r>
              <a:rPr dirty="0" smtClean="0" sz="1400" spc="26">
                <a:latin typeface="Arial"/>
                <a:cs typeface="Arial"/>
              </a:rPr>
              <a:t>e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95825"/>
              </a:lnSpc>
              <a:spcBef>
                <a:spcPts val="34"/>
              </a:spcBef>
            </a:pPr>
            <a:r>
              <a:rPr dirty="0" smtClean="0" sz="1400" spc="40">
                <a:latin typeface="Arial"/>
                <a:cs typeface="Arial"/>
              </a:rPr>
              <a:t>a</a:t>
            </a:r>
            <a:r>
              <a:rPr dirty="0" smtClean="0" sz="1400" spc="40">
                <a:latin typeface="Arial"/>
                <a:cs typeface="Arial"/>
              </a:rPr>
              <a:t>n</a:t>
            </a:r>
            <a:r>
              <a:rPr dirty="0" smtClean="0" sz="1400" spc="40">
                <a:latin typeface="Arial"/>
                <a:cs typeface="Arial"/>
              </a:rPr>
              <a:t>t</a:t>
            </a:r>
            <a:r>
              <a:rPr dirty="0" smtClean="0" sz="1400" spc="40">
                <a:latin typeface="Arial"/>
                <a:cs typeface="Arial"/>
              </a:rPr>
              <a:t>e</a:t>
            </a:r>
            <a:r>
              <a:rPr dirty="0" smtClean="0" sz="1400" spc="40">
                <a:latin typeface="Arial"/>
                <a:cs typeface="Arial"/>
              </a:rPr>
              <a:t>n</a:t>
            </a:r>
            <a:r>
              <a:rPr dirty="0" smtClean="0" sz="1400" spc="40">
                <a:latin typeface="Arial"/>
                <a:cs typeface="Arial"/>
              </a:rPr>
              <a:t>n</a:t>
            </a:r>
            <a:r>
              <a:rPr dirty="0" smtClean="0" sz="1400" spc="40">
                <a:latin typeface="Arial"/>
                <a:cs typeface="Arial"/>
              </a:rPr>
              <a:t>a</a:t>
            </a:r>
            <a:endParaRPr sz="14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556089" y="3109172"/>
            <a:ext cx="1428004" cy="412558"/>
          </a:xfrm>
          <a:prstGeom prst="rect">
            <a:avLst/>
          </a:prstGeom>
        </p:spPr>
        <p:txBody>
          <a:bodyPr wrap="square" lIns="0" tIns="9588" rIns="0" bIns="0" rtlCol="0">
            <a:noAutofit/>
          </a:bodyPr>
          <a:lstStyle/>
          <a:p>
            <a:pPr marL="12700">
              <a:lnSpc>
                <a:spcPts val="1510"/>
              </a:lnSpc>
            </a:pPr>
            <a:r>
              <a:rPr dirty="0" smtClean="0" sz="1400" spc="14">
                <a:latin typeface="Arial"/>
                <a:cs typeface="Arial"/>
              </a:rPr>
              <a:t>a</a:t>
            </a:r>
            <a:r>
              <a:rPr dirty="0" smtClean="0" sz="1400" spc="14">
                <a:latin typeface="Arial"/>
                <a:cs typeface="Arial"/>
              </a:rPr>
              <a:t>r</a:t>
            </a:r>
            <a:r>
              <a:rPr dirty="0" smtClean="0" sz="1400" spc="14">
                <a:latin typeface="Arial"/>
                <a:cs typeface="Arial"/>
              </a:rPr>
              <a:t>r</a:t>
            </a:r>
            <a:r>
              <a:rPr dirty="0" smtClean="0" sz="1400" spc="14">
                <a:latin typeface="Arial"/>
                <a:cs typeface="Arial"/>
              </a:rPr>
              <a:t>a</a:t>
            </a:r>
            <a:r>
              <a:rPr dirty="0" smtClean="0" sz="1400" spc="14">
                <a:latin typeface="Arial"/>
                <a:cs typeface="Arial"/>
              </a:rPr>
              <a:t>y</a:t>
            </a:r>
            <a:r>
              <a:rPr dirty="0" smtClean="0" sz="1400" spc="14">
                <a:latin typeface="Arial"/>
                <a:cs typeface="Arial"/>
              </a:rPr>
              <a:t> </a:t>
            </a:r>
            <a:r>
              <a:rPr dirty="0" smtClean="0" sz="1400" spc="14">
                <a:latin typeface="Arial"/>
                <a:cs typeface="Arial"/>
              </a:rPr>
              <a:t>a</a:t>
            </a:r>
            <a:r>
              <a:rPr dirty="0" smtClean="0" sz="1400" spc="14">
                <a:latin typeface="Arial"/>
                <a:cs typeface="Arial"/>
              </a:rPr>
              <a:t>n</a:t>
            </a:r>
            <a:r>
              <a:rPr dirty="0" smtClean="0" sz="1400" spc="14">
                <a:latin typeface="Arial"/>
                <a:cs typeface="Arial"/>
              </a:rPr>
              <a:t>t</a:t>
            </a:r>
            <a:r>
              <a:rPr dirty="0" smtClean="0" sz="1400" spc="14">
                <a:latin typeface="Arial"/>
                <a:cs typeface="Arial"/>
              </a:rPr>
              <a:t>e</a:t>
            </a:r>
            <a:r>
              <a:rPr dirty="0" smtClean="0" sz="1400" spc="14">
                <a:latin typeface="Arial"/>
                <a:cs typeface="Arial"/>
              </a:rPr>
              <a:t>n</a:t>
            </a:r>
            <a:r>
              <a:rPr dirty="0" smtClean="0" sz="1400" spc="14">
                <a:latin typeface="Arial"/>
                <a:cs typeface="Arial"/>
              </a:rPr>
              <a:t>a</a:t>
            </a:r>
            <a:r>
              <a:rPr dirty="0" smtClean="0" sz="1400" spc="14">
                <a:latin typeface="Arial"/>
                <a:cs typeface="Arial"/>
              </a:rPr>
              <a:t> </a:t>
            </a:r>
            <a:r>
              <a:rPr dirty="0" smtClean="0" sz="1400" spc="14">
                <a:latin typeface="Arial"/>
                <a:cs typeface="Arial"/>
              </a:rPr>
              <a:t> </a:t>
            </a:r>
            <a:r>
              <a:rPr dirty="0" smtClean="0" sz="1400" spc="14">
                <a:latin typeface="Arial"/>
                <a:cs typeface="Arial"/>
              </a:rPr>
              <a:t>t</a:t>
            </a:r>
            <a:r>
              <a:rPr dirty="0" smtClean="0" sz="1400" spc="14">
                <a:latin typeface="Arial"/>
                <a:cs typeface="Arial"/>
              </a:rPr>
              <a:t>i</a:t>
            </a:r>
            <a:r>
              <a:rPr dirty="0" smtClean="0" sz="1400" spc="14">
                <a:latin typeface="Arial"/>
                <a:cs typeface="Arial"/>
              </a:rPr>
              <a:t>a</a:t>
            </a:r>
            <a:r>
              <a:rPr dirty="0" smtClean="0" sz="1400" spc="14">
                <a:latin typeface="Arial"/>
                <a:cs typeface="Arial"/>
              </a:rPr>
              <a:t>p</a:t>
            </a:r>
            <a:endParaRPr sz="1400">
              <a:latin typeface="Arial"/>
              <a:cs typeface="Arial"/>
            </a:endParaRPr>
          </a:p>
          <a:p>
            <a:pPr marL="12700" marR="26412">
              <a:lnSpc>
                <a:spcPct val="95825"/>
              </a:lnSpc>
              <a:spcBef>
                <a:spcPts val="34"/>
              </a:spcBef>
            </a:pPr>
            <a:r>
              <a:rPr dirty="0" smtClean="0" sz="1400" spc="41">
                <a:latin typeface="Arial"/>
                <a:cs typeface="Arial"/>
              </a:rPr>
              <a:t>s</a:t>
            </a:r>
            <a:r>
              <a:rPr dirty="0" smtClean="0" sz="1400" spc="41">
                <a:latin typeface="Arial"/>
                <a:cs typeface="Arial"/>
              </a:rPr>
              <a:t>e</a:t>
            </a:r>
            <a:r>
              <a:rPr dirty="0" smtClean="0" sz="1400" spc="41">
                <a:latin typeface="Arial"/>
                <a:cs typeface="Arial"/>
              </a:rPr>
              <a:t>k</a:t>
            </a:r>
            <a:r>
              <a:rPr dirty="0" smtClean="0" sz="1400" spc="41">
                <a:latin typeface="Arial"/>
                <a:cs typeface="Arial"/>
              </a:rPr>
              <a:t>t</a:t>
            </a:r>
            <a:r>
              <a:rPr dirty="0" smtClean="0" sz="1400" spc="41">
                <a:latin typeface="Arial"/>
                <a:cs typeface="Arial"/>
              </a:rPr>
              <a:t>o</a:t>
            </a:r>
            <a:r>
              <a:rPr dirty="0" smtClean="0" sz="1400" spc="41">
                <a:latin typeface="Arial"/>
                <a:cs typeface="Arial"/>
              </a:rPr>
              <a:t>r</a:t>
            </a:r>
            <a:r>
              <a:rPr dirty="0" smtClean="0" sz="1400" spc="41">
                <a:latin typeface="Arial"/>
                <a:cs typeface="Arial"/>
              </a:rPr>
              <a:t>n</a:t>
            </a:r>
            <a:r>
              <a:rPr dirty="0" smtClean="0" sz="1400" spc="41">
                <a:latin typeface="Arial"/>
                <a:cs typeface="Arial"/>
              </a:rPr>
              <a:t>y</a:t>
            </a:r>
            <a:r>
              <a:rPr dirty="0" smtClean="0" sz="1400" spc="41">
                <a:latin typeface="Arial"/>
                <a:cs typeface="Arial"/>
              </a:rPr>
              <a:t>a</a:t>
            </a:r>
            <a:endParaRPr sz="14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07340" y="3362549"/>
            <a:ext cx="1339634" cy="622809"/>
          </a:xfrm>
          <a:prstGeom prst="rect">
            <a:avLst/>
          </a:prstGeom>
        </p:spPr>
        <p:txBody>
          <a:bodyPr wrap="square" lIns="0" tIns="15748" rIns="0" bIns="0" rtlCol="0">
            <a:noAutofit/>
          </a:bodyPr>
          <a:lstStyle/>
          <a:p>
            <a:pPr marL="12700">
              <a:lnSpc>
                <a:spcPts val="2480"/>
              </a:lnSpc>
            </a:pPr>
            <a:r>
              <a:rPr dirty="0" smtClean="0" sz="2400" spc="-1" b="1">
                <a:latin typeface="Times New Roman"/>
                <a:cs typeface="Times New Roman"/>
              </a:rPr>
              <a:t>H</a:t>
            </a:r>
            <a:r>
              <a:rPr dirty="0" smtClean="0" sz="2400" spc="-1" b="1">
                <a:latin typeface="Times New Roman"/>
                <a:cs typeface="Times New Roman"/>
              </a:rPr>
              <a:t>ow</a:t>
            </a:r>
            <a:r>
              <a:rPr dirty="0" smtClean="0" sz="2400" spc="-1" b="1">
                <a:latin typeface="Times New Roman"/>
                <a:cs typeface="Times New Roman"/>
              </a:rPr>
              <a:t> </a:t>
            </a:r>
            <a:r>
              <a:rPr dirty="0" smtClean="0" sz="2400" spc="-1" b="1">
                <a:latin typeface="Times New Roman"/>
                <a:cs typeface="Times New Roman"/>
              </a:rPr>
              <a:t>does</a:t>
            </a:r>
            <a:endParaRPr sz="2400">
              <a:latin typeface="Times New Roman"/>
              <a:cs typeface="Times New Roman"/>
            </a:endParaRPr>
          </a:p>
          <a:p>
            <a:pPr marL="12700" marR="52573">
              <a:lnSpc>
                <a:spcPts val="2375"/>
              </a:lnSpc>
            </a:pPr>
            <a:r>
              <a:rPr dirty="0" smtClean="0" sz="2400" spc="-2" b="1">
                <a:latin typeface="Times New Roman"/>
                <a:cs typeface="Times New Roman"/>
              </a:rPr>
              <a:t>l</a:t>
            </a:r>
            <a:r>
              <a:rPr dirty="0" smtClean="0" sz="2400" spc="-2" b="1">
                <a:latin typeface="Times New Roman"/>
                <a:cs typeface="Times New Roman"/>
              </a:rPr>
              <a:t>i</a:t>
            </a:r>
            <a:r>
              <a:rPr dirty="0" smtClean="0" sz="2400" spc="-2" b="1">
                <a:latin typeface="Times New Roman"/>
                <a:cs typeface="Times New Roman"/>
              </a:rPr>
              <a:t>ke</a:t>
            </a:r>
            <a:r>
              <a:rPr dirty="0" smtClean="0" sz="2400" spc="-2" b="1">
                <a:latin typeface="Times New Roman"/>
                <a:cs typeface="Times New Roman"/>
              </a:rPr>
              <a:t> </a:t>
            </a:r>
            <a:r>
              <a:rPr dirty="0" smtClean="0" sz="2400" spc="-2" b="1">
                <a:latin typeface="Times New Roman"/>
                <a:cs typeface="Times New Roman"/>
              </a:rPr>
              <a:t>?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45280" y="3362549"/>
            <a:ext cx="511757" cy="330517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 b="1">
                <a:latin typeface="Times New Roman"/>
                <a:cs typeface="Times New Roman"/>
              </a:rPr>
              <a:t>site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161233" y="3362549"/>
            <a:ext cx="1101854" cy="330517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 spc="-3" b="1">
                <a:latin typeface="Times New Roman"/>
                <a:cs typeface="Times New Roman"/>
              </a:rPr>
              <a:t>l</a:t>
            </a:r>
            <a:r>
              <a:rPr dirty="0" smtClean="0" sz="2400" spc="-3" b="1">
                <a:latin typeface="Times New Roman"/>
                <a:cs typeface="Times New Roman"/>
              </a:rPr>
              <a:t>o</a:t>
            </a:r>
            <a:r>
              <a:rPr dirty="0" smtClean="0" sz="2400" spc="-3" b="1">
                <a:latin typeface="Times New Roman"/>
                <a:cs typeface="Times New Roman"/>
              </a:rPr>
              <a:t>c</a:t>
            </a:r>
            <a:r>
              <a:rPr dirty="0" smtClean="0" sz="2400" spc="-3" b="1">
                <a:latin typeface="Times New Roman"/>
                <a:cs typeface="Times New Roman"/>
              </a:rPr>
              <a:t>at</a:t>
            </a:r>
            <a:r>
              <a:rPr dirty="0" smtClean="0" sz="2400" spc="-3" b="1">
                <a:latin typeface="Times New Roman"/>
                <a:cs typeface="Times New Roman"/>
              </a:rPr>
              <a:t>i</a:t>
            </a:r>
            <a:r>
              <a:rPr dirty="0" smtClean="0" sz="2400" spc="-3" b="1">
                <a:latin typeface="Times New Roman"/>
                <a:cs typeface="Times New Roman"/>
              </a:rPr>
              <a:t>on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268200" y="3362549"/>
            <a:ext cx="629837" cy="330517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 spc="-1" b="1">
                <a:latin typeface="Times New Roman"/>
                <a:cs typeface="Times New Roman"/>
              </a:rPr>
              <a:t>lo</a:t>
            </a:r>
            <a:r>
              <a:rPr dirty="0" smtClean="0" sz="2400" spc="-1" b="1">
                <a:latin typeface="Times New Roman"/>
                <a:cs typeface="Times New Roman"/>
              </a:rPr>
              <a:t>o</a:t>
            </a:r>
            <a:r>
              <a:rPr dirty="0" smtClean="0" sz="2400" spc="-1" b="1">
                <a:latin typeface="Times New Roman"/>
                <a:cs typeface="Times New Roman"/>
              </a:rPr>
              <a:t>k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79499" y="3746343"/>
            <a:ext cx="1043416" cy="412558"/>
          </a:xfrm>
          <a:prstGeom prst="rect">
            <a:avLst/>
          </a:prstGeom>
        </p:spPr>
        <p:txBody>
          <a:bodyPr wrap="square" lIns="0" tIns="9588" rIns="0" bIns="0" rtlCol="0">
            <a:noAutofit/>
          </a:bodyPr>
          <a:lstStyle/>
          <a:p>
            <a:pPr marL="12700">
              <a:lnSpc>
                <a:spcPts val="1510"/>
              </a:lnSpc>
            </a:pPr>
            <a:r>
              <a:rPr dirty="0" smtClean="0" sz="1400" spc="-9">
                <a:latin typeface="Arial"/>
                <a:cs typeface="Arial"/>
              </a:rPr>
              <a:t>b</a:t>
            </a:r>
            <a:r>
              <a:rPr dirty="0" smtClean="0" sz="1400" spc="-9">
                <a:latin typeface="Arial"/>
                <a:cs typeface="Arial"/>
              </a:rPr>
              <a:t>a</a:t>
            </a:r>
            <a:r>
              <a:rPr dirty="0" smtClean="0" sz="1400" spc="-39">
                <a:latin typeface="Arial"/>
                <a:cs typeface="Arial"/>
              </a:rPr>
              <a:t>s</a:t>
            </a:r>
            <a:r>
              <a:rPr dirty="0" smtClean="0" sz="1400" spc="0">
                <a:latin typeface="Arial"/>
                <a:cs typeface="Arial"/>
              </a:rPr>
              <a:t>e</a:t>
            </a:r>
            <a:r>
              <a:rPr dirty="0" smtClean="0" sz="1400" spc="278">
                <a:latin typeface="Arial"/>
                <a:cs typeface="Arial"/>
              </a:rPr>
              <a:t> </a:t>
            </a:r>
            <a:r>
              <a:rPr dirty="0" smtClean="0" sz="1400" spc="23">
                <a:latin typeface="Arial"/>
                <a:cs typeface="Arial"/>
              </a:rPr>
              <a:t>s</a:t>
            </a:r>
            <a:r>
              <a:rPr dirty="0" smtClean="0" sz="1400" spc="33">
                <a:latin typeface="Arial"/>
                <a:cs typeface="Arial"/>
              </a:rPr>
              <a:t>t</a:t>
            </a:r>
            <a:r>
              <a:rPr dirty="0" smtClean="0" sz="1400" spc="59">
                <a:latin typeface="Arial"/>
                <a:cs typeface="Arial"/>
              </a:rPr>
              <a:t>a</a:t>
            </a:r>
            <a:r>
              <a:rPr dirty="0" smtClean="0" sz="1400" spc="33">
                <a:latin typeface="Arial"/>
                <a:cs typeface="Arial"/>
              </a:rPr>
              <a:t>t</a:t>
            </a:r>
            <a:r>
              <a:rPr dirty="0" smtClean="0" sz="1400" spc="-7">
                <a:latin typeface="Arial"/>
                <a:cs typeface="Arial"/>
              </a:rPr>
              <a:t>i</a:t>
            </a:r>
            <a:r>
              <a:rPr dirty="0" smtClean="0" sz="1400" spc="59">
                <a:latin typeface="Arial"/>
                <a:cs typeface="Arial"/>
              </a:rPr>
              <a:t>o</a:t>
            </a:r>
            <a:r>
              <a:rPr dirty="0" smtClean="0" sz="1400" spc="69">
                <a:latin typeface="Arial"/>
                <a:cs typeface="Arial"/>
              </a:rPr>
              <a:t>n</a:t>
            </a:r>
            <a:endParaRPr sz="1400">
              <a:latin typeface="Arial"/>
              <a:cs typeface="Arial"/>
            </a:endParaRPr>
          </a:p>
          <a:p>
            <a:pPr marL="12700" marR="26412">
              <a:lnSpc>
                <a:spcPct val="95825"/>
              </a:lnSpc>
              <a:spcBef>
                <a:spcPts val="34"/>
              </a:spcBef>
            </a:pPr>
            <a:r>
              <a:rPr dirty="0" smtClean="0" sz="1400" spc="29">
                <a:latin typeface="Arial"/>
                <a:cs typeface="Arial"/>
              </a:rPr>
              <a:t>h</a:t>
            </a:r>
            <a:r>
              <a:rPr dirty="0" smtClean="0" sz="1400" spc="29">
                <a:latin typeface="Arial"/>
                <a:cs typeface="Arial"/>
              </a:rPr>
              <a:t>o</a:t>
            </a:r>
            <a:r>
              <a:rPr dirty="0" smtClean="0" sz="1400" spc="29">
                <a:latin typeface="Arial"/>
                <a:cs typeface="Arial"/>
              </a:rPr>
              <a:t>u</a:t>
            </a:r>
            <a:r>
              <a:rPr dirty="0" smtClean="0" sz="1400" spc="29">
                <a:latin typeface="Arial"/>
                <a:cs typeface="Arial"/>
              </a:rPr>
              <a:t>s</a:t>
            </a:r>
            <a:r>
              <a:rPr dirty="0" smtClean="0" sz="1400" spc="29">
                <a:latin typeface="Arial"/>
                <a:cs typeface="Arial"/>
              </a:rPr>
              <a:t>i</a:t>
            </a:r>
            <a:r>
              <a:rPr dirty="0" smtClean="0" sz="1400" spc="29">
                <a:latin typeface="Arial"/>
                <a:cs typeface="Arial"/>
              </a:rPr>
              <a:t>n</a:t>
            </a:r>
            <a:r>
              <a:rPr dirty="0" smtClean="0" sz="1400" spc="29">
                <a:latin typeface="Arial"/>
                <a:cs typeface="Arial"/>
              </a:rPr>
              <a:t>g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556089" y="3931059"/>
            <a:ext cx="1181845" cy="834308"/>
          </a:xfrm>
          <a:prstGeom prst="rect">
            <a:avLst/>
          </a:prstGeom>
        </p:spPr>
        <p:txBody>
          <a:bodyPr wrap="square" lIns="0" tIns="9588" rIns="0" bIns="0" rtlCol="0">
            <a:noAutofit/>
          </a:bodyPr>
          <a:lstStyle/>
          <a:p>
            <a:pPr marL="12700">
              <a:lnSpc>
                <a:spcPts val="1510"/>
              </a:lnSpc>
            </a:pPr>
            <a:r>
              <a:rPr dirty="0" smtClean="0" sz="1400" spc="34">
                <a:latin typeface="Arial"/>
                <a:cs typeface="Arial"/>
              </a:rPr>
              <a:t>j</a:t>
            </a:r>
            <a:r>
              <a:rPr dirty="0" smtClean="0" sz="1400" spc="34">
                <a:latin typeface="Arial"/>
                <a:cs typeface="Arial"/>
              </a:rPr>
              <a:t>a</a:t>
            </a:r>
            <a:r>
              <a:rPr dirty="0" smtClean="0" sz="1400" spc="34">
                <a:latin typeface="Arial"/>
                <a:cs typeface="Arial"/>
              </a:rPr>
              <a:t>l</a:t>
            </a:r>
            <a:r>
              <a:rPr dirty="0" smtClean="0" sz="1400" spc="34">
                <a:latin typeface="Arial"/>
                <a:cs typeface="Arial"/>
              </a:rPr>
              <a:t>u</a:t>
            </a:r>
            <a:r>
              <a:rPr dirty="0" smtClean="0" sz="1400" spc="34">
                <a:latin typeface="Arial"/>
                <a:cs typeface="Arial"/>
              </a:rPr>
              <a:t>r</a:t>
            </a:r>
            <a:r>
              <a:rPr dirty="0" smtClean="0" sz="1400" spc="34">
                <a:latin typeface="Arial"/>
                <a:cs typeface="Arial"/>
              </a:rPr>
              <a:t> </a:t>
            </a:r>
            <a:r>
              <a:rPr dirty="0" smtClean="0" sz="1400" spc="34">
                <a:latin typeface="Arial"/>
                <a:cs typeface="Arial"/>
              </a:rPr>
              <a:t>t</a:t>
            </a:r>
            <a:r>
              <a:rPr dirty="0" smtClean="0" sz="1400" spc="34">
                <a:latin typeface="Arial"/>
                <a:cs typeface="Arial"/>
              </a:rPr>
              <a:t>r</a:t>
            </a:r>
            <a:r>
              <a:rPr dirty="0" smtClean="0" sz="1400" spc="34">
                <a:latin typeface="Arial"/>
                <a:cs typeface="Arial"/>
              </a:rPr>
              <a:t>a</a:t>
            </a:r>
            <a:r>
              <a:rPr dirty="0" smtClean="0" sz="1400" spc="34">
                <a:latin typeface="Arial"/>
                <a:cs typeface="Arial"/>
              </a:rPr>
              <a:t>n</a:t>
            </a:r>
            <a:r>
              <a:rPr dirty="0" smtClean="0" sz="1400" spc="34">
                <a:latin typeface="Arial"/>
                <a:cs typeface="Arial"/>
              </a:rPr>
              <a:t>s</a:t>
            </a:r>
            <a:r>
              <a:rPr dirty="0" smtClean="0" sz="1400" spc="34">
                <a:latin typeface="Arial"/>
                <a:cs typeface="Arial"/>
              </a:rPr>
              <a:t>m</a:t>
            </a:r>
            <a:r>
              <a:rPr dirty="0" smtClean="0" sz="1400" spc="34">
                <a:latin typeface="Arial"/>
                <a:cs typeface="Arial"/>
              </a:rPr>
              <a:t>i</a:t>
            </a:r>
            <a:r>
              <a:rPr dirty="0" smtClean="0" sz="1400" spc="34">
                <a:latin typeface="Arial"/>
                <a:cs typeface="Arial"/>
              </a:rPr>
              <a:t>s</a:t>
            </a:r>
            <a:r>
              <a:rPr dirty="0" smtClean="0" sz="1400" spc="34">
                <a:latin typeface="Arial"/>
                <a:cs typeface="Arial"/>
              </a:rPr>
              <a:t>i</a:t>
            </a:r>
            <a:endParaRPr sz="1400">
              <a:latin typeface="Arial"/>
              <a:cs typeface="Arial"/>
            </a:endParaRPr>
          </a:p>
          <a:p>
            <a:pPr marL="12700" marR="22159">
              <a:lnSpc>
                <a:spcPts val="1609"/>
              </a:lnSpc>
              <a:spcBef>
                <a:spcPts val="34"/>
              </a:spcBef>
            </a:pPr>
            <a:r>
              <a:rPr dirty="0" smtClean="0" sz="1400" spc="53">
                <a:latin typeface="Arial"/>
                <a:cs typeface="Arial"/>
              </a:rPr>
              <a:t>g</a:t>
            </a:r>
            <a:r>
              <a:rPr dirty="0" smtClean="0" sz="1400" spc="53">
                <a:latin typeface="Arial"/>
                <a:cs typeface="Arial"/>
              </a:rPr>
              <a:t>e</a:t>
            </a:r>
            <a:r>
              <a:rPr dirty="0" smtClean="0" sz="1400" spc="53">
                <a:latin typeface="Arial"/>
                <a:cs typeface="Arial"/>
              </a:rPr>
              <a:t>l</a:t>
            </a:r>
            <a:r>
              <a:rPr dirty="0" smtClean="0" sz="1400" spc="53">
                <a:latin typeface="Arial"/>
                <a:cs typeface="Arial"/>
              </a:rPr>
              <a:t>o</a:t>
            </a:r>
            <a:r>
              <a:rPr dirty="0" smtClean="0" sz="1400" spc="53">
                <a:latin typeface="Arial"/>
                <a:cs typeface="Arial"/>
              </a:rPr>
              <a:t>m</a:t>
            </a:r>
            <a:r>
              <a:rPr dirty="0" smtClean="0" sz="1400" spc="53">
                <a:latin typeface="Arial"/>
                <a:cs typeface="Arial"/>
              </a:rPr>
              <a:t>b</a:t>
            </a:r>
            <a:r>
              <a:rPr dirty="0" smtClean="0" sz="1400" spc="53">
                <a:latin typeface="Arial"/>
                <a:cs typeface="Arial"/>
              </a:rPr>
              <a:t>a</a:t>
            </a:r>
            <a:r>
              <a:rPr dirty="0" smtClean="0" sz="1400" spc="53">
                <a:latin typeface="Arial"/>
                <a:cs typeface="Arial"/>
              </a:rPr>
              <a:t>n</a:t>
            </a:r>
            <a:r>
              <a:rPr dirty="0" smtClean="0" sz="1400" spc="53">
                <a:latin typeface="Arial"/>
                <a:cs typeface="Arial"/>
              </a:rPr>
              <a:t>g</a:t>
            </a:r>
            <a:r>
              <a:rPr dirty="0" smtClean="0" sz="1400" spc="53">
                <a:latin typeface="Arial"/>
                <a:cs typeface="Arial"/>
              </a:rPr>
              <a:t> </a:t>
            </a:r>
            <a:endParaRPr sz="1400">
              <a:latin typeface="Arial"/>
              <a:cs typeface="Arial"/>
            </a:endParaRPr>
          </a:p>
          <a:p>
            <a:pPr marL="12700" marR="22159">
              <a:lnSpc>
                <a:spcPts val="1609"/>
              </a:lnSpc>
              <a:spcBef>
                <a:spcPts val="111"/>
              </a:spcBef>
            </a:pPr>
            <a:r>
              <a:rPr dirty="0" smtClean="0" sz="1400" spc="46">
                <a:latin typeface="Arial"/>
                <a:cs typeface="Arial"/>
              </a:rPr>
              <a:t>m</a:t>
            </a:r>
            <a:r>
              <a:rPr dirty="0" smtClean="0" sz="1400" spc="46">
                <a:latin typeface="Arial"/>
                <a:cs typeface="Arial"/>
              </a:rPr>
              <a:t>i</a:t>
            </a:r>
            <a:r>
              <a:rPr dirty="0" smtClean="0" sz="1400" spc="46">
                <a:latin typeface="Arial"/>
                <a:cs typeface="Arial"/>
              </a:rPr>
              <a:t>k</a:t>
            </a:r>
            <a:r>
              <a:rPr dirty="0" smtClean="0" sz="1400" spc="46">
                <a:latin typeface="Arial"/>
                <a:cs typeface="Arial"/>
              </a:rPr>
              <a:t>r</a:t>
            </a:r>
            <a:r>
              <a:rPr dirty="0" smtClean="0" sz="1400" spc="46">
                <a:latin typeface="Arial"/>
                <a:cs typeface="Arial"/>
              </a:rPr>
              <a:t>o</a:t>
            </a:r>
            <a:r>
              <a:rPr dirty="0" smtClean="0" sz="1400" spc="46">
                <a:latin typeface="Arial"/>
                <a:cs typeface="Arial"/>
              </a:rPr>
              <a:t> </a:t>
            </a:r>
            <a:endParaRPr sz="1400">
              <a:latin typeface="Arial"/>
              <a:cs typeface="Arial"/>
            </a:endParaRPr>
          </a:p>
          <a:p>
            <a:pPr marL="12700" marR="22159">
              <a:lnSpc>
                <a:spcPts val="1609"/>
              </a:lnSpc>
              <a:spcBef>
                <a:spcPts val="111"/>
              </a:spcBef>
            </a:pPr>
            <a:r>
              <a:rPr dirty="0" smtClean="0" sz="1400" spc="68">
                <a:latin typeface="Arial"/>
                <a:cs typeface="Arial"/>
              </a:rPr>
              <a:t>m</a:t>
            </a:r>
            <a:r>
              <a:rPr dirty="0" smtClean="0" sz="1400" spc="68">
                <a:latin typeface="Arial"/>
                <a:cs typeface="Arial"/>
              </a:rPr>
              <a:t>e</a:t>
            </a:r>
            <a:r>
              <a:rPr dirty="0" smtClean="0" sz="1400" spc="68">
                <a:latin typeface="Arial"/>
                <a:cs typeface="Arial"/>
              </a:rPr>
              <a:t>n</a:t>
            </a:r>
            <a:r>
              <a:rPr dirty="0" smtClean="0" sz="1400" spc="68">
                <a:latin typeface="Arial"/>
                <a:cs typeface="Arial"/>
              </a:rPr>
              <a:t>u</a:t>
            </a:r>
            <a:r>
              <a:rPr dirty="0" smtClean="0" sz="1400" spc="68">
                <a:latin typeface="Arial"/>
                <a:cs typeface="Arial"/>
              </a:rPr>
              <a:t>j</a:t>
            </a:r>
            <a:r>
              <a:rPr dirty="0" smtClean="0" sz="1400" spc="68">
                <a:latin typeface="Arial"/>
                <a:cs typeface="Arial"/>
              </a:rPr>
              <a:t>u</a:t>
            </a:r>
            <a:r>
              <a:rPr dirty="0" smtClean="0" sz="1400" spc="68">
                <a:latin typeface="Arial"/>
                <a:cs typeface="Arial"/>
              </a:rPr>
              <a:t> </a:t>
            </a:r>
            <a:r>
              <a:rPr dirty="0" smtClean="0" sz="1400" spc="68">
                <a:latin typeface="Arial"/>
                <a:cs typeface="Arial"/>
              </a:rPr>
              <a:t>BSC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1140" y="6472848"/>
            <a:ext cx="1940399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b="1">
                <a:latin typeface="Georgia"/>
                <a:cs typeface="Georgia"/>
              </a:rPr>
              <a:t>M</a:t>
            </a:r>
            <a:r>
              <a:rPr dirty="0" smtClean="0" sz="1800" b="1">
                <a:latin typeface="Georgia"/>
                <a:cs typeface="Georgia"/>
              </a:rPr>
              <a:t>o</a:t>
            </a:r>
            <a:r>
              <a:rPr dirty="0" smtClean="0" sz="1800" b="1">
                <a:latin typeface="Georgia"/>
                <a:cs typeface="Georgia"/>
              </a:rPr>
              <a:t>d</a:t>
            </a:r>
            <a:r>
              <a:rPr dirty="0" smtClean="0" sz="1800" b="1">
                <a:latin typeface="Georgia"/>
                <a:cs typeface="Georgia"/>
              </a:rPr>
              <a:t>ul</a:t>
            </a:r>
            <a:r>
              <a:rPr dirty="0" smtClean="0" sz="1800" b="1">
                <a:latin typeface="Georgia"/>
                <a:cs typeface="Georgia"/>
              </a:rPr>
              <a:t> </a:t>
            </a:r>
            <a:r>
              <a:rPr dirty="0" smtClean="0" sz="1800" b="1">
                <a:latin typeface="Georgia"/>
                <a:cs typeface="Georgia"/>
              </a:rPr>
              <a:t>3</a:t>
            </a:r>
            <a:r>
              <a:rPr dirty="0" smtClean="0" sz="1800" b="1">
                <a:latin typeface="Georgia"/>
                <a:cs typeface="Georgia"/>
              </a:rPr>
              <a:t> </a:t>
            </a:r>
            <a:r>
              <a:rPr dirty="0" smtClean="0" sz="1800" b="1">
                <a:latin typeface="Georgia"/>
                <a:cs typeface="Georgia"/>
              </a:rPr>
              <a:t> </a:t>
            </a:r>
            <a:r>
              <a:rPr dirty="0" smtClean="0" sz="1800" b="1">
                <a:latin typeface="Georgia"/>
                <a:cs typeface="Georgia"/>
              </a:rPr>
              <a:t>S</a:t>
            </a:r>
            <a:r>
              <a:rPr dirty="0" smtClean="0" sz="1800" b="1">
                <a:latin typeface="Georgia"/>
                <a:cs typeface="Georgia"/>
              </a:rPr>
              <a:t>istem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171039" y="6472848"/>
            <a:ext cx="3535328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0" b="1">
                <a:latin typeface="Georgia"/>
                <a:cs typeface="Georgia"/>
              </a:rPr>
              <a:t>K</a:t>
            </a:r>
            <a:r>
              <a:rPr dirty="0" smtClean="0" sz="1800" spc="0" b="1">
                <a:latin typeface="Georgia"/>
                <a:cs typeface="Georgia"/>
              </a:rPr>
              <a:t>o</a:t>
            </a: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unik</a:t>
            </a:r>
            <a:r>
              <a:rPr dirty="0" smtClean="0" sz="1800" spc="0" b="1">
                <a:latin typeface="Georgia"/>
                <a:cs typeface="Georgia"/>
              </a:rPr>
              <a:t>a</a:t>
            </a:r>
            <a:r>
              <a:rPr dirty="0" smtClean="0" sz="1800" spc="0" b="1">
                <a:latin typeface="Georgia"/>
                <a:cs typeface="Georgia"/>
              </a:rPr>
              <a:t>si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B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r>
              <a:rPr dirty="0" smtClean="0" sz="1800" spc="0" b="1">
                <a:latin typeface="Georgia"/>
                <a:cs typeface="Georgia"/>
              </a:rPr>
              <a:t>g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r>
              <a:rPr dirty="0" smtClean="0" sz="1800" spc="0" b="1">
                <a:latin typeface="Georgia"/>
                <a:cs typeface="Georgia"/>
              </a:rPr>
              <a:t>a</a:t>
            </a:r>
            <a:r>
              <a:rPr dirty="0" smtClean="0" sz="1800" spc="0" b="1">
                <a:latin typeface="Georgia"/>
                <a:cs typeface="Georgia"/>
              </a:rPr>
              <a:t>k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S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lul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474200" y="6472848"/>
            <a:ext cx="319594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b="1">
                <a:latin typeface="Georgia"/>
                <a:cs typeface="Georgia"/>
              </a:rPr>
              <a:t>14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7478" y="891909"/>
            <a:ext cx="58223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" name="object 2"/>
          <p:cNvSpPr txBox="1"/>
          <p:nvPr/>
        </p:nvSpPr>
        <p:spPr>
          <a:xfrm>
            <a:off x="1024776" y="891909"/>
            <a:ext cx="56098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object 179"/>
          <p:cNvSpPr/>
          <p:nvPr/>
        </p:nvSpPr>
        <p:spPr>
          <a:xfrm>
            <a:off x="0" y="6400800"/>
            <a:ext cx="9903460" cy="457196"/>
          </a:xfrm>
          <a:custGeom>
            <a:avLst/>
            <a:gdLst/>
            <a:ahLst/>
            <a:cxnLst/>
            <a:rect l="l" t="t" r="r" b="b"/>
            <a:pathLst>
              <a:path w="9903460" h="457196">
                <a:moveTo>
                  <a:pt x="9903460" y="457196"/>
                </a:moveTo>
                <a:lnTo>
                  <a:pt x="9903460" y="0"/>
                </a:lnTo>
                <a:lnTo>
                  <a:pt x="0" y="0"/>
                </a:lnTo>
                <a:lnTo>
                  <a:pt x="0" y="457196"/>
                </a:lnTo>
                <a:lnTo>
                  <a:pt x="9903460" y="457196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0" name="object 180"/>
          <p:cNvSpPr/>
          <p:nvPr/>
        </p:nvSpPr>
        <p:spPr>
          <a:xfrm>
            <a:off x="153670" y="640207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58419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7" name="object 177"/>
          <p:cNvSpPr/>
          <p:nvPr/>
        </p:nvSpPr>
        <p:spPr>
          <a:xfrm>
            <a:off x="0" y="0"/>
            <a:ext cx="9903460" cy="609600"/>
          </a:xfrm>
          <a:custGeom>
            <a:avLst/>
            <a:gdLst/>
            <a:ahLst/>
            <a:cxnLst/>
            <a:rect l="l" t="t" r="r" b="b"/>
            <a:pathLst>
              <a:path w="9903460" h="609600">
                <a:moveTo>
                  <a:pt x="0" y="609600"/>
                </a:moveTo>
                <a:lnTo>
                  <a:pt x="9903460" y="609600"/>
                </a:lnTo>
                <a:lnTo>
                  <a:pt x="9903460" y="0"/>
                </a:lnTo>
                <a:lnTo>
                  <a:pt x="0" y="0"/>
                </a:lnTo>
                <a:lnTo>
                  <a:pt x="0" y="60960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8" name="object 178"/>
          <p:cNvSpPr/>
          <p:nvPr/>
        </p:nvSpPr>
        <p:spPr>
          <a:xfrm>
            <a:off x="111760" y="60960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76200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6" name="object 26"/>
          <p:cNvSpPr/>
          <p:nvPr/>
        </p:nvSpPr>
        <p:spPr>
          <a:xfrm>
            <a:off x="950119" y="3698832"/>
            <a:ext cx="1986516" cy="1271237"/>
          </a:xfrm>
          <a:custGeom>
            <a:avLst/>
            <a:gdLst/>
            <a:ahLst/>
            <a:cxnLst/>
            <a:rect l="l" t="t" r="r" b="b"/>
            <a:pathLst>
              <a:path w="1986516" h="1271237">
                <a:moveTo>
                  <a:pt x="0" y="637498"/>
                </a:moveTo>
                <a:lnTo>
                  <a:pt x="5953" y="568900"/>
                </a:lnTo>
                <a:lnTo>
                  <a:pt x="23814" y="499806"/>
                </a:lnTo>
                <a:lnTo>
                  <a:pt x="50603" y="435007"/>
                </a:lnTo>
                <a:lnTo>
                  <a:pt x="92275" y="370188"/>
                </a:lnTo>
                <a:lnTo>
                  <a:pt x="142876" y="309206"/>
                </a:lnTo>
                <a:lnTo>
                  <a:pt x="202408" y="252021"/>
                </a:lnTo>
                <a:lnTo>
                  <a:pt x="270878" y="198178"/>
                </a:lnTo>
                <a:lnTo>
                  <a:pt x="351610" y="152427"/>
                </a:lnTo>
                <a:lnTo>
                  <a:pt x="434963" y="110512"/>
                </a:lnTo>
                <a:lnTo>
                  <a:pt x="527241" y="76156"/>
                </a:lnTo>
                <a:lnTo>
                  <a:pt x="625462" y="45617"/>
                </a:lnTo>
                <a:lnTo>
                  <a:pt x="726678" y="22904"/>
                </a:lnTo>
                <a:lnTo>
                  <a:pt x="833824" y="7634"/>
                </a:lnTo>
                <a:lnTo>
                  <a:pt x="938020" y="0"/>
                </a:lnTo>
                <a:lnTo>
                  <a:pt x="1048145" y="0"/>
                </a:lnTo>
                <a:lnTo>
                  <a:pt x="1152698" y="7634"/>
                </a:lnTo>
                <a:lnTo>
                  <a:pt x="1259858" y="22904"/>
                </a:lnTo>
                <a:lnTo>
                  <a:pt x="1361074" y="45617"/>
                </a:lnTo>
                <a:lnTo>
                  <a:pt x="1459281" y="76156"/>
                </a:lnTo>
                <a:lnTo>
                  <a:pt x="1551648" y="110512"/>
                </a:lnTo>
                <a:lnTo>
                  <a:pt x="1634927" y="152427"/>
                </a:lnTo>
                <a:lnTo>
                  <a:pt x="1715226" y="198178"/>
                </a:lnTo>
                <a:lnTo>
                  <a:pt x="1783756" y="252021"/>
                </a:lnTo>
                <a:lnTo>
                  <a:pt x="1843348" y="309206"/>
                </a:lnTo>
                <a:lnTo>
                  <a:pt x="1894298" y="370188"/>
                </a:lnTo>
                <a:lnTo>
                  <a:pt x="1935863" y="435007"/>
                </a:lnTo>
                <a:lnTo>
                  <a:pt x="1962680" y="499806"/>
                </a:lnTo>
                <a:lnTo>
                  <a:pt x="1980557" y="568900"/>
                </a:lnTo>
                <a:lnTo>
                  <a:pt x="1986516" y="637498"/>
                </a:lnTo>
                <a:lnTo>
                  <a:pt x="1980557" y="706115"/>
                </a:lnTo>
                <a:lnTo>
                  <a:pt x="1962680" y="774732"/>
                </a:lnTo>
                <a:lnTo>
                  <a:pt x="1935863" y="840009"/>
                </a:lnTo>
                <a:lnTo>
                  <a:pt x="1894298" y="904828"/>
                </a:lnTo>
                <a:lnTo>
                  <a:pt x="1843348" y="965810"/>
                </a:lnTo>
                <a:lnTo>
                  <a:pt x="1783756" y="1022994"/>
                </a:lnTo>
                <a:lnTo>
                  <a:pt x="1715226" y="1076361"/>
                </a:lnTo>
                <a:lnTo>
                  <a:pt x="1634927" y="1122570"/>
                </a:lnTo>
                <a:lnTo>
                  <a:pt x="1551648" y="1164504"/>
                </a:lnTo>
                <a:lnTo>
                  <a:pt x="1459281" y="1198822"/>
                </a:lnTo>
                <a:lnTo>
                  <a:pt x="1361074" y="1229322"/>
                </a:lnTo>
                <a:lnTo>
                  <a:pt x="1259858" y="1252188"/>
                </a:lnTo>
                <a:lnTo>
                  <a:pt x="1152698" y="1263621"/>
                </a:lnTo>
                <a:lnTo>
                  <a:pt x="1048145" y="1271237"/>
                </a:lnTo>
                <a:lnTo>
                  <a:pt x="938020" y="1271237"/>
                </a:lnTo>
                <a:lnTo>
                  <a:pt x="833824" y="1263621"/>
                </a:lnTo>
                <a:lnTo>
                  <a:pt x="726678" y="1252188"/>
                </a:lnTo>
                <a:lnTo>
                  <a:pt x="625462" y="1229322"/>
                </a:lnTo>
                <a:lnTo>
                  <a:pt x="527241" y="1198822"/>
                </a:lnTo>
                <a:lnTo>
                  <a:pt x="434963" y="1164504"/>
                </a:lnTo>
                <a:lnTo>
                  <a:pt x="351610" y="1122570"/>
                </a:lnTo>
                <a:lnTo>
                  <a:pt x="270878" y="1076361"/>
                </a:lnTo>
                <a:lnTo>
                  <a:pt x="202408" y="1022994"/>
                </a:lnTo>
                <a:lnTo>
                  <a:pt x="142876" y="965810"/>
                </a:lnTo>
                <a:lnTo>
                  <a:pt x="92275" y="904828"/>
                </a:lnTo>
                <a:lnTo>
                  <a:pt x="50603" y="840009"/>
                </a:lnTo>
                <a:lnTo>
                  <a:pt x="23814" y="774732"/>
                </a:lnTo>
                <a:lnTo>
                  <a:pt x="5953" y="706115"/>
                </a:lnTo>
                <a:lnTo>
                  <a:pt x="0" y="637498"/>
                </a:lnTo>
              </a:path>
            </a:pathLst>
          </a:custGeom>
          <a:ln w="2142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7" name="object 27"/>
          <p:cNvSpPr/>
          <p:nvPr/>
        </p:nvSpPr>
        <p:spPr>
          <a:xfrm>
            <a:off x="1721446" y="2709564"/>
            <a:ext cx="1986600" cy="1271791"/>
          </a:xfrm>
          <a:custGeom>
            <a:avLst/>
            <a:gdLst/>
            <a:ahLst/>
            <a:cxnLst/>
            <a:rect l="l" t="t" r="r" b="b"/>
            <a:pathLst>
              <a:path w="1986600" h="1271791">
                <a:moveTo>
                  <a:pt x="0" y="637498"/>
                </a:moveTo>
                <a:lnTo>
                  <a:pt x="5944" y="565159"/>
                </a:lnTo>
                <a:lnTo>
                  <a:pt x="23806" y="500264"/>
                </a:lnTo>
                <a:lnTo>
                  <a:pt x="53572" y="431743"/>
                </a:lnTo>
                <a:lnTo>
                  <a:pt x="92277" y="366848"/>
                </a:lnTo>
                <a:lnTo>
                  <a:pt x="142870" y="309206"/>
                </a:lnTo>
                <a:lnTo>
                  <a:pt x="202402" y="252136"/>
                </a:lnTo>
                <a:lnTo>
                  <a:pt x="273852" y="198693"/>
                </a:lnTo>
                <a:lnTo>
                  <a:pt x="351604" y="149258"/>
                </a:lnTo>
                <a:lnTo>
                  <a:pt x="437937" y="107267"/>
                </a:lnTo>
                <a:lnTo>
                  <a:pt x="530214" y="72529"/>
                </a:lnTo>
                <a:lnTo>
                  <a:pt x="625456" y="45808"/>
                </a:lnTo>
                <a:lnTo>
                  <a:pt x="729667" y="22904"/>
                </a:lnTo>
                <a:lnTo>
                  <a:pt x="833803" y="7634"/>
                </a:lnTo>
                <a:lnTo>
                  <a:pt x="940919" y="0"/>
                </a:lnTo>
                <a:lnTo>
                  <a:pt x="1048183" y="0"/>
                </a:lnTo>
                <a:lnTo>
                  <a:pt x="1155746" y="7634"/>
                </a:lnTo>
                <a:lnTo>
                  <a:pt x="1259882" y="22904"/>
                </a:lnTo>
                <a:lnTo>
                  <a:pt x="1361038" y="45808"/>
                </a:lnTo>
                <a:lnTo>
                  <a:pt x="1459364" y="72529"/>
                </a:lnTo>
                <a:lnTo>
                  <a:pt x="1551582" y="107267"/>
                </a:lnTo>
                <a:lnTo>
                  <a:pt x="1637841" y="149258"/>
                </a:lnTo>
                <a:lnTo>
                  <a:pt x="1715310" y="198693"/>
                </a:lnTo>
                <a:lnTo>
                  <a:pt x="1783691" y="252136"/>
                </a:lnTo>
                <a:lnTo>
                  <a:pt x="1846262" y="309206"/>
                </a:lnTo>
                <a:lnTo>
                  <a:pt x="1897212" y="366848"/>
                </a:lnTo>
                <a:lnTo>
                  <a:pt x="1935947" y="431743"/>
                </a:lnTo>
                <a:lnTo>
                  <a:pt x="1965743" y="500264"/>
                </a:lnTo>
                <a:lnTo>
                  <a:pt x="1983620" y="565159"/>
                </a:lnTo>
                <a:lnTo>
                  <a:pt x="1986600" y="637498"/>
                </a:lnTo>
                <a:lnTo>
                  <a:pt x="1983620" y="706592"/>
                </a:lnTo>
                <a:lnTo>
                  <a:pt x="1965743" y="771488"/>
                </a:lnTo>
                <a:lnTo>
                  <a:pt x="1935947" y="840009"/>
                </a:lnTo>
                <a:lnTo>
                  <a:pt x="1897212" y="904904"/>
                </a:lnTo>
                <a:lnTo>
                  <a:pt x="1846262" y="962546"/>
                </a:lnTo>
                <a:lnTo>
                  <a:pt x="1783691" y="1019807"/>
                </a:lnTo>
                <a:lnTo>
                  <a:pt x="1715310" y="1073059"/>
                </a:lnTo>
                <a:lnTo>
                  <a:pt x="1637841" y="1122646"/>
                </a:lnTo>
                <a:lnTo>
                  <a:pt x="1551582" y="1164580"/>
                </a:lnTo>
                <a:lnTo>
                  <a:pt x="1459364" y="1198879"/>
                </a:lnTo>
                <a:lnTo>
                  <a:pt x="1361038" y="1225562"/>
                </a:lnTo>
                <a:lnTo>
                  <a:pt x="1259882" y="1248925"/>
                </a:lnTo>
                <a:lnTo>
                  <a:pt x="1155746" y="1264156"/>
                </a:lnTo>
                <a:lnTo>
                  <a:pt x="1048183" y="1271791"/>
                </a:lnTo>
                <a:lnTo>
                  <a:pt x="940919" y="1271791"/>
                </a:lnTo>
                <a:lnTo>
                  <a:pt x="833803" y="1264156"/>
                </a:lnTo>
                <a:lnTo>
                  <a:pt x="729667" y="1248925"/>
                </a:lnTo>
                <a:lnTo>
                  <a:pt x="625456" y="1225562"/>
                </a:lnTo>
                <a:lnTo>
                  <a:pt x="530214" y="1198879"/>
                </a:lnTo>
                <a:lnTo>
                  <a:pt x="437937" y="1164580"/>
                </a:lnTo>
                <a:lnTo>
                  <a:pt x="351604" y="1122646"/>
                </a:lnTo>
                <a:lnTo>
                  <a:pt x="273852" y="1073059"/>
                </a:lnTo>
                <a:lnTo>
                  <a:pt x="202402" y="1019807"/>
                </a:lnTo>
                <a:lnTo>
                  <a:pt x="142870" y="962546"/>
                </a:lnTo>
                <a:lnTo>
                  <a:pt x="92277" y="904904"/>
                </a:lnTo>
                <a:lnTo>
                  <a:pt x="53572" y="840009"/>
                </a:lnTo>
                <a:lnTo>
                  <a:pt x="23806" y="771488"/>
                </a:lnTo>
                <a:lnTo>
                  <a:pt x="5944" y="706592"/>
                </a:lnTo>
                <a:lnTo>
                  <a:pt x="0" y="637498"/>
                </a:lnTo>
              </a:path>
            </a:pathLst>
          </a:custGeom>
          <a:ln w="2142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8" name="object 28"/>
          <p:cNvSpPr/>
          <p:nvPr/>
        </p:nvSpPr>
        <p:spPr>
          <a:xfrm>
            <a:off x="2605903" y="3698832"/>
            <a:ext cx="1986480" cy="1271237"/>
          </a:xfrm>
          <a:custGeom>
            <a:avLst/>
            <a:gdLst/>
            <a:ahLst/>
            <a:cxnLst/>
            <a:rect l="l" t="t" r="r" b="b"/>
            <a:pathLst>
              <a:path w="1986480" h="1271237">
                <a:moveTo>
                  <a:pt x="0" y="637498"/>
                </a:moveTo>
                <a:lnTo>
                  <a:pt x="5959" y="568900"/>
                </a:lnTo>
                <a:lnTo>
                  <a:pt x="23836" y="499806"/>
                </a:lnTo>
                <a:lnTo>
                  <a:pt x="50503" y="435007"/>
                </a:lnTo>
                <a:lnTo>
                  <a:pt x="92217" y="370188"/>
                </a:lnTo>
                <a:lnTo>
                  <a:pt x="142870" y="309206"/>
                </a:lnTo>
                <a:lnTo>
                  <a:pt x="202312" y="252021"/>
                </a:lnTo>
                <a:lnTo>
                  <a:pt x="271290" y="198178"/>
                </a:lnTo>
                <a:lnTo>
                  <a:pt x="348609" y="152427"/>
                </a:lnTo>
                <a:lnTo>
                  <a:pt x="434868" y="110512"/>
                </a:lnTo>
                <a:lnTo>
                  <a:pt x="527235" y="76156"/>
                </a:lnTo>
                <a:lnTo>
                  <a:pt x="625412" y="45617"/>
                </a:lnTo>
                <a:lnTo>
                  <a:pt x="726717" y="22904"/>
                </a:lnTo>
                <a:lnTo>
                  <a:pt x="830853" y="7634"/>
                </a:lnTo>
                <a:lnTo>
                  <a:pt x="937969" y="0"/>
                </a:lnTo>
                <a:lnTo>
                  <a:pt x="1045531" y="0"/>
                </a:lnTo>
                <a:lnTo>
                  <a:pt x="1152647" y="7634"/>
                </a:lnTo>
                <a:lnTo>
                  <a:pt x="1259763" y="22904"/>
                </a:lnTo>
                <a:lnTo>
                  <a:pt x="1361068" y="45617"/>
                </a:lnTo>
                <a:lnTo>
                  <a:pt x="1459245" y="76156"/>
                </a:lnTo>
                <a:lnTo>
                  <a:pt x="1551612" y="110512"/>
                </a:lnTo>
                <a:lnTo>
                  <a:pt x="1634891" y="152427"/>
                </a:lnTo>
                <a:lnTo>
                  <a:pt x="1715190" y="198178"/>
                </a:lnTo>
                <a:lnTo>
                  <a:pt x="1784167" y="252021"/>
                </a:lnTo>
                <a:lnTo>
                  <a:pt x="1843610" y="309206"/>
                </a:lnTo>
                <a:lnTo>
                  <a:pt x="1894263" y="370188"/>
                </a:lnTo>
                <a:lnTo>
                  <a:pt x="1932997" y="435007"/>
                </a:lnTo>
                <a:lnTo>
                  <a:pt x="1962644" y="499806"/>
                </a:lnTo>
                <a:lnTo>
                  <a:pt x="1980521" y="568900"/>
                </a:lnTo>
                <a:lnTo>
                  <a:pt x="1986480" y="637498"/>
                </a:lnTo>
                <a:lnTo>
                  <a:pt x="1980521" y="706115"/>
                </a:lnTo>
                <a:lnTo>
                  <a:pt x="1962644" y="774732"/>
                </a:lnTo>
                <a:lnTo>
                  <a:pt x="1932997" y="840009"/>
                </a:lnTo>
                <a:lnTo>
                  <a:pt x="1894263" y="904828"/>
                </a:lnTo>
                <a:lnTo>
                  <a:pt x="1843610" y="965810"/>
                </a:lnTo>
                <a:lnTo>
                  <a:pt x="1784167" y="1022994"/>
                </a:lnTo>
                <a:lnTo>
                  <a:pt x="1715190" y="1076361"/>
                </a:lnTo>
                <a:lnTo>
                  <a:pt x="1634891" y="1122570"/>
                </a:lnTo>
                <a:lnTo>
                  <a:pt x="1551612" y="1164504"/>
                </a:lnTo>
                <a:lnTo>
                  <a:pt x="1459245" y="1198822"/>
                </a:lnTo>
                <a:lnTo>
                  <a:pt x="1361068" y="1229322"/>
                </a:lnTo>
                <a:lnTo>
                  <a:pt x="1259763" y="1252188"/>
                </a:lnTo>
                <a:lnTo>
                  <a:pt x="1152647" y="1263621"/>
                </a:lnTo>
                <a:lnTo>
                  <a:pt x="1045531" y="1271237"/>
                </a:lnTo>
                <a:lnTo>
                  <a:pt x="937969" y="1271237"/>
                </a:lnTo>
                <a:lnTo>
                  <a:pt x="830853" y="1263621"/>
                </a:lnTo>
                <a:lnTo>
                  <a:pt x="726717" y="1252188"/>
                </a:lnTo>
                <a:lnTo>
                  <a:pt x="625412" y="1229322"/>
                </a:lnTo>
                <a:lnTo>
                  <a:pt x="527235" y="1198822"/>
                </a:lnTo>
                <a:lnTo>
                  <a:pt x="434868" y="1164504"/>
                </a:lnTo>
                <a:lnTo>
                  <a:pt x="348609" y="1122570"/>
                </a:lnTo>
                <a:lnTo>
                  <a:pt x="271290" y="1076361"/>
                </a:lnTo>
                <a:lnTo>
                  <a:pt x="202312" y="1022994"/>
                </a:lnTo>
                <a:lnTo>
                  <a:pt x="142870" y="965810"/>
                </a:lnTo>
                <a:lnTo>
                  <a:pt x="92217" y="904828"/>
                </a:lnTo>
                <a:lnTo>
                  <a:pt x="50503" y="840009"/>
                </a:lnTo>
                <a:lnTo>
                  <a:pt x="23836" y="774732"/>
                </a:lnTo>
                <a:lnTo>
                  <a:pt x="5959" y="706115"/>
                </a:lnTo>
                <a:lnTo>
                  <a:pt x="0" y="637498"/>
                </a:lnTo>
              </a:path>
            </a:pathLst>
          </a:custGeom>
          <a:ln w="2142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9" name="object 29"/>
          <p:cNvSpPr/>
          <p:nvPr/>
        </p:nvSpPr>
        <p:spPr>
          <a:xfrm>
            <a:off x="2695141" y="2602869"/>
            <a:ext cx="41714" cy="87608"/>
          </a:xfrm>
          <a:custGeom>
            <a:avLst/>
            <a:gdLst/>
            <a:ahLst/>
            <a:cxnLst/>
            <a:rect l="l" t="t" r="r" b="b"/>
            <a:pathLst>
              <a:path w="41714" h="87608">
                <a:moveTo>
                  <a:pt x="5959" y="19086"/>
                </a:moveTo>
                <a:lnTo>
                  <a:pt x="20857" y="0"/>
                </a:lnTo>
                <a:lnTo>
                  <a:pt x="35754" y="19086"/>
                </a:lnTo>
                <a:lnTo>
                  <a:pt x="41714" y="68521"/>
                </a:lnTo>
                <a:lnTo>
                  <a:pt x="20857" y="87608"/>
                </a:lnTo>
                <a:lnTo>
                  <a:pt x="0" y="68521"/>
                </a:lnTo>
                <a:lnTo>
                  <a:pt x="5959" y="19086"/>
                </a:lnTo>
                <a:close/>
              </a:path>
            </a:pathLst>
          </a:custGeom>
          <a:ln w="1878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0" name="object 30"/>
          <p:cNvSpPr/>
          <p:nvPr/>
        </p:nvSpPr>
        <p:spPr>
          <a:xfrm>
            <a:off x="2605903" y="3274724"/>
            <a:ext cx="220637" cy="72338"/>
          </a:xfrm>
          <a:custGeom>
            <a:avLst/>
            <a:gdLst/>
            <a:ahLst/>
            <a:cxnLst/>
            <a:rect l="l" t="t" r="r" b="b"/>
            <a:pathLst>
              <a:path w="220637" h="72338">
                <a:moveTo>
                  <a:pt x="0" y="72338"/>
                </a:moveTo>
                <a:lnTo>
                  <a:pt x="110095" y="0"/>
                </a:lnTo>
                <a:lnTo>
                  <a:pt x="220637" y="72338"/>
                </a:lnTo>
              </a:path>
            </a:pathLst>
          </a:custGeom>
          <a:ln w="2239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1" name="object 31"/>
          <p:cNvSpPr/>
          <p:nvPr/>
        </p:nvSpPr>
        <p:spPr>
          <a:xfrm>
            <a:off x="2605903" y="2568513"/>
            <a:ext cx="220637" cy="847644"/>
          </a:xfrm>
          <a:custGeom>
            <a:avLst/>
            <a:gdLst/>
            <a:ahLst/>
            <a:cxnLst/>
            <a:rect l="l" t="t" r="r" b="b"/>
            <a:pathLst>
              <a:path w="220637" h="847644">
                <a:moveTo>
                  <a:pt x="110095" y="0"/>
                </a:moveTo>
                <a:lnTo>
                  <a:pt x="110095" y="847644"/>
                </a:lnTo>
                <a:lnTo>
                  <a:pt x="0" y="778550"/>
                </a:lnTo>
                <a:lnTo>
                  <a:pt x="110095" y="0"/>
                </a:lnTo>
                <a:lnTo>
                  <a:pt x="220637" y="778550"/>
                </a:lnTo>
                <a:lnTo>
                  <a:pt x="110095" y="847644"/>
                </a:lnTo>
              </a:path>
            </a:pathLst>
          </a:custGeom>
          <a:ln w="1817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2" name="object 32"/>
          <p:cNvSpPr/>
          <p:nvPr/>
        </p:nvSpPr>
        <p:spPr>
          <a:xfrm>
            <a:off x="2689182" y="2763007"/>
            <a:ext cx="53632" cy="15269"/>
          </a:xfrm>
          <a:custGeom>
            <a:avLst/>
            <a:gdLst/>
            <a:ahLst/>
            <a:cxnLst/>
            <a:rect l="l" t="t" r="r" b="b"/>
            <a:pathLst>
              <a:path w="53632" h="15269">
                <a:moveTo>
                  <a:pt x="0" y="0"/>
                </a:moveTo>
                <a:lnTo>
                  <a:pt x="26816" y="15269"/>
                </a:lnTo>
                <a:lnTo>
                  <a:pt x="53632" y="0"/>
                </a:lnTo>
              </a:path>
            </a:pathLst>
          </a:custGeom>
          <a:ln w="2250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3" name="object 33"/>
          <p:cNvSpPr/>
          <p:nvPr/>
        </p:nvSpPr>
        <p:spPr>
          <a:xfrm>
            <a:off x="2680243" y="2828284"/>
            <a:ext cx="71509" cy="22904"/>
          </a:xfrm>
          <a:custGeom>
            <a:avLst/>
            <a:gdLst/>
            <a:ahLst/>
            <a:cxnLst/>
            <a:rect l="l" t="t" r="r" b="b"/>
            <a:pathLst>
              <a:path w="71509" h="22904">
                <a:moveTo>
                  <a:pt x="0" y="0"/>
                </a:moveTo>
                <a:lnTo>
                  <a:pt x="35754" y="22904"/>
                </a:lnTo>
                <a:lnTo>
                  <a:pt x="71509" y="0"/>
                </a:lnTo>
              </a:path>
            </a:pathLst>
          </a:custGeom>
          <a:ln w="22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4" name="object 34"/>
          <p:cNvSpPr/>
          <p:nvPr/>
        </p:nvSpPr>
        <p:spPr>
          <a:xfrm>
            <a:off x="2671304" y="2889171"/>
            <a:ext cx="89387" cy="30538"/>
          </a:xfrm>
          <a:custGeom>
            <a:avLst/>
            <a:gdLst/>
            <a:ahLst/>
            <a:cxnLst/>
            <a:rect l="l" t="t" r="r" b="b"/>
            <a:pathLst>
              <a:path w="89387" h="30538">
                <a:moveTo>
                  <a:pt x="0" y="3817"/>
                </a:moveTo>
                <a:lnTo>
                  <a:pt x="44693" y="30538"/>
                </a:lnTo>
                <a:lnTo>
                  <a:pt x="89387" y="0"/>
                </a:lnTo>
              </a:path>
            </a:pathLst>
          </a:custGeom>
          <a:ln w="2235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5" name="object 35"/>
          <p:cNvSpPr/>
          <p:nvPr/>
        </p:nvSpPr>
        <p:spPr>
          <a:xfrm>
            <a:off x="2659386" y="2957883"/>
            <a:ext cx="110244" cy="34356"/>
          </a:xfrm>
          <a:custGeom>
            <a:avLst/>
            <a:gdLst/>
            <a:ahLst/>
            <a:cxnLst/>
            <a:rect l="l" t="t" r="r" b="b"/>
            <a:pathLst>
              <a:path w="110244" h="34356">
                <a:moveTo>
                  <a:pt x="0" y="0"/>
                </a:moveTo>
                <a:lnTo>
                  <a:pt x="56611" y="34356"/>
                </a:lnTo>
                <a:lnTo>
                  <a:pt x="110244" y="0"/>
                </a:lnTo>
              </a:path>
            </a:pathLst>
          </a:custGeom>
          <a:ln w="2243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6" name="object 36"/>
          <p:cNvSpPr/>
          <p:nvPr/>
        </p:nvSpPr>
        <p:spPr>
          <a:xfrm>
            <a:off x="2650596" y="3022587"/>
            <a:ext cx="130952" cy="38173"/>
          </a:xfrm>
          <a:custGeom>
            <a:avLst/>
            <a:gdLst/>
            <a:ahLst/>
            <a:cxnLst/>
            <a:rect l="l" t="t" r="r" b="b"/>
            <a:pathLst>
              <a:path w="130952" h="38173">
                <a:moveTo>
                  <a:pt x="0" y="0"/>
                </a:moveTo>
                <a:lnTo>
                  <a:pt x="65401" y="38173"/>
                </a:lnTo>
                <a:lnTo>
                  <a:pt x="130952" y="0"/>
                </a:lnTo>
              </a:path>
            </a:pathLst>
          </a:custGeom>
          <a:ln w="2248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7" name="object 37"/>
          <p:cNvSpPr/>
          <p:nvPr/>
        </p:nvSpPr>
        <p:spPr>
          <a:xfrm>
            <a:off x="2641658" y="3084047"/>
            <a:ext cx="145850" cy="49625"/>
          </a:xfrm>
          <a:custGeom>
            <a:avLst/>
            <a:gdLst/>
            <a:ahLst/>
            <a:cxnLst/>
            <a:rect l="l" t="t" r="r" b="b"/>
            <a:pathLst>
              <a:path w="145850" h="49625">
                <a:moveTo>
                  <a:pt x="0" y="3817"/>
                </a:moveTo>
                <a:lnTo>
                  <a:pt x="74340" y="49625"/>
                </a:lnTo>
                <a:lnTo>
                  <a:pt x="145850" y="0"/>
                </a:lnTo>
              </a:path>
            </a:pathLst>
          </a:custGeom>
          <a:ln w="2236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8" name="object 38"/>
          <p:cNvSpPr/>
          <p:nvPr/>
        </p:nvSpPr>
        <p:spPr>
          <a:xfrm>
            <a:off x="2632719" y="3152759"/>
            <a:ext cx="166707" cy="49434"/>
          </a:xfrm>
          <a:custGeom>
            <a:avLst/>
            <a:gdLst/>
            <a:ahLst/>
            <a:cxnLst/>
            <a:rect l="l" t="t" r="r" b="b"/>
            <a:pathLst>
              <a:path w="166707" h="49434">
                <a:moveTo>
                  <a:pt x="0" y="0"/>
                </a:moveTo>
                <a:lnTo>
                  <a:pt x="83279" y="49434"/>
                </a:lnTo>
                <a:lnTo>
                  <a:pt x="166707" y="0"/>
                </a:lnTo>
              </a:path>
            </a:pathLst>
          </a:custGeom>
          <a:ln w="2247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9" name="object 39"/>
          <p:cNvSpPr/>
          <p:nvPr/>
        </p:nvSpPr>
        <p:spPr>
          <a:xfrm>
            <a:off x="2623780" y="3217464"/>
            <a:ext cx="184435" cy="57260"/>
          </a:xfrm>
          <a:custGeom>
            <a:avLst/>
            <a:gdLst/>
            <a:ahLst/>
            <a:cxnLst/>
            <a:rect l="l" t="t" r="r" b="b"/>
            <a:pathLst>
              <a:path w="184435" h="57260">
                <a:moveTo>
                  <a:pt x="0" y="0"/>
                </a:moveTo>
                <a:lnTo>
                  <a:pt x="92217" y="57260"/>
                </a:lnTo>
                <a:lnTo>
                  <a:pt x="184435" y="0"/>
                </a:lnTo>
              </a:path>
            </a:pathLst>
          </a:custGeom>
          <a:ln w="2243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0" name="object 40"/>
          <p:cNvSpPr/>
          <p:nvPr/>
        </p:nvSpPr>
        <p:spPr>
          <a:xfrm>
            <a:off x="2614841" y="3278541"/>
            <a:ext cx="202759" cy="68521"/>
          </a:xfrm>
          <a:custGeom>
            <a:avLst/>
            <a:gdLst/>
            <a:ahLst/>
            <a:cxnLst/>
            <a:rect l="l" t="t" r="r" b="b"/>
            <a:pathLst>
              <a:path w="202759" h="68521">
                <a:moveTo>
                  <a:pt x="0" y="3817"/>
                </a:moveTo>
                <a:lnTo>
                  <a:pt x="101156" y="68521"/>
                </a:lnTo>
                <a:lnTo>
                  <a:pt x="202759" y="0"/>
                </a:lnTo>
              </a:path>
            </a:pathLst>
          </a:custGeom>
          <a:ln w="2236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1" name="object 41"/>
          <p:cNvSpPr/>
          <p:nvPr/>
        </p:nvSpPr>
        <p:spPr>
          <a:xfrm>
            <a:off x="2605903" y="2530339"/>
            <a:ext cx="83279" cy="38173"/>
          </a:xfrm>
          <a:custGeom>
            <a:avLst/>
            <a:gdLst/>
            <a:ahLst/>
            <a:cxnLst/>
            <a:rect l="l" t="t" r="r" b="b"/>
            <a:pathLst>
              <a:path w="83279" h="38173">
                <a:moveTo>
                  <a:pt x="83279" y="38173"/>
                </a:moveTo>
                <a:lnTo>
                  <a:pt x="26816" y="30538"/>
                </a:lnTo>
                <a:lnTo>
                  <a:pt x="56462" y="7634"/>
                </a:lnTo>
                <a:lnTo>
                  <a:pt x="0" y="0"/>
                </a:lnTo>
              </a:path>
            </a:pathLst>
          </a:custGeom>
          <a:ln w="2200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2" name="object 42"/>
          <p:cNvSpPr/>
          <p:nvPr/>
        </p:nvSpPr>
        <p:spPr>
          <a:xfrm>
            <a:off x="2730896" y="2526522"/>
            <a:ext cx="95644" cy="45808"/>
          </a:xfrm>
          <a:custGeom>
            <a:avLst/>
            <a:gdLst/>
            <a:ahLst/>
            <a:cxnLst/>
            <a:rect l="l" t="t" r="r" b="b"/>
            <a:pathLst>
              <a:path w="95644" h="45808">
                <a:moveTo>
                  <a:pt x="95644" y="3817"/>
                </a:moveTo>
                <a:lnTo>
                  <a:pt x="38734" y="45808"/>
                </a:lnTo>
                <a:lnTo>
                  <a:pt x="56611" y="0"/>
                </a:lnTo>
                <a:lnTo>
                  <a:pt x="0" y="41990"/>
                </a:lnTo>
              </a:path>
            </a:pathLst>
          </a:custGeom>
          <a:ln w="2194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3" name="object 43"/>
          <p:cNvSpPr/>
          <p:nvPr/>
        </p:nvSpPr>
        <p:spPr>
          <a:xfrm>
            <a:off x="2701100" y="2407993"/>
            <a:ext cx="29795" cy="141433"/>
          </a:xfrm>
          <a:custGeom>
            <a:avLst/>
            <a:gdLst/>
            <a:ahLst/>
            <a:cxnLst/>
            <a:rect l="l" t="t" r="r" b="b"/>
            <a:pathLst>
              <a:path w="29795" h="141433">
                <a:moveTo>
                  <a:pt x="14897" y="141433"/>
                </a:moveTo>
                <a:lnTo>
                  <a:pt x="0" y="53252"/>
                </a:lnTo>
                <a:lnTo>
                  <a:pt x="29795" y="87608"/>
                </a:lnTo>
                <a:lnTo>
                  <a:pt x="14897" y="0"/>
                </a:lnTo>
              </a:path>
            </a:pathLst>
          </a:custGeom>
          <a:ln w="1807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4" name="object 44"/>
          <p:cNvSpPr/>
          <p:nvPr/>
        </p:nvSpPr>
        <p:spPr>
          <a:xfrm>
            <a:off x="2611862" y="3477197"/>
            <a:ext cx="208733" cy="305426"/>
          </a:xfrm>
          <a:custGeom>
            <a:avLst/>
            <a:gdLst/>
            <a:ahLst/>
            <a:cxnLst/>
            <a:rect l="l" t="t" r="r" b="b"/>
            <a:pathLst>
              <a:path w="208733" h="305426">
                <a:moveTo>
                  <a:pt x="0" y="305426"/>
                </a:moveTo>
                <a:lnTo>
                  <a:pt x="208733" y="305426"/>
                </a:lnTo>
                <a:lnTo>
                  <a:pt x="208733" y="0"/>
                </a:lnTo>
                <a:lnTo>
                  <a:pt x="0" y="0"/>
                </a:lnTo>
                <a:lnTo>
                  <a:pt x="0" y="30542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5" name="object 45"/>
          <p:cNvSpPr/>
          <p:nvPr/>
        </p:nvSpPr>
        <p:spPr>
          <a:xfrm>
            <a:off x="1923849" y="3591565"/>
            <a:ext cx="38704" cy="91998"/>
          </a:xfrm>
          <a:custGeom>
            <a:avLst/>
            <a:gdLst/>
            <a:ahLst/>
            <a:cxnLst/>
            <a:rect l="l" t="t" r="r" b="b"/>
            <a:pathLst>
              <a:path w="38704" h="91998">
                <a:moveTo>
                  <a:pt x="5959" y="19086"/>
                </a:moveTo>
                <a:lnTo>
                  <a:pt x="0" y="72911"/>
                </a:lnTo>
                <a:lnTo>
                  <a:pt x="20842" y="91998"/>
                </a:lnTo>
                <a:lnTo>
                  <a:pt x="38704" y="72911"/>
                </a:lnTo>
                <a:lnTo>
                  <a:pt x="32745" y="19086"/>
                </a:lnTo>
                <a:lnTo>
                  <a:pt x="20842" y="0"/>
                </a:lnTo>
                <a:lnTo>
                  <a:pt x="5959" y="1908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6" name="object 46"/>
          <p:cNvSpPr/>
          <p:nvPr/>
        </p:nvSpPr>
        <p:spPr>
          <a:xfrm>
            <a:off x="1923849" y="3591565"/>
            <a:ext cx="38704" cy="91998"/>
          </a:xfrm>
          <a:custGeom>
            <a:avLst/>
            <a:gdLst/>
            <a:ahLst/>
            <a:cxnLst/>
            <a:rect l="l" t="t" r="r" b="b"/>
            <a:pathLst>
              <a:path w="38704" h="91998">
                <a:moveTo>
                  <a:pt x="5959" y="19086"/>
                </a:moveTo>
                <a:lnTo>
                  <a:pt x="20842" y="0"/>
                </a:lnTo>
                <a:lnTo>
                  <a:pt x="32745" y="19086"/>
                </a:lnTo>
                <a:lnTo>
                  <a:pt x="38704" y="72911"/>
                </a:lnTo>
                <a:lnTo>
                  <a:pt x="20842" y="91998"/>
                </a:lnTo>
                <a:lnTo>
                  <a:pt x="0" y="72911"/>
                </a:lnTo>
                <a:lnTo>
                  <a:pt x="5959" y="19086"/>
                </a:lnTo>
                <a:close/>
              </a:path>
            </a:pathLst>
          </a:custGeom>
          <a:ln w="186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7" name="object 47"/>
          <p:cNvSpPr/>
          <p:nvPr/>
        </p:nvSpPr>
        <p:spPr>
          <a:xfrm>
            <a:off x="1831571" y="4263916"/>
            <a:ext cx="223631" cy="72415"/>
          </a:xfrm>
          <a:custGeom>
            <a:avLst/>
            <a:gdLst/>
            <a:ahLst/>
            <a:cxnLst/>
            <a:rect l="l" t="t" r="r" b="b"/>
            <a:pathLst>
              <a:path w="223631" h="72415">
                <a:moveTo>
                  <a:pt x="0" y="72415"/>
                </a:moveTo>
                <a:lnTo>
                  <a:pt x="113119" y="0"/>
                </a:lnTo>
                <a:lnTo>
                  <a:pt x="223631" y="72415"/>
                </a:lnTo>
              </a:path>
            </a:pathLst>
          </a:custGeom>
          <a:ln w="2240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8" name="object 48"/>
          <p:cNvSpPr/>
          <p:nvPr/>
        </p:nvSpPr>
        <p:spPr>
          <a:xfrm>
            <a:off x="1831571" y="3557208"/>
            <a:ext cx="223631" cy="847739"/>
          </a:xfrm>
          <a:custGeom>
            <a:avLst/>
            <a:gdLst/>
            <a:ahLst/>
            <a:cxnLst/>
            <a:rect l="l" t="t" r="r" b="b"/>
            <a:pathLst>
              <a:path w="223631" h="847739">
                <a:moveTo>
                  <a:pt x="113119" y="0"/>
                </a:moveTo>
                <a:lnTo>
                  <a:pt x="113119" y="847739"/>
                </a:lnTo>
                <a:lnTo>
                  <a:pt x="0" y="779122"/>
                </a:lnTo>
                <a:lnTo>
                  <a:pt x="113119" y="0"/>
                </a:lnTo>
                <a:lnTo>
                  <a:pt x="223631" y="779122"/>
                </a:lnTo>
                <a:lnTo>
                  <a:pt x="113119" y="847739"/>
                </a:lnTo>
              </a:path>
            </a:pathLst>
          </a:custGeom>
          <a:ln w="1818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9" name="object 49"/>
          <p:cNvSpPr/>
          <p:nvPr/>
        </p:nvSpPr>
        <p:spPr>
          <a:xfrm>
            <a:off x="1914925" y="3752085"/>
            <a:ext cx="56552" cy="19086"/>
          </a:xfrm>
          <a:custGeom>
            <a:avLst/>
            <a:gdLst/>
            <a:ahLst/>
            <a:cxnLst/>
            <a:rect l="l" t="t" r="r" b="b"/>
            <a:pathLst>
              <a:path w="56552" h="19086">
                <a:moveTo>
                  <a:pt x="0" y="0"/>
                </a:moveTo>
                <a:lnTo>
                  <a:pt x="29765" y="19086"/>
                </a:lnTo>
                <a:lnTo>
                  <a:pt x="56552" y="0"/>
                </a:lnTo>
              </a:path>
            </a:pathLst>
          </a:custGeom>
          <a:ln w="2236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0" name="object 50"/>
          <p:cNvSpPr/>
          <p:nvPr/>
        </p:nvSpPr>
        <p:spPr>
          <a:xfrm>
            <a:off x="1905986" y="3816980"/>
            <a:ext cx="74429" cy="22846"/>
          </a:xfrm>
          <a:custGeom>
            <a:avLst/>
            <a:gdLst/>
            <a:ahLst/>
            <a:cxnLst/>
            <a:rect l="l" t="t" r="r" b="b"/>
            <a:pathLst>
              <a:path w="74429" h="22846">
                <a:moveTo>
                  <a:pt x="0" y="0"/>
                </a:moveTo>
                <a:lnTo>
                  <a:pt x="38704" y="22846"/>
                </a:lnTo>
                <a:lnTo>
                  <a:pt x="74429" y="0"/>
                </a:lnTo>
              </a:path>
            </a:pathLst>
          </a:custGeom>
          <a:ln w="2244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1" name="object 51"/>
          <p:cNvSpPr/>
          <p:nvPr/>
        </p:nvSpPr>
        <p:spPr>
          <a:xfrm>
            <a:off x="1897062" y="3881760"/>
            <a:ext cx="92277" cy="30500"/>
          </a:xfrm>
          <a:custGeom>
            <a:avLst/>
            <a:gdLst/>
            <a:ahLst/>
            <a:cxnLst/>
            <a:rect l="l" t="t" r="r" b="b"/>
            <a:pathLst>
              <a:path w="92277" h="30500">
                <a:moveTo>
                  <a:pt x="0" y="0"/>
                </a:moveTo>
                <a:lnTo>
                  <a:pt x="47628" y="30500"/>
                </a:lnTo>
                <a:lnTo>
                  <a:pt x="92277" y="0"/>
                </a:lnTo>
              </a:path>
            </a:pathLst>
          </a:custGeom>
          <a:ln w="2238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2" name="object 52"/>
          <p:cNvSpPr/>
          <p:nvPr/>
        </p:nvSpPr>
        <p:spPr>
          <a:xfrm>
            <a:off x="1888139" y="3947037"/>
            <a:ext cx="110124" cy="34318"/>
          </a:xfrm>
          <a:custGeom>
            <a:avLst/>
            <a:gdLst/>
            <a:ahLst/>
            <a:cxnLst/>
            <a:rect l="l" t="t" r="r" b="b"/>
            <a:pathLst>
              <a:path w="110124" h="34318">
                <a:moveTo>
                  <a:pt x="0" y="0"/>
                </a:moveTo>
                <a:lnTo>
                  <a:pt x="56552" y="34318"/>
                </a:lnTo>
                <a:lnTo>
                  <a:pt x="110124" y="0"/>
                </a:lnTo>
              </a:path>
            </a:pathLst>
          </a:custGeom>
          <a:ln w="2243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3" name="object 53"/>
          <p:cNvSpPr/>
          <p:nvPr/>
        </p:nvSpPr>
        <p:spPr>
          <a:xfrm>
            <a:off x="1879200" y="4011856"/>
            <a:ext cx="128002" cy="41914"/>
          </a:xfrm>
          <a:custGeom>
            <a:avLst/>
            <a:gdLst/>
            <a:ahLst/>
            <a:cxnLst/>
            <a:rect l="l" t="t" r="r" b="b"/>
            <a:pathLst>
              <a:path w="128002" h="41914">
                <a:moveTo>
                  <a:pt x="0" y="0"/>
                </a:moveTo>
                <a:lnTo>
                  <a:pt x="65491" y="41914"/>
                </a:lnTo>
                <a:lnTo>
                  <a:pt x="128002" y="0"/>
                </a:lnTo>
              </a:path>
            </a:pathLst>
          </a:custGeom>
          <a:ln w="2239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4" name="object 54"/>
          <p:cNvSpPr/>
          <p:nvPr/>
        </p:nvSpPr>
        <p:spPr>
          <a:xfrm>
            <a:off x="1870276" y="4076655"/>
            <a:ext cx="145850" cy="45731"/>
          </a:xfrm>
          <a:custGeom>
            <a:avLst/>
            <a:gdLst/>
            <a:ahLst/>
            <a:cxnLst/>
            <a:rect l="l" t="t" r="r" b="b"/>
            <a:pathLst>
              <a:path w="145850" h="45731">
                <a:moveTo>
                  <a:pt x="0" y="0"/>
                </a:moveTo>
                <a:lnTo>
                  <a:pt x="74414" y="45731"/>
                </a:lnTo>
                <a:lnTo>
                  <a:pt x="145850" y="0"/>
                </a:lnTo>
              </a:path>
            </a:pathLst>
          </a:custGeom>
          <a:ln w="2243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5" name="object 55"/>
          <p:cNvSpPr/>
          <p:nvPr/>
        </p:nvSpPr>
        <p:spPr>
          <a:xfrm>
            <a:off x="1861337" y="4141455"/>
            <a:ext cx="163727" cy="53366"/>
          </a:xfrm>
          <a:custGeom>
            <a:avLst/>
            <a:gdLst/>
            <a:ahLst/>
            <a:cxnLst/>
            <a:rect l="l" t="t" r="r" b="b"/>
            <a:pathLst>
              <a:path w="163727" h="53366">
                <a:moveTo>
                  <a:pt x="0" y="0"/>
                </a:moveTo>
                <a:lnTo>
                  <a:pt x="83353" y="53366"/>
                </a:lnTo>
                <a:lnTo>
                  <a:pt x="163727" y="0"/>
                </a:lnTo>
              </a:path>
            </a:pathLst>
          </a:custGeom>
          <a:ln w="2239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6" name="object 56"/>
          <p:cNvSpPr/>
          <p:nvPr/>
        </p:nvSpPr>
        <p:spPr>
          <a:xfrm>
            <a:off x="1852414" y="4206255"/>
            <a:ext cx="184554" cy="57661"/>
          </a:xfrm>
          <a:custGeom>
            <a:avLst/>
            <a:gdLst/>
            <a:ahLst/>
            <a:cxnLst/>
            <a:rect l="l" t="t" r="r" b="b"/>
            <a:pathLst>
              <a:path w="184554" h="57661">
                <a:moveTo>
                  <a:pt x="0" y="0"/>
                </a:moveTo>
                <a:lnTo>
                  <a:pt x="92277" y="57661"/>
                </a:lnTo>
                <a:lnTo>
                  <a:pt x="184554" y="0"/>
                </a:lnTo>
              </a:path>
            </a:pathLst>
          </a:custGeom>
          <a:ln w="2243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7" name="object 57"/>
          <p:cNvSpPr/>
          <p:nvPr/>
        </p:nvSpPr>
        <p:spPr>
          <a:xfrm>
            <a:off x="1843490" y="4271532"/>
            <a:ext cx="199422" cy="64799"/>
          </a:xfrm>
          <a:custGeom>
            <a:avLst/>
            <a:gdLst/>
            <a:ahLst/>
            <a:cxnLst/>
            <a:rect l="l" t="t" r="r" b="b"/>
            <a:pathLst>
              <a:path w="199422" h="64799">
                <a:moveTo>
                  <a:pt x="0" y="0"/>
                </a:moveTo>
                <a:lnTo>
                  <a:pt x="101201" y="64799"/>
                </a:lnTo>
                <a:lnTo>
                  <a:pt x="199422" y="0"/>
                </a:lnTo>
              </a:path>
            </a:pathLst>
          </a:custGeom>
          <a:ln w="2240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8" name="object 58"/>
          <p:cNvSpPr/>
          <p:nvPr/>
        </p:nvSpPr>
        <p:spPr>
          <a:xfrm>
            <a:off x="1831571" y="3523043"/>
            <a:ext cx="83353" cy="34165"/>
          </a:xfrm>
          <a:custGeom>
            <a:avLst/>
            <a:gdLst/>
            <a:ahLst/>
            <a:cxnLst/>
            <a:rect l="l" t="t" r="r" b="b"/>
            <a:pathLst>
              <a:path w="83353" h="34165">
                <a:moveTo>
                  <a:pt x="83353" y="34165"/>
                </a:moveTo>
                <a:lnTo>
                  <a:pt x="26801" y="30347"/>
                </a:lnTo>
                <a:lnTo>
                  <a:pt x="56567" y="3817"/>
                </a:lnTo>
                <a:lnTo>
                  <a:pt x="0" y="0"/>
                </a:lnTo>
              </a:path>
            </a:pathLst>
          </a:custGeom>
          <a:ln w="2215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9" name="object 59"/>
          <p:cNvSpPr/>
          <p:nvPr/>
        </p:nvSpPr>
        <p:spPr>
          <a:xfrm>
            <a:off x="1956594" y="3519226"/>
            <a:ext cx="98608" cy="41800"/>
          </a:xfrm>
          <a:custGeom>
            <a:avLst/>
            <a:gdLst/>
            <a:ahLst/>
            <a:cxnLst/>
            <a:rect l="l" t="t" r="r" b="b"/>
            <a:pathLst>
              <a:path w="98608" h="41800">
                <a:moveTo>
                  <a:pt x="98608" y="3817"/>
                </a:moveTo>
                <a:lnTo>
                  <a:pt x="41669" y="41800"/>
                </a:lnTo>
                <a:lnTo>
                  <a:pt x="56552" y="0"/>
                </a:lnTo>
                <a:lnTo>
                  <a:pt x="0" y="37982"/>
                </a:lnTo>
              </a:path>
            </a:pathLst>
          </a:custGeom>
          <a:ln w="2211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0" name="object 60"/>
          <p:cNvSpPr/>
          <p:nvPr/>
        </p:nvSpPr>
        <p:spPr>
          <a:xfrm>
            <a:off x="1929808" y="3397261"/>
            <a:ext cx="26786" cy="140860"/>
          </a:xfrm>
          <a:custGeom>
            <a:avLst/>
            <a:gdLst/>
            <a:ahLst/>
            <a:cxnLst/>
            <a:rect l="l" t="t" r="r" b="b"/>
            <a:pathLst>
              <a:path w="26786" h="140860">
                <a:moveTo>
                  <a:pt x="14882" y="140860"/>
                </a:moveTo>
                <a:lnTo>
                  <a:pt x="0" y="53252"/>
                </a:lnTo>
                <a:lnTo>
                  <a:pt x="26786" y="91425"/>
                </a:lnTo>
                <a:lnTo>
                  <a:pt x="14882" y="0"/>
                </a:lnTo>
              </a:path>
            </a:pathLst>
          </a:custGeom>
          <a:ln w="1803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1" name="object 61"/>
          <p:cNvSpPr/>
          <p:nvPr/>
        </p:nvSpPr>
        <p:spPr>
          <a:xfrm>
            <a:off x="1840510" y="4469748"/>
            <a:ext cx="205381" cy="301628"/>
          </a:xfrm>
          <a:custGeom>
            <a:avLst/>
            <a:gdLst/>
            <a:ahLst/>
            <a:cxnLst/>
            <a:rect l="l" t="t" r="r" b="b"/>
            <a:pathLst>
              <a:path w="205381" h="301628">
                <a:moveTo>
                  <a:pt x="0" y="301628"/>
                </a:moveTo>
                <a:lnTo>
                  <a:pt x="205381" y="301628"/>
                </a:lnTo>
                <a:lnTo>
                  <a:pt x="205381" y="0"/>
                </a:lnTo>
                <a:lnTo>
                  <a:pt x="0" y="0"/>
                </a:lnTo>
                <a:lnTo>
                  <a:pt x="0" y="30162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2" name="object 62"/>
          <p:cNvSpPr/>
          <p:nvPr/>
        </p:nvSpPr>
        <p:spPr>
          <a:xfrm>
            <a:off x="3576647" y="3591565"/>
            <a:ext cx="42011" cy="91998"/>
          </a:xfrm>
          <a:custGeom>
            <a:avLst/>
            <a:gdLst/>
            <a:ahLst/>
            <a:cxnLst/>
            <a:rect l="l" t="t" r="r" b="b"/>
            <a:pathLst>
              <a:path w="42011" h="91998">
                <a:moveTo>
                  <a:pt x="8938" y="19086"/>
                </a:moveTo>
                <a:lnTo>
                  <a:pt x="0" y="72911"/>
                </a:lnTo>
                <a:lnTo>
                  <a:pt x="21154" y="91998"/>
                </a:lnTo>
                <a:lnTo>
                  <a:pt x="42011" y="72911"/>
                </a:lnTo>
                <a:lnTo>
                  <a:pt x="36052" y="19086"/>
                </a:lnTo>
                <a:lnTo>
                  <a:pt x="21154" y="0"/>
                </a:lnTo>
                <a:lnTo>
                  <a:pt x="8938" y="1908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3" name="object 63"/>
          <p:cNvSpPr/>
          <p:nvPr/>
        </p:nvSpPr>
        <p:spPr>
          <a:xfrm>
            <a:off x="3576647" y="3591565"/>
            <a:ext cx="42011" cy="91998"/>
          </a:xfrm>
          <a:custGeom>
            <a:avLst/>
            <a:gdLst/>
            <a:ahLst/>
            <a:cxnLst/>
            <a:rect l="l" t="t" r="r" b="b"/>
            <a:pathLst>
              <a:path w="42011" h="91998">
                <a:moveTo>
                  <a:pt x="8938" y="19086"/>
                </a:moveTo>
                <a:lnTo>
                  <a:pt x="21154" y="0"/>
                </a:lnTo>
                <a:lnTo>
                  <a:pt x="36052" y="19086"/>
                </a:lnTo>
                <a:lnTo>
                  <a:pt x="42011" y="72911"/>
                </a:lnTo>
                <a:lnTo>
                  <a:pt x="21154" y="91998"/>
                </a:lnTo>
                <a:lnTo>
                  <a:pt x="0" y="72911"/>
                </a:lnTo>
                <a:lnTo>
                  <a:pt x="8938" y="19086"/>
                </a:lnTo>
                <a:close/>
              </a:path>
            </a:pathLst>
          </a:custGeom>
          <a:ln w="1872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4" name="object 64"/>
          <p:cNvSpPr/>
          <p:nvPr/>
        </p:nvSpPr>
        <p:spPr>
          <a:xfrm>
            <a:off x="3487260" y="4263916"/>
            <a:ext cx="220786" cy="72415"/>
          </a:xfrm>
          <a:custGeom>
            <a:avLst/>
            <a:gdLst/>
            <a:ahLst/>
            <a:cxnLst/>
            <a:rect l="l" t="t" r="r" b="b"/>
            <a:pathLst>
              <a:path w="220786" h="72415">
                <a:moveTo>
                  <a:pt x="0" y="72415"/>
                </a:moveTo>
                <a:lnTo>
                  <a:pt x="110542" y="0"/>
                </a:lnTo>
                <a:lnTo>
                  <a:pt x="220786" y="72415"/>
                </a:lnTo>
              </a:path>
            </a:pathLst>
          </a:custGeom>
          <a:ln w="2239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5" name="object 65"/>
          <p:cNvSpPr/>
          <p:nvPr/>
        </p:nvSpPr>
        <p:spPr>
          <a:xfrm>
            <a:off x="3487260" y="3557208"/>
            <a:ext cx="220786" cy="847739"/>
          </a:xfrm>
          <a:custGeom>
            <a:avLst/>
            <a:gdLst/>
            <a:ahLst/>
            <a:cxnLst/>
            <a:rect l="l" t="t" r="r" b="b"/>
            <a:pathLst>
              <a:path w="220786" h="847739">
                <a:moveTo>
                  <a:pt x="110542" y="0"/>
                </a:moveTo>
                <a:lnTo>
                  <a:pt x="110542" y="847739"/>
                </a:lnTo>
                <a:lnTo>
                  <a:pt x="0" y="779122"/>
                </a:lnTo>
                <a:lnTo>
                  <a:pt x="110542" y="0"/>
                </a:lnTo>
                <a:lnTo>
                  <a:pt x="220786" y="779122"/>
                </a:lnTo>
                <a:lnTo>
                  <a:pt x="110542" y="847739"/>
                </a:lnTo>
              </a:path>
            </a:pathLst>
          </a:custGeom>
          <a:ln w="1817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6" name="object 66"/>
          <p:cNvSpPr/>
          <p:nvPr/>
        </p:nvSpPr>
        <p:spPr>
          <a:xfrm>
            <a:off x="3570688" y="3752085"/>
            <a:ext cx="56909" cy="19086"/>
          </a:xfrm>
          <a:custGeom>
            <a:avLst/>
            <a:gdLst/>
            <a:ahLst/>
            <a:cxnLst/>
            <a:rect l="l" t="t" r="r" b="b"/>
            <a:pathLst>
              <a:path w="56909" h="19086">
                <a:moveTo>
                  <a:pt x="0" y="0"/>
                </a:moveTo>
                <a:lnTo>
                  <a:pt x="27114" y="19086"/>
                </a:lnTo>
                <a:lnTo>
                  <a:pt x="56909" y="0"/>
                </a:lnTo>
              </a:path>
            </a:pathLst>
          </a:custGeom>
          <a:ln w="2237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7" name="object 67"/>
          <p:cNvSpPr/>
          <p:nvPr/>
        </p:nvSpPr>
        <p:spPr>
          <a:xfrm>
            <a:off x="3561750" y="3816980"/>
            <a:ext cx="74787" cy="22846"/>
          </a:xfrm>
          <a:custGeom>
            <a:avLst/>
            <a:gdLst/>
            <a:ahLst/>
            <a:cxnLst/>
            <a:rect l="l" t="t" r="r" b="b"/>
            <a:pathLst>
              <a:path w="74787" h="22846">
                <a:moveTo>
                  <a:pt x="0" y="0"/>
                </a:moveTo>
                <a:lnTo>
                  <a:pt x="36052" y="22846"/>
                </a:lnTo>
                <a:lnTo>
                  <a:pt x="74787" y="0"/>
                </a:lnTo>
              </a:path>
            </a:pathLst>
          </a:custGeom>
          <a:ln w="2245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8" name="object 68"/>
          <p:cNvSpPr/>
          <p:nvPr/>
        </p:nvSpPr>
        <p:spPr>
          <a:xfrm>
            <a:off x="3552811" y="3881760"/>
            <a:ext cx="89685" cy="30500"/>
          </a:xfrm>
          <a:custGeom>
            <a:avLst/>
            <a:gdLst/>
            <a:ahLst/>
            <a:cxnLst/>
            <a:rect l="l" t="t" r="r" b="b"/>
            <a:pathLst>
              <a:path w="89685" h="30500">
                <a:moveTo>
                  <a:pt x="0" y="0"/>
                </a:moveTo>
                <a:lnTo>
                  <a:pt x="44991" y="30500"/>
                </a:lnTo>
                <a:lnTo>
                  <a:pt x="89685" y="0"/>
                </a:lnTo>
              </a:path>
            </a:pathLst>
          </a:custGeom>
          <a:ln w="2236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9" name="object 69"/>
          <p:cNvSpPr/>
          <p:nvPr/>
        </p:nvSpPr>
        <p:spPr>
          <a:xfrm>
            <a:off x="3543872" y="3947037"/>
            <a:ext cx="110542" cy="34318"/>
          </a:xfrm>
          <a:custGeom>
            <a:avLst/>
            <a:gdLst/>
            <a:ahLst/>
            <a:cxnLst/>
            <a:rect l="l" t="t" r="r" b="b"/>
            <a:pathLst>
              <a:path w="110542" h="34318">
                <a:moveTo>
                  <a:pt x="0" y="0"/>
                </a:moveTo>
                <a:lnTo>
                  <a:pt x="53930" y="34318"/>
                </a:lnTo>
                <a:lnTo>
                  <a:pt x="110542" y="0"/>
                </a:lnTo>
              </a:path>
            </a:pathLst>
          </a:custGeom>
          <a:ln w="2243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0" name="object 70"/>
          <p:cNvSpPr/>
          <p:nvPr/>
        </p:nvSpPr>
        <p:spPr>
          <a:xfrm>
            <a:off x="3534933" y="4011856"/>
            <a:ext cx="128419" cy="41914"/>
          </a:xfrm>
          <a:custGeom>
            <a:avLst/>
            <a:gdLst/>
            <a:ahLst/>
            <a:cxnLst/>
            <a:rect l="l" t="t" r="r" b="b"/>
            <a:pathLst>
              <a:path w="128419" h="41914">
                <a:moveTo>
                  <a:pt x="0" y="0"/>
                </a:moveTo>
                <a:lnTo>
                  <a:pt x="62868" y="41914"/>
                </a:lnTo>
                <a:lnTo>
                  <a:pt x="128419" y="0"/>
                </a:lnTo>
              </a:path>
            </a:pathLst>
          </a:custGeom>
          <a:ln w="2239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1" name="object 71"/>
          <p:cNvSpPr/>
          <p:nvPr/>
        </p:nvSpPr>
        <p:spPr>
          <a:xfrm>
            <a:off x="3525995" y="4076655"/>
            <a:ext cx="146297" cy="45731"/>
          </a:xfrm>
          <a:custGeom>
            <a:avLst/>
            <a:gdLst/>
            <a:ahLst/>
            <a:cxnLst/>
            <a:rect l="l" t="t" r="r" b="b"/>
            <a:pathLst>
              <a:path w="146297" h="45731">
                <a:moveTo>
                  <a:pt x="0" y="0"/>
                </a:moveTo>
                <a:lnTo>
                  <a:pt x="71807" y="45731"/>
                </a:lnTo>
                <a:lnTo>
                  <a:pt x="146297" y="0"/>
                </a:lnTo>
              </a:path>
            </a:pathLst>
          </a:custGeom>
          <a:ln w="2243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2" name="object 72"/>
          <p:cNvSpPr/>
          <p:nvPr/>
        </p:nvSpPr>
        <p:spPr>
          <a:xfrm>
            <a:off x="3517056" y="4141455"/>
            <a:ext cx="164174" cy="53366"/>
          </a:xfrm>
          <a:custGeom>
            <a:avLst/>
            <a:gdLst/>
            <a:ahLst/>
            <a:cxnLst/>
            <a:rect l="l" t="t" r="r" b="b"/>
            <a:pathLst>
              <a:path w="164174" h="53366">
                <a:moveTo>
                  <a:pt x="0" y="0"/>
                </a:moveTo>
                <a:lnTo>
                  <a:pt x="80746" y="53366"/>
                </a:lnTo>
                <a:lnTo>
                  <a:pt x="164174" y="0"/>
                </a:lnTo>
              </a:path>
            </a:pathLst>
          </a:custGeom>
          <a:ln w="2240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3" name="object 73"/>
          <p:cNvSpPr/>
          <p:nvPr/>
        </p:nvSpPr>
        <p:spPr>
          <a:xfrm>
            <a:off x="3508117" y="4206255"/>
            <a:ext cx="182051" cy="57661"/>
          </a:xfrm>
          <a:custGeom>
            <a:avLst/>
            <a:gdLst/>
            <a:ahLst/>
            <a:cxnLst/>
            <a:rect l="l" t="t" r="r" b="b"/>
            <a:pathLst>
              <a:path w="182051" h="57661">
                <a:moveTo>
                  <a:pt x="0" y="0"/>
                </a:moveTo>
                <a:lnTo>
                  <a:pt x="89685" y="57661"/>
                </a:lnTo>
                <a:lnTo>
                  <a:pt x="182051" y="0"/>
                </a:lnTo>
              </a:path>
            </a:pathLst>
          </a:custGeom>
          <a:ln w="2242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4" name="object 74"/>
          <p:cNvSpPr/>
          <p:nvPr/>
        </p:nvSpPr>
        <p:spPr>
          <a:xfrm>
            <a:off x="3496199" y="4271532"/>
            <a:ext cx="202908" cy="64799"/>
          </a:xfrm>
          <a:custGeom>
            <a:avLst/>
            <a:gdLst/>
            <a:ahLst/>
            <a:cxnLst/>
            <a:rect l="l" t="t" r="r" b="b"/>
            <a:pathLst>
              <a:path w="202908" h="64799">
                <a:moveTo>
                  <a:pt x="0" y="0"/>
                </a:moveTo>
                <a:lnTo>
                  <a:pt x="101603" y="64799"/>
                </a:lnTo>
                <a:lnTo>
                  <a:pt x="202908" y="0"/>
                </a:lnTo>
              </a:path>
            </a:pathLst>
          </a:custGeom>
          <a:ln w="2241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5" name="object 75"/>
          <p:cNvSpPr/>
          <p:nvPr/>
        </p:nvSpPr>
        <p:spPr>
          <a:xfrm>
            <a:off x="3487260" y="3523043"/>
            <a:ext cx="83428" cy="34165"/>
          </a:xfrm>
          <a:custGeom>
            <a:avLst/>
            <a:gdLst/>
            <a:ahLst/>
            <a:cxnLst/>
            <a:rect l="l" t="t" r="r" b="b"/>
            <a:pathLst>
              <a:path w="83428" h="34165">
                <a:moveTo>
                  <a:pt x="83428" y="34165"/>
                </a:moveTo>
                <a:lnTo>
                  <a:pt x="26816" y="30347"/>
                </a:lnTo>
                <a:lnTo>
                  <a:pt x="56611" y="3817"/>
                </a:lnTo>
                <a:lnTo>
                  <a:pt x="0" y="0"/>
                </a:lnTo>
              </a:path>
            </a:pathLst>
          </a:custGeom>
          <a:ln w="2216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6" name="object 76"/>
          <p:cNvSpPr/>
          <p:nvPr/>
        </p:nvSpPr>
        <p:spPr>
          <a:xfrm>
            <a:off x="3612700" y="3519226"/>
            <a:ext cx="95346" cy="41800"/>
          </a:xfrm>
          <a:custGeom>
            <a:avLst/>
            <a:gdLst/>
            <a:ahLst/>
            <a:cxnLst/>
            <a:rect l="l" t="t" r="r" b="b"/>
            <a:pathLst>
              <a:path w="95346" h="41800">
                <a:moveTo>
                  <a:pt x="95346" y="3817"/>
                </a:moveTo>
                <a:lnTo>
                  <a:pt x="38734" y="41800"/>
                </a:lnTo>
                <a:lnTo>
                  <a:pt x="56611" y="0"/>
                </a:lnTo>
                <a:lnTo>
                  <a:pt x="0" y="37982"/>
                </a:lnTo>
              </a:path>
            </a:pathLst>
          </a:custGeom>
          <a:ln w="2207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7" name="object 77"/>
          <p:cNvSpPr/>
          <p:nvPr/>
        </p:nvSpPr>
        <p:spPr>
          <a:xfrm>
            <a:off x="3585586" y="3397261"/>
            <a:ext cx="27114" cy="140860"/>
          </a:xfrm>
          <a:custGeom>
            <a:avLst/>
            <a:gdLst/>
            <a:ahLst/>
            <a:cxnLst/>
            <a:rect l="l" t="t" r="r" b="b"/>
            <a:pathLst>
              <a:path w="27114" h="140860">
                <a:moveTo>
                  <a:pt x="12216" y="140860"/>
                </a:moveTo>
                <a:lnTo>
                  <a:pt x="0" y="53252"/>
                </a:lnTo>
                <a:lnTo>
                  <a:pt x="27114" y="91425"/>
                </a:lnTo>
                <a:lnTo>
                  <a:pt x="12216" y="0"/>
                </a:lnTo>
              </a:path>
            </a:pathLst>
          </a:custGeom>
          <a:ln w="1803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8" name="object 78"/>
          <p:cNvSpPr/>
          <p:nvPr/>
        </p:nvSpPr>
        <p:spPr>
          <a:xfrm>
            <a:off x="3496199" y="4469748"/>
            <a:ext cx="205754" cy="301628"/>
          </a:xfrm>
          <a:custGeom>
            <a:avLst/>
            <a:gdLst/>
            <a:ahLst/>
            <a:cxnLst/>
            <a:rect l="l" t="t" r="r" b="b"/>
            <a:pathLst>
              <a:path w="205754" h="301628">
                <a:moveTo>
                  <a:pt x="0" y="301628"/>
                </a:moveTo>
                <a:lnTo>
                  <a:pt x="205754" y="301628"/>
                </a:lnTo>
                <a:lnTo>
                  <a:pt x="205754" y="0"/>
                </a:lnTo>
                <a:lnTo>
                  <a:pt x="0" y="0"/>
                </a:lnTo>
                <a:lnTo>
                  <a:pt x="0" y="30162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9" name="object 79"/>
          <p:cNvSpPr/>
          <p:nvPr/>
        </p:nvSpPr>
        <p:spPr>
          <a:xfrm>
            <a:off x="4309324" y="4588410"/>
            <a:ext cx="26667" cy="45751"/>
          </a:xfrm>
          <a:custGeom>
            <a:avLst/>
            <a:gdLst/>
            <a:ahLst/>
            <a:cxnLst/>
            <a:rect l="l" t="t" r="r" b="b"/>
            <a:pathLst>
              <a:path w="26667" h="45751">
                <a:moveTo>
                  <a:pt x="26667" y="11432"/>
                </a:moveTo>
                <a:lnTo>
                  <a:pt x="26667" y="0"/>
                </a:lnTo>
                <a:lnTo>
                  <a:pt x="23687" y="0"/>
                </a:lnTo>
                <a:lnTo>
                  <a:pt x="23687" y="3817"/>
                </a:lnTo>
                <a:lnTo>
                  <a:pt x="20708" y="3817"/>
                </a:lnTo>
                <a:lnTo>
                  <a:pt x="20708" y="7615"/>
                </a:lnTo>
                <a:lnTo>
                  <a:pt x="23687" y="7615"/>
                </a:lnTo>
                <a:lnTo>
                  <a:pt x="26667" y="11432"/>
                </a:lnTo>
                <a:close/>
              </a:path>
              <a:path w="26667" h="45751">
                <a:moveTo>
                  <a:pt x="56909" y="-26683"/>
                </a:moveTo>
                <a:lnTo>
                  <a:pt x="50950" y="-30500"/>
                </a:lnTo>
                <a:lnTo>
                  <a:pt x="47524" y="-34318"/>
                </a:lnTo>
                <a:lnTo>
                  <a:pt x="41565" y="-34318"/>
                </a:lnTo>
                <a:lnTo>
                  <a:pt x="38585" y="-30500"/>
                </a:lnTo>
                <a:lnTo>
                  <a:pt x="35605" y="-30500"/>
                </a:lnTo>
                <a:lnTo>
                  <a:pt x="32626" y="-26683"/>
                </a:lnTo>
                <a:lnTo>
                  <a:pt x="29646" y="-22885"/>
                </a:lnTo>
                <a:lnTo>
                  <a:pt x="26667" y="-15250"/>
                </a:lnTo>
                <a:lnTo>
                  <a:pt x="26667" y="7615"/>
                </a:lnTo>
                <a:lnTo>
                  <a:pt x="29646" y="7615"/>
                </a:lnTo>
                <a:lnTo>
                  <a:pt x="26667" y="11432"/>
                </a:lnTo>
                <a:lnTo>
                  <a:pt x="23687" y="11432"/>
                </a:lnTo>
                <a:lnTo>
                  <a:pt x="20708" y="19048"/>
                </a:lnTo>
                <a:lnTo>
                  <a:pt x="20708" y="15250"/>
                </a:lnTo>
                <a:lnTo>
                  <a:pt x="17728" y="11432"/>
                </a:lnTo>
                <a:lnTo>
                  <a:pt x="14748" y="7615"/>
                </a:lnTo>
                <a:lnTo>
                  <a:pt x="11769" y="7615"/>
                </a:lnTo>
                <a:lnTo>
                  <a:pt x="11769" y="3817"/>
                </a:lnTo>
                <a:lnTo>
                  <a:pt x="5959" y="3817"/>
                </a:lnTo>
                <a:lnTo>
                  <a:pt x="2979" y="7615"/>
                </a:lnTo>
                <a:lnTo>
                  <a:pt x="0" y="11432"/>
                </a:lnTo>
                <a:lnTo>
                  <a:pt x="0" y="30500"/>
                </a:lnTo>
                <a:lnTo>
                  <a:pt x="2979" y="34298"/>
                </a:lnTo>
                <a:lnTo>
                  <a:pt x="77766" y="34298"/>
                </a:lnTo>
                <a:lnTo>
                  <a:pt x="62868" y="26683"/>
                </a:lnTo>
                <a:lnTo>
                  <a:pt x="59889" y="22865"/>
                </a:lnTo>
                <a:lnTo>
                  <a:pt x="53930" y="22865"/>
                </a:lnTo>
                <a:lnTo>
                  <a:pt x="50950" y="19048"/>
                </a:lnTo>
                <a:lnTo>
                  <a:pt x="44544" y="19048"/>
                </a:lnTo>
                <a:lnTo>
                  <a:pt x="47524" y="15250"/>
                </a:lnTo>
                <a:lnTo>
                  <a:pt x="44544" y="15250"/>
                </a:lnTo>
                <a:lnTo>
                  <a:pt x="44544" y="11432"/>
                </a:lnTo>
                <a:lnTo>
                  <a:pt x="56909" y="11432"/>
                </a:lnTo>
                <a:lnTo>
                  <a:pt x="56909" y="0"/>
                </a:lnTo>
                <a:lnTo>
                  <a:pt x="59889" y="0"/>
                </a:lnTo>
                <a:lnTo>
                  <a:pt x="59889" y="-3817"/>
                </a:lnTo>
                <a:lnTo>
                  <a:pt x="56909" y="-7634"/>
                </a:lnTo>
                <a:lnTo>
                  <a:pt x="56909" y="-11432"/>
                </a:lnTo>
                <a:lnTo>
                  <a:pt x="59889" y="-11432"/>
                </a:lnTo>
                <a:lnTo>
                  <a:pt x="56909" y="-15250"/>
                </a:lnTo>
                <a:lnTo>
                  <a:pt x="56909" y="-266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0" name="object 80"/>
          <p:cNvSpPr/>
          <p:nvPr/>
        </p:nvSpPr>
        <p:spPr>
          <a:xfrm>
            <a:off x="4491227" y="4679893"/>
            <a:ext cx="101156" cy="64799"/>
          </a:xfrm>
          <a:custGeom>
            <a:avLst/>
            <a:gdLst/>
            <a:ahLst/>
            <a:cxnLst/>
            <a:rect l="l" t="t" r="r" b="b"/>
            <a:pathLst>
              <a:path w="101156" h="64799">
                <a:moveTo>
                  <a:pt x="44693" y="3817"/>
                </a:moveTo>
                <a:lnTo>
                  <a:pt x="35754" y="3817"/>
                </a:lnTo>
                <a:lnTo>
                  <a:pt x="29795" y="7615"/>
                </a:lnTo>
                <a:lnTo>
                  <a:pt x="26816" y="11432"/>
                </a:lnTo>
                <a:lnTo>
                  <a:pt x="20857" y="11432"/>
                </a:lnTo>
                <a:lnTo>
                  <a:pt x="17877" y="15250"/>
                </a:lnTo>
                <a:lnTo>
                  <a:pt x="14897" y="19067"/>
                </a:lnTo>
                <a:lnTo>
                  <a:pt x="11918" y="26683"/>
                </a:lnTo>
                <a:lnTo>
                  <a:pt x="8938" y="30500"/>
                </a:lnTo>
                <a:lnTo>
                  <a:pt x="5959" y="34298"/>
                </a:lnTo>
                <a:lnTo>
                  <a:pt x="2979" y="41933"/>
                </a:lnTo>
                <a:lnTo>
                  <a:pt x="2979" y="45751"/>
                </a:lnTo>
                <a:lnTo>
                  <a:pt x="0" y="53366"/>
                </a:lnTo>
                <a:lnTo>
                  <a:pt x="0" y="64799"/>
                </a:lnTo>
                <a:lnTo>
                  <a:pt x="101156" y="64799"/>
                </a:lnTo>
                <a:lnTo>
                  <a:pt x="98176" y="60982"/>
                </a:lnTo>
                <a:lnTo>
                  <a:pt x="98176" y="45751"/>
                </a:lnTo>
                <a:lnTo>
                  <a:pt x="95197" y="41933"/>
                </a:lnTo>
                <a:lnTo>
                  <a:pt x="95197" y="34298"/>
                </a:lnTo>
                <a:lnTo>
                  <a:pt x="92217" y="30500"/>
                </a:lnTo>
                <a:lnTo>
                  <a:pt x="89238" y="26683"/>
                </a:lnTo>
                <a:lnTo>
                  <a:pt x="86258" y="19067"/>
                </a:lnTo>
                <a:lnTo>
                  <a:pt x="80299" y="15250"/>
                </a:lnTo>
                <a:lnTo>
                  <a:pt x="77319" y="11432"/>
                </a:lnTo>
                <a:lnTo>
                  <a:pt x="74340" y="11432"/>
                </a:lnTo>
                <a:lnTo>
                  <a:pt x="68381" y="7615"/>
                </a:lnTo>
                <a:lnTo>
                  <a:pt x="65401" y="3817"/>
                </a:lnTo>
                <a:lnTo>
                  <a:pt x="53483" y="3817"/>
                </a:lnTo>
                <a:lnTo>
                  <a:pt x="50652" y="0"/>
                </a:lnTo>
                <a:lnTo>
                  <a:pt x="44693" y="381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1" name="object 81"/>
          <p:cNvSpPr/>
          <p:nvPr/>
        </p:nvSpPr>
        <p:spPr>
          <a:xfrm>
            <a:off x="4142617" y="4679893"/>
            <a:ext cx="101156" cy="64799"/>
          </a:xfrm>
          <a:custGeom>
            <a:avLst/>
            <a:gdLst/>
            <a:ahLst/>
            <a:cxnLst/>
            <a:rect l="l" t="t" r="r" b="b"/>
            <a:pathLst>
              <a:path w="101156" h="64799">
                <a:moveTo>
                  <a:pt x="101156" y="60982"/>
                </a:moveTo>
                <a:lnTo>
                  <a:pt x="101156" y="53366"/>
                </a:lnTo>
                <a:lnTo>
                  <a:pt x="98176" y="45751"/>
                </a:lnTo>
                <a:lnTo>
                  <a:pt x="98176" y="41933"/>
                </a:lnTo>
                <a:lnTo>
                  <a:pt x="95197" y="34298"/>
                </a:lnTo>
                <a:lnTo>
                  <a:pt x="92217" y="30500"/>
                </a:lnTo>
                <a:lnTo>
                  <a:pt x="89238" y="26683"/>
                </a:lnTo>
                <a:lnTo>
                  <a:pt x="86258" y="19067"/>
                </a:lnTo>
                <a:lnTo>
                  <a:pt x="83279" y="15250"/>
                </a:lnTo>
                <a:lnTo>
                  <a:pt x="80299" y="11432"/>
                </a:lnTo>
                <a:lnTo>
                  <a:pt x="74340" y="11432"/>
                </a:lnTo>
                <a:lnTo>
                  <a:pt x="71360" y="7615"/>
                </a:lnTo>
                <a:lnTo>
                  <a:pt x="65401" y="3817"/>
                </a:lnTo>
                <a:lnTo>
                  <a:pt x="56462" y="3817"/>
                </a:lnTo>
                <a:lnTo>
                  <a:pt x="50503" y="0"/>
                </a:lnTo>
                <a:lnTo>
                  <a:pt x="47524" y="3817"/>
                </a:lnTo>
                <a:lnTo>
                  <a:pt x="35605" y="3817"/>
                </a:lnTo>
                <a:lnTo>
                  <a:pt x="32626" y="7615"/>
                </a:lnTo>
                <a:lnTo>
                  <a:pt x="26667" y="11432"/>
                </a:lnTo>
                <a:lnTo>
                  <a:pt x="23687" y="11432"/>
                </a:lnTo>
                <a:lnTo>
                  <a:pt x="20857" y="15250"/>
                </a:lnTo>
                <a:lnTo>
                  <a:pt x="14897" y="19067"/>
                </a:lnTo>
                <a:lnTo>
                  <a:pt x="11918" y="26683"/>
                </a:lnTo>
                <a:lnTo>
                  <a:pt x="8938" y="30500"/>
                </a:lnTo>
                <a:lnTo>
                  <a:pt x="5959" y="34298"/>
                </a:lnTo>
                <a:lnTo>
                  <a:pt x="5959" y="41933"/>
                </a:lnTo>
                <a:lnTo>
                  <a:pt x="2979" y="45751"/>
                </a:lnTo>
                <a:lnTo>
                  <a:pt x="2979" y="60982"/>
                </a:lnTo>
                <a:lnTo>
                  <a:pt x="0" y="64799"/>
                </a:lnTo>
                <a:lnTo>
                  <a:pt x="101156" y="64799"/>
                </a:lnTo>
                <a:lnTo>
                  <a:pt x="101156" y="6098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2" name="object 82"/>
          <p:cNvSpPr/>
          <p:nvPr/>
        </p:nvSpPr>
        <p:spPr>
          <a:xfrm>
            <a:off x="4151556" y="4691326"/>
            <a:ext cx="86258" cy="110550"/>
          </a:xfrm>
          <a:custGeom>
            <a:avLst/>
            <a:gdLst/>
            <a:ahLst/>
            <a:cxnLst/>
            <a:rect l="l" t="t" r="r" b="b"/>
            <a:pathLst>
              <a:path w="86258" h="110550">
                <a:moveTo>
                  <a:pt x="2979" y="26683"/>
                </a:moveTo>
                <a:lnTo>
                  <a:pt x="2979" y="34318"/>
                </a:lnTo>
                <a:lnTo>
                  <a:pt x="0" y="38116"/>
                </a:lnTo>
                <a:lnTo>
                  <a:pt x="0" y="72434"/>
                </a:lnTo>
                <a:lnTo>
                  <a:pt x="2979" y="76232"/>
                </a:lnTo>
                <a:lnTo>
                  <a:pt x="2979" y="80049"/>
                </a:lnTo>
                <a:lnTo>
                  <a:pt x="5959" y="87684"/>
                </a:lnTo>
                <a:lnTo>
                  <a:pt x="8938" y="91482"/>
                </a:lnTo>
                <a:lnTo>
                  <a:pt x="11918" y="95300"/>
                </a:lnTo>
                <a:lnTo>
                  <a:pt x="14748" y="99117"/>
                </a:lnTo>
                <a:lnTo>
                  <a:pt x="17728" y="102935"/>
                </a:lnTo>
                <a:lnTo>
                  <a:pt x="20708" y="102935"/>
                </a:lnTo>
                <a:lnTo>
                  <a:pt x="26667" y="106733"/>
                </a:lnTo>
                <a:lnTo>
                  <a:pt x="29646" y="106733"/>
                </a:lnTo>
                <a:lnTo>
                  <a:pt x="32626" y="110550"/>
                </a:lnTo>
                <a:lnTo>
                  <a:pt x="50503" y="110550"/>
                </a:lnTo>
                <a:lnTo>
                  <a:pt x="56462" y="106733"/>
                </a:lnTo>
                <a:lnTo>
                  <a:pt x="59442" y="106733"/>
                </a:lnTo>
                <a:lnTo>
                  <a:pt x="62422" y="102935"/>
                </a:lnTo>
                <a:lnTo>
                  <a:pt x="65401" y="102935"/>
                </a:lnTo>
                <a:lnTo>
                  <a:pt x="68381" y="99117"/>
                </a:lnTo>
                <a:lnTo>
                  <a:pt x="74340" y="95300"/>
                </a:lnTo>
                <a:lnTo>
                  <a:pt x="74340" y="91482"/>
                </a:lnTo>
                <a:lnTo>
                  <a:pt x="77319" y="87684"/>
                </a:lnTo>
                <a:lnTo>
                  <a:pt x="80299" y="80049"/>
                </a:lnTo>
                <a:lnTo>
                  <a:pt x="83279" y="76232"/>
                </a:lnTo>
                <a:lnTo>
                  <a:pt x="83279" y="72434"/>
                </a:lnTo>
                <a:lnTo>
                  <a:pt x="86258" y="64799"/>
                </a:lnTo>
                <a:lnTo>
                  <a:pt x="86258" y="41933"/>
                </a:lnTo>
                <a:lnTo>
                  <a:pt x="83279" y="38116"/>
                </a:lnTo>
                <a:lnTo>
                  <a:pt x="83279" y="34318"/>
                </a:lnTo>
                <a:lnTo>
                  <a:pt x="80299" y="26683"/>
                </a:lnTo>
                <a:lnTo>
                  <a:pt x="77319" y="22865"/>
                </a:lnTo>
                <a:lnTo>
                  <a:pt x="74340" y="19067"/>
                </a:lnTo>
                <a:lnTo>
                  <a:pt x="74340" y="15250"/>
                </a:lnTo>
                <a:lnTo>
                  <a:pt x="68381" y="11432"/>
                </a:lnTo>
                <a:lnTo>
                  <a:pt x="65401" y="7634"/>
                </a:lnTo>
                <a:lnTo>
                  <a:pt x="62422" y="7634"/>
                </a:lnTo>
                <a:lnTo>
                  <a:pt x="59442" y="3817"/>
                </a:lnTo>
                <a:lnTo>
                  <a:pt x="56462" y="0"/>
                </a:lnTo>
                <a:lnTo>
                  <a:pt x="29646" y="0"/>
                </a:lnTo>
                <a:lnTo>
                  <a:pt x="26667" y="3817"/>
                </a:lnTo>
                <a:lnTo>
                  <a:pt x="20708" y="7634"/>
                </a:lnTo>
                <a:lnTo>
                  <a:pt x="17728" y="7634"/>
                </a:lnTo>
                <a:lnTo>
                  <a:pt x="14748" y="11432"/>
                </a:lnTo>
                <a:lnTo>
                  <a:pt x="11918" y="15250"/>
                </a:lnTo>
                <a:lnTo>
                  <a:pt x="8938" y="19067"/>
                </a:lnTo>
                <a:lnTo>
                  <a:pt x="5959" y="22865"/>
                </a:lnTo>
                <a:lnTo>
                  <a:pt x="2979" y="266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3" name="object 83"/>
          <p:cNvSpPr/>
          <p:nvPr/>
        </p:nvSpPr>
        <p:spPr>
          <a:xfrm>
            <a:off x="4497186" y="4691326"/>
            <a:ext cx="86258" cy="110550"/>
          </a:xfrm>
          <a:custGeom>
            <a:avLst/>
            <a:gdLst/>
            <a:ahLst/>
            <a:cxnLst/>
            <a:rect l="l" t="t" r="r" b="b"/>
            <a:pathLst>
              <a:path w="86258" h="110550">
                <a:moveTo>
                  <a:pt x="14897" y="11432"/>
                </a:moveTo>
                <a:lnTo>
                  <a:pt x="11918" y="15250"/>
                </a:lnTo>
                <a:lnTo>
                  <a:pt x="11918" y="19067"/>
                </a:lnTo>
                <a:lnTo>
                  <a:pt x="8938" y="22865"/>
                </a:lnTo>
                <a:lnTo>
                  <a:pt x="5959" y="26683"/>
                </a:lnTo>
                <a:lnTo>
                  <a:pt x="2979" y="34318"/>
                </a:lnTo>
                <a:lnTo>
                  <a:pt x="2979" y="38116"/>
                </a:lnTo>
                <a:lnTo>
                  <a:pt x="0" y="41933"/>
                </a:lnTo>
                <a:lnTo>
                  <a:pt x="0" y="64799"/>
                </a:lnTo>
                <a:lnTo>
                  <a:pt x="2979" y="72434"/>
                </a:lnTo>
                <a:lnTo>
                  <a:pt x="2979" y="76232"/>
                </a:lnTo>
                <a:lnTo>
                  <a:pt x="5959" y="80049"/>
                </a:lnTo>
                <a:lnTo>
                  <a:pt x="8938" y="87684"/>
                </a:lnTo>
                <a:lnTo>
                  <a:pt x="11918" y="91482"/>
                </a:lnTo>
                <a:lnTo>
                  <a:pt x="11918" y="95300"/>
                </a:lnTo>
                <a:lnTo>
                  <a:pt x="14897" y="99117"/>
                </a:lnTo>
                <a:lnTo>
                  <a:pt x="20857" y="102935"/>
                </a:lnTo>
                <a:lnTo>
                  <a:pt x="23836" y="102935"/>
                </a:lnTo>
                <a:lnTo>
                  <a:pt x="26816" y="106733"/>
                </a:lnTo>
                <a:lnTo>
                  <a:pt x="29795" y="106733"/>
                </a:lnTo>
                <a:lnTo>
                  <a:pt x="35754" y="110550"/>
                </a:lnTo>
                <a:lnTo>
                  <a:pt x="53483" y="110550"/>
                </a:lnTo>
                <a:lnTo>
                  <a:pt x="56462" y="106733"/>
                </a:lnTo>
                <a:lnTo>
                  <a:pt x="59442" y="106733"/>
                </a:lnTo>
                <a:lnTo>
                  <a:pt x="65401" y="102935"/>
                </a:lnTo>
                <a:lnTo>
                  <a:pt x="68381" y="102935"/>
                </a:lnTo>
                <a:lnTo>
                  <a:pt x="71360" y="99117"/>
                </a:lnTo>
                <a:lnTo>
                  <a:pt x="74340" y="95300"/>
                </a:lnTo>
                <a:lnTo>
                  <a:pt x="77319" y="91482"/>
                </a:lnTo>
                <a:lnTo>
                  <a:pt x="80299" y="87684"/>
                </a:lnTo>
                <a:lnTo>
                  <a:pt x="83279" y="80049"/>
                </a:lnTo>
                <a:lnTo>
                  <a:pt x="83279" y="76232"/>
                </a:lnTo>
                <a:lnTo>
                  <a:pt x="86258" y="72434"/>
                </a:lnTo>
                <a:lnTo>
                  <a:pt x="86258" y="38116"/>
                </a:lnTo>
                <a:lnTo>
                  <a:pt x="83279" y="34318"/>
                </a:lnTo>
                <a:lnTo>
                  <a:pt x="83279" y="26683"/>
                </a:lnTo>
                <a:lnTo>
                  <a:pt x="80299" y="22865"/>
                </a:lnTo>
                <a:lnTo>
                  <a:pt x="77319" y="19067"/>
                </a:lnTo>
                <a:lnTo>
                  <a:pt x="74340" y="15250"/>
                </a:lnTo>
                <a:lnTo>
                  <a:pt x="71360" y="11432"/>
                </a:lnTo>
                <a:lnTo>
                  <a:pt x="68381" y="7634"/>
                </a:lnTo>
                <a:lnTo>
                  <a:pt x="65401" y="7634"/>
                </a:lnTo>
                <a:lnTo>
                  <a:pt x="59442" y="3817"/>
                </a:lnTo>
                <a:lnTo>
                  <a:pt x="56462" y="0"/>
                </a:lnTo>
                <a:lnTo>
                  <a:pt x="29795" y="0"/>
                </a:lnTo>
                <a:lnTo>
                  <a:pt x="26816" y="3817"/>
                </a:lnTo>
                <a:lnTo>
                  <a:pt x="23836" y="7634"/>
                </a:lnTo>
                <a:lnTo>
                  <a:pt x="20857" y="7634"/>
                </a:lnTo>
                <a:lnTo>
                  <a:pt x="14897" y="1143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4" name="object 84"/>
          <p:cNvSpPr/>
          <p:nvPr/>
        </p:nvSpPr>
        <p:spPr>
          <a:xfrm>
            <a:off x="4166305" y="4710394"/>
            <a:ext cx="56611" cy="72415"/>
          </a:xfrm>
          <a:custGeom>
            <a:avLst/>
            <a:gdLst/>
            <a:ahLst/>
            <a:cxnLst/>
            <a:rect l="l" t="t" r="r" b="b"/>
            <a:pathLst>
              <a:path w="56611" h="72415">
                <a:moveTo>
                  <a:pt x="56611" y="34298"/>
                </a:moveTo>
                <a:lnTo>
                  <a:pt x="56611" y="26683"/>
                </a:lnTo>
                <a:lnTo>
                  <a:pt x="53632" y="22865"/>
                </a:lnTo>
                <a:lnTo>
                  <a:pt x="50652" y="15250"/>
                </a:lnTo>
                <a:lnTo>
                  <a:pt x="47673" y="7615"/>
                </a:lnTo>
                <a:lnTo>
                  <a:pt x="44693" y="3798"/>
                </a:lnTo>
                <a:lnTo>
                  <a:pt x="38734" y="0"/>
                </a:lnTo>
                <a:lnTo>
                  <a:pt x="14897" y="0"/>
                </a:lnTo>
                <a:lnTo>
                  <a:pt x="11918" y="3798"/>
                </a:lnTo>
                <a:lnTo>
                  <a:pt x="5959" y="7615"/>
                </a:lnTo>
                <a:lnTo>
                  <a:pt x="2979" y="15250"/>
                </a:lnTo>
                <a:lnTo>
                  <a:pt x="0" y="22865"/>
                </a:lnTo>
                <a:lnTo>
                  <a:pt x="0" y="49549"/>
                </a:lnTo>
                <a:lnTo>
                  <a:pt x="2979" y="57164"/>
                </a:lnTo>
                <a:lnTo>
                  <a:pt x="5959" y="60982"/>
                </a:lnTo>
                <a:lnTo>
                  <a:pt x="11918" y="68617"/>
                </a:lnTo>
                <a:lnTo>
                  <a:pt x="14897" y="68617"/>
                </a:lnTo>
                <a:lnTo>
                  <a:pt x="20857" y="72415"/>
                </a:lnTo>
                <a:lnTo>
                  <a:pt x="32775" y="72415"/>
                </a:lnTo>
                <a:lnTo>
                  <a:pt x="38734" y="68617"/>
                </a:lnTo>
                <a:lnTo>
                  <a:pt x="44693" y="68617"/>
                </a:lnTo>
                <a:lnTo>
                  <a:pt x="47673" y="60982"/>
                </a:lnTo>
                <a:lnTo>
                  <a:pt x="50652" y="57164"/>
                </a:lnTo>
                <a:lnTo>
                  <a:pt x="53632" y="49549"/>
                </a:lnTo>
                <a:lnTo>
                  <a:pt x="56611" y="41933"/>
                </a:lnTo>
                <a:lnTo>
                  <a:pt x="56611" y="3429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5" name="object 85"/>
          <p:cNvSpPr/>
          <p:nvPr/>
        </p:nvSpPr>
        <p:spPr>
          <a:xfrm>
            <a:off x="4512084" y="4710394"/>
            <a:ext cx="56462" cy="72415"/>
          </a:xfrm>
          <a:custGeom>
            <a:avLst/>
            <a:gdLst/>
            <a:ahLst/>
            <a:cxnLst/>
            <a:rect l="l" t="t" r="r" b="b"/>
            <a:pathLst>
              <a:path w="56462" h="72415">
                <a:moveTo>
                  <a:pt x="2979" y="49549"/>
                </a:moveTo>
                <a:lnTo>
                  <a:pt x="5959" y="57164"/>
                </a:lnTo>
                <a:lnTo>
                  <a:pt x="8938" y="60982"/>
                </a:lnTo>
                <a:lnTo>
                  <a:pt x="11918" y="68617"/>
                </a:lnTo>
                <a:lnTo>
                  <a:pt x="17877" y="68617"/>
                </a:lnTo>
                <a:lnTo>
                  <a:pt x="23836" y="72415"/>
                </a:lnTo>
                <a:lnTo>
                  <a:pt x="35605" y="72415"/>
                </a:lnTo>
                <a:lnTo>
                  <a:pt x="38585" y="68617"/>
                </a:lnTo>
                <a:lnTo>
                  <a:pt x="44544" y="68617"/>
                </a:lnTo>
                <a:lnTo>
                  <a:pt x="50503" y="60982"/>
                </a:lnTo>
                <a:lnTo>
                  <a:pt x="53483" y="57164"/>
                </a:lnTo>
                <a:lnTo>
                  <a:pt x="56462" y="49549"/>
                </a:lnTo>
                <a:lnTo>
                  <a:pt x="56462" y="22865"/>
                </a:lnTo>
                <a:lnTo>
                  <a:pt x="53483" y="15250"/>
                </a:lnTo>
                <a:lnTo>
                  <a:pt x="50503" y="7615"/>
                </a:lnTo>
                <a:lnTo>
                  <a:pt x="44544" y="3798"/>
                </a:lnTo>
                <a:lnTo>
                  <a:pt x="38585" y="0"/>
                </a:lnTo>
                <a:lnTo>
                  <a:pt x="17877" y="0"/>
                </a:lnTo>
                <a:lnTo>
                  <a:pt x="11918" y="3798"/>
                </a:lnTo>
                <a:lnTo>
                  <a:pt x="8938" y="7615"/>
                </a:lnTo>
                <a:lnTo>
                  <a:pt x="5959" y="15250"/>
                </a:lnTo>
                <a:lnTo>
                  <a:pt x="2979" y="22865"/>
                </a:lnTo>
                <a:lnTo>
                  <a:pt x="0" y="26683"/>
                </a:lnTo>
                <a:lnTo>
                  <a:pt x="0" y="41933"/>
                </a:lnTo>
                <a:lnTo>
                  <a:pt x="2979" y="4954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6" name="object 86"/>
          <p:cNvSpPr/>
          <p:nvPr/>
        </p:nvSpPr>
        <p:spPr>
          <a:xfrm>
            <a:off x="4172264" y="4718010"/>
            <a:ext cx="44693" cy="57184"/>
          </a:xfrm>
          <a:custGeom>
            <a:avLst/>
            <a:gdLst/>
            <a:ahLst/>
            <a:cxnLst/>
            <a:rect l="l" t="t" r="r" b="b"/>
            <a:pathLst>
              <a:path w="44693" h="57184">
                <a:moveTo>
                  <a:pt x="2979" y="38116"/>
                </a:moveTo>
                <a:lnTo>
                  <a:pt x="2979" y="45751"/>
                </a:lnTo>
                <a:lnTo>
                  <a:pt x="5959" y="49549"/>
                </a:lnTo>
                <a:lnTo>
                  <a:pt x="8938" y="49549"/>
                </a:lnTo>
                <a:lnTo>
                  <a:pt x="11918" y="53366"/>
                </a:lnTo>
                <a:lnTo>
                  <a:pt x="17877" y="57184"/>
                </a:lnTo>
                <a:lnTo>
                  <a:pt x="26816" y="57184"/>
                </a:lnTo>
                <a:lnTo>
                  <a:pt x="29795" y="53366"/>
                </a:lnTo>
                <a:lnTo>
                  <a:pt x="32775" y="49549"/>
                </a:lnTo>
                <a:lnTo>
                  <a:pt x="35754" y="49549"/>
                </a:lnTo>
                <a:lnTo>
                  <a:pt x="38734" y="45751"/>
                </a:lnTo>
                <a:lnTo>
                  <a:pt x="41714" y="38116"/>
                </a:lnTo>
                <a:lnTo>
                  <a:pt x="41714" y="34318"/>
                </a:lnTo>
                <a:lnTo>
                  <a:pt x="44693" y="26683"/>
                </a:lnTo>
                <a:lnTo>
                  <a:pt x="41714" y="22865"/>
                </a:lnTo>
                <a:lnTo>
                  <a:pt x="41714" y="19067"/>
                </a:lnTo>
                <a:lnTo>
                  <a:pt x="38734" y="11432"/>
                </a:lnTo>
                <a:lnTo>
                  <a:pt x="35754" y="7634"/>
                </a:lnTo>
                <a:lnTo>
                  <a:pt x="32775" y="3817"/>
                </a:lnTo>
                <a:lnTo>
                  <a:pt x="29795" y="3817"/>
                </a:lnTo>
                <a:lnTo>
                  <a:pt x="26816" y="0"/>
                </a:lnTo>
                <a:lnTo>
                  <a:pt x="17877" y="0"/>
                </a:lnTo>
                <a:lnTo>
                  <a:pt x="11918" y="3817"/>
                </a:lnTo>
                <a:lnTo>
                  <a:pt x="8938" y="3817"/>
                </a:lnTo>
                <a:lnTo>
                  <a:pt x="5959" y="7634"/>
                </a:lnTo>
                <a:lnTo>
                  <a:pt x="2979" y="11432"/>
                </a:lnTo>
                <a:lnTo>
                  <a:pt x="2979" y="19067"/>
                </a:lnTo>
                <a:lnTo>
                  <a:pt x="0" y="22865"/>
                </a:lnTo>
                <a:lnTo>
                  <a:pt x="0" y="34318"/>
                </a:lnTo>
                <a:lnTo>
                  <a:pt x="2979" y="3811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7" name="object 87"/>
          <p:cNvSpPr/>
          <p:nvPr/>
        </p:nvSpPr>
        <p:spPr>
          <a:xfrm>
            <a:off x="4518043" y="4718010"/>
            <a:ext cx="44544" cy="57184"/>
          </a:xfrm>
          <a:custGeom>
            <a:avLst/>
            <a:gdLst/>
            <a:ahLst/>
            <a:cxnLst/>
            <a:rect l="l" t="t" r="r" b="b"/>
            <a:pathLst>
              <a:path w="44544" h="57184">
                <a:moveTo>
                  <a:pt x="5959" y="11432"/>
                </a:moveTo>
                <a:lnTo>
                  <a:pt x="2979" y="19067"/>
                </a:lnTo>
                <a:lnTo>
                  <a:pt x="2979" y="22865"/>
                </a:lnTo>
                <a:lnTo>
                  <a:pt x="0" y="26683"/>
                </a:lnTo>
                <a:lnTo>
                  <a:pt x="2979" y="34318"/>
                </a:lnTo>
                <a:lnTo>
                  <a:pt x="2979" y="38116"/>
                </a:lnTo>
                <a:lnTo>
                  <a:pt x="5959" y="45751"/>
                </a:lnTo>
                <a:lnTo>
                  <a:pt x="8938" y="49549"/>
                </a:lnTo>
                <a:lnTo>
                  <a:pt x="11918" y="49549"/>
                </a:lnTo>
                <a:lnTo>
                  <a:pt x="14897" y="53366"/>
                </a:lnTo>
                <a:lnTo>
                  <a:pt x="17877" y="57184"/>
                </a:lnTo>
                <a:lnTo>
                  <a:pt x="26667" y="57184"/>
                </a:lnTo>
                <a:lnTo>
                  <a:pt x="29646" y="53366"/>
                </a:lnTo>
                <a:lnTo>
                  <a:pt x="35605" y="49549"/>
                </a:lnTo>
                <a:lnTo>
                  <a:pt x="38585" y="49549"/>
                </a:lnTo>
                <a:lnTo>
                  <a:pt x="41565" y="45751"/>
                </a:lnTo>
                <a:lnTo>
                  <a:pt x="41565" y="38116"/>
                </a:lnTo>
                <a:lnTo>
                  <a:pt x="44544" y="34318"/>
                </a:lnTo>
                <a:lnTo>
                  <a:pt x="44544" y="22865"/>
                </a:lnTo>
                <a:lnTo>
                  <a:pt x="41565" y="19067"/>
                </a:lnTo>
                <a:lnTo>
                  <a:pt x="41565" y="11432"/>
                </a:lnTo>
                <a:lnTo>
                  <a:pt x="38585" y="7634"/>
                </a:lnTo>
                <a:lnTo>
                  <a:pt x="35605" y="3817"/>
                </a:lnTo>
                <a:lnTo>
                  <a:pt x="29646" y="3817"/>
                </a:lnTo>
                <a:lnTo>
                  <a:pt x="26667" y="0"/>
                </a:lnTo>
                <a:lnTo>
                  <a:pt x="17877" y="0"/>
                </a:lnTo>
                <a:lnTo>
                  <a:pt x="14897" y="3817"/>
                </a:lnTo>
                <a:lnTo>
                  <a:pt x="11918" y="3817"/>
                </a:lnTo>
                <a:lnTo>
                  <a:pt x="8938" y="7634"/>
                </a:lnTo>
                <a:lnTo>
                  <a:pt x="5959" y="1143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8" name="object 88"/>
          <p:cNvSpPr/>
          <p:nvPr/>
        </p:nvSpPr>
        <p:spPr>
          <a:xfrm>
            <a:off x="4243774" y="4758044"/>
            <a:ext cx="247453" cy="0"/>
          </a:xfrm>
          <a:custGeom>
            <a:avLst/>
            <a:gdLst/>
            <a:ahLst/>
            <a:cxnLst/>
            <a:rect l="l" t="t" r="r" b="b"/>
            <a:pathLst>
              <a:path w="247453" h="0">
                <a:moveTo>
                  <a:pt x="0" y="0"/>
                </a:moveTo>
                <a:lnTo>
                  <a:pt x="247453" y="0"/>
                </a:lnTo>
              </a:path>
            </a:pathLst>
          </a:custGeom>
          <a:ln w="1270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9" name="object 89"/>
          <p:cNvSpPr/>
          <p:nvPr/>
        </p:nvSpPr>
        <p:spPr>
          <a:xfrm>
            <a:off x="4100903" y="4531226"/>
            <a:ext cx="536174" cy="213466"/>
          </a:xfrm>
          <a:custGeom>
            <a:avLst/>
            <a:gdLst/>
            <a:ahLst/>
            <a:cxnLst/>
            <a:rect l="l" t="t" r="r" b="b"/>
            <a:pathLst>
              <a:path w="536174" h="213466">
                <a:moveTo>
                  <a:pt x="92217" y="148667"/>
                </a:moveTo>
                <a:lnTo>
                  <a:pt x="98176" y="152484"/>
                </a:lnTo>
                <a:lnTo>
                  <a:pt x="107115" y="152484"/>
                </a:lnTo>
                <a:lnTo>
                  <a:pt x="113074" y="156282"/>
                </a:lnTo>
                <a:lnTo>
                  <a:pt x="116054" y="160099"/>
                </a:lnTo>
                <a:lnTo>
                  <a:pt x="122013" y="160099"/>
                </a:lnTo>
                <a:lnTo>
                  <a:pt x="124993" y="163917"/>
                </a:lnTo>
                <a:lnTo>
                  <a:pt x="127972" y="167734"/>
                </a:lnTo>
                <a:lnTo>
                  <a:pt x="130952" y="175350"/>
                </a:lnTo>
                <a:lnTo>
                  <a:pt x="133931" y="179167"/>
                </a:lnTo>
                <a:lnTo>
                  <a:pt x="136911" y="182965"/>
                </a:lnTo>
                <a:lnTo>
                  <a:pt x="139890" y="190600"/>
                </a:lnTo>
                <a:lnTo>
                  <a:pt x="139890" y="194418"/>
                </a:lnTo>
                <a:lnTo>
                  <a:pt x="142870" y="202033"/>
                </a:lnTo>
                <a:lnTo>
                  <a:pt x="142870" y="213466"/>
                </a:lnTo>
                <a:lnTo>
                  <a:pt x="211400" y="213466"/>
                </a:lnTo>
                <a:lnTo>
                  <a:pt x="205441" y="91482"/>
                </a:lnTo>
                <a:lnTo>
                  <a:pt x="205441" y="0"/>
                </a:lnTo>
                <a:lnTo>
                  <a:pt x="202461" y="91482"/>
                </a:lnTo>
                <a:lnTo>
                  <a:pt x="77319" y="91482"/>
                </a:lnTo>
                <a:lnTo>
                  <a:pt x="83279" y="152484"/>
                </a:lnTo>
                <a:lnTo>
                  <a:pt x="89238" y="152484"/>
                </a:lnTo>
                <a:lnTo>
                  <a:pt x="92217" y="148667"/>
                </a:lnTo>
                <a:close/>
              </a:path>
              <a:path w="536174" h="213466">
                <a:moveTo>
                  <a:pt x="294977" y="0"/>
                </a:moveTo>
                <a:lnTo>
                  <a:pt x="297957" y="91482"/>
                </a:lnTo>
                <a:lnTo>
                  <a:pt x="297957" y="0"/>
                </a:lnTo>
                <a:lnTo>
                  <a:pt x="294977" y="0"/>
                </a:lnTo>
                <a:close/>
              </a:path>
              <a:path w="536174" h="213466">
                <a:moveTo>
                  <a:pt x="229129" y="0"/>
                </a:moveTo>
                <a:lnTo>
                  <a:pt x="205441" y="0"/>
                </a:lnTo>
                <a:lnTo>
                  <a:pt x="205441" y="91482"/>
                </a:lnTo>
                <a:lnTo>
                  <a:pt x="211400" y="213466"/>
                </a:lnTo>
                <a:lnTo>
                  <a:pt x="244026" y="213466"/>
                </a:lnTo>
                <a:lnTo>
                  <a:pt x="294977" y="91482"/>
                </a:lnTo>
                <a:lnTo>
                  <a:pt x="208421" y="91482"/>
                </a:lnTo>
                <a:lnTo>
                  <a:pt x="205441" y="19067"/>
                </a:lnTo>
                <a:lnTo>
                  <a:pt x="232108" y="19067"/>
                </a:lnTo>
                <a:lnTo>
                  <a:pt x="238067" y="0"/>
                </a:lnTo>
                <a:lnTo>
                  <a:pt x="229129" y="0"/>
                </a:lnTo>
                <a:close/>
              </a:path>
              <a:path w="536174" h="213466">
                <a:moveTo>
                  <a:pt x="5959" y="160099"/>
                </a:moveTo>
                <a:lnTo>
                  <a:pt x="2979" y="160099"/>
                </a:lnTo>
                <a:lnTo>
                  <a:pt x="2979" y="163917"/>
                </a:lnTo>
                <a:lnTo>
                  <a:pt x="0" y="163917"/>
                </a:lnTo>
                <a:lnTo>
                  <a:pt x="0" y="209649"/>
                </a:lnTo>
                <a:lnTo>
                  <a:pt x="2979" y="209649"/>
                </a:lnTo>
                <a:lnTo>
                  <a:pt x="2979" y="213466"/>
                </a:lnTo>
                <a:lnTo>
                  <a:pt x="41714" y="213466"/>
                </a:lnTo>
                <a:lnTo>
                  <a:pt x="44693" y="209649"/>
                </a:lnTo>
                <a:lnTo>
                  <a:pt x="44693" y="194418"/>
                </a:lnTo>
                <a:lnTo>
                  <a:pt x="47673" y="190600"/>
                </a:lnTo>
                <a:lnTo>
                  <a:pt x="47673" y="182965"/>
                </a:lnTo>
                <a:lnTo>
                  <a:pt x="50652" y="179167"/>
                </a:lnTo>
                <a:lnTo>
                  <a:pt x="53632" y="175350"/>
                </a:lnTo>
                <a:lnTo>
                  <a:pt x="56611" y="167734"/>
                </a:lnTo>
                <a:lnTo>
                  <a:pt x="62571" y="163917"/>
                </a:lnTo>
                <a:lnTo>
                  <a:pt x="65401" y="160099"/>
                </a:lnTo>
                <a:lnTo>
                  <a:pt x="68381" y="160099"/>
                </a:lnTo>
                <a:lnTo>
                  <a:pt x="74340" y="156282"/>
                </a:lnTo>
                <a:lnTo>
                  <a:pt x="77319" y="152484"/>
                </a:lnTo>
                <a:lnTo>
                  <a:pt x="83279" y="152484"/>
                </a:lnTo>
                <a:lnTo>
                  <a:pt x="77319" y="91482"/>
                </a:lnTo>
                <a:lnTo>
                  <a:pt x="124993" y="19067"/>
                </a:lnTo>
                <a:lnTo>
                  <a:pt x="193523" y="19067"/>
                </a:lnTo>
                <a:lnTo>
                  <a:pt x="196502" y="91482"/>
                </a:lnTo>
                <a:lnTo>
                  <a:pt x="202461" y="91482"/>
                </a:lnTo>
                <a:lnTo>
                  <a:pt x="205441" y="0"/>
                </a:lnTo>
                <a:lnTo>
                  <a:pt x="101156" y="0"/>
                </a:lnTo>
                <a:lnTo>
                  <a:pt x="98176" y="3817"/>
                </a:lnTo>
                <a:lnTo>
                  <a:pt x="95197" y="3817"/>
                </a:lnTo>
                <a:lnTo>
                  <a:pt x="95197" y="7615"/>
                </a:lnTo>
                <a:lnTo>
                  <a:pt x="92217" y="7615"/>
                </a:lnTo>
                <a:lnTo>
                  <a:pt x="89238" y="11432"/>
                </a:lnTo>
                <a:lnTo>
                  <a:pt x="89238" y="15250"/>
                </a:lnTo>
                <a:lnTo>
                  <a:pt x="107115" y="15250"/>
                </a:lnTo>
                <a:lnTo>
                  <a:pt x="104136" y="19067"/>
                </a:lnTo>
                <a:lnTo>
                  <a:pt x="101156" y="22865"/>
                </a:lnTo>
                <a:lnTo>
                  <a:pt x="98176" y="26683"/>
                </a:lnTo>
                <a:lnTo>
                  <a:pt x="92217" y="30500"/>
                </a:lnTo>
                <a:lnTo>
                  <a:pt x="89238" y="38116"/>
                </a:lnTo>
                <a:lnTo>
                  <a:pt x="83279" y="41933"/>
                </a:lnTo>
                <a:lnTo>
                  <a:pt x="77319" y="49549"/>
                </a:lnTo>
                <a:lnTo>
                  <a:pt x="74340" y="53366"/>
                </a:lnTo>
                <a:lnTo>
                  <a:pt x="68381" y="61001"/>
                </a:lnTo>
                <a:lnTo>
                  <a:pt x="65401" y="64799"/>
                </a:lnTo>
                <a:lnTo>
                  <a:pt x="62571" y="68617"/>
                </a:lnTo>
                <a:lnTo>
                  <a:pt x="56611" y="76232"/>
                </a:lnTo>
                <a:lnTo>
                  <a:pt x="53632" y="80049"/>
                </a:lnTo>
                <a:lnTo>
                  <a:pt x="50652" y="80049"/>
                </a:lnTo>
                <a:lnTo>
                  <a:pt x="50652" y="83867"/>
                </a:lnTo>
                <a:lnTo>
                  <a:pt x="47673" y="83867"/>
                </a:lnTo>
                <a:lnTo>
                  <a:pt x="44693" y="87684"/>
                </a:lnTo>
                <a:lnTo>
                  <a:pt x="44693" y="91482"/>
                </a:lnTo>
                <a:lnTo>
                  <a:pt x="41714" y="95300"/>
                </a:lnTo>
                <a:lnTo>
                  <a:pt x="41714" y="99117"/>
                </a:lnTo>
                <a:lnTo>
                  <a:pt x="38734" y="102915"/>
                </a:lnTo>
                <a:lnTo>
                  <a:pt x="38734" y="114368"/>
                </a:lnTo>
                <a:lnTo>
                  <a:pt x="11918" y="114368"/>
                </a:lnTo>
                <a:lnTo>
                  <a:pt x="11918" y="156282"/>
                </a:lnTo>
                <a:lnTo>
                  <a:pt x="5959" y="156282"/>
                </a:lnTo>
                <a:lnTo>
                  <a:pt x="5959" y="160099"/>
                </a:lnTo>
                <a:close/>
              </a:path>
              <a:path w="536174" h="213466">
                <a:moveTo>
                  <a:pt x="297957" y="19067"/>
                </a:moveTo>
                <a:lnTo>
                  <a:pt x="297957" y="34298"/>
                </a:lnTo>
                <a:lnTo>
                  <a:pt x="345630" y="91482"/>
                </a:lnTo>
                <a:lnTo>
                  <a:pt x="356969" y="87018"/>
                </a:lnTo>
                <a:lnTo>
                  <a:pt x="297957" y="19067"/>
                </a:lnTo>
                <a:close/>
              </a:path>
              <a:path w="536174" h="213466">
                <a:moveTo>
                  <a:pt x="536174" y="160099"/>
                </a:moveTo>
                <a:lnTo>
                  <a:pt x="533194" y="156282"/>
                </a:lnTo>
                <a:lnTo>
                  <a:pt x="530214" y="152484"/>
                </a:lnTo>
                <a:lnTo>
                  <a:pt x="524255" y="152484"/>
                </a:lnTo>
                <a:lnTo>
                  <a:pt x="524255" y="133416"/>
                </a:lnTo>
                <a:lnTo>
                  <a:pt x="521276" y="129599"/>
                </a:lnTo>
                <a:lnTo>
                  <a:pt x="518296" y="125801"/>
                </a:lnTo>
                <a:lnTo>
                  <a:pt x="509357" y="121983"/>
                </a:lnTo>
                <a:lnTo>
                  <a:pt x="503398" y="118166"/>
                </a:lnTo>
                <a:lnTo>
                  <a:pt x="491480" y="114368"/>
                </a:lnTo>
                <a:lnTo>
                  <a:pt x="482541" y="110550"/>
                </a:lnTo>
                <a:lnTo>
                  <a:pt x="470623" y="106733"/>
                </a:lnTo>
                <a:lnTo>
                  <a:pt x="458705" y="102915"/>
                </a:lnTo>
                <a:lnTo>
                  <a:pt x="443807" y="99117"/>
                </a:lnTo>
                <a:lnTo>
                  <a:pt x="432037" y="95300"/>
                </a:lnTo>
                <a:lnTo>
                  <a:pt x="423099" y="91482"/>
                </a:lnTo>
                <a:lnTo>
                  <a:pt x="411180" y="87684"/>
                </a:lnTo>
                <a:lnTo>
                  <a:pt x="402242" y="83867"/>
                </a:lnTo>
                <a:lnTo>
                  <a:pt x="393303" y="80049"/>
                </a:lnTo>
                <a:lnTo>
                  <a:pt x="387344" y="80049"/>
                </a:lnTo>
                <a:lnTo>
                  <a:pt x="384364" y="76232"/>
                </a:lnTo>
                <a:lnTo>
                  <a:pt x="356969" y="87018"/>
                </a:lnTo>
                <a:lnTo>
                  <a:pt x="357548" y="87684"/>
                </a:lnTo>
                <a:lnTo>
                  <a:pt x="345630" y="91482"/>
                </a:lnTo>
                <a:lnTo>
                  <a:pt x="306895" y="91482"/>
                </a:lnTo>
                <a:lnTo>
                  <a:pt x="297957" y="34298"/>
                </a:lnTo>
                <a:lnTo>
                  <a:pt x="297957" y="19067"/>
                </a:lnTo>
                <a:lnTo>
                  <a:pt x="318814" y="19067"/>
                </a:lnTo>
                <a:lnTo>
                  <a:pt x="315834" y="15250"/>
                </a:lnTo>
                <a:lnTo>
                  <a:pt x="312855" y="11432"/>
                </a:lnTo>
                <a:lnTo>
                  <a:pt x="309875" y="7615"/>
                </a:lnTo>
                <a:lnTo>
                  <a:pt x="303916" y="3817"/>
                </a:lnTo>
                <a:lnTo>
                  <a:pt x="300936" y="0"/>
                </a:lnTo>
                <a:lnTo>
                  <a:pt x="297957" y="0"/>
                </a:lnTo>
                <a:lnTo>
                  <a:pt x="297957" y="91482"/>
                </a:lnTo>
                <a:lnTo>
                  <a:pt x="303916" y="91482"/>
                </a:lnTo>
                <a:lnTo>
                  <a:pt x="297957" y="91482"/>
                </a:lnTo>
                <a:lnTo>
                  <a:pt x="294977" y="0"/>
                </a:lnTo>
                <a:lnTo>
                  <a:pt x="238067" y="0"/>
                </a:lnTo>
                <a:lnTo>
                  <a:pt x="232108" y="19067"/>
                </a:lnTo>
                <a:lnTo>
                  <a:pt x="286187" y="19067"/>
                </a:lnTo>
                <a:lnTo>
                  <a:pt x="294977" y="91482"/>
                </a:lnTo>
                <a:lnTo>
                  <a:pt x="244026" y="213466"/>
                </a:lnTo>
                <a:lnTo>
                  <a:pt x="390323" y="213466"/>
                </a:lnTo>
                <a:lnTo>
                  <a:pt x="390323" y="202033"/>
                </a:lnTo>
                <a:lnTo>
                  <a:pt x="393303" y="194418"/>
                </a:lnTo>
                <a:lnTo>
                  <a:pt x="393303" y="190600"/>
                </a:lnTo>
                <a:lnTo>
                  <a:pt x="396283" y="182965"/>
                </a:lnTo>
                <a:lnTo>
                  <a:pt x="399262" y="179167"/>
                </a:lnTo>
                <a:lnTo>
                  <a:pt x="402242" y="175350"/>
                </a:lnTo>
                <a:lnTo>
                  <a:pt x="405221" y="167734"/>
                </a:lnTo>
                <a:lnTo>
                  <a:pt x="408201" y="163917"/>
                </a:lnTo>
                <a:lnTo>
                  <a:pt x="411180" y="160099"/>
                </a:lnTo>
                <a:lnTo>
                  <a:pt x="417140" y="160099"/>
                </a:lnTo>
                <a:lnTo>
                  <a:pt x="420119" y="156282"/>
                </a:lnTo>
                <a:lnTo>
                  <a:pt x="426078" y="152484"/>
                </a:lnTo>
                <a:lnTo>
                  <a:pt x="435017" y="152484"/>
                </a:lnTo>
                <a:lnTo>
                  <a:pt x="440976" y="148667"/>
                </a:lnTo>
                <a:lnTo>
                  <a:pt x="443807" y="152484"/>
                </a:lnTo>
                <a:lnTo>
                  <a:pt x="455725" y="152484"/>
                </a:lnTo>
                <a:lnTo>
                  <a:pt x="458705" y="156282"/>
                </a:lnTo>
                <a:lnTo>
                  <a:pt x="464664" y="160099"/>
                </a:lnTo>
                <a:lnTo>
                  <a:pt x="467643" y="160099"/>
                </a:lnTo>
                <a:lnTo>
                  <a:pt x="470623" y="163917"/>
                </a:lnTo>
                <a:lnTo>
                  <a:pt x="476582" y="167734"/>
                </a:lnTo>
                <a:lnTo>
                  <a:pt x="479562" y="175350"/>
                </a:lnTo>
                <a:lnTo>
                  <a:pt x="482541" y="179167"/>
                </a:lnTo>
                <a:lnTo>
                  <a:pt x="485521" y="182965"/>
                </a:lnTo>
                <a:lnTo>
                  <a:pt x="485521" y="190600"/>
                </a:lnTo>
                <a:lnTo>
                  <a:pt x="488500" y="194418"/>
                </a:lnTo>
                <a:lnTo>
                  <a:pt x="488500" y="209649"/>
                </a:lnTo>
                <a:lnTo>
                  <a:pt x="491480" y="213466"/>
                </a:lnTo>
                <a:lnTo>
                  <a:pt x="527235" y="202033"/>
                </a:lnTo>
                <a:lnTo>
                  <a:pt x="527235" y="194418"/>
                </a:lnTo>
                <a:lnTo>
                  <a:pt x="533194" y="194418"/>
                </a:lnTo>
                <a:lnTo>
                  <a:pt x="533194" y="190600"/>
                </a:lnTo>
                <a:lnTo>
                  <a:pt x="536174" y="190600"/>
                </a:lnTo>
                <a:lnTo>
                  <a:pt x="536174" y="160099"/>
                </a:lnTo>
                <a:close/>
              </a:path>
              <a:path w="536174" h="213466">
                <a:moveTo>
                  <a:pt x="205441" y="19067"/>
                </a:moveTo>
                <a:lnTo>
                  <a:pt x="208421" y="91482"/>
                </a:lnTo>
                <a:lnTo>
                  <a:pt x="211400" y="91482"/>
                </a:lnTo>
                <a:lnTo>
                  <a:pt x="205441" y="1906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0" name="object 90"/>
          <p:cNvSpPr/>
          <p:nvPr/>
        </p:nvSpPr>
        <p:spPr>
          <a:xfrm>
            <a:off x="4410779" y="4550294"/>
            <a:ext cx="74489" cy="60982"/>
          </a:xfrm>
          <a:custGeom>
            <a:avLst/>
            <a:gdLst/>
            <a:ahLst/>
            <a:cxnLst/>
            <a:rect l="l" t="t" r="r" b="b"/>
            <a:pathLst>
              <a:path w="74489" h="60982">
                <a:moveTo>
                  <a:pt x="8938" y="0"/>
                </a:moveTo>
                <a:lnTo>
                  <a:pt x="0" y="0"/>
                </a:lnTo>
                <a:lnTo>
                  <a:pt x="68530" y="60982"/>
                </a:lnTo>
                <a:lnTo>
                  <a:pt x="74489" y="57164"/>
                </a:lnTo>
                <a:lnTo>
                  <a:pt x="893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1" name="object 91"/>
          <p:cNvSpPr/>
          <p:nvPr/>
        </p:nvSpPr>
        <p:spPr>
          <a:xfrm>
            <a:off x="4112821" y="4550294"/>
            <a:ext cx="83279" cy="87665"/>
          </a:xfrm>
          <a:custGeom>
            <a:avLst/>
            <a:gdLst/>
            <a:ahLst/>
            <a:cxnLst/>
            <a:rect l="l" t="t" r="r" b="b"/>
            <a:pathLst>
              <a:path w="83279" h="87665">
                <a:moveTo>
                  <a:pt x="20857" y="83848"/>
                </a:moveTo>
                <a:lnTo>
                  <a:pt x="20857" y="80049"/>
                </a:lnTo>
                <a:lnTo>
                  <a:pt x="23836" y="80049"/>
                </a:lnTo>
                <a:lnTo>
                  <a:pt x="23836" y="76232"/>
                </a:lnTo>
                <a:lnTo>
                  <a:pt x="26816" y="72415"/>
                </a:lnTo>
                <a:lnTo>
                  <a:pt x="26816" y="68617"/>
                </a:lnTo>
                <a:lnTo>
                  <a:pt x="29795" y="68617"/>
                </a:lnTo>
                <a:lnTo>
                  <a:pt x="29795" y="64799"/>
                </a:lnTo>
                <a:lnTo>
                  <a:pt x="32775" y="60982"/>
                </a:lnTo>
                <a:lnTo>
                  <a:pt x="35754" y="60982"/>
                </a:lnTo>
                <a:lnTo>
                  <a:pt x="38734" y="57164"/>
                </a:lnTo>
                <a:lnTo>
                  <a:pt x="41714" y="53366"/>
                </a:lnTo>
                <a:lnTo>
                  <a:pt x="44693" y="49549"/>
                </a:lnTo>
                <a:lnTo>
                  <a:pt x="47673" y="41933"/>
                </a:lnTo>
                <a:lnTo>
                  <a:pt x="53483" y="38116"/>
                </a:lnTo>
                <a:lnTo>
                  <a:pt x="56462" y="34298"/>
                </a:lnTo>
                <a:lnTo>
                  <a:pt x="62422" y="30481"/>
                </a:lnTo>
                <a:lnTo>
                  <a:pt x="65401" y="22865"/>
                </a:lnTo>
                <a:lnTo>
                  <a:pt x="68381" y="19048"/>
                </a:lnTo>
                <a:lnTo>
                  <a:pt x="74340" y="15231"/>
                </a:lnTo>
                <a:lnTo>
                  <a:pt x="77319" y="7615"/>
                </a:lnTo>
                <a:lnTo>
                  <a:pt x="80299" y="3798"/>
                </a:lnTo>
                <a:lnTo>
                  <a:pt x="83279" y="0"/>
                </a:lnTo>
                <a:lnTo>
                  <a:pt x="74340" y="0"/>
                </a:lnTo>
                <a:lnTo>
                  <a:pt x="68381" y="3798"/>
                </a:lnTo>
                <a:lnTo>
                  <a:pt x="65401" y="7615"/>
                </a:lnTo>
                <a:lnTo>
                  <a:pt x="62422" y="15231"/>
                </a:lnTo>
                <a:lnTo>
                  <a:pt x="56462" y="19048"/>
                </a:lnTo>
                <a:lnTo>
                  <a:pt x="50652" y="22865"/>
                </a:lnTo>
                <a:lnTo>
                  <a:pt x="47673" y="30481"/>
                </a:lnTo>
                <a:lnTo>
                  <a:pt x="41714" y="34298"/>
                </a:lnTo>
                <a:lnTo>
                  <a:pt x="38734" y="38116"/>
                </a:lnTo>
                <a:lnTo>
                  <a:pt x="32775" y="41933"/>
                </a:lnTo>
                <a:lnTo>
                  <a:pt x="26816" y="49549"/>
                </a:lnTo>
                <a:lnTo>
                  <a:pt x="23836" y="53366"/>
                </a:lnTo>
                <a:lnTo>
                  <a:pt x="20857" y="57164"/>
                </a:lnTo>
                <a:lnTo>
                  <a:pt x="17877" y="60982"/>
                </a:lnTo>
                <a:lnTo>
                  <a:pt x="14897" y="60982"/>
                </a:lnTo>
                <a:lnTo>
                  <a:pt x="11918" y="64799"/>
                </a:lnTo>
                <a:lnTo>
                  <a:pt x="8938" y="68617"/>
                </a:lnTo>
                <a:lnTo>
                  <a:pt x="5959" y="72415"/>
                </a:lnTo>
                <a:lnTo>
                  <a:pt x="5959" y="76232"/>
                </a:lnTo>
                <a:lnTo>
                  <a:pt x="2979" y="80049"/>
                </a:lnTo>
                <a:lnTo>
                  <a:pt x="2979" y="83848"/>
                </a:lnTo>
                <a:lnTo>
                  <a:pt x="0" y="87665"/>
                </a:lnTo>
                <a:lnTo>
                  <a:pt x="20857" y="87665"/>
                </a:lnTo>
                <a:lnTo>
                  <a:pt x="20857" y="8384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2" name="object 92"/>
          <p:cNvSpPr/>
          <p:nvPr/>
        </p:nvSpPr>
        <p:spPr>
          <a:xfrm>
            <a:off x="4243774" y="4748510"/>
            <a:ext cx="247453" cy="0"/>
          </a:xfrm>
          <a:custGeom>
            <a:avLst/>
            <a:gdLst/>
            <a:ahLst/>
            <a:cxnLst/>
            <a:rect l="l" t="t" r="r" b="b"/>
            <a:pathLst>
              <a:path w="247453" h="0">
                <a:moveTo>
                  <a:pt x="0" y="0"/>
                </a:moveTo>
                <a:lnTo>
                  <a:pt x="247453" y="0"/>
                </a:lnTo>
              </a:path>
            </a:pathLst>
          </a:custGeom>
          <a:ln w="8904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3" name="object 93"/>
          <p:cNvSpPr/>
          <p:nvPr/>
        </p:nvSpPr>
        <p:spPr>
          <a:xfrm>
            <a:off x="4243774" y="4698961"/>
            <a:ext cx="247453" cy="7615"/>
          </a:xfrm>
          <a:custGeom>
            <a:avLst/>
            <a:gdLst/>
            <a:ahLst/>
            <a:cxnLst/>
            <a:rect l="l" t="t" r="r" b="b"/>
            <a:pathLst>
              <a:path w="247453" h="7615">
                <a:moveTo>
                  <a:pt x="247453" y="7615"/>
                </a:moveTo>
                <a:lnTo>
                  <a:pt x="0" y="0"/>
                </a:lnTo>
                <a:lnTo>
                  <a:pt x="0" y="7615"/>
                </a:lnTo>
                <a:lnTo>
                  <a:pt x="247453" y="761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4" name="object 94"/>
          <p:cNvSpPr/>
          <p:nvPr/>
        </p:nvSpPr>
        <p:spPr>
          <a:xfrm>
            <a:off x="4151556" y="4664643"/>
            <a:ext cx="428909" cy="41933"/>
          </a:xfrm>
          <a:custGeom>
            <a:avLst/>
            <a:gdLst/>
            <a:ahLst/>
            <a:cxnLst/>
            <a:rect l="l" t="t" r="r" b="b"/>
            <a:pathLst>
              <a:path w="428909" h="41933">
                <a:moveTo>
                  <a:pt x="5959" y="15250"/>
                </a:moveTo>
                <a:lnTo>
                  <a:pt x="0" y="19067"/>
                </a:lnTo>
                <a:lnTo>
                  <a:pt x="14748" y="19067"/>
                </a:lnTo>
                <a:lnTo>
                  <a:pt x="17728" y="15250"/>
                </a:lnTo>
                <a:lnTo>
                  <a:pt x="20708" y="11432"/>
                </a:lnTo>
                <a:lnTo>
                  <a:pt x="23687" y="11432"/>
                </a:lnTo>
                <a:lnTo>
                  <a:pt x="29646" y="7634"/>
                </a:lnTo>
                <a:lnTo>
                  <a:pt x="53483" y="7634"/>
                </a:lnTo>
                <a:lnTo>
                  <a:pt x="56462" y="11432"/>
                </a:lnTo>
                <a:lnTo>
                  <a:pt x="65401" y="11432"/>
                </a:lnTo>
                <a:lnTo>
                  <a:pt x="68381" y="15250"/>
                </a:lnTo>
                <a:lnTo>
                  <a:pt x="71360" y="15250"/>
                </a:lnTo>
                <a:lnTo>
                  <a:pt x="74340" y="19067"/>
                </a:lnTo>
                <a:lnTo>
                  <a:pt x="77319" y="22865"/>
                </a:lnTo>
                <a:lnTo>
                  <a:pt x="80299" y="22865"/>
                </a:lnTo>
                <a:lnTo>
                  <a:pt x="83279" y="26683"/>
                </a:lnTo>
                <a:lnTo>
                  <a:pt x="83279" y="30500"/>
                </a:lnTo>
                <a:lnTo>
                  <a:pt x="86258" y="34318"/>
                </a:lnTo>
                <a:lnTo>
                  <a:pt x="89238" y="38116"/>
                </a:lnTo>
                <a:lnTo>
                  <a:pt x="92217" y="41933"/>
                </a:lnTo>
                <a:lnTo>
                  <a:pt x="92217" y="34318"/>
                </a:lnTo>
                <a:lnTo>
                  <a:pt x="339671" y="41933"/>
                </a:lnTo>
                <a:lnTo>
                  <a:pt x="342650" y="38116"/>
                </a:lnTo>
                <a:lnTo>
                  <a:pt x="345630" y="34318"/>
                </a:lnTo>
                <a:lnTo>
                  <a:pt x="345630" y="30500"/>
                </a:lnTo>
                <a:lnTo>
                  <a:pt x="348609" y="26683"/>
                </a:lnTo>
                <a:lnTo>
                  <a:pt x="351589" y="22865"/>
                </a:lnTo>
                <a:lnTo>
                  <a:pt x="354569" y="22865"/>
                </a:lnTo>
                <a:lnTo>
                  <a:pt x="357548" y="19067"/>
                </a:lnTo>
                <a:lnTo>
                  <a:pt x="360528" y="15250"/>
                </a:lnTo>
                <a:lnTo>
                  <a:pt x="363507" y="15250"/>
                </a:lnTo>
                <a:lnTo>
                  <a:pt x="366487" y="11432"/>
                </a:lnTo>
                <a:lnTo>
                  <a:pt x="375426" y="11432"/>
                </a:lnTo>
                <a:lnTo>
                  <a:pt x="378405" y="7634"/>
                </a:lnTo>
                <a:lnTo>
                  <a:pt x="405072" y="7634"/>
                </a:lnTo>
                <a:lnTo>
                  <a:pt x="408052" y="11432"/>
                </a:lnTo>
                <a:lnTo>
                  <a:pt x="411032" y="11432"/>
                </a:lnTo>
                <a:lnTo>
                  <a:pt x="414011" y="15250"/>
                </a:lnTo>
                <a:lnTo>
                  <a:pt x="416991" y="15250"/>
                </a:lnTo>
                <a:lnTo>
                  <a:pt x="428909" y="19067"/>
                </a:lnTo>
                <a:lnTo>
                  <a:pt x="425929" y="15250"/>
                </a:lnTo>
                <a:lnTo>
                  <a:pt x="419970" y="11432"/>
                </a:lnTo>
                <a:lnTo>
                  <a:pt x="416991" y="7634"/>
                </a:lnTo>
                <a:lnTo>
                  <a:pt x="411032" y="3817"/>
                </a:lnTo>
                <a:lnTo>
                  <a:pt x="405072" y="3817"/>
                </a:lnTo>
                <a:lnTo>
                  <a:pt x="399113" y="0"/>
                </a:lnTo>
                <a:lnTo>
                  <a:pt x="375426" y="0"/>
                </a:lnTo>
                <a:lnTo>
                  <a:pt x="369466" y="3817"/>
                </a:lnTo>
                <a:lnTo>
                  <a:pt x="366487" y="3817"/>
                </a:lnTo>
                <a:lnTo>
                  <a:pt x="363507" y="7634"/>
                </a:lnTo>
                <a:lnTo>
                  <a:pt x="360528" y="7634"/>
                </a:lnTo>
                <a:lnTo>
                  <a:pt x="357548" y="11432"/>
                </a:lnTo>
                <a:lnTo>
                  <a:pt x="354569" y="11432"/>
                </a:lnTo>
                <a:lnTo>
                  <a:pt x="351589" y="15250"/>
                </a:lnTo>
                <a:lnTo>
                  <a:pt x="348609" y="19067"/>
                </a:lnTo>
                <a:lnTo>
                  <a:pt x="345630" y="22865"/>
                </a:lnTo>
                <a:lnTo>
                  <a:pt x="342650" y="26683"/>
                </a:lnTo>
                <a:lnTo>
                  <a:pt x="339671" y="30500"/>
                </a:lnTo>
                <a:lnTo>
                  <a:pt x="336691" y="34318"/>
                </a:lnTo>
                <a:lnTo>
                  <a:pt x="95197" y="34318"/>
                </a:lnTo>
                <a:lnTo>
                  <a:pt x="92217" y="30500"/>
                </a:lnTo>
                <a:lnTo>
                  <a:pt x="89238" y="26683"/>
                </a:lnTo>
                <a:lnTo>
                  <a:pt x="86258" y="22865"/>
                </a:lnTo>
                <a:lnTo>
                  <a:pt x="83279" y="19067"/>
                </a:lnTo>
                <a:lnTo>
                  <a:pt x="80299" y="15250"/>
                </a:lnTo>
                <a:lnTo>
                  <a:pt x="77319" y="11432"/>
                </a:lnTo>
                <a:lnTo>
                  <a:pt x="74340" y="11432"/>
                </a:lnTo>
                <a:lnTo>
                  <a:pt x="71360" y="7634"/>
                </a:lnTo>
                <a:lnTo>
                  <a:pt x="68381" y="7634"/>
                </a:lnTo>
                <a:lnTo>
                  <a:pt x="65401" y="3817"/>
                </a:lnTo>
                <a:lnTo>
                  <a:pt x="62422" y="3817"/>
                </a:lnTo>
                <a:lnTo>
                  <a:pt x="56462" y="0"/>
                </a:lnTo>
                <a:lnTo>
                  <a:pt x="29646" y="0"/>
                </a:lnTo>
                <a:lnTo>
                  <a:pt x="23687" y="3817"/>
                </a:lnTo>
                <a:lnTo>
                  <a:pt x="20708" y="3817"/>
                </a:lnTo>
                <a:lnTo>
                  <a:pt x="14748" y="7634"/>
                </a:lnTo>
                <a:lnTo>
                  <a:pt x="8938" y="11432"/>
                </a:lnTo>
                <a:lnTo>
                  <a:pt x="5959" y="152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5" name="object 95"/>
          <p:cNvSpPr/>
          <p:nvPr/>
        </p:nvSpPr>
        <p:spPr>
          <a:xfrm>
            <a:off x="4312304" y="4643675"/>
            <a:ext cx="23812" cy="0"/>
          </a:xfrm>
          <a:custGeom>
            <a:avLst/>
            <a:gdLst/>
            <a:ahLst/>
            <a:cxnLst/>
            <a:rect l="l" t="t" r="r" b="b"/>
            <a:pathLst>
              <a:path w="23812" h="0">
                <a:moveTo>
                  <a:pt x="0" y="0"/>
                </a:moveTo>
                <a:lnTo>
                  <a:pt x="23812" y="0"/>
                </a:lnTo>
              </a:path>
            </a:pathLst>
          </a:custGeom>
          <a:ln w="12705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6" name="object 96"/>
          <p:cNvSpPr/>
          <p:nvPr/>
        </p:nvSpPr>
        <p:spPr>
          <a:xfrm>
            <a:off x="4112821" y="4546477"/>
            <a:ext cx="95197" cy="99117"/>
          </a:xfrm>
          <a:custGeom>
            <a:avLst/>
            <a:gdLst/>
            <a:ahLst/>
            <a:cxnLst/>
            <a:rect l="l" t="t" r="r" b="b"/>
            <a:pathLst>
              <a:path w="95197" h="99117">
                <a:moveTo>
                  <a:pt x="26816" y="76232"/>
                </a:moveTo>
                <a:lnTo>
                  <a:pt x="23836" y="80049"/>
                </a:lnTo>
                <a:lnTo>
                  <a:pt x="23836" y="83867"/>
                </a:lnTo>
                <a:lnTo>
                  <a:pt x="20857" y="83867"/>
                </a:lnTo>
                <a:lnTo>
                  <a:pt x="20857" y="91482"/>
                </a:lnTo>
                <a:lnTo>
                  <a:pt x="0" y="91482"/>
                </a:lnTo>
                <a:lnTo>
                  <a:pt x="0" y="99117"/>
                </a:lnTo>
                <a:lnTo>
                  <a:pt x="26816" y="99117"/>
                </a:lnTo>
                <a:lnTo>
                  <a:pt x="26816" y="87665"/>
                </a:lnTo>
                <a:lnTo>
                  <a:pt x="29795" y="83867"/>
                </a:lnTo>
                <a:lnTo>
                  <a:pt x="29795" y="80049"/>
                </a:lnTo>
                <a:lnTo>
                  <a:pt x="32775" y="76232"/>
                </a:lnTo>
                <a:lnTo>
                  <a:pt x="32775" y="72434"/>
                </a:lnTo>
                <a:lnTo>
                  <a:pt x="35754" y="68617"/>
                </a:lnTo>
                <a:lnTo>
                  <a:pt x="38734" y="68617"/>
                </a:lnTo>
                <a:lnTo>
                  <a:pt x="38734" y="64799"/>
                </a:lnTo>
                <a:lnTo>
                  <a:pt x="41714" y="64799"/>
                </a:lnTo>
                <a:lnTo>
                  <a:pt x="44693" y="60982"/>
                </a:lnTo>
                <a:lnTo>
                  <a:pt x="50652" y="53366"/>
                </a:lnTo>
                <a:lnTo>
                  <a:pt x="53483" y="49549"/>
                </a:lnTo>
                <a:lnTo>
                  <a:pt x="56462" y="45751"/>
                </a:lnTo>
                <a:lnTo>
                  <a:pt x="62422" y="38116"/>
                </a:lnTo>
                <a:lnTo>
                  <a:pt x="65401" y="34298"/>
                </a:lnTo>
                <a:lnTo>
                  <a:pt x="71360" y="26683"/>
                </a:lnTo>
                <a:lnTo>
                  <a:pt x="77319" y="22865"/>
                </a:lnTo>
                <a:lnTo>
                  <a:pt x="80299" y="15250"/>
                </a:lnTo>
                <a:lnTo>
                  <a:pt x="86258" y="11432"/>
                </a:lnTo>
                <a:lnTo>
                  <a:pt x="89238" y="7615"/>
                </a:lnTo>
                <a:lnTo>
                  <a:pt x="92217" y="3817"/>
                </a:lnTo>
                <a:lnTo>
                  <a:pt x="95197" y="0"/>
                </a:lnTo>
                <a:lnTo>
                  <a:pt x="77319" y="0"/>
                </a:lnTo>
                <a:lnTo>
                  <a:pt x="74340" y="3817"/>
                </a:lnTo>
                <a:lnTo>
                  <a:pt x="83279" y="3817"/>
                </a:lnTo>
                <a:lnTo>
                  <a:pt x="80299" y="7615"/>
                </a:lnTo>
                <a:lnTo>
                  <a:pt x="77319" y="11432"/>
                </a:lnTo>
                <a:lnTo>
                  <a:pt x="74340" y="19048"/>
                </a:lnTo>
                <a:lnTo>
                  <a:pt x="68381" y="22865"/>
                </a:lnTo>
                <a:lnTo>
                  <a:pt x="65401" y="26683"/>
                </a:lnTo>
                <a:lnTo>
                  <a:pt x="62422" y="34298"/>
                </a:lnTo>
                <a:lnTo>
                  <a:pt x="56462" y="38116"/>
                </a:lnTo>
                <a:lnTo>
                  <a:pt x="53483" y="41933"/>
                </a:lnTo>
                <a:lnTo>
                  <a:pt x="47673" y="45751"/>
                </a:lnTo>
                <a:lnTo>
                  <a:pt x="44693" y="53366"/>
                </a:lnTo>
                <a:lnTo>
                  <a:pt x="41714" y="57184"/>
                </a:lnTo>
                <a:lnTo>
                  <a:pt x="38734" y="60982"/>
                </a:lnTo>
                <a:lnTo>
                  <a:pt x="35754" y="64799"/>
                </a:lnTo>
                <a:lnTo>
                  <a:pt x="32775" y="64799"/>
                </a:lnTo>
                <a:lnTo>
                  <a:pt x="29795" y="68617"/>
                </a:lnTo>
                <a:lnTo>
                  <a:pt x="29795" y="72434"/>
                </a:lnTo>
                <a:lnTo>
                  <a:pt x="26816" y="72434"/>
                </a:lnTo>
                <a:lnTo>
                  <a:pt x="26816" y="7623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7" name="object 97"/>
          <p:cNvSpPr/>
          <p:nvPr/>
        </p:nvSpPr>
        <p:spPr>
          <a:xfrm>
            <a:off x="4106862" y="4695144"/>
            <a:ext cx="26816" cy="45731"/>
          </a:xfrm>
          <a:custGeom>
            <a:avLst/>
            <a:gdLst/>
            <a:ahLst/>
            <a:cxnLst/>
            <a:rect l="l" t="t" r="r" b="b"/>
            <a:pathLst>
              <a:path w="26816" h="45731">
                <a:moveTo>
                  <a:pt x="23836" y="0"/>
                </a:moveTo>
                <a:lnTo>
                  <a:pt x="5959" y="0"/>
                </a:lnTo>
                <a:lnTo>
                  <a:pt x="2979" y="3817"/>
                </a:lnTo>
                <a:lnTo>
                  <a:pt x="0" y="3817"/>
                </a:lnTo>
                <a:lnTo>
                  <a:pt x="0" y="41933"/>
                </a:lnTo>
                <a:lnTo>
                  <a:pt x="2979" y="45731"/>
                </a:lnTo>
                <a:lnTo>
                  <a:pt x="17877" y="45731"/>
                </a:lnTo>
                <a:lnTo>
                  <a:pt x="26816" y="0"/>
                </a:lnTo>
                <a:lnTo>
                  <a:pt x="2383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8" name="object 98"/>
          <p:cNvSpPr/>
          <p:nvPr/>
        </p:nvSpPr>
        <p:spPr>
          <a:xfrm>
            <a:off x="4118781" y="4670355"/>
            <a:ext cx="8929" cy="0"/>
          </a:xfrm>
          <a:custGeom>
            <a:avLst/>
            <a:gdLst/>
            <a:ahLst/>
            <a:cxnLst/>
            <a:rect l="l" t="t" r="r" b="b"/>
            <a:pathLst>
              <a:path w="8929" h="0">
                <a:moveTo>
                  <a:pt x="0" y="0"/>
                </a:moveTo>
                <a:lnTo>
                  <a:pt x="8929" y="0"/>
                </a:lnTo>
              </a:path>
            </a:pathLst>
          </a:custGeom>
          <a:ln w="35578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9" name="object 99"/>
          <p:cNvSpPr/>
          <p:nvPr/>
        </p:nvSpPr>
        <p:spPr>
          <a:xfrm>
            <a:off x="4604302" y="4676087"/>
            <a:ext cx="17859" cy="0"/>
          </a:xfrm>
          <a:custGeom>
            <a:avLst/>
            <a:gdLst/>
            <a:ahLst/>
            <a:cxnLst/>
            <a:rect l="l" t="t" r="r" b="b"/>
            <a:pathLst>
              <a:path w="17859" h="0">
                <a:moveTo>
                  <a:pt x="0" y="0"/>
                </a:moveTo>
                <a:lnTo>
                  <a:pt x="17859" y="0"/>
                </a:lnTo>
              </a:path>
            </a:pathLst>
          </a:custGeom>
          <a:ln w="16517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0" name="object 100"/>
          <p:cNvSpPr/>
          <p:nvPr/>
        </p:nvSpPr>
        <p:spPr>
          <a:xfrm>
            <a:off x="4580465" y="4691326"/>
            <a:ext cx="53632" cy="34318"/>
          </a:xfrm>
          <a:custGeom>
            <a:avLst/>
            <a:gdLst/>
            <a:ahLst/>
            <a:cxnLst/>
            <a:rect l="l" t="t" r="r" b="b"/>
            <a:pathLst>
              <a:path w="53632" h="34318">
                <a:moveTo>
                  <a:pt x="17877" y="34318"/>
                </a:moveTo>
                <a:lnTo>
                  <a:pt x="23836" y="34318"/>
                </a:lnTo>
                <a:lnTo>
                  <a:pt x="26816" y="30500"/>
                </a:lnTo>
                <a:lnTo>
                  <a:pt x="50652" y="30500"/>
                </a:lnTo>
                <a:lnTo>
                  <a:pt x="50652" y="26683"/>
                </a:lnTo>
                <a:lnTo>
                  <a:pt x="53632" y="22865"/>
                </a:lnTo>
                <a:lnTo>
                  <a:pt x="53632" y="11432"/>
                </a:lnTo>
                <a:lnTo>
                  <a:pt x="50652" y="7634"/>
                </a:lnTo>
                <a:lnTo>
                  <a:pt x="50652" y="3817"/>
                </a:lnTo>
                <a:lnTo>
                  <a:pt x="47673" y="3817"/>
                </a:lnTo>
                <a:lnTo>
                  <a:pt x="47673" y="0"/>
                </a:lnTo>
                <a:lnTo>
                  <a:pt x="0" y="0"/>
                </a:lnTo>
                <a:lnTo>
                  <a:pt x="2979" y="3817"/>
                </a:lnTo>
                <a:lnTo>
                  <a:pt x="5959" y="7634"/>
                </a:lnTo>
                <a:lnTo>
                  <a:pt x="8938" y="11432"/>
                </a:lnTo>
                <a:lnTo>
                  <a:pt x="11918" y="15250"/>
                </a:lnTo>
                <a:lnTo>
                  <a:pt x="11918" y="22865"/>
                </a:lnTo>
                <a:lnTo>
                  <a:pt x="14897" y="26683"/>
                </a:lnTo>
                <a:lnTo>
                  <a:pt x="14897" y="34318"/>
                </a:lnTo>
                <a:lnTo>
                  <a:pt x="17877" y="3431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1" name="object 101"/>
          <p:cNvSpPr/>
          <p:nvPr/>
        </p:nvSpPr>
        <p:spPr>
          <a:xfrm>
            <a:off x="1361261" y="3900828"/>
            <a:ext cx="26801" cy="45751"/>
          </a:xfrm>
          <a:custGeom>
            <a:avLst/>
            <a:gdLst/>
            <a:ahLst/>
            <a:cxnLst/>
            <a:rect l="l" t="t" r="r" b="b"/>
            <a:pathLst>
              <a:path w="26801" h="45751">
                <a:moveTo>
                  <a:pt x="26801" y="11432"/>
                </a:moveTo>
                <a:lnTo>
                  <a:pt x="26801" y="0"/>
                </a:lnTo>
                <a:lnTo>
                  <a:pt x="23821" y="0"/>
                </a:lnTo>
                <a:lnTo>
                  <a:pt x="23821" y="3817"/>
                </a:lnTo>
                <a:lnTo>
                  <a:pt x="20842" y="3817"/>
                </a:lnTo>
                <a:lnTo>
                  <a:pt x="20842" y="7615"/>
                </a:lnTo>
                <a:lnTo>
                  <a:pt x="23821" y="7615"/>
                </a:lnTo>
                <a:lnTo>
                  <a:pt x="26801" y="11432"/>
                </a:lnTo>
                <a:close/>
              </a:path>
              <a:path w="26801" h="45751">
                <a:moveTo>
                  <a:pt x="56567" y="-26683"/>
                </a:moveTo>
                <a:lnTo>
                  <a:pt x="50608" y="-30500"/>
                </a:lnTo>
                <a:lnTo>
                  <a:pt x="47628" y="-34318"/>
                </a:lnTo>
                <a:lnTo>
                  <a:pt x="41684" y="-34318"/>
                </a:lnTo>
                <a:lnTo>
                  <a:pt x="38704" y="-30500"/>
                </a:lnTo>
                <a:lnTo>
                  <a:pt x="35725" y="-30500"/>
                </a:lnTo>
                <a:lnTo>
                  <a:pt x="32745" y="-26683"/>
                </a:lnTo>
                <a:lnTo>
                  <a:pt x="29765" y="-22865"/>
                </a:lnTo>
                <a:lnTo>
                  <a:pt x="26801" y="-15250"/>
                </a:lnTo>
                <a:lnTo>
                  <a:pt x="26801" y="7615"/>
                </a:lnTo>
                <a:lnTo>
                  <a:pt x="29765" y="7615"/>
                </a:lnTo>
                <a:lnTo>
                  <a:pt x="26801" y="11432"/>
                </a:lnTo>
                <a:lnTo>
                  <a:pt x="23821" y="11432"/>
                </a:lnTo>
                <a:lnTo>
                  <a:pt x="20842" y="19048"/>
                </a:lnTo>
                <a:lnTo>
                  <a:pt x="20842" y="15250"/>
                </a:lnTo>
                <a:lnTo>
                  <a:pt x="17862" y="11432"/>
                </a:lnTo>
                <a:lnTo>
                  <a:pt x="14882" y="7615"/>
                </a:lnTo>
                <a:lnTo>
                  <a:pt x="11918" y="7615"/>
                </a:lnTo>
                <a:lnTo>
                  <a:pt x="11918" y="3817"/>
                </a:lnTo>
                <a:lnTo>
                  <a:pt x="5959" y="3817"/>
                </a:lnTo>
                <a:lnTo>
                  <a:pt x="2979" y="7615"/>
                </a:lnTo>
                <a:lnTo>
                  <a:pt x="0" y="11432"/>
                </a:lnTo>
                <a:lnTo>
                  <a:pt x="0" y="30500"/>
                </a:lnTo>
                <a:lnTo>
                  <a:pt x="2979" y="34298"/>
                </a:lnTo>
                <a:lnTo>
                  <a:pt x="77394" y="34298"/>
                </a:lnTo>
                <a:lnTo>
                  <a:pt x="62511" y="26683"/>
                </a:lnTo>
                <a:lnTo>
                  <a:pt x="59546" y="22865"/>
                </a:lnTo>
                <a:lnTo>
                  <a:pt x="53587" y="22865"/>
                </a:lnTo>
                <a:lnTo>
                  <a:pt x="50608" y="19048"/>
                </a:lnTo>
                <a:lnTo>
                  <a:pt x="44648" y="19048"/>
                </a:lnTo>
                <a:lnTo>
                  <a:pt x="47628" y="15250"/>
                </a:lnTo>
                <a:lnTo>
                  <a:pt x="44648" y="15250"/>
                </a:lnTo>
                <a:lnTo>
                  <a:pt x="44648" y="11432"/>
                </a:lnTo>
                <a:lnTo>
                  <a:pt x="56567" y="11432"/>
                </a:lnTo>
                <a:lnTo>
                  <a:pt x="56567" y="0"/>
                </a:lnTo>
                <a:lnTo>
                  <a:pt x="59546" y="0"/>
                </a:lnTo>
                <a:lnTo>
                  <a:pt x="59546" y="-3817"/>
                </a:lnTo>
                <a:lnTo>
                  <a:pt x="56567" y="-7634"/>
                </a:lnTo>
                <a:lnTo>
                  <a:pt x="56567" y="-11432"/>
                </a:lnTo>
                <a:lnTo>
                  <a:pt x="59546" y="-11432"/>
                </a:lnTo>
                <a:lnTo>
                  <a:pt x="56567" y="-15250"/>
                </a:lnTo>
                <a:lnTo>
                  <a:pt x="56567" y="-266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2" name="object 102"/>
          <p:cNvSpPr/>
          <p:nvPr/>
        </p:nvSpPr>
        <p:spPr>
          <a:xfrm>
            <a:off x="1542836" y="3992788"/>
            <a:ext cx="101216" cy="64799"/>
          </a:xfrm>
          <a:custGeom>
            <a:avLst/>
            <a:gdLst/>
            <a:ahLst/>
            <a:cxnLst/>
            <a:rect l="l" t="t" r="r" b="b"/>
            <a:pathLst>
              <a:path w="101216" h="64799">
                <a:moveTo>
                  <a:pt x="44648" y="3817"/>
                </a:moveTo>
                <a:lnTo>
                  <a:pt x="35725" y="3817"/>
                </a:lnTo>
                <a:lnTo>
                  <a:pt x="29765" y="7615"/>
                </a:lnTo>
                <a:lnTo>
                  <a:pt x="26801" y="11432"/>
                </a:lnTo>
                <a:lnTo>
                  <a:pt x="20842" y="11432"/>
                </a:lnTo>
                <a:lnTo>
                  <a:pt x="17862" y="15250"/>
                </a:lnTo>
                <a:lnTo>
                  <a:pt x="14882" y="19067"/>
                </a:lnTo>
                <a:lnTo>
                  <a:pt x="11918" y="26683"/>
                </a:lnTo>
                <a:lnTo>
                  <a:pt x="8938" y="30500"/>
                </a:lnTo>
                <a:lnTo>
                  <a:pt x="5959" y="34298"/>
                </a:lnTo>
                <a:lnTo>
                  <a:pt x="2979" y="41933"/>
                </a:lnTo>
                <a:lnTo>
                  <a:pt x="2979" y="45751"/>
                </a:lnTo>
                <a:lnTo>
                  <a:pt x="0" y="53366"/>
                </a:lnTo>
                <a:lnTo>
                  <a:pt x="0" y="64799"/>
                </a:lnTo>
                <a:lnTo>
                  <a:pt x="101216" y="64799"/>
                </a:lnTo>
                <a:lnTo>
                  <a:pt x="98236" y="60982"/>
                </a:lnTo>
                <a:lnTo>
                  <a:pt x="98236" y="45751"/>
                </a:lnTo>
                <a:lnTo>
                  <a:pt x="95256" y="41933"/>
                </a:lnTo>
                <a:lnTo>
                  <a:pt x="95256" y="34298"/>
                </a:lnTo>
                <a:lnTo>
                  <a:pt x="92277" y="30500"/>
                </a:lnTo>
                <a:lnTo>
                  <a:pt x="89312" y="26683"/>
                </a:lnTo>
                <a:lnTo>
                  <a:pt x="86333" y="19067"/>
                </a:lnTo>
                <a:lnTo>
                  <a:pt x="80373" y="15250"/>
                </a:lnTo>
                <a:lnTo>
                  <a:pt x="77394" y="11432"/>
                </a:lnTo>
                <a:lnTo>
                  <a:pt x="74429" y="11432"/>
                </a:lnTo>
                <a:lnTo>
                  <a:pt x="68470" y="7615"/>
                </a:lnTo>
                <a:lnTo>
                  <a:pt x="65491" y="3817"/>
                </a:lnTo>
                <a:lnTo>
                  <a:pt x="53587" y="3817"/>
                </a:lnTo>
                <a:lnTo>
                  <a:pt x="50608" y="0"/>
                </a:lnTo>
                <a:lnTo>
                  <a:pt x="44648" y="381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3" name="object 103"/>
          <p:cNvSpPr/>
          <p:nvPr/>
        </p:nvSpPr>
        <p:spPr>
          <a:xfrm>
            <a:off x="1194196" y="3992788"/>
            <a:ext cx="101588" cy="64799"/>
          </a:xfrm>
          <a:custGeom>
            <a:avLst/>
            <a:gdLst/>
            <a:ahLst/>
            <a:cxnLst/>
            <a:rect l="l" t="t" r="r" b="b"/>
            <a:pathLst>
              <a:path w="101588" h="64799">
                <a:moveTo>
                  <a:pt x="101588" y="60982"/>
                </a:moveTo>
                <a:lnTo>
                  <a:pt x="101588" y="53366"/>
                </a:lnTo>
                <a:lnTo>
                  <a:pt x="98608" y="45751"/>
                </a:lnTo>
                <a:lnTo>
                  <a:pt x="98608" y="41933"/>
                </a:lnTo>
                <a:lnTo>
                  <a:pt x="95629" y="34298"/>
                </a:lnTo>
                <a:lnTo>
                  <a:pt x="92649" y="30500"/>
                </a:lnTo>
                <a:lnTo>
                  <a:pt x="89685" y="26683"/>
                </a:lnTo>
                <a:lnTo>
                  <a:pt x="86705" y="19067"/>
                </a:lnTo>
                <a:lnTo>
                  <a:pt x="83725" y="15250"/>
                </a:lnTo>
                <a:lnTo>
                  <a:pt x="80373" y="11432"/>
                </a:lnTo>
                <a:lnTo>
                  <a:pt x="74429" y="11432"/>
                </a:lnTo>
                <a:lnTo>
                  <a:pt x="71450" y="7615"/>
                </a:lnTo>
                <a:lnTo>
                  <a:pt x="65491" y="3817"/>
                </a:lnTo>
                <a:lnTo>
                  <a:pt x="56567" y="3817"/>
                </a:lnTo>
                <a:lnTo>
                  <a:pt x="50608" y="0"/>
                </a:lnTo>
                <a:lnTo>
                  <a:pt x="47628" y="3817"/>
                </a:lnTo>
                <a:lnTo>
                  <a:pt x="35725" y="3817"/>
                </a:lnTo>
                <a:lnTo>
                  <a:pt x="32745" y="7615"/>
                </a:lnTo>
                <a:lnTo>
                  <a:pt x="26801" y="11432"/>
                </a:lnTo>
                <a:lnTo>
                  <a:pt x="23821" y="11432"/>
                </a:lnTo>
                <a:lnTo>
                  <a:pt x="20842" y="15250"/>
                </a:lnTo>
                <a:lnTo>
                  <a:pt x="14897" y="19067"/>
                </a:lnTo>
                <a:lnTo>
                  <a:pt x="11918" y="26683"/>
                </a:lnTo>
                <a:lnTo>
                  <a:pt x="8938" y="30500"/>
                </a:lnTo>
                <a:lnTo>
                  <a:pt x="5959" y="34298"/>
                </a:lnTo>
                <a:lnTo>
                  <a:pt x="5959" y="41933"/>
                </a:lnTo>
                <a:lnTo>
                  <a:pt x="2979" y="45751"/>
                </a:lnTo>
                <a:lnTo>
                  <a:pt x="2979" y="60982"/>
                </a:lnTo>
                <a:lnTo>
                  <a:pt x="0" y="64799"/>
                </a:lnTo>
                <a:lnTo>
                  <a:pt x="101588" y="64799"/>
                </a:lnTo>
                <a:lnTo>
                  <a:pt x="101588" y="6098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4" name="object 104"/>
          <p:cNvSpPr/>
          <p:nvPr/>
        </p:nvSpPr>
        <p:spPr>
          <a:xfrm>
            <a:off x="1203135" y="4004221"/>
            <a:ext cx="86690" cy="110550"/>
          </a:xfrm>
          <a:custGeom>
            <a:avLst/>
            <a:gdLst/>
            <a:ahLst/>
            <a:cxnLst/>
            <a:rect l="l" t="t" r="r" b="b"/>
            <a:pathLst>
              <a:path w="86690" h="110550">
                <a:moveTo>
                  <a:pt x="2979" y="26683"/>
                </a:moveTo>
                <a:lnTo>
                  <a:pt x="2979" y="34318"/>
                </a:lnTo>
                <a:lnTo>
                  <a:pt x="0" y="38116"/>
                </a:lnTo>
                <a:lnTo>
                  <a:pt x="0" y="72434"/>
                </a:lnTo>
                <a:lnTo>
                  <a:pt x="2979" y="76232"/>
                </a:lnTo>
                <a:lnTo>
                  <a:pt x="2979" y="80049"/>
                </a:lnTo>
                <a:lnTo>
                  <a:pt x="5959" y="87684"/>
                </a:lnTo>
                <a:lnTo>
                  <a:pt x="8923" y="91482"/>
                </a:lnTo>
                <a:lnTo>
                  <a:pt x="11903" y="95300"/>
                </a:lnTo>
                <a:lnTo>
                  <a:pt x="14882" y="99117"/>
                </a:lnTo>
                <a:lnTo>
                  <a:pt x="17862" y="102935"/>
                </a:lnTo>
                <a:lnTo>
                  <a:pt x="20842" y="102935"/>
                </a:lnTo>
                <a:lnTo>
                  <a:pt x="26786" y="106733"/>
                </a:lnTo>
                <a:lnTo>
                  <a:pt x="29765" y="106733"/>
                </a:lnTo>
                <a:lnTo>
                  <a:pt x="32745" y="110550"/>
                </a:lnTo>
                <a:lnTo>
                  <a:pt x="50608" y="110550"/>
                </a:lnTo>
                <a:lnTo>
                  <a:pt x="56552" y="106733"/>
                </a:lnTo>
                <a:lnTo>
                  <a:pt x="59531" y="106733"/>
                </a:lnTo>
                <a:lnTo>
                  <a:pt x="62511" y="102935"/>
                </a:lnTo>
                <a:lnTo>
                  <a:pt x="65491" y="102935"/>
                </a:lnTo>
                <a:lnTo>
                  <a:pt x="68455" y="99117"/>
                </a:lnTo>
                <a:lnTo>
                  <a:pt x="74787" y="95300"/>
                </a:lnTo>
                <a:lnTo>
                  <a:pt x="74787" y="91482"/>
                </a:lnTo>
                <a:lnTo>
                  <a:pt x="77766" y="87684"/>
                </a:lnTo>
                <a:lnTo>
                  <a:pt x="80746" y="80049"/>
                </a:lnTo>
                <a:lnTo>
                  <a:pt x="83711" y="76232"/>
                </a:lnTo>
                <a:lnTo>
                  <a:pt x="83711" y="72434"/>
                </a:lnTo>
                <a:lnTo>
                  <a:pt x="86690" y="64799"/>
                </a:lnTo>
                <a:lnTo>
                  <a:pt x="86690" y="41933"/>
                </a:lnTo>
                <a:lnTo>
                  <a:pt x="83711" y="38116"/>
                </a:lnTo>
                <a:lnTo>
                  <a:pt x="83711" y="34318"/>
                </a:lnTo>
                <a:lnTo>
                  <a:pt x="80746" y="26683"/>
                </a:lnTo>
                <a:lnTo>
                  <a:pt x="77766" y="22865"/>
                </a:lnTo>
                <a:lnTo>
                  <a:pt x="74787" y="19067"/>
                </a:lnTo>
                <a:lnTo>
                  <a:pt x="74787" y="15250"/>
                </a:lnTo>
                <a:lnTo>
                  <a:pt x="68455" y="11432"/>
                </a:lnTo>
                <a:lnTo>
                  <a:pt x="65491" y="7634"/>
                </a:lnTo>
                <a:lnTo>
                  <a:pt x="62511" y="7634"/>
                </a:lnTo>
                <a:lnTo>
                  <a:pt x="59531" y="3817"/>
                </a:lnTo>
                <a:lnTo>
                  <a:pt x="56552" y="0"/>
                </a:lnTo>
                <a:lnTo>
                  <a:pt x="29765" y="0"/>
                </a:lnTo>
                <a:lnTo>
                  <a:pt x="26786" y="3817"/>
                </a:lnTo>
                <a:lnTo>
                  <a:pt x="20842" y="7634"/>
                </a:lnTo>
                <a:lnTo>
                  <a:pt x="17862" y="7634"/>
                </a:lnTo>
                <a:lnTo>
                  <a:pt x="14882" y="11432"/>
                </a:lnTo>
                <a:lnTo>
                  <a:pt x="11903" y="15250"/>
                </a:lnTo>
                <a:lnTo>
                  <a:pt x="8923" y="19067"/>
                </a:lnTo>
                <a:lnTo>
                  <a:pt x="5959" y="22865"/>
                </a:lnTo>
                <a:lnTo>
                  <a:pt x="2979" y="266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5" name="object 105"/>
          <p:cNvSpPr/>
          <p:nvPr/>
        </p:nvSpPr>
        <p:spPr>
          <a:xfrm>
            <a:off x="1548795" y="4004221"/>
            <a:ext cx="86318" cy="110550"/>
          </a:xfrm>
          <a:custGeom>
            <a:avLst/>
            <a:gdLst/>
            <a:ahLst/>
            <a:cxnLst/>
            <a:rect l="l" t="t" r="r" b="b"/>
            <a:pathLst>
              <a:path w="86318" h="110550">
                <a:moveTo>
                  <a:pt x="14882" y="11432"/>
                </a:moveTo>
                <a:lnTo>
                  <a:pt x="11903" y="15250"/>
                </a:lnTo>
                <a:lnTo>
                  <a:pt x="11903" y="19067"/>
                </a:lnTo>
                <a:lnTo>
                  <a:pt x="8923" y="22865"/>
                </a:lnTo>
                <a:lnTo>
                  <a:pt x="5959" y="26683"/>
                </a:lnTo>
                <a:lnTo>
                  <a:pt x="2979" y="34318"/>
                </a:lnTo>
                <a:lnTo>
                  <a:pt x="2979" y="38116"/>
                </a:lnTo>
                <a:lnTo>
                  <a:pt x="0" y="41933"/>
                </a:lnTo>
                <a:lnTo>
                  <a:pt x="0" y="64799"/>
                </a:lnTo>
                <a:lnTo>
                  <a:pt x="2979" y="72434"/>
                </a:lnTo>
                <a:lnTo>
                  <a:pt x="2979" y="76232"/>
                </a:lnTo>
                <a:lnTo>
                  <a:pt x="5959" y="80049"/>
                </a:lnTo>
                <a:lnTo>
                  <a:pt x="8923" y="87684"/>
                </a:lnTo>
                <a:lnTo>
                  <a:pt x="11903" y="91482"/>
                </a:lnTo>
                <a:lnTo>
                  <a:pt x="11903" y="95300"/>
                </a:lnTo>
                <a:lnTo>
                  <a:pt x="14882" y="99117"/>
                </a:lnTo>
                <a:lnTo>
                  <a:pt x="20842" y="102935"/>
                </a:lnTo>
                <a:lnTo>
                  <a:pt x="23806" y="102935"/>
                </a:lnTo>
                <a:lnTo>
                  <a:pt x="26786" y="106733"/>
                </a:lnTo>
                <a:lnTo>
                  <a:pt x="29765" y="106733"/>
                </a:lnTo>
                <a:lnTo>
                  <a:pt x="35725" y="110550"/>
                </a:lnTo>
                <a:lnTo>
                  <a:pt x="53587" y="110550"/>
                </a:lnTo>
                <a:lnTo>
                  <a:pt x="56552" y="106733"/>
                </a:lnTo>
                <a:lnTo>
                  <a:pt x="59531" y="106733"/>
                </a:lnTo>
                <a:lnTo>
                  <a:pt x="65491" y="102935"/>
                </a:lnTo>
                <a:lnTo>
                  <a:pt x="68470" y="102935"/>
                </a:lnTo>
                <a:lnTo>
                  <a:pt x="71435" y="99117"/>
                </a:lnTo>
                <a:lnTo>
                  <a:pt x="74414" y="95300"/>
                </a:lnTo>
                <a:lnTo>
                  <a:pt x="77394" y="91482"/>
                </a:lnTo>
                <a:lnTo>
                  <a:pt x="80373" y="87684"/>
                </a:lnTo>
                <a:lnTo>
                  <a:pt x="83353" y="80049"/>
                </a:lnTo>
                <a:lnTo>
                  <a:pt x="83353" y="76232"/>
                </a:lnTo>
                <a:lnTo>
                  <a:pt x="86318" y="72434"/>
                </a:lnTo>
                <a:lnTo>
                  <a:pt x="86318" y="38116"/>
                </a:lnTo>
                <a:lnTo>
                  <a:pt x="83353" y="34318"/>
                </a:lnTo>
                <a:lnTo>
                  <a:pt x="83353" y="26683"/>
                </a:lnTo>
                <a:lnTo>
                  <a:pt x="80373" y="22865"/>
                </a:lnTo>
                <a:lnTo>
                  <a:pt x="77394" y="19067"/>
                </a:lnTo>
                <a:lnTo>
                  <a:pt x="74414" y="15250"/>
                </a:lnTo>
                <a:lnTo>
                  <a:pt x="71435" y="11432"/>
                </a:lnTo>
                <a:lnTo>
                  <a:pt x="68470" y="7634"/>
                </a:lnTo>
                <a:lnTo>
                  <a:pt x="65491" y="7634"/>
                </a:lnTo>
                <a:lnTo>
                  <a:pt x="59531" y="3817"/>
                </a:lnTo>
                <a:lnTo>
                  <a:pt x="56552" y="0"/>
                </a:lnTo>
                <a:lnTo>
                  <a:pt x="29765" y="0"/>
                </a:lnTo>
                <a:lnTo>
                  <a:pt x="26786" y="3817"/>
                </a:lnTo>
                <a:lnTo>
                  <a:pt x="23806" y="7634"/>
                </a:lnTo>
                <a:lnTo>
                  <a:pt x="20842" y="7634"/>
                </a:lnTo>
                <a:lnTo>
                  <a:pt x="14882" y="1143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6" name="object 106"/>
          <p:cNvSpPr/>
          <p:nvPr/>
        </p:nvSpPr>
        <p:spPr>
          <a:xfrm>
            <a:off x="1218018" y="4023289"/>
            <a:ext cx="56552" cy="72415"/>
          </a:xfrm>
          <a:custGeom>
            <a:avLst/>
            <a:gdLst/>
            <a:ahLst/>
            <a:cxnLst/>
            <a:rect l="l" t="t" r="r" b="b"/>
            <a:pathLst>
              <a:path w="56552" h="72415">
                <a:moveTo>
                  <a:pt x="56552" y="34298"/>
                </a:moveTo>
                <a:lnTo>
                  <a:pt x="56552" y="26683"/>
                </a:lnTo>
                <a:lnTo>
                  <a:pt x="53572" y="22865"/>
                </a:lnTo>
                <a:lnTo>
                  <a:pt x="50608" y="15250"/>
                </a:lnTo>
                <a:lnTo>
                  <a:pt x="47628" y="7615"/>
                </a:lnTo>
                <a:lnTo>
                  <a:pt x="44648" y="3798"/>
                </a:lnTo>
                <a:lnTo>
                  <a:pt x="38689" y="0"/>
                </a:lnTo>
                <a:lnTo>
                  <a:pt x="14882" y="0"/>
                </a:lnTo>
                <a:lnTo>
                  <a:pt x="11903" y="3798"/>
                </a:lnTo>
                <a:lnTo>
                  <a:pt x="5959" y="7615"/>
                </a:lnTo>
                <a:lnTo>
                  <a:pt x="2979" y="15250"/>
                </a:lnTo>
                <a:lnTo>
                  <a:pt x="0" y="22865"/>
                </a:lnTo>
                <a:lnTo>
                  <a:pt x="0" y="49549"/>
                </a:lnTo>
                <a:lnTo>
                  <a:pt x="2979" y="57164"/>
                </a:lnTo>
                <a:lnTo>
                  <a:pt x="5959" y="60982"/>
                </a:lnTo>
                <a:lnTo>
                  <a:pt x="11903" y="68617"/>
                </a:lnTo>
                <a:lnTo>
                  <a:pt x="14882" y="68617"/>
                </a:lnTo>
                <a:lnTo>
                  <a:pt x="20842" y="72415"/>
                </a:lnTo>
                <a:lnTo>
                  <a:pt x="32745" y="72415"/>
                </a:lnTo>
                <a:lnTo>
                  <a:pt x="38689" y="68617"/>
                </a:lnTo>
                <a:lnTo>
                  <a:pt x="44648" y="68617"/>
                </a:lnTo>
                <a:lnTo>
                  <a:pt x="47628" y="60982"/>
                </a:lnTo>
                <a:lnTo>
                  <a:pt x="50608" y="57164"/>
                </a:lnTo>
                <a:lnTo>
                  <a:pt x="53572" y="49549"/>
                </a:lnTo>
                <a:lnTo>
                  <a:pt x="56552" y="41933"/>
                </a:lnTo>
                <a:lnTo>
                  <a:pt x="56552" y="3429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7" name="object 107"/>
          <p:cNvSpPr/>
          <p:nvPr/>
        </p:nvSpPr>
        <p:spPr>
          <a:xfrm>
            <a:off x="1563678" y="4023289"/>
            <a:ext cx="56552" cy="72415"/>
          </a:xfrm>
          <a:custGeom>
            <a:avLst/>
            <a:gdLst/>
            <a:ahLst/>
            <a:cxnLst/>
            <a:rect l="l" t="t" r="r" b="b"/>
            <a:pathLst>
              <a:path w="56552" h="72415">
                <a:moveTo>
                  <a:pt x="2979" y="49549"/>
                </a:moveTo>
                <a:lnTo>
                  <a:pt x="5959" y="57164"/>
                </a:lnTo>
                <a:lnTo>
                  <a:pt x="8923" y="60982"/>
                </a:lnTo>
                <a:lnTo>
                  <a:pt x="11903" y="68617"/>
                </a:lnTo>
                <a:lnTo>
                  <a:pt x="17862" y="68617"/>
                </a:lnTo>
                <a:lnTo>
                  <a:pt x="23806" y="72415"/>
                </a:lnTo>
                <a:lnTo>
                  <a:pt x="35725" y="72415"/>
                </a:lnTo>
                <a:lnTo>
                  <a:pt x="38704" y="68617"/>
                </a:lnTo>
                <a:lnTo>
                  <a:pt x="44648" y="68617"/>
                </a:lnTo>
                <a:lnTo>
                  <a:pt x="50608" y="60982"/>
                </a:lnTo>
                <a:lnTo>
                  <a:pt x="53587" y="57164"/>
                </a:lnTo>
                <a:lnTo>
                  <a:pt x="56552" y="49549"/>
                </a:lnTo>
                <a:lnTo>
                  <a:pt x="56552" y="22865"/>
                </a:lnTo>
                <a:lnTo>
                  <a:pt x="53587" y="15250"/>
                </a:lnTo>
                <a:lnTo>
                  <a:pt x="50608" y="7615"/>
                </a:lnTo>
                <a:lnTo>
                  <a:pt x="44648" y="3798"/>
                </a:lnTo>
                <a:lnTo>
                  <a:pt x="38704" y="0"/>
                </a:lnTo>
                <a:lnTo>
                  <a:pt x="17862" y="0"/>
                </a:lnTo>
                <a:lnTo>
                  <a:pt x="11903" y="3798"/>
                </a:lnTo>
                <a:lnTo>
                  <a:pt x="8923" y="7615"/>
                </a:lnTo>
                <a:lnTo>
                  <a:pt x="5959" y="15250"/>
                </a:lnTo>
                <a:lnTo>
                  <a:pt x="2979" y="22865"/>
                </a:lnTo>
                <a:lnTo>
                  <a:pt x="0" y="26683"/>
                </a:lnTo>
                <a:lnTo>
                  <a:pt x="0" y="41933"/>
                </a:lnTo>
                <a:lnTo>
                  <a:pt x="2979" y="4954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8" name="object 108"/>
          <p:cNvSpPr/>
          <p:nvPr/>
        </p:nvSpPr>
        <p:spPr>
          <a:xfrm>
            <a:off x="1223977" y="4030904"/>
            <a:ext cx="44648" cy="57184"/>
          </a:xfrm>
          <a:custGeom>
            <a:avLst/>
            <a:gdLst/>
            <a:ahLst/>
            <a:cxnLst/>
            <a:rect l="l" t="t" r="r" b="b"/>
            <a:pathLst>
              <a:path w="44648" h="57184">
                <a:moveTo>
                  <a:pt x="2964" y="38116"/>
                </a:moveTo>
                <a:lnTo>
                  <a:pt x="2964" y="45751"/>
                </a:lnTo>
                <a:lnTo>
                  <a:pt x="5944" y="49549"/>
                </a:lnTo>
                <a:lnTo>
                  <a:pt x="8923" y="49549"/>
                </a:lnTo>
                <a:lnTo>
                  <a:pt x="11903" y="53366"/>
                </a:lnTo>
                <a:lnTo>
                  <a:pt x="17847" y="57184"/>
                </a:lnTo>
                <a:lnTo>
                  <a:pt x="26786" y="57184"/>
                </a:lnTo>
                <a:lnTo>
                  <a:pt x="29765" y="53366"/>
                </a:lnTo>
                <a:lnTo>
                  <a:pt x="32730" y="49549"/>
                </a:lnTo>
                <a:lnTo>
                  <a:pt x="35710" y="49549"/>
                </a:lnTo>
                <a:lnTo>
                  <a:pt x="38689" y="45751"/>
                </a:lnTo>
                <a:lnTo>
                  <a:pt x="41669" y="38116"/>
                </a:lnTo>
                <a:lnTo>
                  <a:pt x="41669" y="34318"/>
                </a:lnTo>
                <a:lnTo>
                  <a:pt x="44648" y="26683"/>
                </a:lnTo>
                <a:lnTo>
                  <a:pt x="41669" y="22865"/>
                </a:lnTo>
                <a:lnTo>
                  <a:pt x="41669" y="19067"/>
                </a:lnTo>
                <a:lnTo>
                  <a:pt x="38689" y="11432"/>
                </a:lnTo>
                <a:lnTo>
                  <a:pt x="35710" y="7634"/>
                </a:lnTo>
                <a:lnTo>
                  <a:pt x="32730" y="3817"/>
                </a:lnTo>
                <a:lnTo>
                  <a:pt x="29765" y="3817"/>
                </a:lnTo>
                <a:lnTo>
                  <a:pt x="26786" y="0"/>
                </a:lnTo>
                <a:lnTo>
                  <a:pt x="17847" y="0"/>
                </a:lnTo>
                <a:lnTo>
                  <a:pt x="11903" y="3817"/>
                </a:lnTo>
                <a:lnTo>
                  <a:pt x="8923" y="3817"/>
                </a:lnTo>
                <a:lnTo>
                  <a:pt x="5944" y="7634"/>
                </a:lnTo>
                <a:lnTo>
                  <a:pt x="2964" y="11432"/>
                </a:lnTo>
                <a:lnTo>
                  <a:pt x="2964" y="19067"/>
                </a:lnTo>
                <a:lnTo>
                  <a:pt x="0" y="22865"/>
                </a:lnTo>
                <a:lnTo>
                  <a:pt x="0" y="34318"/>
                </a:lnTo>
                <a:lnTo>
                  <a:pt x="2964" y="3811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9" name="object 109"/>
          <p:cNvSpPr/>
          <p:nvPr/>
        </p:nvSpPr>
        <p:spPr>
          <a:xfrm>
            <a:off x="1569637" y="4030904"/>
            <a:ext cx="44648" cy="57184"/>
          </a:xfrm>
          <a:custGeom>
            <a:avLst/>
            <a:gdLst/>
            <a:ahLst/>
            <a:cxnLst/>
            <a:rect l="l" t="t" r="r" b="b"/>
            <a:pathLst>
              <a:path w="44648" h="57184">
                <a:moveTo>
                  <a:pt x="5944" y="11432"/>
                </a:moveTo>
                <a:lnTo>
                  <a:pt x="2964" y="19067"/>
                </a:lnTo>
                <a:lnTo>
                  <a:pt x="2964" y="22865"/>
                </a:lnTo>
                <a:lnTo>
                  <a:pt x="0" y="26683"/>
                </a:lnTo>
                <a:lnTo>
                  <a:pt x="2964" y="34318"/>
                </a:lnTo>
                <a:lnTo>
                  <a:pt x="2964" y="38116"/>
                </a:lnTo>
                <a:lnTo>
                  <a:pt x="5944" y="45751"/>
                </a:lnTo>
                <a:lnTo>
                  <a:pt x="8923" y="49549"/>
                </a:lnTo>
                <a:lnTo>
                  <a:pt x="11903" y="49549"/>
                </a:lnTo>
                <a:lnTo>
                  <a:pt x="14882" y="53366"/>
                </a:lnTo>
                <a:lnTo>
                  <a:pt x="17847" y="57184"/>
                </a:lnTo>
                <a:lnTo>
                  <a:pt x="26786" y="57184"/>
                </a:lnTo>
                <a:lnTo>
                  <a:pt x="29765" y="53366"/>
                </a:lnTo>
                <a:lnTo>
                  <a:pt x="35710" y="49549"/>
                </a:lnTo>
                <a:lnTo>
                  <a:pt x="38689" y="49549"/>
                </a:lnTo>
                <a:lnTo>
                  <a:pt x="41669" y="45751"/>
                </a:lnTo>
                <a:lnTo>
                  <a:pt x="41669" y="38116"/>
                </a:lnTo>
                <a:lnTo>
                  <a:pt x="44648" y="34318"/>
                </a:lnTo>
                <a:lnTo>
                  <a:pt x="44648" y="22865"/>
                </a:lnTo>
                <a:lnTo>
                  <a:pt x="41669" y="19067"/>
                </a:lnTo>
                <a:lnTo>
                  <a:pt x="41669" y="11432"/>
                </a:lnTo>
                <a:lnTo>
                  <a:pt x="38689" y="7634"/>
                </a:lnTo>
                <a:lnTo>
                  <a:pt x="35710" y="3817"/>
                </a:lnTo>
                <a:lnTo>
                  <a:pt x="29765" y="3817"/>
                </a:lnTo>
                <a:lnTo>
                  <a:pt x="26786" y="0"/>
                </a:lnTo>
                <a:lnTo>
                  <a:pt x="17847" y="0"/>
                </a:lnTo>
                <a:lnTo>
                  <a:pt x="14882" y="3817"/>
                </a:lnTo>
                <a:lnTo>
                  <a:pt x="11903" y="3817"/>
                </a:lnTo>
                <a:lnTo>
                  <a:pt x="8923" y="7634"/>
                </a:lnTo>
                <a:lnTo>
                  <a:pt x="5944" y="1143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0" name="object 110"/>
          <p:cNvSpPr/>
          <p:nvPr/>
        </p:nvSpPr>
        <p:spPr>
          <a:xfrm>
            <a:off x="1295785" y="4070939"/>
            <a:ext cx="247051" cy="0"/>
          </a:xfrm>
          <a:custGeom>
            <a:avLst/>
            <a:gdLst/>
            <a:ahLst/>
            <a:cxnLst/>
            <a:rect l="l" t="t" r="r" b="b"/>
            <a:pathLst>
              <a:path w="247051" h="0">
                <a:moveTo>
                  <a:pt x="0" y="0"/>
                </a:moveTo>
                <a:lnTo>
                  <a:pt x="247051" y="0"/>
                </a:lnTo>
              </a:path>
            </a:pathLst>
          </a:custGeom>
          <a:ln w="1270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1" name="object 111"/>
          <p:cNvSpPr/>
          <p:nvPr/>
        </p:nvSpPr>
        <p:spPr>
          <a:xfrm>
            <a:off x="1152527" y="3843644"/>
            <a:ext cx="536174" cy="213943"/>
          </a:xfrm>
          <a:custGeom>
            <a:avLst/>
            <a:gdLst/>
            <a:ahLst/>
            <a:cxnLst/>
            <a:rect l="l" t="t" r="r" b="b"/>
            <a:pathLst>
              <a:path w="536174" h="213943">
                <a:moveTo>
                  <a:pt x="92277" y="149144"/>
                </a:moveTo>
                <a:lnTo>
                  <a:pt x="98236" y="152961"/>
                </a:lnTo>
                <a:lnTo>
                  <a:pt x="107160" y="152961"/>
                </a:lnTo>
                <a:lnTo>
                  <a:pt x="113119" y="156759"/>
                </a:lnTo>
                <a:lnTo>
                  <a:pt x="116099" y="160577"/>
                </a:lnTo>
                <a:lnTo>
                  <a:pt x="122043" y="160577"/>
                </a:lnTo>
                <a:lnTo>
                  <a:pt x="125395" y="164394"/>
                </a:lnTo>
                <a:lnTo>
                  <a:pt x="128374" y="168211"/>
                </a:lnTo>
                <a:lnTo>
                  <a:pt x="131354" y="175827"/>
                </a:lnTo>
                <a:lnTo>
                  <a:pt x="134319" y="179644"/>
                </a:lnTo>
                <a:lnTo>
                  <a:pt x="137298" y="183443"/>
                </a:lnTo>
                <a:lnTo>
                  <a:pt x="140278" y="191077"/>
                </a:lnTo>
                <a:lnTo>
                  <a:pt x="140278" y="194895"/>
                </a:lnTo>
                <a:lnTo>
                  <a:pt x="143257" y="202510"/>
                </a:lnTo>
                <a:lnTo>
                  <a:pt x="143257" y="213943"/>
                </a:lnTo>
                <a:lnTo>
                  <a:pt x="211713" y="213943"/>
                </a:lnTo>
                <a:lnTo>
                  <a:pt x="205769" y="91482"/>
                </a:lnTo>
                <a:lnTo>
                  <a:pt x="205769" y="0"/>
                </a:lnTo>
                <a:lnTo>
                  <a:pt x="202789" y="91482"/>
                </a:lnTo>
                <a:lnTo>
                  <a:pt x="77394" y="91482"/>
                </a:lnTo>
                <a:lnTo>
                  <a:pt x="83353" y="152961"/>
                </a:lnTo>
                <a:lnTo>
                  <a:pt x="89297" y="152961"/>
                </a:lnTo>
                <a:lnTo>
                  <a:pt x="92277" y="149144"/>
                </a:lnTo>
                <a:close/>
              </a:path>
              <a:path w="536174" h="213943">
                <a:moveTo>
                  <a:pt x="295067" y="0"/>
                </a:moveTo>
                <a:lnTo>
                  <a:pt x="298046" y="91482"/>
                </a:lnTo>
                <a:lnTo>
                  <a:pt x="298046" y="0"/>
                </a:lnTo>
                <a:lnTo>
                  <a:pt x="295067" y="0"/>
                </a:lnTo>
                <a:close/>
              </a:path>
              <a:path w="536174" h="213943">
                <a:moveTo>
                  <a:pt x="229576" y="0"/>
                </a:moveTo>
                <a:lnTo>
                  <a:pt x="205769" y="0"/>
                </a:lnTo>
                <a:lnTo>
                  <a:pt x="205769" y="91482"/>
                </a:lnTo>
                <a:lnTo>
                  <a:pt x="211713" y="213943"/>
                </a:lnTo>
                <a:lnTo>
                  <a:pt x="244459" y="213943"/>
                </a:lnTo>
                <a:lnTo>
                  <a:pt x="295067" y="91482"/>
                </a:lnTo>
                <a:lnTo>
                  <a:pt x="208733" y="91482"/>
                </a:lnTo>
                <a:lnTo>
                  <a:pt x="205769" y="19067"/>
                </a:lnTo>
                <a:lnTo>
                  <a:pt x="232555" y="19067"/>
                </a:lnTo>
                <a:lnTo>
                  <a:pt x="238499" y="0"/>
                </a:lnTo>
                <a:lnTo>
                  <a:pt x="229576" y="0"/>
                </a:lnTo>
                <a:close/>
              </a:path>
              <a:path w="536174" h="213943">
                <a:moveTo>
                  <a:pt x="5959" y="160577"/>
                </a:moveTo>
                <a:lnTo>
                  <a:pt x="2979" y="160577"/>
                </a:lnTo>
                <a:lnTo>
                  <a:pt x="2979" y="164394"/>
                </a:lnTo>
                <a:lnTo>
                  <a:pt x="0" y="164394"/>
                </a:lnTo>
                <a:lnTo>
                  <a:pt x="0" y="210126"/>
                </a:lnTo>
                <a:lnTo>
                  <a:pt x="2979" y="210126"/>
                </a:lnTo>
                <a:lnTo>
                  <a:pt x="2979" y="213943"/>
                </a:lnTo>
                <a:lnTo>
                  <a:pt x="41669" y="213943"/>
                </a:lnTo>
                <a:lnTo>
                  <a:pt x="44648" y="210126"/>
                </a:lnTo>
                <a:lnTo>
                  <a:pt x="44648" y="194895"/>
                </a:lnTo>
                <a:lnTo>
                  <a:pt x="47628" y="191077"/>
                </a:lnTo>
                <a:lnTo>
                  <a:pt x="47628" y="183443"/>
                </a:lnTo>
                <a:lnTo>
                  <a:pt x="50608" y="179644"/>
                </a:lnTo>
                <a:lnTo>
                  <a:pt x="53587" y="175827"/>
                </a:lnTo>
                <a:lnTo>
                  <a:pt x="56567" y="168211"/>
                </a:lnTo>
                <a:lnTo>
                  <a:pt x="62511" y="164394"/>
                </a:lnTo>
                <a:lnTo>
                  <a:pt x="65491" y="160577"/>
                </a:lnTo>
                <a:lnTo>
                  <a:pt x="68470" y="160577"/>
                </a:lnTo>
                <a:lnTo>
                  <a:pt x="74414" y="156759"/>
                </a:lnTo>
                <a:lnTo>
                  <a:pt x="77394" y="152961"/>
                </a:lnTo>
                <a:lnTo>
                  <a:pt x="83353" y="152961"/>
                </a:lnTo>
                <a:lnTo>
                  <a:pt x="77394" y="91482"/>
                </a:lnTo>
                <a:lnTo>
                  <a:pt x="125395" y="19067"/>
                </a:lnTo>
                <a:lnTo>
                  <a:pt x="193850" y="19067"/>
                </a:lnTo>
                <a:lnTo>
                  <a:pt x="196830" y="91482"/>
                </a:lnTo>
                <a:lnTo>
                  <a:pt x="202789" y="91482"/>
                </a:lnTo>
                <a:lnTo>
                  <a:pt x="205769" y="0"/>
                </a:lnTo>
                <a:lnTo>
                  <a:pt x="101216" y="0"/>
                </a:lnTo>
                <a:lnTo>
                  <a:pt x="98236" y="3817"/>
                </a:lnTo>
                <a:lnTo>
                  <a:pt x="95256" y="3817"/>
                </a:lnTo>
                <a:lnTo>
                  <a:pt x="95256" y="7615"/>
                </a:lnTo>
                <a:lnTo>
                  <a:pt x="92277" y="7615"/>
                </a:lnTo>
                <a:lnTo>
                  <a:pt x="89297" y="11432"/>
                </a:lnTo>
                <a:lnTo>
                  <a:pt x="89297" y="15250"/>
                </a:lnTo>
                <a:lnTo>
                  <a:pt x="107160" y="15250"/>
                </a:lnTo>
                <a:lnTo>
                  <a:pt x="104180" y="19067"/>
                </a:lnTo>
                <a:lnTo>
                  <a:pt x="101216" y="22865"/>
                </a:lnTo>
                <a:lnTo>
                  <a:pt x="98236" y="26683"/>
                </a:lnTo>
                <a:lnTo>
                  <a:pt x="92277" y="30500"/>
                </a:lnTo>
                <a:lnTo>
                  <a:pt x="89297" y="38116"/>
                </a:lnTo>
                <a:lnTo>
                  <a:pt x="83353" y="41933"/>
                </a:lnTo>
                <a:lnTo>
                  <a:pt x="77394" y="49549"/>
                </a:lnTo>
                <a:lnTo>
                  <a:pt x="74414" y="53366"/>
                </a:lnTo>
                <a:lnTo>
                  <a:pt x="68470" y="61001"/>
                </a:lnTo>
                <a:lnTo>
                  <a:pt x="65491" y="64799"/>
                </a:lnTo>
                <a:lnTo>
                  <a:pt x="62511" y="68617"/>
                </a:lnTo>
                <a:lnTo>
                  <a:pt x="56567" y="76232"/>
                </a:lnTo>
                <a:lnTo>
                  <a:pt x="53587" y="80049"/>
                </a:lnTo>
                <a:lnTo>
                  <a:pt x="50608" y="80049"/>
                </a:lnTo>
                <a:lnTo>
                  <a:pt x="50608" y="83867"/>
                </a:lnTo>
                <a:lnTo>
                  <a:pt x="47628" y="83867"/>
                </a:lnTo>
                <a:lnTo>
                  <a:pt x="44648" y="87684"/>
                </a:lnTo>
                <a:lnTo>
                  <a:pt x="44648" y="91482"/>
                </a:lnTo>
                <a:lnTo>
                  <a:pt x="41669" y="95300"/>
                </a:lnTo>
                <a:lnTo>
                  <a:pt x="41669" y="99594"/>
                </a:lnTo>
                <a:lnTo>
                  <a:pt x="38704" y="103393"/>
                </a:lnTo>
                <a:lnTo>
                  <a:pt x="38704" y="114845"/>
                </a:lnTo>
                <a:lnTo>
                  <a:pt x="11903" y="114845"/>
                </a:lnTo>
                <a:lnTo>
                  <a:pt x="11903" y="156759"/>
                </a:lnTo>
                <a:lnTo>
                  <a:pt x="5959" y="156759"/>
                </a:lnTo>
                <a:lnTo>
                  <a:pt x="5959" y="160577"/>
                </a:lnTo>
                <a:close/>
              </a:path>
              <a:path w="536174" h="213943">
                <a:moveTo>
                  <a:pt x="298046" y="19067"/>
                </a:moveTo>
                <a:lnTo>
                  <a:pt x="298046" y="34318"/>
                </a:lnTo>
                <a:lnTo>
                  <a:pt x="345660" y="91482"/>
                </a:lnTo>
                <a:lnTo>
                  <a:pt x="356998" y="87015"/>
                </a:lnTo>
                <a:lnTo>
                  <a:pt x="298046" y="19067"/>
                </a:lnTo>
                <a:close/>
              </a:path>
              <a:path w="536174" h="213943">
                <a:moveTo>
                  <a:pt x="536174" y="160577"/>
                </a:moveTo>
                <a:lnTo>
                  <a:pt x="533194" y="156759"/>
                </a:lnTo>
                <a:lnTo>
                  <a:pt x="530214" y="152961"/>
                </a:lnTo>
                <a:lnTo>
                  <a:pt x="524270" y="152961"/>
                </a:lnTo>
                <a:lnTo>
                  <a:pt x="524270" y="133893"/>
                </a:lnTo>
                <a:lnTo>
                  <a:pt x="521291" y="130076"/>
                </a:lnTo>
                <a:lnTo>
                  <a:pt x="518311" y="126278"/>
                </a:lnTo>
                <a:lnTo>
                  <a:pt x="509387" y="122460"/>
                </a:lnTo>
                <a:lnTo>
                  <a:pt x="503428" y="118643"/>
                </a:lnTo>
                <a:lnTo>
                  <a:pt x="491525" y="114845"/>
                </a:lnTo>
                <a:lnTo>
                  <a:pt x="482586" y="111027"/>
                </a:lnTo>
                <a:lnTo>
                  <a:pt x="470683" y="107210"/>
                </a:lnTo>
                <a:lnTo>
                  <a:pt x="458779" y="103393"/>
                </a:lnTo>
                <a:lnTo>
                  <a:pt x="443896" y="99594"/>
                </a:lnTo>
                <a:lnTo>
                  <a:pt x="431993" y="95300"/>
                </a:lnTo>
                <a:lnTo>
                  <a:pt x="423054" y="91482"/>
                </a:lnTo>
                <a:lnTo>
                  <a:pt x="411151" y="87684"/>
                </a:lnTo>
                <a:lnTo>
                  <a:pt x="402227" y="83867"/>
                </a:lnTo>
                <a:lnTo>
                  <a:pt x="393288" y="80049"/>
                </a:lnTo>
                <a:lnTo>
                  <a:pt x="387344" y="80049"/>
                </a:lnTo>
                <a:lnTo>
                  <a:pt x="384364" y="76232"/>
                </a:lnTo>
                <a:lnTo>
                  <a:pt x="356998" y="87015"/>
                </a:lnTo>
                <a:lnTo>
                  <a:pt x="357578" y="87684"/>
                </a:lnTo>
                <a:lnTo>
                  <a:pt x="345660" y="91482"/>
                </a:lnTo>
                <a:lnTo>
                  <a:pt x="306970" y="91482"/>
                </a:lnTo>
                <a:lnTo>
                  <a:pt x="298046" y="34318"/>
                </a:lnTo>
                <a:lnTo>
                  <a:pt x="298046" y="19067"/>
                </a:lnTo>
                <a:lnTo>
                  <a:pt x="318873" y="19067"/>
                </a:lnTo>
                <a:lnTo>
                  <a:pt x="315894" y="15250"/>
                </a:lnTo>
                <a:lnTo>
                  <a:pt x="312929" y="11432"/>
                </a:lnTo>
                <a:lnTo>
                  <a:pt x="309950" y="7615"/>
                </a:lnTo>
                <a:lnTo>
                  <a:pt x="303990" y="3817"/>
                </a:lnTo>
                <a:lnTo>
                  <a:pt x="301011" y="0"/>
                </a:lnTo>
                <a:lnTo>
                  <a:pt x="298046" y="0"/>
                </a:lnTo>
                <a:lnTo>
                  <a:pt x="298046" y="91482"/>
                </a:lnTo>
                <a:lnTo>
                  <a:pt x="303990" y="91482"/>
                </a:lnTo>
                <a:lnTo>
                  <a:pt x="298046" y="91482"/>
                </a:lnTo>
                <a:lnTo>
                  <a:pt x="295067" y="0"/>
                </a:lnTo>
                <a:lnTo>
                  <a:pt x="238499" y="0"/>
                </a:lnTo>
                <a:lnTo>
                  <a:pt x="232555" y="19067"/>
                </a:lnTo>
                <a:lnTo>
                  <a:pt x="286128" y="19067"/>
                </a:lnTo>
                <a:lnTo>
                  <a:pt x="295067" y="91482"/>
                </a:lnTo>
                <a:lnTo>
                  <a:pt x="244459" y="213943"/>
                </a:lnTo>
                <a:lnTo>
                  <a:pt x="390309" y="213943"/>
                </a:lnTo>
                <a:lnTo>
                  <a:pt x="390309" y="202510"/>
                </a:lnTo>
                <a:lnTo>
                  <a:pt x="393288" y="194895"/>
                </a:lnTo>
                <a:lnTo>
                  <a:pt x="393288" y="191077"/>
                </a:lnTo>
                <a:lnTo>
                  <a:pt x="396268" y="183443"/>
                </a:lnTo>
                <a:lnTo>
                  <a:pt x="399247" y="179644"/>
                </a:lnTo>
                <a:lnTo>
                  <a:pt x="402227" y="175827"/>
                </a:lnTo>
                <a:lnTo>
                  <a:pt x="405192" y="168211"/>
                </a:lnTo>
                <a:lnTo>
                  <a:pt x="408171" y="164394"/>
                </a:lnTo>
                <a:lnTo>
                  <a:pt x="411151" y="160577"/>
                </a:lnTo>
                <a:lnTo>
                  <a:pt x="417110" y="160577"/>
                </a:lnTo>
                <a:lnTo>
                  <a:pt x="420075" y="156759"/>
                </a:lnTo>
                <a:lnTo>
                  <a:pt x="426034" y="152961"/>
                </a:lnTo>
                <a:lnTo>
                  <a:pt x="434957" y="152961"/>
                </a:lnTo>
                <a:lnTo>
                  <a:pt x="440917" y="149144"/>
                </a:lnTo>
                <a:lnTo>
                  <a:pt x="443896" y="152961"/>
                </a:lnTo>
                <a:lnTo>
                  <a:pt x="455800" y="152961"/>
                </a:lnTo>
                <a:lnTo>
                  <a:pt x="458779" y="156759"/>
                </a:lnTo>
                <a:lnTo>
                  <a:pt x="464738" y="160577"/>
                </a:lnTo>
                <a:lnTo>
                  <a:pt x="467703" y="160577"/>
                </a:lnTo>
                <a:lnTo>
                  <a:pt x="470683" y="164394"/>
                </a:lnTo>
                <a:lnTo>
                  <a:pt x="476642" y="168211"/>
                </a:lnTo>
                <a:lnTo>
                  <a:pt x="479621" y="175827"/>
                </a:lnTo>
                <a:lnTo>
                  <a:pt x="482586" y="179644"/>
                </a:lnTo>
                <a:lnTo>
                  <a:pt x="485566" y="183443"/>
                </a:lnTo>
                <a:lnTo>
                  <a:pt x="485566" y="191077"/>
                </a:lnTo>
                <a:lnTo>
                  <a:pt x="488545" y="194895"/>
                </a:lnTo>
                <a:lnTo>
                  <a:pt x="488545" y="210126"/>
                </a:lnTo>
                <a:lnTo>
                  <a:pt x="491525" y="213943"/>
                </a:lnTo>
                <a:lnTo>
                  <a:pt x="527235" y="202510"/>
                </a:lnTo>
                <a:lnTo>
                  <a:pt x="527235" y="194895"/>
                </a:lnTo>
                <a:lnTo>
                  <a:pt x="533194" y="194895"/>
                </a:lnTo>
                <a:lnTo>
                  <a:pt x="533194" y="191077"/>
                </a:lnTo>
                <a:lnTo>
                  <a:pt x="536174" y="191077"/>
                </a:lnTo>
                <a:lnTo>
                  <a:pt x="536174" y="160577"/>
                </a:lnTo>
                <a:close/>
              </a:path>
              <a:path w="536174" h="213943">
                <a:moveTo>
                  <a:pt x="205769" y="19067"/>
                </a:moveTo>
                <a:lnTo>
                  <a:pt x="208733" y="91482"/>
                </a:lnTo>
                <a:lnTo>
                  <a:pt x="211713" y="91482"/>
                </a:lnTo>
                <a:lnTo>
                  <a:pt x="205769" y="1906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2" name="object 112"/>
          <p:cNvSpPr/>
          <p:nvPr/>
        </p:nvSpPr>
        <p:spPr>
          <a:xfrm>
            <a:off x="1462477" y="3862712"/>
            <a:ext cx="74414" cy="60982"/>
          </a:xfrm>
          <a:custGeom>
            <a:avLst/>
            <a:gdLst/>
            <a:ahLst/>
            <a:cxnLst/>
            <a:rect l="l" t="t" r="r" b="b"/>
            <a:pathLst>
              <a:path w="74414" h="60982">
                <a:moveTo>
                  <a:pt x="8923" y="0"/>
                </a:moveTo>
                <a:lnTo>
                  <a:pt x="0" y="0"/>
                </a:lnTo>
                <a:lnTo>
                  <a:pt x="68455" y="60982"/>
                </a:lnTo>
                <a:lnTo>
                  <a:pt x="74414" y="57164"/>
                </a:lnTo>
                <a:lnTo>
                  <a:pt x="892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3" name="object 113"/>
          <p:cNvSpPr/>
          <p:nvPr/>
        </p:nvSpPr>
        <p:spPr>
          <a:xfrm>
            <a:off x="1164430" y="3862712"/>
            <a:ext cx="83353" cy="88142"/>
          </a:xfrm>
          <a:custGeom>
            <a:avLst/>
            <a:gdLst/>
            <a:ahLst/>
            <a:cxnLst/>
            <a:rect l="l" t="t" r="r" b="b"/>
            <a:pathLst>
              <a:path w="83353" h="88142">
                <a:moveTo>
                  <a:pt x="20842" y="84325"/>
                </a:moveTo>
                <a:lnTo>
                  <a:pt x="20842" y="80527"/>
                </a:lnTo>
                <a:lnTo>
                  <a:pt x="23821" y="80527"/>
                </a:lnTo>
                <a:lnTo>
                  <a:pt x="23821" y="76232"/>
                </a:lnTo>
                <a:lnTo>
                  <a:pt x="26801" y="72415"/>
                </a:lnTo>
                <a:lnTo>
                  <a:pt x="26801" y="68617"/>
                </a:lnTo>
                <a:lnTo>
                  <a:pt x="29765" y="68617"/>
                </a:lnTo>
                <a:lnTo>
                  <a:pt x="29765" y="64799"/>
                </a:lnTo>
                <a:lnTo>
                  <a:pt x="32745" y="60982"/>
                </a:lnTo>
                <a:lnTo>
                  <a:pt x="35725" y="60982"/>
                </a:lnTo>
                <a:lnTo>
                  <a:pt x="38704" y="57164"/>
                </a:lnTo>
                <a:lnTo>
                  <a:pt x="41684" y="53366"/>
                </a:lnTo>
                <a:lnTo>
                  <a:pt x="44663" y="49549"/>
                </a:lnTo>
                <a:lnTo>
                  <a:pt x="47628" y="41933"/>
                </a:lnTo>
                <a:lnTo>
                  <a:pt x="53587" y="38116"/>
                </a:lnTo>
                <a:lnTo>
                  <a:pt x="56567" y="34298"/>
                </a:lnTo>
                <a:lnTo>
                  <a:pt x="62511" y="30481"/>
                </a:lnTo>
                <a:lnTo>
                  <a:pt x="65491" y="22865"/>
                </a:lnTo>
                <a:lnTo>
                  <a:pt x="68470" y="19048"/>
                </a:lnTo>
                <a:lnTo>
                  <a:pt x="74429" y="15250"/>
                </a:lnTo>
                <a:lnTo>
                  <a:pt x="77394" y="7615"/>
                </a:lnTo>
                <a:lnTo>
                  <a:pt x="80373" y="3798"/>
                </a:lnTo>
                <a:lnTo>
                  <a:pt x="83353" y="0"/>
                </a:lnTo>
                <a:lnTo>
                  <a:pt x="74429" y="0"/>
                </a:lnTo>
                <a:lnTo>
                  <a:pt x="68470" y="3798"/>
                </a:lnTo>
                <a:lnTo>
                  <a:pt x="65491" y="7615"/>
                </a:lnTo>
                <a:lnTo>
                  <a:pt x="62511" y="15250"/>
                </a:lnTo>
                <a:lnTo>
                  <a:pt x="56567" y="19048"/>
                </a:lnTo>
                <a:lnTo>
                  <a:pt x="50608" y="22865"/>
                </a:lnTo>
                <a:lnTo>
                  <a:pt x="47628" y="30481"/>
                </a:lnTo>
                <a:lnTo>
                  <a:pt x="41684" y="34298"/>
                </a:lnTo>
                <a:lnTo>
                  <a:pt x="38704" y="38116"/>
                </a:lnTo>
                <a:lnTo>
                  <a:pt x="32745" y="41933"/>
                </a:lnTo>
                <a:lnTo>
                  <a:pt x="26801" y="49549"/>
                </a:lnTo>
                <a:lnTo>
                  <a:pt x="23821" y="53366"/>
                </a:lnTo>
                <a:lnTo>
                  <a:pt x="20842" y="57164"/>
                </a:lnTo>
                <a:lnTo>
                  <a:pt x="17862" y="60982"/>
                </a:lnTo>
                <a:lnTo>
                  <a:pt x="14882" y="60982"/>
                </a:lnTo>
                <a:lnTo>
                  <a:pt x="11918" y="64799"/>
                </a:lnTo>
                <a:lnTo>
                  <a:pt x="8938" y="68617"/>
                </a:lnTo>
                <a:lnTo>
                  <a:pt x="5959" y="72415"/>
                </a:lnTo>
                <a:lnTo>
                  <a:pt x="5959" y="76232"/>
                </a:lnTo>
                <a:lnTo>
                  <a:pt x="2979" y="80527"/>
                </a:lnTo>
                <a:lnTo>
                  <a:pt x="2979" y="84325"/>
                </a:lnTo>
                <a:lnTo>
                  <a:pt x="0" y="88142"/>
                </a:lnTo>
                <a:lnTo>
                  <a:pt x="20842" y="88142"/>
                </a:lnTo>
                <a:lnTo>
                  <a:pt x="20842" y="843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4" name="object 114"/>
          <p:cNvSpPr/>
          <p:nvPr/>
        </p:nvSpPr>
        <p:spPr>
          <a:xfrm>
            <a:off x="1295785" y="4061405"/>
            <a:ext cx="247051" cy="0"/>
          </a:xfrm>
          <a:custGeom>
            <a:avLst/>
            <a:gdLst/>
            <a:ahLst/>
            <a:cxnLst/>
            <a:rect l="l" t="t" r="r" b="b"/>
            <a:pathLst>
              <a:path w="247051" h="0">
                <a:moveTo>
                  <a:pt x="0" y="0"/>
                </a:moveTo>
                <a:lnTo>
                  <a:pt x="247051" y="0"/>
                </a:lnTo>
              </a:path>
            </a:pathLst>
          </a:custGeom>
          <a:ln w="8904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5" name="object 115"/>
          <p:cNvSpPr/>
          <p:nvPr/>
        </p:nvSpPr>
        <p:spPr>
          <a:xfrm>
            <a:off x="1295785" y="4011856"/>
            <a:ext cx="247051" cy="7615"/>
          </a:xfrm>
          <a:custGeom>
            <a:avLst/>
            <a:gdLst/>
            <a:ahLst/>
            <a:cxnLst/>
            <a:rect l="l" t="t" r="r" b="b"/>
            <a:pathLst>
              <a:path w="247051" h="7615">
                <a:moveTo>
                  <a:pt x="247051" y="7615"/>
                </a:moveTo>
                <a:lnTo>
                  <a:pt x="0" y="0"/>
                </a:lnTo>
                <a:lnTo>
                  <a:pt x="0" y="7615"/>
                </a:lnTo>
                <a:lnTo>
                  <a:pt x="247051" y="761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6" name="object 116"/>
          <p:cNvSpPr/>
          <p:nvPr/>
        </p:nvSpPr>
        <p:spPr>
          <a:xfrm>
            <a:off x="1203135" y="3977538"/>
            <a:ext cx="429013" cy="41933"/>
          </a:xfrm>
          <a:custGeom>
            <a:avLst/>
            <a:gdLst/>
            <a:ahLst/>
            <a:cxnLst/>
            <a:rect l="l" t="t" r="r" b="b"/>
            <a:pathLst>
              <a:path w="429013" h="41933">
                <a:moveTo>
                  <a:pt x="5959" y="15250"/>
                </a:moveTo>
                <a:lnTo>
                  <a:pt x="0" y="19067"/>
                </a:lnTo>
                <a:lnTo>
                  <a:pt x="14882" y="19067"/>
                </a:lnTo>
                <a:lnTo>
                  <a:pt x="17862" y="15250"/>
                </a:lnTo>
                <a:lnTo>
                  <a:pt x="20842" y="11432"/>
                </a:lnTo>
                <a:lnTo>
                  <a:pt x="23806" y="11432"/>
                </a:lnTo>
                <a:lnTo>
                  <a:pt x="29765" y="7634"/>
                </a:lnTo>
                <a:lnTo>
                  <a:pt x="53572" y="7634"/>
                </a:lnTo>
                <a:lnTo>
                  <a:pt x="56552" y="11432"/>
                </a:lnTo>
                <a:lnTo>
                  <a:pt x="65491" y="11432"/>
                </a:lnTo>
                <a:lnTo>
                  <a:pt x="68455" y="15250"/>
                </a:lnTo>
                <a:lnTo>
                  <a:pt x="71435" y="15250"/>
                </a:lnTo>
                <a:lnTo>
                  <a:pt x="74787" y="19067"/>
                </a:lnTo>
                <a:lnTo>
                  <a:pt x="77766" y="22865"/>
                </a:lnTo>
                <a:lnTo>
                  <a:pt x="80746" y="22865"/>
                </a:lnTo>
                <a:lnTo>
                  <a:pt x="83711" y="26683"/>
                </a:lnTo>
                <a:lnTo>
                  <a:pt x="83711" y="30500"/>
                </a:lnTo>
                <a:lnTo>
                  <a:pt x="86690" y="34318"/>
                </a:lnTo>
                <a:lnTo>
                  <a:pt x="89670" y="38116"/>
                </a:lnTo>
                <a:lnTo>
                  <a:pt x="92649" y="41933"/>
                </a:lnTo>
                <a:lnTo>
                  <a:pt x="92649" y="34318"/>
                </a:lnTo>
                <a:lnTo>
                  <a:pt x="339701" y="41933"/>
                </a:lnTo>
                <a:lnTo>
                  <a:pt x="342680" y="38116"/>
                </a:lnTo>
                <a:lnTo>
                  <a:pt x="345660" y="34318"/>
                </a:lnTo>
                <a:lnTo>
                  <a:pt x="345660" y="30500"/>
                </a:lnTo>
                <a:lnTo>
                  <a:pt x="348639" y="26683"/>
                </a:lnTo>
                <a:lnTo>
                  <a:pt x="351619" y="22865"/>
                </a:lnTo>
                <a:lnTo>
                  <a:pt x="354584" y="22865"/>
                </a:lnTo>
                <a:lnTo>
                  <a:pt x="357563" y="19067"/>
                </a:lnTo>
                <a:lnTo>
                  <a:pt x="360543" y="15250"/>
                </a:lnTo>
                <a:lnTo>
                  <a:pt x="363522" y="15250"/>
                </a:lnTo>
                <a:lnTo>
                  <a:pt x="366502" y="11432"/>
                </a:lnTo>
                <a:lnTo>
                  <a:pt x="375426" y="11432"/>
                </a:lnTo>
                <a:lnTo>
                  <a:pt x="378405" y="7634"/>
                </a:lnTo>
                <a:lnTo>
                  <a:pt x="405192" y="7634"/>
                </a:lnTo>
                <a:lnTo>
                  <a:pt x="408171" y="11432"/>
                </a:lnTo>
                <a:lnTo>
                  <a:pt x="411151" y="11432"/>
                </a:lnTo>
                <a:lnTo>
                  <a:pt x="414130" y="15250"/>
                </a:lnTo>
                <a:lnTo>
                  <a:pt x="417095" y="15250"/>
                </a:lnTo>
                <a:lnTo>
                  <a:pt x="429013" y="19067"/>
                </a:lnTo>
                <a:lnTo>
                  <a:pt x="426034" y="15250"/>
                </a:lnTo>
                <a:lnTo>
                  <a:pt x="420075" y="11432"/>
                </a:lnTo>
                <a:lnTo>
                  <a:pt x="417095" y="7634"/>
                </a:lnTo>
                <a:lnTo>
                  <a:pt x="411151" y="3817"/>
                </a:lnTo>
                <a:lnTo>
                  <a:pt x="405192" y="3817"/>
                </a:lnTo>
                <a:lnTo>
                  <a:pt x="399247" y="0"/>
                </a:lnTo>
                <a:lnTo>
                  <a:pt x="375426" y="0"/>
                </a:lnTo>
                <a:lnTo>
                  <a:pt x="369466" y="3817"/>
                </a:lnTo>
                <a:lnTo>
                  <a:pt x="366502" y="3817"/>
                </a:lnTo>
                <a:lnTo>
                  <a:pt x="363522" y="7634"/>
                </a:lnTo>
                <a:lnTo>
                  <a:pt x="360543" y="7634"/>
                </a:lnTo>
                <a:lnTo>
                  <a:pt x="357563" y="11432"/>
                </a:lnTo>
                <a:lnTo>
                  <a:pt x="354584" y="11432"/>
                </a:lnTo>
                <a:lnTo>
                  <a:pt x="351619" y="15250"/>
                </a:lnTo>
                <a:lnTo>
                  <a:pt x="348639" y="19067"/>
                </a:lnTo>
                <a:lnTo>
                  <a:pt x="345660" y="22865"/>
                </a:lnTo>
                <a:lnTo>
                  <a:pt x="342680" y="26683"/>
                </a:lnTo>
                <a:lnTo>
                  <a:pt x="339701" y="30500"/>
                </a:lnTo>
                <a:lnTo>
                  <a:pt x="336736" y="34318"/>
                </a:lnTo>
                <a:lnTo>
                  <a:pt x="95629" y="34318"/>
                </a:lnTo>
                <a:lnTo>
                  <a:pt x="92649" y="30500"/>
                </a:lnTo>
                <a:lnTo>
                  <a:pt x="89670" y="26683"/>
                </a:lnTo>
                <a:lnTo>
                  <a:pt x="86690" y="22865"/>
                </a:lnTo>
                <a:lnTo>
                  <a:pt x="83711" y="19067"/>
                </a:lnTo>
                <a:lnTo>
                  <a:pt x="80746" y="15250"/>
                </a:lnTo>
                <a:lnTo>
                  <a:pt x="77766" y="11432"/>
                </a:lnTo>
                <a:lnTo>
                  <a:pt x="74787" y="11432"/>
                </a:lnTo>
                <a:lnTo>
                  <a:pt x="71435" y="7634"/>
                </a:lnTo>
                <a:lnTo>
                  <a:pt x="68455" y="7634"/>
                </a:lnTo>
                <a:lnTo>
                  <a:pt x="65491" y="3817"/>
                </a:lnTo>
                <a:lnTo>
                  <a:pt x="62511" y="3817"/>
                </a:lnTo>
                <a:lnTo>
                  <a:pt x="56552" y="0"/>
                </a:lnTo>
                <a:lnTo>
                  <a:pt x="29765" y="0"/>
                </a:lnTo>
                <a:lnTo>
                  <a:pt x="23806" y="3817"/>
                </a:lnTo>
                <a:lnTo>
                  <a:pt x="20842" y="3817"/>
                </a:lnTo>
                <a:lnTo>
                  <a:pt x="14882" y="7634"/>
                </a:lnTo>
                <a:lnTo>
                  <a:pt x="8923" y="11432"/>
                </a:lnTo>
                <a:lnTo>
                  <a:pt x="5959" y="152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7" name="object 117"/>
          <p:cNvSpPr/>
          <p:nvPr/>
        </p:nvSpPr>
        <p:spPr>
          <a:xfrm>
            <a:off x="1364240" y="3956569"/>
            <a:ext cx="23812" cy="0"/>
          </a:xfrm>
          <a:custGeom>
            <a:avLst/>
            <a:gdLst/>
            <a:ahLst/>
            <a:cxnLst/>
            <a:rect l="l" t="t" r="r" b="b"/>
            <a:pathLst>
              <a:path w="23812" h="0">
                <a:moveTo>
                  <a:pt x="0" y="0"/>
                </a:moveTo>
                <a:lnTo>
                  <a:pt x="23812" y="0"/>
                </a:lnTo>
              </a:path>
            </a:pathLst>
          </a:custGeom>
          <a:ln w="12705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8" name="object 118"/>
          <p:cNvSpPr/>
          <p:nvPr/>
        </p:nvSpPr>
        <p:spPr>
          <a:xfrm>
            <a:off x="1164430" y="3858894"/>
            <a:ext cx="95256" cy="99594"/>
          </a:xfrm>
          <a:custGeom>
            <a:avLst/>
            <a:gdLst/>
            <a:ahLst/>
            <a:cxnLst/>
            <a:rect l="l" t="t" r="r" b="b"/>
            <a:pathLst>
              <a:path w="95256" h="99594">
                <a:moveTo>
                  <a:pt x="26801" y="76232"/>
                </a:moveTo>
                <a:lnTo>
                  <a:pt x="23821" y="80049"/>
                </a:lnTo>
                <a:lnTo>
                  <a:pt x="23821" y="84344"/>
                </a:lnTo>
                <a:lnTo>
                  <a:pt x="20842" y="84344"/>
                </a:lnTo>
                <a:lnTo>
                  <a:pt x="20842" y="91960"/>
                </a:lnTo>
                <a:lnTo>
                  <a:pt x="0" y="91960"/>
                </a:lnTo>
                <a:lnTo>
                  <a:pt x="0" y="99594"/>
                </a:lnTo>
                <a:lnTo>
                  <a:pt x="26801" y="99594"/>
                </a:lnTo>
                <a:lnTo>
                  <a:pt x="26801" y="88142"/>
                </a:lnTo>
                <a:lnTo>
                  <a:pt x="29765" y="84344"/>
                </a:lnTo>
                <a:lnTo>
                  <a:pt x="29765" y="80049"/>
                </a:lnTo>
                <a:lnTo>
                  <a:pt x="32745" y="76232"/>
                </a:lnTo>
                <a:lnTo>
                  <a:pt x="32745" y="72434"/>
                </a:lnTo>
                <a:lnTo>
                  <a:pt x="35725" y="68617"/>
                </a:lnTo>
                <a:lnTo>
                  <a:pt x="38704" y="68617"/>
                </a:lnTo>
                <a:lnTo>
                  <a:pt x="38704" y="64799"/>
                </a:lnTo>
                <a:lnTo>
                  <a:pt x="41684" y="64799"/>
                </a:lnTo>
                <a:lnTo>
                  <a:pt x="44663" y="60982"/>
                </a:lnTo>
                <a:lnTo>
                  <a:pt x="50608" y="53366"/>
                </a:lnTo>
                <a:lnTo>
                  <a:pt x="53587" y="49549"/>
                </a:lnTo>
                <a:lnTo>
                  <a:pt x="56567" y="45751"/>
                </a:lnTo>
                <a:lnTo>
                  <a:pt x="62511" y="38116"/>
                </a:lnTo>
                <a:lnTo>
                  <a:pt x="65491" y="34298"/>
                </a:lnTo>
                <a:lnTo>
                  <a:pt x="71450" y="26683"/>
                </a:lnTo>
                <a:lnTo>
                  <a:pt x="77394" y="22865"/>
                </a:lnTo>
                <a:lnTo>
                  <a:pt x="80373" y="15250"/>
                </a:lnTo>
                <a:lnTo>
                  <a:pt x="86333" y="11432"/>
                </a:lnTo>
                <a:lnTo>
                  <a:pt x="89312" y="7615"/>
                </a:lnTo>
                <a:lnTo>
                  <a:pt x="92277" y="3817"/>
                </a:lnTo>
                <a:lnTo>
                  <a:pt x="95256" y="0"/>
                </a:lnTo>
                <a:lnTo>
                  <a:pt x="77394" y="0"/>
                </a:lnTo>
                <a:lnTo>
                  <a:pt x="74429" y="3817"/>
                </a:lnTo>
                <a:lnTo>
                  <a:pt x="83353" y="3817"/>
                </a:lnTo>
                <a:lnTo>
                  <a:pt x="80373" y="7615"/>
                </a:lnTo>
                <a:lnTo>
                  <a:pt x="77394" y="11432"/>
                </a:lnTo>
                <a:lnTo>
                  <a:pt x="74429" y="19067"/>
                </a:lnTo>
                <a:lnTo>
                  <a:pt x="68470" y="22865"/>
                </a:lnTo>
                <a:lnTo>
                  <a:pt x="65491" y="26683"/>
                </a:lnTo>
                <a:lnTo>
                  <a:pt x="62511" y="34298"/>
                </a:lnTo>
                <a:lnTo>
                  <a:pt x="56567" y="38116"/>
                </a:lnTo>
                <a:lnTo>
                  <a:pt x="53587" y="41933"/>
                </a:lnTo>
                <a:lnTo>
                  <a:pt x="47628" y="45751"/>
                </a:lnTo>
                <a:lnTo>
                  <a:pt x="44663" y="53366"/>
                </a:lnTo>
                <a:lnTo>
                  <a:pt x="41684" y="57184"/>
                </a:lnTo>
                <a:lnTo>
                  <a:pt x="38704" y="60982"/>
                </a:lnTo>
                <a:lnTo>
                  <a:pt x="35725" y="64799"/>
                </a:lnTo>
                <a:lnTo>
                  <a:pt x="32745" y="64799"/>
                </a:lnTo>
                <a:lnTo>
                  <a:pt x="29765" y="68617"/>
                </a:lnTo>
                <a:lnTo>
                  <a:pt x="29765" y="72434"/>
                </a:lnTo>
                <a:lnTo>
                  <a:pt x="26801" y="72434"/>
                </a:lnTo>
                <a:lnTo>
                  <a:pt x="26801" y="7623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9" name="object 119"/>
          <p:cNvSpPr/>
          <p:nvPr/>
        </p:nvSpPr>
        <p:spPr>
          <a:xfrm>
            <a:off x="1158486" y="4008038"/>
            <a:ext cx="26786" cy="45731"/>
          </a:xfrm>
          <a:custGeom>
            <a:avLst/>
            <a:gdLst/>
            <a:ahLst/>
            <a:cxnLst/>
            <a:rect l="l" t="t" r="r" b="b"/>
            <a:pathLst>
              <a:path w="26786" h="45731">
                <a:moveTo>
                  <a:pt x="23806" y="0"/>
                </a:moveTo>
                <a:lnTo>
                  <a:pt x="5944" y="0"/>
                </a:lnTo>
                <a:lnTo>
                  <a:pt x="2979" y="3817"/>
                </a:lnTo>
                <a:lnTo>
                  <a:pt x="0" y="3817"/>
                </a:lnTo>
                <a:lnTo>
                  <a:pt x="0" y="41933"/>
                </a:lnTo>
                <a:lnTo>
                  <a:pt x="2979" y="45731"/>
                </a:lnTo>
                <a:lnTo>
                  <a:pt x="17862" y="45731"/>
                </a:lnTo>
                <a:lnTo>
                  <a:pt x="26786" y="0"/>
                </a:lnTo>
                <a:lnTo>
                  <a:pt x="2380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0" name="object 120"/>
          <p:cNvSpPr/>
          <p:nvPr/>
        </p:nvSpPr>
        <p:spPr>
          <a:xfrm>
            <a:off x="1170389" y="3983249"/>
            <a:ext cx="8929" cy="0"/>
          </a:xfrm>
          <a:custGeom>
            <a:avLst/>
            <a:gdLst/>
            <a:ahLst/>
            <a:cxnLst/>
            <a:rect l="l" t="t" r="r" b="b"/>
            <a:pathLst>
              <a:path w="8929" h="0">
                <a:moveTo>
                  <a:pt x="0" y="0"/>
                </a:moveTo>
                <a:lnTo>
                  <a:pt x="8929" y="0"/>
                </a:lnTo>
              </a:path>
            </a:pathLst>
          </a:custGeom>
          <a:ln w="35578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1" name="object 121"/>
          <p:cNvSpPr/>
          <p:nvPr/>
        </p:nvSpPr>
        <p:spPr>
          <a:xfrm>
            <a:off x="1655955" y="3988981"/>
            <a:ext cx="17859" cy="0"/>
          </a:xfrm>
          <a:custGeom>
            <a:avLst/>
            <a:gdLst/>
            <a:ahLst/>
            <a:cxnLst/>
            <a:rect l="l" t="t" r="r" b="b"/>
            <a:pathLst>
              <a:path w="17859" h="0">
                <a:moveTo>
                  <a:pt x="0" y="0"/>
                </a:moveTo>
                <a:lnTo>
                  <a:pt x="17859" y="0"/>
                </a:lnTo>
              </a:path>
            </a:pathLst>
          </a:custGeom>
          <a:ln w="16517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2" name="object 122"/>
          <p:cNvSpPr/>
          <p:nvPr/>
        </p:nvSpPr>
        <p:spPr>
          <a:xfrm>
            <a:off x="1632149" y="4004221"/>
            <a:ext cx="53572" cy="34318"/>
          </a:xfrm>
          <a:custGeom>
            <a:avLst/>
            <a:gdLst/>
            <a:ahLst/>
            <a:cxnLst/>
            <a:rect l="l" t="t" r="r" b="b"/>
            <a:pathLst>
              <a:path w="53572" h="34318">
                <a:moveTo>
                  <a:pt x="17847" y="34318"/>
                </a:moveTo>
                <a:lnTo>
                  <a:pt x="23806" y="34318"/>
                </a:lnTo>
                <a:lnTo>
                  <a:pt x="26786" y="30500"/>
                </a:lnTo>
                <a:lnTo>
                  <a:pt x="50593" y="30500"/>
                </a:lnTo>
                <a:lnTo>
                  <a:pt x="50593" y="26683"/>
                </a:lnTo>
                <a:lnTo>
                  <a:pt x="53572" y="22865"/>
                </a:lnTo>
                <a:lnTo>
                  <a:pt x="53572" y="11432"/>
                </a:lnTo>
                <a:lnTo>
                  <a:pt x="50593" y="7634"/>
                </a:lnTo>
                <a:lnTo>
                  <a:pt x="50593" y="3817"/>
                </a:lnTo>
                <a:lnTo>
                  <a:pt x="47613" y="3817"/>
                </a:lnTo>
                <a:lnTo>
                  <a:pt x="47613" y="0"/>
                </a:lnTo>
                <a:lnTo>
                  <a:pt x="0" y="0"/>
                </a:lnTo>
                <a:lnTo>
                  <a:pt x="2964" y="3817"/>
                </a:lnTo>
                <a:lnTo>
                  <a:pt x="5944" y="7634"/>
                </a:lnTo>
                <a:lnTo>
                  <a:pt x="8923" y="11432"/>
                </a:lnTo>
                <a:lnTo>
                  <a:pt x="11903" y="15250"/>
                </a:lnTo>
                <a:lnTo>
                  <a:pt x="11903" y="22865"/>
                </a:lnTo>
                <a:lnTo>
                  <a:pt x="14882" y="26683"/>
                </a:lnTo>
                <a:lnTo>
                  <a:pt x="14882" y="34318"/>
                </a:lnTo>
                <a:lnTo>
                  <a:pt x="17847" y="3431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3" name="object 123"/>
          <p:cNvSpPr/>
          <p:nvPr/>
        </p:nvSpPr>
        <p:spPr>
          <a:xfrm>
            <a:off x="3782387" y="2740103"/>
            <a:ext cx="4118513" cy="0"/>
          </a:xfrm>
          <a:custGeom>
            <a:avLst/>
            <a:gdLst/>
            <a:ahLst/>
            <a:cxnLst/>
            <a:rect l="l" t="t" r="r" b="b"/>
            <a:pathLst>
              <a:path w="4118513" h="0">
                <a:moveTo>
                  <a:pt x="0" y="0"/>
                </a:moveTo>
                <a:lnTo>
                  <a:pt x="4118513" y="0"/>
                </a:lnTo>
              </a:path>
            </a:pathLst>
          </a:custGeom>
          <a:ln w="2288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4" name="object 124"/>
          <p:cNvSpPr/>
          <p:nvPr/>
        </p:nvSpPr>
        <p:spPr>
          <a:xfrm>
            <a:off x="3630578" y="2667573"/>
            <a:ext cx="166707" cy="141623"/>
          </a:xfrm>
          <a:custGeom>
            <a:avLst/>
            <a:gdLst/>
            <a:ahLst/>
            <a:cxnLst/>
            <a:rect l="l" t="t" r="r" b="b"/>
            <a:pathLst>
              <a:path w="166707" h="141623">
                <a:moveTo>
                  <a:pt x="166707" y="141623"/>
                </a:moveTo>
                <a:lnTo>
                  <a:pt x="166707" y="0"/>
                </a:lnTo>
                <a:lnTo>
                  <a:pt x="0" y="72529"/>
                </a:lnTo>
                <a:lnTo>
                  <a:pt x="166707" y="1416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5" name="object 125"/>
          <p:cNvSpPr/>
          <p:nvPr/>
        </p:nvSpPr>
        <p:spPr>
          <a:xfrm>
            <a:off x="7886003" y="2667573"/>
            <a:ext cx="166707" cy="141623"/>
          </a:xfrm>
          <a:custGeom>
            <a:avLst/>
            <a:gdLst/>
            <a:ahLst/>
            <a:cxnLst/>
            <a:rect l="l" t="t" r="r" b="b"/>
            <a:pathLst>
              <a:path w="166707" h="141623">
                <a:moveTo>
                  <a:pt x="0" y="0"/>
                </a:moveTo>
                <a:lnTo>
                  <a:pt x="0" y="141623"/>
                </a:lnTo>
                <a:lnTo>
                  <a:pt x="166707" y="725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6" name="object 126"/>
          <p:cNvSpPr/>
          <p:nvPr/>
        </p:nvSpPr>
        <p:spPr>
          <a:xfrm>
            <a:off x="3765999" y="3513500"/>
            <a:ext cx="401795" cy="859058"/>
          </a:xfrm>
          <a:custGeom>
            <a:avLst/>
            <a:gdLst/>
            <a:ahLst/>
            <a:cxnLst/>
            <a:rect l="l" t="t" r="r" b="b"/>
            <a:pathLst>
              <a:path w="401795" h="859058">
                <a:moveTo>
                  <a:pt x="220339" y="328235"/>
                </a:moveTo>
                <a:lnTo>
                  <a:pt x="172666" y="431647"/>
                </a:lnTo>
                <a:lnTo>
                  <a:pt x="0" y="0"/>
                </a:lnTo>
                <a:lnTo>
                  <a:pt x="181604" y="530746"/>
                </a:lnTo>
                <a:lnTo>
                  <a:pt x="229278" y="431647"/>
                </a:lnTo>
                <a:lnTo>
                  <a:pt x="401795" y="859058"/>
                </a:lnTo>
                <a:lnTo>
                  <a:pt x="220339" y="3282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7" name="object 127"/>
          <p:cNvSpPr/>
          <p:nvPr/>
        </p:nvSpPr>
        <p:spPr>
          <a:xfrm>
            <a:off x="3765999" y="3513500"/>
            <a:ext cx="401795" cy="859058"/>
          </a:xfrm>
          <a:custGeom>
            <a:avLst/>
            <a:gdLst/>
            <a:ahLst/>
            <a:cxnLst/>
            <a:rect l="l" t="t" r="r" b="b"/>
            <a:pathLst>
              <a:path w="401795" h="859058">
                <a:moveTo>
                  <a:pt x="401795" y="859058"/>
                </a:moveTo>
                <a:lnTo>
                  <a:pt x="220339" y="328235"/>
                </a:lnTo>
                <a:lnTo>
                  <a:pt x="172666" y="431647"/>
                </a:lnTo>
                <a:lnTo>
                  <a:pt x="0" y="0"/>
                </a:lnTo>
                <a:lnTo>
                  <a:pt x="181604" y="530746"/>
                </a:lnTo>
                <a:lnTo>
                  <a:pt x="229278" y="431647"/>
                </a:lnTo>
                <a:lnTo>
                  <a:pt x="401795" y="859058"/>
                </a:lnTo>
                <a:close/>
              </a:path>
            </a:pathLst>
          </a:custGeom>
          <a:ln w="312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8" name="object 128"/>
          <p:cNvSpPr/>
          <p:nvPr/>
        </p:nvSpPr>
        <p:spPr>
          <a:xfrm>
            <a:off x="7114741" y="3771171"/>
            <a:ext cx="1986480" cy="1271332"/>
          </a:xfrm>
          <a:custGeom>
            <a:avLst/>
            <a:gdLst/>
            <a:ahLst/>
            <a:cxnLst/>
            <a:rect l="l" t="t" r="r" b="b"/>
            <a:pathLst>
              <a:path w="1986480" h="1271332">
                <a:moveTo>
                  <a:pt x="0" y="633776"/>
                </a:moveTo>
                <a:lnTo>
                  <a:pt x="5959" y="565159"/>
                </a:lnTo>
                <a:lnTo>
                  <a:pt x="23836" y="500360"/>
                </a:lnTo>
                <a:lnTo>
                  <a:pt x="50652" y="431266"/>
                </a:lnTo>
                <a:lnTo>
                  <a:pt x="92217" y="366466"/>
                </a:lnTo>
                <a:lnTo>
                  <a:pt x="142870" y="305484"/>
                </a:lnTo>
                <a:lnTo>
                  <a:pt x="202461" y="252117"/>
                </a:lnTo>
                <a:lnTo>
                  <a:pt x="270843" y="198750"/>
                </a:lnTo>
                <a:lnTo>
                  <a:pt x="351589" y="148705"/>
                </a:lnTo>
                <a:lnTo>
                  <a:pt x="435017" y="106790"/>
                </a:lnTo>
                <a:lnTo>
                  <a:pt x="527235" y="72472"/>
                </a:lnTo>
                <a:lnTo>
                  <a:pt x="625412" y="45808"/>
                </a:lnTo>
                <a:lnTo>
                  <a:pt x="726717" y="22904"/>
                </a:lnTo>
                <a:lnTo>
                  <a:pt x="833833" y="7634"/>
                </a:lnTo>
                <a:lnTo>
                  <a:pt x="937969" y="0"/>
                </a:lnTo>
                <a:lnTo>
                  <a:pt x="1048213" y="0"/>
                </a:lnTo>
                <a:lnTo>
                  <a:pt x="1152647" y="7634"/>
                </a:lnTo>
                <a:lnTo>
                  <a:pt x="1259912" y="22904"/>
                </a:lnTo>
                <a:lnTo>
                  <a:pt x="1361068" y="45808"/>
                </a:lnTo>
                <a:lnTo>
                  <a:pt x="1459245" y="72472"/>
                </a:lnTo>
                <a:lnTo>
                  <a:pt x="1551612" y="106790"/>
                </a:lnTo>
                <a:lnTo>
                  <a:pt x="1634891" y="148705"/>
                </a:lnTo>
                <a:lnTo>
                  <a:pt x="1715339" y="198750"/>
                </a:lnTo>
                <a:lnTo>
                  <a:pt x="1783721" y="252117"/>
                </a:lnTo>
                <a:lnTo>
                  <a:pt x="1843312" y="305484"/>
                </a:lnTo>
                <a:lnTo>
                  <a:pt x="1894263" y="366466"/>
                </a:lnTo>
                <a:lnTo>
                  <a:pt x="1935977" y="431266"/>
                </a:lnTo>
                <a:lnTo>
                  <a:pt x="1962793" y="500360"/>
                </a:lnTo>
                <a:lnTo>
                  <a:pt x="1980521" y="565159"/>
                </a:lnTo>
                <a:lnTo>
                  <a:pt x="1986480" y="633776"/>
                </a:lnTo>
                <a:lnTo>
                  <a:pt x="1980521" y="702393"/>
                </a:lnTo>
                <a:lnTo>
                  <a:pt x="1962793" y="771488"/>
                </a:lnTo>
                <a:lnTo>
                  <a:pt x="1935977" y="840105"/>
                </a:lnTo>
                <a:lnTo>
                  <a:pt x="1894263" y="901106"/>
                </a:lnTo>
                <a:lnTo>
                  <a:pt x="1843312" y="962088"/>
                </a:lnTo>
                <a:lnTo>
                  <a:pt x="1783721" y="1019272"/>
                </a:lnTo>
                <a:lnTo>
                  <a:pt x="1715339" y="1073116"/>
                </a:lnTo>
                <a:lnTo>
                  <a:pt x="1634891" y="1122665"/>
                </a:lnTo>
                <a:lnTo>
                  <a:pt x="1551612" y="1160782"/>
                </a:lnTo>
                <a:lnTo>
                  <a:pt x="1459245" y="1198898"/>
                </a:lnTo>
                <a:lnTo>
                  <a:pt x="1361068" y="1225581"/>
                </a:lnTo>
                <a:lnTo>
                  <a:pt x="1259912" y="1248466"/>
                </a:lnTo>
                <a:lnTo>
                  <a:pt x="1152647" y="1263717"/>
                </a:lnTo>
                <a:lnTo>
                  <a:pt x="1048213" y="1271332"/>
                </a:lnTo>
                <a:lnTo>
                  <a:pt x="937969" y="1271332"/>
                </a:lnTo>
                <a:lnTo>
                  <a:pt x="833833" y="1263717"/>
                </a:lnTo>
                <a:lnTo>
                  <a:pt x="726717" y="1248466"/>
                </a:lnTo>
                <a:lnTo>
                  <a:pt x="625412" y="1225581"/>
                </a:lnTo>
                <a:lnTo>
                  <a:pt x="527235" y="1198898"/>
                </a:lnTo>
                <a:lnTo>
                  <a:pt x="435017" y="1160782"/>
                </a:lnTo>
                <a:lnTo>
                  <a:pt x="351589" y="1122665"/>
                </a:lnTo>
                <a:lnTo>
                  <a:pt x="270843" y="1073116"/>
                </a:lnTo>
                <a:lnTo>
                  <a:pt x="202461" y="1019272"/>
                </a:lnTo>
                <a:lnTo>
                  <a:pt x="142870" y="962088"/>
                </a:lnTo>
                <a:lnTo>
                  <a:pt x="92217" y="901106"/>
                </a:lnTo>
                <a:lnTo>
                  <a:pt x="50652" y="840105"/>
                </a:lnTo>
                <a:lnTo>
                  <a:pt x="23836" y="771488"/>
                </a:lnTo>
                <a:lnTo>
                  <a:pt x="5959" y="702393"/>
                </a:lnTo>
                <a:lnTo>
                  <a:pt x="0" y="633776"/>
                </a:lnTo>
              </a:path>
            </a:pathLst>
          </a:custGeom>
          <a:ln w="2142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9" name="object 129"/>
          <p:cNvSpPr/>
          <p:nvPr/>
        </p:nvSpPr>
        <p:spPr>
          <a:xfrm>
            <a:off x="8055690" y="3645008"/>
            <a:ext cx="41714" cy="88180"/>
          </a:xfrm>
          <a:custGeom>
            <a:avLst/>
            <a:gdLst/>
            <a:ahLst/>
            <a:cxnLst/>
            <a:rect l="l" t="t" r="r" b="b"/>
            <a:pathLst>
              <a:path w="41714" h="88180">
                <a:moveTo>
                  <a:pt x="5959" y="15651"/>
                </a:moveTo>
                <a:lnTo>
                  <a:pt x="20857" y="0"/>
                </a:lnTo>
                <a:lnTo>
                  <a:pt x="35754" y="15651"/>
                </a:lnTo>
                <a:lnTo>
                  <a:pt x="41714" y="69094"/>
                </a:lnTo>
                <a:lnTo>
                  <a:pt x="20857" y="88180"/>
                </a:lnTo>
                <a:lnTo>
                  <a:pt x="0" y="69094"/>
                </a:lnTo>
                <a:lnTo>
                  <a:pt x="5959" y="15651"/>
                </a:lnTo>
                <a:close/>
              </a:path>
            </a:pathLst>
          </a:custGeom>
          <a:ln w="1877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0" name="object 130"/>
          <p:cNvSpPr/>
          <p:nvPr/>
        </p:nvSpPr>
        <p:spPr>
          <a:xfrm>
            <a:off x="7966451" y="4317283"/>
            <a:ext cx="220190" cy="68617"/>
          </a:xfrm>
          <a:custGeom>
            <a:avLst/>
            <a:gdLst/>
            <a:ahLst/>
            <a:cxnLst/>
            <a:rect l="l" t="t" r="r" b="b"/>
            <a:pathLst>
              <a:path w="220190" h="68617">
                <a:moveTo>
                  <a:pt x="0" y="68617"/>
                </a:moveTo>
                <a:lnTo>
                  <a:pt x="110095" y="0"/>
                </a:lnTo>
                <a:lnTo>
                  <a:pt x="220190" y="68617"/>
                </a:lnTo>
              </a:path>
            </a:pathLst>
          </a:custGeom>
          <a:ln w="2243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1" name="object 131"/>
          <p:cNvSpPr/>
          <p:nvPr/>
        </p:nvSpPr>
        <p:spPr>
          <a:xfrm>
            <a:off x="7966451" y="3606834"/>
            <a:ext cx="220190" cy="851480"/>
          </a:xfrm>
          <a:custGeom>
            <a:avLst/>
            <a:gdLst/>
            <a:ahLst/>
            <a:cxnLst/>
            <a:rect l="l" t="t" r="r" b="b"/>
            <a:pathLst>
              <a:path w="220190" h="851480">
                <a:moveTo>
                  <a:pt x="110095" y="0"/>
                </a:moveTo>
                <a:lnTo>
                  <a:pt x="110095" y="851480"/>
                </a:lnTo>
                <a:lnTo>
                  <a:pt x="0" y="779065"/>
                </a:lnTo>
                <a:lnTo>
                  <a:pt x="110095" y="0"/>
                </a:lnTo>
                <a:lnTo>
                  <a:pt x="220190" y="779065"/>
                </a:lnTo>
                <a:lnTo>
                  <a:pt x="110095" y="851480"/>
                </a:lnTo>
              </a:path>
            </a:pathLst>
          </a:custGeom>
          <a:ln w="1817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2" name="object 132"/>
          <p:cNvSpPr/>
          <p:nvPr/>
        </p:nvSpPr>
        <p:spPr>
          <a:xfrm>
            <a:off x="8049731" y="3801710"/>
            <a:ext cx="53632" cy="19086"/>
          </a:xfrm>
          <a:custGeom>
            <a:avLst/>
            <a:gdLst/>
            <a:ahLst/>
            <a:cxnLst/>
            <a:rect l="l" t="t" r="r" b="b"/>
            <a:pathLst>
              <a:path w="53632" h="19086">
                <a:moveTo>
                  <a:pt x="0" y="0"/>
                </a:moveTo>
                <a:lnTo>
                  <a:pt x="26816" y="19086"/>
                </a:lnTo>
                <a:lnTo>
                  <a:pt x="53632" y="0"/>
                </a:lnTo>
              </a:path>
            </a:pathLst>
          </a:custGeom>
          <a:ln w="2231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3" name="object 133"/>
          <p:cNvSpPr/>
          <p:nvPr/>
        </p:nvSpPr>
        <p:spPr>
          <a:xfrm>
            <a:off x="8040792" y="3866510"/>
            <a:ext cx="71509" cy="22885"/>
          </a:xfrm>
          <a:custGeom>
            <a:avLst/>
            <a:gdLst/>
            <a:ahLst/>
            <a:cxnLst/>
            <a:rect l="l" t="t" r="r" b="b"/>
            <a:pathLst>
              <a:path w="71509" h="22885">
                <a:moveTo>
                  <a:pt x="0" y="0"/>
                </a:moveTo>
                <a:lnTo>
                  <a:pt x="35754" y="22885"/>
                </a:lnTo>
                <a:lnTo>
                  <a:pt x="71509" y="0"/>
                </a:lnTo>
              </a:path>
            </a:pathLst>
          </a:custGeom>
          <a:ln w="22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4" name="object 134"/>
          <p:cNvSpPr/>
          <p:nvPr/>
        </p:nvSpPr>
        <p:spPr>
          <a:xfrm>
            <a:off x="8031853" y="3931329"/>
            <a:ext cx="89387" cy="30958"/>
          </a:xfrm>
          <a:custGeom>
            <a:avLst/>
            <a:gdLst/>
            <a:ahLst/>
            <a:cxnLst/>
            <a:rect l="l" t="t" r="r" b="b"/>
            <a:pathLst>
              <a:path w="89387" h="30958">
                <a:moveTo>
                  <a:pt x="0" y="0"/>
                </a:moveTo>
                <a:lnTo>
                  <a:pt x="44693" y="30958"/>
                </a:lnTo>
                <a:lnTo>
                  <a:pt x="89387" y="0"/>
                </a:lnTo>
              </a:path>
            </a:pathLst>
          </a:custGeom>
          <a:ln w="2234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5" name="object 135"/>
          <p:cNvSpPr/>
          <p:nvPr/>
        </p:nvSpPr>
        <p:spPr>
          <a:xfrm>
            <a:off x="8020084" y="3996605"/>
            <a:ext cx="110095" cy="38116"/>
          </a:xfrm>
          <a:custGeom>
            <a:avLst/>
            <a:gdLst/>
            <a:ahLst/>
            <a:cxnLst/>
            <a:rect l="l" t="t" r="r" b="b"/>
            <a:pathLst>
              <a:path w="110095" h="38116">
                <a:moveTo>
                  <a:pt x="0" y="0"/>
                </a:moveTo>
                <a:lnTo>
                  <a:pt x="56462" y="38116"/>
                </a:lnTo>
                <a:lnTo>
                  <a:pt x="110095" y="0"/>
                </a:lnTo>
              </a:path>
            </a:pathLst>
          </a:custGeom>
          <a:ln w="2234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6" name="object 136"/>
          <p:cNvSpPr/>
          <p:nvPr/>
        </p:nvSpPr>
        <p:spPr>
          <a:xfrm>
            <a:off x="8011145" y="4061405"/>
            <a:ext cx="130952" cy="41933"/>
          </a:xfrm>
          <a:custGeom>
            <a:avLst/>
            <a:gdLst/>
            <a:ahLst/>
            <a:cxnLst/>
            <a:rect l="l" t="t" r="r" b="b"/>
            <a:pathLst>
              <a:path w="130952" h="41933">
                <a:moveTo>
                  <a:pt x="0" y="0"/>
                </a:moveTo>
                <a:lnTo>
                  <a:pt x="65401" y="41933"/>
                </a:lnTo>
                <a:lnTo>
                  <a:pt x="130952" y="0"/>
                </a:lnTo>
              </a:path>
            </a:pathLst>
          </a:custGeom>
          <a:ln w="22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7" name="object 137"/>
          <p:cNvSpPr/>
          <p:nvPr/>
        </p:nvSpPr>
        <p:spPr>
          <a:xfrm>
            <a:off x="8002206" y="4126205"/>
            <a:ext cx="145850" cy="49549"/>
          </a:xfrm>
          <a:custGeom>
            <a:avLst/>
            <a:gdLst/>
            <a:ahLst/>
            <a:cxnLst/>
            <a:rect l="l" t="t" r="r" b="b"/>
            <a:pathLst>
              <a:path w="145850" h="49549">
                <a:moveTo>
                  <a:pt x="0" y="0"/>
                </a:moveTo>
                <a:lnTo>
                  <a:pt x="74340" y="49549"/>
                </a:lnTo>
                <a:lnTo>
                  <a:pt x="145850" y="0"/>
                </a:lnTo>
              </a:path>
            </a:pathLst>
          </a:custGeom>
          <a:ln w="2236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8" name="object 138"/>
          <p:cNvSpPr/>
          <p:nvPr/>
        </p:nvSpPr>
        <p:spPr>
          <a:xfrm>
            <a:off x="7993268" y="4191004"/>
            <a:ext cx="166707" cy="53843"/>
          </a:xfrm>
          <a:custGeom>
            <a:avLst/>
            <a:gdLst/>
            <a:ahLst/>
            <a:cxnLst/>
            <a:rect l="l" t="t" r="r" b="b"/>
            <a:pathLst>
              <a:path w="166707" h="53843">
                <a:moveTo>
                  <a:pt x="0" y="0"/>
                </a:moveTo>
                <a:lnTo>
                  <a:pt x="83279" y="53843"/>
                </a:lnTo>
                <a:lnTo>
                  <a:pt x="166707" y="0"/>
                </a:lnTo>
              </a:path>
            </a:pathLst>
          </a:custGeom>
          <a:ln w="2240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9" name="object 139"/>
          <p:cNvSpPr/>
          <p:nvPr/>
        </p:nvSpPr>
        <p:spPr>
          <a:xfrm>
            <a:off x="7984329" y="4256281"/>
            <a:ext cx="184584" cy="61001"/>
          </a:xfrm>
          <a:custGeom>
            <a:avLst/>
            <a:gdLst/>
            <a:ahLst/>
            <a:cxnLst/>
            <a:rect l="l" t="t" r="r" b="b"/>
            <a:pathLst>
              <a:path w="184584" h="61001">
                <a:moveTo>
                  <a:pt x="0" y="0"/>
                </a:moveTo>
                <a:lnTo>
                  <a:pt x="92217" y="61001"/>
                </a:lnTo>
                <a:lnTo>
                  <a:pt x="184584" y="0"/>
                </a:lnTo>
              </a:path>
            </a:pathLst>
          </a:custGeom>
          <a:ln w="2238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0" name="object 140"/>
          <p:cNvSpPr/>
          <p:nvPr/>
        </p:nvSpPr>
        <p:spPr>
          <a:xfrm>
            <a:off x="7975390" y="4321100"/>
            <a:ext cx="202312" cy="64799"/>
          </a:xfrm>
          <a:custGeom>
            <a:avLst/>
            <a:gdLst/>
            <a:ahLst/>
            <a:cxnLst/>
            <a:rect l="l" t="t" r="r" b="b"/>
            <a:pathLst>
              <a:path w="202312" h="64799">
                <a:moveTo>
                  <a:pt x="0" y="0"/>
                </a:moveTo>
                <a:lnTo>
                  <a:pt x="101156" y="64799"/>
                </a:lnTo>
                <a:lnTo>
                  <a:pt x="202312" y="0"/>
                </a:lnTo>
              </a:path>
            </a:pathLst>
          </a:custGeom>
          <a:ln w="22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1" name="object 141"/>
          <p:cNvSpPr/>
          <p:nvPr/>
        </p:nvSpPr>
        <p:spPr>
          <a:xfrm>
            <a:off x="7966451" y="3572478"/>
            <a:ext cx="83279" cy="34356"/>
          </a:xfrm>
          <a:custGeom>
            <a:avLst/>
            <a:gdLst/>
            <a:ahLst/>
            <a:cxnLst/>
            <a:rect l="l" t="t" r="r" b="b"/>
            <a:pathLst>
              <a:path w="83279" h="34356">
                <a:moveTo>
                  <a:pt x="83279" y="34356"/>
                </a:moveTo>
                <a:lnTo>
                  <a:pt x="26816" y="30538"/>
                </a:lnTo>
                <a:lnTo>
                  <a:pt x="56462" y="3817"/>
                </a:lnTo>
                <a:lnTo>
                  <a:pt x="0" y="0"/>
                </a:lnTo>
              </a:path>
            </a:pathLst>
          </a:custGeom>
          <a:ln w="2215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2" name="object 142"/>
          <p:cNvSpPr/>
          <p:nvPr/>
        </p:nvSpPr>
        <p:spPr>
          <a:xfrm>
            <a:off x="8091445" y="3568660"/>
            <a:ext cx="95197" cy="41990"/>
          </a:xfrm>
          <a:custGeom>
            <a:avLst/>
            <a:gdLst/>
            <a:ahLst/>
            <a:cxnLst/>
            <a:rect l="l" t="t" r="r" b="b"/>
            <a:pathLst>
              <a:path w="95197" h="41990">
                <a:moveTo>
                  <a:pt x="95197" y="3817"/>
                </a:moveTo>
                <a:lnTo>
                  <a:pt x="38734" y="41990"/>
                </a:lnTo>
                <a:lnTo>
                  <a:pt x="56611" y="0"/>
                </a:lnTo>
                <a:lnTo>
                  <a:pt x="0" y="38173"/>
                </a:lnTo>
              </a:path>
            </a:pathLst>
          </a:custGeom>
          <a:ln w="220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3" name="object 143"/>
          <p:cNvSpPr/>
          <p:nvPr/>
        </p:nvSpPr>
        <p:spPr>
          <a:xfrm>
            <a:off x="8061649" y="3450513"/>
            <a:ext cx="29795" cy="141051"/>
          </a:xfrm>
          <a:custGeom>
            <a:avLst/>
            <a:gdLst/>
            <a:ahLst/>
            <a:cxnLst/>
            <a:rect l="l" t="t" r="r" b="b"/>
            <a:pathLst>
              <a:path w="29795" h="141051">
                <a:moveTo>
                  <a:pt x="14897" y="141051"/>
                </a:moveTo>
                <a:lnTo>
                  <a:pt x="0" y="53443"/>
                </a:lnTo>
                <a:lnTo>
                  <a:pt x="29795" y="87608"/>
                </a:lnTo>
                <a:lnTo>
                  <a:pt x="14897" y="0"/>
                </a:lnTo>
              </a:path>
            </a:pathLst>
          </a:custGeom>
          <a:ln w="1807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4" name="object 144"/>
          <p:cNvSpPr/>
          <p:nvPr/>
        </p:nvSpPr>
        <p:spPr>
          <a:xfrm>
            <a:off x="7972411" y="4519774"/>
            <a:ext cx="208361" cy="301628"/>
          </a:xfrm>
          <a:custGeom>
            <a:avLst/>
            <a:gdLst/>
            <a:ahLst/>
            <a:cxnLst/>
            <a:rect l="l" t="t" r="r" b="b"/>
            <a:pathLst>
              <a:path w="208361" h="301628">
                <a:moveTo>
                  <a:pt x="0" y="301628"/>
                </a:moveTo>
                <a:lnTo>
                  <a:pt x="208361" y="301628"/>
                </a:lnTo>
                <a:lnTo>
                  <a:pt x="208361" y="0"/>
                </a:lnTo>
                <a:lnTo>
                  <a:pt x="0" y="0"/>
                </a:lnTo>
                <a:lnTo>
                  <a:pt x="0" y="30162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5" name="object 145"/>
          <p:cNvSpPr/>
          <p:nvPr/>
        </p:nvSpPr>
        <p:spPr>
          <a:xfrm>
            <a:off x="8663373" y="3900828"/>
            <a:ext cx="26816" cy="45751"/>
          </a:xfrm>
          <a:custGeom>
            <a:avLst/>
            <a:gdLst/>
            <a:ahLst/>
            <a:cxnLst/>
            <a:rect l="l" t="t" r="r" b="b"/>
            <a:pathLst>
              <a:path w="26816" h="45751">
                <a:moveTo>
                  <a:pt x="26816" y="11432"/>
                </a:moveTo>
                <a:lnTo>
                  <a:pt x="26816" y="0"/>
                </a:lnTo>
                <a:lnTo>
                  <a:pt x="23836" y="0"/>
                </a:lnTo>
                <a:lnTo>
                  <a:pt x="23836" y="3817"/>
                </a:lnTo>
                <a:lnTo>
                  <a:pt x="20857" y="3817"/>
                </a:lnTo>
                <a:lnTo>
                  <a:pt x="20857" y="7615"/>
                </a:lnTo>
                <a:lnTo>
                  <a:pt x="23836" y="7615"/>
                </a:lnTo>
                <a:lnTo>
                  <a:pt x="26816" y="11432"/>
                </a:lnTo>
                <a:close/>
              </a:path>
              <a:path w="26816" h="45751">
                <a:moveTo>
                  <a:pt x="56462" y="-26683"/>
                </a:moveTo>
                <a:lnTo>
                  <a:pt x="50503" y="-30500"/>
                </a:lnTo>
                <a:lnTo>
                  <a:pt x="47524" y="-34318"/>
                </a:lnTo>
                <a:lnTo>
                  <a:pt x="41565" y="-34318"/>
                </a:lnTo>
                <a:lnTo>
                  <a:pt x="38585" y="-30500"/>
                </a:lnTo>
                <a:lnTo>
                  <a:pt x="35754" y="-30500"/>
                </a:lnTo>
                <a:lnTo>
                  <a:pt x="32775" y="-26683"/>
                </a:lnTo>
                <a:lnTo>
                  <a:pt x="29795" y="-22865"/>
                </a:lnTo>
                <a:lnTo>
                  <a:pt x="26816" y="-15250"/>
                </a:lnTo>
                <a:lnTo>
                  <a:pt x="26816" y="7615"/>
                </a:lnTo>
                <a:lnTo>
                  <a:pt x="29795" y="7615"/>
                </a:lnTo>
                <a:lnTo>
                  <a:pt x="26816" y="11432"/>
                </a:lnTo>
                <a:lnTo>
                  <a:pt x="23836" y="11432"/>
                </a:lnTo>
                <a:lnTo>
                  <a:pt x="20857" y="19048"/>
                </a:lnTo>
                <a:lnTo>
                  <a:pt x="20857" y="15250"/>
                </a:lnTo>
                <a:lnTo>
                  <a:pt x="17877" y="11432"/>
                </a:lnTo>
                <a:lnTo>
                  <a:pt x="14897" y="7615"/>
                </a:lnTo>
                <a:lnTo>
                  <a:pt x="11918" y="7615"/>
                </a:lnTo>
                <a:lnTo>
                  <a:pt x="11918" y="3817"/>
                </a:lnTo>
                <a:lnTo>
                  <a:pt x="5959" y="3817"/>
                </a:lnTo>
                <a:lnTo>
                  <a:pt x="2979" y="7615"/>
                </a:lnTo>
                <a:lnTo>
                  <a:pt x="0" y="11432"/>
                </a:lnTo>
                <a:lnTo>
                  <a:pt x="0" y="30500"/>
                </a:lnTo>
                <a:lnTo>
                  <a:pt x="2979" y="34298"/>
                </a:lnTo>
                <a:lnTo>
                  <a:pt x="77319" y="34298"/>
                </a:lnTo>
                <a:lnTo>
                  <a:pt x="62422" y="26683"/>
                </a:lnTo>
                <a:lnTo>
                  <a:pt x="59442" y="22865"/>
                </a:lnTo>
                <a:lnTo>
                  <a:pt x="53483" y="22865"/>
                </a:lnTo>
                <a:lnTo>
                  <a:pt x="50503" y="19048"/>
                </a:lnTo>
                <a:lnTo>
                  <a:pt x="44544" y="19048"/>
                </a:lnTo>
                <a:lnTo>
                  <a:pt x="47524" y="15250"/>
                </a:lnTo>
                <a:lnTo>
                  <a:pt x="44544" y="15250"/>
                </a:lnTo>
                <a:lnTo>
                  <a:pt x="44544" y="11432"/>
                </a:lnTo>
                <a:lnTo>
                  <a:pt x="56462" y="11432"/>
                </a:lnTo>
                <a:lnTo>
                  <a:pt x="56462" y="0"/>
                </a:lnTo>
                <a:lnTo>
                  <a:pt x="59442" y="0"/>
                </a:lnTo>
                <a:lnTo>
                  <a:pt x="59442" y="-3817"/>
                </a:lnTo>
                <a:lnTo>
                  <a:pt x="56462" y="-7634"/>
                </a:lnTo>
                <a:lnTo>
                  <a:pt x="56462" y="-11432"/>
                </a:lnTo>
                <a:lnTo>
                  <a:pt x="59442" y="-11432"/>
                </a:lnTo>
                <a:lnTo>
                  <a:pt x="56462" y="-15250"/>
                </a:lnTo>
                <a:lnTo>
                  <a:pt x="56462" y="-266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6" name="object 146"/>
          <p:cNvSpPr/>
          <p:nvPr/>
        </p:nvSpPr>
        <p:spPr>
          <a:xfrm>
            <a:off x="8844978" y="3992788"/>
            <a:ext cx="101156" cy="64799"/>
          </a:xfrm>
          <a:custGeom>
            <a:avLst/>
            <a:gdLst/>
            <a:ahLst/>
            <a:cxnLst/>
            <a:rect l="l" t="t" r="r" b="b"/>
            <a:pathLst>
              <a:path w="101156" h="64799">
                <a:moveTo>
                  <a:pt x="44544" y="3817"/>
                </a:moveTo>
                <a:lnTo>
                  <a:pt x="35605" y="3817"/>
                </a:lnTo>
                <a:lnTo>
                  <a:pt x="29646" y="7615"/>
                </a:lnTo>
                <a:lnTo>
                  <a:pt x="26667" y="11432"/>
                </a:lnTo>
                <a:lnTo>
                  <a:pt x="20708" y="11432"/>
                </a:lnTo>
                <a:lnTo>
                  <a:pt x="17728" y="15250"/>
                </a:lnTo>
                <a:lnTo>
                  <a:pt x="14748" y="19067"/>
                </a:lnTo>
                <a:lnTo>
                  <a:pt x="11769" y="26683"/>
                </a:lnTo>
                <a:lnTo>
                  <a:pt x="8789" y="30500"/>
                </a:lnTo>
                <a:lnTo>
                  <a:pt x="5959" y="34298"/>
                </a:lnTo>
                <a:lnTo>
                  <a:pt x="2979" y="41933"/>
                </a:lnTo>
                <a:lnTo>
                  <a:pt x="2979" y="45751"/>
                </a:lnTo>
                <a:lnTo>
                  <a:pt x="0" y="53366"/>
                </a:lnTo>
                <a:lnTo>
                  <a:pt x="0" y="64799"/>
                </a:lnTo>
                <a:lnTo>
                  <a:pt x="101156" y="64799"/>
                </a:lnTo>
                <a:lnTo>
                  <a:pt x="98176" y="60982"/>
                </a:lnTo>
                <a:lnTo>
                  <a:pt x="98176" y="45751"/>
                </a:lnTo>
                <a:lnTo>
                  <a:pt x="95197" y="41933"/>
                </a:lnTo>
                <a:lnTo>
                  <a:pt x="95197" y="34298"/>
                </a:lnTo>
                <a:lnTo>
                  <a:pt x="92217" y="30500"/>
                </a:lnTo>
                <a:lnTo>
                  <a:pt x="89238" y="26683"/>
                </a:lnTo>
                <a:lnTo>
                  <a:pt x="86258" y="19067"/>
                </a:lnTo>
                <a:lnTo>
                  <a:pt x="80299" y="15250"/>
                </a:lnTo>
                <a:lnTo>
                  <a:pt x="77319" y="11432"/>
                </a:lnTo>
                <a:lnTo>
                  <a:pt x="74340" y="11432"/>
                </a:lnTo>
                <a:lnTo>
                  <a:pt x="68381" y="7615"/>
                </a:lnTo>
                <a:lnTo>
                  <a:pt x="65401" y="3817"/>
                </a:lnTo>
                <a:lnTo>
                  <a:pt x="53483" y="3817"/>
                </a:lnTo>
                <a:lnTo>
                  <a:pt x="50503" y="0"/>
                </a:lnTo>
                <a:lnTo>
                  <a:pt x="44544" y="381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7" name="object 147"/>
          <p:cNvSpPr/>
          <p:nvPr/>
        </p:nvSpPr>
        <p:spPr>
          <a:xfrm>
            <a:off x="8496666" y="3992788"/>
            <a:ext cx="101156" cy="64799"/>
          </a:xfrm>
          <a:custGeom>
            <a:avLst/>
            <a:gdLst/>
            <a:ahLst/>
            <a:cxnLst/>
            <a:rect l="l" t="t" r="r" b="b"/>
            <a:pathLst>
              <a:path w="101156" h="64799">
                <a:moveTo>
                  <a:pt x="101156" y="60982"/>
                </a:moveTo>
                <a:lnTo>
                  <a:pt x="101156" y="53366"/>
                </a:lnTo>
                <a:lnTo>
                  <a:pt x="98176" y="45751"/>
                </a:lnTo>
                <a:lnTo>
                  <a:pt x="98176" y="41933"/>
                </a:lnTo>
                <a:lnTo>
                  <a:pt x="95197" y="34298"/>
                </a:lnTo>
                <a:lnTo>
                  <a:pt x="92217" y="30500"/>
                </a:lnTo>
                <a:lnTo>
                  <a:pt x="89238" y="26683"/>
                </a:lnTo>
                <a:lnTo>
                  <a:pt x="86258" y="19067"/>
                </a:lnTo>
                <a:lnTo>
                  <a:pt x="83279" y="15250"/>
                </a:lnTo>
                <a:lnTo>
                  <a:pt x="80299" y="11432"/>
                </a:lnTo>
                <a:lnTo>
                  <a:pt x="74340" y="11432"/>
                </a:lnTo>
                <a:lnTo>
                  <a:pt x="71360" y="7615"/>
                </a:lnTo>
                <a:lnTo>
                  <a:pt x="65401" y="3817"/>
                </a:lnTo>
                <a:lnTo>
                  <a:pt x="56462" y="3817"/>
                </a:lnTo>
                <a:lnTo>
                  <a:pt x="50652" y="0"/>
                </a:lnTo>
                <a:lnTo>
                  <a:pt x="47673" y="3817"/>
                </a:lnTo>
                <a:lnTo>
                  <a:pt x="35754" y="3817"/>
                </a:lnTo>
                <a:lnTo>
                  <a:pt x="32775" y="7615"/>
                </a:lnTo>
                <a:lnTo>
                  <a:pt x="26816" y="11432"/>
                </a:lnTo>
                <a:lnTo>
                  <a:pt x="23836" y="11432"/>
                </a:lnTo>
                <a:lnTo>
                  <a:pt x="20857" y="15250"/>
                </a:lnTo>
                <a:lnTo>
                  <a:pt x="14897" y="19067"/>
                </a:lnTo>
                <a:lnTo>
                  <a:pt x="11918" y="26683"/>
                </a:lnTo>
                <a:lnTo>
                  <a:pt x="8938" y="30500"/>
                </a:lnTo>
                <a:lnTo>
                  <a:pt x="5959" y="34298"/>
                </a:lnTo>
                <a:lnTo>
                  <a:pt x="5959" y="41933"/>
                </a:lnTo>
                <a:lnTo>
                  <a:pt x="2979" y="45751"/>
                </a:lnTo>
                <a:lnTo>
                  <a:pt x="2979" y="60982"/>
                </a:lnTo>
                <a:lnTo>
                  <a:pt x="0" y="64799"/>
                </a:lnTo>
                <a:lnTo>
                  <a:pt x="101156" y="64799"/>
                </a:lnTo>
                <a:lnTo>
                  <a:pt x="101156" y="6098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8" name="object 148"/>
          <p:cNvSpPr/>
          <p:nvPr/>
        </p:nvSpPr>
        <p:spPr>
          <a:xfrm>
            <a:off x="8505605" y="4004221"/>
            <a:ext cx="86258" cy="110550"/>
          </a:xfrm>
          <a:custGeom>
            <a:avLst/>
            <a:gdLst/>
            <a:ahLst/>
            <a:cxnLst/>
            <a:rect l="l" t="t" r="r" b="b"/>
            <a:pathLst>
              <a:path w="86258" h="110550">
                <a:moveTo>
                  <a:pt x="2979" y="26683"/>
                </a:moveTo>
                <a:lnTo>
                  <a:pt x="2979" y="34318"/>
                </a:lnTo>
                <a:lnTo>
                  <a:pt x="0" y="38116"/>
                </a:lnTo>
                <a:lnTo>
                  <a:pt x="0" y="72434"/>
                </a:lnTo>
                <a:lnTo>
                  <a:pt x="2979" y="76232"/>
                </a:lnTo>
                <a:lnTo>
                  <a:pt x="2979" y="80049"/>
                </a:lnTo>
                <a:lnTo>
                  <a:pt x="5959" y="87684"/>
                </a:lnTo>
                <a:lnTo>
                  <a:pt x="8938" y="91482"/>
                </a:lnTo>
                <a:lnTo>
                  <a:pt x="11918" y="95300"/>
                </a:lnTo>
                <a:lnTo>
                  <a:pt x="14897" y="99117"/>
                </a:lnTo>
                <a:lnTo>
                  <a:pt x="17877" y="102935"/>
                </a:lnTo>
                <a:lnTo>
                  <a:pt x="20857" y="102935"/>
                </a:lnTo>
                <a:lnTo>
                  <a:pt x="26816" y="106733"/>
                </a:lnTo>
                <a:lnTo>
                  <a:pt x="29795" y="106733"/>
                </a:lnTo>
                <a:lnTo>
                  <a:pt x="32775" y="110550"/>
                </a:lnTo>
                <a:lnTo>
                  <a:pt x="50503" y="110550"/>
                </a:lnTo>
                <a:lnTo>
                  <a:pt x="56462" y="106733"/>
                </a:lnTo>
                <a:lnTo>
                  <a:pt x="59442" y="106733"/>
                </a:lnTo>
                <a:lnTo>
                  <a:pt x="62422" y="102935"/>
                </a:lnTo>
                <a:lnTo>
                  <a:pt x="65401" y="102935"/>
                </a:lnTo>
                <a:lnTo>
                  <a:pt x="68381" y="99117"/>
                </a:lnTo>
                <a:lnTo>
                  <a:pt x="74340" y="95300"/>
                </a:lnTo>
                <a:lnTo>
                  <a:pt x="74340" y="91482"/>
                </a:lnTo>
                <a:lnTo>
                  <a:pt x="77319" y="87684"/>
                </a:lnTo>
                <a:lnTo>
                  <a:pt x="80299" y="80049"/>
                </a:lnTo>
                <a:lnTo>
                  <a:pt x="83279" y="76232"/>
                </a:lnTo>
                <a:lnTo>
                  <a:pt x="83279" y="72434"/>
                </a:lnTo>
                <a:lnTo>
                  <a:pt x="86258" y="64799"/>
                </a:lnTo>
                <a:lnTo>
                  <a:pt x="86258" y="41933"/>
                </a:lnTo>
                <a:lnTo>
                  <a:pt x="83279" y="38116"/>
                </a:lnTo>
                <a:lnTo>
                  <a:pt x="83279" y="34318"/>
                </a:lnTo>
                <a:lnTo>
                  <a:pt x="80299" y="26683"/>
                </a:lnTo>
                <a:lnTo>
                  <a:pt x="77319" y="22865"/>
                </a:lnTo>
                <a:lnTo>
                  <a:pt x="74340" y="19067"/>
                </a:lnTo>
                <a:lnTo>
                  <a:pt x="74340" y="15250"/>
                </a:lnTo>
                <a:lnTo>
                  <a:pt x="68381" y="11432"/>
                </a:lnTo>
                <a:lnTo>
                  <a:pt x="65401" y="7634"/>
                </a:lnTo>
                <a:lnTo>
                  <a:pt x="62422" y="7634"/>
                </a:lnTo>
                <a:lnTo>
                  <a:pt x="59442" y="3817"/>
                </a:lnTo>
                <a:lnTo>
                  <a:pt x="56462" y="0"/>
                </a:lnTo>
                <a:lnTo>
                  <a:pt x="29795" y="0"/>
                </a:lnTo>
                <a:lnTo>
                  <a:pt x="26816" y="3817"/>
                </a:lnTo>
                <a:lnTo>
                  <a:pt x="20857" y="7634"/>
                </a:lnTo>
                <a:lnTo>
                  <a:pt x="17877" y="7634"/>
                </a:lnTo>
                <a:lnTo>
                  <a:pt x="14897" y="11432"/>
                </a:lnTo>
                <a:lnTo>
                  <a:pt x="11918" y="15250"/>
                </a:lnTo>
                <a:lnTo>
                  <a:pt x="8938" y="19067"/>
                </a:lnTo>
                <a:lnTo>
                  <a:pt x="5959" y="22865"/>
                </a:lnTo>
                <a:lnTo>
                  <a:pt x="2979" y="266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9" name="object 149"/>
          <p:cNvSpPr/>
          <p:nvPr/>
        </p:nvSpPr>
        <p:spPr>
          <a:xfrm>
            <a:off x="8850938" y="4004221"/>
            <a:ext cx="86258" cy="110550"/>
          </a:xfrm>
          <a:custGeom>
            <a:avLst/>
            <a:gdLst/>
            <a:ahLst/>
            <a:cxnLst/>
            <a:rect l="l" t="t" r="r" b="b"/>
            <a:pathLst>
              <a:path w="86258" h="110550">
                <a:moveTo>
                  <a:pt x="14748" y="11432"/>
                </a:moveTo>
                <a:lnTo>
                  <a:pt x="11769" y="15250"/>
                </a:lnTo>
                <a:lnTo>
                  <a:pt x="11769" y="19067"/>
                </a:lnTo>
                <a:lnTo>
                  <a:pt x="8789" y="22865"/>
                </a:lnTo>
                <a:lnTo>
                  <a:pt x="5810" y="26683"/>
                </a:lnTo>
                <a:lnTo>
                  <a:pt x="2830" y="34318"/>
                </a:lnTo>
                <a:lnTo>
                  <a:pt x="2830" y="38116"/>
                </a:lnTo>
                <a:lnTo>
                  <a:pt x="0" y="41933"/>
                </a:lnTo>
                <a:lnTo>
                  <a:pt x="0" y="64799"/>
                </a:lnTo>
                <a:lnTo>
                  <a:pt x="2830" y="72434"/>
                </a:lnTo>
                <a:lnTo>
                  <a:pt x="2830" y="76232"/>
                </a:lnTo>
                <a:lnTo>
                  <a:pt x="5810" y="80049"/>
                </a:lnTo>
                <a:lnTo>
                  <a:pt x="8789" y="87684"/>
                </a:lnTo>
                <a:lnTo>
                  <a:pt x="11769" y="91482"/>
                </a:lnTo>
                <a:lnTo>
                  <a:pt x="11769" y="95300"/>
                </a:lnTo>
                <a:lnTo>
                  <a:pt x="14748" y="99117"/>
                </a:lnTo>
                <a:lnTo>
                  <a:pt x="20708" y="102935"/>
                </a:lnTo>
                <a:lnTo>
                  <a:pt x="23687" y="102935"/>
                </a:lnTo>
                <a:lnTo>
                  <a:pt x="26667" y="106733"/>
                </a:lnTo>
                <a:lnTo>
                  <a:pt x="29646" y="106733"/>
                </a:lnTo>
                <a:lnTo>
                  <a:pt x="35605" y="110550"/>
                </a:lnTo>
                <a:lnTo>
                  <a:pt x="53483" y="110550"/>
                </a:lnTo>
                <a:lnTo>
                  <a:pt x="56462" y="106733"/>
                </a:lnTo>
                <a:lnTo>
                  <a:pt x="59442" y="106733"/>
                </a:lnTo>
                <a:lnTo>
                  <a:pt x="65401" y="102935"/>
                </a:lnTo>
                <a:lnTo>
                  <a:pt x="68381" y="102935"/>
                </a:lnTo>
                <a:lnTo>
                  <a:pt x="71360" y="99117"/>
                </a:lnTo>
                <a:lnTo>
                  <a:pt x="74340" y="95300"/>
                </a:lnTo>
                <a:lnTo>
                  <a:pt x="77319" y="91482"/>
                </a:lnTo>
                <a:lnTo>
                  <a:pt x="80299" y="87684"/>
                </a:lnTo>
                <a:lnTo>
                  <a:pt x="83279" y="80049"/>
                </a:lnTo>
                <a:lnTo>
                  <a:pt x="83279" y="76232"/>
                </a:lnTo>
                <a:lnTo>
                  <a:pt x="86258" y="72434"/>
                </a:lnTo>
                <a:lnTo>
                  <a:pt x="86258" y="38116"/>
                </a:lnTo>
                <a:lnTo>
                  <a:pt x="83279" y="34318"/>
                </a:lnTo>
                <a:lnTo>
                  <a:pt x="83279" y="26683"/>
                </a:lnTo>
                <a:lnTo>
                  <a:pt x="80299" y="22865"/>
                </a:lnTo>
                <a:lnTo>
                  <a:pt x="77319" y="19067"/>
                </a:lnTo>
                <a:lnTo>
                  <a:pt x="74340" y="15250"/>
                </a:lnTo>
                <a:lnTo>
                  <a:pt x="71360" y="11432"/>
                </a:lnTo>
                <a:lnTo>
                  <a:pt x="68381" y="7634"/>
                </a:lnTo>
                <a:lnTo>
                  <a:pt x="65401" y="7634"/>
                </a:lnTo>
                <a:lnTo>
                  <a:pt x="59442" y="3817"/>
                </a:lnTo>
                <a:lnTo>
                  <a:pt x="56462" y="0"/>
                </a:lnTo>
                <a:lnTo>
                  <a:pt x="29646" y="0"/>
                </a:lnTo>
                <a:lnTo>
                  <a:pt x="26667" y="3817"/>
                </a:lnTo>
                <a:lnTo>
                  <a:pt x="23687" y="7634"/>
                </a:lnTo>
                <a:lnTo>
                  <a:pt x="20708" y="7634"/>
                </a:lnTo>
                <a:lnTo>
                  <a:pt x="14748" y="1143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0" name="object 150"/>
          <p:cNvSpPr/>
          <p:nvPr/>
        </p:nvSpPr>
        <p:spPr>
          <a:xfrm>
            <a:off x="8520503" y="4023289"/>
            <a:ext cx="56462" cy="72415"/>
          </a:xfrm>
          <a:custGeom>
            <a:avLst/>
            <a:gdLst/>
            <a:ahLst/>
            <a:cxnLst/>
            <a:rect l="l" t="t" r="r" b="b"/>
            <a:pathLst>
              <a:path w="56462" h="72415">
                <a:moveTo>
                  <a:pt x="56462" y="34298"/>
                </a:moveTo>
                <a:lnTo>
                  <a:pt x="56462" y="26683"/>
                </a:lnTo>
                <a:lnTo>
                  <a:pt x="53483" y="22865"/>
                </a:lnTo>
                <a:lnTo>
                  <a:pt x="50503" y="15250"/>
                </a:lnTo>
                <a:lnTo>
                  <a:pt x="47524" y="7615"/>
                </a:lnTo>
                <a:lnTo>
                  <a:pt x="44544" y="3798"/>
                </a:lnTo>
                <a:lnTo>
                  <a:pt x="38585" y="0"/>
                </a:lnTo>
                <a:lnTo>
                  <a:pt x="14897" y="0"/>
                </a:lnTo>
                <a:lnTo>
                  <a:pt x="11918" y="3798"/>
                </a:lnTo>
                <a:lnTo>
                  <a:pt x="5959" y="7615"/>
                </a:lnTo>
                <a:lnTo>
                  <a:pt x="2979" y="15250"/>
                </a:lnTo>
                <a:lnTo>
                  <a:pt x="0" y="22865"/>
                </a:lnTo>
                <a:lnTo>
                  <a:pt x="0" y="49549"/>
                </a:lnTo>
                <a:lnTo>
                  <a:pt x="2979" y="57164"/>
                </a:lnTo>
                <a:lnTo>
                  <a:pt x="5959" y="60982"/>
                </a:lnTo>
                <a:lnTo>
                  <a:pt x="11918" y="68617"/>
                </a:lnTo>
                <a:lnTo>
                  <a:pt x="14897" y="68617"/>
                </a:lnTo>
                <a:lnTo>
                  <a:pt x="20857" y="72415"/>
                </a:lnTo>
                <a:lnTo>
                  <a:pt x="32626" y="72415"/>
                </a:lnTo>
                <a:lnTo>
                  <a:pt x="38585" y="68617"/>
                </a:lnTo>
                <a:lnTo>
                  <a:pt x="44544" y="68617"/>
                </a:lnTo>
                <a:lnTo>
                  <a:pt x="47524" y="60982"/>
                </a:lnTo>
                <a:lnTo>
                  <a:pt x="50503" y="57164"/>
                </a:lnTo>
                <a:lnTo>
                  <a:pt x="53483" y="49549"/>
                </a:lnTo>
                <a:lnTo>
                  <a:pt x="56462" y="41933"/>
                </a:lnTo>
                <a:lnTo>
                  <a:pt x="56462" y="3429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1" name="object 151"/>
          <p:cNvSpPr/>
          <p:nvPr/>
        </p:nvSpPr>
        <p:spPr>
          <a:xfrm>
            <a:off x="8865686" y="4023289"/>
            <a:ext cx="56611" cy="72415"/>
          </a:xfrm>
          <a:custGeom>
            <a:avLst/>
            <a:gdLst/>
            <a:ahLst/>
            <a:cxnLst/>
            <a:rect l="l" t="t" r="r" b="b"/>
            <a:pathLst>
              <a:path w="56611" h="72415">
                <a:moveTo>
                  <a:pt x="2979" y="49549"/>
                </a:moveTo>
                <a:lnTo>
                  <a:pt x="5959" y="57164"/>
                </a:lnTo>
                <a:lnTo>
                  <a:pt x="8938" y="60982"/>
                </a:lnTo>
                <a:lnTo>
                  <a:pt x="11918" y="68617"/>
                </a:lnTo>
                <a:lnTo>
                  <a:pt x="17877" y="68617"/>
                </a:lnTo>
                <a:lnTo>
                  <a:pt x="23836" y="72415"/>
                </a:lnTo>
                <a:lnTo>
                  <a:pt x="35754" y="72415"/>
                </a:lnTo>
                <a:lnTo>
                  <a:pt x="38734" y="68617"/>
                </a:lnTo>
                <a:lnTo>
                  <a:pt x="44693" y="68617"/>
                </a:lnTo>
                <a:lnTo>
                  <a:pt x="50652" y="60982"/>
                </a:lnTo>
                <a:lnTo>
                  <a:pt x="53632" y="57164"/>
                </a:lnTo>
                <a:lnTo>
                  <a:pt x="56611" y="49549"/>
                </a:lnTo>
                <a:lnTo>
                  <a:pt x="56611" y="22865"/>
                </a:lnTo>
                <a:lnTo>
                  <a:pt x="53632" y="15250"/>
                </a:lnTo>
                <a:lnTo>
                  <a:pt x="50652" y="7615"/>
                </a:lnTo>
                <a:lnTo>
                  <a:pt x="44693" y="3798"/>
                </a:lnTo>
                <a:lnTo>
                  <a:pt x="38734" y="0"/>
                </a:lnTo>
                <a:lnTo>
                  <a:pt x="17877" y="0"/>
                </a:lnTo>
                <a:lnTo>
                  <a:pt x="11918" y="3798"/>
                </a:lnTo>
                <a:lnTo>
                  <a:pt x="8938" y="7615"/>
                </a:lnTo>
                <a:lnTo>
                  <a:pt x="5959" y="15250"/>
                </a:lnTo>
                <a:lnTo>
                  <a:pt x="2979" y="22865"/>
                </a:lnTo>
                <a:lnTo>
                  <a:pt x="0" y="26683"/>
                </a:lnTo>
                <a:lnTo>
                  <a:pt x="0" y="41933"/>
                </a:lnTo>
                <a:lnTo>
                  <a:pt x="2979" y="4954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2" name="object 152"/>
          <p:cNvSpPr/>
          <p:nvPr/>
        </p:nvSpPr>
        <p:spPr>
          <a:xfrm>
            <a:off x="8526462" y="4030904"/>
            <a:ext cx="44544" cy="57184"/>
          </a:xfrm>
          <a:custGeom>
            <a:avLst/>
            <a:gdLst/>
            <a:ahLst/>
            <a:cxnLst/>
            <a:rect l="l" t="t" r="r" b="b"/>
            <a:pathLst>
              <a:path w="44544" h="57184">
                <a:moveTo>
                  <a:pt x="2979" y="38116"/>
                </a:moveTo>
                <a:lnTo>
                  <a:pt x="2979" y="45751"/>
                </a:lnTo>
                <a:lnTo>
                  <a:pt x="5959" y="49549"/>
                </a:lnTo>
                <a:lnTo>
                  <a:pt x="8938" y="49549"/>
                </a:lnTo>
                <a:lnTo>
                  <a:pt x="11918" y="53366"/>
                </a:lnTo>
                <a:lnTo>
                  <a:pt x="17877" y="57184"/>
                </a:lnTo>
                <a:lnTo>
                  <a:pt x="26667" y="57184"/>
                </a:lnTo>
                <a:lnTo>
                  <a:pt x="29646" y="53366"/>
                </a:lnTo>
                <a:lnTo>
                  <a:pt x="32626" y="49549"/>
                </a:lnTo>
                <a:lnTo>
                  <a:pt x="35605" y="49549"/>
                </a:lnTo>
                <a:lnTo>
                  <a:pt x="38585" y="45751"/>
                </a:lnTo>
                <a:lnTo>
                  <a:pt x="41565" y="38116"/>
                </a:lnTo>
                <a:lnTo>
                  <a:pt x="41565" y="34318"/>
                </a:lnTo>
                <a:lnTo>
                  <a:pt x="44544" y="26683"/>
                </a:lnTo>
                <a:lnTo>
                  <a:pt x="41565" y="22865"/>
                </a:lnTo>
                <a:lnTo>
                  <a:pt x="41565" y="19067"/>
                </a:lnTo>
                <a:lnTo>
                  <a:pt x="38585" y="11432"/>
                </a:lnTo>
                <a:lnTo>
                  <a:pt x="35605" y="7634"/>
                </a:lnTo>
                <a:lnTo>
                  <a:pt x="32626" y="3817"/>
                </a:lnTo>
                <a:lnTo>
                  <a:pt x="29646" y="3817"/>
                </a:lnTo>
                <a:lnTo>
                  <a:pt x="26667" y="0"/>
                </a:lnTo>
                <a:lnTo>
                  <a:pt x="17877" y="0"/>
                </a:lnTo>
                <a:lnTo>
                  <a:pt x="11918" y="3817"/>
                </a:lnTo>
                <a:lnTo>
                  <a:pt x="8938" y="3817"/>
                </a:lnTo>
                <a:lnTo>
                  <a:pt x="5959" y="7634"/>
                </a:lnTo>
                <a:lnTo>
                  <a:pt x="2979" y="11432"/>
                </a:lnTo>
                <a:lnTo>
                  <a:pt x="2979" y="19067"/>
                </a:lnTo>
                <a:lnTo>
                  <a:pt x="0" y="22865"/>
                </a:lnTo>
                <a:lnTo>
                  <a:pt x="0" y="34318"/>
                </a:lnTo>
                <a:lnTo>
                  <a:pt x="2979" y="3811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3" name="object 153"/>
          <p:cNvSpPr/>
          <p:nvPr/>
        </p:nvSpPr>
        <p:spPr>
          <a:xfrm>
            <a:off x="8871646" y="4030904"/>
            <a:ext cx="44693" cy="57184"/>
          </a:xfrm>
          <a:custGeom>
            <a:avLst/>
            <a:gdLst/>
            <a:ahLst/>
            <a:cxnLst/>
            <a:rect l="l" t="t" r="r" b="b"/>
            <a:pathLst>
              <a:path w="44693" h="57184">
                <a:moveTo>
                  <a:pt x="5959" y="11432"/>
                </a:moveTo>
                <a:lnTo>
                  <a:pt x="2979" y="19067"/>
                </a:lnTo>
                <a:lnTo>
                  <a:pt x="2979" y="22865"/>
                </a:lnTo>
                <a:lnTo>
                  <a:pt x="0" y="26683"/>
                </a:lnTo>
                <a:lnTo>
                  <a:pt x="2979" y="34318"/>
                </a:lnTo>
                <a:lnTo>
                  <a:pt x="2979" y="38116"/>
                </a:lnTo>
                <a:lnTo>
                  <a:pt x="5959" y="45751"/>
                </a:lnTo>
                <a:lnTo>
                  <a:pt x="8938" y="49549"/>
                </a:lnTo>
                <a:lnTo>
                  <a:pt x="11918" y="49549"/>
                </a:lnTo>
                <a:lnTo>
                  <a:pt x="14897" y="53366"/>
                </a:lnTo>
                <a:lnTo>
                  <a:pt x="17877" y="57184"/>
                </a:lnTo>
                <a:lnTo>
                  <a:pt x="26816" y="57184"/>
                </a:lnTo>
                <a:lnTo>
                  <a:pt x="29795" y="53366"/>
                </a:lnTo>
                <a:lnTo>
                  <a:pt x="35754" y="49549"/>
                </a:lnTo>
                <a:lnTo>
                  <a:pt x="38734" y="49549"/>
                </a:lnTo>
                <a:lnTo>
                  <a:pt x="41714" y="45751"/>
                </a:lnTo>
                <a:lnTo>
                  <a:pt x="41714" y="38116"/>
                </a:lnTo>
                <a:lnTo>
                  <a:pt x="44693" y="34318"/>
                </a:lnTo>
                <a:lnTo>
                  <a:pt x="44693" y="22865"/>
                </a:lnTo>
                <a:lnTo>
                  <a:pt x="41714" y="19067"/>
                </a:lnTo>
                <a:lnTo>
                  <a:pt x="41714" y="11432"/>
                </a:lnTo>
                <a:lnTo>
                  <a:pt x="38734" y="7634"/>
                </a:lnTo>
                <a:lnTo>
                  <a:pt x="35754" y="3817"/>
                </a:lnTo>
                <a:lnTo>
                  <a:pt x="29795" y="3817"/>
                </a:lnTo>
                <a:lnTo>
                  <a:pt x="26816" y="0"/>
                </a:lnTo>
                <a:lnTo>
                  <a:pt x="17877" y="0"/>
                </a:lnTo>
                <a:lnTo>
                  <a:pt x="14897" y="3817"/>
                </a:lnTo>
                <a:lnTo>
                  <a:pt x="11918" y="3817"/>
                </a:lnTo>
                <a:lnTo>
                  <a:pt x="8938" y="7634"/>
                </a:lnTo>
                <a:lnTo>
                  <a:pt x="5959" y="1143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4" name="object 154"/>
          <p:cNvSpPr/>
          <p:nvPr/>
        </p:nvSpPr>
        <p:spPr>
          <a:xfrm>
            <a:off x="8597823" y="4070939"/>
            <a:ext cx="247155" cy="0"/>
          </a:xfrm>
          <a:custGeom>
            <a:avLst/>
            <a:gdLst/>
            <a:ahLst/>
            <a:cxnLst/>
            <a:rect l="l" t="t" r="r" b="b"/>
            <a:pathLst>
              <a:path w="247155" h="0">
                <a:moveTo>
                  <a:pt x="0" y="0"/>
                </a:moveTo>
                <a:lnTo>
                  <a:pt x="247155" y="0"/>
                </a:lnTo>
              </a:path>
            </a:pathLst>
          </a:custGeom>
          <a:ln w="1270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5" name="object 155"/>
          <p:cNvSpPr/>
          <p:nvPr/>
        </p:nvSpPr>
        <p:spPr>
          <a:xfrm>
            <a:off x="8454952" y="3843644"/>
            <a:ext cx="536174" cy="213943"/>
          </a:xfrm>
          <a:custGeom>
            <a:avLst/>
            <a:gdLst/>
            <a:ahLst/>
            <a:cxnLst/>
            <a:rect l="l" t="t" r="r" b="b"/>
            <a:pathLst>
              <a:path w="536174" h="213943">
                <a:moveTo>
                  <a:pt x="92366" y="149144"/>
                </a:moveTo>
                <a:lnTo>
                  <a:pt x="98176" y="152961"/>
                </a:lnTo>
                <a:lnTo>
                  <a:pt x="107115" y="152961"/>
                </a:lnTo>
                <a:lnTo>
                  <a:pt x="113074" y="156759"/>
                </a:lnTo>
                <a:lnTo>
                  <a:pt x="116054" y="160577"/>
                </a:lnTo>
                <a:lnTo>
                  <a:pt x="122013" y="160577"/>
                </a:lnTo>
                <a:lnTo>
                  <a:pt x="124993" y="164394"/>
                </a:lnTo>
                <a:lnTo>
                  <a:pt x="127972" y="168211"/>
                </a:lnTo>
                <a:lnTo>
                  <a:pt x="130952" y="175827"/>
                </a:lnTo>
                <a:lnTo>
                  <a:pt x="133931" y="179644"/>
                </a:lnTo>
                <a:lnTo>
                  <a:pt x="136911" y="183443"/>
                </a:lnTo>
                <a:lnTo>
                  <a:pt x="139890" y="191077"/>
                </a:lnTo>
                <a:lnTo>
                  <a:pt x="139890" y="194895"/>
                </a:lnTo>
                <a:lnTo>
                  <a:pt x="142870" y="202510"/>
                </a:lnTo>
                <a:lnTo>
                  <a:pt x="142870" y="213943"/>
                </a:lnTo>
                <a:lnTo>
                  <a:pt x="211400" y="213943"/>
                </a:lnTo>
                <a:lnTo>
                  <a:pt x="205441" y="91482"/>
                </a:lnTo>
                <a:lnTo>
                  <a:pt x="205441" y="0"/>
                </a:lnTo>
                <a:lnTo>
                  <a:pt x="202461" y="91482"/>
                </a:lnTo>
                <a:lnTo>
                  <a:pt x="77468" y="91482"/>
                </a:lnTo>
                <a:lnTo>
                  <a:pt x="83428" y="152961"/>
                </a:lnTo>
                <a:lnTo>
                  <a:pt x="89387" y="152961"/>
                </a:lnTo>
                <a:lnTo>
                  <a:pt x="92366" y="149144"/>
                </a:lnTo>
                <a:close/>
              </a:path>
              <a:path w="536174" h="213943">
                <a:moveTo>
                  <a:pt x="294679" y="0"/>
                </a:moveTo>
                <a:lnTo>
                  <a:pt x="297659" y="91482"/>
                </a:lnTo>
                <a:lnTo>
                  <a:pt x="297659" y="0"/>
                </a:lnTo>
                <a:lnTo>
                  <a:pt x="294679" y="0"/>
                </a:lnTo>
                <a:close/>
              </a:path>
              <a:path w="536174" h="213943">
                <a:moveTo>
                  <a:pt x="229278" y="0"/>
                </a:moveTo>
                <a:lnTo>
                  <a:pt x="205441" y="0"/>
                </a:lnTo>
                <a:lnTo>
                  <a:pt x="205441" y="91482"/>
                </a:lnTo>
                <a:lnTo>
                  <a:pt x="211400" y="213943"/>
                </a:lnTo>
                <a:lnTo>
                  <a:pt x="244175" y="213943"/>
                </a:lnTo>
                <a:lnTo>
                  <a:pt x="294679" y="91482"/>
                </a:lnTo>
                <a:lnTo>
                  <a:pt x="208421" y="91482"/>
                </a:lnTo>
                <a:lnTo>
                  <a:pt x="205441" y="19067"/>
                </a:lnTo>
                <a:lnTo>
                  <a:pt x="232257" y="19067"/>
                </a:lnTo>
                <a:lnTo>
                  <a:pt x="238216" y="0"/>
                </a:lnTo>
                <a:lnTo>
                  <a:pt x="229278" y="0"/>
                </a:lnTo>
                <a:close/>
              </a:path>
              <a:path w="536174" h="213943">
                <a:moveTo>
                  <a:pt x="5959" y="160577"/>
                </a:moveTo>
                <a:lnTo>
                  <a:pt x="2979" y="160577"/>
                </a:lnTo>
                <a:lnTo>
                  <a:pt x="2979" y="164394"/>
                </a:lnTo>
                <a:lnTo>
                  <a:pt x="0" y="164394"/>
                </a:lnTo>
                <a:lnTo>
                  <a:pt x="0" y="210126"/>
                </a:lnTo>
                <a:lnTo>
                  <a:pt x="2979" y="210126"/>
                </a:lnTo>
                <a:lnTo>
                  <a:pt x="2979" y="213943"/>
                </a:lnTo>
                <a:lnTo>
                  <a:pt x="41714" y="213943"/>
                </a:lnTo>
                <a:lnTo>
                  <a:pt x="44693" y="210126"/>
                </a:lnTo>
                <a:lnTo>
                  <a:pt x="44693" y="194895"/>
                </a:lnTo>
                <a:lnTo>
                  <a:pt x="47673" y="191077"/>
                </a:lnTo>
                <a:lnTo>
                  <a:pt x="47673" y="183443"/>
                </a:lnTo>
                <a:lnTo>
                  <a:pt x="50652" y="179644"/>
                </a:lnTo>
                <a:lnTo>
                  <a:pt x="53632" y="175827"/>
                </a:lnTo>
                <a:lnTo>
                  <a:pt x="56611" y="168211"/>
                </a:lnTo>
                <a:lnTo>
                  <a:pt x="62571" y="164394"/>
                </a:lnTo>
                <a:lnTo>
                  <a:pt x="65550" y="160577"/>
                </a:lnTo>
                <a:lnTo>
                  <a:pt x="68530" y="160577"/>
                </a:lnTo>
                <a:lnTo>
                  <a:pt x="74489" y="156759"/>
                </a:lnTo>
                <a:lnTo>
                  <a:pt x="77468" y="152961"/>
                </a:lnTo>
                <a:lnTo>
                  <a:pt x="83428" y="152961"/>
                </a:lnTo>
                <a:lnTo>
                  <a:pt x="77468" y="91482"/>
                </a:lnTo>
                <a:lnTo>
                  <a:pt x="124993" y="19067"/>
                </a:lnTo>
                <a:lnTo>
                  <a:pt x="193523" y="19067"/>
                </a:lnTo>
                <a:lnTo>
                  <a:pt x="196502" y="91482"/>
                </a:lnTo>
                <a:lnTo>
                  <a:pt x="202461" y="91482"/>
                </a:lnTo>
                <a:lnTo>
                  <a:pt x="205441" y="0"/>
                </a:lnTo>
                <a:lnTo>
                  <a:pt x="101156" y="0"/>
                </a:lnTo>
                <a:lnTo>
                  <a:pt x="98176" y="3817"/>
                </a:lnTo>
                <a:lnTo>
                  <a:pt x="95346" y="3817"/>
                </a:lnTo>
                <a:lnTo>
                  <a:pt x="95346" y="7615"/>
                </a:lnTo>
                <a:lnTo>
                  <a:pt x="92366" y="7615"/>
                </a:lnTo>
                <a:lnTo>
                  <a:pt x="89387" y="11432"/>
                </a:lnTo>
                <a:lnTo>
                  <a:pt x="89387" y="15250"/>
                </a:lnTo>
                <a:lnTo>
                  <a:pt x="107115" y="15250"/>
                </a:lnTo>
                <a:lnTo>
                  <a:pt x="104136" y="19067"/>
                </a:lnTo>
                <a:lnTo>
                  <a:pt x="101156" y="22865"/>
                </a:lnTo>
                <a:lnTo>
                  <a:pt x="98176" y="26683"/>
                </a:lnTo>
                <a:lnTo>
                  <a:pt x="92366" y="30500"/>
                </a:lnTo>
                <a:lnTo>
                  <a:pt x="89387" y="38116"/>
                </a:lnTo>
                <a:lnTo>
                  <a:pt x="83428" y="41933"/>
                </a:lnTo>
                <a:lnTo>
                  <a:pt x="77468" y="49549"/>
                </a:lnTo>
                <a:lnTo>
                  <a:pt x="74489" y="53366"/>
                </a:lnTo>
                <a:lnTo>
                  <a:pt x="68530" y="61001"/>
                </a:lnTo>
                <a:lnTo>
                  <a:pt x="65550" y="64799"/>
                </a:lnTo>
                <a:lnTo>
                  <a:pt x="62571" y="68617"/>
                </a:lnTo>
                <a:lnTo>
                  <a:pt x="56611" y="76232"/>
                </a:lnTo>
                <a:lnTo>
                  <a:pt x="53632" y="80049"/>
                </a:lnTo>
                <a:lnTo>
                  <a:pt x="50652" y="80049"/>
                </a:lnTo>
                <a:lnTo>
                  <a:pt x="50652" y="83867"/>
                </a:lnTo>
                <a:lnTo>
                  <a:pt x="47673" y="83867"/>
                </a:lnTo>
                <a:lnTo>
                  <a:pt x="44693" y="87684"/>
                </a:lnTo>
                <a:lnTo>
                  <a:pt x="44693" y="91482"/>
                </a:lnTo>
                <a:lnTo>
                  <a:pt x="41714" y="95300"/>
                </a:lnTo>
                <a:lnTo>
                  <a:pt x="41714" y="99594"/>
                </a:lnTo>
                <a:lnTo>
                  <a:pt x="38734" y="103393"/>
                </a:lnTo>
                <a:lnTo>
                  <a:pt x="38734" y="114845"/>
                </a:lnTo>
                <a:lnTo>
                  <a:pt x="11918" y="114845"/>
                </a:lnTo>
                <a:lnTo>
                  <a:pt x="11918" y="156759"/>
                </a:lnTo>
                <a:lnTo>
                  <a:pt x="5959" y="156759"/>
                </a:lnTo>
                <a:lnTo>
                  <a:pt x="5959" y="160577"/>
                </a:lnTo>
                <a:close/>
              </a:path>
              <a:path w="536174" h="213943">
                <a:moveTo>
                  <a:pt x="297659" y="19067"/>
                </a:moveTo>
                <a:lnTo>
                  <a:pt x="297659" y="34318"/>
                </a:lnTo>
                <a:lnTo>
                  <a:pt x="345332" y="91482"/>
                </a:lnTo>
                <a:lnTo>
                  <a:pt x="356672" y="87018"/>
                </a:lnTo>
                <a:lnTo>
                  <a:pt x="297659" y="19067"/>
                </a:lnTo>
                <a:close/>
              </a:path>
              <a:path w="536174" h="213943">
                <a:moveTo>
                  <a:pt x="536174" y="160577"/>
                </a:moveTo>
                <a:lnTo>
                  <a:pt x="533194" y="156759"/>
                </a:lnTo>
                <a:lnTo>
                  <a:pt x="530214" y="152961"/>
                </a:lnTo>
                <a:lnTo>
                  <a:pt x="523957" y="152961"/>
                </a:lnTo>
                <a:lnTo>
                  <a:pt x="523957" y="133893"/>
                </a:lnTo>
                <a:lnTo>
                  <a:pt x="520978" y="130076"/>
                </a:lnTo>
                <a:lnTo>
                  <a:pt x="517998" y="126278"/>
                </a:lnTo>
                <a:lnTo>
                  <a:pt x="509059" y="122460"/>
                </a:lnTo>
                <a:lnTo>
                  <a:pt x="503100" y="118643"/>
                </a:lnTo>
                <a:lnTo>
                  <a:pt x="491182" y="114845"/>
                </a:lnTo>
                <a:lnTo>
                  <a:pt x="482243" y="111027"/>
                </a:lnTo>
                <a:lnTo>
                  <a:pt x="470325" y="107210"/>
                </a:lnTo>
                <a:lnTo>
                  <a:pt x="458407" y="103393"/>
                </a:lnTo>
                <a:lnTo>
                  <a:pt x="443509" y="99594"/>
                </a:lnTo>
                <a:lnTo>
                  <a:pt x="431591" y="95300"/>
                </a:lnTo>
                <a:lnTo>
                  <a:pt x="422652" y="91482"/>
                </a:lnTo>
                <a:lnTo>
                  <a:pt x="410734" y="87684"/>
                </a:lnTo>
                <a:lnTo>
                  <a:pt x="401795" y="83867"/>
                </a:lnTo>
                <a:lnTo>
                  <a:pt x="393005" y="80049"/>
                </a:lnTo>
                <a:lnTo>
                  <a:pt x="387046" y="80049"/>
                </a:lnTo>
                <a:lnTo>
                  <a:pt x="384066" y="76232"/>
                </a:lnTo>
                <a:lnTo>
                  <a:pt x="356672" y="87018"/>
                </a:lnTo>
                <a:lnTo>
                  <a:pt x="357250" y="87684"/>
                </a:lnTo>
                <a:lnTo>
                  <a:pt x="345332" y="91482"/>
                </a:lnTo>
                <a:lnTo>
                  <a:pt x="306597" y="91482"/>
                </a:lnTo>
                <a:lnTo>
                  <a:pt x="297659" y="34318"/>
                </a:lnTo>
                <a:lnTo>
                  <a:pt x="297659" y="19067"/>
                </a:lnTo>
                <a:lnTo>
                  <a:pt x="318516" y="19067"/>
                </a:lnTo>
                <a:lnTo>
                  <a:pt x="315536" y="15250"/>
                </a:lnTo>
                <a:lnTo>
                  <a:pt x="312557" y="11432"/>
                </a:lnTo>
                <a:lnTo>
                  <a:pt x="309577" y="7615"/>
                </a:lnTo>
                <a:lnTo>
                  <a:pt x="303618" y="3817"/>
                </a:lnTo>
                <a:lnTo>
                  <a:pt x="300638" y="0"/>
                </a:lnTo>
                <a:lnTo>
                  <a:pt x="297659" y="0"/>
                </a:lnTo>
                <a:lnTo>
                  <a:pt x="297659" y="91482"/>
                </a:lnTo>
                <a:lnTo>
                  <a:pt x="303618" y="91482"/>
                </a:lnTo>
                <a:lnTo>
                  <a:pt x="297659" y="91482"/>
                </a:lnTo>
                <a:lnTo>
                  <a:pt x="294679" y="0"/>
                </a:lnTo>
                <a:lnTo>
                  <a:pt x="238216" y="0"/>
                </a:lnTo>
                <a:lnTo>
                  <a:pt x="232257" y="19067"/>
                </a:lnTo>
                <a:lnTo>
                  <a:pt x="285740" y="19067"/>
                </a:lnTo>
                <a:lnTo>
                  <a:pt x="294679" y="91482"/>
                </a:lnTo>
                <a:lnTo>
                  <a:pt x="244175" y="213943"/>
                </a:lnTo>
                <a:lnTo>
                  <a:pt x="390026" y="213943"/>
                </a:lnTo>
                <a:lnTo>
                  <a:pt x="390026" y="202510"/>
                </a:lnTo>
                <a:lnTo>
                  <a:pt x="393005" y="194895"/>
                </a:lnTo>
                <a:lnTo>
                  <a:pt x="393005" y="191077"/>
                </a:lnTo>
                <a:lnTo>
                  <a:pt x="395985" y="183443"/>
                </a:lnTo>
                <a:lnTo>
                  <a:pt x="398815" y="179644"/>
                </a:lnTo>
                <a:lnTo>
                  <a:pt x="401795" y="175827"/>
                </a:lnTo>
                <a:lnTo>
                  <a:pt x="404774" y="168211"/>
                </a:lnTo>
                <a:lnTo>
                  <a:pt x="407754" y="164394"/>
                </a:lnTo>
                <a:lnTo>
                  <a:pt x="410734" y="160577"/>
                </a:lnTo>
                <a:lnTo>
                  <a:pt x="416693" y="160577"/>
                </a:lnTo>
                <a:lnTo>
                  <a:pt x="419672" y="156759"/>
                </a:lnTo>
                <a:lnTo>
                  <a:pt x="425631" y="152961"/>
                </a:lnTo>
                <a:lnTo>
                  <a:pt x="434570" y="152961"/>
                </a:lnTo>
                <a:lnTo>
                  <a:pt x="440529" y="149144"/>
                </a:lnTo>
                <a:lnTo>
                  <a:pt x="443509" y="152961"/>
                </a:lnTo>
                <a:lnTo>
                  <a:pt x="455427" y="152961"/>
                </a:lnTo>
                <a:lnTo>
                  <a:pt x="458407" y="156759"/>
                </a:lnTo>
                <a:lnTo>
                  <a:pt x="464366" y="160577"/>
                </a:lnTo>
                <a:lnTo>
                  <a:pt x="467345" y="160577"/>
                </a:lnTo>
                <a:lnTo>
                  <a:pt x="470325" y="164394"/>
                </a:lnTo>
                <a:lnTo>
                  <a:pt x="476284" y="168211"/>
                </a:lnTo>
                <a:lnTo>
                  <a:pt x="479264" y="175827"/>
                </a:lnTo>
                <a:lnTo>
                  <a:pt x="482243" y="179644"/>
                </a:lnTo>
                <a:lnTo>
                  <a:pt x="485223" y="183443"/>
                </a:lnTo>
                <a:lnTo>
                  <a:pt x="485223" y="191077"/>
                </a:lnTo>
                <a:lnTo>
                  <a:pt x="488202" y="194895"/>
                </a:lnTo>
                <a:lnTo>
                  <a:pt x="488202" y="210126"/>
                </a:lnTo>
                <a:lnTo>
                  <a:pt x="491182" y="213943"/>
                </a:lnTo>
                <a:lnTo>
                  <a:pt x="527235" y="202510"/>
                </a:lnTo>
                <a:lnTo>
                  <a:pt x="527235" y="194895"/>
                </a:lnTo>
                <a:lnTo>
                  <a:pt x="533194" y="194895"/>
                </a:lnTo>
                <a:lnTo>
                  <a:pt x="533194" y="191077"/>
                </a:lnTo>
                <a:lnTo>
                  <a:pt x="536174" y="191077"/>
                </a:lnTo>
                <a:lnTo>
                  <a:pt x="536174" y="160577"/>
                </a:lnTo>
                <a:close/>
              </a:path>
              <a:path w="536174" h="213943">
                <a:moveTo>
                  <a:pt x="205441" y="19067"/>
                </a:moveTo>
                <a:lnTo>
                  <a:pt x="208421" y="91482"/>
                </a:lnTo>
                <a:lnTo>
                  <a:pt x="211400" y="91482"/>
                </a:lnTo>
                <a:lnTo>
                  <a:pt x="205441" y="1906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6" name="object 156"/>
          <p:cNvSpPr/>
          <p:nvPr/>
        </p:nvSpPr>
        <p:spPr>
          <a:xfrm>
            <a:off x="8764530" y="3862712"/>
            <a:ext cx="74489" cy="60982"/>
          </a:xfrm>
          <a:custGeom>
            <a:avLst/>
            <a:gdLst/>
            <a:ahLst/>
            <a:cxnLst/>
            <a:rect l="l" t="t" r="r" b="b"/>
            <a:pathLst>
              <a:path w="74489" h="60982">
                <a:moveTo>
                  <a:pt x="8938" y="0"/>
                </a:moveTo>
                <a:lnTo>
                  <a:pt x="0" y="0"/>
                </a:lnTo>
                <a:lnTo>
                  <a:pt x="68530" y="60982"/>
                </a:lnTo>
                <a:lnTo>
                  <a:pt x="74489" y="57164"/>
                </a:lnTo>
                <a:lnTo>
                  <a:pt x="893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7" name="object 157"/>
          <p:cNvSpPr/>
          <p:nvPr/>
        </p:nvSpPr>
        <p:spPr>
          <a:xfrm>
            <a:off x="8466871" y="3862712"/>
            <a:ext cx="83428" cy="88142"/>
          </a:xfrm>
          <a:custGeom>
            <a:avLst/>
            <a:gdLst/>
            <a:ahLst/>
            <a:cxnLst/>
            <a:rect l="l" t="t" r="r" b="b"/>
            <a:pathLst>
              <a:path w="83428" h="88142">
                <a:moveTo>
                  <a:pt x="20857" y="84325"/>
                </a:moveTo>
                <a:lnTo>
                  <a:pt x="20857" y="80527"/>
                </a:lnTo>
                <a:lnTo>
                  <a:pt x="23836" y="80527"/>
                </a:lnTo>
                <a:lnTo>
                  <a:pt x="23836" y="76232"/>
                </a:lnTo>
                <a:lnTo>
                  <a:pt x="26816" y="72415"/>
                </a:lnTo>
                <a:lnTo>
                  <a:pt x="26816" y="68617"/>
                </a:lnTo>
                <a:lnTo>
                  <a:pt x="29795" y="68617"/>
                </a:lnTo>
                <a:lnTo>
                  <a:pt x="29795" y="64799"/>
                </a:lnTo>
                <a:lnTo>
                  <a:pt x="32775" y="60982"/>
                </a:lnTo>
                <a:lnTo>
                  <a:pt x="35754" y="60982"/>
                </a:lnTo>
                <a:lnTo>
                  <a:pt x="38734" y="57164"/>
                </a:lnTo>
                <a:lnTo>
                  <a:pt x="41714" y="53366"/>
                </a:lnTo>
                <a:lnTo>
                  <a:pt x="44693" y="49549"/>
                </a:lnTo>
                <a:lnTo>
                  <a:pt x="47673" y="41933"/>
                </a:lnTo>
                <a:lnTo>
                  <a:pt x="53632" y="38116"/>
                </a:lnTo>
                <a:lnTo>
                  <a:pt x="56611" y="34298"/>
                </a:lnTo>
                <a:lnTo>
                  <a:pt x="62571" y="30481"/>
                </a:lnTo>
                <a:lnTo>
                  <a:pt x="65550" y="22865"/>
                </a:lnTo>
                <a:lnTo>
                  <a:pt x="68530" y="19048"/>
                </a:lnTo>
                <a:lnTo>
                  <a:pt x="74489" y="15250"/>
                </a:lnTo>
                <a:lnTo>
                  <a:pt x="77468" y="7615"/>
                </a:lnTo>
                <a:lnTo>
                  <a:pt x="80448" y="3798"/>
                </a:lnTo>
                <a:lnTo>
                  <a:pt x="83428" y="0"/>
                </a:lnTo>
                <a:lnTo>
                  <a:pt x="74489" y="0"/>
                </a:lnTo>
                <a:lnTo>
                  <a:pt x="68530" y="3798"/>
                </a:lnTo>
                <a:lnTo>
                  <a:pt x="65550" y="7615"/>
                </a:lnTo>
                <a:lnTo>
                  <a:pt x="62571" y="15250"/>
                </a:lnTo>
                <a:lnTo>
                  <a:pt x="56611" y="19048"/>
                </a:lnTo>
                <a:lnTo>
                  <a:pt x="50652" y="22865"/>
                </a:lnTo>
                <a:lnTo>
                  <a:pt x="47673" y="30481"/>
                </a:lnTo>
                <a:lnTo>
                  <a:pt x="41714" y="34298"/>
                </a:lnTo>
                <a:lnTo>
                  <a:pt x="38734" y="38116"/>
                </a:lnTo>
                <a:lnTo>
                  <a:pt x="32775" y="41933"/>
                </a:lnTo>
                <a:lnTo>
                  <a:pt x="26816" y="49549"/>
                </a:lnTo>
                <a:lnTo>
                  <a:pt x="23836" y="53366"/>
                </a:lnTo>
                <a:lnTo>
                  <a:pt x="20857" y="57164"/>
                </a:lnTo>
                <a:lnTo>
                  <a:pt x="17877" y="60982"/>
                </a:lnTo>
                <a:lnTo>
                  <a:pt x="14897" y="60982"/>
                </a:lnTo>
                <a:lnTo>
                  <a:pt x="11918" y="64799"/>
                </a:lnTo>
                <a:lnTo>
                  <a:pt x="8938" y="68617"/>
                </a:lnTo>
                <a:lnTo>
                  <a:pt x="5959" y="72415"/>
                </a:lnTo>
                <a:lnTo>
                  <a:pt x="5959" y="76232"/>
                </a:lnTo>
                <a:lnTo>
                  <a:pt x="2979" y="80527"/>
                </a:lnTo>
                <a:lnTo>
                  <a:pt x="2979" y="84325"/>
                </a:lnTo>
                <a:lnTo>
                  <a:pt x="0" y="88142"/>
                </a:lnTo>
                <a:lnTo>
                  <a:pt x="20857" y="88142"/>
                </a:lnTo>
                <a:lnTo>
                  <a:pt x="20857" y="843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8" name="object 158"/>
          <p:cNvSpPr/>
          <p:nvPr/>
        </p:nvSpPr>
        <p:spPr>
          <a:xfrm>
            <a:off x="8597823" y="4061405"/>
            <a:ext cx="247155" cy="0"/>
          </a:xfrm>
          <a:custGeom>
            <a:avLst/>
            <a:gdLst/>
            <a:ahLst/>
            <a:cxnLst/>
            <a:rect l="l" t="t" r="r" b="b"/>
            <a:pathLst>
              <a:path w="247155" h="0">
                <a:moveTo>
                  <a:pt x="0" y="0"/>
                </a:moveTo>
                <a:lnTo>
                  <a:pt x="247155" y="0"/>
                </a:lnTo>
              </a:path>
            </a:pathLst>
          </a:custGeom>
          <a:ln w="8904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9" name="object 159"/>
          <p:cNvSpPr/>
          <p:nvPr/>
        </p:nvSpPr>
        <p:spPr>
          <a:xfrm>
            <a:off x="8597823" y="4011856"/>
            <a:ext cx="247155" cy="7615"/>
          </a:xfrm>
          <a:custGeom>
            <a:avLst/>
            <a:gdLst/>
            <a:ahLst/>
            <a:cxnLst/>
            <a:rect l="l" t="t" r="r" b="b"/>
            <a:pathLst>
              <a:path w="247155" h="7615">
                <a:moveTo>
                  <a:pt x="247155" y="7615"/>
                </a:moveTo>
                <a:lnTo>
                  <a:pt x="0" y="0"/>
                </a:lnTo>
                <a:lnTo>
                  <a:pt x="0" y="7615"/>
                </a:lnTo>
                <a:lnTo>
                  <a:pt x="247155" y="761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0" name="object 160"/>
          <p:cNvSpPr/>
          <p:nvPr/>
        </p:nvSpPr>
        <p:spPr>
          <a:xfrm>
            <a:off x="8505605" y="3977538"/>
            <a:ext cx="428611" cy="41933"/>
          </a:xfrm>
          <a:custGeom>
            <a:avLst/>
            <a:gdLst/>
            <a:ahLst/>
            <a:cxnLst/>
            <a:rect l="l" t="t" r="r" b="b"/>
            <a:pathLst>
              <a:path w="428611" h="41933">
                <a:moveTo>
                  <a:pt x="5959" y="15250"/>
                </a:moveTo>
                <a:lnTo>
                  <a:pt x="0" y="19067"/>
                </a:lnTo>
                <a:lnTo>
                  <a:pt x="14897" y="19067"/>
                </a:lnTo>
                <a:lnTo>
                  <a:pt x="17877" y="15250"/>
                </a:lnTo>
                <a:lnTo>
                  <a:pt x="20857" y="11432"/>
                </a:lnTo>
                <a:lnTo>
                  <a:pt x="23836" y="11432"/>
                </a:lnTo>
                <a:lnTo>
                  <a:pt x="29795" y="7634"/>
                </a:lnTo>
                <a:lnTo>
                  <a:pt x="53483" y="7634"/>
                </a:lnTo>
                <a:lnTo>
                  <a:pt x="56462" y="11432"/>
                </a:lnTo>
                <a:lnTo>
                  <a:pt x="65401" y="11432"/>
                </a:lnTo>
                <a:lnTo>
                  <a:pt x="68381" y="15250"/>
                </a:lnTo>
                <a:lnTo>
                  <a:pt x="71360" y="15250"/>
                </a:lnTo>
                <a:lnTo>
                  <a:pt x="74340" y="19067"/>
                </a:lnTo>
                <a:lnTo>
                  <a:pt x="77319" y="22865"/>
                </a:lnTo>
                <a:lnTo>
                  <a:pt x="80299" y="22865"/>
                </a:lnTo>
                <a:lnTo>
                  <a:pt x="83279" y="26683"/>
                </a:lnTo>
                <a:lnTo>
                  <a:pt x="83279" y="30500"/>
                </a:lnTo>
                <a:lnTo>
                  <a:pt x="86258" y="34318"/>
                </a:lnTo>
                <a:lnTo>
                  <a:pt x="89238" y="38116"/>
                </a:lnTo>
                <a:lnTo>
                  <a:pt x="92217" y="41933"/>
                </a:lnTo>
                <a:lnTo>
                  <a:pt x="92217" y="34318"/>
                </a:lnTo>
                <a:lnTo>
                  <a:pt x="339373" y="41933"/>
                </a:lnTo>
                <a:lnTo>
                  <a:pt x="342352" y="38116"/>
                </a:lnTo>
                <a:lnTo>
                  <a:pt x="345332" y="34318"/>
                </a:lnTo>
                <a:lnTo>
                  <a:pt x="345332" y="30500"/>
                </a:lnTo>
                <a:lnTo>
                  <a:pt x="348163" y="26683"/>
                </a:lnTo>
                <a:lnTo>
                  <a:pt x="351142" y="22865"/>
                </a:lnTo>
                <a:lnTo>
                  <a:pt x="354122" y="22865"/>
                </a:lnTo>
                <a:lnTo>
                  <a:pt x="357101" y="19067"/>
                </a:lnTo>
                <a:lnTo>
                  <a:pt x="360081" y="15250"/>
                </a:lnTo>
                <a:lnTo>
                  <a:pt x="363060" y="15250"/>
                </a:lnTo>
                <a:lnTo>
                  <a:pt x="366040" y="11432"/>
                </a:lnTo>
                <a:lnTo>
                  <a:pt x="374979" y="11432"/>
                </a:lnTo>
                <a:lnTo>
                  <a:pt x="377958" y="7634"/>
                </a:lnTo>
                <a:lnTo>
                  <a:pt x="404774" y="7634"/>
                </a:lnTo>
                <a:lnTo>
                  <a:pt x="407754" y="11432"/>
                </a:lnTo>
                <a:lnTo>
                  <a:pt x="410734" y="11432"/>
                </a:lnTo>
                <a:lnTo>
                  <a:pt x="413713" y="15250"/>
                </a:lnTo>
                <a:lnTo>
                  <a:pt x="416693" y="15250"/>
                </a:lnTo>
                <a:lnTo>
                  <a:pt x="428611" y="19067"/>
                </a:lnTo>
                <a:lnTo>
                  <a:pt x="425631" y="15250"/>
                </a:lnTo>
                <a:lnTo>
                  <a:pt x="419672" y="11432"/>
                </a:lnTo>
                <a:lnTo>
                  <a:pt x="416693" y="7634"/>
                </a:lnTo>
                <a:lnTo>
                  <a:pt x="410734" y="3817"/>
                </a:lnTo>
                <a:lnTo>
                  <a:pt x="404774" y="3817"/>
                </a:lnTo>
                <a:lnTo>
                  <a:pt x="398815" y="0"/>
                </a:lnTo>
                <a:lnTo>
                  <a:pt x="374979" y="0"/>
                </a:lnTo>
                <a:lnTo>
                  <a:pt x="369020" y="3817"/>
                </a:lnTo>
                <a:lnTo>
                  <a:pt x="366040" y="3817"/>
                </a:lnTo>
                <a:lnTo>
                  <a:pt x="363060" y="7634"/>
                </a:lnTo>
                <a:lnTo>
                  <a:pt x="360081" y="7634"/>
                </a:lnTo>
                <a:lnTo>
                  <a:pt x="357101" y="11432"/>
                </a:lnTo>
                <a:lnTo>
                  <a:pt x="354122" y="11432"/>
                </a:lnTo>
                <a:lnTo>
                  <a:pt x="351142" y="15250"/>
                </a:lnTo>
                <a:lnTo>
                  <a:pt x="348163" y="19067"/>
                </a:lnTo>
                <a:lnTo>
                  <a:pt x="345332" y="22865"/>
                </a:lnTo>
                <a:lnTo>
                  <a:pt x="342352" y="26683"/>
                </a:lnTo>
                <a:lnTo>
                  <a:pt x="339373" y="30500"/>
                </a:lnTo>
                <a:lnTo>
                  <a:pt x="336393" y="34318"/>
                </a:lnTo>
                <a:lnTo>
                  <a:pt x="95197" y="34318"/>
                </a:lnTo>
                <a:lnTo>
                  <a:pt x="92217" y="30500"/>
                </a:lnTo>
                <a:lnTo>
                  <a:pt x="89238" y="26683"/>
                </a:lnTo>
                <a:lnTo>
                  <a:pt x="86258" y="22865"/>
                </a:lnTo>
                <a:lnTo>
                  <a:pt x="83279" y="19067"/>
                </a:lnTo>
                <a:lnTo>
                  <a:pt x="80299" y="15250"/>
                </a:lnTo>
                <a:lnTo>
                  <a:pt x="77319" y="11432"/>
                </a:lnTo>
                <a:lnTo>
                  <a:pt x="74340" y="11432"/>
                </a:lnTo>
                <a:lnTo>
                  <a:pt x="71360" y="7634"/>
                </a:lnTo>
                <a:lnTo>
                  <a:pt x="68381" y="7634"/>
                </a:lnTo>
                <a:lnTo>
                  <a:pt x="65401" y="3817"/>
                </a:lnTo>
                <a:lnTo>
                  <a:pt x="62422" y="3817"/>
                </a:lnTo>
                <a:lnTo>
                  <a:pt x="56462" y="0"/>
                </a:lnTo>
                <a:lnTo>
                  <a:pt x="29795" y="0"/>
                </a:lnTo>
                <a:lnTo>
                  <a:pt x="23836" y="3817"/>
                </a:lnTo>
                <a:lnTo>
                  <a:pt x="20857" y="3817"/>
                </a:lnTo>
                <a:lnTo>
                  <a:pt x="14897" y="7634"/>
                </a:lnTo>
                <a:lnTo>
                  <a:pt x="8938" y="11432"/>
                </a:lnTo>
                <a:lnTo>
                  <a:pt x="5959" y="152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1" name="object 161"/>
          <p:cNvSpPr/>
          <p:nvPr/>
        </p:nvSpPr>
        <p:spPr>
          <a:xfrm>
            <a:off x="8666353" y="3956569"/>
            <a:ext cx="23812" cy="0"/>
          </a:xfrm>
          <a:custGeom>
            <a:avLst/>
            <a:gdLst/>
            <a:ahLst/>
            <a:cxnLst/>
            <a:rect l="l" t="t" r="r" b="b"/>
            <a:pathLst>
              <a:path w="23812" h="0">
                <a:moveTo>
                  <a:pt x="0" y="0"/>
                </a:moveTo>
                <a:lnTo>
                  <a:pt x="23812" y="0"/>
                </a:lnTo>
              </a:path>
            </a:pathLst>
          </a:custGeom>
          <a:ln w="12705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2" name="object 162"/>
          <p:cNvSpPr/>
          <p:nvPr/>
        </p:nvSpPr>
        <p:spPr>
          <a:xfrm>
            <a:off x="8466871" y="3858894"/>
            <a:ext cx="95197" cy="99594"/>
          </a:xfrm>
          <a:custGeom>
            <a:avLst/>
            <a:gdLst/>
            <a:ahLst/>
            <a:cxnLst/>
            <a:rect l="l" t="t" r="r" b="b"/>
            <a:pathLst>
              <a:path w="95197" h="99594">
                <a:moveTo>
                  <a:pt x="26816" y="76232"/>
                </a:moveTo>
                <a:lnTo>
                  <a:pt x="23836" y="80049"/>
                </a:lnTo>
                <a:lnTo>
                  <a:pt x="23836" y="84344"/>
                </a:lnTo>
                <a:lnTo>
                  <a:pt x="20857" y="84344"/>
                </a:lnTo>
                <a:lnTo>
                  <a:pt x="20857" y="91960"/>
                </a:lnTo>
                <a:lnTo>
                  <a:pt x="0" y="91960"/>
                </a:lnTo>
                <a:lnTo>
                  <a:pt x="0" y="99594"/>
                </a:lnTo>
                <a:lnTo>
                  <a:pt x="26816" y="99594"/>
                </a:lnTo>
                <a:lnTo>
                  <a:pt x="26816" y="88142"/>
                </a:lnTo>
                <a:lnTo>
                  <a:pt x="29795" y="84344"/>
                </a:lnTo>
                <a:lnTo>
                  <a:pt x="29795" y="80049"/>
                </a:lnTo>
                <a:lnTo>
                  <a:pt x="32775" y="76232"/>
                </a:lnTo>
                <a:lnTo>
                  <a:pt x="32775" y="72434"/>
                </a:lnTo>
                <a:lnTo>
                  <a:pt x="35754" y="68617"/>
                </a:lnTo>
                <a:lnTo>
                  <a:pt x="38734" y="68617"/>
                </a:lnTo>
                <a:lnTo>
                  <a:pt x="38734" y="64799"/>
                </a:lnTo>
                <a:lnTo>
                  <a:pt x="41714" y="64799"/>
                </a:lnTo>
                <a:lnTo>
                  <a:pt x="44693" y="60982"/>
                </a:lnTo>
                <a:lnTo>
                  <a:pt x="50652" y="53366"/>
                </a:lnTo>
                <a:lnTo>
                  <a:pt x="53632" y="49549"/>
                </a:lnTo>
                <a:lnTo>
                  <a:pt x="56611" y="45751"/>
                </a:lnTo>
                <a:lnTo>
                  <a:pt x="62571" y="38116"/>
                </a:lnTo>
                <a:lnTo>
                  <a:pt x="65550" y="34298"/>
                </a:lnTo>
                <a:lnTo>
                  <a:pt x="71509" y="26683"/>
                </a:lnTo>
                <a:lnTo>
                  <a:pt x="77468" y="22865"/>
                </a:lnTo>
                <a:lnTo>
                  <a:pt x="80448" y="15250"/>
                </a:lnTo>
                <a:lnTo>
                  <a:pt x="86258" y="11432"/>
                </a:lnTo>
                <a:lnTo>
                  <a:pt x="89238" y="7615"/>
                </a:lnTo>
                <a:lnTo>
                  <a:pt x="92217" y="3817"/>
                </a:lnTo>
                <a:lnTo>
                  <a:pt x="95197" y="0"/>
                </a:lnTo>
                <a:lnTo>
                  <a:pt x="77468" y="0"/>
                </a:lnTo>
                <a:lnTo>
                  <a:pt x="74489" y="3817"/>
                </a:lnTo>
                <a:lnTo>
                  <a:pt x="83428" y="3817"/>
                </a:lnTo>
                <a:lnTo>
                  <a:pt x="80448" y="7615"/>
                </a:lnTo>
                <a:lnTo>
                  <a:pt x="77468" y="11432"/>
                </a:lnTo>
                <a:lnTo>
                  <a:pt x="74489" y="19067"/>
                </a:lnTo>
                <a:lnTo>
                  <a:pt x="68530" y="22865"/>
                </a:lnTo>
                <a:lnTo>
                  <a:pt x="65550" y="26683"/>
                </a:lnTo>
                <a:lnTo>
                  <a:pt x="62571" y="34298"/>
                </a:lnTo>
                <a:lnTo>
                  <a:pt x="56611" y="38116"/>
                </a:lnTo>
                <a:lnTo>
                  <a:pt x="53632" y="41933"/>
                </a:lnTo>
                <a:lnTo>
                  <a:pt x="47673" y="45751"/>
                </a:lnTo>
                <a:lnTo>
                  <a:pt x="44693" y="53366"/>
                </a:lnTo>
                <a:lnTo>
                  <a:pt x="41714" y="57184"/>
                </a:lnTo>
                <a:lnTo>
                  <a:pt x="38734" y="60982"/>
                </a:lnTo>
                <a:lnTo>
                  <a:pt x="35754" y="64799"/>
                </a:lnTo>
                <a:lnTo>
                  <a:pt x="32775" y="64799"/>
                </a:lnTo>
                <a:lnTo>
                  <a:pt x="29795" y="68617"/>
                </a:lnTo>
                <a:lnTo>
                  <a:pt x="29795" y="72434"/>
                </a:lnTo>
                <a:lnTo>
                  <a:pt x="26816" y="72434"/>
                </a:lnTo>
                <a:lnTo>
                  <a:pt x="26816" y="7623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3" name="object 163"/>
          <p:cNvSpPr/>
          <p:nvPr/>
        </p:nvSpPr>
        <p:spPr>
          <a:xfrm>
            <a:off x="8460911" y="4008038"/>
            <a:ext cx="26816" cy="45731"/>
          </a:xfrm>
          <a:custGeom>
            <a:avLst/>
            <a:gdLst/>
            <a:ahLst/>
            <a:cxnLst/>
            <a:rect l="l" t="t" r="r" b="b"/>
            <a:pathLst>
              <a:path w="26816" h="45731">
                <a:moveTo>
                  <a:pt x="23836" y="0"/>
                </a:moveTo>
                <a:lnTo>
                  <a:pt x="5959" y="0"/>
                </a:lnTo>
                <a:lnTo>
                  <a:pt x="2979" y="3817"/>
                </a:lnTo>
                <a:lnTo>
                  <a:pt x="0" y="3817"/>
                </a:lnTo>
                <a:lnTo>
                  <a:pt x="0" y="41933"/>
                </a:lnTo>
                <a:lnTo>
                  <a:pt x="2979" y="45731"/>
                </a:lnTo>
                <a:lnTo>
                  <a:pt x="17877" y="45731"/>
                </a:lnTo>
                <a:lnTo>
                  <a:pt x="26816" y="0"/>
                </a:lnTo>
                <a:lnTo>
                  <a:pt x="2383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4" name="object 164"/>
          <p:cNvSpPr/>
          <p:nvPr/>
        </p:nvSpPr>
        <p:spPr>
          <a:xfrm>
            <a:off x="8472830" y="3983249"/>
            <a:ext cx="8930" cy="0"/>
          </a:xfrm>
          <a:custGeom>
            <a:avLst/>
            <a:gdLst/>
            <a:ahLst/>
            <a:cxnLst/>
            <a:rect l="l" t="t" r="r" b="b"/>
            <a:pathLst>
              <a:path w="8930" h="0">
                <a:moveTo>
                  <a:pt x="0" y="0"/>
                </a:moveTo>
                <a:lnTo>
                  <a:pt x="8930" y="0"/>
                </a:lnTo>
              </a:path>
            </a:pathLst>
          </a:custGeom>
          <a:ln w="35578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5" name="object 165"/>
          <p:cNvSpPr/>
          <p:nvPr/>
        </p:nvSpPr>
        <p:spPr>
          <a:xfrm>
            <a:off x="8958053" y="3988981"/>
            <a:ext cx="17859" cy="0"/>
          </a:xfrm>
          <a:custGeom>
            <a:avLst/>
            <a:gdLst/>
            <a:ahLst/>
            <a:cxnLst/>
            <a:rect l="l" t="t" r="r" b="b"/>
            <a:pathLst>
              <a:path w="17859" h="0">
                <a:moveTo>
                  <a:pt x="0" y="0"/>
                </a:moveTo>
                <a:lnTo>
                  <a:pt x="17859" y="0"/>
                </a:lnTo>
              </a:path>
            </a:pathLst>
          </a:custGeom>
          <a:ln w="16517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6" name="object 166"/>
          <p:cNvSpPr/>
          <p:nvPr/>
        </p:nvSpPr>
        <p:spPr>
          <a:xfrm>
            <a:off x="8934217" y="4004221"/>
            <a:ext cx="53930" cy="34318"/>
          </a:xfrm>
          <a:custGeom>
            <a:avLst/>
            <a:gdLst/>
            <a:ahLst/>
            <a:cxnLst/>
            <a:rect l="l" t="t" r="r" b="b"/>
            <a:pathLst>
              <a:path w="53930" h="34318">
                <a:moveTo>
                  <a:pt x="17877" y="34318"/>
                </a:moveTo>
                <a:lnTo>
                  <a:pt x="23836" y="34318"/>
                </a:lnTo>
                <a:lnTo>
                  <a:pt x="26816" y="30500"/>
                </a:lnTo>
                <a:lnTo>
                  <a:pt x="50950" y="30500"/>
                </a:lnTo>
                <a:lnTo>
                  <a:pt x="50950" y="26683"/>
                </a:lnTo>
                <a:lnTo>
                  <a:pt x="53930" y="22865"/>
                </a:lnTo>
                <a:lnTo>
                  <a:pt x="53930" y="11432"/>
                </a:lnTo>
                <a:lnTo>
                  <a:pt x="50950" y="7634"/>
                </a:lnTo>
                <a:lnTo>
                  <a:pt x="50950" y="3817"/>
                </a:lnTo>
                <a:lnTo>
                  <a:pt x="47971" y="3817"/>
                </a:lnTo>
                <a:lnTo>
                  <a:pt x="47971" y="0"/>
                </a:lnTo>
                <a:lnTo>
                  <a:pt x="0" y="0"/>
                </a:lnTo>
                <a:lnTo>
                  <a:pt x="2979" y="3817"/>
                </a:lnTo>
                <a:lnTo>
                  <a:pt x="5959" y="7634"/>
                </a:lnTo>
                <a:lnTo>
                  <a:pt x="8938" y="11432"/>
                </a:lnTo>
                <a:lnTo>
                  <a:pt x="11918" y="15250"/>
                </a:lnTo>
                <a:lnTo>
                  <a:pt x="11918" y="22865"/>
                </a:lnTo>
                <a:lnTo>
                  <a:pt x="14897" y="26683"/>
                </a:lnTo>
                <a:lnTo>
                  <a:pt x="14897" y="34318"/>
                </a:lnTo>
                <a:lnTo>
                  <a:pt x="17877" y="3431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7" name="object 167"/>
          <p:cNvSpPr/>
          <p:nvPr/>
        </p:nvSpPr>
        <p:spPr>
          <a:xfrm>
            <a:off x="4703969" y="3601108"/>
            <a:ext cx="3150897" cy="1031144"/>
          </a:xfrm>
          <a:custGeom>
            <a:avLst/>
            <a:gdLst/>
            <a:ahLst/>
            <a:cxnLst/>
            <a:rect l="l" t="t" r="r" b="b"/>
            <a:pathLst>
              <a:path w="3150897" h="1031144">
                <a:moveTo>
                  <a:pt x="3150897" y="0"/>
                </a:moveTo>
                <a:lnTo>
                  <a:pt x="1503939" y="462205"/>
                </a:lnTo>
                <a:lnTo>
                  <a:pt x="1566510" y="546073"/>
                </a:lnTo>
                <a:lnTo>
                  <a:pt x="0" y="1031144"/>
                </a:lnTo>
                <a:lnTo>
                  <a:pt x="1643979" y="568939"/>
                </a:lnTo>
                <a:lnTo>
                  <a:pt x="1584387" y="481254"/>
                </a:lnTo>
                <a:lnTo>
                  <a:pt x="315089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8" name="object 168"/>
          <p:cNvSpPr/>
          <p:nvPr/>
        </p:nvSpPr>
        <p:spPr>
          <a:xfrm>
            <a:off x="4703969" y="3601108"/>
            <a:ext cx="3150897" cy="1031144"/>
          </a:xfrm>
          <a:custGeom>
            <a:avLst/>
            <a:gdLst/>
            <a:ahLst/>
            <a:cxnLst/>
            <a:rect l="l" t="t" r="r" b="b"/>
            <a:pathLst>
              <a:path w="3150897" h="1031144">
                <a:moveTo>
                  <a:pt x="3150897" y="0"/>
                </a:moveTo>
                <a:lnTo>
                  <a:pt x="1503939" y="462205"/>
                </a:lnTo>
                <a:lnTo>
                  <a:pt x="1566510" y="546073"/>
                </a:lnTo>
                <a:lnTo>
                  <a:pt x="0" y="1031144"/>
                </a:lnTo>
                <a:lnTo>
                  <a:pt x="1643979" y="568939"/>
                </a:lnTo>
                <a:lnTo>
                  <a:pt x="1584387" y="481254"/>
                </a:lnTo>
                <a:lnTo>
                  <a:pt x="3150897" y="0"/>
                </a:lnTo>
                <a:close/>
              </a:path>
            </a:pathLst>
          </a:custGeom>
          <a:ln w="373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9" name="object 169"/>
          <p:cNvSpPr/>
          <p:nvPr/>
        </p:nvSpPr>
        <p:spPr>
          <a:xfrm>
            <a:off x="4318114" y="3599199"/>
            <a:ext cx="720758" cy="507956"/>
          </a:xfrm>
          <a:custGeom>
            <a:avLst/>
            <a:gdLst/>
            <a:ahLst/>
            <a:cxnLst/>
            <a:rect l="l" t="t" r="r" b="b"/>
            <a:pathLst>
              <a:path w="720758" h="507956">
                <a:moveTo>
                  <a:pt x="0" y="507956"/>
                </a:moveTo>
                <a:lnTo>
                  <a:pt x="98623" y="492706"/>
                </a:lnTo>
                <a:lnTo>
                  <a:pt x="193970" y="473638"/>
                </a:lnTo>
                <a:lnTo>
                  <a:pt x="283208" y="446955"/>
                </a:lnTo>
                <a:lnTo>
                  <a:pt x="369615" y="412656"/>
                </a:lnTo>
                <a:lnTo>
                  <a:pt x="446935" y="374521"/>
                </a:lnTo>
                <a:lnTo>
                  <a:pt x="515466" y="328311"/>
                </a:lnTo>
                <a:lnTo>
                  <a:pt x="574908" y="282560"/>
                </a:lnTo>
                <a:lnTo>
                  <a:pt x="625561" y="229194"/>
                </a:lnTo>
                <a:lnTo>
                  <a:pt x="667275" y="175789"/>
                </a:lnTo>
                <a:lnTo>
                  <a:pt x="696921" y="118719"/>
                </a:lnTo>
                <a:lnTo>
                  <a:pt x="714799" y="57642"/>
                </a:lnTo>
                <a:lnTo>
                  <a:pt x="720758" y="0"/>
                </a:lnTo>
              </a:path>
            </a:pathLst>
          </a:custGeom>
          <a:ln w="212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0" name="object 170"/>
          <p:cNvSpPr/>
          <p:nvPr/>
        </p:nvSpPr>
        <p:spPr>
          <a:xfrm>
            <a:off x="4166305" y="4034722"/>
            <a:ext cx="169686" cy="141032"/>
          </a:xfrm>
          <a:custGeom>
            <a:avLst/>
            <a:gdLst/>
            <a:ahLst/>
            <a:cxnLst/>
            <a:rect l="l" t="t" r="r" b="b"/>
            <a:pathLst>
              <a:path w="169686" h="141032">
                <a:moveTo>
                  <a:pt x="169686" y="141032"/>
                </a:moveTo>
                <a:lnTo>
                  <a:pt x="163727" y="0"/>
                </a:lnTo>
                <a:lnTo>
                  <a:pt x="0" y="80049"/>
                </a:lnTo>
                <a:lnTo>
                  <a:pt x="169686" y="14103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1" name="object 171"/>
          <p:cNvSpPr/>
          <p:nvPr/>
        </p:nvSpPr>
        <p:spPr>
          <a:xfrm>
            <a:off x="4300386" y="3232809"/>
            <a:ext cx="3046612" cy="385476"/>
          </a:xfrm>
          <a:custGeom>
            <a:avLst/>
            <a:gdLst/>
            <a:ahLst/>
            <a:cxnLst/>
            <a:rect l="l" t="t" r="r" b="b"/>
            <a:pathLst>
              <a:path w="3046612" h="385476">
                <a:moveTo>
                  <a:pt x="0" y="385476"/>
                </a:moveTo>
                <a:lnTo>
                  <a:pt x="3046612" y="385476"/>
                </a:lnTo>
                <a:lnTo>
                  <a:pt x="3046612" y="0"/>
                </a:lnTo>
                <a:lnTo>
                  <a:pt x="0" y="0"/>
                </a:lnTo>
                <a:lnTo>
                  <a:pt x="0" y="38547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2" name="object 172"/>
          <p:cNvSpPr/>
          <p:nvPr/>
        </p:nvSpPr>
        <p:spPr>
          <a:xfrm>
            <a:off x="4300386" y="3232809"/>
            <a:ext cx="3046612" cy="385476"/>
          </a:xfrm>
          <a:custGeom>
            <a:avLst/>
            <a:gdLst/>
            <a:ahLst/>
            <a:cxnLst/>
            <a:rect l="l" t="t" r="r" b="b"/>
            <a:pathLst>
              <a:path w="3046612" h="385476">
                <a:moveTo>
                  <a:pt x="0" y="385476"/>
                </a:moveTo>
                <a:lnTo>
                  <a:pt x="3046612" y="385476"/>
                </a:lnTo>
                <a:lnTo>
                  <a:pt x="3046612" y="0"/>
                </a:lnTo>
                <a:lnTo>
                  <a:pt x="0" y="0"/>
                </a:lnTo>
                <a:lnTo>
                  <a:pt x="0" y="385476"/>
                </a:lnTo>
                <a:close/>
              </a:path>
            </a:pathLst>
          </a:custGeom>
          <a:ln w="2280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3" name="object 173"/>
          <p:cNvSpPr/>
          <p:nvPr/>
        </p:nvSpPr>
        <p:spPr>
          <a:xfrm>
            <a:off x="5333999" y="4649393"/>
            <a:ext cx="517849" cy="901056"/>
          </a:xfrm>
          <a:custGeom>
            <a:avLst/>
            <a:gdLst/>
            <a:ahLst/>
            <a:cxnLst/>
            <a:rect l="l" t="t" r="r" b="b"/>
            <a:pathLst>
              <a:path w="517849" h="901056">
                <a:moveTo>
                  <a:pt x="11918" y="0"/>
                </a:moveTo>
                <a:lnTo>
                  <a:pt x="2979" y="121983"/>
                </a:lnTo>
                <a:lnTo>
                  <a:pt x="0" y="236828"/>
                </a:lnTo>
                <a:lnTo>
                  <a:pt x="5959" y="343562"/>
                </a:lnTo>
                <a:lnTo>
                  <a:pt x="17877" y="446955"/>
                </a:lnTo>
                <a:lnTo>
                  <a:pt x="35754" y="538438"/>
                </a:lnTo>
                <a:lnTo>
                  <a:pt x="59442" y="622305"/>
                </a:lnTo>
                <a:lnTo>
                  <a:pt x="89238" y="694740"/>
                </a:lnTo>
                <a:lnTo>
                  <a:pt x="127972" y="760016"/>
                </a:lnTo>
                <a:lnTo>
                  <a:pt x="169686" y="813383"/>
                </a:lnTo>
                <a:lnTo>
                  <a:pt x="217210" y="851499"/>
                </a:lnTo>
                <a:lnTo>
                  <a:pt x="270843" y="882000"/>
                </a:lnTo>
                <a:lnTo>
                  <a:pt x="327455" y="897245"/>
                </a:lnTo>
                <a:lnTo>
                  <a:pt x="386897" y="901056"/>
                </a:lnTo>
                <a:lnTo>
                  <a:pt x="452448" y="893431"/>
                </a:lnTo>
                <a:lnTo>
                  <a:pt x="517849" y="874365"/>
                </a:lnTo>
              </a:path>
            </a:pathLst>
          </a:custGeom>
          <a:ln w="1910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4" name="object 174"/>
          <p:cNvSpPr/>
          <p:nvPr/>
        </p:nvSpPr>
        <p:spPr>
          <a:xfrm>
            <a:off x="5289306" y="4458315"/>
            <a:ext cx="110095" cy="221578"/>
          </a:xfrm>
          <a:custGeom>
            <a:avLst/>
            <a:gdLst/>
            <a:ahLst/>
            <a:cxnLst/>
            <a:rect l="l" t="t" r="r" b="b"/>
            <a:pathLst>
              <a:path w="110095" h="221578">
                <a:moveTo>
                  <a:pt x="0" y="194895"/>
                </a:moveTo>
                <a:lnTo>
                  <a:pt x="110095" y="221578"/>
                </a:lnTo>
                <a:lnTo>
                  <a:pt x="83428" y="0"/>
                </a:lnTo>
                <a:lnTo>
                  <a:pt x="0" y="19489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5" name="object 175"/>
          <p:cNvSpPr/>
          <p:nvPr/>
        </p:nvSpPr>
        <p:spPr>
          <a:xfrm>
            <a:off x="5774529" y="5294578"/>
            <a:ext cx="2412261" cy="385953"/>
          </a:xfrm>
          <a:custGeom>
            <a:avLst/>
            <a:gdLst/>
            <a:ahLst/>
            <a:cxnLst/>
            <a:rect l="l" t="t" r="r" b="b"/>
            <a:pathLst>
              <a:path w="2412261" h="385953">
                <a:moveTo>
                  <a:pt x="0" y="385953"/>
                </a:moveTo>
                <a:lnTo>
                  <a:pt x="2412261" y="385953"/>
                </a:lnTo>
                <a:lnTo>
                  <a:pt x="2412261" y="0"/>
                </a:lnTo>
                <a:lnTo>
                  <a:pt x="0" y="0"/>
                </a:lnTo>
                <a:lnTo>
                  <a:pt x="0" y="38595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6" name="object 176"/>
          <p:cNvSpPr/>
          <p:nvPr/>
        </p:nvSpPr>
        <p:spPr>
          <a:xfrm>
            <a:off x="5774529" y="5294578"/>
            <a:ext cx="2412261" cy="385953"/>
          </a:xfrm>
          <a:custGeom>
            <a:avLst/>
            <a:gdLst/>
            <a:ahLst/>
            <a:cxnLst/>
            <a:rect l="l" t="t" r="r" b="b"/>
            <a:pathLst>
              <a:path w="2412261" h="385953">
                <a:moveTo>
                  <a:pt x="0" y="385953"/>
                </a:moveTo>
                <a:lnTo>
                  <a:pt x="2412261" y="385953"/>
                </a:lnTo>
                <a:lnTo>
                  <a:pt x="2412261" y="0"/>
                </a:lnTo>
                <a:lnTo>
                  <a:pt x="0" y="0"/>
                </a:lnTo>
                <a:lnTo>
                  <a:pt x="0" y="385953"/>
                </a:lnTo>
                <a:close/>
              </a:path>
            </a:pathLst>
          </a:custGeom>
          <a:ln w="2275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78740" y="100329"/>
            <a:ext cx="3987800" cy="431800"/>
          </a:xfrm>
          <a:prstGeom prst="rect">
            <a:avLst/>
          </a:prstGeom>
        </p:spPr>
        <p:txBody>
          <a:bodyPr wrap="square" lIns="0" tIns="21399" rIns="0" bIns="0" rtlCol="0">
            <a:noAutofit/>
          </a:bodyPr>
          <a:lstStyle/>
          <a:p>
            <a:pPr marL="12700">
              <a:lnSpc>
                <a:spcPts val="3370"/>
              </a:lnSpc>
            </a:pPr>
            <a:r>
              <a:rPr dirty="0" smtClean="0" sz="3200" spc="-2" b="1">
                <a:latin typeface="Arial"/>
                <a:cs typeface="Arial"/>
              </a:rPr>
              <a:t>B</a:t>
            </a:r>
            <a:r>
              <a:rPr dirty="0" smtClean="0" sz="3200" spc="-2" b="1">
                <a:latin typeface="Arial"/>
                <a:cs typeface="Arial"/>
              </a:rPr>
              <a:t>.</a:t>
            </a:r>
            <a:r>
              <a:rPr dirty="0" smtClean="0" sz="3200" spc="-2" b="1">
                <a:latin typeface="Arial"/>
                <a:cs typeface="Arial"/>
              </a:rPr>
              <a:t> </a:t>
            </a:r>
            <a:r>
              <a:rPr dirty="0" smtClean="0" sz="3200" spc="-2" b="1">
                <a:latin typeface="Arial"/>
                <a:cs typeface="Arial"/>
              </a:rPr>
              <a:t>Freq</a:t>
            </a:r>
            <a:r>
              <a:rPr dirty="0" smtClean="0" sz="3200" spc="-2" b="1">
                <a:latin typeface="Arial"/>
                <a:cs typeface="Arial"/>
              </a:rPr>
              <a:t>u</a:t>
            </a:r>
            <a:r>
              <a:rPr dirty="0" smtClean="0" sz="3200" spc="-2" b="1">
                <a:latin typeface="Arial"/>
                <a:cs typeface="Arial"/>
              </a:rPr>
              <a:t>ency</a:t>
            </a:r>
            <a:r>
              <a:rPr dirty="0" smtClean="0" sz="3200" spc="-2" b="1">
                <a:latin typeface="Arial"/>
                <a:cs typeface="Arial"/>
              </a:rPr>
              <a:t> </a:t>
            </a:r>
            <a:r>
              <a:rPr dirty="0" smtClean="0" sz="3200" spc="-2" b="1">
                <a:latin typeface="Arial"/>
                <a:cs typeface="Arial"/>
              </a:rPr>
              <a:t>R</a:t>
            </a:r>
            <a:r>
              <a:rPr dirty="0" smtClean="0" sz="3200" spc="-2" b="1">
                <a:latin typeface="Arial"/>
                <a:cs typeface="Arial"/>
              </a:rPr>
              <a:t>euse</a:t>
            </a:r>
            <a:endParaRPr sz="32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59740" y="775576"/>
            <a:ext cx="3892492" cy="381317"/>
          </a:xfrm>
          <a:prstGeom prst="rect">
            <a:avLst/>
          </a:prstGeom>
        </p:spPr>
        <p:txBody>
          <a:bodyPr wrap="square" lIns="0" tIns="18796" rIns="0" bIns="0" rtlCol="0">
            <a:noAutofit/>
          </a:bodyPr>
          <a:lstStyle/>
          <a:p>
            <a:pPr marL="12700">
              <a:lnSpc>
                <a:spcPts val="2960"/>
              </a:lnSpc>
            </a:pPr>
            <a:r>
              <a:rPr dirty="0" smtClean="0" sz="2800" spc="0" b="1" u="heavy">
                <a:solidFill>
                  <a:srgbClr val="3333CC"/>
                </a:solidFill>
                <a:latin typeface="Times New Roman"/>
                <a:cs typeface="Times New Roman"/>
              </a:rPr>
              <a:t>Defi</a:t>
            </a:r>
            <a:r>
              <a:rPr dirty="0" smtClean="0" sz="2800" spc="0" b="1" u="heavy">
                <a:solidFill>
                  <a:srgbClr val="3333CC"/>
                </a:solidFill>
                <a:latin typeface="Times New Roman"/>
                <a:cs typeface="Times New Roman"/>
              </a:rPr>
              <a:t>n</a:t>
            </a:r>
            <a:r>
              <a:rPr dirty="0" smtClean="0" sz="2800" spc="0" b="1" u="heavy">
                <a:solidFill>
                  <a:srgbClr val="3333CC"/>
                </a:solidFill>
                <a:latin typeface="Times New Roman"/>
                <a:cs typeface="Times New Roman"/>
              </a:rPr>
              <a:t>isi</a:t>
            </a:r>
            <a:r>
              <a:rPr dirty="0" smtClean="0" sz="2800" spc="0" b="1" u="heavy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2800" spc="0" b="1" i="1" u="heavy">
                <a:solidFill>
                  <a:srgbClr val="3333CC"/>
                </a:solidFill>
                <a:latin typeface="Times New Roman"/>
                <a:cs typeface="Times New Roman"/>
              </a:rPr>
              <a:t>F</a:t>
            </a:r>
            <a:r>
              <a:rPr dirty="0" smtClean="0" sz="2800" spc="0" b="1" i="1" u="heavy">
                <a:solidFill>
                  <a:srgbClr val="3333CC"/>
                </a:solidFill>
                <a:latin typeface="Times New Roman"/>
                <a:cs typeface="Times New Roman"/>
              </a:rPr>
              <a:t>r</a:t>
            </a:r>
            <a:r>
              <a:rPr dirty="0" smtClean="0" sz="2800" spc="0" b="1" i="1" u="heavy">
                <a:solidFill>
                  <a:srgbClr val="3333CC"/>
                </a:solidFill>
                <a:latin typeface="Times New Roman"/>
                <a:cs typeface="Times New Roman"/>
              </a:rPr>
              <a:t>equency</a:t>
            </a:r>
            <a:r>
              <a:rPr dirty="0" smtClean="0" sz="2800" spc="0" b="1" i="1" u="heavy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2800" spc="0" b="1" i="1" u="heavy">
                <a:solidFill>
                  <a:srgbClr val="3333CC"/>
                </a:solidFill>
                <a:latin typeface="Times New Roman"/>
                <a:cs typeface="Times New Roman"/>
              </a:rPr>
              <a:t>Reuse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145857" y="1298495"/>
            <a:ext cx="6038405" cy="279400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dirty="0" smtClean="0" sz="2000" spc="0" i="1">
                <a:latin typeface="Arial"/>
                <a:cs typeface="Arial"/>
              </a:rPr>
              <a:t>P</a:t>
            </a:r>
            <a:r>
              <a:rPr dirty="0" smtClean="0" sz="2000" spc="0" i="1">
                <a:latin typeface="Arial"/>
                <a:cs typeface="Arial"/>
              </a:rPr>
              <a:t>e</a:t>
            </a:r>
            <a:r>
              <a:rPr dirty="0" smtClean="0" sz="2000" spc="0" i="1">
                <a:latin typeface="Arial"/>
                <a:cs typeface="Arial"/>
              </a:rPr>
              <a:t>n</a:t>
            </a:r>
            <a:r>
              <a:rPr dirty="0" smtClean="0" sz="2000" spc="0" i="1">
                <a:latin typeface="Arial"/>
                <a:cs typeface="Arial"/>
              </a:rPr>
              <a:t>g</a:t>
            </a:r>
            <a:r>
              <a:rPr dirty="0" smtClean="0" sz="2000" spc="0" i="1">
                <a:latin typeface="Arial"/>
                <a:cs typeface="Arial"/>
              </a:rPr>
              <a:t>u</a:t>
            </a:r>
            <a:r>
              <a:rPr dirty="0" smtClean="0" sz="2000" spc="0" i="1">
                <a:latin typeface="Arial"/>
                <a:cs typeface="Arial"/>
              </a:rPr>
              <a:t>la</a:t>
            </a:r>
            <a:r>
              <a:rPr dirty="0" smtClean="0" sz="2000" spc="0" i="1">
                <a:latin typeface="Arial"/>
                <a:cs typeface="Arial"/>
              </a:rPr>
              <a:t>n</a:t>
            </a:r>
            <a:r>
              <a:rPr dirty="0" smtClean="0" sz="2000" spc="0" i="1">
                <a:latin typeface="Arial"/>
                <a:cs typeface="Arial"/>
              </a:rPr>
              <a:t>g</a:t>
            </a:r>
            <a:r>
              <a:rPr dirty="0" smtClean="0" sz="2000" spc="0" i="1">
                <a:latin typeface="Arial"/>
                <a:cs typeface="Arial"/>
              </a:rPr>
              <a:t>a</a:t>
            </a:r>
            <a:r>
              <a:rPr dirty="0" smtClean="0" sz="2000" spc="0" i="1">
                <a:latin typeface="Arial"/>
                <a:cs typeface="Arial"/>
              </a:rPr>
              <a:t>n</a:t>
            </a:r>
            <a:r>
              <a:rPr dirty="0" smtClean="0" sz="2000" spc="0" i="1">
                <a:latin typeface="Arial"/>
                <a:cs typeface="Arial"/>
              </a:rPr>
              <a:t> </a:t>
            </a:r>
            <a:r>
              <a:rPr dirty="0" smtClean="0" sz="2000" spc="0" i="1">
                <a:latin typeface="Arial"/>
                <a:cs typeface="Arial"/>
              </a:rPr>
              <a:t>a</a:t>
            </a:r>
            <a:r>
              <a:rPr dirty="0" smtClean="0" sz="2000" spc="0" i="1">
                <a:latin typeface="Arial"/>
                <a:cs typeface="Arial"/>
              </a:rPr>
              <a:t>t</a:t>
            </a:r>
            <a:r>
              <a:rPr dirty="0" smtClean="0" sz="2000" spc="0" i="1">
                <a:latin typeface="Arial"/>
                <a:cs typeface="Arial"/>
              </a:rPr>
              <a:t>a</a:t>
            </a:r>
            <a:r>
              <a:rPr dirty="0" smtClean="0" sz="2000" spc="0" i="1">
                <a:latin typeface="Arial"/>
                <a:cs typeface="Arial"/>
              </a:rPr>
              <a:t>u</a:t>
            </a:r>
            <a:r>
              <a:rPr dirty="0" smtClean="0" sz="2000" spc="0" i="1">
                <a:latin typeface="Arial"/>
                <a:cs typeface="Arial"/>
              </a:rPr>
              <a:t> </a:t>
            </a:r>
            <a:r>
              <a:rPr dirty="0" smtClean="0" sz="2000" spc="0" b="1" i="1">
                <a:latin typeface="Arial"/>
                <a:cs typeface="Arial"/>
              </a:rPr>
              <a:t>m</a:t>
            </a:r>
            <a:r>
              <a:rPr dirty="0" smtClean="0" sz="2000" spc="0" b="1" i="1">
                <a:latin typeface="Arial"/>
                <a:cs typeface="Arial"/>
              </a:rPr>
              <a:t>e</a:t>
            </a:r>
            <a:r>
              <a:rPr dirty="0" smtClean="0" sz="2000" spc="0" b="1" i="1">
                <a:latin typeface="Arial"/>
                <a:cs typeface="Arial"/>
              </a:rPr>
              <a:t>ngg</a:t>
            </a:r>
            <a:r>
              <a:rPr dirty="0" smtClean="0" sz="2000" spc="0" b="1" i="1">
                <a:latin typeface="Arial"/>
                <a:cs typeface="Arial"/>
              </a:rPr>
              <a:t>u</a:t>
            </a:r>
            <a:r>
              <a:rPr dirty="0" smtClean="0" sz="2000" spc="0" b="1" i="1">
                <a:latin typeface="Arial"/>
                <a:cs typeface="Arial"/>
              </a:rPr>
              <a:t>n</a:t>
            </a:r>
            <a:r>
              <a:rPr dirty="0" smtClean="0" sz="2000" spc="0" b="1" i="1">
                <a:latin typeface="Arial"/>
                <a:cs typeface="Arial"/>
              </a:rPr>
              <a:t>a</a:t>
            </a:r>
            <a:r>
              <a:rPr dirty="0" smtClean="0" sz="2000" spc="0" b="1" i="1">
                <a:latin typeface="Arial"/>
                <a:cs typeface="Arial"/>
              </a:rPr>
              <a:t>k</a:t>
            </a:r>
            <a:r>
              <a:rPr dirty="0" smtClean="0" sz="2000" spc="0" b="1" i="1">
                <a:latin typeface="Arial"/>
                <a:cs typeface="Arial"/>
              </a:rPr>
              <a:t>a</a:t>
            </a:r>
            <a:r>
              <a:rPr dirty="0" smtClean="0" sz="2000" spc="0" b="1" i="1">
                <a:latin typeface="Arial"/>
                <a:cs typeface="Arial"/>
              </a:rPr>
              <a:t>n</a:t>
            </a:r>
            <a:r>
              <a:rPr dirty="0" smtClean="0" sz="2000" spc="0" b="1" i="1">
                <a:latin typeface="Arial"/>
                <a:cs typeface="Arial"/>
              </a:rPr>
              <a:t> </a:t>
            </a:r>
            <a:r>
              <a:rPr dirty="0" smtClean="0" sz="2000" spc="0" b="1" i="1">
                <a:latin typeface="Arial"/>
                <a:cs typeface="Arial"/>
              </a:rPr>
              <a:t>k</a:t>
            </a:r>
            <a:r>
              <a:rPr dirty="0" smtClean="0" sz="2000" spc="0" b="1" i="1">
                <a:latin typeface="Arial"/>
                <a:cs typeface="Arial"/>
              </a:rPr>
              <a:t>e</a:t>
            </a:r>
            <a:r>
              <a:rPr dirty="0" smtClean="0" sz="2000" spc="0" b="1" i="1">
                <a:latin typeface="Arial"/>
                <a:cs typeface="Arial"/>
              </a:rPr>
              <a:t>mb</a:t>
            </a:r>
            <a:r>
              <a:rPr dirty="0" smtClean="0" sz="2000" spc="0" b="1" i="1">
                <a:latin typeface="Arial"/>
                <a:cs typeface="Arial"/>
              </a:rPr>
              <a:t>a</a:t>
            </a:r>
            <a:r>
              <a:rPr dirty="0" smtClean="0" sz="2000" spc="0" b="1" i="1">
                <a:latin typeface="Arial"/>
                <a:cs typeface="Arial"/>
              </a:rPr>
              <a:t>li</a:t>
            </a:r>
            <a:r>
              <a:rPr dirty="0" smtClean="0" sz="2000" spc="0" b="1" i="1">
                <a:latin typeface="Arial"/>
                <a:cs typeface="Arial"/>
              </a:rPr>
              <a:t> </a:t>
            </a:r>
            <a:r>
              <a:rPr dirty="0" smtClean="0" sz="2000" spc="0" i="1">
                <a:latin typeface="Arial"/>
                <a:cs typeface="Arial"/>
              </a:rPr>
              <a:t>fr</a:t>
            </a:r>
            <a:r>
              <a:rPr dirty="0" smtClean="0" sz="2000" spc="0" i="1">
                <a:latin typeface="Arial"/>
                <a:cs typeface="Arial"/>
              </a:rPr>
              <a:t>e</a:t>
            </a:r>
            <a:r>
              <a:rPr dirty="0" smtClean="0" sz="2000" spc="0" i="1">
                <a:latin typeface="Arial"/>
                <a:cs typeface="Arial"/>
              </a:rPr>
              <a:t>k</a:t>
            </a:r>
            <a:r>
              <a:rPr dirty="0" smtClean="0" sz="2000" spc="0" i="1">
                <a:latin typeface="Arial"/>
                <a:cs typeface="Arial"/>
              </a:rPr>
              <a:t>u</a:t>
            </a:r>
            <a:r>
              <a:rPr dirty="0" smtClean="0" sz="2000" spc="0" i="1">
                <a:latin typeface="Arial"/>
                <a:cs typeface="Arial"/>
              </a:rPr>
              <a:t>e</a:t>
            </a:r>
            <a:r>
              <a:rPr dirty="0" smtClean="0" sz="2000" spc="0" i="1">
                <a:latin typeface="Arial"/>
                <a:cs typeface="Arial"/>
              </a:rPr>
              <a:t>n</a:t>
            </a:r>
            <a:r>
              <a:rPr dirty="0" smtClean="0" sz="2000" spc="0" i="1">
                <a:latin typeface="Arial"/>
                <a:cs typeface="Arial"/>
              </a:rPr>
              <a:t>si</a:t>
            </a:r>
            <a:endParaRPr sz="20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186294" y="1298495"/>
            <a:ext cx="615695" cy="279400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dirty="0" smtClean="0" sz="2000" spc="2" i="1">
                <a:latin typeface="Arial"/>
                <a:cs typeface="Arial"/>
              </a:rPr>
              <a:t>y</a:t>
            </a:r>
            <a:r>
              <a:rPr dirty="0" smtClean="0" sz="2000" spc="2" i="1">
                <a:latin typeface="Arial"/>
                <a:cs typeface="Arial"/>
              </a:rPr>
              <a:t>a</a:t>
            </a:r>
            <a:r>
              <a:rPr dirty="0" smtClean="0" sz="2000" spc="2" i="1">
                <a:latin typeface="Arial"/>
                <a:cs typeface="Arial"/>
              </a:rPr>
              <a:t>n</a:t>
            </a:r>
            <a:r>
              <a:rPr dirty="0" smtClean="0" sz="2000" spc="2" i="1">
                <a:latin typeface="Arial"/>
                <a:cs typeface="Arial"/>
              </a:rPr>
              <a:t>g</a:t>
            </a:r>
            <a:endParaRPr sz="20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807832" y="1298495"/>
            <a:ext cx="681989" cy="279400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dirty="0" smtClean="0" sz="2000" spc="-4" i="1">
                <a:latin typeface="Arial"/>
                <a:cs typeface="Arial"/>
              </a:rPr>
              <a:t>s</a:t>
            </a:r>
            <a:r>
              <a:rPr dirty="0" smtClean="0" sz="2000" spc="-4" i="1">
                <a:latin typeface="Arial"/>
                <a:cs typeface="Arial"/>
              </a:rPr>
              <a:t>a</a:t>
            </a:r>
            <a:r>
              <a:rPr dirty="0" smtClean="0" sz="2000" spc="-4" i="1">
                <a:latin typeface="Arial"/>
                <a:cs typeface="Arial"/>
              </a:rPr>
              <a:t>m</a:t>
            </a:r>
            <a:r>
              <a:rPr dirty="0" smtClean="0" sz="2000" spc="-4" i="1">
                <a:latin typeface="Arial"/>
                <a:cs typeface="Arial"/>
              </a:rPr>
              <a:t>a</a:t>
            </a:r>
            <a:endParaRPr sz="20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495664" y="1298495"/>
            <a:ext cx="630681" cy="279400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dirty="0" smtClean="0" sz="2000" spc="3" i="1">
                <a:latin typeface="Arial"/>
                <a:cs typeface="Arial"/>
              </a:rPr>
              <a:t>p</a:t>
            </a:r>
            <a:r>
              <a:rPr dirty="0" smtClean="0" sz="2000" spc="3" i="1">
                <a:latin typeface="Arial"/>
                <a:cs typeface="Arial"/>
              </a:rPr>
              <a:t>a</a:t>
            </a:r>
            <a:r>
              <a:rPr dirty="0" smtClean="0" sz="2000" spc="3" i="1">
                <a:latin typeface="Arial"/>
                <a:cs typeface="Arial"/>
              </a:rPr>
              <a:t>d</a:t>
            </a:r>
            <a:r>
              <a:rPr dirty="0" smtClean="0" sz="2000" spc="3" i="1">
                <a:latin typeface="Arial"/>
                <a:cs typeface="Arial"/>
              </a:rPr>
              <a:t>a</a:t>
            </a:r>
            <a:endParaRPr sz="20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145857" y="1633775"/>
            <a:ext cx="572516" cy="279400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dirty="0" smtClean="0" sz="2000" spc="1" i="1">
                <a:latin typeface="Arial"/>
                <a:cs typeface="Arial"/>
              </a:rPr>
              <a:t>a</a:t>
            </a:r>
            <a:r>
              <a:rPr dirty="0" smtClean="0" sz="2000" spc="1" i="1">
                <a:latin typeface="Arial"/>
                <a:cs typeface="Arial"/>
              </a:rPr>
              <a:t>rea</a:t>
            </a:r>
            <a:endParaRPr sz="20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724469" y="1633775"/>
            <a:ext cx="615696" cy="279400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dirty="0" smtClean="0" sz="2000" spc="2" i="1">
                <a:latin typeface="Arial"/>
                <a:cs typeface="Arial"/>
              </a:rPr>
              <a:t>y</a:t>
            </a:r>
            <a:r>
              <a:rPr dirty="0" smtClean="0" sz="2000" spc="2" i="1">
                <a:latin typeface="Arial"/>
                <a:cs typeface="Arial"/>
              </a:rPr>
              <a:t>a</a:t>
            </a:r>
            <a:r>
              <a:rPr dirty="0" smtClean="0" sz="2000" spc="2" i="1">
                <a:latin typeface="Arial"/>
                <a:cs typeface="Arial"/>
              </a:rPr>
              <a:t>n</a:t>
            </a:r>
            <a:r>
              <a:rPr dirty="0" smtClean="0" sz="2000" spc="2" i="1">
                <a:latin typeface="Arial"/>
                <a:cs typeface="Arial"/>
              </a:rPr>
              <a:t>g</a:t>
            </a:r>
            <a:endParaRPr sz="20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343467" y="1633775"/>
            <a:ext cx="998728" cy="279400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dirty="0" smtClean="0" sz="2000" spc="3" i="1">
                <a:latin typeface="Arial"/>
                <a:cs typeface="Arial"/>
              </a:rPr>
              <a:t>b</a:t>
            </a:r>
            <a:r>
              <a:rPr dirty="0" smtClean="0" sz="2000" spc="3" i="1">
                <a:latin typeface="Arial"/>
                <a:cs typeface="Arial"/>
              </a:rPr>
              <a:t>e</a:t>
            </a:r>
            <a:r>
              <a:rPr dirty="0" smtClean="0" sz="2000" spc="3" i="1">
                <a:latin typeface="Arial"/>
                <a:cs typeface="Arial"/>
              </a:rPr>
              <a:t>rb</a:t>
            </a:r>
            <a:r>
              <a:rPr dirty="0" smtClean="0" sz="2000" spc="3" i="1">
                <a:latin typeface="Arial"/>
                <a:cs typeface="Arial"/>
              </a:rPr>
              <a:t>e</a:t>
            </a:r>
            <a:r>
              <a:rPr dirty="0" smtClean="0" sz="2000" spc="3" i="1">
                <a:latin typeface="Arial"/>
                <a:cs typeface="Arial"/>
              </a:rPr>
              <a:t>d</a:t>
            </a:r>
            <a:r>
              <a:rPr dirty="0" smtClean="0" sz="2000" spc="3" i="1">
                <a:latin typeface="Arial"/>
                <a:cs typeface="Arial"/>
              </a:rPr>
              <a:t>a</a:t>
            </a:r>
            <a:endParaRPr sz="20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346196" y="1633775"/>
            <a:ext cx="289305" cy="279400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dirty="0" smtClean="0" sz="2000" b="1" i="1">
                <a:latin typeface="Arial"/>
                <a:cs typeface="Arial"/>
              </a:rPr>
              <a:t>di</a:t>
            </a:r>
            <a:endParaRPr sz="20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643122" y="1633775"/>
            <a:ext cx="530351" cy="279400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dirty="0" smtClean="0" sz="2000" spc="2" b="1" i="1">
                <a:latin typeface="Arial"/>
                <a:cs typeface="Arial"/>
              </a:rPr>
              <a:t>lu</a:t>
            </a:r>
            <a:r>
              <a:rPr dirty="0" smtClean="0" sz="2000" spc="2" b="1" i="1">
                <a:latin typeface="Arial"/>
                <a:cs typeface="Arial"/>
              </a:rPr>
              <a:t>a</a:t>
            </a:r>
            <a:r>
              <a:rPr dirty="0" smtClean="0" sz="2000" spc="2" b="1" i="1">
                <a:latin typeface="Arial"/>
                <a:cs typeface="Arial"/>
              </a:rPr>
              <a:t>r</a:t>
            </a:r>
            <a:endParaRPr sz="20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176776" y="1633775"/>
            <a:ext cx="2981452" cy="279400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dirty="0" smtClean="0" sz="2000" spc="3" i="1">
                <a:latin typeface="Arial"/>
                <a:cs typeface="Arial"/>
              </a:rPr>
              <a:t>j</a:t>
            </a:r>
            <a:r>
              <a:rPr dirty="0" smtClean="0" sz="2000" spc="3" i="1">
                <a:latin typeface="Arial"/>
                <a:cs typeface="Arial"/>
              </a:rPr>
              <a:t>a</a:t>
            </a:r>
            <a:r>
              <a:rPr dirty="0" smtClean="0" sz="2000" spc="3" i="1">
                <a:latin typeface="Arial"/>
                <a:cs typeface="Arial"/>
              </a:rPr>
              <a:t>n</a:t>
            </a:r>
            <a:r>
              <a:rPr dirty="0" smtClean="0" sz="2000" spc="3" i="1">
                <a:latin typeface="Arial"/>
                <a:cs typeface="Arial"/>
              </a:rPr>
              <a:t>g</a:t>
            </a:r>
            <a:r>
              <a:rPr dirty="0" smtClean="0" sz="2000" spc="3" i="1">
                <a:latin typeface="Arial"/>
                <a:cs typeface="Arial"/>
              </a:rPr>
              <a:t>k</a:t>
            </a:r>
            <a:r>
              <a:rPr dirty="0" smtClean="0" sz="2000" spc="3" i="1">
                <a:latin typeface="Arial"/>
                <a:cs typeface="Arial"/>
              </a:rPr>
              <a:t>a</a:t>
            </a:r>
            <a:r>
              <a:rPr dirty="0" smtClean="0" sz="2000" spc="3" i="1">
                <a:latin typeface="Arial"/>
                <a:cs typeface="Arial"/>
              </a:rPr>
              <a:t>u</a:t>
            </a:r>
            <a:r>
              <a:rPr dirty="0" smtClean="0" sz="2000" spc="3" i="1">
                <a:latin typeface="Arial"/>
                <a:cs typeface="Arial"/>
              </a:rPr>
              <a:t>a</a:t>
            </a:r>
            <a:r>
              <a:rPr dirty="0" smtClean="0" sz="2000" spc="3" i="1">
                <a:latin typeface="Arial"/>
                <a:cs typeface="Arial"/>
              </a:rPr>
              <a:t>n</a:t>
            </a:r>
            <a:r>
              <a:rPr dirty="0" smtClean="0" sz="2000" spc="3" i="1">
                <a:latin typeface="Arial"/>
                <a:cs typeface="Arial"/>
              </a:rPr>
              <a:t> </a:t>
            </a:r>
            <a:r>
              <a:rPr dirty="0" smtClean="0" sz="2000" spc="3" i="1">
                <a:latin typeface="Arial"/>
                <a:cs typeface="Arial"/>
              </a:rPr>
              <a:t>i</a:t>
            </a:r>
            <a:r>
              <a:rPr dirty="0" smtClean="0" sz="2000" spc="3" i="1">
                <a:latin typeface="Arial"/>
                <a:cs typeface="Arial"/>
              </a:rPr>
              <a:t>n</a:t>
            </a:r>
            <a:r>
              <a:rPr dirty="0" smtClean="0" sz="2000" spc="3" i="1">
                <a:latin typeface="Arial"/>
                <a:cs typeface="Arial"/>
              </a:rPr>
              <a:t>t</a:t>
            </a:r>
            <a:r>
              <a:rPr dirty="0" smtClean="0" sz="2000" spc="3" i="1">
                <a:latin typeface="Arial"/>
                <a:cs typeface="Arial"/>
              </a:rPr>
              <a:t>e</a:t>
            </a:r>
            <a:r>
              <a:rPr dirty="0" smtClean="0" sz="2000" spc="3" i="1">
                <a:latin typeface="Arial"/>
                <a:cs typeface="Arial"/>
              </a:rPr>
              <a:t>rf</a:t>
            </a:r>
            <a:r>
              <a:rPr dirty="0" smtClean="0" sz="2000" spc="3" i="1">
                <a:latin typeface="Arial"/>
                <a:cs typeface="Arial"/>
              </a:rPr>
              <a:t>e</a:t>
            </a:r>
            <a:r>
              <a:rPr dirty="0" smtClean="0" sz="2000" spc="3" i="1">
                <a:latin typeface="Arial"/>
                <a:cs typeface="Arial"/>
              </a:rPr>
              <a:t>r</a:t>
            </a:r>
            <a:r>
              <a:rPr dirty="0" smtClean="0" sz="2000" spc="3" i="1">
                <a:latin typeface="Arial"/>
                <a:cs typeface="Arial"/>
              </a:rPr>
              <a:t>e</a:t>
            </a:r>
            <a:r>
              <a:rPr dirty="0" smtClean="0" sz="2000" spc="3" i="1">
                <a:latin typeface="Arial"/>
                <a:cs typeface="Arial"/>
              </a:rPr>
              <a:t>n</a:t>
            </a:r>
            <a:r>
              <a:rPr dirty="0" smtClean="0" sz="2000" spc="3" i="1">
                <a:latin typeface="Arial"/>
                <a:cs typeface="Arial"/>
              </a:rPr>
              <a:t>si</a:t>
            </a:r>
            <a:r>
              <a:rPr dirty="0" smtClean="0" sz="2000" spc="3" i="1">
                <a:latin typeface="Arial"/>
                <a:cs typeface="Arial"/>
              </a:rPr>
              <a:t>n</a:t>
            </a:r>
            <a:r>
              <a:rPr dirty="0" smtClean="0" sz="2000" spc="3" i="1">
                <a:latin typeface="Arial"/>
                <a:cs typeface="Arial"/>
              </a:rPr>
              <a:t>ya</a:t>
            </a:r>
            <a:endParaRPr sz="20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797043" y="2392920"/>
            <a:ext cx="2189154" cy="254689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-187" b="1">
                <a:latin typeface="Arial"/>
                <a:cs typeface="Arial"/>
              </a:rPr>
              <a:t>J</a:t>
            </a:r>
            <a:r>
              <a:rPr dirty="0" smtClean="0" sz="1800" spc="-187" b="1">
                <a:latin typeface="Arial"/>
                <a:cs typeface="Arial"/>
              </a:rPr>
              <a:t>a</a:t>
            </a:r>
            <a:r>
              <a:rPr dirty="0" smtClean="0" sz="1800" spc="-187" b="1">
                <a:latin typeface="Arial"/>
                <a:cs typeface="Arial"/>
              </a:rPr>
              <a:t>r</a:t>
            </a:r>
            <a:r>
              <a:rPr dirty="0" smtClean="0" sz="1800" spc="-187" b="1">
                <a:latin typeface="Arial"/>
                <a:cs typeface="Arial"/>
              </a:rPr>
              <a:t>a</a:t>
            </a:r>
            <a:r>
              <a:rPr dirty="0" smtClean="0" sz="1800" spc="-187" b="1">
                <a:latin typeface="Arial"/>
                <a:cs typeface="Arial"/>
              </a:rPr>
              <a:t>k</a:t>
            </a:r>
            <a:r>
              <a:rPr dirty="0" smtClean="0" sz="1800" spc="-187" b="1">
                <a:latin typeface="Arial"/>
                <a:cs typeface="Arial"/>
              </a:rPr>
              <a:t> </a:t>
            </a:r>
            <a:r>
              <a:rPr dirty="0" smtClean="0" sz="1800" spc="-187" b="1">
                <a:latin typeface="Arial"/>
                <a:cs typeface="Arial"/>
              </a:rPr>
              <a:t>'</a:t>
            </a:r>
            <a:r>
              <a:rPr dirty="0" smtClean="0" sz="1800" spc="-187" b="1">
                <a:latin typeface="Arial"/>
                <a:cs typeface="Arial"/>
              </a:rPr>
              <a:t>b</a:t>
            </a:r>
            <a:r>
              <a:rPr dirty="0" smtClean="0" sz="1800" spc="-187" b="1">
                <a:latin typeface="Arial"/>
                <a:cs typeface="Arial"/>
              </a:rPr>
              <a:t>e</a:t>
            </a:r>
            <a:r>
              <a:rPr dirty="0" smtClean="0" sz="1800" spc="-187" b="1">
                <a:latin typeface="Arial"/>
                <a:cs typeface="Arial"/>
              </a:rPr>
              <a:t>b</a:t>
            </a:r>
            <a:r>
              <a:rPr dirty="0" smtClean="0" sz="1800" spc="-187" b="1">
                <a:latin typeface="Arial"/>
                <a:cs typeface="Arial"/>
              </a:rPr>
              <a:t>a</a:t>
            </a:r>
            <a:r>
              <a:rPr dirty="0" smtClean="0" sz="1800" spc="-187" b="1">
                <a:latin typeface="Arial"/>
                <a:cs typeface="Arial"/>
              </a:rPr>
              <a:t>s</a:t>
            </a:r>
            <a:r>
              <a:rPr dirty="0" smtClean="0" sz="1800" spc="-187" b="1">
                <a:latin typeface="Arial"/>
                <a:cs typeface="Arial"/>
              </a:rPr>
              <a:t>'</a:t>
            </a:r>
            <a:r>
              <a:rPr dirty="0" smtClean="0" sz="1800" spc="-187" b="1">
                <a:latin typeface="Arial"/>
                <a:cs typeface="Arial"/>
              </a:rPr>
              <a:t> </a:t>
            </a:r>
            <a:r>
              <a:rPr dirty="0" smtClean="0" sz="1800" spc="-187" b="1">
                <a:latin typeface="Arial"/>
                <a:cs typeface="Arial"/>
              </a:rPr>
              <a:t>i</a:t>
            </a:r>
            <a:r>
              <a:rPr dirty="0" smtClean="0" sz="1800" spc="-187" b="1">
                <a:latin typeface="Arial"/>
                <a:cs typeface="Arial"/>
              </a:rPr>
              <a:t>n</a:t>
            </a:r>
            <a:r>
              <a:rPr dirty="0" smtClean="0" sz="1800" spc="-187" b="1">
                <a:latin typeface="Arial"/>
                <a:cs typeface="Arial"/>
              </a:rPr>
              <a:t>t</a:t>
            </a:r>
            <a:r>
              <a:rPr dirty="0" smtClean="0" sz="1800" spc="-187" b="1">
                <a:latin typeface="Arial"/>
                <a:cs typeface="Arial"/>
              </a:rPr>
              <a:t>e</a:t>
            </a:r>
            <a:r>
              <a:rPr dirty="0" smtClean="0" sz="1800" spc="-187" b="1">
                <a:latin typeface="Arial"/>
                <a:cs typeface="Arial"/>
              </a:rPr>
              <a:t>r</a:t>
            </a:r>
            <a:r>
              <a:rPr dirty="0" smtClean="0" sz="1800" spc="-187" b="1">
                <a:latin typeface="Arial"/>
                <a:cs typeface="Arial"/>
              </a:rPr>
              <a:t>f</a:t>
            </a:r>
            <a:r>
              <a:rPr dirty="0" smtClean="0" sz="1800" spc="-187" b="1">
                <a:latin typeface="Arial"/>
                <a:cs typeface="Arial"/>
              </a:rPr>
              <a:t>e</a:t>
            </a:r>
            <a:r>
              <a:rPr dirty="0" smtClean="0" sz="1800" spc="-187" b="1">
                <a:latin typeface="Arial"/>
                <a:cs typeface="Arial"/>
              </a:rPr>
              <a:t>r</a:t>
            </a:r>
            <a:r>
              <a:rPr dirty="0" smtClean="0" sz="1800" spc="-187" b="1">
                <a:latin typeface="Arial"/>
                <a:cs typeface="Arial"/>
              </a:rPr>
              <a:t>e</a:t>
            </a:r>
            <a:r>
              <a:rPr dirty="0" smtClean="0" sz="1800" spc="-187" b="1">
                <a:latin typeface="Arial"/>
                <a:cs typeface="Arial"/>
              </a:rPr>
              <a:t>n</a:t>
            </a:r>
            <a:r>
              <a:rPr dirty="0" smtClean="0" sz="1800" spc="-187" b="1">
                <a:latin typeface="Arial"/>
                <a:cs typeface="Arial"/>
              </a:rPr>
              <a:t>s</a:t>
            </a:r>
            <a:r>
              <a:rPr dirty="0" smtClean="0" sz="1800" spc="-187" b="1">
                <a:latin typeface="Arial"/>
                <a:cs typeface="Arial"/>
              </a:rPr>
              <a:t>i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611080" y="3500336"/>
            <a:ext cx="244570" cy="254689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-201" b="1">
                <a:latin typeface="Arial"/>
                <a:cs typeface="Arial"/>
              </a:rPr>
              <a:t>F</a:t>
            </a:r>
            <a:r>
              <a:rPr dirty="0" smtClean="0" sz="1350" spc="-201" b="1">
                <a:latin typeface="Arial"/>
                <a:cs typeface="Arial"/>
              </a:rPr>
              <a:t>1</a:t>
            </a:r>
            <a:endParaRPr sz="13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839714" y="4489012"/>
            <a:ext cx="244615" cy="254689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-201" b="1">
                <a:latin typeface="Arial"/>
                <a:cs typeface="Arial"/>
              </a:rPr>
              <a:t>F</a:t>
            </a:r>
            <a:r>
              <a:rPr dirty="0" smtClean="0" sz="1350" spc="-201" b="1">
                <a:latin typeface="Arial"/>
                <a:cs typeface="Arial"/>
              </a:rPr>
              <a:t>3</a:t>
            </a:r>
            <a:endParaRPr sz="13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492438" y="4489012"/>
            <a:ext cx="245017" cy="254689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-198" b="1">
                <a:latin typeface="Arial"/>
                <a:cs typeface="Arial"/>
              </a:rPr>
              <a:t>F</a:t>
            </a:r>
            <a:r>
              <a:rPr dirty="0" smtClean="0" sz="1350" spc="-198" b="1">
                <a:latin typeface="Arial"/>
                <a:cs typeface="Arial"/>
              </a:rPr>
              <a:t>2</a:t>
            </a:r>
            <a:endParaRPr sz="13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971629" y="4542379"/>
            <a:ext cx="244570" cy="254689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-201" b="1">
                <a:latin typeface="Arial"/>
                <a:cs typeface="Arial"/>
              </a:rPr>
              <a:t>F</a:t>
            </a:r>
            <a:r>
              <a:rPr dirty="0" smtClean="0" sz="1350" spc="-201" b="1">
                <a:latin typeface="Arial"/>
                <a:cs typeface="Arial"/>
              </a:rPr>
              <a:t>2</a:t>
            </a:r>
            <a:endParaRPr sz="13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210217" y="4885941"/>
            <a:ext cx="557503" cy="254689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-155" b="1">
                <a:latin typeface="Arial"/>
                <a:cs typeface="Arial"/>
              </a:rPr>
              <a:t>t</a:t>
            </a:r>
            <a:r>
              <a:rPr dirty="0" smtClean="0" sz="1800" spc="-155" b="1">
                <a:latin typeface="Arial"/>
                <a:cs typeface="Arial"/>
              </a:rPr>
              <a:t>i</a:t>
            </a:r>
            <a:r>
              <a:rPr dirty="0" smtClean="0" sz="1800" spc="-155" b="1">
                <a:latin typeface="Arial"/>
                <a:cs typeface="Arial"/>
              </a:rPr>
              <a:t>t</a:t>
            </a:r>
            <a:r>
              <a:rPr dirty="0" smtClean="0" sz="1800" spc="-155" b="1">
                <a:latin typeface="Arial"/>
                <a:cs typeface="Arial"/>
              </a:rPr>
              <a:t>i</a:t>
            </a:r>
            <a:r>
              <a:rPr dirty="0" smtClean="0" sz="1800" spc="-155" b="1">
                <a:latin typeface="Arial"/>
                <a:cs typeface="Arial"/>
              </a:rPr>
              <a:t>k</a:t>
            </a:r>
            <a:r>
              <a:rPr dirty="0" smtClean="0" sz="1800" spc="-155" b="1">
                <a:latin typeface="Arial"/>
                <a:cs typeface="Arial"/>
              </a:rPr>
              <a:t> </a:t>
            </a:r>
            <a:r>
              <a:rPr dirty="0" smtClean="0" sz="1800" spc="-155" b="1">
                <a:latin typeface="Arial"/>
                <a:cs typeface="Arial"/>
              </a:rPr>
              <a:t>A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31140" y="6472848"/>
            <a:ext cx="5475228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o</a:t>
            </a:r>
            <a:r>
              <a:rPr dirty="0" smtClean="0" sz="1800" spc="0" b="1">
                <a:latin typeface="Georgia"/>
                <a:cs typeface="Georgia"/>
              </a:rPr>
              <a:t>d</a:t>
            </a:r>
            <a:r>
              <a:rPr dirty="0" smtClean="0" sz="1800" spc="0" b="1">
                <a:latin typeface="Georgia"/>
                <a:cs typeface="Georgia"/>
              </a:rPr>
              <a:t>ul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3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S</a:t>
            </a:r>
            <a:r>
              <a:rPr dirty="0" smtClean="0" sz="1800" spc="0" b="1">
                <a:latin typeface="Georgia"/>
                <a:cs typeface="Georgia"/>
              </a:rPr>
              <a:t>istem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K</a:t>
            </a:r>
            <a:r>
              <a:rPr dirty="0" smtClean="0" sz="1800" spc="0" b="1">
                <a:latin typeface="Georgia"/>
                <a:cs typeface="Georgia"/>
              </a:rPr>
              <a:t>o</a:t>
            </a: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unik</a:t>
            </a:r>
            <a:r>
              <a:rPr dirty="0" smtClean="0" sz="1800" spc="0" b="1">
                <a:latin typeface="Georgia"/>
                <a:cs typeface="Georgia"/>
              </a:rPr>
              <a:t>a</a:t>
            </a:r>
            <a:r>
              <a:rPr dirty="0" smtClean="0" sz="1800" spc="0" b="1">
                <a:latin typeface="Georgia"/>
                <a:cs typeface="Georgia"/>
              </a:rPr>
              <a:t>si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B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r>
              <a:rPr dirty="0" smtClean="0" sz="1800" spc="0" b="1">
                <a:latin typeface="Georgia"/>
                <a:cs typeface="Georgia"/>
              </a:rPr>
              <a:t>g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r>
              <a:rPr dirty="0" smtClean="0" sz="1800" spc="0" b="1">
                <a:latin typeface="Georgia"/>
                <a:cs typeface="Georgia"/>
              </a:rPr>
              <a:t>a</a:t>
            </a:r>
            <a:r>
              <a:rPr dirty="0" smtClean="0" sz="1800" spc="0" b="1">
                <a:latin typeface="Georgia"/>
                <a:cs typeface="Georgia"/>
              </a:rPr>
              <a:t>k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S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lul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484360" y="6472848"/>
            <a:ext cx="308097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b="1">
                <a:latin typeface="Georgia"/>
                <a:cs typeface="Georgia"/>
              </a:rPr>
              <a:t>15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74529" y="5294578"/>
            <a:ext cx="2412261" cy="385953"/>
          </a:xfrm>
          <a:prstGeom prst="rect">
            <a:avLst/>
          </a:prstGeom>
        </p:spPr>
        <p:txBody>
          <a:bodyPr wrap="square" lIns="0" tIns="48895" rIns="0" bIns="0" rtlCol="0">
            <a:noAutofit/>
          </a:bodyPr>
          <a:lstStyle/>
          <a:p>
            <a:pPr marL="280228">
              <a:lnSpc>
                <a:spcPct val="95825"/>
              </a:lnSpc>
            </a:pPr>
            <a:r>
              <a:rPr dirty="0" smtClean="0" sz="1800" spc="-172" b="1">
                <a:latin typeface="Arial"/>
                <a:cs typeface="Arial"/>
              </a:rPr>
              <a:t>S</a:t>
            </a:r>
            <a:r>
              <a:rPr dirty="0" smtClean="0" sz="1800" spc="-172" b="1">
                <a:latin typeface="Arial"/>
                <a:cs typeface="Arial"/>
              </a:rPr>
              <a:t>i</a:t>
            </a:r>
            <a:r>
              <a:rPr dirty="0" smtClean="0" sz="1800" spc="-172" b="1">
                <a:latin typeface="Arial"/>
                <a:cs typeface="Arial"/>
              </a:rPr>
              <a:t>n</a:t>
            </a:r>
            <a:r>
              <a:rPr dirty="0" smtClean="0" sz="1800" spc="-172" b="1">
                <a:latin typeface="Arial"/>
                <a:cs typeface="Arial"/>
              </a:rPr>
              <a:t>y</a:t>
            </a:r>
            <a:r>
              <a:rPr dirty="0" smtClean="0" sz="1800" spc="-172" b="1">
                <a:latin typeface="Arial"/>
                <a:cs typeface="Arial"/>
              </a:rPr>
              <a:t>a</a:t>
            </a:r>
            <a:r>
              <a:rPr dirty="0" smtClean="0" sz="1800" spc="-172" b="1">
                <a:latin typeface="Arial"/>
                <a:cs typeface="Arial"/>
              </a:rPr>
              <a:t>l</a:t>
            </a:r>
            <a:r>
              <a:rPr dirty="0" smtClean="0" sz="1800" spc="-172" b="1">
                <a:latin typeface="Arial"/>
                <a:cs typeface="Arial"/>
              </a:rPr>
              <a:t> </a:t>
            </a:r>
            <a:r>
              <a:rPr dirty="0" smtClean="0" sz="1800" spc="-172" b="1">
                <a:latin typeface="Arial"/>
                <a:cs typeface="Arial"/>
              </a:rPr>
              <a:t>i</a:t>
            </a:r>
            <a:r>
              <a:rPr dirty="0" smtClean="0" sz="1800" spc="-172" b="1">
                <a:latin typeface="Arial"/>
                <a:cs typeface="Arial"/>
              </a:rPr>
              <a:t>n</a:t>
            </a:r>
            <a:r>
              <a:rPr dirty="0" smtClean="0" sz="1800" spc="-172" b="1">
                <a:latin typeface="Arial"/>
                <a:cs typeface="Arial"/>
              </a:rPr>
              <a:t>t</a:t>
            </a:r>
            <a:r>
              <a:rPr dirty="0" smtClean="0" sz="1800" spc="-172" b="1">
                <a:latin typeface="Arial"/>
                <a:cs typeface="Arial"/>
              </a:rPr>
              <a:t>e</a:t>
            </a:r>
            <a:r>
              <a:rPr dirty="0" smtClean="0" sz="1800" spc="-172" b="1">
                <a:latin typeface="Arial"/>
                <a:cs typeface="Arial"/>
              </a:rPr>
              <a:t>r</a:t>
            </a:r>
            <a:r>
              <a:rPr dirty="0" smtClean="0" sz="1800" spc="-172" b="1">
                <a:latin typeface="Arial"/>
                <a:cs typeface="Arial"/>
              </a:rPr>
              <a:t>f</a:t>
            </a:r>
            <a:r>
              <a:rPr dirty="0" smtClean="0" sz="1800" spc="-172" b="1">
                <a:latin typeface="Arial"/>
                <a:cs typeface="Arial"/>
              </a:rPr>
              <a:t>e</a:t>
            </a:r>
            <a:r>
              <a:rPr dirty="0" smtClean="0" sz="1800" spc="-172" b="1">
                <a:latin typeface="Arial"/>
                <a:cs typeface="Arial"/>
              </a:rPr>
              <a:t>r</a:t>
            </a:r>
            <a:r>
              <a:rPr dirty="0" smtClean="0" sz="1800" spc="-172" b="1">
                <a:latin typeface="Arial"/>
                <a:cs typeface="Arial"/>
              </a:rPr>
              <a:t>e</a:t>
            </a:r>
            <a:r>
              <a:rPr dirty="0" smtClean="0" sz="1800" spc="-172" b="1">
                <a:latin typeface="Arial"/>
                <a:cs typeface="Arial"/>
              </a:rPr>
              <a:t>n</a:t>
            </a:r>
            <a:r>
              <a:rPr dirty="0" smtClean="0" sz="1800" spc="-172" b="1">
                <a:latin typeface="Arial"/>
                <a:cs typeface="Arial"/>
              </a:rPr>
              <a:t>s</a:t>
            </a:r>
            <a:r>
              <a:rPr dirty="0" smtClean="0" sz="1800" spc="-172" b="1">
                <a:latin typeface="Arial"/>
                <a:cs typeface="Arial"/>
              </a:rPr>
              <a:t>i</a:t>
            </a:r>
            <a:r>
              <a:rPr dirty="0" smtClean="0" sz="1800" spc="-172" b="1">
                <a:latin typeface="Arial"/>
                <a:cs typeface="Arial"/>
              </a:rPr>
              <a:t> </a:t>
            </a:r>
            <a:r>
              <a:rPr dirty="0" smtClean="0" sz="1800" spc="-172" b="1">
                <a:latin typeface="Arial"/>
                <a:cs typeface="Arial"/>
              </a:rPr>
              <a:t> </a:t>
            </a:r>
            <a:r>
              <a:rPr dirty="0" smtClean="0" sz="1800" spc="-172" b="1">
                <a:latin typeface="Arial"/>
                <a:cs typeface="Arial"/>
              </a:rPr>
              <a:t>=</a:t>
            </a:r>
            <a:r>
              <a:rPr dirty="0" smtClean="0" sz="1800" spc="-172" b="1">
                <a:latin typeface="Arial"/>
                <a:cs typeface="Arial"/>
              </a:rPr>
              <a:t> </a:t>
            </a:r>
            <a:r>
              <a:rPr dirty="0" smtClean="0" sz="1800" spc="-172" b="1">
                <a:latin typeface="Arial"/>
                <a:cs typeface="Arial"/>
              </a:rPr>
              <a:t>I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00386" y="3232809"/>
            <a:ext cx="3046612" cy="385476"/>
          </a:xfrm>
          <a:prstGeom prst="rect">
            <a:avLst/>
          </a:prstGeom>
        </p:spPr>
        <p:txBody>
          <a:bodyPr wrap="square" lIns="0" tIns="48895" rIns="0" bIns="0" rtlCol="0">
            <a:noAutofit/>
          </a:bodyPr>
          <a:lstStyle/>
          <a:p>
            <a:pPr marL="387344">
              <a:lnSpc>
                <a:spcPct val="95825"/>
              </a:lnSpc>
            </a:pPr>
            <a:r>
              <a:rPr dirty="0" smtClean="0" sz="1800" spc="-193" b="1">
                <a:latin typeface="Arial"/>
                <a:cs typeface="Arial"/>
              </a:rPr>
              <a:t>S</a:t>
            </a:r>
            <a:r>
              <a:rPr dirty="0" smtClean="0" sz="1800" spc="-193" b="1">
                <a:latin typeface="Arial"/>
                <a:cs typeface="Arial"/>
              </a:rPr>
              <a:t>i</a:t>
            </a:r>
            <a:r>
              <a:rPr dirty="0" smtClean="0" sz="1800" spc="-193" b="1">
                <a:latin typeface="Arial"/>
                <a:cs typeface="Arial"/>
              </a:rPr>
              <a:t>n</a:t>
            </a:r>
            <a:r>
              <a:rPr dirty="0" smtClean="0" sz="1800" spc="-193" b="1">
                <a:latin typeface="Arial"/>
                <a:cs typeface="Arial"/>
              </a:rPr>
              <a:t>y</a:t>
            </a:r>
            <a:r>
              <a:rPr dirty="0" smtClean="0" sz="1800" spc="-193" b="1">
                <a:latin typeface="Arial"/>
                <a:cs typeface="Arial"/>
              </a:rPr>
              <a:t>a</a:t>
            </a:r>
            <a:r>
              <a:rPr dirty="0" smtClean="0" sz="1800" spc="-193" b="1">
                <a:latin typeface="Arial"/>
                <a:cs typeface="Arial"/>
              </a:rPr>
              <a:t>l</a:t>
            </a:r>
            <a:r>
              <a:rPr dirty="0" smtClean="0" sz="1800" spc="-193" b="1">
                <a:latin typeface="Arial"/>
                <a:cs typeface="Arial"/>
              </a:rPr>
              <a:t> </a:t>
            </a:r>
            <a:r>
              <a:rPr dirty="0" smtClean="0" sz="1800" spc="-193" b="1">
                <a:latin typeface="Arial"/>
                <a:cs typeface="Arial"/>
              </a:rPr>
              <a:t>y</a:t>
            </a:r>
            <a:r>
              <a:rPr dirty="0" smtClean="0" sz="1800" spc="-193" b="1">
                <a:latin typeface="Arial"/>
                <a:cs typeface="Arial"/>
              </a:rPr>
              <a:t>a</a:t>
            </a:r>
            <a:r>
              <a:rPr dirty="0" smtClean="0" sz="1800" spc="-193" b="1">
                <a:latin typeface="Arial"/>
                <a:cs typeface="Arial"/>
              </a:rPr>
              <a:t>n</a:t>
            </a:r>
            <a:r>
              <a:rPr dirty="0" smtClean="0" sz="1800" spc="-193" b="1">
                <a:latin typeface="Arial"/>
                <a:cs typeface="Arial"/>
              </a:rPr>
              <a:t>g</a:t>
            </a:r>
            <a:r>
              <a:rPr dirty="0" smtClean="0" sz="1800" spc="-193" b="1">
                <a:latin typeface="Arial"/>
                <a:cs typeface="Arial"/>
              </a:rPr>
              <a:t> </a:t>
            </a:r>
            <a:r>
              <a:rPr dirty="0" smtClean="0" sz="1800" spc="-193" b="1">
                <a:latin typeface="Arial"/>
                <a:cs typeface="Arial"/>
              </a:rPr>
              <a:t>d</a:t>
            </a:r>
            <a:r>
              <a:rPr dirty="0" smtClean="0" sz="1800" spc="-193" b="1">
                <a:latin typeface="Arial"/>
                <a:cs typeface="Arial"/>
              </a:rPr>
              <a:t>i</a:t>
            </a:r>
            <a:r>
              <a:rPr dirty="0" smtClean="0" sz="1800" spc="-193" b="1">
                <a:latin typeface="Arial"/>
                <a:cs typeface="Arial"/>
              </a:rPr>
              <a:t>i</a:t>
            </a:r>
            <a:r>
              <a:rPr dirty="0" smtClean="0" sz="1800" spc="-193" b="1">
                <a:latin typeface="Arial"/>
                <a:cs typeface="Arial"/>
              </a:rPr>
              <a:t>n</a:t>
            </a:r>
            <a:r>
              <a:rPr dirty="0" smtClean="0" sz="1800" spc="-193" b="1">
                <a:latin typeface="Arial"/>
                <a:cs typeface="Arial"/>
              </a:rPr>
              <a:t>g</a:t>
            </a:r>
            <a:r>
              <a:rPr dirty="0" smtClean="0" sz="1800" spc="-193" b="1">
                <a:latin typeface="Arial"/>
                <a:cs typeface="Arial"/>
              </a:rPr>
              <a:t>i</a:t>
            </a:r>
            <a:r>
              <a:rPr dirty="0" smtClean="0" sz="1800" spc="-193" b="1">
                <a:latin typeface="Arial"/>
                <a:cs typeface="Arial"/>
              </a:rPr>
              <a:t>n</a:t>
            </a:r>
            <a:r>
              <a:rPr dirty="0" smtClean="0" sz="1800" spc="-193" b="1">
                <a:latin typeface="Arial"/>
                <a:cs typeface="Arial"/>
              </a:rPr>
              <a:t>k</a:t>
            </a:r>
            <a:r>
              <a:rPr dirty="0" smtClean="0" sz="1800" spc="-193" b="1">
                <a:latin typeface="Arial"/>
                <a:cs typeface="Arial"/>
              </a:rPr>
              <a:t>a</a:t>
            </a:r>
            <a:r>
              <a:rPr dirty="0" smtClean="0" sz="1800" spc="-193" b="1">
                <a:latin typeface="Arial"/>
                <a:cs typeface="Arial"/>
              </a:rPr>
              <a:t>n</a:t>
            </a:r>
            <a:r>
              <a:rPr dirty="0" smtClean="0" sz="1800" spc="-193" b="1">
                <a:latin typeface="Arial"/>
                <a:cs typeface="Arial"/>
              </a:rPr>
              <a:t> </a:t>
            </a:r>
            <a:r>
              <a:rPr dirty="0" smtClean="0" sz="1800" spc="-193" b="1">
                <a:latin typeface="Arial"/>
                <a:cs typeface="Arial"/>
              </a:rPr>
              <a:t>=</a:t>
            </a:r>
            <a:r>
              <a:rPr dirty="0" smtClean="0" sz="1800" spc="-193" b="1">
                <a:latin typeface="Arial"/>
                <a:cs typeface="Arial"/>
              </a:rPr>
              <a:t> </a:t>
            </a:r>
            <a:r>
              <a:rPr dirty="0" smtClean="0" sz="1800" spc="-193" b="1">
                <a:latin typeface="Arial"/>
                <a:cs typeface="Arial"/>
              </a:rPr>
              <a:t>C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640205" y="934974"/>
            <a:ext cx="87248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" name="object 2"/>
          <p:cNvSpPr txBox="1"/>
          <p:nvPr/>
        </p:nvSpPr>
        <p:spPr>
          <a:xfrm>
            <a:off x="3307371" y="934974"/>
            <a:ext cx="88979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object 178"/>
          <p:cNvSpPr/>
          <p:nvPr/>
        </p:nvSpPr>
        <p:spPr>
          <a:xfrm>
            <a:off x="0" y="6400800"/>
            <a:ext cx="9903460" cy="457196"/>
          </a:xfrm>
          <a:custGeom>
            <a:avLst/>
            <a:gdLst/>
            <a:ahLst/>
            <a:cxnLst/>
            <a:rect l="l" t="t" r="r" b="b"/>
            <a:pathLst>
              <a:path w="9903460" h="457196">
                <a:moveTo>
                  <a:pt x="9903460" y="457196"/>
                </a:moveTo>
                <a:lnTo>
                  <a:pt x="9903460" y="0"/>
                </a:lnTo>
                <a:lnTo>
                  <a:pt x="0" y="0"/>
                </a:lnTo>
                <a:lnTo>
                  <a:pt x="0" y="457196"/>
                </a:lnTo>
                <a:lnTo>
                  <a:pt x="9903460" y="457196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9" name="object 179"/>
          <p:cNvSpPr/>
          <p:nvPr/>
        </p:nvSpPr>
        <p:spPr>
          <a:xfrm>
            <a:off x="153670" y="640207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58419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6" name="object 176"/>
          <p:cNvSpPr/>
          <p:nvPr/>
        </p:nvSpPr>
        <p:spPr>
          <a:xfrm>
            <a:off x="0" y="0"/>
            <a:ext cx="9903460" cy="609600"/>
          </a:xfrm>
          <a:custGeom>
            <a:avLst/>
            <a:gdLst/>
            <a:ahLst/>
            <a:cxnLst/>
            <a:rect l="l" t="t" r="r" b="b"/>
            <a:pathLst>
              <a:path w="9903460" h="609600">
                <a:moveTo>
                  <a:pt x="0" y="609600"/>
                </a:moveTo>
                <a:lnTo>
                  <a:pt x="9903460" y="609600"/>
                </a:lnTo>
                <a:lnTo>
                  <a:pt x="9903460" y="0"/>
                </a:lnTo>
                <a:lnTo>
                  <a:pt x="0" y="0"/>
                </a:lnTo>
                <a:lnTo>
                  <a:pt x="0" y="60960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7" name="object 177"/>
          <p:cNvSpPr/>
          <p:nvPr/>
        </p:nvSpPr>
        <p:spPr>
          <a:xfrm>
            <a:off x="111760" y="60960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76200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5" name="object 25"/>
          <p:cNvSpPr/>
          <p:nvPr/>
        </p:nvSpPr>
        <p:spPr>
          <a:xfrm>
            <a:off x="941519" y="2691473"/>
            <a:ext cx="1508273" cy="965412"/>
          </a:xfrm>
          <a:custGeom>
            <a:avLst/>
            <a:gdLst/>
            <a:ahLst/>
            <a:cxnLst/>
            <a:rect l="l" t="t" r="r" b="b"/>
            <a:pathLst>
              <a:path w="1508273" h="965412">
                <a:moveTo>
                  <a:pt x="0" y="484134"/>
                </a:moveTo>
                <a:lnTo>
                  <a:pt x="4519" y="432039"/>
                </a:lnTo>
                <a:lnTo>
                  <a:pt x="18081" y="379567"/>
                </a:lnTo>
                <a:lnTo>
                  <a:pt x="38421" y="330356"/>
                </a:lnTo>
                <a:lnTo>
                  <a:pt x="70060" y="281131"/>
                </a:lnTo>
                <a:lnTo>
                  <a:pt x="108479" y="234819"/>
                </a:lnTo>
                <a:lnTo>
                  <a:pt x="153679" y="191392"/>
                </a:lnTo>
                <a:lnTo>
                  <a:pt x="205666" y="150501"/>
                </a:lnTo>
                <a:lnTo>
                  <a:pt x="266962" y="115757"/>
                </a:lnTo>
                <a:lnTo>
                  <a:pt x="330248" y="83926"/>
                </a:lnTo>
                <a:lnTo>
                  <a:pt x="400310" y="57835"/>
                </a:lnTo>
                <a:lnTo>
                  <a:pt x="474886" y="34643"/>
                </a:lnTo>
                <a:lnTo>
                  <a:pt x="551735" y="17394"/>
                </a:lnTo>
                <a:lnTo>
                  <a:pt x="633085" y="5798"/>
                </a:lnTo>
                <a:lnTo>
                  <a:pt x="712196" y="0"/>
                </a:lnTo>
                <a:lnTo>
                  <a:pt x="795809" y="0"/>
                </a:lnTo>
                <a:lnTo>
                  <a:pt x="875192" y="5798"/>
                </a:lnTo>
                <a:lnTo>
                  <a:pt x="956554" y="17394"/>
                </a:lnTo>
                <a:lnTo>
                  <a:pt x="1033403" y="34643"/>
                </a:lnTo>
                <a:lnTo>
                  <a:pt x="1107967" y="57835"/>
                </a:lnTo>
                <a:lnTo>
                  <a:pt x="1178097" y="83926"/>
                </a:lnTo>
                <a:lnTo>
                  <a:pt x="1241327" y="115757"/>
                </a:lnTo>
                <a:lnTo>
                  <a:pt x="1302295" y="150501"/>
                </a:lnTo>
                <a:lnTo>
                  <a:pt x="1354327" y="191392"/>
                </a:lnTo>
                <a:lnTo>
                  <a:pt x="1399572" y="234819"/>
                </a:lnTo>
                <a:lnTo>
                  <a:pt x="1438256" y="281131"/>
                </a:lnTo>
                <a:lnTo>
                  <a:pt x="1469815" y="330356"/>
                </a:lnTo>
                <a:lnTo>
                  <a:pt x="1490175" y="379567"/>
                </a:lnTo>
                <a:lnTo>
                  <a:pt x="1503749" y="432039"/>
                </a:lnTo>
                <a:lnTo>
                  <a:pt x="1508273" y="484134"/>
                </a:lnTo>
                <a:lnTo>
                  <a:pt x="1503749" y="536243"/>
                </a:lnTo>
                <a:lnTo>
                  <a:pt x="1490175" y="588353"/>
                </a:lnTo>
                <a:lnTo>
                  <a:pt x="1469815" y="637926"/>
                </a:lnTo>
                <a:lnTo>
                  <a:pt x="1438256" y="687151"/>
                </a:lnTo>
                <a:lnTo>
                  <a:pt x="1399572" y="733463"/>
                </a:lnTo>
                <a:lnTo>
                  <a:pt x="1354327" y="776890"/>
                </a:lnTo>
                <a:lnTo>
                  <a:pt x="1302295" y="817418"/>
                </a:lnTo>
                <a:lnTo>
                  <a:pt x="1241327" y="852511"/>
                </a:lnTo>
                <a:lnTo>
                  <a:pt x="1178097" y="884356"/>
                </a:lnTo>
                <a:lnTo>
                  <a:pt x="1107967" y="910418"/>
                </a:lnTo>
                <a:lnTo>
                  <a:pt x="1033403" y="933581"/>
                </a:lnTo>
                <a:lnTo>
                  <a:pt x="956554" y="950946"/>
                </a:lnTo>
                <a:lnTo>
                  <a:pt x="875192" y="959629"/>
                </a:lnTo>
                <a:lnTo>
                  <a:pt x="795809" y="965412"/>
                </a:lnTo>
                <a:lnTo>
                  <a:pt x="712196" y="965412"/>
                </a:lnTo>
                <a:lnTo>
                  <a:pt x="633085" y="959629"/>
                </a:lnTo>
                <a:lnTo>
                  <a:pt x="551735" y="950946"/>
                </a:lnTo>
                <a:lnTo>
                  <a:pt x="474886" y="933581"/>
                </a:lnTo>
                <a:lnTo>
                  <a:pt x="400310" y="910418"/>
                </a:lnTo>
                <a:lnTo>
                  <a:pt x="330248" y="884356"/>
                </a:lnTo>
                <a:lnTo>
                  <a:pt x="266962" y="852511"/>
                </a:lnTo>
                <a:lnTo>
                  <a:pt x="205666" y="817418"/>
                </a:lnTo>
                <a:lnTo>
                  <a:pt x="153679" y="776890"/>
                </a:lnTo>
                <a:lnTo>
                  <a:pt x="108479" y="733463"/>
                </a:lnTo>
                <a:lnTo>
                  <a:pt x="70060" y="687151"/>
                </a:lnTo>
                <a:lnTo>
                  <a:pt x="38421" y="637926"/>
                </a:lnTo>
                <a:lnTo>
                  <a:pt x="18081" y="588353"/>
                </a:lnTo>
                <a:lnTo>
                  <a:pt x="4519" y="536243"/>
                </a:lnTo>
                <a:lnTo>
                  <a:pt x="0" y="484134"/>
                </a:lnTo>
              </a:path>
            </a:pathLst>
          </a:custGeom>
          <a:ln w="1626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6" name="object 26"/>
          <p:cNvSpPr/>
          <p:nvPr/>
        </p:nvSpPr>
        <p:spPr>
          <a:xfrm>
            <a:off x="1527154" y="1940195"/>
            <a:ext cx="1508337" cy="965833"/>
          </a:xfrm>
          <a:custGeom>
            <a:avLst/>
            <a:gdLst/>
            <a:ahLst/>
            <a:cxnLst/>
            <a:rect l="l" t="t" r="r" b="b"/>
            <a:pathLst>
              <a:path w="1508337" h="965833">
                <a:moveTo>
                  <a:pt x="0" y="484134"/>
                </a:moveTo>
                <a:lnTo>
                  <a:pt x="4513" y="429198"/>
                </a:lnTo>
                <a:lnTo>
                  <a:pt x="18075" y="379914"/>
                </a:lnTo>
                <a:lnTo>
                  <a:pt x="40675" y="327877"/>
                </a:lnTo>
                <a:lnTo>
                  <a:pt x="70062" y="278594"/>
                </a:lnTo>
                <a:lnTo>
                  <a:pt x="108475" y="234819"/>
                </a:lnTo>
                <a:lnTo>
                  <a:pt x="153675" y="191479"/>
                </a:lnTo>
                <a:lnTo>
                  <a:pt x="207924" y="150893"/>
                </a:lnTo>
                <a:lnTo>
                  <a:pt x="266957" y="113351"/>
                </a:lnTo>
                <a:lnTo>
                  <a:pt x="332506" y="81462"/>
                </a:lnTo>
                <a:lnTo>
                  <a:pt x="402568" y="55081"/>
                </a:lnTo>
                <a:lnTo>
                  <a:pt x="474881" y="34788"/>
                </a:lnTo>
                <a:lnTo>
                  <a:pt x="554004" y="17394"/>
                </a:lnTo>
                <a:lnTo>
                  <a:pt x="633069" y="5798"/>
                </a:lnTo>
                <a:lnTo>
                  <a:pt x="714398" y="0"/>
                </a:lnTo>
                <a:lnTo>
                  <a:pt x="795839" y="0"/>
                </a:lnTo>
                <a:lnTo>
                  <a:pt x="877506" y="5798"/>
                </a:lnTo>
                <a:lnTo>
                  <a:pt x="956572" y="17394"/>
                </a:lnTo>
                <a:lnTo>
                  <a:pt x="1033376" y="34788"/>
                </a:lnTo>
                <a:lnTo>
                  <a:pt x="1108030" y="55081"/>
                </a:lnTo>
                <a:lnTo>
                  <a:pt x="1178047" y="81462"/>
                </a:lnTo>
                <a:lnTo>
                  <a:pt x="1243539" y="113351"/>
                </a:lnTo>
                <a:lnTo>
                  <a:pt x="1302358" y="150893"/>
                </a:lnTo>
                <a:lnTo>
                  <a:pt x="1354277" y="191479"/>
                </a:lnTo>
                <a:lnTo>
                  <a:pt x="1401784" y="234819"/>
                </a:lnTo>
                <a:lnTo>
                  <a:pt x="1440469" y="278594"/>
                </a:lnTo>
                <a:lnTo>
                  <a:pt x="1469878" y="327877"/>
                </a:lnTo>
                <a:lnTo>
                  <a:pt x="1492501" y="379914"/>
                </a:lnTo>
                <a:lnTo>
                  <a:pt x="1506074" y="429198"/>
                </a:lnTo>
                <a:lnTo>
                  <a:pt x="1508337" y="484134"/>
                </a:lnTo>
                <a:lnTo>
                  <a:pt x="1506074" y="536606"/>
                </a:lnTo>
                <a:lnTo>
                  <a:pt x="1492501" y="585889"/>
                </a:lnTo>
                <a:lnTo>
                  <a:pt x="1469878" y="637926"/>
                </a:lnTo>
                <a:lnTo>
                  <a:pt x="1440469" y="687209"/>
                </a:lnTo>
                <a:lnTo>
                  <a:pt x="1401784" y="730984"/>
                </a:lnTo>
                <a:lnTo>
                  <a:pt x="1354277" y="774469"/>
                </a:lnTo>
                <a:lnTo>
                  <a:pt x="1302358" y="814911"/>
                </a:lnTo>
                <a:lnTo>
                  <a:pt x="1243539" y="852569"/>
                </a:lnTo>
                <a:lnTo>
                  <a:pt x="1178047" y="884414"/>
                </a:lnTo>
                <a:lnTo>
                  <a:pt x="1108030" y="910462"/>
                </a:lnTo>
                <a:lnTo>
                  <a:pt x="1033376" y="930726"/>
                </a:lnTo>
                <a:lnTo>
                  <a:pt x="956572" y="948468"/>
                </a:lnTo>
                <a:lnTo>
                  <a:pt x="877506" y="960035"/>
                </a:lnTo>
                <a:lnTo>
                  <a:pt x="795839" y="965833"/>
                </a:lnTo>
                <a:lnTo>
                  <a:pt x="714398" y="965833"/>
                </a:lnTo>
                <a:lnTo>
                  <a:pt x="633069" y="960035"/>
                </a:lnTo>
                <a:lnTo>
                  <a:pt x="554004" y="948468"/>
                </a:lnTo>
                <a:lnTo>
                  <a:pt x="474881" y="930726"/>
                </a:lnTo>
                <a:lnTo>
                  <a:pt x="402568" y="910462"/>
                </a:lnTo>
                <a:lnTo>
                  <a:pt x="332506" y="884414"/>
                </a:lnTo>
                <a:lnTo>
                  <a:pt x="266957" y="852569"/>
                </a:lnTo>
                <a:lnTo>
                  <a:pt x="207924" y="814910"/>
                </a:lnTo>
                <a:lnTo>
                  <a:pt x="153675" y="774469"/>
                </a:lnTo>
                <a:lnTo>
                  <a:pt x="108475" y="730984"/>
                </a:lnTo>
                <a:lnTo>
                  <a:pt x="70062" y="687209"/>
                </a:lnTo>
                <a:lnTo>
                  <a:pt x="40675" y="637926"/>
                </a:lnTo>
                <a:lnTo>
                  <a:pt x="18075" y="585889"/>
                </a:lnTo>
                <a:lnTo>
                  <a:pt x="4513" y="536606"/>
                </a:lnTo>
                <a:lnTo>
                  <a:pt x="0" y="484134"/>
                </a:lnTo>
              </a:path>
            </a:pathLst>
          </a:custGeom>
          <a:ln w="1626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7" name="object 27"/>
          <p:cNvSpPr/>
          <p:nvPr/>
        </p:nvSpPr>
        <p:spPr>
          <a:xfrm>
            <a:off x="2198683" y="2691473"/>
            <a:ext cx="1508246" cy="965412"/>
          </a:xfrm>
          <a:custGeom>
            <a:avLst/>
            <a:gdLst/>
            <a:ahLst/>
            <a:cxnLst/>
            <a:rect l="l" t="t" r="r" b="b"/>
            <a:pathLst>
              <a:path w="1508246" h="965412">
                <a:moveTo>
                  <a:pt x="0" y="484134"/>
                </a:moveTo>
                <a:lnTo>
                  <a:pt x="4524" y="432039"/>
                </a:lnTo>
                <a:lnTo>
                  <a:pt x="18098" y="379567"/>
                </a:lnTo>
                <a:lnTo>
                  <a:pt x="38345" y="330356"/>
                </a:lnTo>
                <a:lnTo>
                  <a:pt x="70016" y="281131"/>
                </a:lnTo>
                <a:lnTo>
                  <a:pt x="108475" y="234819"/>
                </a:lnTo>
                <a:lnTo>
                  <a:pt x="153607" y="191392"/>
                </a:lnTo>
                <a:lnTo>
                  <a:pt x="205978" y="150501"/>
                </a:lnTo>
                <a:lnTo>
                  <a:pt x="264684" y="115757"/>
                </a:lnTo>
                <a:lnTo>
                  <a:pt x="330176" y="83926"/>
                </a:lnTo>
                <a:lnTo>
                  <a:pt x="400306" y="57835"/>
                </a:lnTo>
                <a:lnTo>
                  <a:pt x="474847" y="34643"/>
                </a:lnTo>
                <a:lnTo>
                  <a:pt x="551764" y="17394"/>
                </a:lnTo>
                <a:lnTo>
                  <a:pt x="630830" y="5798"/>
                </a:lnTo>
                <a:lnTo>
                  <a:pt x="712158" y="0"/>
                </a:lnTo>
                <a:lnTo>
                  <a:pt x="793825" y="0"/>
                </a:lnTo>
                <a:lnTo>
                  <a:pt x="875154" y="5798"/>
                </a:lnTo>
                <a:lnTo>
                  <a:pt x="956482" y="17394"/>
                </a:lnTo>
                <a:lnTo>
                  <a:pt x="1033398" y="34643"/>
                </a:lnTo>
                <a:lnTo>
                  <a:pt x="1107940" y="57835"/>
                </a:lnTo>
                <a:lnTo>
                  <a:pt x="1178070" y="83926"/>
                </a:lnTo>
                <a:lnTo>
                  <a:pt x="1241300" y="115757"/>
                </a:lnTo>
                <a:lnTo>
                  <a:pt x="1302268" y="150501"/>
                </a:lnTo>
                <a:lnTo>
                  <a:pt x="1354639" y="191392"/>
                </a:lnTo>
                <a:lnTo>
                  <a:pt x="1399771" y="234819"/>
                </a:lnTo>
                <a:lnTo>
                  <a:pt x="1438229" y="281131"/>
                </a:lnTo>
                <a:lnTo>
                  <a:pt x="1467639" y="330356"/>
                </a:lnTo>
                <a:lnTo>
                  <a:pt x="1490148" y="379567"/>
                </a:lnTo>
                <a:lnTo>
                  <a:pt x="1503722" y="432039"/>
                </a:lnTo>
                <a:lnTo>
                  <a:pt x="1508246" y="484134"/>
                </a:lnTo>
                <a:lnTo>
                  <a:pt x="1503722" y="536243"/>
                </a:lnTo>
                <a:lnTo>
                  <a:pt x="1490148" y="588353"/>
                </a:lnTo>
                <a:lnTo>
                  <a:pt x="1467639" y="637926"/>
                </a:lnTo>
                <a:lnTo>
                  <a:pt x="1438229" y="687151"/>
                </a:lnTo>
                <a:lnTo>
                  <a:pt x="1399771" y="733463"/>
                </a:lnTo>
                <a:lnTo>
                  <a:pt x="1354639" y="776890"/>
                </a:lnTo>
                <a:lnTo>
                  <a:pt x="1302268" y="817418"/>
                </a:lnTo>
                <a:lnTo>
                  <a:pt x="1241300" y="852511"/>
                </a:lnTo>
                <a:lnTo>
                  <a:pt x="1178070" y="884356"/>
                </a:lnTo>
                <a:lnTo>
                  <a:pt x="1107940" y="910418"/>
                </a:lnTo>
                <a:lnTo>
                  <a:pt x="1033398" y="933581"/>
                </a:lnTo>
                <a:lnTo>
                  <a:pt x="956482" y="950946"/>
                </a:lnTo>
                <a:lnTo>
                  <a:pt x="875154" y="959629"/>
                </a:lnTo>
                <a:lnTo>
                  <a:pt x="793825" y="965412"/>
                </a:lnTo>
                <a:lnTo>
                  <a:pt x="712158" y="965412"/>
                </a:lnTo>
                <a:lnTo>
                  <a:pt x="630830" y="959629"/>
                </a:lnTo>
                <a:lnTo>
                  <a:pt x="551764" y="950946"/>
                </a:lnTo>
                <a:lnTo>
                  <a:pt x="474847" y="933581"/>
                </a:lnTo>
                <a:lnTo>
                  <a:pt x="400306" y="910418"/>
                </a:lnTo>
                <a:lnTo>
                  <a:pt x="330176" y="884356"/>
                </a:lnTo>
                <a:lnTo>
                  <a:pt x="264684" y="852511"/>
                </a:lnTo>
                <a:lnTo>
                  <a:pt x="205978" y="817418"/>
                </a:lnTo>
                <a:lnTo>
                  <a:pt x="153607" y="776890"/>
                </a:lnTo>
                <a:lnTo>
                  <a:pt x="108475" y="733463"/>
                </a:lnTo>
                <a:lnTo>
                  <a:pt x="70016" y="687151"/>
                </a:lnTo>
                <a:lnTo>
                  <a:pt x="38345" y="637926"/>
                </a:lnTo>
                <a:lnTo>
                  <a:pt x="18098" y="588353"/>
                </a:lnTo>
                <a:lnTo>
                  <a:pt x="4524" y="536243"/>
                </a:lnTo>
                <a:lnTo>
                  <a:pt x="0" y="484134"/>
                </a:lnTo>
              </a:path>
            </a:pathLst>
          </a:custGeom>
          <a:ln w="1626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8" name="object 28"/>
          <p:cNvSpPr/>
          <p:nvPr/>
        </p:nvSpPr>
        <p:spPr>
          <a:xfrm>
            <a:off x="2266437" y="1859168"/>
            <a:ext cx="31671" cy="66532"/>
          </a:xfrm>
          <a:custGeom>
            <a:avLst/>
            <a:gdLst/>
            <a:ahLst/>
            <a:cxnLst/>
            <a:rect l="l" t="t" r="r" b="b"/>
            <a:pathLst>
              <a:path w="31671" h="66532">
                <a:moveTo>
                  <a:pt x="4524" y="14495"/>
                </a:moveTo>
                <a:lnTo>
                  <a:pt x="15835" y="0"/>
                </a:lnTo>
                <a:lnTo>
                  <a:pt x="27147" y="14495"/>
                </a:lnTo>
                <a:lnTo>
                  <a:pt x="31671" y="52037"/>
                </a:lnTo>
                <a:lnTo>
                  <a:pt x="15835" y="66532"/>
                </a:lnTo>
                <a:lnTo>
                  <a:pt x="0" y="52037"/>
                </a:lnTo>
                <a:lnTo>
                  <a:pt x="4524" y="14495"/>
                </a:lnTo>
                <a:close/>
              </a:path>
            </a:pathLst>
          </a:custGeom>
          <a:ln w="1426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9" name="object 29"/>
          <p:cNvSpPr/>
          <p:nvPr/>
        </p:nvSpPr>
        <p:spPr>
          <a:xfrm>
            <a:off x="2198683" y="2369393"/>
            <a:ext cx="167520" cy="54936"/>
          </a:xfrm>
          <a:custGeom>
            <a:avLst/>
            <a:gdLst/>
            <a:ahLst/>
            <a:cxnLst/>
            <a:rect l="l" t="t" r="r" b="b"/>
            <a:pathLst>
              <a:path w="167520" h="54936">
                <a:moveTo>
                  <a:pt x="0" y="54936"/>
                </a:moveTo>
                <a:lnTo>
                  <a:pt x="83590" y="0"/>
                </a:lnTo>
                <a:lnTo>
                  <a:pt x="167520" y="54936"/>
                </a:lnTo>
              </a:path>
            </a:pathLst>
          </a:custGeom>
          <a:ln w="1700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0" name="object 30"/>
          <p:cNvSpPr/>
          <p:nvPr/>
        </p:nvSpPr>
        <p:spPr>
          <a:xfrm>
            <a:off x="2198683" y="1833077"/>
            <a:ext cx="167520" cy="643724"/>
          </a:xfrm>
          <a:custGeom>
            <a:avLst/>
            <a:gdLst/>
            <a:ahLst/>
            <a:cxnLst/>
            <a:rect l="l" t="t" r="r" b="b"/>
            <a:pathLst>
              <a:path w="167520" h="643724">
                <a:moveTo>
                  <a:pt x="83590" y="0"/>
                </a:moveTo>
                <a:lnTo>
                  <a:pt x="83590" y="643724"/>
                </a:lnTo>
                <a:lnTo>
                  <a:pt x="0" y="591252"/>
                </a:lnTo>
                <a:lnTo>
                  <a:pt x="83590" y="0"/>
                </a:lnTo>
                <a:lnTo>
                  <a:pt x="167520" y="591252"/>
                </a:lnTo>
                <a:lnTo>
                  <a:pt x="83590" y="643724"/>
                </a:lnTo>
              </a:path>
            </a:pathLst>
          </a:custGeom>
          <a:ln w="1380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1" name="object 31"/>
          <p:cNvSpPr/>
          <p:nvPr/>
        </p:nvSpPr>
        <p:spPr>
          <a:xfrm>
            <a:off x="2261913" y="1980781"/>
            <a:ext cx="40720" cy="11596"/>
          </a:xfrm>
          <a:custGeom>
            <a:avLst/>
            <a:gdLst/>
            <a:ahLst/>
            <a:cxnLst/>
            <a:rect l="l" t="t" r="r" b="b"/>
            <a:pathLst>
              <a:path w="40720" h="11596">
                <a:moveTo>
                  <a:pt x="0" y="0"/>
                </a:moveTo>
                <a:lnTo>
                  <a:pt x="20360" y="11596"/>
                </a:lnTo>
                <a:lnTo>
                  <a:pt x="40720" y="0"/>
                </a:lnTo>
              </a:path>
            </a:pathLst>
          </a:custGeom>
          <a:ln w="1709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2" name="object 32"/>
          <p:cNvSpPr/>
          <p:nvPr/>
        </p:nvSpPr>
        <p:spPr>
          <a:xfrm>
            <a:off x="2255126" y="2030354"/>
            <a:ext cx="54294" cy="17394"/>
          </a:xfrm>
          <a:custGeom>
            <a:avLst/>
            <a:gdLst/>
            <a:ahLst/>
            <a:cxnLst/>
            <a:rect l="l" t="t" r="r" b="b"/>
            <a:pathLst>
              <a:path w="54294" h="17394">
                <a:moveTo>
                  <a:pt x="0" y="0"/>
                </a:moveTo>
                <a:lnTo>
                  <a:pt x="27147" y="17394"/>
                </a:lnTo>
                <a:lnTo>
                  <a:pt x="54294" y="0"/>
                </a:lnTo>
              </a:path>
            </a:pathLst>
          </a:custGeom>
          <a:ln w="1702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3" name="object 33"/>
          <p:cNvSpPr/>
          <p:nvPr/>
        </p:nvSpPr>
        <p:spPr>
          <a:xfrm>
            <a:off x="2248339" y="2076593"/>
            <a:ext cx="67867" cy="23192"/>
          </a:xfrm>
          <a:custGeom>
            <a:avLst/>
            <a:gdLst/>
            <a:ahLst/>
            <a:cxnLst/>
            <a:rect l="l" t="t" r="r" b="b"/>
            <a:pathLst>
              <a:path w="67867" h="23192">
                <a:moveTo>
                  <a:pt x="0" y="2899"/>
                </a:moveTo>
                <a:lnTo>
                  <a:pt x="33933" y="23192"/>
                </a:lnTo>
                <a:lnTo>
                  <a:pt x="67867" y="0"/>
                </a:lnTo>
              </a:path>
            </a:pathLst>
          </a:custGeom>
          <a:ln w="1697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4" name="object 34"/>
          <p:cNvSpPr/>
          <p:nvPr/>
        </p:nvSpPr>
        <p:spPr>
          <a:xfrm>
            <a:off x="2239290" y="2128775"/>
            <a:ext cx="83703" cy="26091"/>
          </a:xfrm>
          <a:custGeom>
            <a:avLst/>
            <a:gdLst/>
            <a:ahLst/>
            <a:cxnLst/>
            <a:rect l="l" t="t" r="r" b="b"/>
            <a:pathLst>
              <a:path w="83703" h="26091">
                <a:moveTo>
                  <a:pt x="0" y="0"/>
                </a:moveTo>
                <a:lnTo>
                  <a:pt x="42982" y="26091"/>
                </a:lnTo>
                <a:lnTo>
                  <a:pt x="83703" y="0"/>
                </a:lnTo>
              </a:path>
            </a:pathLst>
          </a:custGeom>
          <a:ln w="1703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5" name="object 35"/>
          <p:cNvSpPr/>
          <p:nvPr/>
        </p:nvSpPr>
        <p:spPr>
          <a:xfrm>
            <a:off x="2232617" y="2177914"/>
            <a:ext cx="99426" cy="28990"/>
          </a:xfrm>
          <a:custGeom>
            <a:avLst/>
            <a:gdLst/>
            <a:ahLst/>
            <a:cxnLst/>
            <a:rect l="l" t="t" r="r" b="b"/>
            <a:pathLst>
              <a:path w="99426" h="28990">
                <a:moveTo>
                  <a:pt x="0" y="0"/>
                </a:moveTo>
                <a:lnTo>
                  <a:pt x="49656" y="28990"/>
                </a:lnTo>
                <a:lnTo>
                  <a:pt x="99426" y="0"/>
                </a:lnTo>
              </a:path>
            </a:pathLst>
          </a:custGeom>
          <a:ln w="1707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6" name="object 36"/>
          <p:cNvSpPr/>
          <p:nvPr/>
        </p:nvSpPr>
        <p:spPr>
          <a:xfrm>
            <a:off x="2225830" y="2224588"/>
            <a:ext cx="110737" cy="37687"/>
          </a:xfrm>
          <a:custGeom>
            <a:avLst/>
            <a:gdLst/>
            <a:ahLst/>
            <a:cxnLst/>
            <a:rect l="l" t="t" r="r" b="b"/>
            <a:pathLst>
              <a:path w="110737" h="37687">
                <a:moveTo>
                  <a:pt x="0" y="2899"/>
                </a:moveTo>
                <a:lnTo>
                  <a:pt x="56443" y="37687"/>
                </a:lnTo>
                <a:lnTo>
                  <a:pt x="110737" y="0"/>
                </a:lnTo>
              </a:path>
            </a:pathLst>
          </a:custGeom>
          <a:ln w="1698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7" name="object 37"/>
          <p:cNvSpPr/>
          <p:nvPr/>
        </p:nvSpPr>
        <p:spPr>
          <a:xfrm>
            <a:off x="2219043" y="2276770"/>
            <a:ext cx="126573" cy="37542"/>
          </a:xfrm>
          <a:custGeom>
            <a:avLst/>
            <a:gdLst/>
            <a:ahLst/>
            <a:cxnLst/>
            <a:rect l="l" t="t" r="r" b="b"/>
            <a:pathLst>
              <a:path w="126573" h="37542">
                <a:moveTo>
                  <a:pt x="0" y="0"/>
                </a:moveTo>
                <a:lnTo>
                  <a:pt x="63230" y="37542"/>
                </a:lnTo>
                <a:lnTo>
                  <a:pt x="126573" y="0"/>
                </a:lnTo>
              </a:path>
            </a:pathLst>
          </a:custGeom>
          <a:ln w="1706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8" name="object 38"/>
          <p:cNvSpPr/>
          <p:nvPr/>
        </p:nvSpPr>
        <p:spPr>
          <a:xfrm>
            <a:off x="2212256" y="2325908"/>
            <a:ext cx="140033" cy="43485"/>
          </a:xfrm>
          <a:custGeom>
            <a:avLst/>
            <a:gdLst/>
            <a:ahLst/>
            <a:cxnLst/>
            <a:rect l="l" t="t" r="r" b="b"/>
            <a:pathLst>
              <a:path w="140033" h="43485">
                <a:moveTo>
                  <a:pt x="0" y="0"/>
                </a:moveTo>
                <a:lnTo>
                  <a:pt x="70016" y="43485"/>
                </a:lnTo>
                <a:lnTo>
                  <a:pt x="140033" y="0"/>
                </a:lnTo>
              </a:path>
            </a:pathLst>
          </a:custGeom>
          <a:ln w="1704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9" name="object 39"/>
          <p:cNvSpPr/>
          <p:nvPr/>
        </p:nvSpPr>
        <p:spPr>
          <a:xfrm>
            <a:off x="2205470" y="2372292"/>
            <a:ext cx="153946" cy="52037"/>
          </a:xfrm>
          <a:custGeom>
            <a:avLst/>
            <a:gdLst/>
            <a:ahLst/>
            <a:cxnLst/>
            <a:rect l="l" t="t" r="r" b="b"/>
            <a:pathLst>
              <a:path w="153946" h="52037">
                <a:moveTo>
                  <a:pt x="0" y="2899"/>
                </a:moveTo>
                <a:lnTo>
                  <a:pt x="76803" y="52037"/>
                </a:lnTo>
                <a:lnTo>
                  <a:pt x="153946" y="0"/>
                </a:lnTo>
              </a:path>
            </a:pathLst>
          </a:custGeom>
          <a:ln w="1698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0" name="object 40"/>
          <p:cNvSpPr/>
          <p:nvPr/>
        </p:nvSpPr>
        <p:spPr>
          <a:xfrm>
            <a:off x="2198683" y="1804087"/>
            <a:ext cx="63230" cy="28990"/>
          </a:xfrm>
          <a:custGeom>
            <a:avLst/>
            <a:gdLst/>
            <a:ahLst/>
            <a:cxnLst/>
            <a:rect l="l" t="t" r="r" b="b"/>
            <a:pathLst>
              <a:path w="63230" h="28990">
                <a:moveTo>
                  <a:pt x="63230" y="28990"/>
                </a:moveTo>
                <a:lnTo>
                  <a:pt x="20360" y="23192"/>
                </a:lnTo>
                <a:lnTo>
                  <a:pt x="42869" y="5798"/>
                </a:lnTo>
                <a:lnTo>
                  <a:pt x="0" y="0"/>
                </a:lnTo>
              </a:path>
            </a:pathLst>
          </a:custGeom>
          <a:ln w="167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1" name="object 41"/>
          <p:cNvSpPr/>
          <p:nvPr/>
        </p:nvSpPr>
        <p:spPr>
          <a:xfrm>
            <a:off x="2293584" y="1801188"/>
            <a:ext cx="72618" cy="34788"/>
          </a:xfrm>
          <a:custGeom>
            <a:avLst/>
            <a:gdLst/>
            <a:ahLst/>
            <a:cxnLst/>
            <a:rect l="l" t="t" r="r" b="b"/>
            <a:pathLst>
              <a:path w="72618" h="34788">
                <a:moveTo>
                  <a:pt x="72618" y="2899"/>
                </a:moveTo>
                <a:lnTo>
                  <a:pt x="29409" y="34788"/>
                </a:lnTo>
                <a:lnTo>
                  <a:pt x="42982" y="0"/>
                </a:lnTo>
                <a:lnTo>
                  <a:pt x="0" y="31889"/>
                </a:lnTo>
              </a:path>
            </a:pathLst>
          </a:custGeom>
          <a:ln w="166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2" name="object 42"/>
          <p:cNvSpPr/>
          <p:nvPr/>
        </p:nvSpPr>
        <p:spPr>
          <a:xfrm>
            <a:off x="2270962" y="1711173"/>
            <a:ext cx="22622" cy="107408"/>
          </a:xfrm>
          <a:custGeom>
            <a:avLst/>
            <a:gdLst/>
            <a:ahLst/>
            <a:cxnLst/>
            <a:rect l="l" t="t" r="r" b="b"/>
            <a:pathLst>
              <a:path w="22622" h="107408">
                <a:moveTo>
                  <a:pt x="11311" y="107408"/>
                </a:moveTo>
                <a:lnTo>
                  <a:pt x="0" y="40441"/>
                </a:lnTo>
                <a:lnTo>
                  <a:pt x="22622" y="66532"/>
                </a:lnTo>
                <a:lnTo>
                  <a:pt x="11311" y="0"/>
                </a:lnTo>
              </a:path>
            </a:pathLst>
          </a:custGeom>
          <a:ln w="1372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3" name="object 43"/>
          <p:cNvSpPr/>
          <p:nvPr/>
        </p:nvSpPr>
        <p:spPr>
          <a:xfrm>
            <a:off x="2203207" y="2523156"/>
            <a:ext cx="158482" cy="231949"/>
          </a:xfrm>
          <a:custGeom>
            <a:avLst/>
            <a:gdLst/>
            <a:ahLst/>
            <a:cxnLst/>
            <a:rect l="l" t="t" r="r" b="b"/>
            <a:pathLst>
              <a:path w="158482" h="231949">
                <a:moveTo>
                  <a:pt x="0" y="231949"/>
                </a:moveTo>
                <a:lnTo>
                  <a:pt x="158482" y="231949"/>
                </a:lnTo>
                <a:lnTo>
                  <a:pt x="158482" y="0"/>
                </a:lnTo>
                <a:lnTo>
                  <a:pt x="0" y="0"/>
                </a:lnTo>
                <a:lnTo>
                  <a:pt x="0" y="23194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4" name="object 44"/>
          <p:cNvSpPr/>
          <p:nvPr/>
        </p:nvSpPr>
        <p:spPr>
          <a:xfrm>
            <a:off x="1680830" y="2610011"/>
            <a:ext cx="29386" cy="69866"/>
          </a:xfrm>
          <a:custGeom>
            <a:avLst/>
            <a:gdLst/>
            <a:ahLst/>
            <a:cxnLst/>
            <a:rect l="l" t="t" r="r" b="b"/>
            <a:pathLst>
              <a:path w="29386" h="69866">
                <a:moveTo>
                  <a:pt x="4524" y="14495"/>
                </a:moveTo>
                <a:lnTo>
                  <a:pt x="0" y="55371"/>
                </a:lnTo>
                <a:lnTo>
                  <a:pt x="15824" y="69866"/>
                </a:lnTo>
                <a:lnTo>
                  <a:pt x="29386" y="55371"/>
                </a:lnTo>
                <a:lnTo>
                  <a:pt x="24862" y="14495"/>
                </a:lnTo>
                <a:lnTo>
                  <a:pt x="15824" y="0"/>
                </a:lnTo>
                <a:lnTo>
                  <a:pt x="4524" y="1449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5" name="object 45"/>
          <p:cNvSpPr/>
          <p:nvPr/>
        </p:nvSpPr>
        <p:spPr>
          <a:xfrm>
            <a:off x="1680830" y="2610011"/>
            <a:ext cx="29386" cy="69866"/>
          </a:xfrm>
          <a:custGeom>
            <a:avLst/>
            <a:gdLst/>
            <a:ahLst/>
            <a:cxnLst/>
            <a:rect l="l" t="t" r="r" b="b"/>
            <a:pathLst>
              <a:path w="29386" h="69866">
                <a:moveTo>
                  <a:pt x="4524" y="14495"/>
                </a:moveTo>
                <a:lnTo>
                  <a:pt x="15824" y="0"/>
                </a:lnTo>
                <a:lnTo>
                  <a:pt x="24862" y="14495"/>
                </a:lnTo>
                <a:lnTo>
                  <a:pt x="29386" y="55371"/>
                </a:lnTo>
                <a:lnTo>
                  <a:pt x="15824" y="69866"/>
                </a:lnTo>
                <a:lnTo>
                  <a:pt x="0" y="55371"/>
                </a:lnTo>
                <a:lnTo>
                  <a:pt x="4524" y="14495"/>
                </a:lnTo>
                <a:close/>
              </a:path>
            </a:pathLst>
          </a:custGeom>
          <a:ln w="1413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6" name="object 46"/>
          <p:cNvSpPr/>
          <p:nvPr/>
        </p:nvSpPr>
        <p:spPr>
          <a:xfrm>
            <a:off x="1610767" y="3120613"/>
            <a:ext cx="169793" cy="54994"/>
          </a:xfrm>
          <a:custGeom>
            <a:avLst/>
            <a:gdLst/>
            <a:ahLst/>
            <a:cxnLst/>
            <a:rect l="l" t="t" r="r" b="b"/>
            <a:pathLst>
              <a:path w="169793" h="54994">
                <a:moveTo>
                  <a:pt x="0" y="54994"/>
                </a:moveTo>
                <a:lnTo>
                  <a:pt x="85886" y="0"/>
                </a:lnTo>
                <a:lnTo>
                  <a:pt x="169793" y="54994"/>
                </a:lnTo>
              </a:path>
            </a:pathLst>
          </a:custGeom>
          <a:ln w="170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7" name="object 47"/>
          <p:cNvSpPr/>
          <p:nvPr/>
        </p:nvSpPr>
        <p:spPr>
          <a:xfrm>
            <a:off x="1610767" y="2583920"/>
            <a:ext cx="169793" cy="643797"/>
          </a:xfrm>
          <a:custGeom>
            <a:avLst/>
            <a:gdLst/>
            <a:ahLst/>
            <a:cxnLst/>
            <a:rect l="l" t="t" r="r" b="b"/>
            <a:pathLst>
              <a:path w="169793" h="643797">
                <a:moveTo>
                  <a:pt x="85886" y="0"/>
                </a:moveTo>
                <a:lnTo>
                  <a:pt x="85886" y="643797"/>
                </a:lnTo>
                <a:lnTo>
                  <a:pt x="0" y="591687"/>
                </a:lnTo>
                <a:lnTo>
                  <a:pt x="85886" y="0"/>
                </a:lnTo>
                <a:lnTo>
                  <a:pt x="169793" y="591687"/>
                </a:lnTo>
                <a:lnTo>
                  <a:pt x="85886" y="643797"/>
                </a:lnTo>
              </a:path>
            </a:pathLst>
          </a:custGeom>
          <a:ln w="1380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8" name="object 48"/>
          <p:cNvSpPr/>
          <p:nvPr/>
        </p:nvSpPr>
        <p:spPr>
          <a:xfrm>
            <a:off x="1674054" y="2731914"/>
            <a:ext cx="42937" cy="14495"/>
          </a:xfrm>
          <a:custGeom>
            <a:avLst/>
            <a:gdLst/>
            <a:ahLst/>
            <a:cxnLst/>
            <a:rect l="l" t="t" r="r" b="b"/>
            <a:pathLst>
              <a:path w="42937" h="14495">
                <a:moveTo>
                  <a:pt x="0" y="0"/>
                </a:moveTo>
                <a:lnTo>
                  <a:pt x="22599" y="14495"/>
                </a:lnTo>
                <a:lnTo>
                  <a:pt x="42937" y="0"/>
                </a:lnTo>
              </a:path>
            </a:pathLst>
          </a:custGeom>
          <a:ln w="1698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9" name="object 49"/>
          <p:cNvSpPr/>
          <p:nvPr/>
        </p:nvSpPr>
        <p:spPr>
          <a:xfrm>
            <a:off x="1667267" y="2781197"/>
            <a:ext cx="56511" cy="17350"/>
          </a:xfrm>
          <a:custGeom>
            <a:avLst/>
            <a:gdLst/>
            <a:ahLst/>
            <a:cxnLst/>
            <a:rect l="l" t="t" r="r" b="b"/>
            <a:pathLst>
              <a:path w="56511" h="17350">
                <a:moveTo>
                  <a:pt x="0" y="0"/>
                </a:moveTo>
                <a:lnTo>
                  <a:pt x="29386" y="17350"/>
                </a:lnTo>
                <a:lnTo>
                  <a:pt x="56511" y="0"/>
                </a:lnTo>
              </a:path>
            </a:pathLst>
          </a:custGeom>
          <a:ln w="1704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0" name="object 50"/>
          <p:cNvSpPr/>
          <p:nvPr/>
        </p:nvSpPr>
        <p:spPr>
          <a:xfrm>
            <a:off x="1660492" y="2830393"/>
            <a:ext cx="70062" cy="23163"/>
          </a:xfrm>
          <a:custGeom>
            <a:avLst/>
            <a:gdLst/>
            <a:ahLst/>
            <a:cxnLst/>
            <a:rect l="l" t="t" r="r" b="b"/>
            <a:pathLst>
              <a:path w="70062" h="23163">
                <a:moveTo>
                  <a:pt x="0" y="0"/>
                </a:moveTo>
                <a:lnTo>
                  <a:pt x="36162" y="23163"/>
                </a:lnTo>
                <a:lnTo>
                  <a:pt x="70062" y="0"/>
                </a:lnTo>
              </a:path>
            </a:pathLst>
          </a:custGeom>
          <a:ln w="170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1" name="object 51"/>
          <p:cNvSpPr/>
          <p:nvPr/>
        </p:nvSpPr>
        <p:spPr>
          <a:xfrm>
            <a:off x="1653716" y="2879966"/>
            <a:ext cx="83613" cy="26062"/>
          </a:xfrm>
          <a:custGeom>
            <a:avLst/>
            <a:gdLst/>
            <a:ahLst/>
            <a:cxnLst/>
            <a:rect l="l" t="t" r="r" b="b"/>
            <a:pathLst>
              <a:path w="83613" h="26062">
                <a:moveTo>
                  <a:pt x="0" y="0"/>
                </a:moveTo>
                <a:lnTo>
                  <a:pt x="42937" y="26062"/>
                </a:lnTo>
                <a:lnTo>
                  <a:pt x="83613" y="0"/>
                </a:lnTo>
              </a:path>
            </a:pathLst>
          </a:custGeom>
          <a:ln w="1703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2" name="object 52"/>
          <p:cNvSpPr/>
          <p:nvPr/>
        </p:nvSpPr>
        <p:spPr>
          <a:xfrm>
            <a:off x="1646930" y="2929191"/>
            <a:ext cx="97186" cy="31831"/>
          </a:xfrm>
          <a:custGeom>
            <a:avLst/>
            <a:gdLst/>
            <a:ahLst/>
            <a:cxnLst/>
            <a:rect l="l" t="t" r="r" b="b"/>
            <a:pathLst>
              <a:path w="97186" h="31831">
                <a:moveTo>
                  <a:pt x="0" y="0"/>
                </a:moveTo>
                <a:lnTo>
                  <a:pt x="49724" y="31831"/>
                </a:lnTo>
                <a:lnTo>
                  <a:pt x="97186" y="0"/>
                </a:lnTo>
              </a:path>
            </a:pathLst>
          </a:custGeom>
          <a:ln w="1700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3" name="object 53"/>
          <p:cNvSpPr/>
          <p:nvPr/>
        </p:nvSpPr>
        <p:spPr>
          <a:xfrm>
            <a:off x="1640154" y="2978402"/>
            <a:ext cx="110737" cy="34730"/>
          </a:xfrm>
          <a:custGeom>
            <a:avLst/>
            <a:gdLst/>
            <a:ahLst/>
            <a:cxnLst/>
            <a:rect l="l" t="t" r="r" b="b"/>
            <a:pathLst>
              <a:path w="110737" h="34730">
                <a:moveTo>
                  <a:pt x="0" y="0"/>
                </a:moveTo>
                <a:lnTo>
                  <a:pt x="56499" y="34730"/>
                </a:lnTo>
                <a:lnTo>
                  <a:pt x="110737" y="0"/>
                </a:lnTo>
              </a:path>
            </a:pathLst>
          </a:custGeom>
          <a:ln w="1703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4" name="object 54"/>
          <p:cNvSpPr/>
          <p:nvPr/>
        </p:nvSpPr>
        <p:spPr>
          <a:xfrm>
            <a:off x="1633367" y="3027613"/>
            <a:ext cx="124311" cy="40528"/>
          </a:xfrm>
          <a:custGeom>
            <a:avLst/>
            <a:gdLst/>
            <a:ahLst/>
            <a:cxnLst/>
            <a:rect l="l" t="t" r="r" b="b"/>
            <a:pathLst>
              <a:path w="124311" h="40528">
                <a:moveTo>
                  <a:pt x="0" y="0"/>
                </a:moveTo>
                <a:lnTo>
                  <a:pt x="63286" y="40528"/>
                </a:lnTo>
                <a:lnTo>
                  <a:pt x="124311" y="0"/>
                </a:lnTo>
              </a:path>
            </a:pathLst>
          </a:custGeom>
          <a:ln w="1700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5" name="object 55"/>
          <p:cNvSpPr/>
          <p:nvPr/>
        </p:nvSpPr>
        <p:spPr>
          <a:xfrm>
            <a:off x="1626592" y="3076823"/>
            <a:ext cx="140124" cy="43789"/>
          </a:xfrm>
          <a:custGeom>
            <a:avLst/>
            <a:gdLst/>
            <a:ahLst/>
            <a:cxnLst/>
            <a:rect l="l" t="t" r="r" b="b"/>
            <a:pathLst>
              <a:path w="140124" h="43789">
                <a:moveTo>
                  <a:pt x="0" y="0"/>
                </a:moveTo>
                <a:lnTo>
                  <a:pt x="70062" y="43789"/>
                </a:lnTo>
                <a:lnTo>
                  <a:pt x="140124" y="0"/>
                </a:lnTo>
              </a:path>
            </a:pathLst>
          </a:custGeom>
          <a:ln w="1703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6" name="object 56"/>
          <p:cNvSpPr/>
          <p:nvPr/>
        </p:nvSpPr>
        <p:spPr>
          <a:xfrm>
            <a:off x="1619816" y="3126396"/>
            <a:ext cx="151412" cy="49210"/>
          </a:xfrm>
          <a:custGeom>
            <a:avLst/>
            <a:gdLst/>
            <a:ahLst/>
            <a:cxnLst/>
            <a:rect l="l" t="t" r="r" b="b"/>
            <a:pathLst>
              <a:path w="151412" h="49210">
                <a:moveTo>
                  <a:pt x="0" y="0"/>
                </a:moveTo>
                <a:lnTo>
                  <a:pt x="76837" y="49210"/>
                </a:lnTo>
                <a:lnTo>
                  <a:pt x="151412" y="0"/>
                </a:lnTo>
              </a:path>
            </a:pathLst>
          </a:custGeom>
          <a:ln w="1701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7" name="object 57"/>
          <p:cNvSpPr/>
          <p:nvPr/>
        </p:nvSpPr>
        <p:spPr>
          <a:xfrm>
            <a:off x="1610767" y="2557973"/>
            <a:ext cx="63286" cy="25946"/>
          </a:xfrm>
          <a:custGeom>
            <a:avLst/>
            <a:gdLst/>
            <a:ahLst/>
            <a:cxnLst/>
            <a:rect l="l" t="t" r="r" b="b"/>
            <a:pathLst>
              <a:path w="63286" h="25946">
                <a:moveTo>
                  <a:pt x="63286" y="25946"/>
                </a:moveTo>
                <a:lnTo>
                  <a:pt x="20349" y="23047"/>
                </a:lnTo>
                <a:lnTo>
                  <a:pt x="42948" y="2899"/>
                </a:lnTo>
                <a:lnTo>
                  <a:pt x="0" y="0"/>
                </a:lnTo>
              </a:path>
            </a:pathLst>
          </a:custGeom>
          <a:ln w="1682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8" name="object 58"/>
          <p:cNvSpPr/>
          <p:nvPr/>
        </p:nvSpPr>
        <p:spPr>
          <a:xfrm>
            <a:off x="1705692" y="2555074"/>
            <a:ext cx="74869" cy="31744"/>
          </a:xfrm>
          <a:custGeom>
            <a:avLst/>
            <a:gdLst/>
            <a:ahLst/>
            <a:cxnLst/>
            <a:rect l="l" t="t" r="r" b="b"/>
            <a:pathLst>
              <a:path w="74869" h="31744">
                <a:moveTo>
                  <a:pt x="74869" y="2899"/>
                </a:moveTo>
                <a:lnTo>
                  <a:pt x="31637" y="31744"/>
                </a:lnTo>
                <a:lnTo>
                  <a:pt x="42937" y="0"/>
                </a:lnTo>
                <a:lnTo>
                  <a:pt x="0" y="28845"/>
                </a:lnTo>
              </a:path>
            </a:pathLst>
          </a:custGeom>
          <a:ln w="1679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9" name="object 59"/>
          <p:cNvSpPr/>
          <p:nvPr/>
        </p:nvSpPr>
        <p:spPr>
          <a:xfrm>
            <a:off x="1685354" y="2462451"/>
            <a:ext cx="20337" cy="106973"/>
          </a:xfrm>
          <a:custGeom>
            <a:avLst/>
            <a:gdLst/>
            <a:ahLst/>
            <a:cxnLst/>
            <a:rect l="l" t="t" r="r" b="b"/>
            <a:pathLst>
              <a:path w="20337" h="106973">
                <a:moveTo>
                  <a:pt x="11299" y="106973"/>
                </a:moveTo>
                <a:lnTo>
                  <a:pt x="0" y="40441"/>
                </a:lnTo>
                <a:lnTo>
                  <a:pt x="20337" y="69431"/>
                </a:lnTo>
                <a:lnTo>
                  <a:pt x="11299" y="0"/>
                </a:lnTo>
              </a:path>
            </a:pathLst>
          </a:custGeom>
          <a:ln w="1369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0" name="object 60"/>
          <p:cNvSpPr/>
          <p:nvPr/>
        </p:nvSpPr>
        <p:spPr>
          <a:xfrm>
            <a:off x="1617554" y="3276927"/>
            <a:ext cx="155937" cy="229065"/>
          </a:xfrm>
          <a:custGeom>
            <a:avLst/>
            <a:gdLst/>
            <a:ahLst/>
            <a:cxnLst/>
            <a:rect l="l" t="t" r="r" b="b"/>
            <a:pathLst>
              <a:path w="155937" h="229065">
                <a:moveTo>
                  <a:pt x="0" y="229065"/>
                </a:moveTo>
                <a:lnTo>
                  <a:pt x="155937" y="229065"/>
                </a:lnTo>
                <a:lnTo>
                  <a:pt x="155937" y="0"/>
                </a:lnTo>
                <a:lnTo>
                  <a:pt x="0" y="0"/>
                </a:lnTo>
                <a:lnTo>
                  <a:pt x="0" y="22906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1" name="object 61"/>
          <p:cNvSpPr/>
          <p:nvPr/>
        </p:nvSpPr>
        <p:spPr>
          <a:xfrm>
            <a:off x="2935726" y="2610011"/>
            <a:ext cx="31897" cy="69866"/>
          </a:xfrm>
          <a:custGeom>
            <a:avLst/>
            <a:gdLst/>
            <a:ahLst/>
            <a:cxnLst/>
            <a:rect l="l" t="t" r="r" b="b"/>
            <a:pathLst>
              <a:path w="31897" h="69866">
                <a:moveTo>
                  <a:pt x="6786" y="14495"/>
                </a:moveTo>
                <a:lnTo>
                  <a:pt x="0" y="55371"/>
                </a:lnTo>
                <a:lnTo>
                  <a:pt x="16062" y="69866"/>
                </a:lnTo>
                <a:lnTo>
                  <a:pt x="31897" y="55371"/>
                </a:lnTo>
                <a:lnTo>
                  <a:pt x="27373" y="14495"/>
                </a:lnTo>
                <a:lnTo>
                  <a:pt x="16062" y="0"/>
                </a:lnTo>
                <a:lnTo>
                  <a:pt x="6786" y="1449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2" name="object 62"/>
          <p:cNvSpPr/>
          <p:nvPr/>
        </p:nvSpPr>
        <p:spPr>
          <a:xfrm>
            <a:off x="2935726" y="2610011"/>
            <a:ext cx="31897" cy="69866"/>
          </a:xfrm>
          <a:custGeom>
            <a:avLst/>
            <a:gdLst/>
            <a:ahLst/>
            <a:cxnLst/>
            <a:rect l="l" t="t" r="r" b="b"/>
            <a:pathLst>
              <a:path w="31897" h="69866">
                <a:moveTo>
                  <a:pt x="6786" y="14495"/>
                </a:moveTo>
                <a:lnTo>
                  <a:pt x="16062" y="0"/>
                </a:lnTo>
                <a:lnTo>
                  <a:pt x="27373" y="14495"/>
                </a:lnTo>
                <a:lnTo>
                  <a:pt x="31897" y="55371"/>
                </a:lnTo>
                <a:lnTo>
                  <a:pt x="16062" y="69866"/>
                </a:lnTo>
                <a:lnTo>
                  <a:pt x="0" y="55371"/>
                </a:lnTo>
                <a:lnTo>
                  <a:pt x="6786" y="14495"/>
                </a:lnTo>
                <a:close/>
              </a:path>
            </a:pathLst>
          </a:custGeom>
          <a:ln w="1421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3" name="object 63"/>
          <p:cNvSpPr/>
          <p:nvPr/>
        </p:nvSpPr>
        <p:spPr>
          <a:xfrm>
            <a:off x="2867858" y="3120613"/>
            <a:ext cx="167633" cy="54994"/>
          </a:xfrm>
          <a:custGeom>
            <a:avLst/>
            <a:gdLst/>
            <a:ahLst/>
            <a:cxnLst/>
            <a:rect l="l" t="t" r="r" b="b"/>
            <a:pathLst>
              <a:path w="167633" h="54994">
                <a:moveTo>
                  <a:pt x="0" y="54994"/>
                </a:moveTo>
                <a:lnTo>
                  <a:pt x="83929" y="0"/>
                </a:lnTo>
                <a:lnTo>
                  <a:pt x="167633" y="54994"/>
                </a:lnTo>
              </a:path>
            </a:pathLst>
          </a:custGeom>
          <a:ln w="1700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4" name="object 64"/>
          <p:cNvSpPr/>
          <p:nvPr/>
        </p:nvSpPr>
        <p:spPr>
          <a:xfrm>
            <a:off x="2867858" y="2583920"/>
            <a:ext cx="167633" cy="643797"/>
          </a:xfrm>
          <a:custGeom>
            <a:avLst/>
            <a:gdLst/>
            <a:ahLst/>
            <a:cxnLst/>
            <a:rect l="l" t="t" r="r" b="b"/>
            <a:pathLst>
              <a:path w="167633" h="643797">
                <a:moveTo>
                  <a:pt x="83929" y="0"/>
                </a:moveTo>
                <a:lnTo>
                  <a:pt x="83929" y="643797"/>
                </a:lnTo>
                <a:lnTo>
                  <a:pt x="0" y="591687"/>
                </a:lnTo>
                <a:lnTo>
                  <a:pt x="83929" y="0"/>
                </a:lnTo>
                <a:lnTo>
                  <a:pt x="167633" y="591687"/>
                </a:lnTo>
                <a:lnTo>
                  <a:pt x="83929" y="643797"/>
                </a:lnTo>
              </a:path>
            </a:pathLst>
          </a:custGeom>
          <a:ln w="1380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5" name="object 65"/>
          <p:cNvSpPr/>
          <p:nvPr/>
        </p:nvSpPr>
        <p:spPr>
          <a:xfrm>
            <a:off x="2931202" y="2731914"/>
            <a:ext cx="43209" cy="14495"/>
          </a:xfrm>
          <a:custGeom>
            <a:avLst/>
            <a:gdLst/>
            <a:ahLst/>
            <a:cxnLst/>
            <a:rect l="l" t="t" r="r" b="b"/>
            <a:pathLst>
              <a:path w="43209" h="14495">
                <a:moveTo>
                  <a:pt x="0" y="0"/>
                </a:moveTo>
                <a:lnTo>
                  <a:pt x="20586" y="14495"/>
                </a:lnTo>
                <a:lnTo>
                  <a:pt x="43209" y="0"/>
                </a:lnTo>
              </a:path>
            </a:pathLst>
          </a:custGeom>
          <a:ln w="1699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6" name="object 66"/>
          <p:cNvSpPr/>
          <p:nvPr/>
        </p:nvSpPr>
        <p:spPr>
          <a:xfrm>
            <a:off x="2924415" y="2781197"/>
            <a:ext cx="56782" cy="17350"/>
          </a:xfrm>
          <a:custGeom>
            <a:avLst/>
            <a:gdLst/>
            <a:ahLst/>
            <a:cxnLst/>
            <a:rect l="l" t="t" r="r" b="b"/>
            <a:pathLst>
              <a:path w="56782" h="17350">
                <a:moveTo>
                  <a:pt x="0" y="0"/>
                </a:moveTo>
                <a:lnTo>
                  <a:pt x="27373" y="17350"/>
                </a:lnTo>
                <a:lnTo>
                  <a:pt x="56782" y="0"/>
                </a:lnTo>
              </a:path>
            </a:pathLst>
          </a:custGeom>
          <a:ln w="1705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7" name="object 67"/>
          <p:cNvSpPr/>
          <p:nvPr/>
        </p:nvSpPr>
        <p:spPr>
          <a:xfrm>
            <a:off x="2917628" y="2830393"/>
            <a:ext cx="68093" cy="23163"/>
          </a:xfrm>
          <a:custGeom>
            <a:avLst/>
            <a:gdLst/>
            <a:ahLst/>
            <a:cxnLst/>
            <a:rect l="l" t="t" r="r" b="b"/>
            <a:pathLst>
              <a:path w="68093" h="23163">
                <a:moveTo>
                  <a:pt x="0" y="0"/>
                </a:moveTo>
                <a:lnTo>
                  <a:pt x="34160" y="23163"/>
                </a:lnTo>
                <a:lnTo>
                  <a:pt x="68093" y="0"/>
                </a:lnTo>
              </a:path>
            </a:pathLst>
          </a:custGeom>
          <a:ln w="1698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8" name="object 68"/>
          <p:cNvSpPr/>
          <p:nvPr/>
        </p:nvSpPr>
        <p:spPr>
          <a:xfrm>
            <a:off x="2910841" y="2879966"/>
            <a:ext cx="83929" cy="26062"/>
          </a:xfrm>
          <a:custGeom>
            <a:avLst/>
            <a:gdLst/>
            <a:ahLst/>
            <a:cxnLst/>
            <a:rect l="l" t="t" r="r" b="b"/>
            <a:pathLst>
              <a:path w="83929" h="26062">
                <a:moveTo>
                  <a:pt x="0" y="0"/>
                </a:moveTo>
                <a:lnTo>
                  <a:pt x="40946" y="26062"/>
                </a:lnTo>
                <a:lnTo>
                  <a:pt x="83929" y="0"/>
                </a:lnTo>
              </a:path>
            </a:pathLst>
          </a:custGeom>
          <a:ln w="1704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9" name="object 69"/>
          <p:cNvSpPr/>
          <p:nvPr/>
        </p:nvSpPr>
        <p:spPr>
          <a:xfrm>
            <a:off x="2904054" y="2929191"/>
            <a:ext cx="97503" cy="31831"/>
          </a:xfrm>
          <a:custGeom>
            <a:avLst/>
            <a:gdLst/>
            <a:ahLst/>
            <a:cxnLst/>
            <a:rect l="l" t="t" r="r" b="b"/>
            <a:pathLst>
              <a:path w="97503" h="31831">
                <a:moveTo>
                  <a:pt x="0" y="0"/>
                </a:moveTo>
                <a:lnTo>
                  <a:pt x="47733" y="31831"/>
                </a:lnTo>
                <a:lnTo>
                  <a:pt x="97503" y="0"/>
                </a:lnTo>
              </a:path>
            </a:pathLst>
          </a:custGeom>
          <a:ln w="1700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0" name="object 70"/>
          <p:cNvSpPr/>
          <p:nvPr/>
        </p:nvSpPr>
        <p:spPr>
          <a:xfrm>
            <a:off x="2897268" y="2978402"/>
            <a:ext cx="111076" cy="34730"/>
          </a:xfrm>
          <a:custGeom>
            <a:avLst/>
            <a:gdLst/>
            <a:ahLst/>
            <a:cxnLst/>
            <a:rect l="l" t="t" r="r" b="b"/>
            <a:pathLst>
              <a:path w="111076" h="34730">
                <a:moveTo>
                  <a:pt x="0" y="0"/>
                </a:moveTo>
                <a:lnTo>
                  <a:pt x="54520" y="34730"/>
                </a:lnTo>
                <a:lnTo>
                  <a:pt x="111076" y="0"/>
                </a:lnTo>
              </a:path>
            </a:pathLst>
          </a:custGeom>
          <a:ln w="1703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1" name="object 71"/>
          <p:cNvSpPr/>
          <p:nvPr/>
        </p:nvSpPr>
        <p:spPr>
          <a:xfrm>
            <a:off x="2890481" y="3027613"/>
            <a:ext cx="124650" cy="40528"/>
          </a:xfrm>
          <a:custGeom>
            <a:avLst/>
            <a:gdLst/>
            <a:ahLst/>
            <a:cxnLst/>
            <a:rect l="l" t="t" r="r" b="b"/>
            <a:pathLst>
              <a:path w="124650" h="40528">
                <a:moveTo>
                  <a:pt x="0" y="0"/>
                </a:moveTo>
                <a:lnTo>
                  <a:pt x="61307" y="40528"/>
                </a:lnTo>
                <a:lnTo>
                  <a:pt x="124650" y="0"/>
                </a:lnTo>
              </a:path>
            </a:pathLst>
          </a:custGeom>
          <a:ln w="1701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2" name="object 72"/>
          <p:cNvSpPr/>
          <p:nvPr/>
        </p:nvSpPr>
        <p:spPr>
          <a:xfrm>
            <a:off x="2883694" y="3076823"/>
            <a:ext cx="138223" cy="43789"/>
          </a:xfrm>
          <a:custGeom>
            <a:avLst/>
            <a:gdLst/>
            <a:ahLst/>
            <a:cxnLst/>
            <a:rect l="l" t="t" r="r" b="b"/>
            <a:pathLst>
              <a:path w="138223" h="43789">
                <a:moveTo>
                  <a:pt x="0" y="0"/>
                </a:moveTo>
                <a:lnTo>
                  <a:pt x="68093" y="43789"/>
                </a:lnTo>
                <a:lnTo>
                  <a:pt x="138223" y="0"/>
                </a:lnTo>
              </a:path>
            </a:pathLst>
          </a:custGeom>
          <a:ln w="1702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3" name="object 73"/>
          <p:cNvSpPr/>
          <p:nvPr/>
        </p:nvSpPr>
        <p:spPr>
          <a:xfrm>
            <a:off x="2874645" y="3126396"/>
            <a:ext cx="154059" cy="49210"/>
          </a:xfrm>
          <a:custGeom>
            <a:avLst/>
            <a:gdLst/>
            <a:ahLst/>
            <a:cxnLst/>
            <a:rect l="l" t="t" r="r" b="b"/>
            <a:pathLst>
              <a:path w="154059" h="49210">
                <a:moveTo>
                  <a:pt x="0" y="0"/>
                </a:moveTo>
                <a:lnTo>
                  <a:pt x="77142" y="49210"/>
                </a:lnTo>
                <a:lnTo>
                  <a:pt x="154059" y="0"/>
                </a:lnTo>
              </a:path>
            </a:pathLst>
          </a:custGeom>
          <a:ln w="1702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4" name="object 74"/>
          <p:cNvSpPr/>
          <p:nvPr/>
        </p:nvSpPr>
        <p:spPr>
          <a:xfrm>
            <a:off x="2867858" y="2557973"/>
            <a:ext cx="63343" cy="25946"/>
          </a:xfrm>
          <a:custGeom>
            <a:avLst/>
            <a:gdLst/>
            <a:ahLst/>
            <a:cxnLst/>
            <a:rect l="l" t="t" r="r" b="b"/>
            <a:pathLst>
              <a:path w="63343" h="25946">
                <a:moveTo>
                  <a:pt x="63343" y="25946"/>
                </a:moveTo>
                <a:lnTo>
                  <a:pt x="20360" y="23047"/>
                </a:lnTo>
                <a:lnTo>
                  <a:pt x="42982" y="2899"/>
                </a:lnTo>
                <a:lnTo>
                  <a:pt x="0" y="0"/>
                </a:lnTo>
              </a:path>
            </a:pathLst>
          </a:custGeom>
          <a:ln w="1682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5" name="object 75"/>
          <p:cNvSpPr/>
          <p:nvPr/>
        </p:nvSpPr>
        <p:spPr>
          <a:xfrm>
            <a:off x="2963099" y="2555074"/>
            <a:ext cx="72392" cy="31744"/>
          </a:xfrm>
          <a:custGeom>
            <a:avLst/>
            <a:gdLst/>
            <a:ahLst/>
            <a:cxnLst/>
            <a:rect l="l" t="t" r="r" b="b"/>
            <a:pathLst>
              <a:path w="72392" h="31744">
                <a:moveTo>
                  <a:pt x="72392" y="2899"/>
                </a:moveTo>
                <a:lnTo>
                  <a:pt x="29409" y="31744"/>
                </a:lnTo>
                <a:lnTo>
                  <a:pt x="42982" y="0"/>
                </a:lnTo>
                <a:lnTo>
                  <a:pt x="0" y="28845"/>
                </a:lnTo>
              </a:path>
            </a:pathLst>
          </a:custGeom>
          <a:ln w="1676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6" name="object 76"/>
          <p:cNvSpPr/>
          <p:nvPr/>
        </p:nvSpPr>
        <p:spPr>
          <a:xfrm>
            <a:off x="2942513" y="2462451"/>
            <a:ext cx="20586" cy="106973"/>
          </a:xfrm>
          <a:custGeom>
            <a:avLst/>
            <a:gdLst/>
            <a:ahLst/>
            <a:cxnLst/>
            <a:rect l="l" t="t" r="r" b="b"/>
            <a:pathLst>
              <a:path w="20586" h="106973">
                <a:moveTo>
                  <a:pt x="9275" y="106973"/>
                </a:moveTo>
                <a:lnTo>
                  <a:pt x="0" y="40441"/>
                </a:lnTo>
                <a:lnTo>
                  <a:pt x="20586" y="69431"/>
                </a:lnTo>
                <a:lnTo>
                  <a:pt x="9275" y="0"/>
                </a:lnTo>
              </a:path>
            </a:pathLst>
          </a:custGeom>
          <a:ln w="1369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7" name="object 77"/>
          <p:cNvSpPr/>
          <p:nvPr/>
        </p:nvSpPr>
        <p:spPr>
          <a:xfrm>
            <a:off x="2874645" y="3276927"/>
            <a:ext cx="156220" cy="229065"/>
          </a:xfrm>
          <a:custGeom>
            <a:avLst/>
            <a:gdLst/>
            <a:ahLst/>
            <a:cxnLst/>
            <a:rect l="l" t="t" r="r" b="b"/>
            <a:pathLst>
              <a:path w="156220" h="229065">
                <a:moveTo>
                  <a:pt x="0" y="229065"/>
                </a:moveTo>
                <a:lnTo>
                  <a:pt x="156220" y="229065"/>
                </a:lnTo>
                <a:lnTo>
                  <a:pt x="156220" y="0"/>
                </a:lnTo>
                <a:lnTo>
                  <a:pt x="0" y="0"/>
                </a:lnTo>
                <a:lnTo>
                  <a:pt x="0" y="22906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8" name="object 78"/>
          <p:cNvSpPr/>
          <p:nvPr/>
        </p:nvSpPr>
        <p:spPr>
          <a:xfrm>
            <a:off x="3492015" y="3367043"/>
            <a:ext cx="20247" cy="34744"/>
          </a:xfrm>
          <a:custGeom>
            <a:avLst/>
            <a:gdLst/>
            <a:ahLst/>
            <a:cxnLst/>
            <a:rect l="l" t="t" r="r" b="b"/>
            <a:pathLst>
              <a:path w="20247" h="34744">
                <a:moveTo>
                  <a:pt x="20247" y="8682"/>
                </a:moveTo>
                <a:lnTo>
                  <a:pt x="20247" y="0"/>
                </a:lnTo>
                <a:lnTo>
                  <a:pt x="17984" y="0"/>
                </a:lnTo>
                <a:lnTo>
                  <a:pt x="17984" y="2899"/>
                </a:lnTo>
                <a:lnTo>
                  <a:pt x="15722" y="2899"/>
                </a:lnTo>
                <a:lnTo>
                  <a:pt x="15722" y="5783"/>
                </a:lnTo>
                <a:lnTo>
                  <a:pt x="17984" y="5783"/>
                </a:lnTo>
                <a:lnTo>
                  <a:pt x="20247" y="8682"/>
                </a:lnTo>
                <a:close/>
              </a:path>
              <a:path w="20247" h="34744">
                <a:moveTo>
                  <a:pt x="43209" y="-20264"/>
                </a:moveTo>
                <a:lnTo>
                  <a:pt x="38684" y="-23163"/>
                </a:lnTo>
                <a:lnTo>
                  <a:pt x="36082" y="-26062"/>
                </a:lnTo>
                <a:lnTo>
                  <a:pt x="31558" y="-26062"/>
                </a:lnTo>
                <a:lnTo>
                  <a:pt x="29296" y="-23163"/>
                </a:lnTo>
                <a:lnTo>
                  <a:pt x="27033" y="-23163"/>
                </a:lnTo>
                <a:lnTo>
                  <a:pt x="24771" y="-20264"/>
                </a:lnTo>
                <a:lnTo>
                  <a:pt x="22509" y="-17379"/>
                </a:lnTo>
                <a:lnTo>
                  <a:pt x="20247" y="-11581"/>
                </a:lnTo>
                <a:lnTo>
                  <a:pt x="20247" y="5783"/>
                </a:lnTo>
                <a:lnTo>
                  <a:pt x="22509" y="5783"/>
                </a:lnTo>
                <a:lnTo>
                  <a:pt x="20247" y="8682"/>
                </a:lnTo>
                <a:lnTo>
                  <a:pt x="17984" y="8682"/>
                </a:lnTo>
                <a:lnTo>
                  <a:pt x="15722" y="14466"/>
                </a:lnTo>
                <a:lnTo>
                  <a:pt x="15722" y="11581"/>
                </a:lnTo>
                <a:lnTo>
                  <a:pt x="13460" y="8682"/>
                </a:lnTo>
                <a:lnTo>
                  <a:pt x="11198" y="5783"/>
                </a:lnTo>
                <a:lnTo>
                  <a:pt x="8935" y="5783"/>
                </a:lnTo>
                <a:lnTo>
                  <a:pt x="8935" y="2899"/>
                </a:lnTo>
                <a:lnTo>
                  <a:pt x="4524" y="2899"/>
                </a:lnTo>
                <a:lnTo>
                  <a:pt x="2262" y="5783"/>
                </a:lnTo>
                <a:lnTo>
                  <a:pt x="0" y="8682"/>
                </a:lnTo>
                <a:lnTo>
                  <a:pt x="0" y="23163"/>
                </a:lnTo>
                <a:lnTo>
                  <a:pt x="2262" y="26047"/>
                </a:lnTo>
                <a:lnTo>
                  <a:pt x="59044" y="26047"/>
                </a:lnTo>
                <a:lnTo>
                  <a:pt x="47733" y="20264"/>
                </a:lnTo>
                <a:lnTo>
                  <a:pt x="45471" y="17365"/>
                </a:lnTo>
                <a:lnTo>
                  <a:pt x="40946" y="17365"/>
                </a:lnTo>
                <a:lnTo>
                  <a:pt x="38684" y="14466"/>
                </a:lnTo>
                <a:lnTo>
                  <a:pt x="33820" y="14466"/>
                </a:lnTo>
                <a:lnTo>
                  <a:pt x="36082" y="11581"/>
                </a:lnTo>
                <a:lnTo>
                  <a:pt x="33820" y="11581"/>
                </a:lnTo>
                <a:lnTo>
                  <a:pt x="33820" y="8682"/>
                </a:lnTo>
                <a:lnTo>
                  <a:pt x="43209" y="8682"/>
                </a:lnTo>
                <a:lnTo>
                  <a:pt x="43209" y="0"/>
                </a:lnTo>
                <a:lnTo>
                  <a:pt x="45471" y="0"/>
                </a:lnTo>
                <a:lnTo>
                  <a:pt x="45471" y="-2899"/>
                </a:lnTo>
                <a:lnTo>
                  <a:pt x="43209" y="-5798"/>
                </a:lnTo>
                <a:lnTo>
                  <a:pt x="43209" y="-8682"/>
                </a:lnTo>
                <a:lnTo>
                  <a:pt x="45471" y="-8682"/>
                </a:lnTo>
                <a:lnTo>
                  <a:pt x="43209" y="-11581"/>
                </a:lnTo>
                <a:lnTo>
                  <a:pt x="43209" y="-202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9" name="object 79"/>
          <p:cNvSpPr/>
          <p:nvPr/>
        </p:nvSpPr>
        <p:spPr>
          <a:xfrm>
            <a:off x="3630126" y="3436518"/>
            <a:ext cx="76803" cy="49210"/>
          </a:xfrm>
          <a:custGeom>
            <a:avLst/>
            <a:gdLst/>
            <a:ahLst/>
            <a:cxnLst/>
            <a:rect l="l" t="t" r="r" b="b"/>
            <a:pathLst>
              <a:path w="76803" h="49210">
                <a:moveTo>
                  <a:pt x="33933" y="2899"/>
                </a:moveTo>
                <a:lnTo>
                  <a:pt x="27147" y="2899"/>
                </a:lnTo>
                <a:lnTo>
                  <a:pt x="22622" y="5783"/>
                </a:lnTo>
                <a:lnTo>
                  <a:pt x="20360" y="8682"/>
                </a:lnTo>
                <a:lnTo>
                  <a:pt x="15835" y="8682"/>
                </a:lnTo>
                <a:lnTo>
                  <a:pt x="13573" y="11581"/>
                </a:lnTo>
                <a:lnTo>
                  <a:pt x="11311" y="14480"/>
                </a:lnTo>
                <a:lnTo>
                  <a:pt x="9049" y="20264"/>
                </a:lnTo>
                <a:lnTo>
                  <a:pt x="6786" y="23163"/>
                </a:lnTo>
                <a:lnTo>
                  <a:pt x="4524" y="26047"/>
                </a:lnTo>
                <a:lnTo>
                  <a:pt x="2262" y="31845"/>
                </a:lnTo>
                <a:lnTo>
                  <a:pt x="2262" y="34744"/>
                </a:lnTo>
                <a:lnTo>
                  <a:pt x="0" y="40528"/>
                </a:lnTo>
                <a:lnTo>
                  <a:pt x="0" y="49210"/>
                </a:lnTo>
                <a:lnTo>
                  <a:pt x="76803" y="49210"/>
                </a:lnTo>
                <a:lnTo>
                  <a:pt x="74541" y="46311"/>
                </a:lnTo>
                <a:lnTo>
                  <a:pt x="74541" y="34744"/>
                </a:lnTo>
                <a:lnTo>
                  <a:pt x="72279" y="31845"/>
                </a:lnTo>
                <a:lnTo>
                  <a:pt x="72279" y="26047"/>
                </a:lnTo>
                <a:lnTo>
                  <a:pt x="70016" y="23163"/>
                </a:lnTo>
                <a:lnTo>
                  <a:pt x="67754" y="20264"/>
                </a:lnTo>
                <a:lnTo>
                  <a:pt x="65492" y="14480"/>
                </a:lnTo>
                <a:lnTo>
                  <a:pt x="60967" y="11581"/>
                </a:lnTo>
                <a:lnTo>
                  <a:pt x="58705" y="8682"/>
                </a:lnTo>
                <a:lnTo>
                  <a:pt x="56443" y="8682"/>
                </a:lnTo>
                <a:lnTo>
                  <a:pt x="51918" y="5783"/>
                </a:lnTo>
                <a:lnTo>
                  <a:pt x="49656" y="2899"/>
                </a:lnTo>
                <a:lnTo>
                  <a:pt x="40607" y="2899"/>
                </a:lnTo>
                <a:lnTo>
                  <a:pt x="38458" y="0"/>
                </a:lnTo>
                <a:lnTo>
                  <a:pt x="33933" y="28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0" name="object 80"/>
          <p:cNvSpPr/>
          <p:nvPr/>
        </p:nvSpPr>
        <p:spPr>
          <a:xfrm>
            <a:off x="3365442" y="3436518"/>
            <a:ext cx="76803" cy="49210"/>
          </a:xfrm>
          <a:custGeom>
            <a:avLst/>
            <a:gdLst/>
            <a:ahLst/>
            <a:cxnLst/>
            <a:rect l="l" t="t" r="r" b="b"/>
            <a:pathLst>
              <a:path w="76803" h="49210">
                <a:moveTo>
                  <a:pt x="76803" y="46311"/>
                </a:moveTo>
                <a:lnTo>
                  <a:pt x="76803" y="40528"/>
                </a:lnTo>
                <a:lnTo>
                  <a:pt x="74541" y="34744"/>
                </a:lnTo>
                <a:lnTo>
                  <a:pt x="74541" y="31845"/>
                </a:lnTo>
                <a:lnTo>
                  <a:pt x="72279" y="26047"/>
                </a:lnTo>
                <a:lnTo>
                  <a:pt x="70016" y="23163"/>
                </a:lnTo>
                <a:lnTo>
                  <a:pt x="67754" y="20264"/>
                </a:lnTo>
                <a:lnTo>
                  <a:pt x="65492" y="14480"/>
                </a:lnTo>
                <a:lnTo>
                  <a:pt x="63230" y="11581"/>
                </a:lnTo>
                <a:lnTo>
                  <a:pt x="60967" y="8682"/>
                </a:lnTo>
                <a:lnTo>
                  <a:pt x="56443" y="8682"/>
                </a:lnTo>
                <a:lnTo>
                  <a:pt x="54181" y="5783"/>
                </a:lnTo>
                <a:lnTo>
                  <a:pt x="49656" y="2899"/>
                </a:lnTo>
                <a:lnTo>
                  <a:pt x="42869" y="2899"/>
                </a:lnTo>
                <a:lnTo>
                  <a:pt x="38345" y="0"/>
                </a:lnTo>
                <a:lnTo>
                  <a:pt x="36082" y="2899"/>
                </a:lnTo>
                <a:lnTo>
                  <a:pt x="27033" y="2899"/>
                </a:lnTo>
                <a:lnTo>
                  <a:pt x="24771" y="5783"/>
                </a:lnTo>
                <a:lnTo>
                  <a:pt x="20247" y="8682"/>
                </a:lnTo>
                <a:lnTo>
                  <a:pt x="17984" y="8682"/>
                </a:lnTo>
                <a:lnTo>
                  <a:pt x="15835" y="11581"/>
                </a:lnTo>
                <a:lnTo>
                  <a:pt x="11311" y="14480"/>
                </a:lnTo>
                <a:lnTo>
                  <a:pt x="9049" y="20264"/>
                </a:lnTo>
                <a:lnTo>
                  <a:pt x="6786" y="23163"/>
                </a:lnTo>
                <a:lnTo>
                  <a:pt x="4524" y="26047"/>
                </a:lnTo>
                <a:lnTo>
                  <a:pt x="4524" y="31845"/>
                </a:lnTo>
                <a:lnTo>
                  <a:pt x="2262" y="34744"/>
                </a:lnTo>
                <a:lnTo>
                  <a:pt x="2262" y="46311"/>
                </a:lnTo>
                <a:lnTo>
                  <a:pt x="0" y="49210"/>
                </a:lnTo>
                <a:lnTo>
                  <a:pt x="76803" y="49210"/>
                </a:lnTo>
                <a:lnTo>
                  <a:pt x="76803" y="4631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1" name="object 81"/>
          <p:cNvSpPr/>
          <p:nvPr/>
        </p:nvSpPr>
        <p:spPr>
          <a:xfrm>
            <a:off x="3372229" y="3445200"/>
            <a:ext cx="65492" cy="83955"/>
          </a:xfrm>
          <a:custGeom>
            <a:avLst/>
            <a:gdLst/>
            <a:ahLst/>
            <a:cxnLst/>
            <a:rect l="l" t="t" r="r" b="b"/>
            <a:pathLst>
              <a:path w="65492" h="83955">
                <a:moveTo>
                  <a:pt x="2262" y="20264"/>
                </a:moveTo>
                <a:lnTo>
                  <a:pt x="2262" y="26062"/>
                </a:lnTo>
                <a:lnTo>
                  <a:pt x="0" y="28946"/>
                </a:lnTo>
                <a:lnTo>
                  <a:pt x="0" y="55008"/>
                </a:lnTo>
                <a:lnTo>
                  <a:pt x="2262" y="57893"/>
                </a:lnTo>
                <a:lnTo>
                  <a:pt x="2262" y="60792"/>
                </a:lnTo>
                <a:lnTo>
                  <a:pt x="4524" y="66590"/>
                </a:lnTo>
                <a:lnTo>
                  <a:pt x="6786" y="69474"/>
                </a:lnTo>
                <a:lnTo>
                  <a:pt x="9049" y="72373"/>
                </a:lnTo>
                <a:lnTo>
                  <a:pt x="11198" y="75272"/>
                </a:lnTo>
                <a:lnTo>
                  <a:pt x="13460" y="78171"/>
                </a:lnTo>
                <a:lnTo>
                  <a:pt x="15722" y="78171"/>
                </a:lnTo>
                <a:lnTo>
                  <a:pt x="20247" y="81056"/>
                </a:lnTo>
                <a:lnTo>
                  <a:pt x="22509" y="81056"/>
                </a:lnTo>
                <a:lnTo>
                  <a:pt x="24771" y="83955"/>
                </a:lnTo>
                <a:lnTo>
                  <a:pt x="38345" y="83955"/>
                </a:lnTo>
                <a:lnTo>
                  <a:pt x="42869" y="81056"/>
                </a:lnTo>
                <a:lnTo>
                  <a:pt x="45132" y="81056"/>
                </a:lnTo>
                <a:lnTo>
                  <a:pt x="47394" y="78171"/>
                </a:lnTo>
                <a:lnTo>
                  <a:pt x="49656" y="78171"/>
                </a:lnTo>
                <a:lnTo>
                  <a:pt x="51918" y="75272"/>
                </a:lnTo>
                <a:lnTo>
                  <a:pt x="56443" y="72373"/>
                </a:lnTo>
                <a:lnTo>
                  <a:pt x="56443" y="69474"/>
                </a:lnTo>
                <a:lnTo>
                  <a:pt x="58705" y="66590"/>
                </a:lnTo>
                <a:lnTo>
                  <a:pt x="60967" y="60792"/>
                </a:lnTo>
                <a:lnTo>
                  <a:pt x="63230" y="57893"/>
                </a:lnTo>
                <a:lnTo>
                  <a:pt x="63230" y="55008"/>
                </a:lnTo>
                <a:lnTo>
                  <a:pt x="65492" y="49210"/>
                </a:lnTo>
                <a:lnTo>
                  <a:pt x="65492" y="31845"/>
                </a:lnTo>
                <a:lnTo>
                  <a:pt x="63230" y="28946"/>
                </a:lnTo>
                <a:lnTo>
                  <a:pt x="63230" y="26062"/>
                </a:lnTo>
                <a:lnTo>
                  <a:pt x="60967" y="20264"/>
                </a:lnTo>
                <a:lnTo>
                  <a:pt x="58705" y="17365"/>
                </a:lnTo>
                <a:lnTo>
                  <a:pt x="56443" y="14480"/>
                </a:lnTo>
                <a:lnTo>
                  <a:pt x="56443" y="11581"/>
                </a:lnTo>
                <a:lnTo>
                  <a:pt x="51918" y="8682"/>
                </a:lnTo>
                <a:lnTo>
                  <a:pt x="49656" y="5798"/>
                </a:lnTo>
                <a:lnTo>
                  <a:pt x="47394" y="5798"/>
                </a:lnTo>
                <a:lnTo>
                  <a:pt x="45132" y="2899"/>
                </a:lnTo>
                <a:lnTo>
                  <a:pt x="42869" y="0"/>
                </a:lnTo>
                <a:lnTo>
                  <a:pt x="22509" y="0"/>
                </a:lnTo>
                <a:lnTo>
                  <a:pt x="20247" y="2899"/>
                </a:lnTo>
                <a:lnTo>
                  <a:pt x="15722" y="5798"/>
                </a:lnTo>
                <a:lnTo>
                  <a:pt x="13460" y="5798"/>
                </a:lnTo>
                <a:lnTo>
                  <a:pt x="11198" y="8682"/>
                </a:lnTo>
                <a:lnTo>
                  <a:pt x="9049" y="11581"/>
                </a:lnTo>
                <a:lnTo>
                  <a:pt x="6786" y="14480"/>
                </a:lnTo>
                <a:lnTo>
                  <a:pt x="4524" y="17365"/>
                </a:lnTo>
                <a:lnTo>
                  <a:pt x="2262" y="202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2" name="object 82"/>
          <p:cNvSpPr/>
          <p:nvPr/>
        </p:nvSpPr>
        <p:spPr>
          <a:xfrm>
            <a:off x="3634650" y="3445200"/>
            <a:ext cx="65492" cy="83955"/>
          </a:xfrm>
          <a:custGeom>
            <a:avLst/>
            <a:gdLst/>
            <a:ahLst/>
            <a:cxnLst/>
            <a:rect l="l" t="t" r="r" b="b"/>
            <a:pathLst>
              <a:path w="65492" h="83955">
                <a:moveTo>
                  <a:pt x="11311" y="8682"/>
                </a:moveTo>
                <a:lnTo>
                  <a:pt x="9049" y="11581"/>
                </a:lnTo>
                <a:lnTo>
                  <a:pt x="9049" y="14480"/>
                </a:lnTo>
                <a:lnTo>
                  <a:pt x="6786" y="17365"/>
                </a:lnTo>
                <a:lnTo>
                  <a:pt x="4524" y="20264"/>
                </a:lnTo>
                <a:lnTo>
                  <a:pt x="2262" y="26062"/>
                </a:lnTo>
                <a:lnTo>
                  <a:pt x="2262" y="28946"/>
                </a:lnTo>
                <a:lnTo>
                  <a:pt x="0" y="31845"/>
                </a:lnTo>
                <a:lnTo>
                  <a:pt x="0" y="49210"/>
                </a:lnTo>
                <a:lnTo>
                  <a:pt x="2262" y="55008"/>
                </a:lnTo>
                <a:lnTo>
                  <a:pt x="2262" y="57893"/>
                </a:lnTo>
                <a:lnTo>
                  <a:pt x="4524" y="60792"/>
                </a:lnTo>
                <a:lnTo>
                  <a:pt x="6786" y="66590"/>
                </a:lnTo>
                <a:lnTo>
                  <a:pt x="9049" y="69474"/>
                </a:lnTo>
                <a:lnTo>
                  <a:pt x="9049" y="72373"/>
                </a:lnTo>
                <a:lnTo>
                  <a:pt x="11311" y="75272"/>
                </a:lnTo>
                <a:lnTo>
                  <a:pt x="15835" y="78171"/>
                </a:lnTo>
                <a:lnTo>
                  <a:pt x="18098" y="78171"/>
                </a:lnTo>
                <a:lnTo>
                  <a:pt x="20360" y="81056"/>
                </a:lnTo>
                <a:lnTo>
                  <a:pt x="22622" y="81056"/>
                </a:lnTo>
                <a:lnTo>
                  <a:pt x="27147" y="83955"/>
                </a:lnTo>
                <a:lnTo>
                  <a:pt x="40607" y="83955"/>
                </a:lnTo>
                <a:lnTo>
                  <a:pt x="42869" y="81056"/>
                </a:lnTo>
                <a:lnTo>
                  <a:pt x="45132" y="81056"/>
                </a:lnTo>
                <a:lnTo>
                  <a:pt x="49656" y="78171"/>
                </a:lnTo>
                <a:lnTo>
                  <a:pt x="51918" y="78171"/>
                </a:lnTo>
                <a:lnTo>
                  <a:pt x="54181" y="75272"/>
                </a:lnTo>
                <a:lnTo>
                  <a:pt x="56443" y="72373"/>
                </a:lnTo>
                <a:lnTo>
                  <a:pt x="58705" y="69474"/>
                </a:lnTo>
                <a:lnTo>
                  <a:pt x="60967" y="66590"/>
                </a:lnTo>
                <a:lnTo>
                  <a:pt x="63230" y="60792"/>
                </a:lnTo>
                <a:lnTo>
                  <a:pt x="63230" y="57893"/>
                </a:lnTo>
                <a:lnTo>
                  <a:pt x="65492" y="55008"/>
                </a:lnTo>
                <a:lnTo>
                  <a:pt x="65492" y="28946"/>
                </a:lnTo>
                <a:lnTo>
                  <a:pt x="63230" y="26062"/>
                </a:lnTo>
                <a:lnTo>
                  <a:pt x="63230" y="20264"/>
                </a:lnTo>
                <a:lnTo>
                  <a:pt x="60967" y="17365"/>
                </a:lnTo>
                <a:lnTo>
                  <a:pt x="58705" y="14480"/>
                </a:lnTo>
                <a:lnTo>
                  <a:pt x="56443" y="11581"/>
                </a:lnTo>
                <a:lnTo>
                  <a:pt x="54181" y="8682"/>
                </a:lnTo>
                <a:lnTo>
                  <a:pt x="51918" y="5798"/>
                </a:lnTo>
                <a:lnTo>
                  <a:pt x="49656" y="5798"/>
                </a:lnTo>
                <a:lnTo>
                  <a:pt x="45132" y="2899"/>
                </a:lnTo>
                <a:lnTo>
                  <a:pt x="42869" y="0"/>
                </a:lnTo>
                <a:lnTo>
                  <a:pt x="22622" y="0"/>
                </a:lnTo>
                <a:lnTo>
                  <a:pt x="20360" y="2899"/>
                </a:lnTo>
                <a:lnTo>
                  <a:pt x="18098" y="5798"/>
                </a:lnTo>
                <a:lnTo>
                  <a:pt x="15835" y="5798"/>
                </a:lnTo>
                <a:lnTo>
                  <a:pt x="11311" y="868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3" name="object 83"/>
          <p:cNvSpPr/>
          <p:nvPr/>
        </p:nvSpPr>
        <p:spPr>
          <a:xfrm>
            <a:off x="3383427" y="3459681"/>
            <a:ext cx="42982" cy="54994"/>
          </a:xfrm>
          <a:custGeom>
            <a:avLst/>
            <a:gdLst/>
            <a:ahLst/>
            <a:cxnLst/>
            <a:rect l="l" t="t" r="r" b="b"/>
            <a:pathLst>
              <a:path w="42982" h="54994">
                <a:moveTo>
                  <a:pt x="42982" y="26047"/>
                </a:moveTo>
                <a:lnTo>
                  <a:pt x="42982" y="20264"/>
                </a:lnTo>
                <a:lnTo>
                  <a:pt x="40720" y="17365"/>
                </a:lnTo>
                <a:lnTo>
                  <a:pt x="38458" y="11581"/>
                </a:lnTo>
                <a:lnTo>
                  <a:pt x="36196" y="5783"/>
                </a:lnTo>
                <a:lnTo>
                  <a:pt x="33933" y="2884"/>
                </a:lnTo>
                <a:lnTo>
                  <a:pt x="29409" y="0"/>
                </a:lnTo>
                <a:lnTo>
                  <a:pt x="11311" y="0"/>
                </a:lnTo>
                <a:lnTo>
                  <a:pt x="9049" y="2884"/>
                </a:lnTo>
                <a:lnTo>
                  <a:pt x="4524" y="5783"/>
                </a:lnTo>
                <a:lnTo>
                  <a:pt x="2262" y="11581"/>
                </a:lnTo>
                <a:lnTo>
                  <a:pt x="0" y="17365"/>
                </a:lnTo>
                <a:lnTo>
                  <a:pt x="0" y="37629"/>
                </a:lnTo>
                <a:lnTo>
                  <a:pt x="2262" y="43412"/>
                </a:lnTo>
                <a:lnTo>
                  <a:pt x="4524" y="46311"/>
                </a:lnTo>
                <a:lnTo>
                  <a:pt x="9049" y="52109"/>
                </a:lnTo>
                <a:lnTo>
                  <a:pt x="11311" y="52109"/>
                </a:lnTo>
                <a:lnTo>
                  <a:pt x="15835" y="54994"/>
                </a:lnTo>
                <a:lnTo>
                  <a:pt x="24884" y="54994"/>
                </a:lnTo>
                <a:lnTo>
                  <a:pt x="29409" y="52109"/>
                </a:lnTo>
                <a:lnTo>
                  <a:pt x="33933" y="52109"/>
                </a:lnTo>
                <a:lnTo>
                  <a:pt x="36196" y="46311"/>
                </a:lnTo>
                <a:lnTo>
                  <a:pt x="38458" y="43412"/>
                </a:lnTo>
                <a:lnTo>
                  <a:pt x="40720" y="37629"/>
                </a:lnTo>
                <a:lnTo>
                  <a:pt x="42982" y="31845"/>
                </a:lnTo>
                <a:lnTo>
                  <a:pt x="42982" y="2604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4" name="object 84"/>
          <p:cNvSpPr/>
          <p:nvPr/>
        </p:nvSpPr>
        <p:spPr>
          <a:xfrm>
            <a:off x="3645962" y="3459681"/>
            <a:ext cx="42869" cy="54994"/>
          </a:xfrm>
          <a:custGeom>
            <a:avLst/>
            <a:gdLst/>
            <a:ahLst/>
            <a:cxnLst/>
            <a:rect l="l" t="t" r="r" b="b"/>
            <a:pathLst>
              <a:path w="42869" h="54994">
                <a:moveTo>
                  <a:pt x="2262" y="37629"/>
                </a:moveTo>
                <a:lnTo>
                  <a:pt x="4524" y="43412"/>
                </a:lnTo>
                <a:lnTo>
                  <a:pt x="6786" y="46311"/>
                </a:lnTo>
                <a:lnTo>
                  <a:pt x="9049" y="52109"/>
                </a:lnTo>
                <a:lnTo>
                  <a:pt x="13573" y="52109"/>
                </a:lnTo>
                <a:lnTo>
                  <a:pt x="18098" y="54994"/>
                </a:lnTo>
                <a:lnTo>
                  <a:pt x="27033" y="54994"/>
                </a:lnTo>
                <a:lnTo>
                  <a:pt x="29296" y="52109"/>
                </a:lnTo>
                <a:lnTo>
                  <a:pt x="33820" y="52109"/>
                </a:lnTo>
                <a:lnTo>
                  <a:pt x="38345" y="46311"/>
                </a:lnTo>
                <a:lnTo>
                  <a:pt x="40607" y="43412"/>
                </a:lnTo>
                <a:lnTo>
                  <a:pt x="42869" y="37629"/>
                </a:lnTo>
                <a:lnTo>
                  <a:pt x="42869" y="17365"/>
                </a:lnTo>
                <a:lnTo>
                  <a:pt x="40607" y="11581"/>
                </a:lnTo>
                <a:lnTo>
                  <a:pt x="38345" y="5783"/>
                </a:lnTo>
                <a:lnTo>
                  <a:pt x="33820" y="2884"/>
                </a:lnTo>
                <a:lnTo>
                  <a:pt x="29296" y="0"/>
                </a:lnTo>
                <a:lnTo>
                  <a:pt x="13573" y="0"/>
                </a:lnTo>
                <a:lnTo>
                  <a:pt x="9049" y="2884"/>
                </a:lnTo>
                <a:lnTo>
                  <a:pt x="6786" y="5783"/>
                </a:lnTo>
                <a:lnTo>
                  <a:pt x="4524" y="11581"/>
                </a:lnTo>
                <a:lnTo>
                  <a:pt x="2262" y="17365"/>
                </a:lnTo>
                <a:lnTo>
                  <a:pt x="0" y="20264"/>
                </a:lnTo>
                <a:lnTo>
                  <a:pt x="0" y="31845"/>
                </a:lnTo>
                <a:lnTo>
                  <a:pt x="2262" y="3762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5" name="object 85"/>
          <p:cNvSpPr/>
          <p:nvPr/>
        </p:nvSpPr>
        <p:spPr>
          <a:xfrm>
            <a:off x="3387951" y="3465464"/>
            <a:ext cx="33933" cy="43427"/>
          </a:xfrm>
          <a:custGeom>
            <a:avLst/>
            <a:gdLst/>
            <a:ahLst/>
            <a:cxnLst/>
            <a:rect l="l" t="t" r="r" b="b"/>
            <a:pathLst>
              <a:path w="33933" h="43427">
                <a:moveTo>
                  <a:pt x="2262" y="28946"/>
                </a:moveTo>
                <a:lnTo>
                  <a:pt x="2262" y="34744"/>
                </a:lnTo>
                <a:lnTo>
                  <a:pt x="4524" y="37629"/>
                </a:lnTo>
                <a:lnTo>
                  <a:pt x="6786" y="37629"/>
                </a:lnTo>
                <a:lnTo>
                  <a:pt x="9049" y="40528"/>
                </a:lnTo>
                <a:lnTo>
                  <a:pt x="13573" y="43427"/>
                </a:lnTo>
                <a:lnTo>
                  <a:pt x="20360" y="43427"/>
                </a:lnTo>
                <a:lnTo>
                  <a:pt x="22622" y="40528"/>
                </a:lnTo>
                <a:lnTo>
                  <a:pt x="24884" y="37629"/>
                </a:lnTo>
                <a:lnTo>
                  <a:pt x="27147" y="37629"/>
                </a:lnTo>
                <a:lnTo>
                  <a:pt x="29409" y="34744"/>
                </a:lnTo>
                <a:lnTo>
                  <a:pt x="31671" y="28946"/>
                </a:lnTo>
                <a:lnTo>
                  <a:pt x="31671" y="26062"/>
                </a:lnTo>
                <a:lnTo>
                  <a:pt x="33933" y="20264"/>
                </a:lnTo>
                <a:lnTo>
                  <a:pt x="31671" y="17365"/>
                </a:lnTo>
                <a:lnTo>
                  <a:pt x="31671" y="14480"/>
                </a:lnTo>
                <a:lnTo>
                  <a:pt x="29409" y="8682"/>
                </a:lnTo>
                <a:lnTo>
                  <a:pt x="27147" y="5798"/>
                </a:lnTo>
                <a:lnTo>
                  <a:pt x="24884" y="2899"/>
                </a:lnTo>
                <a:lnTo>
                  <a:pt x="22622" y="2899"/>
                </a:lnTo>
                <a:lnTo>
                  <a:pt x="20360" y="0"/>
                </a:lnTo>
                <a:lnTo>
                  <a:pt x="13573" y="0"/>
                </a:lnTo>
                <a:lnTo>
                  <a:pt x="9049" y="2899"/>
                </a:lnTo>
                <a:lnTo>
                  <a:pt x="6786" y="2899"/>
                </a:lnTo>
                <a:lnTo>
                  <a:pt x="4524" y="5798"/>
                </a:lnTo>
                <a:lnTo>
                  <a:pt x="2262" y="8682"/>
                </a:lnTo>
                <a:lnTo>
                  <a:pt x="2262" y="14480"/>
                </a:lnTo>
                <a:lnTo>
                  <a:pt x="0" y="17365"/>
                </a:lnTo>
                <a:lnTo>
                  <a:pt x="0" y="26062"/>
                </a:lnTo>
                <a:lnTo>
                  <a:pt x="2262" y="2894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6" name="object 86"/>
          <p:cNvSpPr/>
          <p:nvPr/>
        </p:nvSpPr>
        <p:spPr>
          <a:xfrm>
            <a:off x="3650486" y="3465464"/>
            <a:ext cx="33820" cy="43427"/>
          </a:xfrm>
          <a:custGeom>
            <a:avLst/>
            <a:gdLst/>
            <a:ahLst/>
            <a:cxnLst/>
            <a:rect l="l" t="t" r="r" b="b"/>
            <a:pathLst>
              <a:path w="33820" h="43427">
                <a:moveTo>
                  <a:pt x="4524" y="8682"/>
                </a:moveTo>
                <a:lnTo>
                  <a:pt x="2262" y="14480"/>
                </a:lnTo>
                <a:lnTo>
                  <a:pt x="2262" y="17365"/>
                </a:lnTo>
                <a:lnTo>
                  <a:pt x="0" y="20264"/>
                </a:lnTo>
                <a:lnTo>
                  <a:pt x="2262" y="26062"/>
                </a:lnTo>
                <a:lnTo>
                  <a:pt x="2262" y="28946"/>
                </a:lnTo>
                <a:lnTo>
                  <a:pt x="4524" y="34744"/>
                </a:lnTo>
                <a:lnTo>
                  <a:pt x="6786" y="37629"/>
                </a:lnTo>
                <a:lnTo>
                  <a:pt x="9049" y="37629"/>
                </a:lnTo>
                <a:lnTo>
                  <a:pt x="11311" y="40528"/>
                </a:lnTo>
                <a:lnTo>
                  <a:pt x="13573" y="43427"/>
                </a:lnTo>
                <a:lnTo>
                  <a:pt x="20247" y="43427"/>
                </a:lnTo>
                <a:lnTo>
                  <a:pt x="22509" y="40528"/>
                </a:lnTo>
                <a:lnTo>
                  <a:pt x="27033" y="37629"/>
                </a:lnTo>
                <a:lnTo>
                  <a:pt x="29296" y="37629"/>
                </a:lnTo>
                <a:lnTo>
                  <a:pt x="31558" y="34744"/>
                </a:lnTo>
                <a:lnTo>
                  <a:pt x="31558" y="28946"/>
                </a:lnTo>
                <a:lnTo>
                  <a:pt x="33820" y="26062"/>
                </a:lnTo>
                <a:lnTo>
                  <a:pt x="33820" y="17365"/>
                </a:lnTo>
                <a:lnTo>
                  <a:pt x="31558" y="14480"/>
                </a:lnTo>
                <a:lnTo>
                  <a:pt x="31558" y="8682"/>
                </a:lnTo>
                <a:lnTo>
                  <a:pt x="29296" y="5798"/>
                </a:lnTo>
                <a:lnTo>
                  <a:pt x="27033" y="2899"/>
                </a:lnTo>
                <a:lnTo>
                  <a:pt x="22509" y="2899"/>
                </a:lnTo>
                <a:lnTo>
                  <a:pt x="20247" y="0"/>
                </a:lnTo>
                <a:lnTo>
                  <a:pt x="13573" y="0"/>
                </a:lnTo>
                <a:lnTo>
                  <a:pt x="11311" y="2899"/>
                </a:lnTo>
                <a:lnTo>
                  <a:pt x="9049" y="2899"/>
                </a:lnTo>
                <a:lnTo>
                  <a:pt x="6786" y="5798"/>
                </a:lnTo>
                <a:lnTo>
                  <a:pt x="4524" y="868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7" name="object 87"/>
          <p:cNvSpPr/>
          <p:nvPr/>
        </p:nvSpPr>
        <p:spPr>
          <a:xfrm>
            <a:off x="3442245" y="3495868"/>
            <a:ext cx="187880" cy="0"/>
          </a:xfrm>
          <a:custGeom>
            <a:avLst/>
            <a:gdLst/>
            <a:ahLst/>
            <a:cxnLst/>
            <a:rect l="l" t="t" r="r" b="b"/>
            <a:pathLst>
              <a:path w="187880" h="0">
                <a:moveTo>
                  <a:pt x="0" y="0"/>
                </a:moveTo>
                <a:lnTo>
                  <a:pt x="187880" y="0"/>
                </a:lnTo>
              </a:path>
            </a:pathLst>
          </a:custGeom>
          <a:ln w="995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8" name="object 88"/>
          <p:cNvSpPr/>
          <p:nvPr/>
        </p:nvSpPr>
        <p:spPr>
          <a:xfrm>
            <a:off x="3333770" y="3323616"/>
            <a:ext cx="407093" cy="162112"/>
          </a:xfrm>
          <a:custGeom>
            <a:avLst/>
            <a:gdLst/>
            <a:ahLst/>
            <a:cxnLst/>
            <a:rect l="l" t="t" r="r" b="b"/>
            <a:pathLst>
              <a:path w="407093" h="162112">
                <a:moveTo>
                  <a:pt x="173967" y="0"/>
                </a:moveTo>
                <a:lnTo>
                  <a:pt x="155982" y="0"/>
                </a:lnTo>
                <a:lnTo>
                  <a:pt x="155982" y="69474"/>
                </a:lnTo>
                <a:lnTo>
                  <a:pt x="160507" y="162112"/>
                </a:lnTo>
                <a:lnTo>
                  <a:pt x="228487" y="162112"/>
                </a:lnTo>
                <a:lnTo>
                  <a:pt x="228487" y="69474"/>
                </a:lnTo>
                <a:lnTo>
                  <a:pt x="233012" y="69474"/>
                </a:lnTo>
                <a:lnTo>
                  <a:pt x="226225" y="26047"/>
                </a:lnTo>
                <a:lnTo>
                  <a:pt x="226225" y="69474"/>
                </a:lnTo>
                <a:lnTo>
                  <a:pt x="158244" y="69474"/>
                </a:lnTo>
                <a:lnTo>
                  <a:pt x="155982" y="14480"/>
                </a:lnTo>
                <a:lnTo>
                  <a:pt x="176229" y="14480"/>
                </a:lnTo>
                <a:lnTo>
                  <a:pt x="180754" y="0"/>
                </a:lnTo>
                <a:lnTo>
                  <a:pt x="173967" y="0"/>
                </a:lnTo>
                <a:close/>
              </a:path>
              <a:path w="407093" h="162112">
                <a:moveTo>
                  <a:pt x="11311" y="162112"/>
                </a:moveTo>
                <a:lnTo>
                  <a:pt x="31671" y="162112"/>
                </a:lnTo>
                <a:lnTo>
                  <a:pt x="33933" y="159213"/>
                </a:lnTo>
                <a:lnTo>
                  <a:pt x="33933" y="147646"/>
                </a:lnTo>
                <a:lnTo>
                  <a:pt x="36196" y="144747"/>
                </a:lnTo>
                <a:lnTo>
                  <a:pt x="36196" y="138949"/>
                </a:lnTo>
                <a:lnTo>
                  <a:pt x="38458" y="136064"/>
                </a:lnTo>
                <a:lnTo>
                  <a:pt x="40720" y="133165"/>
                </a:lnTo>
                <a:lnTo>
                  <a:pt x="42982" y="127382"/>
                </a:lnTo>
                <a:lnTo>
                  <a:pt x="47507" y="124483"/>
                </a:lnTo>
                <a:lnTo>
                  <a:pt x="49656" y="121584"/>
                </a:lnTo>
                <a:lnTo>
                  <a:pt x="51918" y="121584"/>
                </a:lnTo>
                <a:lnTo>
                  <a:pt x="56443" y="118685"/>
                </a:lnTo>
                <a:lnTo>
                  <a:pt x="58705" y="115800"/>
                </a:lnTo>
                <a:lnTo>
                  <a:pt x="63230" y="115800"/>
                </a:lnTo>
                <a:lnTo>
                  <a:pt x="58705" y="69474"/>
                </a:lnTo>
                <a:lnTo>
                  <a:pt x="94901" y="14480"/>
                </a:lnTo>
                <a:lnTo>
                  <a:pt x="103950" y="14480"/>
                </a:lnTo>
                <a:lnTo>
                  <a:pt x="101688" y="0"/>
                </a:lnTo>
                <a:lnTo>
                  <a:pt x="76803" y="0"/>
                </a:lnTo>
                <a:lnTo>
                  <a:pt x="74541" y="2899"/>
                </a:lnTo>
                <a:lnTo>
                  <a:pt x="72279" y="2899"/>
                </a:lnTo>
                <a:lnTo>
                  <a:pt x="72279" y="5783"/>
                </a:lnTo>
                <a:lnTo>
                  <a:pt x="70016" y="5783"/>
                </a:lnTo>
                <a:lnTo>
                  <a:pt x="67754" y="8682"/>
                </a:lnTo>
                <a:lnTo>
                  <a:pt x="67754" y="11581"/>
                </a:lnTo>
                <a:lnTo>
                  <a:pt x="81328" y="11581"/>
                </a:lnTo>
                <a:lnTo>
                  <a:pt x="79065" y="14480"/>
                </a:lnTo>
                <a:lnTo>
                  <a:pt x="76803" y="17365"/>
                </a:lnTo>
                <a:lnTo>
                  <a:pt x="74541" y="20264"/>
                </a:lnTo>
                <a:lnTo>
                  <a:pt x="70016" y="23163"/>
                </a:lnTo>
                <a:lnTo>
                  <a:pt x="67754" y="28946"/>
                </a:lnTo>
                <a:lnTo>
                  <a:pt x="63230" y="31845"/>
                </a:lnTo>
                <a:lnTo>
                  <a:pt x="58705" y="37629"/>
                </a:lnTo>
                <a:lnTo>
                  <a:pt x="56443" y="40528"/>
                </a:lnTo>
                <a:lnTo>
                  <a:pt x="51918" y="46326"/>
                </a:lnTo>
                <a:lnTo>
                  <a:pt x="49656" y="49210"/>
                </a:lnTo>
                <a:lnTo>
                  <a:pt x="47507" y="52109"/>
                </a:lnTo>
                <a:lnTo>
                  <a:pt x="42982" y="57893"/>
                </a:lnTo>
                <a:lnTo>
                  <a:pt x="40720" y="60792"/>
                </a:lnTo>
                <a:lnTo>
                  <a:pt x="38458" y="60792"/>
                </a:lnTo>
                <a:lnTo>
                  <a:pt x="38458" y="63691"/>
                </a:lnTo>
                <a:lnTo>
                  <a:pt x="36196" y="63691"/>
                </a:lnTo>
                <a:lnTo>
                  <a:pt x="33933" y="66590"/>
                </a:lnTo>
                <a:lnTo>
                  <a:pt x="33933" y="69474"/>
                </a:lnTo>
                <a:lnTo>
                  <a:pt x="31671" y="72373"/>
                </a:lnTo>
                <a:lnTo>
                  <a:pt x="31671" y="75272"/>
                </a:lnTo>
                <a:lnTo>
                  <a:pt x="29409" y="78157"/>
                </a:lnTo>
                <a:lnTo>
                  <a:pt x="29409" y="86854"/>
                </a:lnTo>
                <a:lnTo>
                  <a:pt x="9049" y="86854"/>
                </a:lnTo>
                <a:lnTo>
                  <a:pt x="9049" y="118685"/>
                </a:lnTo>
                <a:lnTo>
                  <a:pt x="4524" y="118685"/>
                </a:lnTo>
                <a:lnTo>
                  <a:pt x="4524" y="121584"/>
                </a:lnTo>
                <a:lnTo>
                  <a:pt x="2262" y="121584"/>
                </a:lnTo>
                <a:lnTo>
                  <a:pt x="2262" y="124483"/>
                </a:lnTo>
                <a:lnTo>
                  <a:pt x="0" y="124483"/>
                </a:lnTo>
                <a:lnTo>
                  <a:pt x="0" y="159213"/>
                </a:lnTo>
                <a:lnTo>
                  <a:pt x="2262" y="159213"/>
                </a:lnTo>
                <a:lnTo>
                  <a:pt x="2262" y="162112"/>
                </a:lnTo>
                <a:lnTo>
                  <a:pt x="11311" y="162112"/>
                </a:lnTo>
                <a:close/>
              </a:path>
              <a:path w="407093" h="162112">
                <a:moveTo>
                  <a:pt x="291831" y="57893"/>
                </a:moveTo>
                <a:lnTo>
                  <a:pt x="271031" y="66084"/>
                </a:lnTo>
                <a:lnTo>
                  <a:pt x="271470" y="66590"/>
                </a:lnTo>
                <a:lnTo>
                  <a:pt x="262421" y="69474"/>
                </a:lnTo>
                <a:lnTo>
                  <a:pt x="228487" y="69474"/>
                </a:lnTo>
                <a:lnTo>
                  <a:pt x="228487" y="162112"/>
                </a:lnTo>
                <a:lnTo>
                  <a:pt x="237536" y="162112"/>
                </a:lnTo>
                <a:lnTo>
                  <a:pt x="230750" y="69474"/>
                </a:lnTo>
                <a:lnTo>
                  <a:pt x="237536" y="162112"/>
                </a:lnTo>
                <a:lnTo>
                  <a:pt x="296355" y="162112"/>
                </a:lnTo>
                <a:lnTo>
                  <a:pt x="296355" y="153429"/>
                </a:lnTo>
                <a:lnTo>
                  <a:pt x="298617" y="147646"/>
                </a:lnTo>
                <a:lnTo>
                  <a:pt x="298617" y="144747"/>
                </a:lnTo>
                <a:lnTo>
                  <a:pt x="300880" y="138949"/>
                </a:lnTo>
                <a:lnTo>
                  <a:pt x="303142" y="136064"/>
                </a:lnTo>
                <a:lnTo>
                  <a:pt x="305404" y="133165"/>
                </a:lnTo>
                <a:lnTo>
                  <a:pt x="307666" y="127382"/>
                </a:lnTo>
                <a:lnTo>
                  <a:pt x="309929" y="124483"/>
                </a:lnTo>
                <a:lnTo>
                  <a:pt x="312191" y="121584"/>
                </a:lnTo>
                <a:lnTo>
                  <a:pt x="316715" y="121584"/>
                </a:lnTo>
                <a:lnTo>
                  <a:pt x="318978" y="118685"/>
                </a:lnTo>
                <a:lnTo>
                  <a:pt x="323502" y="115800"/>
                </a:lnTo>
                <a:lnTo>
                  <a:pt x="330289" y="115800"/>
                </a:lnTo>
                <a:lnTo>
                  <a:pt x="334814" y="112901"/>
                </a:lnTo>
                <a:lnTo>
                  <a:pt x="336963" y="115800"/>
                </a:lnTo>
                <a:lnTo>
                  <a:pt x="346012" y="115800"/>
                </a:lnTo>
                <a:lnTo>
                  <a:pt x="348274" y="118685"/>
                </a:lnTo>
                <a:lnTo>
                  <a:pt x="352798" y="121584"/>
                </a:lnTo>
                <a:lnTo>
                  <a:pt x="355061" y="121584"/>
                </a:lnTo>
                <a:lnTo>
                  <a:pt x="357323" y="124483"/>
                </a:lnTo>
                <a:lnTo>
                  <a:pt x="361847" y="127382"/>
                </a:lnTo>
                <a:lnTo>
                  <a:pt x="364110" y="133165"/>
                </a:lnTo>
                <a:lnTo>
                  <a:pt x="366372" y="136064"/>
                </a:lnTo>
                <a:lnTo>
                  <a:pt x="368634" y="138949"/>
                </a:lnTo>
                <a:lnTo>
                  <a:pt x="368634" y="144747"/>
                </a:lnTo>
                <a:lnTo>
                  <a:pt x="370897" y="147646"/>
                </a:lnTo>
                <a:lnTo>
                  <a:pt x="370897" y="159213"/>
                </a:lnTo>
                <a:lnTo>
                  <a:pt x="373159" y="162112"/>
                </a:lnTo>
                <a:lnTo>
                  <a:pt x="400306" y="153429"/>
                </a:lnTo>
                <a:lnTo>
                  <a:pt x="400306" y="147646"/>
                </a:lnTo>
                <a:lnTo>
                  <a:pt x="404830" y="147646"/>
                </a:lnTo>
                <a:lnTo>
                  <a:pt x="404830" y="144747"/>
                </a:lnTo>
                <a:lnTo>
                  <a:pt x="407093" y="144747"/>
                </a:lnTo>
                <a:lnTo>
                  <a:pt x="407093" y="121584"/>
                </a:lnTo>
                <a:lnTo>
                  <a:pt x="404830" y="118685"/>
                </a:lnTo>
                <a:lnTo>
                  <a:pt x="402568" y="115800"/>
                </a:lnTo>
                <a:lnTo>
                  <a:pt x="398044" y="115800"/>
                </a:lnTo>
                <a:lnTo>
                  <a:pt x="398044" y="101320"/>
                </a:lnTo>
                <a:lnTo>
                  <a:pt x="395781" y="98421"/>
                </a:lnTo>
                <a:lnTo>
                  <a:pt x="393519" y="95536"/>
                </a:lnTo>
                <a:lnTo>
                  <a:pt x="386732" y="92637"/>
                </a:lnTo>
                <a:lnTo>
                  <a:pt x="382208" y="89738"/>
                </a:lnTo>
                <a:lnTo>
                  <a:pt x="373159" y="86854"/>
                </a:lnTo>
                <a:lnTo>
                  <a:pt x="366372" y="83955"/>
                </a:lnTo>
                <a:lnTo>
                  <a:pt x="357323" y="81056"/>
                </a:lnTo>
                <a:lnTo>
                  <a:pt x="348274" y="78157"/>
                </a:lnTo>
                <a:lnTo>
                  <a:pt x="336963" y="75272"/>
                </a:lnTo>
                <a:lnTo>
                  <a:pt x="328027" y="72373"/>
                </a:lnTo>
                <a:lnTo>
                  <a:pt x="321240" y="69474"/>
                </a:lnTo>
                <a:lnTo>
                  <a:pt x="312191" y="66590"/>
                </a:lnTo>
                <a:lnTo>
                  <a:pt x="305404" y="63691"/>
                </a:lnTo>
                <a:lnTo>
                  <a:pt x="298617" y="60792"/>
                </a:lnTo>
                <a:lnTo>
                  <a:pt x="294093" y="60792"/>
                </a:lnTo>
                <a:lnTo>
                  <a:pt x="291831" y="57893"/>
                </a:lnTo>
                <a:close/>
              </a:path>
              <a:path w="407093" h="162112">
                <a:moveTo>
                  <a:pt x="155982" y="14480"/>
                </a:moveTo>
                <a:lnTo>
                  <a:pt x="158244" y="69474"/>
                </a:lnTo>
                <a:lnTo>
                  <a:pt x="160507" y="69474"/>
                </a:lnTo>
                <a:lnTo>
                  <a:pt x="155982" y="14480"/>
                </a:lnTo>
                <a:close/>
              </a:path>
              <a:path w="407093" h="162112">
                <a:moveTo>
                  <a:pt x="70016" y="112901"/>
                </a:moveTo>
                <a:lnTo>
                  <a:pt x="74541" y="115800"/>
                </a:lnTo>
                <a:lnTo>
                  <a:pt x="81328" y="115800"/>
                </a:lnTo>
                <a:lnTo>
                  <a:pt x="85852" y="118685"/>
                </a:lnTo>
                <a:lnTo>
                  <a:pt x="88114" y="121584"/>
                </a:lnTo>
                <a:lnTo>
                  <a:pt x="92639" y="121584"/>
                </a:lnTo>
                <a:lnTo>
                  <a:pt x="94901" y="124483"/>
                </a:lnTo>
                <a:lnTo>
                  <a:pt x="97163" y="127382"/>
                </a:lnTo>
                <a:lnTo>
                  <a:pt x="99426" y="133165"/>
                </a:lnTo>
                <a:lnTo>
                  <a:pt x="101688" y="136064"/>
                </a:lnTo>
                <a:lnTo>
                  <a:pt x="103950" y="138949"/>
                </a:lnTo>
                <a:lnTo>
                  <a:pt x="106212" y="144747"/>
                </a:lnTo>
                <a:lnTo>
                  <a:pt x="106212" y="147646"/>
                </a:lnTo>
                <a:lnTo>
                  <a:pt x="108475" y="153429"/>
                </a:lnTo>
                <a:lnTo>
                  <a:pt x="108475" y="162112"/>
                </a:lnTo>
                <a:lnTo>
                  <a:pt x="160507" y="162112"/>
                </a:lnTo>
                <a:lnTo>
                  <a:pt x="155982" y="69474"/>
                </a:lnTo>
                <a:lnTo>
                  <a:pt x="153720" y="69474"/>
                </a:lnTo>
                <a:lnTo>
                  <a:pt x="155982" y="69474"/>
                </a:lnTo>
                <a:lnTo>
                  <a:pt x="155982" y="0"/>
                </a:lnTo>
                <a:lnTo>
                  <a:pt x="101688" y="0"/>
                </a:lnTo>
                <a:lnTo>
                  <a:pt x="103950" y="14480"/>
                </a:lnTo>
                <a:lnTo>
                  <a:pt x="146933" y="14480"/>
                </a:lnTo>
                <a:lnTo>
                  <a:pt x="149195" y="69474"/>
                </a:lnTo>
                <a:lnTo>
                  <a:pt x="58705" y="69474"/>
                </a:lnTo>
                <a:lnTo>
                  <a:pt x="63230" y="115800"/>
                </a:lnTo>
                <a:lnTo>
                  <a:pt x="67754" y="115800"/>
                </a:lnTo>
                <a:lnTo>
                  <a:pt x="70016" y="112901"/>
                </a:lnTo>
                <a:close/>
              </a:path>
              <a:path w="407093" h="162112">
                <a:moveTo>
                  <a:pt x="187541" y="14480"/>
                </a:moveTo>
                <a:lnTo>
                  <a:pt x="217289" y="14480"/>
                </a:lnTo>
                <a:lnTo>
                  <a:pt x="223963" y="69474"/>
                </a:lnTo>
                <a:lnTo>
                  <a:pt x="226225" y="69474"/>
                </a:lnTo>
                <a:lnTo>
                  <a:pt x="226225" y="26047"/>
                </a:lnTo>
                <a:lnTo>
                  <a:pt x="262421" y="69474"/>
                </a:lnTo>
                <a:lnTo>
                  <a:pt x="271031" y="66084"/>
                </a:lnTo>
                <a:lnTo>
                  <a:pt x="226225" y="14480"/>
                </a:lnTo>
                <a:lnTo>
                  <a:pt x="242061" y="14480"/>
                </a:lnTo>
                <a:lnTo>
                  <a:pt x="239799" y="11581"/>
                </a:lnTo>
                <a:lnTo>
                  <a:pt x="237536" y="8682"/>
                </a:lnTo>
                <a:lnTo>
                  <a:pt x="235274" y="5783"/>
                </a:lnTo>
                <a:lnTo>
                  <a:pt x="230750" y="2899"/>
                </a:lnTo>
                <a:lnTo>
                  <a:pt x="228487" y="0"/>
                </a:lnTo>
                <a:lnTo>
                  <a:pt x="180754" y="0"/>
                </a:lnTo>
                <a:lnTo>
                  <a:pt x="176229" y="14480"/>
                </a:lnTo>
                <a:lnTo>
                  <a:pt x="187541" y="144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9" name="object 89"/>
          <p:cNvSpPr/>
          <p:nvPr/>
        </p:nvSpPr>
        <p:spPr>
          <a:xfrm>
            <a:off x="3569045" y="3338096"/>
            <a:ext cx="56556" cy="46311"/>
          </a:xfrm>
          <a:custGeom>
            <a:avLst/>
            <a:gdLst/>
            <a:ahLst/>
            <a:cxnLst/>
            <a:rect l="l" t="t" r="r" b="b"/>
            <a:pathLst>
              <a:path w="56556" h="46311">
                <a:moveTo>
                  <a:pt x="6786" y="0"/>
                </a:moveTo>
                <a:lnTo>
                  <a:pt x="0" y="0"/>
                </a:lnTo>
                <a:lnTo>
                  <a:pt x="52031" y="46311"/>
                </a:lnTo>
                <a:lnTo>
                  <a:pt x="56556" y="43412"/>
                </a:lnTo>
                <a:lnTo>
                  <a:pt x="678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0" name="object 90"/>
          <p:cNvSpPr/>
          <p:nvPr/>
        </p:nvSpPr>
        <p:spPr>
          <a:xfrm>
            <a:off x="3342819" y="3338096"/>
            <a:ext cx="63230" cy="66575"/>
          </a:xfrm>
          <a:custGeom>
            <a:avLst/>
            <a:gdLst/>
            <a:ahLst/>
            <a:cxnLst/>
            <a:rect l="l" t="t" r="r" b="b"/>
            <a:pathLst>
              <a:path w="63230" h="66575">
                <a:moveTo>
                  <a:pt x="15835" y="63676"/>
                </a:moveTo>
                <a:lnTo>
                  <a:pt x="15835" y="60792"/>
                </a:lnTo>
                <a:lnTo>
                  <a:pt x="18098" y="60792"/>
                </a:lnTo>
                <a:lnTo>
                  <a:pt x="18098" y="57893"/>
                </a:lnTo>
                <a:lnTo>
                  <a:pt x="20360" y="54994"/>
                </a:lnTo>
                <a:lnTo>
                  <a:pt x="20360" y="52109"/>
                </a:lnTo>
                <a:lnTo>
                  <a:pt x="22622" y="52109"/>
                </a:lnTo>
                <a:lnTo>
                  <a:pt x="22622" y="49210"/>
                </a:lnTo>
                <a:lnTo>
                  <a:pt x="24884" y="46311"/>
                </a:lnTo>
                <a:lnTo>
                  <a:pt x="27147" y="46311"/>
                </a:lnTo>
                <a:lnTo>
                  <a:pt x="29409" y="43412"/>
                </a:lnTo>
                <a:lnTo>
                  <a:pt x="31671" y="40528"/>
                </a:lnTo>
                <a:lnTo>
                  <a:pt x="33933" y="37629"/>
                </a:lnTo>
                <a:lnTo>
                  <a:pt x="36196" y="31845"/>
                </a:lnTo>
                <a:lnTo>
                  <a:pt x="40607" y="28946"/>
                </a:lnTo>
                <a:lnTo>
                  <a:pt x="42869" y="26047"/>
                </a:lnTo>
                <a:lnTo>
                  <a:pt x="47394" y="23148"/>
                </a:lnTo>
                <a:lnTo>
                  <a:pt x="49656" y="17365"/>
                </a:lnTo>
                <a:lnTo>
                  <a:pt x="51918" y="14466"/>
                </a:lnTo>
                <a:lnTo>
                  <a:pt x="56443" y="11567"/>
                </a:lnTo>
                <a:lnTo>
                  <a:pt x="58705" y="5783"/>
                </a:lnTo>
                <a:lnTo>
                  <a:pt x="60967" y="2884"/>
                </a:lnTo>
                <a:lnTo>
                  <a:pt x="63230" y="0"/>
                </a:lnTo>
                <a:lnTo>
                  <a:pt x="56443" y="0"/>
                </a:lnTo>
                <a:lnTo>
                  <a:pt x="51918" y="2884"/>
                </a:lnTo>
                <a:lnTo>
                  <a:pt x="49656" y="5783"/>
                </a:lnTo>
                <a:lnTo>
                  <a:pt x="47394" y="11567"/>
                </a:lnTo>
                <a:lnTo>
                  <a:pt x="42869" y="14466"/>
                </a:lnTo>
                <a:lnTo>
                  <a:pt x="38458" y="17365"/>
                </a:lnTo>
                <a:lnTo>
                  <a:pt x="36196" y="23148"/>
                </a:lnTo>
                <a:lnTo>
                  <a:pt x="31671" y="26047"/>
                </a:lnTo>
                <a:lnTo>
                  <a:pt x="29409" y="28946"/>
                </a:lnTo>
                <a:lnTo>
                  <a:pt x="24884" y="31845"/>
                </a:lnTo>
                <a:lnTo>
                  <a:pt x="20360" y="37629"/>
                </a:lnTo>
                <a:lnTo>
                  <a:pt x="18098" y="40528"/>
                </a:lnTo>
                <a:lnTo>
                  <a:pt x="15835" y="43412"/>
                </a:lnTo>
                <a:lnTo>
                  <a:pt x="13573" y="46311"/>
                </a:lnTo>
                <a:lnTo>
                  <a:pt x="11311" y="46311"/>
                </a:lnTo>
                <a:lnTo>
                  <a:pt x="9049" y="49210"/>
                </a:lnTo>
                <a:lnTo>
                  <a:pt x="6786" y="52109"/>
                </a:lnTo>
                <a:lnTo>
                  <a:pt x="4524" y="54994"/>
                </a:lnTo>
                <a:lnTo>
                  <a:pt x="4524" y="57893"/>
                </a:lnTo>
                <a:lnTo>
                  <a:pt x="2262" y="60792"/>
                </a:lnTo>
                <a:lnTo>
                  <a:pt x="2262" y="63676"/>
                </a:lnTo>
                <a:lnTo>
                  <a:pt x="0" y="66575"/>
                </a:lnTo>
                <a:lnTo>
                  <a:pt x="15835" y="66575"/>
                </a:lnTo>
                <a:lnTo>
                  <a:pt x="15835" y="6367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1" name="object 91"/>
          <p:cNvSpPr/>
          <p:nvPr/>
        </p:nvSpPr>
        <p:spPr>
          <a:xfrm>
            <a:off x="3442245" y="3488627"/>
            <a:ext cx="187880" cy="0"/>
          </a:xfrm>
          <a:custGeom>
            <a:avLst/>
            <a:gdLst/>
            <a:ahLst/>
            <a:cxnLst/>
            <a:rect l="l" t="t" r="r" b="b"/>
            <a:pathLst>
              <a:path w="187880" h="0">
                <a:moveTo>
                  <a:pt x="0" y="0"/>
                </a:moveTo>
                <a:lnTo>
                  <a:pt x="187880" y="0"/>
                </a:lnTo>
              </a:path>
            </a:pathLst>
          </a:custGeom>
          <a:ln w="7068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2" name="object 92"/>
          <p:cNvSpPr/>
          <p:nvPr/>
        </p:nvSpPr>
        <p:spPr>
          <a:xfrm>
            <a:off x="3442245" y="3450998"/>
            <a:ext cx="187880" cy="5783"/>
          </a:xfrm>
          <a:custGeom>
            <a:avLst/>
            <a:gdLst/>
            <a:ahLst/>
            <a:cxnLst/>
            <a:rect l="l" t="t" r="r" b="b"/>
            <a:pathLst>
              <a:path w="187880" h="5783">
                <a:moveTo>
                  <a:pt x="187880" y="5783"/>
                </a:moveTo>
                <a:lnTo>
                  <a:pt x="0" y="0"/>
                </a:lnTo>
                <a:lnTo>
                  <a:pt x="0" y="5783"/>
                </a:lnTo>
                <a:lnTo>
                  <a:pt x="187880" y="578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3" name="object 93"/>
          <p:cNvSpPr/>
          <p:nvPr/>
        </p:nvSpPr>
        <p:spPr>
          <a:xfrm>
            <a:off x="3372229" y="3424936"/>
            <a:ext cx="325651" cy="31845"/>
          </a:xfrm>
          <a:custGeom>
            <a:avLst/>
            <a:gdLst/>
            <a:ahLst/>
            <a:cxnLst/>
            <a:rect l="l" t="t" r="r" b="b"/>
            <a:pathLst>
              <a:path w="325651" h="31845">
                <a:moveTo>
                  <a:pt x="4524" y="11581"/>
                </a:moveTo>
                <a:lnTo>
                  <a:pt x="0" y="14480"/>
                </a:lnTo>
                <a:lnTo>
                  <a:pt x="11198" y="14480"/>
                </a:lnTo>
                <a:lnTo>
                  <a:pt x="13460" y="11581"/>
                </a:lnTo>
                <a:lnTo>
                  <a:pt x="15722" y="8682"/>
                </a:lnTo>
                <a:lnTo>
                  <a:pt x="17984" y="8682"/>
                </a:lnTo>
                <a:lnTo>
                  <a:pt x="22509" y="5798"/>
                </a:lnTo>
                <a:lnTo>
                  <a:pt x="40607" y="5798"/>
                </a:lnTo>
                <a:lnTo>
                  <a:pt x="42869" y="8682"/>
                </a:lnTo>
                <a:lnTo>
                  <a:pt x="49656" y="8682"/>
                </a:lnTo>
                <a:lnTo>
                  <a:pt x="51918" y="11581"/>
                </a:lnTo>
                <a:lnTo>
                  <a:pt x="54181" y="11581"/>
                </a:lnTo>
                <a:lnTo>
                  <a:pt x="56443" y="14480"/>
                </a:lnTo>
                <a:lnTo>
                  <a:pt x="58705" y="17365"/>
                </a:lnTo>
                <a:lnTo>
                  <a:pt x="60967" y="17365"/>
                </a:lnTo>
                <a:lnTo>
                  <a:pt x="63230" y="20264"/>
                </a:lnTo>
                <a:lnTo>
                  <a:pt x="63230" y="23163"/>
                </a:lnTo>
                <a:lnTo>
                  <a:pt x="65492" y="26062"/>
                </a:lnTo>
                <a:lnTo>
                  <a:pt x="67754" y="28946"/>
                </a:lnTo>
                <a:lnTo>
                  <a:pt x="70016" y="31845"/>
                </a:lnTo>
                <a:lnTo>
                  <a:pt x="70016" y="26062"/>
                </a:lnTo>
                <a:lnTo>
                  <a:pt x="257897" y="31845"/>
                </a:lnTo>
                <a:lnTo>
                  <a:pt x="260159" y="28946"/>
                </a:lnTo>
                <a:lnTo>
                  <a:pt x="262421" y="26062"/>
                </a:lnTo>
                <a:lnTo>
                  <a:pt x="262421" y="23163"/>
                </a:lnTo>
                <a:lnTo>
                  <a:pt x="264684" y="20264"/>
                </a:lnTo>
                <a:lnTo>
                  <a:pt x="266946" y="17365"/>
                </a:lnTo>
                <a:lnTo>
                  <a:pt x="269208" y="17365"/>
                </a:lnTo>
                <a:lnTo>
                  <a:pt x="271470" y="14480"/>
                </a:lnTo>
                <a:lnTo>
                  <a:pt x="273733" y="11581"/>
                </a:lnTo>
                <a:lnTo>
                  <a:pt x="275995" y="11581"/>
                </a:lnTo>
                <a:lnTo>
                  <a:pt x="278257" y="8682"/>
                </a:lnTo>
                <a:lnTo>
                  <a:pt x="285044" y="8682"/>
                </a:lnTo>
                <a:lnTo>
                  <a:pt x="287306" y="5798"/>
                </a:lnTo>
                <a:lnTo>
                  <a:pt x="307553" y="5798"/>
                </a:lnTo>
                <a:lnTo>
                  <a:pt x="309816" y="8682"/>
                </a:lnTo>
                <a:lnTo>
                  <a:pt x="312078" y="8682"/>
                </a:lnTo>
                <a:lnTo>
                  <a:pt x="314340" y="11581"/>
                </a:lnTo>
                <a:lnTo>
                  <a:pt x="316602" y="11581"/>
                </a:lnTo>
                <a:lnTo>
                  <a:pt x="325651" y="14480"/>
                </a:lnTo>
                <a:lnTo>
                  <a:pt x="323389" y="11581"/>
                </a:lnTo>
                <a:lnTo>
                  <a:pt x="318865" y="8682"/>
                </a:lnTo>
                <a:lnTo>
                  <a:pt x="316602" y="5798"/>
                </a:lnTo>
                <a:lnTo>
                  <a:pt x="312078" y="2899"/>
                </a:lnTo>
                <a:lnTo>
                  <a:pt x="307553" y="2899"/>
                </a:lnTo>
                <a:lnTo>
                  <a:pt x="303029" y="0"/>
                </a:lnTo>
                <a:lnTo>
                  <a:pt x="285044" y="0"/>
                </a:lnTo>
                <a:lnTo>
                  <a:pt x="280519" y="2899"/>
                </a:lnTo>
                <a:lnTo>
                  <a:pt x="278257" y="2899"/>
                </a:lnTo>
                <a:lnTo>
                  <a:pt x="275995" y="5798"/>
                </a:lnTo>
                <a:lnTo>
                  <a:pt x="273733" y="5798"/>
                </a:lnTo>
                <a:lnTo>
                  <a:pt x="271470" y="8682"/>
                </a:lnTo>
                <a:lnTo>
                  <a:pt x="269208" y="8682"/>
                </a:lnTo>
                <a:lnTo>
                  <a:pt x="266946" y="11581"/>
                </a:lnTo>
                <a:lnTo>
                  <a:pt x="264684" y="14480"/>
                </a:lnTo>
                <a:lnTo>
                  <a:pt x="262421" y="17365"/>
                </a:lnTo>
                <a:lnTo>
                  <a:pt x="260159" y="20264"/>
                </a:lnTo>
                <a:lnTo>
                  <a:pt x="257897" y="23163"/>
                </a:lnTo>
                <a:lnTo>
                  <a:pt x="255635" y="26062"/>
                </a:lnTo>
                <a:lnTo>
                  <a:pt x="72279" y="26062"/>
                </a:lnTo>
                <a:lnTo>
                  <a:pt x="70016" y="23163"/>
                </a:lnTo>
                <a:lnTo>
                  <a:pt x="67754" y="20264"/>
                </a:lnTo>
                <a:lnTo>
                  <a:pt x="65492" y="17365"/>
                </a:lnTo>
                <a:lnTo>
                  <a:pt x="63230" y="14480"/>
                </a:lnTo>
                <a:lnTo>
                  <a:pt x="60967" y="11581"/>
                </a:lnTo>
                <a:lnTo>
                  <a:pt x="58705" y="8682"/>
                </a:lnTo>
                <a:lnTo>
                  <a:pt x="56443" y="8682"/>
                </a:lnTo>
                <a:lnTo>
                  <a:pt x="54181" y="5798"/>
                </a:lnTo>
                <a:lnTo>
                  <a:pt x="51918" y="5798"/>
                </a:lnTo>
                <a:lnTo>
                  <a:pt x="49656" y="2899"/>
                </a:lnTo>
                <a:lnTo>
                  <a:pt x="47394" y="2899"/>
                </a:lnTo>
                <a:lnTo>
                  <a:pt x="42869" y="0"/>
                </a:lnTo>
                <a:lnTo>
                  <a:pt x="22509" y="0"/>
                </a:lnTo>
                <a:lnTo>
                  <a:pt x="17984" y="2899"/>
                </a:lnTo>
                <a:lnTo>
                  <a:pt x="15722" y="2899"/>
                </a:lnTo>
                <a:lnTo>
                  <a:pt x="11198" y="5798"/>
                </a:lnTo>
                <a:lnTo>
                  <a:pt x="6786" y="8682"/>
                </a:lnTo>
                <a:lnTo>
                  <a:pt x="4524" y="1158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4" name="object 94"/>
          <p:cNvSpPr/>
          <p:nvPr/>
        </p:nvSpPr>
        <p:spPr>
          <a:xfrm>
            <a:off x="3494277" y="3409012"/>
            <a:ext cx="18079" cy="0"/>
          </a:xfrm>
          <a:custGeom>
            <a:avLst/>
            <a:gdLst/>
            <a:ahLst/>
            <a:cxnLst/>
            <a:rect l="l" t="t" r="r" b="b"/>
            <a:pathLst>
              <a:path w="18079" h="0">
                <a:moveTo>
                  <a:pt x="0" y="0"/>
                </a:moveTo>
                <a:lnTo>
                  <a:pt x="18079" y="0"/>
                </a:lnTo>
              </a:path>
            </a:pathLst>
          </a:custGeom>
          <a:ln w="9954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5" name="object 95"/>
          <p:cNvSpPr/>
          <p:nvPr/>
        </p:nvSpPr>
        <p:spPr>
          <a:xfrm>
            <a:off x="3342819" y="3335197"/>
            <a:ext cx="72279" cy="75272"/>
          </a:xfrm>
          <a:custGeom>
            <a:avLst/>
            <a:gdLst/>
            <a:ahLst/>
            <a:cxnLst/>
            <a:rect l="l" t="t" r="r" b="b"/>
            <a:pathLst>
              <a:path w="72279" h="75272">
                <a:moveTo>
                  <a:pt x="20360" y="57893"/>
                </a:moveTo>
                <a:lnTo>
                  <a:pt x="18098" y="60792"/>
                </a:lnTo>
                <a:lnTo>
                  <a:pt x="18098" y="63691"/>
                </a:lnTo>
                <a:lnTo>
                  <a:pt x="15835" y="63691"/>
                </a:lnTo>
                <a:lnTo>
                  <a:pt x="15835" y="69474"/>
                </a:lnTo>
                <a:lnTo>
                  <a:pt x="0" y="69474"/>
                </a:lnTo>
                <a:lnTo>
                  <a:pt x="0" y="75272"/>
                </a:lnTo>
                <a:lnTo>
                  <a:pt x="20360" y="75272"/>
                </a:lnTo>
                <a:lnTo>
                  <a:pt x="20360" y="66575"/>
                </a:lnTo>
                <a:lnTo>
                  <a:pt x="22622" y="63691"/>
                </a:lnTo>
                <a:lnTo>
                  <a:pt x="22622" y="60792"/>
                </a:lnTo>
                <a:lnTo>
                  <a:pt x="24884" y="57893"/>
                </a:lnTo>
                <a:lnTo>
                  <a:pt x="24884" y="55008"/>
                </a:lnTo>
                <a:lnTo>
                  <a:pt x="27147" y="52109"/>
                </a:lnTo>
                <a:lnTo>
                  <a:pt x="29409" y="52109"/>
                </a:lnTo>
                <a:lnTo>
                  <a:pt x="29409" y="49210"/>
                </a:lnTo>
                <a:lnTo>
                  <a:pt x="31671" y="49210"/>
                </a:lnTo>
                <a:lnTo>
                  <a:pt x="33933" y="46311"/>
                </a:lnTo>
                <a:lnTo>
                  <a:pt x="38458" y="40528"/>
                </a:lnTo>
                <a:lnTo>
                  <a:pt x="40607" y="37629"/>
                </a:lnTo>
                <a:lnTo>
                  <a:pt x="42869" y="34744"/>
                </a:lnTo>
                <a:lnTo>
                  <a:pt x="47394" y="28946"/>
                </a:lnTo>
                <a:lnTo>
                  <a:pt x="49656" y="26047"/>
                </a:lnTo>
                <a:lnTo>
                  <a:pt x="54181" y="20264"/>
                </a:lnTo>
                <a:lnTo>
                  <a:pt x="58705" y="17365"/>
                </a:lnTo>
                <a:lnTo>
                  <a:pt x="60967" y="11581"/>
                </a:lnTo>
                <a:lnTo>
                  <a:pt x="65492" y="8682"/>
                </a:lnTo>
                <a:lnTo>
                  <a:pt x="67754" y="5783"/>
                </a:lnTo>
                <a:lnTo>
                  <a:pt x="70016" y="2899"/>
                </a:lnTo>
                <a:lnTo>
                  <a:pt x="72279" y="0"/>
                </a:lnTo>
                <a:lnTo>
                  <a:pt x="58705" y="0"/>
                </a:lnTo>
                <a:lnTo>
                  <a:pt x="56443" y="2899"/>
                </a:lnTo>
                <a:lnTo>
                  <a:pt x="63230" y="2899"/>
                </a:lnTo>
                <a:lnTo>
                  <a:pt x="60967" y="5783"/>
                </a:lnTo>
                <a:lnTo>
                  <a:pt x="58705" y="8682"/>
                </a:lnTo>
                <a:lnTo>
                  <a:pt x="56443" y="14466"/>
                </a:lnTo>
                <a:lnTo>
                  <a:pt x="51918" y="17365"/>
                </a:lnTo>
                <a:lnTo>
                  <a:pt x="49656" y="20264"/>
                </a:lnTo>
                <a:lnTo>
                  <a:pt x="47394" y="26047"/>
                </a:lnTo>
                <a:lnTo>
                  <a:pt x="42869" y="28946"/>
                </a:lnTo>
                <a:lnTo>
                  <a:pt x="40607" y="31845"/>
                </a:lnTo>
                <a:lnTo>
                  <a:pt x="36196" y="34744"/>
                </a:lnTo>
                <a:lnTo>
                  <a:pt x="33933" y="40528"/>
                </a:lnTo>
                <a:lnTo>
                  <a:pt x="31671" y="43427"/>
                </a:lnTo>
                <a:lnTo>
                  <a:pt x="29409" y="46311"/>
                </a:lnTo>
                <a:lnTo>
                  <a:pt x="27147" y="49210"/>
                </a:lnTo>
                <a:lnTo>
                  <a:pt x="24884" y="49210"/>
                </a:lnTo>
                <a:lnTo>
                  <a:pt x="22622" y="52109"/>
                </a:lnTo>
                <a:lnTo>
                  <a:pt x="22622" y="55008"/>
                </a:lnTo>
                <a:lnTo>
                  <a:pt x="20360" y="55008"/>
                </a:lnTo>
                <a:lnTo>
                  <a:pt x="20360" y="5789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6" name="object 96"/>
          <p:cNvSpPr/>
          <p:nvPr/>
        </p:nvSpPr>
        <p:spPr>
          <a:xfrm>
            <a:off x="3338295" y="3448099"/>
            <a:ext cx="20360" cy="34730"/>
          </a:xfrm>
          <a:custGeom>
            <a:avLst/>
            <a:gdLst/>
            <a:ahLst/>
            <a:cxnLst/>
            <a:rect l="l" t="t" r="r" b="b"/>
            <a:pathLst>
              <a:path w="20360" h="34730">
                <a:moveTo>
                  <a:pt x="2262" y="34730"/>
                </a:moveTo>
                <a:lnTo>
                  <a:pt x="13573" y="34730"/>
                </a:lnTo>
                <a:lnTo>
                  <a:pt x="20360" y="0"/>
                </a:lnTo>
                <a:lnTo>
                  <a:pt x="4524" y="0"/>
                </a:lnTo>
                <a:lnTo>
                  <a:pt x="2262" y="2899"/>
                </a:lnTo>
                <a:lnTo>
                  <a:pt x="0" y="2899"/>
                </a:lnTo>
                <a:lnTo>
                  <a:pt x="0" y="31845"/>
                </a:lnTo>
                <a:lnTo>
                  <a:pt x="2262" y="3473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7" name="object 97"/>
          <p:cNvSpPr/>
          <p:nvPr/>
        </p:nvSpPr>
        <p:spPr>
          <a:xfrm>
            <a:off x="3347344" y="3429274"/>
            <a:ext cx="6780" cy="0"/>
          </a:xfrm>
          <a:custGeom>
            <a:avLst/>
            <a:gdLst/>
            <a:ahLst/>
            <a:cxnLst/>
            <a:rect l="l" t="t" r="r" b="b"/>
            <a:pathLst>
              <a:path w="6780" h="0">
                <a:moveTo>
                  <a:pt x="0" y="0"/>
                </a:moveTo>
                <a:lnTo>
                  <a:pt x="6780" y="0"/>
                </a:lnTo>
              </a:path>
            </a:pathLst>
          </a:custGeom>
          <a:ln w="27324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8" name="object 98"/>
          <p:cNvSpPr/>
          <p:nvPr/>
        </p:nvSpPr>
        <p:spPr>
          <a:xfrm>
            <a:off x="3715978" y="3433627"/>
            <a:ext cx="13559" cy="0"/>
          </a:xfrm>
          <a:custGeom>
            <a:avLst/>
            <a:gdLst/>
            <a:ahLst/>
            <a:cxnLst/>
            <a:rect l="l" t="t" r="r" b="b"/>
            <a:pathLst>
              <a:path w="13559" h="0">
                <a:moveTo>
                  <a:pt x="0" y="0"/>
                </a:moveTo>
                <a:lnTo>
                  <a:pt x="13559" y="0"/>
                </a:lnTo>
              </a:path>
            </a:pathLst>
          </a:custGeom>
          <a:ln w="12849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9" name="object 99"/>
          <p:cNvSpPr/>
          <p:nvPr/>
        </p:nvSpPr>
        <p:spPr>
          <a:xfrm>
            <a:off x="3697880" y="3445200"/>
            <a:ext cx="40720" cy="26062"/>
          </a:xfrm>
          <a:custGeom>
            <a:avLst/>
            <a:gdLst/>
            <a:ahLst/>
            <a:cxnLst/>
            <a:rect l="l" t="t" r="r" b="b"/>
            <a:pathLst>
              <a:path w="40720" h="26062">
                <a:moveTo>
                  <a:pt x="13573" y="26062"/>
                </a:moveTo>
                <a:lnTo>
                  <a:pt x="18098" y="26062"/>
                </a:lnTo>
                <a:lnTo>
                  <a:pt x="20360" y="23163"/>
                </a:lnTo>
                <a:lnTo>
                  <a:pt x="38458" y="23163"/>
                </a:lnTo>
                <a:lnTo>
                  <a:pt x="38458" y="20264"/>
                </a:lnTo>
                <a:lnTo>
                  <a:pt x="40720" y="17365"/>
                </a:lnTo>
                <a:lnTo>
                  <a:pt x="40720" y="8682"/>
                </a:lnTo>
                <a:lnTo>
                  <a:pt x="38458" y="5798"/>
                </a:lnTo>
                <a:lnTo>
                  <a:pt x="38458" y="2899"/>
                </a:lnTo>
                <a:lnTo>
                  <a:pt x="36196" y="2899"/>
                </a:lnTo>
                <a:lnTo>
                  <a:pt x="36196" y="0"/>
                </a:lnTo>
                <a:lnTo>
                  <a:pt x="0" y="0"/>
                </a:lnTo>
                <a:lnTo>
                  <a:pt x="2262" y="2899"/>
                </a:lnTo>
                <a:lnTo>
                  <a:pt x="4524" y="5798"/>
                </a:lnTo>
                <a:lnTo>
                  <a:pt x="6786" y="8682"/>
                </a:lnTo>
                <a:lnTo>
                  <a:pt x="9049" y="11581"/>
                </a:lnTo>
                <a:lnTo>
                  <a:pt x="9049" y="17365"/>
                </a:lnTo>
                <a:lnTo>
                  <a:pt x="11311" y="20264"/>
                </a:lnTo>
                <a:lnTo>
                  <a:pt x="11311" y="26062"/>
                </a:lnTo>
                <a:lnTo>
                  <a:pt x="13573" y="2606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0" name="object 100"/>
          <p:cNvSpPr/>
          <p:nvPr/>
        </p:nvSpPr>
        <p:spPr>
          <a:xfrm>
            <a:off x="1253681" y="2844874"/>
            <a:ext cx="20349" cy="34744"/>
          </a:xfrm>
          <a:custGeom>
            <a:avLst/>
            <a:gdLst/>
            <a:ahLst/>
            <a:cxnLst/>
            <a:rect l="l" t="t" r="r" b="b"/>
            <a:pathLst>
              <a:path w="20349" h="34744">
                <a:moveTo>
                  <a:pt x="20349" y="8682"/>
                </a:moveTo>
                <a:lnTo>
                  <a:pt x="20349" y="0"/>
                </a:lnTo>
                <a:lnTo>
                  <a:pt x="18086" y="0"/>
                </a:lnTo>
                <a:lnTo>
                  <a:pt x="18086" y="2899"/>
                </a:lnTo>
                <a:lnTo>
                  <a:pt x="15824" y="2899"/>
                </a:lnTo>
                <a:lnTo>
                  <a:pt x="15824" y="5783"/>
                </a:lnTo>
                <a:lnTo>
                  <a:pt x="18086" y="5783"/>
                </a:lnTo>
                <a:lnTo>
                  <a:pt x="20349" y="8682"/>
                </a:lnTo>
                <a:close/>
              </a:path>
              <a:path w="20349" h="34744">
                <a:moveTo>
                  <a:pt x="42948" y="-20264"/>
                </a:moveTo>
                <a:lnTo>
                  <a:pt x="38424" y="-23163"/>
                </a:lnTo>
                <a:lnTo>
                  <a:pt x="36162" y="-26062"/>
                </a:lnTo>
                <a:lnTo>
                  <a:pt x="31648" y="-26062"/>
                </a:lnTo>
                <a:lnTo>
                  <a:pt x="29386" y="-23163"/>
                </a:lnTo>
                <a:lnTo>
                  <a:pt x="27124" y="-23163"/>
                </a:lnTo>
                <a:lnTo>
                  <a:pt x="24862" y="-20264"/>
                </a:lnTo>
                <a:lnTo>
                  <a:pt x="22599" y="-17365"/>
                </a:lnTo>
                <a:lnTo>
                  <a:pt x="20349" y="-11581"/>
                </a:lnTo>
                <a:lnTo>
                  <a:pt x="20349" y="5783"/>
                </a:lnTo>
                <a:lnTo>
                  <a:pt x="22599" y="5783"/>
                </a:lnTo>
                <a:lnTo>
                  <a:pt x="20349" y="8682"/>
                </a:lnTo>
                <a:lnTo>
                  <a:pt x="18086" y="8682"/>
                </a:lnTo>
                <a:lnTo>
                  <a:pt x="15824" y="14466"/>
                </a:lnTo>
                <a:lnTo>
                  <a:pt x="15824" y="11581"/>
                </a:lnTo>
                <a:lnTo>
                  <a:pt x="13562" y="8682"/>
                </a:lnTo>
                <a:lnTo>
                  <a:pt x="11299" y="5783"/>
                </a:lnTo>
                <a:lnTo>
                  <a:pt x="9049" y="5783"/>
                </a:lnTo>
                <a:lnTo>
                  <a:pt x="9049" y="2899"/>
                </a:lnTo>
                <a:lnTo>
                  <a:pt x="4524" y="2899"/>
                </a:lnTo>
                <a:lnTo>
                  <a:pt x="2262" y="5783"/>
                </a:lnTo>
                <a:lnTo>
                  <a:pt x="0" y="8682"/>
                </a:lnTo>
                <a:lnTo>
                  <a:pt x="0" y="23163"/>
                </a:lnTo>
                <a:lnTo>
                  <a:pt x="2262" y="26047"/>
                </a:lnTo>
                <a:lnTo>
                  <a:pt x="58762" y="26047"/>
                </a:lnTo>
                <a:lnTo>
                  <a:pt x="47462" y="20264"/>
                </a:lnTo>
                <a:lnTo>
                  <a:pt x="45211" y="17365"/>
                </a:lnTo>
                <a:lnTo>
                  <a:pt x="40686" y="17365"/>
                </a:lnTo>
                <a:lnTo>
                  <a:pt x="38424" y="14466"/>
                </a:lnTo>
                <a:lnTo>
                  <a:pt x="33899" y="14466"/>
                </a:lnTo>
                <a:lnTo>
                  <a:pt x="36162" y="11581"/>
                </a:lnTo>
                <a:lnTo>
                  <a:pt x="33899" y="11581"/>
                </a:lnTo>
                <a:lnTo>
                  <a:pt x="33899" y="8682"/>
                </a:lnTo>
                <a:lnTo>
                  <a:pt x="42948" y="8682"/>
                </a:lnTo>
                <a:lnTo>
                  <a:pt x="42948" y="0"/>
                </a:lnTo>
                <a:lnTo>
                  <a:pt x="45211" y="0"/>
                </a:lnTo>
                <a:lnTo>
                  <a:pt x="45211" y="-2899"/>
                </a:lnTo>
                <a:lnTo>
                  <a:pt x="42948" y="-5798"/>
                </a:lnTo>
                <a:lnTo>
                  <a:pt x="42948" y="-8682"/>
                </a:lnTo>
                <a:lnTo>
                  <a:pt x="45211" y="-8682"/>
                </a:lnTo>
                <a:lnTo>
                  <a:pt x="42948" y="-11581"/>
                </a:lnTo>
                <a:lnTo>
                  <a:pt x="42948" y="-202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1" name="object 101"/>
          <p:cNvSpPr/>
          <p:nvPr/>
        </p:nvSpPr>
        <p:spPr>
          <a:xfrm>
            <a:off x="1391543" y="2914711"/>
            <a:ext cx="76848" cy="49210"/>
          </a:xfrm>
          <a:custGeom>
            <a:avLst/>
            <a:gdLst/>
            <a:ahLst/>
            <a:cxnLst/>
            <a:rect l="l" t="t" r="r" b="b"/>
            <a:pathLst>
              <a:path w="76848" h="49210">
                <a:moveTo>
                  <a:pt x="33899" y="2899"/>
                </a:moveTo>
                <a:lnTo>
                  <a:pt x="27124" y="2899"/>
                </a:lnTo>
                <a:lnTo>
                  <a:pt x="22599" y="5783"/>
                </a:lnTo>
                <a:lnTo>
                  <a:pt x="20349" y="8682"/>
                </a:lnTo>
                <a:lnTo>
                  <a:pt x="15824" y="8682"/>
                </a:lnTo>
                <a:lnTo>
                  <a:pt x="13562" y="11581"/>
                </a:lnTo>
                <a:lnTo>
                  <a:pt x="11299" y="14480"/>
                </a:lnTo>
                <a:lnTo>
                  <a:pt x="9049" y="20264"/>
                </a:lnTo>
                <a:lnTo>
                  <a:pt x="6786" y="23163"/>
                </a:lnTo>
                <a:lnTo>
                  <a:pt x="4524" y="26047"/>
                </a:lnTo>
                <a:lnTo>
                  <a:pt x="2262" y="31845"/>
                </a:lnTo>
                <a:lnTo>
                  <a:pt x="2262" y="34744"/>
                </a:lnTo>
                <a:lnTo>
                  <a:pt x="0" y="40528"/>
                </a:lnTo>
                <a:lnTo>
                  <a:pt x="0" y="49210"/>
                </a:lnTo>
                <a:lnTo>
                  <a:pt x="76848" y="49210"/>
                </a:lnTo>
                <a:lnTo>
                  <a:pt x="74586" y="46311"/>
                </a:lnTo>
                <a:lnTo>
                  <a:pt x="74586" y="34744"/>
                </a:lnTo>
                <a:lnTo>
                  <a:pt x="72324" y="31845"/>
                </a:lnTo>
                <a:lnTo>
                  <a:pt x="72324" y="26047"/>
                </a:lnTo>
                <a:lnTo>
                  <a:pt x="70062" y="23163"/>
                </a:lnTo>
                <a:lnTo>
                  <a:pt x="67811" y="20264"/>
                </a:lnTo>
                <a:lnTo>
                  <a:pt x="65548" y="14480"/>
                </a:lnTo>
                <a:lnTo>
                  <a:pt x="61024" y="11581"/>
                </a:lnTo>
                <a:lnTo>
                  <a:pt x="58762" y="8682"/>
                </a:lnTo>
                <a:lnTo>
                  <a:pt x="56511" y="8682"/>
                </a:lnTo>
                <a:lnTo>
                  <a:pt x="51986" y="5783"/>
                </a:lnTo>
                <a:lnTo>
                  <a:pt x="49724" y="2899"/>
                </a:lnTo>
                <a:lnTo>
                  <a:pt x="40686" y="2899"/>
                </a:lnTo>
                <a:lnTo>
                  <a:pt x="38424" y="0"/>
                </a:lnTo>
                <a:lnTo>
                  <a:pt x="33899" y="28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2" name="object 102"/>
          <p:cNvSpPr/>
          <p:nvPr/>
        </p:nvSpPr>
        <p:spPr>
          <a:xfrm>
            <a:off x="1126837" y="2914711"/>
            <a:ext cx="77131" cy="49210"/>
          </a:xfrm>
          <a:custGeom>
            <a:avLst/>
            <a:gdLst/>
            <a:ahLst/>
            <a:cxnLst/>
            <a:rect l="l" t="t" r="r" b="b"/>
            <a:pathLst>
              <a:path w="77131" h="49210">
                <a:moveTo>
                  <a:pt x="77131" y="46311"/>
                </a:moveTo>
                <a:lnTo>
                  <a:pt x="77131" y="40528"/>
                </a:lnTo>
                <a:lnTo>
                  <a:pt x="74869" y="34744"/>
                </a:lnTo>
                <a:lnTo>
                  <a:pt x="74869" y="31845"/>
                </a:lnTo>
                <a:lnTo>
                  <a:pt x="72607" y="26047"/>
                </a:lnTo>
                <a:lnTo>
                  <a:pt x="70344" y="23163"/>
                </a:lnTo>
                <a:lnTo>
                  <a:pt x="68093" y="20264"/>
                </a:lnTo>
                <a:lnTo>
                  <a:pt x="65831" y="14480"/>
                </a:lnTo>
                <a:lnTo>
                  <a:pt x="63569" y="11581"/>
                </a:lnTo>
                <a:lnTo>
                  <a:pt x="61024" y="8682"/>
                </a:lnTo>
                <a:lnTo>
                  <a:pt x="56511" y="8682"/>
                </a:lnTo>
                <a:lnTo>
                  <a:pt x="54248" y="5783"/>
                </a:lnTo>
                <a:lnTo>
                  <a:pt x="49724" y="2899"/>
                </a:lnTo>
                <a:lnTo>
                  <a:pt x="42948" y="2899"/>
                </a:lnTo>
                <a:lnTo>
                  <a:pt x="38424" y="0"/>
                </a:lnTo>
                <a:lnTo>
                  <a:pt x="36162" y="2899"/>
                </a:lnTo>
                <a:lnTo>
                  <a:pt x="27124" y="2899"/>
                </a:lnTo>
                <a:lnTo>
                  <a:pt x="24862" y="5783"/>
                </a:lnTo>
                <a:lnTo>
                  <a:pt x="20349" y="8682"/>
                </a:lnTo>
                <a:lnTo>
                  <a:pt x="18086" y="8682"/>
                </a:lnTo>
                <a:lnTo>
                  <a:pt x="15824" y="11581"/>
                </a:lnTo>
                <a:lnTo>
                  <a:pt x="11311" y="14480"/>
                </a:lnTo>
                <a:lnTo>
                  <a:pt x="9049" y="20264"/>
                </a:lnTo>
                <a:lnTo>
                  <a:pt x="6786" y="23163"/>
                </a:lnTo>
                <a:lnTo>
                  <a:pt x="4524" y="26047"/>
                </a:lnTo>
                <a:lnTo>
                  <a:pt x="4524" y="31845"/>
                </a:lnTo>
                <a:lnTo>
                  <a:pt x="2262" y="34744"/>
                </a:lnTo>
                <a:lnTo>
                  <a:pt x="2262" y="46311"/>
                </a:lnTo>
                <a:lnTo>
                  <a:pt x="0" y="49210"/>
                </a:lnTo>
                <a:lnTo>
                  <a:pt x="77131" y="49210"/>
                </a:lnTo>
                <a:lnTo>
                  <a:pt x="77131" y="4631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3" name="object 103"/>
          <p:cNvSpPr/>
          <p:nvPr/>
        </p:nvSpPr>
        <p:spPr>
          <a:xfrm>
            <a:off x="1133624" y="2923393"/>
            <a:ext cx="65820" cy="83955"/>
          </a:xfrm>
          <a:custGeom>
            <a:avLst/>
            <a:gdLst/>
            <a:ahLst/>
            <a:cxnLst/>
            <a:rect l="l" t="t" r="r" b="b"/>
            <a:pathLst>
              <a:path w="65820" h="83955">
                <a:moveTo>
                  <a:pt x="2262" y="20264"/>
                </a:moveTo>
                <a:lnTo>
                  <a:pt x="2262" y="26062"/>
                </a:lnTo>
                <a:lnTo>
                  <a:pt x="0" y="28946"/>
                </a:lnTo>
                <a:lnTo>
                  <a:pt x="0" y="55008"/>
                </a:lnTo>
                <a:lnTo>
                  <a:pt x="2262" y="57893"/>
                </a:lnTo>
                <a:lnTo>
                  <a:pt x="2262" y="60792"/>
                </a:lnTo>
                <a:lnTo>
                  <a:pt x="4524" y="66590"/>
                </a:lnTo>
                <a:lnTo>
                  <a:pt x="6775" y="69474"/>
                </a:lnTo>
                <a:lnTo>
                  <a:pt x="9037" y="72373"/>
                </a:lnTo>
                <a:lnTo>
                  <a:pt x="11299" y="75272"/>
                </a:lnTo>
                <a:lnTo>
                  <a:pt x="13562" y="78171"/>
                </a:lnTo>
                <a:lnTo>
                  <a:pt x="15824" y="78171"/>
                </a:lnTo>
                <a:lnTo>
                  <a:pt x="20337" y="81056"/>
                </a:lnTo>
                <a:lnTo>
                  <a:pt x="22599" y="81056"/>
                </a:lnTo>
                <a:lnTo>
                  <a:pt x="24862" y="83955"/>
                </a:lnTo>
                <a:lnTo>
                  <a:pt x="38424" y="83955"/>
                </a:lnTo>
                <a:lnTo>
                  <a:pt x="42937" y="81056"/>
                </a:lnTo>
                <a:lnTo>
                  <a:pt x="45199" y="81056"/>
                </a:lnTo>
                <a:lnTo>
                  <a:pt x="47462" y="78171"/>
                </a:lnTo>
                <a:lnTo>
                  <a:pt x="49724" y="78171"/>
                </a:lnTo>
                <a:lnTo>
                  <a:pt x="51975" y="75272"/>
                </a:lnTo>
                <a:lnTo>
                  <a:pt x="56782" y="72373"/>
                </a:lnTo>
                <a:lnTo>
                  <a:pt x="56782" y="69474"/>
                </a:lnTo>
                <a:lnTo>
                  <a:pt x="59044" y="66590"/>
                </a:lnTo>
                <a:lnTo>
                  <a:pt x="61307" y="60792"/>
                </a:lnTo>
                <a:lnTo>
                  <a:pt x="63558" y="57893"/>
                </a:lnTo>
                <a:lnTo>
                  <a:pt x="63558" y="55008"/>
                </a:lnTo>
                <a:lnTo>
                  <a:pt x="65820" y="49210"/>
                </a:lnTo>
                <a:lnTo>
                  <a:pt x="65820" y="31845"/>
                </a:lnTo>
                <a:lnTo>
                  <a:pt x="63558" y="28946"/>
                </a:lnTo>
                <a:lnTo>
                  <a:pt x="63558" y="26062"/>
                </a:lnTo>
                <a:lnTo>
                  <a:pt x="61307" y="20264"/>
                </a:lnTo>
                <a:lnTo>
                  <a:pt x="59044" y="17365"/>
                </a:lnTo>
                <a:lnTo>
                  <a:pt x="56782" y="14480"/>
                </a:lnTo>
                <a:lnTo>
                  <a:pt x="56782" y="11581"/>
                </a:lnTo>
                <a:lnTo>
                  <a:pt x="51975" y="8682"/>
                </a:lnTo>
                <a:lnTo>
                  <a:pt x="49724" y="5798"/>
                </a:lnTo>
                <a:lnTo>
                  <a:pt x="47462" y="5798"/>
                </a:lnTo>
                <a:lnTo>
                  <a:pt x="45199" y="2899"/>
                </a:lnTo>
                <a:lnTo>
                  <a:pt x="42937" y="0"/>
                </a:lnTo>
                <a:lnTo>
                  <a:pt x="22599" y="0"/>
                </a:lnTo>
                <a:lnTo>
                  <a:pt x="20337" y="2899"/>
                </a:lnTo>
                <a:lnTo>
                  <a:pt x="15824" y="5798"/>
                </a:lnTo>
                <a:lnTo>
                  <a:pt x="13562" y="5798"/>
                </a:lnTo>
                <a:lnTo>
                  <a:pt x="11299" y="8682"/>
                </a:lnTo>
                <a:lnTo>
                  <a:pt x="9037" y="11581"/>
                </a:lnTo>
                <a:lnTo>
                  <a:pt x="6775" y="14480"/>
                </a:lnTo>
                <a:lnTo>
                  <a:pt x="4524" y="17365"/>
                </a:lnTo>
                <a:lnTo>
                  <a:pt x="2262" y="202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4" name="object 104"/>
          <p:cNvSpPr/>
          <p:nvPr/>
        </p:nvSpPr>
        <p:spPr>
          <a:xfrm>
            <a:off x="1396068" y="2923393"/>
            <a:ext cx="65537" cy="83955"/>
          </a:xfrm>
          <a:custGeom>
            <a:avLst/>
            <a:gdLst/>
            <a:ahLst/>
            <a:cxnLst/>
            <a:rect l="l" t="t" r="r" b="b"/>
            <a:pathLst>
              <a:path w="65537" h="83955">
                <a:moveTo>
                  <a:pt x="11299" y="8682"/>
                </a:moveTo>
                <a:lnTo>
                  <a:pt x="9037" y="11581"/>
                </a:lnTo>
                <a:lnTo>
                  <a:pt x="9037" y="14480"/>
                </a:lnTo>
                <a:lnTo>
                  <a:pt x="6775" y="17365"/>
                </a:lnTo>
                <a:lnTo>
                  <a:pt x="4524" y="20264"/>
                </a:lnTo>
                <a:lnTo>
                  <a:pt x="2262" y="26062"/>
                </a:lnTo>
                <a:lnTo>
                  <a:pt x="2262" y="28946"/>
                </a:lnTo>
                <a:lnTo>
                  <a:pt x="0" y="31845"/>
                </a:lnTo>
                <a:lnTo>
                  <a:pt x="0" y="49210"/>
                </a:lnTo>
                <a:lnTo>
                  <a:pt x="2262" y="55008"/>
                </a:lnTo>
                <a:lnTo>
                  <a:pt x="2262" y="57893"/>
                </a:lnTo>
                <a:lnTo>
                  <a:pt x="4524" y="60792"/>
                </a:lnTo>
                <a:lnTo>
                  <a:pt x="6775" y="66590"/>
                </a:lnTo>
                <a:lnTo>
                  <a:pt x="9037" y="69474"/>
                </a:lnTo>
                <a:lnTo>
                  <a:pt x="9037" y="72373"/>
                </a:lnTo>
                <a:lnTo>
                  <a:pt x="11299" y="75272"/>
                </a:lnTo>
                <a:lnTo>
                  <a:pt x="15824" y="78171"/>
                </a:lnTo>
                <a:lnTo>
                  <a:pt x="18075" y="78171"/>
                </a:lnTo>
                <a:lnTo>
                  <a:pt x="20337" y="81056"/>
                </a:lnTo>
                <a:lnTo>
                  <a:pt x="22599" y="81056"/>
                </a:lnTo>
                <a:lnTo>
                  <a:pt x="27124" y="83955"/>
                </a:lnTo>
                <a:lnTo>
                  <a:pt x="40686" y="83955"/>
                </a:lnTo>
                <a:lnTo>
                  <a:pt x="42937" y="81056"/>
                </a:lnTo>
                <a:lnTo>
                  <a:pt x="45199" y="81056"/>
                </a:lnTo>
                <a:lnTo>
                  <a:pt x="49724" y="78171"/>
                </a:lnTo>
                <a:lnTo>
                  <a:pt x="51986" y="78171"/>
                </a:lnTo>
                <a:lnTo>
                  <a:pt x="54237" y="75272"/>
                </a:lnTo>
                <a:lnTo>
                  <a:pt x="56499" y="72373"/>
                </a:lnTo>
                <a:lnTo>
                  <a:pt x="58762" y="69474"/>
                </a:lnTo>
                <a:lnTo>
                  <a:pt x="61024" y="66590"/>
                </a:lnTo>
                <a:lnTo>
                  <a:pt x="63286" y="60792"/>
                </a:lnTo>
                <a:lnTo>
                  <a:pt x="63286" y="57893"/>
                </a:lnTo>
                <a:lnTo>
                  <a:pt x="65537" y="55008"/>
                </a:lnTo>
                <a:lnTo>
                  <a:pt x="65537" y="28946"/>
                </a:lnTo>
                <a:lnTo>
                  <a:pt x="63286" y="26062"/>
                </a:lnTo>
                <a:lnTo>
                  <a:pt x="63286" y="20264"/>
                </a:lnTo>
                <a:lnTo>
                  <a:pt x="61024" y="17365"/>
                </a:lnTo>
                <a:lnTo>
                  <a:pt x="58762" y="14480"/>
                </a:lnTo>
                <a:lnTo>
                  <a:pt x="56499" y="11581"/>
                </a:lnTo>
                <a:lnTo>
                  <a:pt x="54237" y="8682"/>
                </a:lnTo>
                <a:lnTo>
                  <a:pt x="51986" y="5798"/>
                </a:lnTo>
                <a:lnTo>
                  <a:pt x="49724" y="5798"/>
                </a:lnTo>
                <a:lnTo>
                  <a:pt x="45199" y="2899"/>
                </a:lnTo>
                <a:lnTo>
                  <a:pt x="42937" y="0"/>
                </a:lnTo>
                <a:lnTo>
                  <a:pt x="22599" y="0"/>
                </a:lnTo>
                <a:lnTo>
                  <a:pt x="20337" y="2899"/>
                </a:lnTo>
                <a:lnTo>
                  <a:pt x="18075" y="5798"/>
                </a:lnTo>
                <a:lnTo>
                  <a:pt x="15824" y="5798"/>
                </a:lnTo>
                <a:lnTo>
                  <a:pt x="11299" y="868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5" name="object 105"/>
          <p:cNvSpPr/>
          <p:nvPr/>
        </p:nvSpPr>
        <p:spPr>
          <a:xfrm>
            <a:off x="1144923" y="2937874"/>
            <a:ext cx="42937" cy="54994"/>
          </a:xfrm>
          <a:custGeom>
            <a:avLst/>
            <a:gdLst/>
            <a:ahLst/>
            <a:cxnLst/>
            <a:rect l="l" t="t" r="r" b="b"/>
            <a:pathLst>
              <a:path w="42937" h="54994">
                <a:moveTo>
                  <a:pt x="42937" y="26047"/>
                </a:moveTo>
                <a:lnTo>
                  <a:pt x="42937" y="20264"/>
                </a:lnTo>
                <a:lnTo>
                  <a:pt x="40675" y="17365"/>
                </a:lnTo>
                <a:lnTo>
                  <a:pt x="38424" y="11581"/>
                </a:lnTo>
                <a:lnTo>
                  <a:pt x="36162" y="5783"/>
                </a:lnTo>
                <a:lnTo>
                  <a:pt x="33899" y="2884"/>
                </a:lnTo>
                <a:lnTo>
                  <a:pt x="29375" y="0"/>
                </a:lnTo>
                <a:lnTo>
                  <a:pt x="11299" y="0"/>
                </a:lnTo>
                <a:lnTo>
                  <a:pt x="9037" y="2884"/>
                </a:lnTo>
                <a:lnTo>
                  <a:pt x="4524" y="5783"/>
                </a:lnTo>
                <a:lnTo>
                  <a:pt x="2262" y="11581"/>
                </a:lnTo>
                <a:lnTo>
                  <a:pt x="0" y="17365"/>
                </a:lnTo>
                <a:lnTo>
                  <a:pt x="0" y="37629"/>
                </a:lnTo>
                <a:lnTo>
                  <a:pt x="2262" y="43412"/>
                </a:lnTo>
                <a:lnTo>
                  <a:pt x="4524" y="46311"/>
                </a:lnTo>
                <a:lnTo>
                  <a:pt x="9037" y="52109"/>
                </a:lnTo>
                <a:lnTo>
                  <a:pt x="11299" y="52109"/>
                </a:lnTo>
                <a:lnTo>
                  <a:pt x="15824" y="54994"/>
                </a:lnTo>
                <a:lnTo>
                  <a:pt x="24862" y="54994"/>
                </a:lnTo>
                <a:lnTo>
                  <a:pt x="29375" y="52109"/>
                </a:lnTo>
                <a:lnTo>
                  <a:pt x="33899" y="52109"/>
                </a:lnTo>
                <a:lnTo>
                  <a:pt x="36162" y="46311"/>
                </a:lnTo>
                <a:lnTo>
                  <a:pt x="38424" y="43412"/>
                </a:lnTo>
                <a:lnTo>
                  <a:pt x="40675" y="37629"/>
                </a:lnTo>
                <a:lnTo>
                  <a:pt x="42937" y="31845"/>
                </a:lnTo>
                <a:lnTo>
                  <a:pt x="42937" y="2604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6" name="object 106"/>
          <p:cNvSpPr/>
          <p:nvPr/>
        </p:nvSpPr>
        <p:spPr>
          <a:xfrm>
            <a:off x="1407368" y="2937874"/>
            <a:ext cx="42937" cy="54994"/>
          </a:xfrm>
          <a:custGeom>
            <a:avLst/>
            <a:gdLst/>
            <a:ahLst/>
            <a:cxnLst/>
            <a:rect l="l" t="t" r="r" b="b"/>
            <a:pathLst>
              <a:path w="42937" h="54994">
                <a:moveTo>
                  <a:pt x="2262" y="37629"/>
                </a:moveTo>
                <a:lnTo>
                  <a:pt x="4524" y="43412"/>
                </a:lnTo>
                <a:lnTo>
                  <a:pt x="6775" y="46311"/>
                </a:lnTo>
                <a:lnTo>
                  <a:pt x="9037" y="52109"/>
                </a:lnTo>
                <a:lnTo>
                  <a:pt x="13562" y="52109"/>
                </a:lnTo>
                <a:lnTo>
                  <a:pt x="18075" y="54994"/>
                </a:lnTo>
                <a:lnTo>
                  <a:pt x="27124" y="54994"/>
                </a:lnTo>
                <a:lnTo>
                  <a:pt x="29386" y="52109"/>
                </a:lnTo>
                <a:lnTo>
                  <a:pt x="33899" y="52109"/>
                </a:lnTo>
                <a:lnTo>
                  <a:pt x="38424" y="46311"/>
                </a:lnTo>
                <a:lnTo>
                  <a:pt x="40686" y="43412"/>
                </a:lnTo>
                <a:lnTo>
                  <a:pt x="42937" y="37629"/>
                </a:lnTo>
                <a:lnTo>
                  <a:pt x="42937" y="17365"/>
                </a:lnTo>
                <a:lnTo>
                  <a:pt x="40686" y="11581"/>
                </a:lnTo>
                <a:lnTo>
                  <a:pt x="38424" y="5783"/>
                </a:lnTo>
                <a:lnTo>
                  <a:pt x="33899" y="2884"/>
                </a:lnTo>
                <a:lnTo>
                  <a:pt x="29386" y="0"/>
                </a:lnTo>
                <a:lnTo>
                  <a:pt x="13562" y="0"/>
                </a:lnTo>
                <a:lnTo>
                  <a:pt x="9037" y="2884"/>
                </a:lnTo>
                <a:lnTo>
                  <a:pt x="6775" y="5783"/>
                </a:lnTo>
                <a:lnTo>
                  <a:pt x="4524" y="11581"/>
                </a:lnTo>
                <a:lnTo>
                  <a:pt x="2262" y="17365"/>
                </a:lnTo>
                <a:lnTo>
                  <a:pt x="0" y="20264"/>
                </a:lnTo>
                <a:lnTo>
                  <a:pt x="0" y="31845"/>
                </a:lnTo>
                <a:lnTo>
                  <a:pt x="2262" y="3762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7" name="object 107"/>
          <p:cNvSpPr/>
          <p:nvPr/>
        </p:nvSpPr>
        <p:spPr>
          <a:xfrm>
            <a:off x="1149448" y="2943657"/>
            <a:ext cx="33899" cy="43427"/>
          </a:xfrm>
          <a:custGeom>
            <a:avLst/>
            <a:gdLst/>
            <a:ahLst/>
            <a:cxnLst/>
            <a:rect l="l" t="t" r="r" b="b"/>
            <a:pathLst>
              <a:path w="33899" h="43427">
                <a:moveTo>
                  <a:pt x="2250" y="28946"/>
                </a:moveTo>
                <a:lnTo>
                  <a:pt x="2250" y="34744"/>
                </a:lnTo>
                <a:lnTo>
                  <a:pt x="4513" y="37629"/>
                </a:lnTo>
                <a:lnTo>
                  <a:pt x="6775" y="37629"/>
                </a:lnTo>
                <a:lnTo>
                  <a:pt x="9037" y="40528"/>
                </a:lnTo>
                <a:lnTo>
                  <a:pt x="13550" y="43427"/>
                </a:lnTo>
                <a:lnTo>
                  <a:pt x="20337" y="43427"/>
                </a:lnTo>
                <a:lnTo>
                  <a:pt x="22599" y="40528"/>
                </a:lnTo>
                <a:lnTo>
                  <a:pt x="24850" y="37629"/>
                </a:lnTo>
                <a:lnTo>
                  <a:pt x="27113" y="37629"/>
                </a:lnTo>
                <a:lnTo>
                  <a:pt x="29375" y="34744"/>
                </a:lnTo>
                <a:lnTo>
                  <a:pt x="31637" y="28946"/>
                </a:lnTo>
                <a:lnTo>
                  <a:pt x="31637" y="26062"/>
                </a:lnTo>
                <a:lnTo>
                  <a:pt x="33899" y="20264"/>
                </a:lnTo>
                <a:lnTo>
                  <a:pt x="31637" y="17365"/>
                </a:lnTo>
                <a:lnTo>
                  <a:pt x="31637" y="14480"/>
                </a:lnTo>
                <a:lnTo>
                  <a:pt x="29375" y="8682"/>
                </a:lnTo>
                <a:lnTo>
                  <a:pt x="27113" y="5798"/>
                </a:lnTo>
                <a:lnTo>
                  <a:pt x="24850" y="2899"/>
                </a:lnTo>
                <a:lnTo>
                  <a:pt x="22599" y="2899"/>
                </a:lnTo>
                <a:lnTo>
                  <a:pt x="20337" y="0"/>
                </a:lnTo>
                <a:lnTo>
                  <a:pt x="13550" y="0"/>
                </a:lnTo>
                <a:lnTo>
                  <a:pt x="9037" y="2899"/>
                </a:lnTo>
                <a:lnTo>
                  <a:pt x="6775" y="2899"/>
                </a:lnTo>
                <a:lnTo>
                  <a:pt x="4513" y="5798"/>
                </a:lnTo>
                <a:lnTo>
                  <a:pt x="2250" y="8682"/>
                </a:lnTo>
                <a:lnTo>
                  <a:pt x="2250" y="14480"/>
                </a:lnTo>
                <a:lnTo>
                  <a:pt x="0" y="17365"/>
                </a:lnTo>
                <a:lnTo>
                  <a:pt x="0" y="26062"/>
                </a:lnTo>
                <a:lnTo>
                  <a:pt x="2250" y="2894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8" name="object 108"/>
          <p:cNvSpPr/>
          <p:nvPr/>
        </p:nvSpPr>
        <p:spPr>
          <a:xfrm>
            <a:off x="1411892" y="2943657"/>
            <a:ext cx="33899" cy="43427"/>
          </a:xfrm>
          <a:custGeom>
            <a:avLst/>
            <a:gdLst/>
            <a:ahLst/>
            <a:cxnLst/>
            <a:rect l="l" t="t" r="r" b="b"/>
            <a:pathLst>
              <a:path w="33899" h="43427">
                <a:moveTo>
                  <a:pt x="4513" y="8682"/>
                </a:moveTo>
                <a:lnTo>
                  <a:pt x="2250" y="14480"/>
                </a:lnTo>
                <a:lnTo>
                  <a:pt x="2250" y="17365"/>
                </a:lnTo>
                <a:lnTo>
                  <a:pt x="0" y="20264"/>
                </a:lnTo>
                <a:lnTo>
                  <a:pt x="2250" y="26062"/>
                </a:lnTo>
                <a:lnTo>
                  <a:pt x="2250" y="28946"/>
                </a:lnTo>
                <a:lnTo>
                  <a:pt x="4513" y="34744"/>
                </a:lnTo>
                <a:lnTo>
                  <a:pt x="6775" y="37629"/>
                </a:lnTo>
                <a:lnTo>
                  <a:pt x="9037" y="37629"/>
                </a:lnTo>
                <a:lnTo>
                  <a:pt x="11299" y="40528"/>
                </a:lnTo>
                <a:lnTo>
                  <a:pt x="13550" y="43427"/>
                </a:lnTo>
                <a:lnTo>
                  <a:pt x="20337" y="43427"/>
                </a:lnTo>
                <a:lnTo>
                  <a:pt x="22599" y="40528"/>
                </a:lnTo>
                <a:lnTo>
                  <a:pt x="27113" y="37629"/>
                </a:lnTo>
                <a:lnTo>
                  <a:pt x="29375" y="37629"/>
                </a:lnTo>
                <a:lnTo>
                  <a:pt x="31637" y="34744"/>
                </a:lnTo>
                <a:lnTo>
                  <a:pt x="31637" y="28946"/>
                </a:lnTo>
                <a:lnTo>
                  <a:pt x="33899" y="26062"/>
                </a:lnTo>
                <a:lnTo>
                  <a:pt x="33899" y="17365"/>
                </a:lnTo>
                <a:lnTo>
                  <a:pt x="31637" y="14480"/>
                </a:lnTo>
                <a:lnTo>
                  <a:pt x="31637" y="8682"/>
                </a:lnTo>
                <a:lnTo>
                  <a:pt x="29375" y="5798"/>
                </a:lnTo>
                <a:lnTo>
                  <a:pt x="27113" y="2899"/>
                </a:lnTo>
                <a:lnTo>
                  <a:pt x="22599" y="2899"/>
                </a:lnTo>
                <a:lnTo>
                  <a:pt x="20337" y="0"/>
                </a:lnTo>
                <a:lnTo>
                  <a:pt x="13550" y="0"/>
                </a:lnTo>
                <a:lnTo>
                  <a:pt x="11299" y="2899"/>
                </a:lnTo>
                <a:lnTo>
                  <a:pt x="9037" y="2899"/>
                </a:lnTo>
                <a:lnTo>
                  <a:pt x="6775" y="5798"/>
                </a:lnTo>
                <a:lnTo>
                  <a:pt x="4513" y="868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9" name="object 109"/>
          <p:cNvSpPr/>
          <p:nvPr/>
        </p:nvSpPr>
        <p:spPr>
          <a:xfrm>
            <a:off x="1203968" y="2974061"/>
            <a:ext cx="187575" cy="0"/>
          </a:xfrm>
          <a:custGeom>
            <a:avLst/>
            <a:gdLst/>
            <a:ahLst/>
            <a:cxnLst/>
            <a:rect l="l" t="t" r="r" b="b"/>
            <a:pathLst>
              <a:path w="187575" h="0">
                <a:moveTo>
                  <a:pt x="0" y="0"/>
                </a:moveTo>
                <a:lnTo>
                  <a:pt x="187575" y="0"/>
                </a:lnTo>
              </a:path>
            </a:pathLst>
          </a:custGeom>
          <a:ln w="995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0" name="object 110"/>
          <p:cNvSpPr/>
          <p:nvPr/>
        </p:nvSpPr>
        <p:spPr>
          <a:xfrm>
            <a:off x="1095199" y="2801447"/>
            <a:ext cx="407093" cy="162474"/>
          </a:xfrm>
          <a:custGeom>
            <a:avLst/>
            <a:gdLst/>
            <a:ahLst/>
            <a:cxnLst/>
            <a:rect l="l" t="t" r="r" b="b"/>
            <a:pathLst>
              <a:path w="407093" h="162474">
                <a:moveTo>
                  <a:pt x="11299" y="162474"/>
                </a:moveTo>
                <a:lnTo>
                  <a:pt x="31637" y="162474"/>
                </a:lnTo>
                <a:lnTo>
                  <a:pt x="33899" y="159575"/>
                </a:lnTo>
                <a:lnTo>
                  <a:pt x="33899" y="148008"/>
                </a:lnTo>
                <a:lnTo>
                  <a:pt x="36162" y="145109"/>
                </a:lnTo>
                <a:lnTo>
                  <a:pt x="36162" y="139311"/>
                </a:lnTo>
                <a:lnTo>
                  <a:pt x="38424" y="136427"/>
                </a:lnTo>
                <a:lnTo>
                  <a:pt x="40686" y="133528"/>
                </a:lnTo>
                <a:lnTo>
                  <a:pt x="42948" y="127744"/>
                </a:lnTo>
                <a:lnTo>
                  <a:pt x="47462" y="124845"/>
                </a:lnTo>
                <a:lnTo>
                  <a:pt x="49724" y="121946"/>
                </a:lnTo>
                <a:lnTo>
                  <a:pt x="51986" y="121946"/>
                </a:lnTo>
                <a:lnTo>
                  <a:pt x="56499" y="119047"/>
                </a:lnTo>
                <a:lnTo>
                  <a:pt x="58762" y="116163"/>
                </a:lnTo>
                <a:lnTo>
                  <a:pt x="63286" y="116163"/>
                </a:lnTo>
                <a:lnTo>
                  <a:pt x="58762" y="69474"/>
                </a:lnTo>
                <a:lnTo>
                  <a:pt x="95207" y="14480"/>
                </a:lnTo>
                <a:lnTo>
                  <a:pt x="90399" y="0"/>
                </a:lnTo>
                <a:lnTo>
                  <a:pt x="76848" y="0"/>
                </a:lnTo>
                <a:lnTo>
                  <a:pt x="74586" y="2899"/>
                </a:lnTo>
                <a:lnTo>
                  <a:pt x="72324" y="2899"/>
                </a:lnTo>
                <a:lnTo>
                  <a:pt x="72324" y="5783"/>
                </a:lnTo>
                <a:lnTo>
                  <a:pt x="70062" y="5783"/>
                </a:lnTo>
                <a:lnTo>
                  <a:pt x="67799" y="8682"/>
                </a:lnTo>
                <a:lnTo>
                  <a:pt x="67799" y="11581"/>
                </a:lnTo>
                <a:lnTo>
                  <a:pt x="81362" y="11581"/>
                </a:lnTo>
                <a:lnTo>
                  <a:pt x="79099" y="14480"/>
                </a:lnTo>
                <a:lnTo>
                  <a:pt x="76848" y="17365"/>
                </a:lnTo>
                <a:lnTo>
                  <a:pt x="74586" y="20264"/>
                </a:lnTo>
                <a:lnTo>
                  <a:pt x="70062" y="23163"/>
                </a:lnTo>
                <a:lnTo>
                  <a:pt x="67799" y="28946"/>
                </a:lnTo>
                <a:lnTo>
                  <a:pt x="63286" y="31845"/>
                </a:lnTo>
                <a:lnTo>
                  <a:pt x="58762" y="37629"/>
                </a:lnTo>
                <a:lnTo>
                  <a:pt x="56499" y="40528"/>
                </a:lnTo>
                <a:lnTo>
                  <a:pt x="51986" y="46326"/>
                </a:lnTo>
                <a:lnTo>
                  <a:pt x="49724" y="49210"/>
                </a:lnTo>
                <a:lnTo>
                  <a:pt x="47462" y="52109"/>
                </a:lnTo>
                <a:lnTo>
                  <a:pt x="42948" y="57893"/>
                </a:lnTo>
                <a:lnTo>
                  <a:pt x="40686" y="60792"/>
                </a:lnTo>
                <a:lnTo>
                  <a:pt x="38424" y="60792"/>
                </a:lnTo>
                <a:lnTo>
                  <a:pt x="38424" y="63691"/>
                </a:lnTo>
                <a:lnTo>
                  <a:pt x="36162" y="63691"/>
                </a:lnTo>
                <a:lnTo>
                  <a:pt x="33899" y="66590"/>
                </a:lnTo>
                <a:lnTo>
                  <a:pt x="33899" y="69474"/>
                </a:lnTo>
                <a:lnTo>
                  <a:pt x="31637" y="72373"/>
                </a:lnTo>
                <a:lnTo>
                  <a:pt x="31637" y="75635"/>
                </a:lnTo>
                <a:lnTo>
                  <a:pt x="29386" y="78519"/>
                </a:lnTo>
                <a:lnTo>
                  <a:pt x="29386" y="87216"/>
                </a:lnTo>
                <a:lnTo>
                  <a:pt x="9037" y="87216"/>
                </a:lnTo>
                <a:lnTo>
                  <a:pt x="9037" y="119047"/>
                </a:lnTo>
                <a:lnTo>
                  <a:pt x="4524" y="119047"/>
                </a:lnTo>
                <a:lnTo>
                  <a:pt x="4524" y="121946"/>
                </a:lnTo>
                <a:lnTo>
                  <a:pt x="2262" y="121946"/>
                </a:lnTo>
                <a:lnTo>
                  <a:pt x="2262" y="124845"/>
                </a:lnTo>
                <a:lnTo>
                  <a:pt x="0" y="124845"/>
                </a:lnTo>
                <a:lnTo>
                  <a:pt x="0" y="159575"/>
                </a:lnTo>
                <a:lnTo>
                  <a:pt x="2262" y="159575"/>
                </a:lnTo>
                <a:lnTo>
                  <a:pt x="2262" y="162474"/>
                </a:lnTo>
                <a:lnTo>
                  <a:pt x="11299" y="162474"/>
                </a:lnTo>
                <a:close/>
              </a:path>
              <a:path w="407093" h="162474">
                <a:moveTo>
                  <a:pt x="70062" y="113264"/>
                </a:moveTo>
                <a:lnTo>
                  <a:pt x="74586" y="116163"/>
                </a:lnTo>
                <a:lnTo>
                  <a:pt x="81362" y="116163"/>
                </a:lnTo>
                <a:lnTo>
                  <a:pt x="85886" y="119047"/>
                </a:lnTo>
                <a:lnTo>
                  <a:pt x="88148" y="121946"/>
                </a:lnTo>
                <a:lnTo>
                  <a:pt x="92662" y="121946"/>
                </a:lnTo>
                <a:lnTo>
                  <a:pt x="95207" y="124845"/>
                </a:lnTo>
                <a:lnTo>
                  <a:pt x="97469" y="127744"/>
                </a:lnTo>
                <a:lnTo>
                  <a:pt x="99731" y="133528"/>
                </a:lnTo>
                <a:lnTo>
                  <a:pt x="101982" y="136427"/>
                </a:lnTo>
                <a:lnTo>
                  <a:pt x="104244" y="139311"/>
                </a:lnTo>
                <a:lnTo>
                  <a:pt x="106507" y="145109"/>
                </a:lnTo>
                <a:lnTo>
                  <a:pt x="106507" y="148008"/>
                </a:lnTo>
                <a:lnTo>
                  <a:pt x="108769" y="153792"/>
                </a:lnTo>
                <a:lnTo>
                  <a:pt x="108769" y="162474"/>
                </a:lnTo>
                <a:lnTo>
                  <a:pt x="160744" y="162474"/>
                </a:lnTo>
                <a:lnTo>
                  <a:pt x="156231" y="69474"/>
                </a:lnTo>
                <a:lnTo>
                  <a:pt x="151706" y="69474"/>
                </a:lnTo>
                <a:lnTo>
                  <a:pt x="156231" y="69474"/>
                </a:lnTo>
                <a:lnTo>
                  <a:pt x="156231" y="0"/>
                </a:lnTo>
                <a:lnTo>
                  <a:pt x="90399" y="0"/>
                </a:lnTo>
                <a:lnTo>
                  <a:pt x="95207" y="14480"/>
                </a:lnTo>
                <a:lnTo>
                  <a:pt x="147182" y="14480"/>
                </a:lnTo>
                <a:lnTo>
                  <a:pt x="149444" y="69474"/>
                </a:lnTo>
                <a:lnTo>
                  <a:pt x="58762" y="69474"/>
                </a:lnTo>
                <a:lnTo>
                  <a:pt x="63286" y="116163"/>
                </a:lnTo>
                <a:lnTo>
                  <a:pt x="67799" y="116163"/>
                </a:lnTo>
                <a:lnTo>
                  <a:pt x="70062" y="113264"/>
                </a:lnTo>
                <a:close/>
              </a:path>
              <a:path w="407093" h="162474">
                <a:moveTo>
                  <a:pt x="226293" y="14480"/>
                </a:moveTo>
                <a:lnTo>
                  <a:pt x="242106" y="14480"/>
                </a:lnTo>
                <a:lnTo>
                  <a:pt x="239844" y="11581"/>
                </a:lnTo>
                <a:lnTo>
                  <a:pt x="237593" y="8682"/>
                </a:lnTo>
                <a:lnTo>
                  <a:pt x="235331" y="5783"/>
                </a:lnTo>
                <a:lnTo>
                  <a:pt x="230806" y="2899"/>
                </a:lnTo>
                <a:lnTo>
                  <a:pt x="228544" y="0"/>
                </a:lnTo>
                <a:lnTo>
                  <a:pt x="226293" y="0"/>
                </a:lnTo>
                <a:lnTo>
                  <a:pt x="226293" y="26062"/>
                </a:lnTo>
                <a:lnTo>
                  <a:pt x="262444" y="69474"/>
                </a:lnTo>
                <a:lnTo>
                  <a:pt x="271052" y="66082"/>
                </a:lnTo>
                <a:lnTo>
                  <a:pt x="226293" y="14480"/>
                </a:lnTo>
                <a:close/>
              </a:path>
              <a:path w="407093" h="162474">
                <a:moveTo>
                  <a:pt x="224031" y="0"/>
                </a:moveTo>
                <a:lnTo>
                  <a:pt x="226293" y="69474"/>
                </a:lnTo>
                <a:lnTo>
                  <a:pt x="226293" y="0"/>
                </a:lnTo>
                <a:lnTo>
                  <a:pt x="224031" y="0"/>
                </a:lnTo>
                <a:close/>
              </a:path>
              <a:path w="407093" h="162474">
                <a:moveTo>
                  <a:pt x="187869" y="14480"/>
                </a:moveTo>
                <a:lnTo>
                  <a:pt x="217244" y="14480"/>
                </a:lnTo>
                <a:lnTo>
                  <a:pt x="224031" y="69474"/>
                </a:lnTo>
                <a:lnTo>
                  <a:pt x="160744" y="69474"/>
                </a:lnTo>
                <a:lnTo>
                  <a:pt x="167531" y="162474"/>
                </a:lnTo>
                <a:lnTo>
                  <a:pt x="296344" y="162474"/>
                </a:lnTo>
                <a:lnTo>
                  <a:pt x="296344" y="153792"/>
                </a:lnTo>
                <a:lnTo>
                  <a:pt x="298606" y="148008"/>
                </a:lnTo>
                <a:lnTo>
                  <a:pt x="298606" y="145109"/>
                </a:lnTo>
                <a:lnTo>
                  <a:pt x="300868" y="139311"/>
                </a:lnTo>
                <a:lnTo>
                  <a:pt x="303131" y="136427"/>
                </a:lnTo>
                <a:lnTo>
                  <a:pt x="305393" y="133528"/>
                </a:lnTo>
                <a:lnTo>
                  <a:pt x="307644" y="127744"/>
                </a:lnTo>
                <a:lnTo>
                  <a:pt x="309906" y="124845"/>
                </a:lnTo>
                <a:lnTo>
                  <a:pt x="312168" y="121946"/>
                </a:lnTo>
                <a:lnTo>
                  <a:pt x="316693" y="121946"/>
                </a:lnTo>
                <a:lnTo>
                  <a:pt x="318944" y="119047"/>
                </a:lnTo>
                <a:lnTo>
                  <a:pt x="323468" y="116163"/>
                </a:lnTo>
                <a:lnTo>
                  <a:pt x="330244" y="116163"/>
                </a:lnTo>
                <a:lnTo>
                  <a:pt x="334768" y="113264"/>
                </a:lnTo>
                <a:lnTo>
                  <a:pt x="337031" y="116163"/>
                </a:lnTo>
                <a:lnTo>
                  <a:pt x="346068" y="116163"/>
                </a:lnTo>
                <a:lnTo>
                  <a:pt x="348331" y="119047"/>
                </a:lnTo>
                <a:lnTo>
                  <a:pt x="352855" y="121946"/>
                </a:lnTo>
                <a:lnTo>
                  <a:pt x="355106" y="121946"/>
                </a:lnTo>
                <a:lnTo>
                  <a:pt x="357368" y="124845"/>
                </a:lnTo>
                <a:lnTo>
                  <a:pt x="361893" y="127744"/>
                </a:lnTo>
                <a:lnTo>
                  <a:pt x="364155" y="133528"/>
                </a:lnTo>
                <a:lnTo>
                  <a:pt x="366406" y="136427"/>
                </a:lnTo>
                <a:lnTo>
                  <a:pt x="368668" y="139311"/>
                </a:lnTo>
                <a:lnTo>
                  <a:pt x="368668" y="145109"/>
                </a:lnTo>
                <a:lnTo>
                  <a:pt x="370930" y="148008"/>
                </a:lnTo>
                <a:lnTo>
                  <a:pt x="370930" y="159575"/>
                </a:lnTo>
                <a:lnTo>
                  <a:pt x="373193" y="162474"/>
                </a:lnTo>
                <a:lnTo>
                  <a:pt x="400306" y="153792"/>
                </a:lnTo>
                <a:lnTo>
                  <a:pt x="400306" y="148008"/>
                </a:lnTo>
                <a:lnTo>
                  <a:pt x="404830" y="148008"/>
                </a:lnTo>
                <a:lnTo>
                  <a:pt x="404830" y="145109"/>
                </a:lnTo>
                <a:lnTo>
                  <a:pt x="407093" y="145109"/>
                </a:lnTo>
                <a:lnTo>
                  <a:pt x="407093" y="121946"/>
                </a:lnTo>
                <a:lnTo>
                  <a:pt x="404830" y="119047"/>
                </a:lnTo>
                <a:lnTo>
                  <a:pt x="402568" y="116163"/>
                </a:lnTo>
                <a:lnTo>
                  <a:pt x="398055" y="116163"/>
                </a:lnTo>
                <a:lnTo>
                  <a:pt x="398055" y="101682"/>
                </a:lnTo>
                <a:lnTo>
                  <a:pt x="395793" y="98783"/>
                </a:lnTo>
                <a:lnTo>
                  <a:pt x="393530" y="95899"/>
                </a:lnTo>
                <a:lnTo>
                  <a:pt x="386755" y="93000"/>
                </a:lnTo>
                <a:lnTo>
                  <a:pt x="382230" y="90101"/>
                </a:lnTo>
                <a:lnTo>
                  <a:pt x="373193" y="87216"/>
                </a:lnTo>
                <a:lnTo>
                  <a:pt x="366406" y="84317"/>
                </a:lnTo>
                <a:lnTo>
                  <a:pt x="357368" y="81418"/>
                </a:lnTo>
                <a:lnTo>
                  <a:pt x="348331" y="78519"/>
                </a:lnTo>
                <a:lnTo>
                  <a:pt x="337031" y="75635"/>
                </a:lnTo>
                <a:lnTo>
                  <a:pt x="327993" y="72373"/>
                </a:lnTo>
                <a:lnTo>
                  <a:pt x="321206" y="69474"/>
                </a:lnTo>
                <a:lnTo>
                  <a:pt x="312168" y="66590"/>
                </a:lnTo>
                <a:lnTo>
                  <a:pt x="305393" y="63691"/>
                </a:lnTo>
                <a:lnTo>
                  <a:pt x="298606" y="60792"/>
                </a:lnTo>
                <a:lnTo>
                  <a:pt x="294093" y="60792"/>
                </a:lnTo>
                <a:lnTo>
                  <a:pt x="291831" y="57893"/>
                </a:lnTo>
                <a:lnTo>
                  <a:pt x="271052" y="66082"/>
                </a:lnTo>
                <a:lnTo>
                  <a:pt x="271493" y="66590"/>
                </a:lnTo>
                <a:lnTo>
                  <a:pt x="262444" y="69474"/>
                </a:lnTo>
                <a:lnTo>
                  <a:pt x="233069" y="69474"/>
                </a:lnTo>
                <a:lnTo>
                  <a:pt x="226293" y="26062"/>
                </a:lnTo>
                <a:lnTo>
                  <a:pt x="226293" y="0"/>
                </a:lnTo>
                <a:lnTo>
                  <a:pt x="226293" y="69474"/>
                </a:lnTo>
                <a:lnTo>
                  <a:pt x="230806" y="69474"/>
                </a:lnTo>
                <a:lnTo>
                  <a:pt x="226293" y="69474"/>
                </a:lnTo>
                <a:lnTo>
                  <a:pt x="224031" y="0"/>
                </a:lnTo>
                <a:lnTo>
                  <a:pt x="181082" y="0"/>
                </a:lnTo>
                <a:lnTo>
                  <a:pt x="176569" y="14480"/>
                </a:lnTo>
                <a:lnTo>
                  <a:pt x="187869" y="14480"/>
                </a:lnTo>
                <a:close/>
              </a:path>
              <a:path w="407093" h="162474">
                <a:moveTo>
                  <a:pt x="174306" y="0"/>
                </a:moveTo>
                <a:lnTo>
                  <a:pt x="156231" y="0"/>
                </a:lnTo>
                <a:lnTo>
                  <a:pt x="156231" y="69474"/>
                </a:lnTo>
                <a:lnTo>
                  <a:pt x="160744" y="162474"/>
                </a:lnTo>
                <a:lnTo>
                  <a:pt x="167531" y="162474"/>
                </a:lnTo>
                <a:lnTo>
                  <a:pt x="160744" y="69474"/>
                </a:lnTo>
                <a:lnTo>
                  <a:pt x="156231" y="14480"/>
                </a:lnTo>
                <a:lnTo>
                  <a:pt x="176569" y="14480"/>
                </a:lnTo>
                <a:lnTo>
                  <a:pt x="181082" y="0"/>
                </a:lnTo>
                <a:lnTo>
                  <a:pt x="17430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1" name="object 111"/>
          <p:cNvSpPr/>
          <p:nvPr/>
        </p:nvSpPr>
        <p:spPr>
          <a:xfrm>
            <a:off x="1330530" y="2815927"/>
            <a:ext cx="56499" cy="46311"/>
          </a:xfrm>
          <a:custGeom>
            <a:avLst/>
            <a:gdLst/>
            <a:ahLst/>
            <a:cxnLst/>
            <a:rect l="l" t="t" r="r" b="b"/>
            <a:pathLst>
              <a:path w="56499" h="46311">
                <a:moveTo>
                  <a:pt x="6775" y="0"/>
                </a:moveTo>
                <a:lnTo>
                  <a:pt x="0" y="0"/>
                </a:lnTo>
                <a:lnTo>
                  <a:pt x="51975" y="46311"/>
                </a:lnTo>
                <a:lnTo>
                  <a:pt x="56499" y="43412"/>
                </a:lnTo>
                <a:lnTo>
                  <a:pt x="67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2" name="object 112"/>
          <p:cNvSpPr/>
          <p:nvPr/>
        </p:nvSpPr>
        <p:spPr>
          <a:xfrm>
            <a:off x="1104237" y="2815927"/>
            <a:ext cx="63286" cy="66938"/>
          </a:xfrm>
          <a:custGeom>
            <a:avLst/>
            <a:gdLst/>
            <a:ahLst/>
            <a:cxnLst/>
            <a:rect l="l" t="t" r="r" b="b"/>
            <a:pathLst>
              <a:path w="63286" h="66938">
                <a:moveTo>
                  <a:pt x="15824" y="64039"/>
                </a:moveTo>
                <a:lnTo>
                  <a:pt x="15824" y="61154"/>
                </a:lnTo>
                <a:lnTo>
                  <a:pt x="18086" y="61154"/>
                </a:lnTo>
                <a:lnTo>
                  <a:pt x="18086" y="57893"/>
                </a:lnTo>
                <a:lnTo>
                  <a:pt x="20349" y="54994"/>
                </a:lnTo>
                <a:lnTo>
                  <a:pt x="20349" y="52109"/>
                </a:lnTo>
                <a:lnTo>
                  <a:pt x="22599" y="52109"/>
                </a:lnTo>
                <a:lnTo>
                  <a:pt x="22599" y="49210"/>
                </a:lnTo>
                <a:lnTo>
                  <a:pt x="24862" y="46311"/>
                </a:lnTo>
                <a:lnTo>
                  <a:pt x="27124" y="46311"/>
                </a:lnTo>
                <a:lnTo>
                  <a:pt x="29386" y="43412"/>
                </a:lnTo>
                <a:lnTo>
                  <a:pt x="31648" y="40528"/>
                </a:lnTo>
                <a:lnTo>
                  <a:pt x="33911" y="37629"/>
                </a:lnTo>
                <a:lnTo>
                  <a:pt x="36162" y="31845"/>
                </a:lnTo>
                <a:lnTo>
                  <a:pt x="40686" y="28946"/>
                </a:lnTo>
                <a:lnTo>
                  <a:pt x="42948" y="26047"/>
                </a:lnTo>
                <a:lnTo>
                  <a:pt x="47462" y="23148"/>
                </a:lnTo>
                <a:lnTo>
                  <a:pt x="49724" y="17365"/>
                </a:lnTo>
                <a:lnTo>
                  <a:pt x="51986" y="14466"/>
                </a:lnTo>
                <a:lnTo>
                  <a:pt x="56511" y="11581"/>
                </a:lnTo>
                <a:lnTo>
                  <a:pt x="58762" y="5783"/>
                </a:lnTo>
                <a:lnTo>
                  <a:pt x="61024" y="2884"/>
                </a:lnTo>
                <a:lnTo>
                  <a:pt x="63286" y="0"/>
                </a:lnTo>
                <a:lnTo>
                  <a:pt x="56511" y="0"/>
                </a:lnTo>
                <a:lnTo>
                  <a:pt x="51986" y="2884"/>
                </a:lnTo>
                <a:lnTo>
                  <a:pt x="49724" y="5783"/>
                </a:lnTo>
                <a:lnTo>
                  <a:pt x="47462" y="11581"/>
                </a:lnTo>
                <a:lnTo>
                  <a:pt x="42948" y="14466"/>
                </a:lnTo>
                <a:lnTo>
                  <a:pt x="38424" y="17365"/>
                </a:lnTo>
                <a:lnTo>
                  <a:pt x="36162" y="23148"/>
                </a:lnTo>
                <a:lnTo>
                  <a:pt x="31648" y="26047"/>
                </a:lnTo>
                <a:lnTo>
                  <a:pt x="29386" y="28946"/>
                </a:lnTo>
                <a:lnTo>
                  <a:pt x="24862" y="31845"/>
                </a:lnTo>
                <a:lnTo>
                  <a:pt x="20349" y="37629"/>
                </a:lnTo>
                <a:lnTo>
                  <a:pt x="18086" y="40528"/>
                </a:lnTo>
                <a:lnTo>
                  <a:pt x="15824" y="43412"/>
                </a:lnTo>
                <a:lnTo>
                  <a:pt x="13562" y="46311"/>
                </a:lnTo>
                <a:lnTo>
                  <a:pt x="11299" y="46311"/>
                </a:lnTo>
                <a:lnTo>
                  <a:pt x="9049" y="49210"/>
                </a:lnTo>
                <a:lnTo>
                  <a:pt x="6786" y="52109"/>
                </a:lnTo>
                <a:lnTo>
                  <a:pt x="4524" y="54994"/>
                </a:lnTo>
                <a:lnTo>
                  <a:pt x="4524" y="57893"/>
                </a:lnTo>
                <a:lnTo>
                  <a:pt x="2262" y="61154"/>
                </a:lnTo>
                <a:lnTo>
                  <a:pt x="2262" y="64039"/>
                </a:lnTo>
                <a:lnTo>
                  <a:pt x="0" y="66938"/>
                </a:lnTo>
                <a:lnTo>
                  <a:pt x="15824" y="66938"/>
                </a:lnTo>
                <a:lnTo>
                  <a:pt x="15824" y="6403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3" name="object 113"/>
          <p:cNvSpPr/>
          <p:nvPr/>
        </p:nvSpPr>
        <p:spPr>
          <a:xfrm>
            <a:off x="1203968" y="2966820"/>
            <a:ext cx="187575" cy="0"/>
          </a:xfrm>
          <a:custGeom>
            <a:avLst/>
            <a:gdLst/>
            <a:ahLst/>
            <a:cxnLst/>
            <a:rect l="l" t="t" r="r" b="b"/>
            <a:pathLst>
              <a:path w="187575" h="0">
                <a:moveTo>
                  <a:pt x="0" y="0"/>
                </a:moveTo>
                <a:lnTo>
                  <a:pt x="187575" y="0"/>
                </a:lnTo>
              </a:path>
            </a:pathLst>
          </a:custGeom>
          <a:ln w="7068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4" name="object 114"/>
          <p:cNvSpPr/>
          <p:nvPr/>
        </p:nvSpPr>
        <p:spPr>
          <a:xfrm>
            <a:off x="1203968" y="2929191"/>
            <a:ext cx="187575" cy="5783"/>
          </a:xfrm>
          <a:custGeom>
            <a:avLst/>
            <a:gdLst/>
            <a:ahLst/>
            <a:cxnLst/>
            <a:rect l="l" t="t" r="r" b="b"/>
            <a:pathLst>
              <a:path w="187575" h="5783">
                <a:moveTo>
                  <a:pt x="187575" y="5783"/>
                </a:moveTo>
                <a:lnTo>
                  <a:pt x="0" y="0"/>
                </a:lnTo>
                <a:lnTo>
                  <a:pt x="0" y="5783"/>
                </a:lnTo>
                <a:lnTo>
                  <a:pt x="187575" y="578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5" name="object 115"/>
          <p:cNvSpPr/>
          <p:nvPr/>
        </p:nvSpPr>
        <p:spPr>
          <a:xfrm>
            <a:off x="1133624" y="2903129"/>
            <a:ext cx="325731" cy="31845"/>
          </a:xfrm>
          <a:custGeom>
            <a:avLst/>
            <a:gdLst/>
            <a:ahLst/>
            <a:cxnLst/>
            <a:rect l="l" t="t" r="r" b="b"/>
            <a:pathLst>
              <a:path w="325731" h="31845">
                <a:moveTo>
                  <a:pt x="4524" y="11581"/>
                </a:moveTo>
                <a:lnTo>
                  <a:pt x="0" y="14480"/>
                </a:lnTo>
                <a:lnTo>
                  <a:pt x="11299" y="14480"/>
                </a:lnTo>
                <a:lnTo>
                  <a:pt x="13562" y="11581"/>
                </a:lnTo>
                <a:lnTo>
                  <a:pt x="15824" y="8682"/>
                </a:lnTo>
                <a:lnTo>
                  <a:pt x="18075" y="8682"/>
                </a:lnTo>
                <a:lnTo>
                  <a:pt x="22599" y="5798"/>
                </a:lnTo>
                <a:lnTo>
                  <a:pt x="40675" y="5798"/>
                </a:lnTo>
                <a:lnTo>
                  <a:pt x="42937" y="8682"/>
                </a:lnTo>
                <a:lnTo>
                  <a:pt x="49724" y="8682"/>
                </a:lnTo>
                <a:lnTo>
                  <a:pt x="51975" y="11581"/>
                </a:lnTo>
                <a:lnTo>
                  <a:pt x="54237" y="11581"/>
                </a:lnTo>
                <a:lnTo>
                  <a:pt x="56782" y="14480"/>
                </a:lnTo>
                <a:lnTo>
                  <a:pt x="59044" y="17365"/>
                </a:lnTo>
                <a:lnTo>
                  <a:pt x="61307" y="17365"/>
                </a:lnTo>
                <a:lnTo>
                  <a:pt x="63558" y="20264"/>
                </a:lnTo>
                <a:lnTo>
                  <a:pt x="63558" y="23163"/>
                </a:lnTo>
                <a:lnTo>
                  <a:pt x="65820" y="26062"/>
                </a:lnTo>
                <a:lnTo>
                  <a:pt x="68082" y="28946"/>
                </a:lnTo>
                <a:lnTo>
                  <a:pt x="70344" y="31845"/>
                </a:lnTo>
                <a:lnTo>
                  <a:pt x="70344" y="26062"/>
                </a:lnTo>
                <a:lnTo>
                  <a:pt x="257919" y="31845"/>
                </a:lnTo>
                <a:lnTo>
                  <a:pt x="260182" y="28946"/>
                </a:lnTo>
                <a:lnTo>
                  <a:pt x="262444" y="26062"/>
                </a:lnTo>
                <a:lnTo>
                  <a:pt x="262444" y="23163"/>
                </a:lnTo>
                <a:lnTo>
                  <a:pt x="264706" y="20264"/>
                </a:lnTo>
                <a:lnTo>
                  <a:pt x="266968" y="17365"/>
                </a:lnTo>
                <a:lnTo>
                  <a:pt x="269219" y="17365"/>
                </a:lnTo>
                <a:lnTo>
                  <a:pt x="271482" y="14480"/>
                </a:lnTo>
                <a:lnTo>
                  <a:pt x="273744" y="11581"/>
                </a:lnTo>
                <a:lnTo>
                  <a:pt x="276006" y="11581"/>
                </a:lnTo>
                <a:lnTo>
                  <a:pt x="278268" y="8682"/>
                </a:lnTo>
                <a:lnTo>
                  <a:pt x="285044" y="8682"/>
                </a:lnTo>
                <a:lnTo>
                  <a:pt x="287306" y="5798"/>
                </a:lnTo>
                <a:lnTo>
                  <a:pt x="307644" y="5798"/>
                </a:lnTo>
                <a:lnTo>
                  <a:pt x="309906" y="8682"/>
                </a:lnTo>
                <a:lnTo>
                  <a:pt x="312168" y="8682"/>
                </a:lnTo>
                <a:lnTo>
                  <a:pt x="314431" y="11581"/>
                </a:lnTo>
                <a:lnTo>
                  <a:pt x="316682" y="11581"/>
                </a:lnTo>
                <a:lnTo>
                  <a:pt x="325731" y="14480"/>
                </a:lnTo>
                <a:lnTo>
                  <a:pt x="323468" y="11581"/>
                </a:lnTo>
                <a:lnTo>
                  <a:pt x="318944" y="8682"/>
                </a:lnTo>
                <a:lnTo>
                  <a:pt x="316682" y="5798"/>
                </a:lnTo>
                <a:lnTo>
                  <a:pt x="312168" y="2899"/>
                </a:lnTo>
                <a:lnTo>
                  <a:pt x="307644" y="2899"/>
                </a:lnTo>
                <a:lnTo>
                  <a:pt x="303131" y="0"/>
                </a:lnTo>
                <a:lnTo>
                  <a:pt x="285044" y="0"/>
                </a:lnTo>
                <a:lnTo>
                  <a:pt x="280519" y="2899"/>
                </a:lnTo>
                <a:lnTo>
                  <a:pt x="278268" y="2899"/>
                </a:lnTo>
                <a:lnTo>
                  <a:pt x="276006" y="5798"/>
                </a:lnTo>
                <a:lnTo>
                  <a:pt x="273744" y="5798"/>
                </a:lnTo>
                <a:lnTo>
                  <a:pt x="271482" y="8682"/>
                </a:lnTo>
                <a:lnTo>
                  <a:pt x="269219" y="8682"/>
                </a:lnTo>
                <a:lnTo>
                  <a:pt x="266968" y="11581"/>
                </a:lnTo>
                <a:lnTo>
                  <a:pt x="264706" y="14480"/>
                </a:lnTo>
                <a:lnTo>
                  <a:pt x="262444" y="17365"/>
                </a:lnTo>
                <a:lnTo>
                  <a:pt x="260182" y="20264"/>
                </a:lnTo>
                <a:lnTo>
                  <a:pt x="257919" y="23163"/>
                </a:lnTo>
                <a:lnTo>
                  <a:pt x="255668" y="26062"/>
                </a:lnTo>
                <a:lnTo>
                  <a:pt x="72607" y="26062"/>
                </a:lnTo>
                <a:lnTo>
                  <a:pt x="70344" y="23163"/>
                </a:lnTo>
                <a:lnTo>
                  <a:pt x="68082" y="20264"/>
                </a:lnTo>
                <a:lnTo>
                  <a:pt x="65820" y="17365"/>
                </a:lnTo>
                <a:lnTo>
                  <a:pt x="63558" y="14480"/>
                </a:lnTo>
                <a:lnTo>
                  <a:pt x="61307" y="11581"/>
                </a:lnTo>
                <a:lnTo>
                  <a:pt x="59044" y="8682"/>
                </a:lnTo>
                <a:lnTo>
                  <a:pt x="56782" y="8682"/>
                </a:lnTo>
                <a:lnTo>
                  <a:pt x="54237" y="5798"/>
                </a:lnTo>
                <a:lnTo>
                  <a:pt x="51975" y="5798"/>
                </a:lnTo>
                <a:lnTo>
                  <a:pt x="49724" y="2899"/>
                </a:lnTo>
                <a:lnTo>
                  <a:pt x="47462" y="2899"/>
                </a:lnTo>
                <a:lnTo>
                  <a:pt x="42937" y="0"/>
                </a:lnTo>
                <a:lnTo>
                  <a:pt x="22599" y="0"/>
                </a:lnTo>
                <a:lnTo>
                  <a:pt x="18075" y="2899"/>
                </a:lnTo>
                <a:lnTo>
                  <a:pt x="15824" y="2899"/>
                </a:lnTo>
                <a:lnTo>
                  <a:pt x="11299" y="5798"/>
                </a:lnTo>
                <a:lnTo>
                  <a:pt x="6775" y="8682"/>
                </a:lnTo>
                <a:lnTo>
                  <a:pt x="4524" y="1158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6" name="object 116"/>
          <p:cNvSpPr/>
          <p:nvPr/>
        </p:nvSpPr>
        <p:spPr>
          <a:xfrm>
            <a:off x="1255944" y="2887205"/>
            <a:ext cx="18079" cy="0"/>
          </a:xfrm>
          <a:custGeom>
            <a:avLst/>
            <a:gdLst/>
            <a:ahLst/>
            <a:cxnLst/>
            <a:rect l="l" t="t" r="r" b="b"/>
            <a:pathLst>
              <a:path w="18079" h="0">
                <a:moveTo>
                  <a:pt x="0" y="0"/>
                </a:moveTo>
                <a:lnTo>
                  <a:pt x="18079" y="0"/>
                </a:lnTo>
              </a:path>
            </a:pathLst>
          </a:custGeom>
          <a:ln w="9954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7" name="object 117"/>
          <p:cNvSpPr/>
          <p:nvPr/>
        </p:nvSpPr>
        <p:spPr>
          <a:xfrm>
            <a:off x="1104237" y="2813028"/>
            <a:ext cx="72324" cy="75635"/>
          </a:xfrm>
          <a:custGeom>
            <a:avLst/>
            <a:gdLst/>
            <a:ahLst/>
            <a:cxnLst/>
            <a:rect l="l" t="t" r="r" b="b"/>
            <a:pathLst>
              <a:path w="72324" h="75635">
                <a:moveTo>
                  <a:pt x="20349" y="57893"/>
                </a:moveTo>
                <a:lnTo>
                  <a:pt x="18086" y="60792"/>
                </a:lnTo>
                <a:lnTo>
                  <a:pt x="18086" y="64053"/>
                </a:lnTo>
                <a:lnTo>
                  <a:pt x="15824" y="64053"/>
                </a:lnTo>
                <a:lnTo>
                  <a:pt x="15824" y="69837"/>
                </a:lnTo>
                <a:lnTo>
                  <a:pt x="0" y="69837"/>
                </a:lnTo>
                <a:lnTo>
                  <a:pt x="0" y="75635"/>
                </a:lnTo>
                <a:lnTo>
                  <a:pt x="20349" y="75635"/>
                </a:lnTo>
                <a:lnTo>
                  <a:pt x="20349" y="66938"/>
                </a:lnTo>
                <a:lnTo>
                  <a:pt x="22599" y="64053"/>
                </a:lnTo>
                <a:lnTo>
                  <a:pt x="22599" y="60792"/>
                </a:lnTo>
                <a:lnTo>
                  <a:pt x="24862" y="57893"/>
                </a:lnTo>
                <a:lnTo>
                  <a:pt x="24862" y="55008"/>
                </a:lnTo>
                <a:lnTo>
                  <a:pt x="27124" y="52109"/>
                </a:lnTo>
                <a:lnTo>
                  <a:pt x="29386" y="52109"/>
                </a:lnTo>
                <a:lnTo>
                  <a:pt x="29386" y="49210"/>
                </a:lnTo>
                <a:lnTo>
                  <a:pt x="31648" y="49210"/>
                </a:lnTo>
                <a:lnTo>
                  <a:pt x="33911" y="46311"/>
                </a:lnTo>
                <a:lnTo>
                  <a:pt x="38424" y="40528"/>
                </a:lnTo>
                <a:lnTo>
                  <a:pt x="40686" y="37629"/>
                </a:lnTo>
                <a:lnTo>
                  <a:pt x="42948" y="34744"/>
                </a:lnTo>
                <a:lnTo>
                  <a:pt x="47462" y="28946"/>
                </a:lnTo>
                <a:lnTo>
                  <a:pt x="49724" y="26047"/>
                </a:lnTo>
                <a:lnTo>
                  <a:pt x="54248" y="20264"/>
                </a:lnTo>
                <a:lnTo>
                  <a:pt x="58762" y="17365"/>
                </a:lnTo>
                <a:lnTo>
                  <a:pt x="61024" y="11581"/>
                </a:lnTo>
                <a:lnTo>
                  <a:pt x="65548" y="8682"/>
                </a:lnTo>
                <a:lnTo>
                  <a:pt x="67811" y="5783"/>
                </a:lnTo>
                <a:lnTo>
                  <a:pt x="70062" y="2899"/>
                </a:lnTo>
                <a:lnTo>
                  <a:pt x="72324" y="0"/>
                </a:lnTo>
                <a:lnTo>
                  <a:pt x="58762" y="0"/>
                </a:lnTo>
                <a:lnTo>
                  <a:pt x="56511" y="2899"/>
                </a:lnTo>
                <a:lnTo>
                  <a:pt x="63286" y="2899"/>
                </a:lnTo>
                <a:lnTo>
                  <a:pt x="61024" y="5783"/>
                </a:lnTo>
                <a:lnTo>
                  <a:pt x="58762" y="8682"/>
                </a:lnTo>
                <a:lnTo>
                  <a:pt x="56511" y="14480"/>
                </a:lnTo>
                <a:lnTo>
                  <a:pt x="51986" y="17365"/>
                </a:lnTo>
                <a:lnTo>
                  <a:pt x="49724" y="20264"/>
                </a:lnTo>
                <a:lnTo>
                  <a:pt x="47462" y="26047"/>
                </a:lnTo>
                <a:lnTo>
                  <a:pt x="42948" y="28946"/>
                </a:lnTo>
                <a:lnTo>
                  <a:pt x="40686" y="31845"/>
                </a:lnTo>
                <a:lnTo>
                  <a:pt x="36162" y="34744"/>
                </a:lnTo>
                <a:lnTo>
                  <a:pt x="33911" y="40528"/>
                </a:lnTo>
                <a:lnTo>
                  <a:pt x="31648" y="43427"/>
                </a:lnTo>
                <a:lnTo>
                  <a:pt x="29386" y="46311"/>
                </a:lnTo>
                <a:lnTo>
                  <a:pt x="27124" y="49210"/>
                </a:lnTo>
                <a:lnTo>
                  <a:pt x="24862" y="49210"/>
                </a:lnTo>
                <a:lnTo>
                  <a:pt x="22599" y="52109"/>
                </a:lnTo>
                <a:lnTo>
                  <a:pt x="22599" y="55008"/>
                </a:lnTo>
                <a:lnTo>
                  <a:pt x="20349" y="55008"/>
                </a:lnTo>
                <a:lnTo>
                  <a:pt x="20349" y="5789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8" name="object 118"/>
          <p:cNvSpPr/>
          <p:nvPr/>
        </p:nvSpPr>
        <p:spPr>
          <a:xfrm>
            <a:off x="1099724" y="2926292"/>
            <a:ext cx="20337" cy="34730"/>
          </a:xfrm>
          <a:custGeom>
            <a:avLst/>
            <a:gdLst/>
            <a:ahLst/>
            <a:cxnLst/>
            <a:rect l="l" t="t" r="r" b="b"/>
            <a:pathLst>
              <a:path w="20337" h="34730">
                <a:moveTo>
                  <a:pt x="20337" y="0"/>
                </a:moveTo>
                <a:lnTo>
                  <a:pt x="4513" y="0"/>
                </a:lnTo>
                <a:lnTo>
                  <a:pt x="2262" y="2899"/>
                </a:lnTo>
                <a:lnTo>
                  <a:pt x="0" y="2899"/>
                </a:lnTo>
                <a:lnTo>
                  <a:pt x="0" y="31845"/>
                </a:lnTo>
                <a:lnTo>
                  <a:pt x="2262" y="34730"/>
                </a:lnTo>
                <a:lnTo>
                  <a:pt x="13562" y="34730"/>
                </a:lnTo>
                <a:lnTo>
                  <a:pt x="2033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9" name="object 119"/>
          <p:cNvSpPr/>
          <p:nvPr/>
        </p:nvSpPr>
        <p:spPr>
          <a:xfrm>
            <a:off x="1108761" y="2907467"/>
            <a:ext cx="6780" cy="0"/>
          </a:xfrm>
          <a:custGeom>
            <a:avLst/>
            <a:gdLst/>
            <a:ahLst/>
            <a:cxnLst/>
            <a:rect l="l" t="t" r="r" b="b"/>
            <a:pathLst>
              <a:path w="6780" h="0">
                <a:moveTo>
                  <a:pt x="0" y="0"/>
                </a:moveTo>
                <a:lnTo>
                  <a:pt x="6780" y="0"/>
                </a:lnTo>
              </a:path>
            </a:pathLst>
          </a:custGeom>
          <a:ln w="27324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0" name="object 120"/>
          <p:cNvSpPr/>
          <p:nvPr/>
        </p:nvSpPr>
        <p:spPr>
          <a:xfrm>
            <a:off x="1477430" y="2911820"/>
            <a:ext cx="13559" cy="0"/>
          </a:xfrm>
          <a:custGeom>
            <a:avLst/>
            <a:gdLst/>
            <a:ahLst/>
            <a:cxnLst/>
            <a:rect l="l" t="t" r="r" b="b"/>
            <a:pathLst>
              <a:path w="13559" h="0">
                <a:moveTo>
                  <a:pt x="0" y="0"/>
                </a:moveTo>
                <a:lnTo>
                  <a:pt x="13559" y="0"/>
                </a:lnTo>
              </a:path>
            </a:pathLst>
          </a:custGeom>
          <a:ln w="12849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1" name="object 121"/>
          <p:cNvSpPr/>
          <p:nvPr/>
        </p:nvSpPr>
        <p:spPr>
          <a:xfrm>
            <a:off x="1459355" y="2923393"/>
            <a:ext cx="40675" cy="26062"/>
          </a:xfrm>
          <a:custGeom>
            <a:avLst/>
            <a:gdLst/>
            <a:ahLst/>
            <a:cxnLst/>
            <a:rect l="l" t="t" r="r" b="b"/>
            <a:pathLst>
              <a:path w="40675" h="26062">
                <a:moveTo>
                  <a:pt x="13550" y="26062"/>
                </a:moveTo>
                <a:lnTo>
                  <a:pt x="18075" y="26062"/>
                </a:lnTo>
                <a:lnTo>
                  <a:pt x="20337" y="23163"/>
                </a:lnTo>
                <a:lnTo>
                  <a:pt x="38413" y="23163"/>
                </a:lnTo>
                <a:lnTo>
                  <a:pt x="38413" y="20264"/>
                </a:lnTo>
                <a:lnTo>
                  <a:pt x="40675" y="17365"/>
                </a:lnTo>
                <a:lnTo>
                  <a:pt x="40675" y="8682"/>
                </a:lnTo>
                <a:lnTo>
                  <a:pt x="38413" y="5798"/>
                </a:lnTo>
                <a:lnTo>
                  <a:pt x="38413" y="2899"/>
                </a:lnTo>
                <a:lnTo>
                  <a:pt x="36150" y="2899"/>
                </a:lnTo>
                <a:lnTo>
                  <a:pt x="36150" y="0"/>
                </a:lnTo>
                <a:lnTo>
                  <a:pt x="0" y="0"/>
                </a:lnTo>
                <a:lnTo>
                  <a:pt x="2250" y="2899"/>
                </a:lnTo>
                <a:lnTo>
                  <a:pt x="4513" y="5798"/>
                </a:lnTo>
                <a:lnTo>
                  <a:pt x="6775" y="8682"/>
                </a:lnTo>
                <a:lnTo>
                  <a:pt x="9037" y="11581"/>
                </a:lnTo>
                <a:lnTo>
                  <a:pt x="9037" y="17365"/>
                </a:lnTo>
                <a:lnTo>
                  <a:pt x="11299" y="20264"/>
                </a:lnTo>
                <a:lnTo>
                  <a:pt x="11299" y="26062"/>
                </a:lnTo>
                <a:lnTo>
                  <a:pt x="13550" y="2606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2" name="object 122"/>
          <p:cNvSpPr/>
          <p:nvPr/>
        </p:nvSpPr>
        <p:spPr>
          <a:xfrm>
            <a:off x="3091935" y="1963387"/>
            <a:ext cx="3127004" cy="0"/>
          </a:xfrm>
          <a:custGeom>
            <a:avLst/>
            <a:gdLst/>
            <a:ahLst/>
            <a:cxnLst/>
            <a:rect l="l" t="t" r="r" b="b"/>
            <a:pathLst>
              <a:path w="3127004" h="0">
                <a:moveTo>
                  <a:pt x="0" y="0"/>
                </a:moveTo>
                <a:lnTo>
                  <a:pt x="3127004" y="0"/>
                </a:lnTo>
              </a:path>
            </a:pathLst>
          </a:custGeom>
          <a:ln w="1737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3" name="object 123"/>
          <p:cNvSpPr/>
          <p:nvPr/>
        </p:nvSpPr>
        <p:spPr>
          <a:xfrm>
            <a:off x="2976673" y="1908306"/>
            <a:ext cx="126573" cy="107553"/>
          </a:xfrm>
          <a:custGeom>
            <a:avLst/>
            <a:gdLst/>
            <a:ahLst/>
            <a:cxnLst/>
            <a:rect l="l" t="t" r="r" b="b"/>
            <a:pathLst>
              <a:path w="126573" h="107553">
                <a:moveTo>
                  <a:pt x="126573" y="107553"/>
                </a:moveTo>
                <a:lnTo>
                  <a:pt x="126573" y="0"/>
                </a:lnTo>
                <a:lnTo>
                  <a:pt x="0" y="55081"/>
                </a:lnTo>
                <a:lnTo>
                  <a:pt x="126573" y="10755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4" name="object 124"/>
          <p:cNvSpPr/>
          <p:nvPr/>
        </p:nvSpPr>
        <p:spPr>
          <a:xfrm>
            <a:off x="6207628" y="1908306"/>
            <a:ext cx="126573" cy="107553"/>
          </a:xfrm>
          <a:custGeom>
            <a:avLst/>
            <a:gdLst/>
            <a:ahLst/>
            <a:cxnLst/>
            <a:rect l="l" t="t" r="r" b="b"/>
            <a:pathLst>
              <a:path w="126573" h="107553">
                <a:moveTo>
                  <a:pt x="0" y="0"/>
                </a:moveTo>
                <a:lnTo>
                  <a:pt x="0" y="107553"/>
                </a:lnTo>
                <a:lnTo>
                  <a:pt x="126573" y="5508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5" name="object 125"/>
          <p:cNvSpPr/>
          <p:nvPr/>
        </p:nvSpPr>
        <p:spPr>
          <a:xfrm>
            <a:off x="3079492" y="2550726"/>
            <a:ext cx="305065" cy="652392"/>
          </a:xfrm>
          <a:custGeom>
            <a:avLst/>
            <a:gdLst/>
            <a:ahLst/>
            <a:cxnLst/>
            <a:rect l="l" t="t" r="r" b="b"/>
            <a:pathLst>
              <a:path w="305065" h="652392">
                <a:moveTo>
                  <a:pt x="167293" y="249271"/>
                </a:moveTo>
                <a:lnTo>
                  <a:pt x="131097" y="327805"/>
                </a:lnTo>
                <a:lnTo>
                  <a:pt x="0" y="0"/>
                </a:lnTo>
                <a:lnTo>
                  <a:pt x="137884" y="403063"/>
                </a:lnTo>
                <a:lnTo>
                  <a:pt x="174080" y="327805"/>
                </a:lnTo>
                <a:lnTo>
                  <a:pt x="305065" y="652392"/>
                </a:lnTo>
                <a:lnTo>
                  <a:pt x="167293" y="24927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6" name="object 126"/>
          <p:cNvSpPr/>
          <p:nvPr/>
        </p:nvSpPr>
        <p:spPr>
          <a:xfrm>
            <a:off x="3079492" y="2550726"/>
            <a:ext cx="305065" cy="652392"/>
          </a:xfrm>
          <a:custGeom>
            <a:avLst/>
            <a:gdLst/>
            <a:ahLst/>
            <a:cxnLst/>
            <a:rect l="l" t="t" r="r" b="b"/>
            <a:pathLst>
              <a:path w="305065" h="652392">
                <a:moveTo>
                  <a:pt x="305065" y="652392"/>
                </a:moveTo>
                <a:lnTo>
                  <a:pt x="167293" y="249271"/>
                </a:lnTo>
                <a:lnTo>
                  <a:pt x="131097" y="327805"/>
                </a:lnTo>
                <a:lnTo>
                  <a:pt x="0" y="0"/>
                </a:lnTo>
                <a:lnTo>
                  <a:pt x="137884" y="403063"/>
                </a:lnTo>
                <a:lnTo>
                  <a:pt x="174080" y="327805"/>
                </a:lnTo>
                <a:lnTo>
                  <a:pt x="305065" y="652392"/>
                </a:lnTo>
                <a:close/>
              </a:path>
            </a:pathLst>
          </a:custGeom>
          <a:ln w="237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7" name="object 127"/>
          <p:cNvSpPr/>
          <p:nvPr/>
        </p:nvSpPr>
        <p:spPr>
          <a:xfrm>
            <a:off x="5622043" y="2746409"/>
            <a:ext cx="1508246" cy="965485"/>
          </a:xfrm>
          <a:custGeom>
            <a:avLst/>
            <a:gdLst/>
            <a:ahLst/>
            <a:cxnLst/>
            <a:rect l="l" t="t" r="r" b="b"/>
            <a:pathLst>
              <a:path w="1508246" h="965485">
                <a:moveTo>
                  <a:pt x="0" y="481307"/>
                </a:moveTo>
                <a:lnTo>
                  <a:pt x="4524" y="429198"/>
                </a:lnTo>
                <a:lnTo>
                  <a:pt x="18098" y="379987"/>
                </a:lnTo>
                <a:lnTo>
                  <a:pt x="38458" y="327515"/>
                </a:lnTo>
                <a:lnTo>
                  <a:pt x="70016" y="278304"/>
                </a:lnTo>
                <a:lnTo>
                  <a:pt x="108475" y="231993"/>
                </a:lnTo>
                <a:lnTo>
                  <a:pt x="153720" y="191464"/>
                </a:lnTo>
                <a:lnTo>
                  <a:pt x="205639" y="150936"/>
                </a:lnTo>
                <a:lnTo>
                  <a:pt x="266946" y="112930"/>
                </a:lnTo>
                <a:lnTo>
                  <a:pt x="330289" y="81099"/>
                </a:lnTo>
                <a:lnTo>
                  <a:pt x="400306" y="55037"/>
                </a:lnTo>
                <a:lnTo>
                  <a:pt x="474847" y="34788"/>
                </a:lnTo>
                <a:lnTo>
                  <a:pt x="551764" y="17394"/>
                </a:lnTo>
                <a:lnTo>
                  <a:pt x="633092" y="5798"/>
                </a:lnTo>
                <a:lnTo>
                  <a:pt x="712158" y="0"/>
                </a:lnTo>
                <a:lnTo>
                  <a:pt x="795861" y="0"/>
                </a:lnTo>
                <a:lnTo>
                  <a:pt x="875154" y="5798"/>
                </a:lnTo>
                <a:lnTo>
                  <a:pt x="956595" y="17394"/>
                </a:lnTo>
                <a:lnTo>
                  <a:pt x="1033398" y="34788"/>
                </a:lnTo>
                <a:lnTo>
                  <a:pt x="1107940" y="55037"/>
                </a:lnTo>
                <a:lnTo>
                  <a:pt x="1178070" y="81099"/>
                </a:lnTo>
                <a:lnTo>
                  <a:pt x="1241300" y="112930"/>
                </a:lnTo>
                <a:lnTo>
                  <a:pt x="1302381" y="150936"/>
                </a:lnTo>
                <a:lnTo>
                  <a:pt x="1354300" y="191464"/>
                </a:lnTo>
                <a:lnTo>
                  <a:pt x="1399545" y="231993"/>
                </a:lnTo>
                <a:lnTo>
                  <a:pt x="1438229" y="278304"/>
                </a:lnTo>
                <a:lnTo>
                  <a:pt x="1469901" y="327515"/>
                </a:lnTo>
                <a:lnTo>
                  <a:pt x="1490261" y="379987"/>
                </a:lnTo>
                <a:lnTo>
                  <a:pt x="1503722" y="429198"/>
                </a:lnTo>
                <a:lnTo>
                  <a:pt x="1508246" y="481307"/>
                </a:lnTo>
                <a:lnTo>
                  <a:pt x="1503722" y="533417"/>
                </a:lnTo>
                <a:lnTo>
                  <a:pt x="1490261" y="585889"/>
                </a:lnTo>
                <a:lnTo>
                  <a:pt x="1469901" y="637999"/>
                </a:lnTo>
                <a:lnTo>
                  <a:pt x="1438229" y="684325"/>
                </a:lnTo>
                <a:lnTo>
                  <a:pt x="1399545" y="730636"/>
                </a:lnTo>
                <a:lnTo>
                  <a:pt x="1354300" y="774063"/>
                </a:lnTo>
                <a:lnTo>
                  <a:pt x="1302381" y="814954"/>
                </a:lnTo>
                <a:lnTo>
                  <a:pt x="1241300" y="852583"/>
                </a:lnTo>
                <a:lnTo>
                  <a:pt x="1178070" y="881530"/>
                </a:lnTo>
                <a:lnTo>
                  <a:pt x="1107940" y="910476"/>
                </a:lnTo>
                <a:lnTo>
                  <a:pt x="1033398" y="930740"/>
                </a:lnTo>
                <a:lnTo>
                  <a:pt x="956595" y="948120"/>
                </a:lnTo>
                <a:lnTo>
                  <a:pt x="875154" y="959701"/>
                </a:lnTo>
                <a:lnTo>
                  <a:pt x="795861" y="965485"/>
                </a:lnTo>
                <a:lnTo>
                  <a:pt x="712158" y="965485"/>
                </a:lnTo>
                <a:lnTo>
                  <a:pt x="633092" y="959701"/>
                </a:lnTo>
                <a:lnTo>
                  <a:pt x="551764" y="948120"/>
                </a:lnTo>
                <a:lnTo>
                  <a:pt x="474847" y="930740"/>
                </a:lnTo>
                <a:lnTo>
                  <a:pt x="400306" y="910476"/>
                </a:lnTo>
                <a:lnTo>
                  <a:pt x="330289" y="881530"/>
                </a:lnTo>
                <a:lnTo>
                  <a:pt x="266946" y="852583"/>
                </a:lnTo>
                <a:lnTo>
                  <a:pt x="205639" y="814954"/>
                </a:lnTo>
                <a:lnTo>
                  <a:pt x="153720" y="774063"/>
                </a:lnTo>
                <a:lnTo>
                  <a:pt x="108475" y="730636"/>
                </a:lnTo>
                <a:lnTo>
                  <a:pt x="70016" y="684325"/>
                </a:lnTo>
                <a:lnTo>
                  <a:pt x="38458" y="637999"/>
                </a:lnTo>
                <a:lnTo>
                  <a:pt x="18098" y="585889"/>
                </a:lnTo>
                <a:lnTo>
                  <a:pt x="4524" y="533417"/>
                </a:lnTo>
                <a:lnTo>
                  <a:pt x="0" y="481307"/>
                </a:lnTo>
              </a:path>
            </a:pathLst>
          </a:custGeom>
          <a:ln w="1626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8" name="object 128"/>
          <p:cNvSpPr/>
          <p:nvPr/>
        </p:nvSpPr>
        <p:spPr>
          <a:xfrm>
            <a:off x="6336464" y="2650597"/>
            <a:ext cx="31671" cy="66967"/>
          </a:xfrm>
          <a:custGeom>
            <a:avLst/>
            <a:gdLst/>
            <a:ahLst/>
            <a:cxnLst/>
            <a:rect l="l" t="t" r="r" b="b"/>
            <a:pathLst>
              <a:path w="31671" h="66967">
                <a:moveTo>
                  <a:pt x="4524" y="11885"/>
                </a:moveTo>
                <a:lnTo>
                  <a:pt x="15835" y="0"/>
                </a:lnTo>
                <a:lnTo>
                  <a:pt x="27147" y="11885"/>
                </a:lnTo>
                <a:lnTo>
                  <a:pt x="31671" y="52472"/>
                </a:lnTo>
                <a:lnTo>
                  <a:pt x="15835" y="66967"/>
                </a:lnTo>
                <a:lnTo>
                  <a:pt x="0" y="52472"/>
                </a:lnTo>
                <a:lnTo>
                  <a:pt x="4524" y="11885"/>
                </a:lnTo>
                <a:close/>
              </a:path>
            </a:pathLst>
          </a:custGeom>
          <a:ln w="1425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9" name="object 129"/>
          <p:cNvSpPr/>
          <p:nvPr/>
        </p:nvSpPr>
        <p:spPr>
          <a:xfrm>
            <a:off x="6268709" y="3161141"/>
            <a:ext cx="167180" cy="52109"/>
          </a:xfrm>
          <a:custGeom>
            <a:avLst/>
            <a:gdLst/>
            <a:ahLst/>
            <a:cxnLst/>
            <a:rect l="l" t="t" r="r" b="b"/>
            <a:pathLst>
              <a:path w="167180" h="52109">
                <a:moveTo>
                  <a:pt x="0" y="52109"/>
                </a:moveTo>
                <a:lnTo>
                  <a:pt x="83590" y="0"/>
                </a:lnTo>
                <a:lnTo>
                  <a:pt x="167180" y="52109"/>
                </a:lnTo>
              </a:path>
            </a:pathLst>
          </a:custGeom>
          <a:ln w="1703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0" name="object 130"/>
          <p:cNvSpPr/>
          <p:nvPr/>
        </p:nvSpPr>
        <p:spPr>
          <a:xfrm>
            <a:off x="6268709" y="2621607"/>
            <a:ext cx="167180" cy="646638"/>
          </a:xfrm>
          <a:custGeom>
            <a:avLst/>
            <a:gdLst/>
            <a:ahLst/>
            <a:cxnLst/>
            <a:rect l="l" t="t" r="r" b="b"/>
            <a:pathLst>
              <a:path w="167180" h="646638">
                <a:moveTo>
                  <a:pt x="83590" y="0"/>
                </a:moveTo>
                <a:lnTo>
                  <a:pt x="83590" y="646638"/>
                </a:lnTo>
                <a:lnTo>
                  <a:pt x="0" y="591643"/>
                </a:lnTo>
                <a:lnTo>
                  <a:pt x="83590" y="0"/>
                </a:lnTo>
                <a:lnTo>
                  <a:pt x="167180" y="591643"/>
                </a:lnTo>
                <a:lnTo>
                  <a:pt x="83590" y="646638"/>
                </a:lnTo>
              </a:path>
            </a:pathLst>
          </a:custGeom>
          <a:ln w="1379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1" name="object 131"/>
          <p:cNvSpPr/>
          <p:nvPr/>
        </p:nvSpPr>
        <p:spPr>
          <a:xfrm>
            <a:off x="6331939" y="2769601"/>
            <a:ext cx="40720" cy="14495"/>
          </a:xfrm>
          <a:custGeom>
            <a:avLst/>
            <a:gdLst/>
            <a:ahLst/>
            <a:cxnLst/>
            <a:rect l="l" t="t" r="r" b="b"/>
            <a:pathLst>
              <a:path w="40720" h="14495">
                <a:moveTo>
                  <a:pt x="0" y="0"/>
                </a:moveTo>
                <a:lnTo>
                  <a:pt x="20360" y="14495"/>
                </a:lnTo>
                <a:lnTo>
                  <a:pt x="40720" y="0"/>
                </a:lnTo>
              </a:path>
            </a:pathLst>
          </a:custGeom>
          <a:ln w="1694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2" name="object 132"/>
          <p:cNvSpPr/>
          <p:nvPr/>
        </p:nvSpPr>
        <p:spPr>
          <a:xfrm>
            <a:off x="6325152" y="2818812"/>
            <a:ext cx="54294" cy="17379"/>
          </a:xfrm>
          <a:custGeom>
            <a:avLst/>
            <a:gdLst/>
            <a:ahLst/>
            <a:cxnLst/>
            <a:rect l="l" t="t" r="r" b="b"/>
            <a:pathLst>
              <a:path w="54294" h="17379">
                <a:moveTo>
                  <a:pt x="0" y="0"/>
                </a:moveTo>
                <a:lnTo>
                  <a:pt x="27147" y="17379"/>
                </a:lnTo>
                <a:lnTo>
                  <a:pt x="54294" y="0"/>
                </a:lnTo>
              </a:path>
            </a:pathLst>
          </a:custGeom>
          <a:ln w="1702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3" name="object 133"/>
          <p:cNvSpPr/>
          <p:nvPr/>
        </p:nvSpPr>
        <p:spPr>
          <a:xfrm>
            <a:off x="6318366" y="2868037"/>
            <a:ext cx="67867" cy="23510"/>
          </a:xfrm>
          <a:custGeom>
            <a:avLst/>
            <a:gdLst/>
            <a:ahLst/>
            <a:cxnLst/>
            <a:rect l="l" t="t" r="r" b="b"/>
            <a:pathLst>
              <a:path w="67867" h="23510">
                <a:moveTo>
                  <a:pt x="0" y="0"/>
                </a:moveTo>
                <a:lnTo>
                  <a:pt x="33933" y="23510"/>
                </a:lnTo>
                <a:lnTo>
                  <a:pt x="67867" y="0"/>
                </a:lnTo>
              </a:path>
            </a:pathLst>
          </a:custGeom>
          <a:ln w="1696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4" name="object 134"/>
          <p:cNvSpPr/>
          <p:nvPr/>
        </p:nvSpPr>
        <p:spPr>
          <a:xfrm>
            <a:off x="6309430" y="2917610"/>
            <a:ext cx="83590" cy="28946"/>
          </a:xfrm>
          <a:custGeom>
            <a:avLst/>
            <a:gdLst/>
            <a:ahLst/>
            <a:cxnLst/>
            <a:rect l="l" t="t" r="r" b="b"/>
            <a:pathLst>
              <a:path w="83590" h="28946">
                <a:moveTo>
                  <a:pt x="0" y="0"/>
                </a:moveTo>
                <a:lnTo>
                  <a:pt x="42869" y="28946"/>
                </a:lnTo>
                <a:lnTo>
                  <a:pt x="83590" y="0"/>
                </a:lnTo>
              </a:path>
            </a:pathLst>
          </a:custGeom>
          <a:ln w="1696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5" name="object 135"/>
          <p:cNvSpPr/>
          <p:nvPr/>
        </p:nvSpPr>
        <p:spPr>
          <a:xfrm>
            <a:off x="6302643" y="2966821"/>
            <a:ext cx="99426" cy="31845"/>
          </a:xfrm>
          <a:custGeom>
            <a:avLst/>
            <a:gdLst/>
            <a:ahLst/>
            <a:cxnLst/>
            <a:rect l="l" t="t" r="r" b="b"/>
            <a:pathLst>
              <a:path w="99426" h="31845">
                <a:moveTo>
                  <a:pt x="0" y="0"/>
                </a:moveTo>
                <a:lnTo>
                  <a:pt x="49656" y="31845"/>
                </a:lnTo>
                <a:lnTo>
                  <a:pt x="99426" y="0"/>
                </a:lnTo>
              </a:path>
            </a:pathLst>
          </a:custGeom>
          <a:ln w="1702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6" name="object 136"/>
          <p:cNvSpPr/>
          <p:nvPr/>
        </p:nvSpPr>
        <p:spPr>
          <a:xfrm>
            <a:off x="6295856" y="3016031"/>
            <a:ext cx="110737" cy="37629"/>
          </a:xfrm>
          <a:custGeom>
            <a:avLst/>
            <a:gdLst/>
            <a:ahLst/>
            <a:cxnLst/>
            <a:rect l="l" t="t" r="r" b="b"/>
            <a:pathLst>
              <a:path w="110737" h="37629">
                <a:moveTo>
                  <a:pt x="0" y="0"/>
                </a:moveTo>
                <a:lnTo>
                  <a:pt x="56443" y="37629"/>
                </a:lnTo>
                <a:lnTo>
                  <a:pt x="110737" y="0"/>
                </a:lnTo>
              </a:path>
            </a:pathLst>
          </a:custGeom>
          <a:ln w="1698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7" name="object 137"/>
          <p:cNvSpPr/>
          <p:nvPr/>
        </p:nvSpPr>
        <p:spPr>
          <a:xfrm>
            <a:off x="6289069" y="3065242"/>
            <a:ext cx="126573" cy="40890"/>
          </a:xfrm>
          <a:custGeom>
            <a:avLst/>
            <a:gdLst/>
            <a:ahLst/>
            <a:cxnLst/>
            <a:rect l="l" t="t" r="r" b="b"/>
            <a:pathLst>
              <a:path w="126573" h="40890">
                <a:moveTo>
                  <a:pt x="0" y="0"/>
                </a:moveTo>
                <a:lnTo>
                  <a:pt x="63230" y="40890"/>
                </a:lnTo>
                <a:lnTo>
                  <a:pt x="126573" y="0"/>
                </a:lnTo>
              </a:path>
            </a:pathLst>
          </a:custGeom>
          <a:ln w="1701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8" name="object 138"/>
          <p:cNvSpPr/>
          <p:nvPr/>
        </p:nvSpPr>
        <p:spPr>
          <a:xfrm>
            <a:off x="6282283" y="3114815"/>
            <a:ext cx="140146" cy="46326"/>
          </a:xfrm>
          <a:custGeom>
            <a:avLst/>
            <a:gdLst/>
            <a:ahLst/>
            <a:cxnLst/>
            <a:rect l="l" t="t" r="r" b="b"/>
            <a:pathLst>
              <a:path w="140146" h="46326">
                <a:moveTo>
                  <a:pt x="0" y="0"/>
                </a:moveTo>
                <a:lnTo>
                  <a:pt x="70016" y="46326"/>
                </a:lnTo>
                <a:lnTo>
                  <a:pt x="140146" y="0"/>
                </a:lnTo>
              </a:path>
            </a:pathLst>
          </a:custGeom>
          <a:ln w="170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9" name="object 139"/>
          <p:cNvSpPr/>
          <p:nvPr/>
        </p:nvSpPr>
        <p:spPr>
          <a:xfrm>
            <a:off x="6275496" y="3164040"/>
            <a:ext cx="153607" cy="49210"/>
          </a:xfrm>
          <a:custGeom>
            <a:avLst/>
            <a:gdLst/>
            <a:ahLst/>
            <a:cxnLst/>
            <a:rect l="l" t="t" r="r" b="b"/>
            <a:pathLst>
              <a:path w="153607" h="49210">
                <a:moveTo>
                  <a:pt x="0" y="0"/>
                </a:moveTo>
                <a:lnTo>
                  <a:pt x="76803" y="49210"/>
                </a:lnTo>
                <a:lnTo>
                  <a:pt x="153607" y="0"/>
                </a:lnTo>
              </a:path>
            </a:pathLst>
          </a:custGeom>
          <a:ln w="1702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0" name="object 140"/>
          <p:cNvSpPr/>
          <p:nvPr/>
        </p:nvSpPr>
        <p:spPr>
          <a:xfrm>
            <a:off x="6268709" y="2595516"/>
            <a:ext cx="63230" cy="26091"/>
          </a:xfrm>
          <a:custGeom>
            <a:avLst/>
            <a:gdLst/>
            <a:ahLst/>
            <a:cxnLst/>
            <a:rect l="l" t="t" r="r" b="b"/>
            <a:pathLst>
              <a:path w="63230" h="26091">
                <a:moveTo>
                  <a:pt x="63230" y="26091"/>
                </a:moveTo>
                <a:lnTo>
                  <a:pt x="20360" y="23192"/>
                </a:lnTo>
                <a:lnTo>
                  <a:pt x="42869" y="2899"/>
                </a:lnTo>
                <a:lnTo>
                  <a:pt x="0" y="0"/>
                </a:lnTo>
              </a:path>
            </a:pathLst>
          </a:custGeom>
          <a:ln w="1682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1" name="object 141"/>
          <p:cNvSpPr/>
          <p:nvPr/>
        </p:nvSpPr>
        <p:spPr>
          <a:xfrm>
            <a:off x="6363611" y="2592617"/>
            <a:ext cx="72279" cy="31889"/>
          </a:xfrm>
          <a:custGeom>
            <a:avLst/>
            <a:gdLst/>
            <a:ahLst/>
            <a:cxnLst/>
            <a:rect l="l" t="t" r="r" b="b"/>
            <a:pathLst>
              <a:path w="72279" h="31889">
                <a:moveTo>
                  <a:pt x="72279" y="2899"/>
                </a:moveTo>
                <a:lnTo>
                  <a:pt x="29409" y="31889"/>
                </a:lnTo>
                <a:lnTo>
                  <a:pt x="42982" y="0"/>
                </a:lnTo>
                <a:lnTo>
                  <a:pt x="0" y="28990"/>
                </a:lnTo>
              </a:path>
            </a:pathLst>
          </a:custGeom>
          <a:ln w="1675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2" name="object 142"/>
          <p:cNvSpPr/>
          <p:nvPr/>
        </p:nvSpPr>
        <p:spPr>
          <a:xfrm>
            <a:off x="6340988" y="2502892"/>
            <a:ext cx="22622" cy="107118"/>
          </a:xfrm>
          <a:custGeom>
            <a:avLst/>
            <a:gdLst/>
            <a:ahLst/>
            <a:cxnLst/>
            <a:rect l="l" t="t" r="r" b="b"/>
            <a:pathLst>
              <a:path w="22622" h="107118">
                <a:moveTo>
                  <a:pt x="11311" y="107118"/>
                </a:moveTo>
                <a:lnTo>
                  <a:pt x="0" y="40586"/>
                </a:lnTo>
                <a:lnTo>
                  <a:pt x="22622" y="66532"/>
                </a:lnTo>
                <a:lnTo>
                  <a:pt x="11311" y="0"/>
                </a:lnTo>
              </a:path>
            </a:pathLst>
          </a:custGeom>
          <a:ln w="1372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3" name="object 143"/>
          <p:cNvSpPr/>
          <p:nvPr/>
        </p:nvSpPr>
        <p:spPr>
          <a:xfrm>
            <a:off x="6273234" y="3314919"/>
            <a:ext cx="158199" cy="229065"/>
          </a:xfrm>
          <a:custGeom>
            <a:avLst/>
            <a:gdLst/>
            <a:ahLst/>
            <a:cxnLst/>
            <a:rect l="l" t="t" r="r" b="b"/>
            <a:pathLst>
              <a:path w="158199" h="229065">
                <a:moveTo>
                  <a:pt x="0" y="229065"/>
                </a:moveTo>
                <a:lnTo>
                  <a:pt x="158199" y="229065"/>
                </a:lnTo>
                <a:lnTo>
                  <a:pt x="158199" y="0"/>
                </a:lnTo>
                <a:lnTo>
                  <a:pt x="0" y="0"/>
                </a:lnTo>
                <a:lnTo>
                  <a:pt x="0" y="22906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4" name="object 144"/>
          <p:cNvSpPr/>
          <p:nvPr/>
        </p:nvSpPr>
        <p:spPr>
          <a:xfrm>
            <a:off x="6797851" y="2844874"/>
            <a:ext cx="20360" cy="34744"/>
          </a:xfrm>
          <a:custGeom>
            <a:avLst/>
            <a:gdLst/>
            <a:ahLst/>
            <a:cxnLst/>
            <a:rect l="l" t="t" r="r" b="b"/>
            <a:pathLst>
              <a:path w="20360" h="34744">
                <a:moveTo>
                  <a:pt x="20360" y="8682"/>
                </a:moveTo>
                <a:lnTo>
                  <a:pt x="20360" y="0"/>
                </a:lnTo>
                <a:lnTo>
                  <a:pt x="18098" y="0"/>
                </a:lnTo>
                <a:lnTo>
                  <a:pt x="18098" y="2899"/>
                </a:lnTo>
                <a:lnTo>
                  <a:pt x="15835" y="2899"/>
                </a:lnTo>
                <a:lnTo>
                  <a:pt x="15835" y="5783"/>
                </a:lnTo>
                <a:lnTo>
                  <a:pt x="18098" y="5783"/>
                </a:lnTo>
                <a:lnTo>
                  <a:pt x="20360" y="8682"/>
                </a:lnTo>
                <a:close/>
              </a:path>
              <a:path w="20360" h="34744">
                <a:moveTo>
                  <a:pt x="42869" y="-20264"/>
                </a:moveTo>
                <a:lnTo>
                  <a:pt x="38345" y="-23163"/>
                </a:lnTo>
                <a:lnTo>
                  <a:pt x="36082" y="-26062"/>
                </a:lnTo>
                <a:lnTo>
                  <a:pt x="31558" y="-26062"/>
                </a:lnTo>
                <a:lnTo>
                  <a:pt x="29296" y="-23163"/>
                </a:lnTo>
                <a:lnTo>
                  <a:pt x="27147" y="-23163"/>
                </a:lnTo>
                <a:lnTo>
                  <a:pt x="24884" y="-20264"/>
                </a:lnTo>
                <a:lnTo>
                  <a:pt x="22622" y="-17365"/>
                </a:lnTo>
                <a:lnTo>
                  <a:pt x="20360" y="-11581"/>
                </a:lnTo>
                <a:lnTo>
                  <a:pt x="20360" y="5783"/>
                </a:lnTo>
                <a:lnTo>
                  <a:pt x="22622" y="5783"/>
                </a:lnTo>
                <a:lnTo>
                  <a:pt x="20360" y="8682"/>
                </a:lnTo>
                <a:lnTo>
                  <a:pt x="18098" y="8682"/>
                </a:lnTo>
                <a:lnTo>
                  <a:pt x="15835" y="14466"/>
                </a:lnTo>
                <a:lnTo>
                  <a:pt x="15835" y="11581"/>
                </a:lnTo>
                <a:lnTo>
                  <a:pt x="13573" y="8682"/>
                </a:lnTo>
                <a:lnTo>
                  <a:pt x="11311" y="5783"/>
                </a:lnTo>
                <a:lnTo>
                  <a:pt x="9049" y="5783"/>
                </a:lnTo>
                <a:lnTo>
                  <a:pt x="9049" y="2899"/>
                </a:lnTo>
                <a:lnTo>
                  <a:pt x="4524" y="2899"/>
                </a:lnTo>
                <a:lnTo>
                  <a:pt x="2262" y="5783"/>
                </a:lnTo>
                <a:lnTo>
                  <a:pt x="0" y="8682"/>
                </a:lnTo>
                <a:lnTo>
                  <a:pt x="0" y="23163"/>
                </a:lnTo>
                <a:lnTo>
                  <a:pt x="2262" y="26047"/>
                </a:lnTo>
                <a:lnTo>
                  <a:pt x="58705" y="26047"/>
                </a:lnTo>
                <a:lnTo>
                  <a:pt x="47394" y="20264"/>
                </a:lnTo>
                <a:lnTo>
                  <a:pt x="45132" y="17365"/>
                </a:lnTo>
                <a:lnTo>
                  <a:pt x="40607" y="17365"/>
                </a:lnTo>
                <a:lnTo>
                  <a:pt x="38345" y="14466"/>
                </a:lnTo>
                <a:lnTo>
                  <a:pt x="33820" y="14466"/>
                </a:lnTo>
                <a:lnTo>
                  <a:pt x="36082" y="11581"/>
                </a:lnTo>
                <a:lnTo>
                  <a:pt x="33820" y="11581"/>
                </a:lnTo>
                <a:lnTo>
                  <a:pt x="33820" y="8682"/>
                </a:lnTo>
                <a:lnTo>
                  <a:pt x="42869" y="8682"/>
                </a:lnTo>
                <a:lnTo>
                  <a:pt x="42869" y="0"/>
                </a:lnTo>
                <a:lnTo>
                  <a:pt x="45132" y="0"/>
                </a:lnTo>
                <a:lnTo>
                  <a:pt x="45132" y="-2899"/>
                </a:lnTo>
                <a:lnTo>
                  <a:pt x="42869" y="-5798"/>
                </a:lnTo>
                <a:lnTo>
                  <a:pt x="42869" y="-8682"/>
                </a:lnTo>
                <a:lnTo>
                  <a:pt x="45132" y="-8682"/>
                </a:lnTo>
                <a:lnTo>
                  <a:pt x="42869" y="-11581"/>
                </a:lnTo>
                <a:lnTo>
                  <a:pt x="42869" y="-202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5" name="object 145"/>
          <p:cNvSpPr/>
          <p:nvPr/>
        </p:nvSpPr>
        <p:spPr>
          <a:xfrm>
            <a:off x="6935736" y="2914711"/>
            <a:ext cx="76803" cy="49210"/>
          </a:xfrm>
          <a:custGeom>
            <a:avLst/>
            <a:gdLst/>
            <a:ahLst/>
            <a:cxnLst/>
            <a:rect l="l" t="t" r="r" b="b"/>
            <a:pathLst>
              <a:path w="76803" h="49210">
                <a:moveTo>
                  <a:pt x="33820" y="2899"/>
                </a:moveTo>
                <a:lnTo>
                  <a:pt x="27033" y="2899"/>
                </a:lnTo>
                <a:lnTo>
                  <a:pt x="22509" y="5783"/>
                </a:lnTo>
                <a:lnTo>
                  <a:pt x="20247" y="8682"/>
                </a:lnTo>
                <a:lnTo>
                  <a:pt x="15722" y="8682"/>
                </a:lnTo>
                <a:lnTo>
                  <a:pt x="13460" y="11581"/>
                </a:lnTo>
                <a:lnTo>
                  <a:pt x="11198" y="14480"/>
                </a:lnTo>
                <a:lnTo>
                  <a:pt x="8935" y="20264"/>
                </a:lnTo>
                <a:lnTo>
                  <a:pt x="6673" y="23163"/>
                </a:lnTo>
                <a:lnTo>
                  <a:pt x="4524" y="26047"/>
                </a:lnTo>
                <a:lnTo>
                  <a:pt x="2262" y="31845"/>
                </a:lnTo>
                <a:lnTo>
                  <a:pt x="2262" y="34744"/>
                </a:lnTo>
                <a:lnTo>
                  <a:pt x="0" y="40528"/>
                </a:lnTo>
                <a:lnTo>
                  <a:pt x="0" y="49210"/>
                </a:lnTo>
                <a:lnTo>
                  <a:pt x="76803" y="49210"/>
                </a:lnTo>
                <a:lnTo>
                  <a:pt x="74541" y="46311"/>
                </a:lnTo>
                <a:lnTo>
                  <a:pt x="74541" y="34744"/>
                </a:lnTo>
                <a:lnTo>
                  <a:pt x="72279" y="31845"/>
                </a:lnTo>
                <a:lnTo>
                  <a:pt x="72279" y="26047"/>
                </a:lnTo>
                <a:lnTo>
                  <a:pt x="70016" y="23163"/>
                </a:lnTo>
                <a:lnTo>
                  <a:pt x="67754" y="20264"/>
                </a:lnTo>
                <a:lnTo>
                  <a:pt x="65492" y="14480"/>
                </a:lnTo>
                <a:lnTo>
                  <a:pt x="60967" y="11581"/>
                </a:lnTo>
                <a:lnTo>
                  <a:pt x="58705" y="8682"/>
                </a:lnTo>
                <a:lnTo>
                  <a:pt x="56443" y="8682"/>
                </a:lnTo>
                <a:lnTo>
                  <a:pt x="51918" y="5783"/>
                </a:lnTo>
                <a:lnTo>
                  <a:pt x="49656" y="2899"/>
                </a:lnTo>
                <a:lnTo>
                  <a:pt x="40607" y="2899"/>
                </a:lnTo>
                <a:lnTo>
                  <a:pt x="38345" y="0"/>
                </a:lnTo>
                <a:lnTo>
                  <a:pt x="33820" y="28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6" name="object 146"/>
          <p:cNvSpPr/>
          <p:nvPr/>
        </p:nvSpPr>
        <p:spPr>
          <a:xfrm>
            <a:off x="6671278" y="2914711"/>
            <a:ext cx="76803" cy="49210"/>
          </a:xfrm>
          <a:custGeom>
            <a:avLst/>
            <a:gdLst/>
            <a:ahLst/>
            <a:cxnLst/>
            <a:rect l="l" t="t" r="r" b="b"/>
            <a:pathLst>
              <a:path w="76803" h="49210">
                <a:moveTo>
                  <a:pt x="76803" y="46311"/>
                </a:moveTo>
                <a:lnTo>
                  <a:pt x="76803" y="40528"/>
                </a:lnTo>
                <a:lnTo>
                  <a:pt x="74541" y="34744"/>
                </a:lnTo>
                <a:lnTo>
                  <a:pt x="74541" y="31845"/>
                </a:lnTo>
                <a:lnTo>
                  <a:pt x="72279" y="26047"/>
                </a:lnTo>
                <a:lnTo>
                  <a:pt x="70016" y="23163"/>
                </a:lnTo>
                <a:lnTo>
                  <a:pt x="67754" y="20264"/>
                </a:lnTo>
                <a:lnTo>
                  <a:pt x="65492" y="14480"/>
                </a:lnTo>
                <a:lnTo>
                  <a:pt x="63230" y="11581"/>
                </a:lnTo>
                <a:lnTo>
                  <a:pt x="60967" y="8682"/>
                </a:lnTo>
                <a:lnTo>
                  <a:pt x="56443" y="8682"/>
                </a:lnTo>
                <a:lnTo>
                  <a:pt x="54181" y="5783"/>
                </a:lnTo>
                <a:lnTo>
                  <a:pt x="49656" y="2899"/>
                </a:lnTo>
                <a:lnTo>
                  <a:pt x="42869" y="2899"/>
                </a:lnTo>
                <a:lnTo>
                  <a:pt x="38458" y="0"/>
                </a:lnTo>
                <a:lnTo>
                  <a:pt x="36196" y="2899"/>
                </a:lnTo>
                <a:lnTo>
                  <a:pt x="27147" y="2899"/>
                </a:lnTo>
                <a:lnTo>
                  <a:pt x="24884" y="5783"/>
                </a:lnTo>
                <a:lnTo>
                  <a:pt x="20360" y="8682"/>
                </a:lnTo>
                <a:lnTo>
                  <a:pt x="18098" y="8682"/>
                </a:lnTo>
                <a:lnTo>
                  <a:pt x="15835" y="11581"/>
                </a:lnTo>
                <a:lnTo>
                  <a:pt x="11311" y="14480"/>
                </a:lnTo>
                <a:lnTo>
                  <a:pt x="9049" y="20264"/>
                </a:lnTo>
                <a:lnTo>
                  <a:pt x="6786" y="23163"/>
                </a:lnTo>
                <a:lnTo>
                  <a:pt x="4524" y="26047"/>
                </a:lnTo>
                <a:lnTo>
                  <a:pt x="4524" y="31845"/>
                </a:lnTo>
                <a:lnTo>
                  <a:pt x="2262" y="34744"/>
                </a:lnTo>
                <a:lnTo>
                  <a:pt x="2262" y="46311"/>
                </a:lnTo>
                <a:lnTo>
                  <a:pt x="0" y="49210"/>
                </a:lnTo>
                <a:lnTo>
                  <a:pt x="76803" y="49210"/>
                </a:lnTo>
                <a:lnTo>
                  <a:pt x="76803" y="4631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7" name="object 147"/>
          <p:cNvSpPr/>
          <p:nvPr/>
        </p:nvSpPr>
        <p:spPr>
          <a:xfrm>
            <a:off x="6678065" y="2923393"/>
            <a:ext cx="65492" cy="83955"/>
          </a:xfrm>
          <a:custGeom>
            <a:avLst/>
            <a:gdLst/>
            <a:ahLst/>
            <a:cxnLst/>
            <a:rect l="l" t="t" r="r" b="b"/>
            <a:pathLst>
              <a:path w="65492" h="83955">
                <a:moveTo>
                  <a:pt x="2262" y="20264"/>
                </a:moveTo>
                <a:lnTo>
                  <a:pt x="2262" y="26062"/>
                </a:lnTo>
                <a:lnTo>
                  <a:pt x="0" y="28946"/>
                </a:lnTo>
                <a:lnTo>
                  <a:pt x="0" y="55008"/>
                </a:lnTo>
                <a:lnTo>
                  <a:pt x="2262" y="57893"/>
                </a:lnTo>
                <a:lnTo>
                  <a:pt x="2262" y="60792"/>
                </a:lnTo>
                <a:lnTo>
                  <a:pt x="4524" y="66590"/>
                </a:lnTo>
                <a:lnTo>
                  <a:pt x="6786" y="69474"/>
                </a:lnTo>
                <a:lnTo>
                  <a:pt x="9049" y="72373"/>
                </a:lnTo>
                <a:lnTo>
                  <a:pt x="11311" y="75272"/>
                </a:lnTo>
                <a:lnTo>
                  <a:pt x="13573" y="78171"/>
                </a:lnTo>
                <a:lnTo>
                  <a:pt x="15835" y="78171"/>
                </a:lnTo>
                <a:lnTo>
                  <a:pt x="20360" y="81056"/>
                </a:lnTo>
                <a:lnTo>
                  <a:pt x="22622" y="81056"/>
                </a:lnTo>
                <a:lnTo>
                  <a:pt x="24884" y="83955"/>
                </a:lnTo>
                <a:lnTo>
                  <a:pt x="38345" y="83955"/>
                </a:lnTo>
                <a:lnTo>
                  <a:pt x="42869" y="81056"/>
                </a:lnTo>
                <a:lnTo>
                  <a:pt x="45132" y="81056"/>
                </a:lnTo>
                <a:lnTo>
                  <a:pt x="47394" y="78171"/>
                </a:lnTo>
                <a:lnTo>
                  <a:pt x="49656" y="78171"/>
                </a:lnTo>
                <a:lnTo>
                  <a:pt x="51918" y="75272"/>
                </a:lnTo>
                <a:lnTo>
                  <a:pt x="56443" y="72373"/>
                </a:lnTo>
                <a:lnTo>
                  <a:pt x="56443" y="69474"/>
                </a:lnTo>
                <a:lnTo>
                  <a:pt x="58705" y="66590"/>
                </a:lnTo>
                <a:lnTo>
                  <a:pt x="60967" y="60792"/>
                </a:lnTo>
                <a:lnTo>
                  <a:pt x="63230" y="57893"/>
                </a:lnTo>
                <a:lnTo>
                  <a:pt x="63230" y="55008"/>
                </a:lnTo>
                <a:lnTo>
                  <a:pt x="65492" y="49210"/>
                </a:lnTo>
                <a:lnTo>
                  <a:pt x="65492" y="31845"/>
                </a:lnTo>
                <a:lnTo>
                  <a:pt x="63230" y="28946"/>
                </a:lnTo>
                <a:lnTo>
                  <a:pt x="63230" y="26062"/>
                </a:lnTo>
                <a:lnTo>
                  <a:pt x="60967" y="20264"/>
                </a:lnTo>
                <a:lnTo>
                  <a:pt x="58705" y="17365"/>
                </a:lnTo>
                <a:lnTo>
                  <a:pt x="56443" y="14480"/>
                </a:lnTo>
                <a:lnTo>
                  <a:pt x="56443" y="11581"/>
                </a:lnTo>
                <a:lnTo>
                  <a:pt x="51918" y="8682"/>
                </a:lnTo>
                <a:lnTo>
                  <a:pt x="49656" y="5798"/>
                </a:lnTo>
                <a:lnTo>
                  <a:pt x="47394" y="5798"/>
                </a:lnTo>
                <a:lnTo>
                  <a:pt x="45132" y="2899"/>
                </a:lnTo>
                <a:lnTo>
                  <a:pt x="42869" y="0"/>
                </a:lnTo>
                <a:lnTo>
                  <a:pt x="22622" y="0"/>
                </a:lnTo>
                <a:lnTo>
                  <a:pt x="20360" y="2899"/>
                </a:lnTo>
                <a:lnTo>
                  <a:pt x="15835" y="5798"/>
                </a:lnTo>
                <a:lnTo>
                  <a:pt x="13573" y="5798"/>
                </a:lnTo>
                <a:lnTo>
                  <a:pt x="11311" y="8682"/>
                </a:lnTo>
                <a:lnTo>
                  <a:pt x="9049" y="11581"/>
                </a:lnTo>
                <a:lnTo>
                  <a:pt x="6786" y="14480"/>
                </a:lnTo>
                <a:lnTo>
                  <a:pt x="4524" y="17365"/>
                </a:lnTo>
                <a:lnTo>
                  <a:pt x="2262" y="202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8" name="object 148"/>
          <p:cNvSpPr/>
          <p:nvPr/>
        </p:nvSpPr>
        <p:spPr>
          <a:xfrm>
            <a:off x="6940260" y="2923393"/>
            <a:ext cx="65492" cy="83955"/>
          </a:xfrm>
          <a:custGeom>
            <a:avLst/>
            <a:gdLst/>
            <a:ahLst/>
            <a:cxnLst/>
            <a:rect l="l" t="t" r="r" b="b"/>
            <a:pathLst>
              <a:path w="65492" h="83955">
                <a:moveTo>
                  <a:pt x="11198" y="8682"/>
                </a:moveTo>
                <a:lnTo>
                  <a:pt x="8935" y="11581"/>
                </a:lnTo>
                <a:lnTo>
                  <a:pt x="8935" y="14480"/>
                </a:lnTo>
                <a:lnTo>
                  <a:pt x="6673" y="17365"/>
                </a:lnTo>
                <a:lnTo>
                  <a:pt x="4411" y="20264"/>
                </a:lnTo>
                <a:lnTo>
                  <a:pt x="2149" y="26062"/>
                </a:lnTo>
                <a:lnTo>
                  <a:pt x="2149" y="28946"/>
                </a:lnTo>
                <a:lnTo>
                  <a:pt x="0" y="31845"/>
                </a:lnTo>
                <a:lnTo>
                  <a:pt x="0" y="49210"/>
                </a:lnTo>
                <a:lnTo>
                  <a:pt x="2149" y="55008"/>
                </a:lnTo>
                <a:lnTo>
                  <a:pt x="2149" y="57893"/>
                </a:lnTo>
                <a:lnTo>
                  <a:pt x="4411" y="60792"/>
                </a:lnTo>
                <a:lnTo>
                  <a:pt x="6673" y="66590"/>
                </a:lnTo>
                <a:lnTo>
                  <a:pt x="8935" y="69474"/>
                </a:lnTo>
                <a:lnTo>
                  <a:pt x="8935" y="72373"/>
                </a:lnTo>
                <a:lnTo>
                  <a:pt x="11198" y="75272"/>
                </a:lnTo>
                <a:lnTo>
                  <a:pt x="15722" y="78171"/>
                </a:lnTo>
                <a:lnTo>
                  <a:pt x="17984" y="78171"/>
                </a:lnTo>
                <a:lnTo>
                  <a:pt x="20247" y="81056"/>
                </a:lnTo>
                <a:lnTo>
                  <a:pt x="22509" y="81056"/>
                </a:lnTo>
                <a:lnTo>
                  <a:pt x="27033" y="83955"/>
                </a:lnTo>
                <a:lnTo>
                  <a:pt x="40607" y="83955"/>
                </a:lnTo>
                <a:lnTo>
                  <a:pt x="42869" y="81056"/>
                </a:lnTo>
                <a:lnTo>
                  <a:pt x="45132" y="81056"/>
                </a:lnTo>
                <a:lnTo>
                  <a:pt x="49656" y="78171"/>
                </a:lnTo>
                <a:lnTo>
                  <a:pt x="51918" y="78171"/>
                </a:lnTo>
                <a:lnTo>
                  <a:pt x="54181" y="75272"/>
                </a:lnTo>
                <a:lnTo>
                  <a:pt x="56443" y="72373"/>
                </a:lnTo>
                <a:lnTo>
                  <a:pt x="58705" y="69474"/>
                </a:lnTo>
                <a:lnTo>
                  <a:pt x="60967" y="66590"/>
                </a:lnTo>
                <a:lnTo>
                  <a:pt x="63230" y="60792"/>
                </a:lnTo>
                <a:lnTo>
                  <a:pt x="63230" y="57893"/>
                </a:lnTo>
                <a:lnTo>
                  <a:pt x="65492" y="55008"/>
                </a:lnTo>
                <a:lnTo>
                  <a:pt x="65492" y="28946"/>
                </a:lnTo>
                <a:lnTo>
                  <a:pt x="63230" y="26062"/>
                </a:lnTo>
                <a:lnTo>
                  <a:pt x="63230" y="20264"/>
                </a:lnTo>
                <a:lnTo>
                  <a:pt x="60967" y="17365"/>
                </a:lnTo>
                <a:lnTo>
                  <a:pt x="58705" y="14480"/>
                </a:lnTo>
                <a:lnTo>
                  <a:pt x="56443" y="11581"/>
                </a:lnTo>
                <a:lnTo>
                  <a:pt x="54181" y="8682"/>
                </a:lnTo>
                <a:lnTo>
                  <a:pt x="51918" y="5798"/>
                </a:lnTo>
                <a:lnTo>
                  <a:pt x="49656" y="5798"/>
                </a:lnTo>
                <a:lnTo>
                  <a:pt x="45132" y="2899"/>
                </a:lnTo>
                <a:lnTo>
                  <a:pt x="42869" y="0"/>
                </a:lnTo>
                <a:lnTo>
                  <a:pt x="22509" y="0"/>
                </a:lnTo>
                <a:lnTo>
                  <a:pt x="20247" y="2899"/>
                </a:lnTo>
                <a:lnTo>
                  <a:pt x="17984" y="5798"/>
                </a:lnTo>
                <a:lnTo>
                  <a:pt x="15722" y="5798"/>
                </a:lnTo>
                <a:lnTo>
                  <a:pt x="11198" y="868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9" name="object 149"/>
          <p:cNvSpPr/>
          <p:nvPr/>
        </p:nvSpPr>
        <p:spPr>
          <a:xfrm>
            <a:off x="6689376" y="2937874"/>
            <a:ext cx="42869" cy="54994"/>
          </a:xfrm>
          <a:custGeom>
            <a:avLst/>
            <a:gdLst/>
            <a:ahLst/>
            <a:cxnLst/>
            <a:rect l="l" t="t" r="r" b="b"/>
            <a:pathLst>
              <a:path w="42869" h="54994">
                <a:moveTo>
                  <a:pt x="42869" y="26047"/>
                </a:moveTo>
                <a:lnTo>
                  <a:pt x="42869" y="20264"/>
                </a:lnTo>
                <a:lnTo>
                  <a:pt x="40607" y="17365"/>
                </a:lnTo>
                <a:lnTo>
                  <a:pt x="38345" y="11581"/>
                </a:lnTo>
                <a:lnTo>
                  <a:pt x="36082" y="5783"/>
                </a:lnTo>
                <a:lnTo>
                  <a:pt x="33820" y="2884"/>
                </a:lnTo>
                <a:lnTo>
                  <a:pt x="29296" y="0"/>
                </a:lnTo>
                <a:lnTo>
                  <a:pt x="11311" y="0"/>
                </a:lnTo>
                <a:lnTo>
                  <a:pt x="9049" y="2884"/>
                </a:lnTo>
                <a:lnTo>
                  <a:pt x="4524" y="5783"/>
                </a:lnTo>
                <a:lnTo>
                  <a:pt x="2262" y="11581"/>
                </a:lnTo>
                <a:lnTo>
                  <a:pt x="0" y="17365"/>
                </a:lnTo>
                <a:lnTo>
                  <a:pt x="0" y="37629"/>
                </a:lnTo>
                <a:lnTo>
                  <a:pt x="2262" y="43412"/>
                </a:lnTo>
                <a:lnTo>
                  <a:pt x="4524" y="46311"/>
                </a:lnTo>
                <a:lnTo>
                  <a:pt x="9049" y="52109"/>
                </a:lnTo>
                <a:lnTo>
                  <a:pt x="11311" y="52109"/>
                </a:lnTo>
                <a:lnTo>
                  <a:pt x="15835" y="54994"/>
                </a:lnTo>
                <a:lnTo>
                  <a:pt x="24771" y="54994"/>
                </a:lnTo>
                <a:lnTo>
                  <a:pt x="29296" y="52109"/>
                </a:lnTo>
                <a:lnTo>
                  <a:pt x="33820" y="52109"/>
                </a:lnTo>
                <a:lnTo>
                  <a:pt x="36082" y="46311"/>
                </a:lnTo>
                <a:lnTo>
                  <a:pt x="38345" y="43412"/>
                </a:lnTo>
                <a:lnTo>
                  <a:pt x="40607" y="37629"/>
                </a:lnTo>
                <a:lnTo>
                  <a:pt x="42869" y="31845"/>
                </a:lnTo>
                <a:lnTo>
                  <a:pt x="42869" y="2604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0" name="object 150"/>
          <p:cNvSpPr/>
          <p:nvPr/>
        </p:nvSpPr>
        <p:spPr>
          <a:xfrm>
            <a:off x="6951458" y="2937874"/>
            <a:ext cx="42982" cy="54994"/>
          </a:xfrm>
          <a:custGeom>
            <a:avLst/>
            <a:gdLst/>
            <a:ahLst/>
            <a:cxnLst/>
            <a:rect l="l" t="t" r="r" b="b"/>
            <a:pathLst>
              <a:path w="42982" h="54994">
                <a:moveTo>
                  <a:pt x="2262" y="37629"/>
                </a:moveTo>
                <a:lnTo>
                  <a:pt x="4524" y="43412"/>
                </a:lnTo>
                <a:lnTo>
                  <a:pt x="6786" y="46311"/>
                </a:lnTo>
                <a:lnTo>
                  <a:pt x="9049" y="52109"/>
                </a:lnTo>
                <a:lnTo>
                  <a:pt x="13573" y="52109"/>
                </a:lnTo>
                <a:lnTo>
                  <a:pt x="18098" y="54994"/>
                </a:lnTo>
                <a:lnTo>
                  <a:pt x="27147" y="54994"/>
                </a:lnTo>
                <a:lnTo>
                  <a:pt x="29409" y="52109"/>
                </a:lnTo>
                <a:lnTo>
                  <a:pt x="33933" y="52109"/>
                </a:lnTo>
                <a:lnTo>
                  <a:pt x="38458" y="46311"/>
                </a:lnTo>
                <a:lnTo>
                  <a:pt x="40720" y="43412"/>
                </a:lnTo>
                <a:lnTo>
                  <a:pt x="42982" y="37629"/>
                </a:lnTo>
                <a:lnTo>
                  <a:pt x="42982" y="17365"/>
                </a:lnTo>
                <a:lnTo>
                  <a:pt x="40720" y="11581"/>
                </a:lnTo>
                <a:lnTo>
                  <a:pt x="38458" y="5783"/>
                </a:lnTo>
                <a:lnTo>
                  <a:pt x="33933" y="2884"/>
                </a:lnTo>
                <a:lnTo>
                  <a:pt x="29409" y="0"/>
                </a:lnTo>
                <a:lnTo>
                  <a:pt x="13573" y="0"/>
                </a:lnTo>
                <a:lnTo>
                  <a:pt x="9049" y="2884"/>
                </a:lnTo>
                <a:lnTo>
                  <a:pt x="6786" y="5783"/>
                </a:lnTo>
                <a:lnTo>
                  <a:pt x="4524" y="11581"/>
                </a:lnTo>
                <a:lnTo>
                  <a:pt x="2262" y="17365"/>
                </a:lnTo>
                <a:lnTo>
                  <a:pt x="0" y="20264"/>
                </a:lnTo>
                <a:lnTo>
                  <a:pt x="0" y="31845"/>
                </a:lnTo>
                <a:lnTo>
                  <a:pt x="2262" y="3762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1" name="object 151"/>
          <p:cNvSpPr/>
          <p:nvPr/>
        </p:nvSpPr>
        <p:spPr>
          <a:xfrm>
            <a:off x="6693900" y="2943658"/>
            <a:ext cx="33820" cy="43427"/>
          </a:xfrm>
          <a:custGeom>
            <a:avLst/>
            <a:gdLst/>
            <a:ahLst/>
            <a:cxnLst/>
            <a:rect l="l" t="t" r="r" b="b"/>
            <a:pathLst>
              <a:path w="33820" h="43427">
                <a:moveTo>
                  <a:pt x="2262" y="28946"/>
                </a:moveTo>
                <a:lnTo>
                  <a:pt x="2262" y="34744"/>
                </a:lnTo>
                <a:lnTo>
                  <a:pt x="4524" y="37629"/>
                </a:lnTo>
                <a:lnTo>
                  <a:pt x="6786" y="37629"/>
                </a:lnTo>
                <a:lnTo>
                  <a:pt x="9049" y="40528"/>
                </a:lnTo>
                <a:lnTo>
                  <a:pt x="13573" y="43427"/>
                </a:lnTo>
                <a:lnTo>
                  <a:pt x="20247" y="43427"/>
                </a:lnTo>
                <a:lnTo>
                  <a:pt x="22509" y="40528"/>
                </a:lnTo>
                <a:lnTo>
                  <a:pt x="24771" y="37629"/>
                </a:lnTo>
                <a:lnTo>
                  <a:pt x="27033" y="37629"/>
                </a:lnTo>
                <a:lnTo>
                  <a:pt x="29296" y="34744"/>
                </a:lnTo>
                <a:lnTo>
                  <a:pt x="31558" y="28946"/>
                </a:lnTo>
                <a:lnTo>
                  <a:pt x="31558" y="26062"/>
                </a:lnTo>
                <a:lnTo>
                  <a:pt x="33820" y="20264"/>
                </a:lnTo>
                <a:lnTo>
                  <a:pt x="31558" y="17365"/>
                </a:lnTo>
                <a:lnTo>
                  <a:pt x="31558" y="14480"/>
                </a:lnTo>
                <a:lnTo>
                  <a:pt x="29296" y="8682"/>
                </a:lnTo>
                <a:lnTo>
                  <a:pt x="27033" y="5798"/>
                </a:lnTo>
                <a:lnTo>
                  <a:pt x="24771" y="2899"/>
                </a:lnTo>
                <a:lnTo>
                  <a:pt x="22509" y="2899"/>
                </a:lnTo>
                <a:lnTo>
                  <a:pt x="20247" y="0"/>
                </a:lnTo>
                <a:lnTo>
                  <a:pt x="13573" y="0"/>
                </a:lnTo>
                <a:lnTo>
                  <a:pt x="9049" y="2899"/>
                </a:lnTo>
                <a:lnTo>
                  <a:pt x="6786" y="2899"/>
                </a:lnTo>
                <a:lnTo>
                  <a:pt x="4524" y="5798"/>
                </a:lnTo>
                <a:lnTo>
                  <a:pt x="2262" y="8682"/>
                </a:lnTo>
                <a:lnTo>
                  <a:pt x="2262" y="14480"/>
                </a:lnTo>
                <a:lnTo>
                  <a:pt x="0" y="17365"/>
                </a:lnTo>
                <a:lnTo>
                  <a:pt x="0" y="26062"/>
                </a:lnTo>
                <a:lnTo>
                  <a:pt x="2262" y="2894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2" name="object 152"/>
          <p:cNvSpPr/>
          <p:nvPr/>
        </p:nvSpPr>
        <p:spPr>
          <a:xfrm>
            <a:off x="6955983" y="2943658"/>
            <a:ext cx="33933" cy="43427"/>
          </a:xfrm>
          <a:custGeom>
            <a:avLst/>
            <a:gdLst/>
            <a:ahLst/>
            <a:cxnLst/>
            <a:rect l="l" t="t" r="r" b="b"/>
            <a:pathLst>
              <a:path w="33933" h="43427">
                <a:moveTo>
                  <a:pt x="4524" y="8682"/>
                </a:moveTo>
                <a:lnTo>
                  <a:pt x="2262" y="14480"/>
                </a:lnTo>
                <a:lnTo>
                  <a:pt x="2262" y="17365"/>
                </a:lnTo>
                <a:lnTo>
                  <a:pt x="0" y="20264"/>
                </a:lnTo>
                <a:lnTo>
                  <a:pt x="2262" y="26062"/>
                </a:lnTo>
                <a:lnTo>
                  <a:pt x="2262" y="28946"/>
                </a:lnTo>
                <a:lnTo>
                  <a:pt x="4524" y="34744"/>
                </a:lnTo>
                <a:lnTo>
                  <a:pt x="6786" y="37629"/>
                </a:lnTo>
                <a:lnTo>
                  <a:pt x="9049" y="37629"/>
                </a:lnTo>
                <a:lnTo>
                  <a:pt x="11311" y="40528"/>
                </a:lnTo>
                <a:lnTo>
                  <a:pt x="13573" y="43427"/>
                </a:lnTo>
                <a:lnTo>
                  <a:pt x="20360" y="43427"/>
                </a:lnTo>
                <a:lnTo>
                  <a:pt x="22622" y="40528"/>
                </a:lnTo>
                <a:lnTo>
                  <a:pt x="27147" y="37629"/>
                </a:lnTo>
                <a:lnTo>
                  <a:pt x="29409" y="37629"/>
                </a:lnTo>
                <a:lnTo>
                  <a:pt x="31671" y="34744"/>
                </a:lnTo>
                <a:lnTo>
                  <a:pt x="31671" y="28946"/>
                </a:lnTo>
                <a:lnTo>
                  <a:pt x="33933" y="26062"/>
                </a:lnTo>
                <a:lnTo>
                  <a:pt x="33933" y="17365"/>
                </a:lnTo>
                <a:lnTo>
                  <a:pt x="31671" y="14480"/>
                </a:lnTo>
                <a:lnTo>
                  <a:pt x="31671" y="8682"/>
                </a:lnTo>
                <a:lnTo>
                  <a:pt x="29409" y="5798"/>
                </a:lnTo>
                <a:lnTo>
                  <a:pt x="27147" y="2899"/>
                </a:lnTo>
                <a:lnTo>
                  <a:pt x="22622" y="2899"/>
                </a:lnTo>
                <a:lnTo>
                  <a:pt x="20360" y="0"/>
                </a:lnTo>
                <a:lnTo>
                  <a:pt x="13573" y="0"/>
                </a:lnTo>
                <a:lnTo>
                  <a:pt x="11311" y="2899"/>
                </a:lnTo>
                <a:lnTo>
                  <a:pt x="9049" y="2899"/>
                </a:lnTo>
                <a:lnTo>
                  <a:pt x="6786" y="5798"/>
                </a:lnTo>
                <a:lnTo>
                  <a:pt x="4524" y="868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3" name="object 153"/>
          <p:cNvSpPr/>
          <p:nvPr/>
        </p:nvSpPr>
        <p:spPr>
          <a:xfrm>
            <a:off x="6748081" y="2974061"/>
            <a:ext cx="187654" cy="0"/>
          </a:xfrm>
          <a:custGeom>
            <a:avLst/>
            <a:gdLst/>
            <a:ahLst/>
            <a:cxnLst/>
            <a:rect l="l" t="t" r="r" b="b"/>
            <a:pathLst>
              <a:path w="187654" h="0">
                <a:moveTo>
                  <a:pt x="0" y="0"/>
                </a:moveTo>
                <a:lnTo>
                  <a:pt x="187654" y="0"/>
                </a:lnTo>
              </a:path>
            </a:pathLst>
          </a:custGeom>
          <a:ln w="995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4" name="object 154"/>
          <p:cNvSpPr/>
          <p:nvPr/>
        </p:nvSpPr>
        <p:spPr>
          <a:xfrm>
            <a:off x="6639606" y="2801447"/>
            <a:ext cx="407093" cy="162474"/>
          </a:xfrm>
          <a:custGeom>
            <a:avLst/>
            <a:gdLst/>
            <a:ahLst/>
            <a:cxnLst/>
            <a:rect l="l" t="t" r="r" b="b"/>
            <a:pathLst>
              <a:path w="407093" h="162474">
                <a:moveTo>
                  <a:pt x="155982" y="14480"/>
                </a:moveTo>
                <a:lnTo>
                  <a:pt x="158244" y="69474"/>
                </a:lnTo>
                <a:lnTo>
                  <a:pt x="160507" y="69474"/>
                </a:lnTo>
                <a:lnTo>
                  <a:pt x="155982" y="14480"/>
                </a:lnTo>
                <a:close/>
              </a:path>
              <a:path w="407093" h="162474">
                <a:moveTo>
                  <a:pt x="70129" y="113264"/>
                </a:moveTo>
                <a:lnTo>
                  <a:pt x="74541" y="116163"/>
                </a:lnTo>
                <a:lnTo>
                  <a:pt x="81328" y="116163"/>
                </a:lnTo>
                <a:lnTo>
                  <a:pt x="85852" y="119047"/>
                </a:lnTo>
                <a:lnTo>
                  <a:pt x="88114" y="121946"/>
                </a:lnTo>
                <a:lnTo>
                  <a:pt x="92639" y="121946"/>
                </a:lnTo>
                <a:lnTo>
                  <a:pt x="94901" y="124845"/>
                </a:lnTo>
                <a:lnTo>
                  <a:pt x="97163" y="127744"/>
                </a:lnTo>
                <a:lnTo>
                  <a:pt x="99426" y="133528"/>
                </a:lnTo>
                <a:lnTo>
                  <a:pt x="101688" y="136427"/>
                </a:lnTo>
                <a:lnTo>
                  <a:pt x="103950" y="139311"/>
                </a:lnTo>
                <a:lnTo>
                  <a:pt x="106212" y="145109"/>
                </a:lnTo>
                <a:lnTo>
                  <a:pt x="106212" y="148008"/>
                </a:lnTo>
                <a:lnTo>
                  <a:pt x="108475" y="153792"/>
                </a:lnTo>
                <a:lnTo>
                  <a:pt x="108475" y="162474"/>
                </a:lnTo>
                <a:lnTo>
                  <a:pt x="160507" y="162474"/>
                </a:lnTo>
                <a:lnTo>
                  <a:pt x="155982" y="69474"/>
                </a:lnTo>
                <a:lnTo>
                  <a:pt x="155982" y="0"/>
                </a:lnTo>
                <a:lnTo>
                  <a:pt x="153720" y="69474"/>
                </a:lnTo>
                <a:lnTo>
                  <a:pt x="58818" y="69474"/>
                </a:lnTo>
                <a:lnTo>
                  <a:pt x="63343" y="116163"/>
                </a:lnTo>
                <a:lnTo>
                  <a:pt x="67867" y="116163"/>
                </a:lnTo>
                <a:lnTo>
                  <a:pt x="70129" y="113264"/>
                </a:lnTo>
                <a:close/>
              </a:path>
              <a:path w="407093" h="162474">
                <a:moveTo>
                  <a:pt x="223737" y="0"/>
                </a:moveTo>
                <a:lnTo>
                  <a:pt x="225999" y="69474"/>
                </a:lnTo>
                <a:lnTo>
                  <a:pt x="225999" y="0"/>
                </a:lnTo>
                <a:lnTo>
                  <a:pt x="223737" y="0"/>
                </a:lnTo>
                <a:close/>
              </a:path>
              <a:path w="407093" h="162474">
                <a:moveTo>
                  <a:pt x="174080" y="0"/>
                </a:moveTo>
                <a:lnTo>
                  <a:pt x="155982" y="0"/>
                </a:lnTo>
                <a:lnTo>
                  <a:pt x="155982" y="69474"/>
                </a:lnTo>
                <a:lnTo>
                  <a:pt x="160507" y="162474"/>
                </a:lnTo>
                <a:lnTo>
                  <a:pt x="185391" y="162474"/>
                </a:lnTo>
                <a:lnTo>
                  <a:pt x="223737" y="69474"/>
                </a:lnTo>
                <a:lnTo>
                  <a:pt x="158244" y="69474"/>
                </a:lnTo>
                <a:lnTo>
                  <a:pt x="155982" y="14480"/>
                </a:lnTo>
                <a:lnTo>
                  <a:pt x="176342" y="14480"/>
                </a:lnTo>
                <a:lnTo>
                  <a:pt x="180867" y="0"/>
                </a:lnTo>
                <a:lnTo>
                  <a:pt x="174080" y="0"/>
                </a:lnTo>
                <a:close/>
              </a:path>
              <a:path w="407093" h="162474">
                <a:moveTo>
                  <a:pt x="11311" y="162474"/>
                </a:moveTo>
                <a:lnTo>
                  <a:pt x="31671" y="162474"/>
                </a:lnTo>
                <a:lnTo>
                  <a:pt x="33933" y="159575"/>
                </a:lnTo>
                <a:lnTo>
                  <a:pt x="33933" y="148008"/>
                </a:lnTo>
                <a:lnTo>
                  <a:pt x="36196" y="145109"/>
                </a:lnTo>
                <a:lnTo>
                  <a:pt x="36196" y="139311"/>
                </a:lnTo>
                <a:lnTo>
                  <a:pt x="38458" y="136427"/>
                </a:lnTo>
                <a:lnTo>
                  <a:pt x="40720" y="133528"/>
                </a:lnTo>
                <a:lnTo>
                  <a:pt x="42982" y="127744"/>
                </a:lnTo>
                <a:lnTo>
                  <a:pt x="47507" y="124845"/>
                </a:lnTo>
                <a:lnTo>
                  <a:pt x="49769" y="121946"/>
                </a:lnTo>
                <a:lnTo>
                  <a:pt x="52031" y="121946"/>
                </a:lnTo>
                <a:lnTo>
                  <a:pt x="56556" y="119047"/>
                </a:lnTo>
                <a:lnTo>
                  <a:pt x="58818" y="116163"/>
                </a:lnTo>
                <a:lnTo>
                  <a:pt x="63343" y="116163"/>
                </a:lnTo>
                <a:lnTo>
                  <a:pt x="58818" y="69474"/>
                </a:lnTo>
                <a:lnTo>
                  <a:pt x="94901" y="14480"/>
                </a:lnTo>
                <a:lnTo>
                  <a:pt x="146933" y="14480"/>
                </a:lnTo>
                <a:lnTo>
                  <a:pt x="149195" y="69474"/>
                </a:lnTo>
                <a:lnTo>
                  <a:pt x="153720" y="69474"/>
                </a:lnTo>
                <a:lnTo>
                  <a:pt x="155982" y="0"/>
                </a:lnTo>
                <a:lnTo>
                  <a:pt x="76803" y="0"/>
                </a:lnTo>
                <a:lnTo>
                  <a:pt x="74541" y="2899"/>
                </a:lnTo>
                <a:lnTo>
                  <a:pt x="72392" y="2899"/>
                </a:lnTo>
                <a:lnTo>
                  <a:pt x="72392" y="5783"/>
                </a:lnTo>
                <a:lnTo>
                  <a:pt x="70129" y="5783"/>
                </a:lnTo>
                <a:lnTo>
                  <a:pt x="67867" y="8682"/>
                </a:lnTo>
                <a:lnTo>
                  <a:pt x="67867" y="11581"/>
                </a:lnTo>
                <a:lnTo>
                  <a:pt x="81328" y="11581"/>
                </a:lnTo>
                <a:lnTo>
                  <a:pt x="79065" y="14480"/>
                </a:lnTo>
                <a:lnTo>
                  <a:pt x="76803" y="17365"/>
                </a:lnTo>
                <a:lnTo>
                  <a:pt x="74541" y="20264"/>
                </a:lnTo>
                <a:lnTo>
                  <a:pt x="70129" y="23163"/>
                </a:lnTo>
                <a:lnTo>
                  <a:pt x="67867" y="28946"/>
                </a:lnTo>
                <a:lnTo>
                  <a:pt x="63343" y="31845"/>
                </a:lnTo>
                <a:lnTo>
                  <a:pt x="58818" y="37629"/>
                </a:lnTo>
                <a:lnTo>
                  <a:pt x="56556" y="40528"/>
                </a:lnTo>
                <a:lnTo>
                  <a:pt x="52031" y="46326"/>
                </a:lnTo>
                <a:lnTo>
                  <a:pt x="49769" y="49210"/>
                </a:lnTo>
                <a:lnTo>
                  <a:pt x="47507" y="52109"/>
                </a:lnTo>
                <a:lnTo>
                  <a:pt x="42982" y="57893"/>
                </a:lnTo>
                <a:lnTo>
                  <a:pt x="40720" y="60792"/>
                </a:lnTo>
                <a:lnTo>
                  <a:pt x="38458" y="60792"/>
                </a:lnTo>
                <a:lnTo>
                  <a:pt x="38458" y="63691"/>
                </a:lnTo>
                <a:lnTo>
                  <a:pt x="36196" y="63691"/>
                </a:lnTo>
                <a:lnTo>
                  <a:pt x="33933" y="66590"/>
                </a:lnTo>
                <a:lnTo>
                  <a:pt x="33933" y="69474"/>
                </a:lnTo>
                <a:lnTo>
                  <a:pt x="31671" y="72373"/>
                </a:lnTo>
                <a:lnTo>
                  <a:pt x="31671" y="75635"/>
                </a:lnTo>
                <a:lnTo>
                  <a:pt x="29409" y="78519"/>
                </a:lnTo>
                <a:lnTo>
                  <a:pt x="29409" y="87216"/>
                </a:lnTo>
                <a:lnTo>
                  <a:pt x="9049" y="87216"/>
                </a:lnTo>
                <a:lnTo>
                  <a:pt x="9049" y="119047"/>
                </a:lnTo>
                <a:lnTo>
                  <a:pt x="4524" y="119047"/>
                </a:lnTo>
                <a:lnTo>
                  <a:pt x="4524" y="121946"/>
                </a:lnTo>
                <a:lnTo>
                  <a:pt x="2262" y="121946"/>
                </a:lnTo>
                <a:lnTo>
                  <a:pt x="2262" y="124845"/>
                </a:lnTo>
                <a:lnTo>
                  <a:pt x="0" y="124845"/>
                </a:lnTo>
                <a:lnTo>
                  <a:pt x="0" y="159575"/>
                </a:lnTo>
                <a:lnTo>
                  <a:pt x="2262" y="159575"/>
                </a:lnTo>
                <a:lnTo>
                  <a:pt x="2262" y="162474"/>
                </a:lnTo>
                <a:lnTo>
                  <a:pt x="11311" y="162474"/>
                </a:lnTo>
                <a:close/>
              </a:path>
              <a:path w="407093" h="162474">
                <a:moveTo>
                  <a:pt x="225999" y="14480"/>
                </a:moveTo>
                <a:lnTo>
                  <a:pt x="225999" y="26062"/>
                </a:lnTo>
                <a:lnTo>
                  <a:pt x="262195" y="69474"/>
                </a:lnTo>
                <a:lnTo>
                  <a:pt x="270805" y="66084"/>
                </a:lnTo>
                <a:lnTo>
                  <a:pt x="225999" y="14480"/>
                </a:lnTo>
                <a:close/>
              </a:path>
              <a:path w="407093" h="162474">
                <a:moveTo>
                  <a:pt x="407093" y="121946"/>
                </a:moveTo>
                <a:lnTo>
                  <a:pt x="404830" y="119047"/>
                </a:lnTo>
                <a:lnTo>
                  <a:pt x="402568" y="116163"/>
                </a:lnTo>
                <a:lnTo>
                  <a:pt x="397817" y="116163"/>
                </a:lnTo>
                <a:lnTo>
                  <a:pt x="397817" y="101682"/>
                </a:lnTo>
                <a:lnTo>
                  <a:pt x="395555" y="98783"/>
                </a:lnTo>
                <a:lnTo>
                  <a:pt x="393293" y="95899"/>
                </a:lnTo>
                <a:lnTo>
                  <a:pt x="386506" y="93000"/>
                </a:lnTo>
                <a:lnTo>
                  <a:pt x="381982" y="90101"/>
                </a:lnTo>
                <a:lnTo>
                  <a:pt x="372933" y="87216"/>
                </a:lnTo>
                <a:lnTo>
                  <a:pt x="366146" y="84317"/>
                </a:lnTo>
                <a:lnTo>
                  <a:pt x="357097" y="81418"/>
                </a:lnTo>
                <a:lnTo>
                  <a:pt x="348048" y="78519"/>
                </a:lnTo>
                <a:lnTo>
                  <a:pt x="336736" y="75635"/>
                </a:lnTo>
                <a:lnTo>
                  <a:pt x="327687" y="72373"/>
                </a:lnTo>
                <a:lnTo>
                  <a:pt x="320901" y="69474"/>
                </a:lnTo>
                <a:lnTo>
                  <a:pt x="311852" y="66590"/>
                </a:lnTo>
                <a:lnTo>
                  <a:pt x="305065" y="63691"/>
                </a:lnTo>
                <a:lnTo>
                  <a:pt x="298391" y="60792"/>
                </a:lnTo>
                <a:lnTo>
                  <a:pt x="293867" y="60792"/>
                </a:lnTo>
                <a:lnTo>
                  <a:pt x="291604" y="57893"/>
                </a:lnTo>
                <a:lnTo>
                  <a:pt x="270805" y="66084"/>
                </a:lnTo>
                <a:lnTo>
                  <a:pt x="271244" y="66590"/>
                </a:lnTo>
                <a:lnTo>
                  <a:pt x="262195" y="69474"/>
                </a:lnTo>
                <a:lnTo>
                  <a:pt x="232786" y="69474"/>
                </a:lnTo>
                <a:lnTo>
                  <a:pt x="225999" y="26062"/>
                </a:lnTo>
                <a:lnTo>
                  <a:pt x="225999" y="14480"/>
                </a:lnTo>
                <a:lnTo>
                  <a:pt x="241835" y="14480"/>
                </a:lnTo>
                <a:lnTo>
                  <a:pt x="239573" y="11581"/>
                </a:lnTo>
                <a:lnTo>
                  <a:pt x="237310" y="8682"/>
                </a:lnTo>
                <a:lnTo>
                  <a:pt x="235048" y="5783"/>
                </a:lnTo>
                <a:lnTo>
                  <a:pt x="230523" y="2899"/>
                </a:lnTo>
                <a:lnTo>
                  <a:pt x="228261" y="0"/>
                </a:lnTo>
                <a:lnTo>
                  <a:pt x="225999" y="0"/>
                </a:lnTo>
                <a:lnTo>
                  <a:pt x="225999" y="69474"/>
                </a:lnTo>
                <a:lnTo>
                  <a:pt x="230523" y="69474"/>
                </a:lnTo>
                <a:lnTo>
                  <a:pt x="225999" y="69474"/>
                </a:lnTo>
                <a:lnTo>
                  <a:pt x="223737" y="0"/>
                </a:lnTo>
                <a:lnTo>
                  <a:pt x="180867" y="0"/>
                </a:lnTo>
                <a:lnTo>
                  <a:pt x="176342" y="14480"/>
                </a:lnTo>
                <a:lnTo>
                  <a:pt x="216950" y="14480"/>
                </a:lnTo>
                <a:lnTo>
                  <a:pt x="223737" y="69474"/>
                </a:lnTo>
                <a:lnTo>
                  <a:pt x="185391" y="162474"/>
                </a:lnTo>
                <a:lnTo>
                  <a:pt x="296129" y="162474"/>
                </a:lnTo>
                <a:lnTo>
                  <a:pt x="296129" y="153792"/>
                </a:lnTo>
                <a:lnTo>
                  <a:pt x="298391" y="148008"/>
                </a:lnTo>
                <a:lnTo>
                  <a:pt x="298391" y="145109"/>
                </a:lnTo>
                <a:lnTo>
                  <a:pt x="300653" y="139311"/>
                </a:lnTo>
                <a:lnTo>
                  <a:pt x="302803" y="136427"/>
                </a:lnTo>
                <a:lnTo>
                  <a:pt x="305065" y="133528"/>
                </a:lnTo>
                <a:lnTo>
                  <a:pt x="307327" y="127744"/>
                </a:lnTo>
                <a:lnTo>
                  <a:pt x="309589" y="124845"/>
                </a:lnTo>
                <a:lnTo>
                  <a:pt x="311852" y="121946"/>
                </a:lnTo>
                <a:lnTo>
                  <a:pt x="316376" y="121946"/>
                </a:lnTo>
                <a:lnTo>
                  <a:pt x="318638" y="119047"/>
                </a:lnTo>
                <a:lnTo>
                  <a:pt x="323163" y="116163"/>
                </a:lnTo>
                <a:lnTo>
                  <a:pt x="329950" y="116163"/>
                </a:lnTo>
                <a:lnTo>
                  <a:pt x="334474" y="113264"/>
                </a:lnTo>
                <a:lnTo>
                  <a:pt x="336736" y="116163"/>
                </a:lnTo>
                <a:lnTo>
                  <a:pt x="345785" y="116163"/>
                </a:lnTo>
                <a:lnTo>
                  <a:pt x="348048" y="119047"/>
                </a:lnTo>
                <a:lnTo>
                  <a:pt x="352572" y="121946"/>
                </a:lnTo>
                <a:lnTo>
                  <a:pt x="354834" y="121946"/>
                </a:lnTo>
                <a:lnTo>
                  <a:pt x="357097" y="124845"/>
                </a:lnTo>
                <a:lnTo>
                  <a:pt x="361621" y="127744"/>
                </a:lnTo>
                <a:lnTo>
                  <a:pt x="363884" y="133528"/>
                </a:lnTo>
                <a:lnTo>
                  <a:pt x="366146" y="136427"/>
                </a:lnTo>
                <a:lnTo>
                  <a:pt x="368408" y="139311"/>
                </a:lnTo>
                <a:lnTo>
                  <a:pt x="368408" y="145109"/>
                </a:lnTo>
                <a:lnTo>
                  <a:pt x="370670" y="148008"/>
                </a:lnTo>
                <a:lnTo>
                  <a:pt x="370670" y="159575"/>
                </a:lnTo>
                <a:lnTo>
                  <a:pt x="372933" y="162474"/>
                </a:lnTo>
                <a:lnTo>
                  <a:pt x="400306" y="153792"/>
                </a:lnTo>
                <a:lnTo>
                  <a:pt x="400306" y="148008"/>
                </a:lnTo>
                <a:lnTo>
                  <a:pt x="404830" y="148008"/>
                </a:lnTo>
                <a:lnTo>
                  <a:pt x="404830" y="145109"/>
                </a:lnTo>
                <a:lnTo>
                  <a:pt x="407093" y="145109"/>
                </a:lnTo>
                <a:lnTo>
                  <a:pt x="407093" y="12194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5" name="object 155"/>
          <p:cNvSpPr/>
          <p:nvPr/>
        </p:nvSpPr>
        <p:spPr>
          <a:xfrm>
            <a:off x="6874655" y="2815927"/>
            <a:ext cx="56556" cy="46311"/>
          </a:xfrm>
          <a:custGeom>
            <a:avLst/>
            <a:gdLst/>
            <a:ahLst/>
            <a:cxnLst/>
            <a:rect l="l" t="t" r="r" b="b"/>
            <a:pathLst>
              <a:path w="56556" h="46311">
                <a:moveTo>
                  <a:pt x="6786" y="0"/>
                </a:moveTo>
                <a:lnTo>
                  <a:pt x="0" y="0"/>
                </a:lnTo>
                <a:lnTo>
                  <a:pt x="52031" y="46311"/>
                </a:lnTo>
                <a:lnTo>
                  <a:pt x="56556" y="43412"/>
                </a:lnTo>
                <a:lnTo>
                  <a:pt x="678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6" name="object 156"/>
          <p:cNvSpPr/>
          <p:nvPr/>
        </p:nvSpPr>
        <p:spPr>
          <a:xfrm>
            <a:off x="6648655" y="2815927"/>
            <a:ext cx="63343" cy="66938"/>
          </a:xfrm>
          <a:custGeom>
            <a:avLst/>
            <a:gdLst/>
            <a:ahLst/>
            <a:cxnLst/>
            <a:rect l="l" t="t" r="r" b="b"/>
            <a:pathLst>
              <a:path w="63343" h="66938">
                <a:moveTo>
                  <a:pt x="15835" y="64039"/>
                </a:moveTo>
                <a:lnTo>
                  <a:pt x="15835" y="61154"/>
                </a:lnTo>
                <a:lnTo>
                  <a:pt x="18098" y="61154"/>
                </a:lnTo>
                <a:lnTo>
                  <a:pt x="18098" y="57893"/>
                </a:lnTo>
                <a:lnTo>
                  <a:pt x="20360" y="54994"/>
                </a:lnTo>
                <a:lnTo>
                  <a:pt x="20360" y="52109"/>
                </a:lnTo>
                <a:lnTo>
                  <a:pt x="22622" y="52109"/>
                </a:lnTo>
                <a:lnTo>
                  <a:pt x="22622" y="49210"/>
                </a:lnTo>
                <a:lnTo>
                  <a:pt x="24884" y="46311"/>
                </a:lnTo>
                <a:lnTo>
                  <a:pt x="27147" y="46311"/>
                </a:lnTo>
                <a:lnTo>
                  <a:pt x="29409" y="43412"/>
                </a:lnTo>
                <a:lnTo>
                  <a:pt x="31671" y="40528"/>
                </a:lnTo>
                <a:lnTo>
                  <a:pt x="33933" y="37629"/>
                </a:lnTo>
                <a:lnTo>
                  <a:pt x="36196" y="31845"/>
                </a:lnTo>
                <a:lnTo>
                  <a:pt x="40720" y="28946"/>
                </a:lnTo>
                <a:lnTo>
                  <a:pt x="42982" y="26047"/>
                </a:lnTo>
                <a:lnTo>
                  <a:pt x="47507" y="23148"/>
                </a:lnTo>
                <a:lnTo>
                  <a:pt x="49769" y="17365"/>
                </a:lnTo>
                <a:lnTo>
                  <a:pt x="52031" y="14466"/>
                </a:lnTo>
                <a:lnTo>
                  <a:pt x="56556" y="11581"/>
                </a:lnTo>
                <a:lnTo>
                  <a:pt x="58818" y="5783"/>
                </a:lnTo>
                <a:lnTo>
                  <a:pt x="61080" y="2884"/>
                </a:lnTo>
                <a:lnTo>
                  <a:pt x="63343" y="0"/>
                </a:lnTo>
                <a:lnTo>
                  <a:pt x="56556" y="0"/>
                </a:lnTo>
                <a:lnTo>
                  <a:pt x="52031" y="2884"/>
                </a:lnTo>
                <a:lnTo>
                  <a:pt x="49769" y="5783"/>
                </a:lnTo>
                <a:lnTo>
                  <a:pt x="47507" y="11581"/>
                </a:lnTo>
                <a:lnTo>
                  <a:pt x="42982" y="14466"/>
                </a:lnTo>
                <a:lnTo>
                  <a:pt x="38458" y="17365"/>
                </a:lnTo>
                <a:lnTo>
                  <a:pt x="36196" y="23148"/>
                </a:lnTo>
                <a:lnTo>
                  <a:pt x="31671" y="26047"/>
                </a:lnTo>
                <a:lnTo>
                  <a:pt x="29409" y="28946"/>
                </a:lnTo>
                <a:lnTo>
                  <a:pt x="24884" y="31845"/>
                </a:lnTo>
                <a:lnTo>
                  <a:pt x="20360" y="37629"/>
                </a:lnTo>
                <a:lnTo>
                  <a:pt x="18098" y="40528"/>
                </a:lnTo>
                <a:lnTo>
                  <a:pt x="15835" y="43412"/>
                </a:lnTo>
                <a:lnTo>
                  <a:pt x="13573" y="46311"/>
                </a:lnTo>
                <a:lnTo>
                  <a:pt x="11311" y="46311"/>
                </a:lnTo>
                <a:lnTo>
                  <a:pt x="9049" y="49210"/>
                </a:lnTo>
                <a:lnTo>
                  <a:pt x="6786" y="52109"/>
                </a:lnTo>
                <a:lnTo>
                  <a:pt x="4524" y="54994"/>
                </a:lnTo>
                <a:lnTo>
                  <a:pt x="4524" y="57893"/>
                </a:lnTo>
                <a:lnTo>
                  <a:pt x="2262" y="61154"/>
                </a:lnTo>
                <a:lnTo>
                  <a:pt x="2262" y="64039"/>
                </a:lnTo>
                <a:lnTo>
                  <a:pt x="0" y="66938"/>
                </a:lnTo>
                <a:lnTo>
                  <a:pt x="15835" y="66938"/>
                </a:lnTo>
                <a:lnTo>
                  <a:pt x="15835" y="6403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7" name="object 157"/>
          <p:cNvSpPr/>
          <p:nvPr/>
        </p:nvSpPr>
        <p:spPr>
          <a:xfrm>
            <a:off x="6748081" y="2966821"/>
            <a:ext cx="187654" cy="0"/>
          </a:xfrm>
          <a:custGeom>
            <a:avLst/>
            <a:gdLst/>
            <a:ahLst/>
            <a:cxnLst/>
            <a:rect l="l" t="t" r="r" b="b"/>
            <a:pathLst>
              <a:path w="187654" h="0">
                <a:moveTo>
                  <a:pt x="0" y="0"/>
                </a:moveTo>
                <a:lnTo>
                  <a:pt x="187654" y="0"/>
                </a:lnTo>
              </a:path>
            </a:pathLst>
          </a:custGeom>
          <a:ln w="7068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8" name="object 158"/>
          <p:cNvSpPr/>
          <p:nvPr/>
        </p:nvSpPr>
        <p:spPr>
          <a:xfrm>
            <a:off x="6748081" y="2929191"/>
            <a:ext cx="187654" cy="5783"/>
          </a:xfrm>
          <a:custGeom>
            <a:avLst/>
            <a:gdLst/>
            <a:ahLst/>
            <a:cxnLst/>
            <a:rect l="l" t="t" r="r" b="b"/>
            <a:pathLst>
              <a:path w="187654" h="5783">
                <a:moveTo>
                  <a:pt x="187654" y="5783"/>
                </a:moveTo>
                <a:lnTo>
                  <a:pt x="0" y="0"/>
                </a:lnTo>
                <a:lnTo>
                  <a:pt x="0" y="5783"/>
                </a:lnTo>
                <a:lnTo>
                  <a:pt x="187654" y="578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9" name="object 159"/>
          <p:cNvSpPr/>
          <p:nvPr/>
        </p:nvSpPr>
        <p:spPr>
          <a:xfrm>
            <a:off x="6678065" y="2903129"/>
            <a:ext cx="325425" cy="31845"/>
          </a:xfrm>
          <a:custGeom>
            <a:avLst/>
            <a:gdLst/>
            <a:ahLst/>
            <a:cxnLst/>
            <a:rect l="l" t="t" r="r" b="b"/>
            <a:pathLst>
              <a:path w="325425" h="31845">
                <a:moveTo>
                  <a:pt x="4524" y="11581"/>
                </a:moveTo>
                <a:lnTo>
                  <a:pt x="0" y="14480"/>
                </a:lnTo>
                <a:lnTo>
                  <a:pt x="11311" y="14480"/>
                </a:lnTo>
                <a:lnTo>
                  <a:pt x="13573" y="11581"/>
                </a:lnTo>
                <a:lnTo>
                  <a:pt x="15835" y="8682"/>
                </a:lnTo>
                <a:lnTo>
                  <a:pt x="18098" y="8682"/>
                </a:lnTo>
                <a:lnTo>
                  <a:pt x="22622" y="5798"/>
                </a:lnTo>
                <a:lnTo>
                  <a:pt x="40607" y="5798"/>
                </a:lnTo>
                <a:lnTo>
                  <a:pt x="42869" y="8682"/>
                </a:lnTo>
                <a:lnTo>
                  <a:pt x="49656" y="8682"/>
                </a:lnTo>
                <a:lnTo>
                  <a:pt x="51918" y="11581"/>
                </a:lnTo>
                <a:lnTo>
                  <a:pt x="54181" y="11581"/>
                </a:lnTo>
                <a:lnTo>
                  <a:pt x="56443" y="14480"/>
                </a:lnTo>
                <a:lnTo>
                  <a:pt x="58705" y="17365"/>
                </a:lnTo>
                <a:lnTo>
                  <a:pt x="60967" y="17365"/>
                </a:lnTo>
                <a:lnTo>
                  <a:pt x="63230" y="20264"/>
                </a:lnTo>
                <a:lnTo>
                  <a:pt x="63230" y="23163"/>
                </a:lnTo>
                <a:lnTo>
                  <a:pt x="65492" y="26062"/>
                </a:lnTo>
                <a:lnTo>
                  <a:pt x="67754" y="28946"/>
                </a:lnTo>
                <a:lnTo>
                  <a:pt x="70016" y="31845"/>
                </a:lnTo>
                <a:lnTo>
                  <a:pt x="70016" y="26062"/>
                </a:lnTo>
                <a:lnTo>
                  <a:pt x="257671" y="31845"/>
                </a:lnTo>
                <a:lnTo>
                  <a:pt x="259933" y="28946"/>
                </a:lnTo>
                <a:lnTo>
                  <a:pt x="262195" y="26062"/>
                </a:lnTo>
                <a:lnTo>
                  <a:pt x="262195" y="23163"/>
                </a:lnTo>
                <a:lnTo>
                  <a:pt x="264344" y="20264"/>
                </a:lnTo>
                <a:lnTo>
                  <a:pt x="266606" y="17365"/>
                </a:lnTo>
                <a:lnTo>
                  <a:pt x="268869" y="17365"/>
                </a:lnTo>
                <a:lnTo>
                  <a:pt x="271131" y="14480"/>
                </a:lnTo>
                <a:lnTo>
                  <a:pt x="273393" y="11581"/>
                </a:lnTo>
                <a:lnTo>
                  <a:pt x="275656" y="11581"/>
                </a:lnTo>
                <a:lnTo>
                  <a:pt x="277918" y="8682"/>
                </a:lnTo>
                <a:lnTo>
                  <a:pt x="284705" y="8682"/>
                </a:lnTo>
                <a:lnTo>
                  <a:pt x="286967" y="5798"/>
                </a:lnTo>
                <a:lnTo>
                  <a:pt x="307327" y="5798"/>
                </a:lnTo>
                <a:lnTo>
                  <a:pt x="309589" y="8682"/>
                </a:lnTo>
                <a:lnTo>
                  <a:pt x="311852" y="8682"/>
                </a:lnTo>
                <a:lnTo>
                  <a:pt x="314114" y="11581"/>
                </a:lnTo>
                <a:lnTo>
                  <a:pt x="316376" y="11581"/>
                </a:lnTo>
                <a:lnTo>
                  <a:pt x="325425" y="14480"/>
                </a:lnTo>
                <a:lnTo>
                  <a:pt x="323163" y="11581"/>
                </a:lnTo>
                <a:lnTo>
                  <a:pt x="318638" y="8682"/>
                </a:lnTo>
                <a:lnTo>
                  <a:pt x="316376" y="5798"/>
                </a:lnTo>
                <a:lnTo>
                  <a:pt x="311852" y="2899"/>
                </a:lnTo>
                <a:lnTo>
                  <a:pt x="307327" y="2899"/>
                </a:lnTo>
                <a:lnTo>
                  <a:pt x="302803" y="0"/>
                </a:lnTo>
                <a:lnTo>
                  <a:pt x="284705" y="0"/>
                </a:lnTo>
                <a:lnTo>
                  <a:pt x="280180" y="2899"/>
                </a:lnTo>
                <a:lnTo>
                  <a:pt x="277918" y="2899"/>
                </a:lnTo>
                <a:lnTo>
                  <a:pt x="275656" y="5798"/>
                </a:lnTo>
                <a:lnTo>
                  <a:pt x="273393" y="5798"/>
                </a:lnTo>
                <a:lnTo>
                  <a:pt x="271131" y="8682"/>
                </a:lnTo>
                <a:lnTo>
                  <a:pt x="268869" y="8682"/>
                </a:lnTo>
                <a:lnTo>
                  <a:pt x="266606" y="11581"/>
                </a:lnTo>
                <a:lnTo>
                  <a:pt x="264344" y="14480"/>
                </a:lnTo>
                <a:lnTo>
                  <a:pt x="262195" y="17365"/>
                </a:lnTo>
                <a:lnTo>
                  <a:pt x="259933" y="20264"/>
                </a:lnTo>
                <a:lnTo>
                  <a:pt x="257671" y="23163"/>
                </a:lnTo>
                <a:lnTo>
                  <a:pt x="255408" y="26062"/>
                </a:lnTo>
                <a:lnTo>
                  <a:pt x="72279" y="26062"/>
                </a:lnTo>
                <a:lnTo>
                  <a:pt x="70016" y="23163"/>
                </a:lnTo>
                <a:lnTo>
                  <a:pt x="67754" y="20264"/>
                </a:lnTo>
                <a:lnTo>
                  <a:pt x="65492" y="17365"/>
                </a:lnTo>
                <a:lnTo>
                  <a:pt x="63230" y="14480"/>
                </a:lnTo>
                <a:lnTo>
                  <a:pt x="60967" y="11581"/>
                </a:lnTo>
                <a:lnTo>
                  <a:pt x="58705" y="8682"/>
                </a:lnTo>
                <a:lnTo>
                  <a:pt x="56443" y="8682"/>
                </a:lnTo>
                <a:lnTo>
                  <a:pt x="54181" y="5798"/>
                </a:lnTo>
                <a:lnTo>
                  <a:pt x="51918" y="5798"/>
                </a:lnTo>
                <a:lnTo>
                  <a:pt x="49656" y="2899"/>
                </a:lnTo>
                <a:lnTo>
                  <a:pt x="47394" y="2899"/>
                </a:lnTo>
                <a:lnTo>
                  <a:pt x="42869" y="0"/>
                </a:lnTo>
                <a:lnTo>
                  <a:pt x="22622" y="0"/>
                </a:lnTo>
                <a:lnTo>
                  <a:pt x="18098" y="2899"/>
                </a:lnTo>
                <a:lnTo>
                  <a:pt x="15835" y="2899"/>
                </a:lnTo>
                <a:lnTo>
                  <a:pt x="11311" y="5798"/>
                </a:lnTo>
                <a:lnTo>
                  <a:pt x="6786" y="8682"/>
                </a:lnTo>
                <a:lnTo>
                  <a:pt x="4524" y="1158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0" name="object 160"/>
          <p:cNvSpPr/>
          <p:nvPr/>
        </p:nvSpPr>
        <p:spPr>
          <a:xfrm>
            <a:off x="6800113" y="2887205"/>
            <a:ext cx="18079" cy="0"/>
          </a:xfrm>
          <a:custGeom>
            <a:avLst/>
            <a:gdLst/>
            <a:ahLst/>
            <a:cxnLst/>
            <a:rect l="l" t="t" r="r" b="b"/>
            <a:pathLst>
              <a:path w="18079" h="0">
                <a:moveTo>
                  <a:pt x="0" y="0"/>
                </a:moveTo>
                <a:lnTo>
                  <a:pt x="18079" y="0"/>
                </a:lnTo>
              </a:path>
            </a:pathLst>
          </a:custGeom>
          <a:ln w="9954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1" name="object 161"/>
          <p:cNvSpPr/>
          <p:nvPr/>
        </p:nvSpPr>
        <p:spPr>
          <a:xfrm>
            <a:off x="6648655" y="2813028"/>
            <a:ext cx="72279" cy="75635"/>
          </a:xfrm>
          <a:custGeom>
            <a:avLst/>
            <a:gdLst/>
            <a:ahLst/>
            <a:cxnLst/>
            <a:rect l="l" t="t" r="r" b="b"/>
            <a:pathLst>
              <a:path w="72279" h="75635">
                <a:moveTo>
                  <a:pt x="20360" y="57893"/>
                </a:moveTo>
                <a:lnTo>
                  <a:pt x="18098" y="60792"/>
                </a:lnTo>
                <a:lnTo>
                  <a:pt x="18098" y="64053"/>
                </a:lnTo>
                <a:lnTo>
                  <a:pt x="15835" y="64053"/>
                </a:lnTo>
                <a:lnTo>
                  <a:pt x="15835" y="69837"/>
                </a:lnTo>
                <a:lnTo>
                  <a:pt x="0" y="69837"/>
                </a:lnTo>
                <a:lnTo>
                  <a:pt x="0" y="75635"/>
                </a:lnTo>
                <a:lnTo>
                  <a:pt x="20360" y="75635"/>
                </a:lnTo>
                <a:lnTo>
                  <a:pt x="20360" y="66938"/>
                </a:lnTo>
                <a:lnTo>
                  <a:pt x="22622" y="64053"/>
                </a:lnTo>
                <a:lnTo>
                  <a:pt x="22622" y="60792"/>
                </a:lnTo>
                <a:lnTo>
                  <a:pt x="24884" y="57893"/>
                </a:lnTo>
                <a:lnTo>
                  <a:pt x="24884" y="55008"/>
                </a:lnTo>
                <a:lnTo>
                  <a:pt x="27147" y="52109"/>
                </a:lnTo>
                <a:lnTo>
                  <a:pt x="29409" y="52109"/>
                </a:lnTo>
                <a:lnTo>
                  <a:pt x="29409" y="49210"/>
                </a:lnTo>
                <a:lnTo>
                  <a:pt x="31671" y="49210"/>
                </a:lnTo>
                <a:lnTo>
                  <a:pt x="33933" y="46311"/>
                </a:lnTo>
                <a:lnTo>
                  <a:pt x="38458" y="40528"/>
                </a:lnTo>
                <a:lnTo>
                  <a:pt x="40720" y="37629"/>
                </a:lnTo>
                <a:lnTo>
                  <a:pt x="42982" y="34744"/>
                </a:lnTo>
                <a:lnTo>
                  <a:pt x="47507" y="28946"/>
                </a:lnTo>
                <a:lnTo>
                  <a:pt x="49769" y="26047"/>
                </a:lnTo>
                <a:lnTo>
                  <a:pt x="54294" y="20264"/>
                </a:lnTo>
                <a:lnTo>
                  <a:pt x="58818" y="17365"/>
                </a:lnTo>
                <a:lnTo>
                  <a:pt x="61080" y="11581"/>
                </a:lnTo>
                <a:lnTo>
                  <a:pt x="65492" y="8682"/>
                </a:lnTo>
                <a:lnTo>
                  <a:pt x="67754" y="5783"/>
                </a:lnTo>
                <a:lnTo>
                  <a:pt x="70016" y="2899"/>
                </a:lnTo>
                <a:lnTo>
                  <a:pt x="72279" y="0"/>
                </a:lnTo>
                <a:lnTo>
                  <a:pt x="58818" y="0"/>
                </a:lnTo>
                <a:lnTo>
                  <a:pt x="56556" y="2899"/>
                </a:lnTo>
                <a:lnTo>
                  <a:pt x="63343" y="2899"/>
                </a:lnTo>
                <a:lnTo>
                  <a:pt x="61080" y="5783"/>
                </a:lnTo>
                <a:lnTo>
                  <a:pt x="58818" y="8682"/>
                </a:lnTo>
                <a:lnTo>
                  <a:pt x="56556" y="14480"/>
                </a:lnTo>
                <a:lnTo>
                  <a:pt x="52031" y="17365"/>
                </a:lnTo>
                <a:lnTo>
                  <a:pt x="49769" y="20264"/>
                </a:lnTo>
                <a:lnTo>
                  <a:pt x="47507" y="26047"/>
                </a:lnTo>
                <a:lnTo>
                  <a:pt x="42982" y="28946"/>
                </a:lnTo>
                <a:lnTo>
                  <a:pt x="40720" y="31845"/>
                </a:lnTo>
                <a:lnTo>
                  <a:pt x="36196" y="34744"/>
                </a:lnTo>
                <a:lnTo>
                  <a:pt x="33933" y="40528"/>
                </a:lnTo>
                <a:lnTo>
                  <a:pt x="31671" y="43427"/>
                </a:lnTo>
                <a:lnTo>
                  <a:pt x="29409" y="46311"/>
                </a:lnTo>
                <a:lnTo>
                  <a:pt x="27147" y="49210"/>
                </a:lnTo>
                <a:lnTo>
                  <a:pt x="24884" y="49210"/>
                </a:lnTo>
                <a:lnTo>
                  <a:pt x="22622" y="52109"/>
                </a:lnTo>
                <a:lnTo>
                  <a:pt x="22622" y="55008"/>
                </a:lnTo>
                <a:lnTo>
                  <a:pt x="20360" y="55008"/>
                </a:lnTo>
                <a:lnTo>
                  <a:pt x="20360" y="5789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2" name="object 162"/>
          <p:cNvSpPr/>
          <p:nvPr/>
        </p:nvSpPr>
        <p:spPr>
          <a:xfrm>
            <a:off x="6644131" y="2926292"/>
            <a:ext cx="20360" cy="34730"/>
          </a:xfrm>
          <a:custGeom>
            <a:avLst/>
            <a:gdLst/>
            <a:ahLst/>
            <a:cxnLst/>
            <a:rect l="l" t="t" r="r" b="b"/>
            <a:pathLst>
              <a:path w="20360" h="34730">
                <a:moveTo>
                  <a:pt x="2262" y="34730"/>
                </a:moveTo>
                <a:lnTo>
                  <a:pt x="13573" y="34730"/>
                </a:lnTo>
                <a:lnTo>
                  <a:pt x="20360" y="0"/>
                </a:lnTo>
                <a:lnTo>
                  <a:pt x="4524" y="0"/>
                </a:lnTo>
                <a:lnTo>
                  <a:pt x="2262" y="2899"/>
                </a:lnTo>
                <a:lnTo>
                  <a:pt x="0" y="2899"/>
                </a:lnTo>
                <a:lnTo>
                  <a:pt x="0" y="31845"/>
                </a:lnTo>
                <a:lnTo>
                  <a:pt x="2262" y="3473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3" name="object 163"/>
          <p:cNvSpPr/>
          <p:nvPr/>
        </p:nvSpPr>
        <p:spPr>
          <a:xfrm>
            <a:off x="6653180" y="2907467"/>
            <a:ext cx="6780" cy="0"/>
          </a:xfrm>
          <a:custGeom>
            <a:avLst/>
            <a:gdLst/>
            <a:ahLst/>
            <a:cxnLst/>
            <a:rect l="l" t="t" r="r" b="b"/>
            <a:pathLst>
              <a:path w="6780" h="0">
                <a:moveTo>
                  <a:pt x="0" y="0"/>
                </a:moveTo>
                <a:lnTo>
                  <a:pt x="6780" y="0"/>
                </a:lnTo>
              </a:path>
            </a:pathLst>
          </a:custGeom>
          <a:ln w="27324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4" name="object 164"/>
          <p:cNvSpPr/>
          <p:nvPr/>
        </p:nvSpPr>
        <p:spPr>
          <a:xfrm>
            <a:off x="7021588" y="2911820"/>
            <a:ext cx="13559" cy="0"/>
          </a:xfrm>
          <a:custGeom>
            <a:avLst/>
            <a:gdLst/>
            <a:ahLst/>
            <a:cxnLst/>
            <a:rect l="l" t="t" r="r" b="b"/>
            <a:pathLst>
              <a:path w="13559" h="0">
                <a:moveTo>
                  <a:pt x="0" y="0"/>
                </a:moveTo>
                <a:lnTo>
                  <a:pt x="13559" y="0"/>
                </a:lnTo>
              </a:path>
            </a:pathLst>
          </a:custGeom>
          <a:ln w="12849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5" name="object 165"/>
          <p:cNvSpPr/>
          <p:nvPr/>
        </p:nvSpPr>
        <p:spPr>
          <a:xfrm>
            <a:off x="7003490" y="2923393"/>
            <a:ext cx="40946" cy="26062"/>
          </a:xfrm>
          <a:custGeom>
            <a:avLst/>
            <a:gdLst/>
            <a:ahLst/>
            <a:cxnLst/>
            <a:rect l="l" t="t" r="r" b="b"/>
            <a:pathLst>
              <a:path w="40946" h="26062">
                <a:moveTo>
                  <a:pt x="13573" y="26062"/>
                </a:moveTo>
                <a:lnTo>
                  <a:pt x="18098" y="26062"/>
                </a:lnTo>
                <a:lnTo>
                  <a:pt x="20360" y="23163"/>
                </a:lnTo>
                <a:lnTo>
                  <a:pt x="38684" y="23163"/>
                </a:lnTo>
                <a:lnTo>
                  <a:pt x="38684" y="20264"/>
                </a:lnTo>
                <a:lnTo>
                  <a:pt x="40946" y="17365"/>
                </a:lnTo>
                <a:lnTo>
                  <a:pt x="40946" y="8682"/>
                </a:lnTo>
                <a:lnTo>
                  <a:pt x="38684" y="5798"/>
                </a:lnTo>
                <a:lnTo>
                  <a:pt x="38684" y="2899"/>
                </a:lnTo>
                <a:lnTo>
                  <a:pt x="36422" y="2899"/>
                </a:lnTo>
                <a:lnTo>
                  <a:pt x="36422" y="0"/>
                </a:lnTo>
                <a:lnTo>
                  <a:pt x="0" y="0"/>
                </a:lnTo>
                <a:lnTo>
                  <a:pt x="2262" y="2899"/>
                </a:lnTo>
                <a:lnTo>
                  <a:pt x="4524" y="5798"/>
                </a:lnTo>
                <a:lnTo>
                  <a:pt x="6786" y="8682"/>
                </a:lnTo>
                <a:lnTo>
                  <a:pt x="9049" y="11581"/>
                </a:lnTo>
                <a:lnTo>
                  <a:pt x="9049" y="17365"/>
                </a:lnTo>
                <a:lnTo>
                  <a:pt x="11311" y="20264"/>
                </a:lnTo>
                <a:lnTo>
                  <a:pt x="11311" y="26062"/>
                </a:lnTo>
                <a:lnTo>
                  <a:pt x="13573" y="2606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6" name="object 166"/>
          <p:cNvSpPr/>
          <p:nvPr/>
        </p:nvSpPr>
        <p:spPr>
          <a:xfrm>
            <a:off x="3791651" y="2617258"/>
            <a:ext cx="2392336" cy="783079"/>
          </a:xfrm>
          <a:custGeom>
            <a:avLst/>
            <a:gdLst/>
            <a:ahLst/>
            <a:cxnLst/>
            <a:rect l="l" t="t" r="r" b="b"/>
            <a:pathLst>
              <a:path w="2392336" h="783079">
                <a:moveTo>
                  <a:pt x="2392336" y="0"/>
                </a:moveTo>
                <a:lnTo>
                  <a:pt x="1141874" y="351011"/>
                </a:lnTo>
                <a:lnTo>
                  <a:pt x="1189381" y="414702"/>
                </a:lnTo>
                <a:lnTo>
                  <a:pt x="0" y="783079"/>
                </a:lnTo>
                <a:lnTo>
                  <a:pt x="1248200" y="432068"/>
                </a:lnTo>
                <a:lnTo>
                  <a:pt x="1202955" y="365477"/>
                </a:lnTo>
                <a:lnTo>
                  <a:pt x="239233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7" name="object 167"/>
          <p:cNvSpPr/>
          <p:nvPr/>
        </p:nvSpPr>
        <p:spPr>
          <a:xfrm>
            <a:off x="3791651" y="2617258"/>
            <a:ext cx="2392336" cy="783079"/>
          </a:xfrm>
          <a:custGeom>
            <a:avLst/>
            <a:gdLst/>
            <a:ahLst/>
            <a:cxnLst/>
            <a:rect l="l" t="t" r="r" b="b"/>
            <a:pathLst>
              <a:path w="2392336" h="783079">
                <a:moveTo>
                  <a:pt x="2392336" y="0"/>
                </a:moveTo>
                <a:lnTo>
                  <a:pt x="1141874" y="351011"/>
                </a:lnTo>
                <a:lnTo>
                  <a:pt x="1189381" y="414702"/>
                </a:lnTo>
                <a:lnTo>
                  <a:pt x="0" y="783079"/>
                </a:lnTo>
                <a:lnTo>
                  <a:pt x="1248200" y="432068"/>
                </a:lnTo>
                <a:lnTo>
                  <a:pt x="1202955" y="365477"/>
                </a:lnTo>
                <a:lnTo>
                  <a:pt x="2392336" y="0"/>
                </a:lnTo>
                <a:close/>
              </a:path>
            </a:pathLst>
          </a:custGeom>
          <a:ln w="283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8" name="object 168"/>
          <p:cNvSpPr/>
          <p:nvPr/>
        </p:nvSpPr>
        <p:spPr>
          <a:xfrm>
            <a:off x="3498689" y="2615809"/>
            <a:ext cx="547239" cy="385756"/>
          </a:xfrm>
          <a:custGeom>
            <a:avLst/>
            <a:gdLst/>
            <a:ahLst/>
            <a:cxnLst/>
            <a:rect l="l" t="t" r="r" b="b"/>
            <a:pathLst>
              <a:path w="547239" h="385756">
                <a:moveTo>
                  <a:pt x="0" y="385756"/>
                </a:moveTo>
                <a:lnTo>
                  <a:pt x="74880" y="374174"/>
                </a:lnTo>
                <a:lnTo>
                  <a:pt x="147272" y="359694"/>
                </a:lnTo>
                <a:lnTo>
                  <a:pt x="215027" y="339430"/>
                </a:lnTo>
                <a:lnTo>
                  <a:pt x="280632" y="313382"/>
                </a:lnTo>
                <a:lnTo>
                  <a:pt x="339338" y="284421"/>
                </a:lnTo>
                <a:lnTo>
                  <a:pt x="391370" y="249329"/>
                </a:lnTo>
                <a:lnTo>
                  <a:pt x="436502" y="214584"/>
                </a:lnTo>
                <a:lnTo>
                  <a:pt x="474960" y="174056"/>
                </a:lnTo>
                <a:lnTo>
                  <a:pt x="506632" y="133499"/>
                </a:lnTo>
                <a:lnTo>
                  <a:pt x="529141" y="90159"/>
                </a:lnTo>
                <a:lnTo>
                  <a:pt x="542715" y="43775"/>
                </a:lnTo>
                <a:lnTo>
                  <a:pt x="547239" y="0"/>
                </a:lnTo>
              </a:path>
            </a:pathLst>
          </a:custGeom>
          <a:ln w="1610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9" name="object 169"/>
          <p:cNvSpPr/>
          <p:nvPr/>
        </p:nvSpPr>
        <p:spPr>
          <a:xfrm>
            <a:off x="3383427" y="2946556"/>
            <a:ext cx="128835" cy="107103"/>
          </a:xfrm>
          <a:custGeom>
            <a:avLst/>
            <a:gdLst/>
            <a:ahLst/>
            <a:cxnLst/>
            <a:rect l="l" t="t" r="r" b="b"/>
            <a:pathLst>
              <a:path w="128835" h="107103">
                <a:moveTo>
                  <a:pt x="128835" y="107103"/>
                </a:moveTo>
                <a:lnTo>
                  <a:pt x="124311" y="0"/>
                </a:lnTo>
                <a:lnTo>
                  <a:pt x="0" y="60792"/>
                </a:lnTo>
                <a:lnTo>
                  <a:pt x="128835" y="10710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0" name="object 170"/>
          <p:cNvSpPr/>
          <p:nvPr/>
        </p:nvSpPr>
        <p:spPr>
          <a:xfrm>
            <a:off x="3485228" y="2337562"/>
            <a:ext cx="2313157" cy="292741"/>
          </a:xfrm>
          <a:custGeom>
            <a:avLst/>
            <a:gdLst/>
            <a:ahLst/>
            <a:cxnLst/>
            <a:rect l="l" t="t" r="r" b="b"/>
            <a:pathLst>
              <a:path w="2313157" h="292741">
                <a:moveTo>
                  <a:pt x="0" y="292741"/>
                </a:moveTo>
                <a:lnTo>
                  <a:pt x="2313157" y="292741"/>
                </a:lnTo>
                <a:lnTo>
                  <a:pt x="2313157" y="0"/>
                </a:lnTo>
                <a:lnTo>
                  <a:pt x="0" y="0"/>
                </a:lnTo>
                <a:lnTo>
                  <a:pt x="0" y="29274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1" name="object 171"/>
          <p:cNvSpPr/>
          <p:nvPr/>
        </p:nvSpPr>
        <p:spPr>
          <a:xfrm>
            <a:off x="3485228" y="2337562"/>
            <a:ext cx="2313157" cy="292741"/>
          </a:xfrm>
          <a:custGeom>
            <a:avLst/>
            <a:gdLst/>
            <a:ahLst/>
            <a:cxnLst/>
            <a:rect l="l" t="t" r="r" b="b"/>
            <a:pathLst>
              <a:path w="2313157" h="292741">
                <a:moveTo>
                  <a:pt x="0" y="292741"/>
                </a:moveTo>
                <a:lnTo>
                  <a:pt x="2313157" y="292741"/>
                </a:lnTo>
                <a:lnTo>
                  <a:pt x="2313157" y="0"/>
                </a:lnTo>
                <a:lnTo>
                  <a:pt x="0" y="0"/>
                </a:lnTo>
                <a:lnTo>
                  <a:pt x="0" y="292741"/>
                </a:lnTo>
                <a:close/>
              </a:path>
            </a:pathLst>
          </a:custGeom>
          <a:ln w="1731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2" name="object 172"/>
          <p:cNvSpPr/>
          <p:nvPr/>
        </p:nvSpPr>
        <p:spPr>
          <a:xfrm>
            <a:off x="4270005" y="3413355"/>
            <a:ext cx="393180" cy="684287"/>
          </a:xfrm>
          <a:custGeom>
            <a:avLst/>
            <a:gdLst/>
            <a:ahLst/>
            <a:cxnLst/>
            <a:rect l="l" t="t" r="r" b="b"/>
            <a:pathLst>
              <a:path w="393180" h="684287">
                <a:moveTo>
                  <a:pt x="9049" y="0"/>
                </a:moveTo>
                <a:lnTo>
                  <a:pt x="2262" y="92637"/>
                </a:lnTo>
                <a:lnTo>
                  <a:pt x="0" y="179854"/>
                </a:lnTo>
                <a:lnTo>
                  <a:pt x="4524" y="260910"/>
                </a:lnTo>
                <a:lnTo>
                  <a:pt x="13573" y="339430"/>
                </a:lnTo>
                <a:lnTo>
                  <a:pt x="27147" y="408905"/>
                </a:lnTo>
                <a:lnTo>
                  <a:pt x="45132" y="472596"/>
                </a:lnTo>
                <a:lnTo>
                  <a:pt x="67754" y="527604"/>
                </a:lnTo>
                <a:lnTo>
                  <a:pt x="97163" y="577177"/>
                </a:lnTo>
                <a:lnTo>
                  <a:pt x="128835" y="617706"/>
                </a:lnTo>
                <a:lnTo>
                  <a:pt x="164918" y="646652"/>
                </a:lnTo>
                <a:lnTo>
                  <a:pt x="205639" y="669815"/>
                </a:lnTo>
                <a:lnTo>
                  <a:pt x="248622" y="681392"/>
                </a:lnTo>
                <a:lnTo>
                  <a:pt x="293754" y="684287"/>
                </a:lnTo>
                <a:lnTo>
                  <a:pt x="343523" y="678496"/>
                </a:lnTo>
                <a:lnTo>
                  <a:pt x="393180" y="664017"/>
                </a:lnTo>
              </a:path>
            </a:pathLst>
          </a:custGeom>
          <a:ln w="1450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3" name="object 173"/>
          <p:cNvSpPr/>
          <p:nvPr/>
        </p:nvSpPr>
        <p:spPr>
          <a:xfrm>
            <a:off x="4236071" y="3268245"/>
            <a:ext cx="83590" cy="168272"/>
          </a:xfrm>
          <a:custGeom>
            <a:avLst/>
            <a:gdLst/>
            <a:ahLst/>
            <a:cxnLst/>
            <a:rect l="l" t="t" r="r" b="b"/>
            <a:pathLst>
              <a:path w="83590" h="168272">
                <a:moveTo>
                  <a:pt x="0" y="148008"/>
                </a:moveTo>
                <a:lnTo>
                  <a:pt x="83590" y="168272"/>
                </a:lnTo>
                <a:lnTo>
                  <a:pt x="63343" y="0"/>
                </a:lnTo>
                <a:lnTo>
                  <a:pt x="0" y="1480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4" name="object 174"/>
          <p:cNvSpPr/>
          <p:nvPr/>
        </p:nvSpPr>
        <p:spPr>
          <a:xfrm>
            <a:off x="4604480" y="3903326"/>
            <a:ext cx="1831523" cy="293104"/>
          </a:xfrm>
          <a:custGeom>
            <a:avLst/>
            <a:gdLst/>
            <a:ahLst/>
            <a:cxnLst/>
            <a:rect l="l" t="t" r="r" b="b"/>
            <a:pathLst>
              <a:path w="1831523" h="293104">
                <a:moveTo>
                  <a:pt x="0" y="293104"/>
                </a:moveTo>
                <a:lnTo>
                  <a:pt x="1831523" y="293104"/>
                </a:lnTo>
                <a:lnTo>
                  <a:pt x="1831523" y="0"/>
                </a:lnTo>
                <a:lnTo>
                  <a:pt x="0" y="0"/>
                </a:lnTo>
                <a:lnTo>
                  <a:pt x="0" y="29310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5" name="object 175"/>
          <p:cNvSpPr/>
          <p:nvPr/>
        </p:nvSpPr>
        <p:spPr>
          <a:xfrm>
            <a:off x="4604480" y="3903326"/>
            <a:ext cx="1831523" cy="293104"/>
          </a:xfrm>
          <a:custGeom>
            <a:avLst/>
            <a:gdLst/>
            <a:ahLst/>
            <a:cxnLst/>
            <a:rect l="l" t="t" r="r" b="b"/>
            <a:pathLst>
              <a:path w="1831523" h="293104">
                <a:moveTo>
                  <a:pt x="0" y="293104"/>
                </a:moveTo>
                <a:lnTo>
                  <a:pt x="1831523" y="293104"/>
                </a:lnTo>
                <a:lnTo>
                  <a:pt x="1831523" y="0"/>
                </a:lnTo>
                <a:lnTo>
                  <a:pt x="0" y="0"/>
                </a:lnTo>
                <a:lnTo>
                  <a:pt x="0" y="293104"/>
                </a:lnTo>
                <a:close/>
              </a:path>
            </a:pathLst>
          </a:custGeom>
          <a:ln w="1728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78740" y="159670"/>
            <a:ext cx="375920" cy="330200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dirty="0" smtClean="0" sz="2400" b="1">
                <a:latin typeface="Arial"/>
                <a:cs typeface="Arial"/>
              </a:rPr>
              <a:t>B.</a:t>
            </a:r>
            <a:endParaRPr sz="24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67359" y="159670"/>
            <a:ext cx="2612542" cy="330200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dirty="0" smtClean="0" sz="2400" spc="0" b="1">
                <a:latin typeface="Arial"/>
                <a:cs typeface="Arial"/>
              </a:rPr>
              <a:t>Freq</a:t>
            </a:r>
            <a:r>
              <a:rPr dirty="0" smtClean="0" sz="2400" spc="0" b="1">
                <a:latin typeface="Arial"/>
                <a:cs typeface="Arial"/>
              </a:rPr>
              <a:t>u</a:t>
            </a:r>
            <a:r>
              <a:rPr dirty="0" smtClean="0" sz="2400" spc="0" b="1">
                <a:latin typeface="Arial"/>
                <a:cs typeface="Arial"/>
              </a:rPr>
              <a:t>ency</a:t>
            </a:r>
            <a:r>
              <a:rPr dirty="0" smtClean="0" sz="2400" spc="0" b="1">
                <a:latin typeface="Arial"/>
                <a:cs typeface="Arial"/>
              </a:rPr>
              <a:t> </a:t>
            </a:r>
            <a:r>
              <a:rPr dirty="0" smtClean="0" sz="2400" spc="0" b="1">
                <a:latin typeface="Arial"/>
                <a:cs typeface="Arial"/>
              </a:rPr>
              <a:t>R</a:t>
            </a:r>
            <a:r>
              <a:rPr dirty="0" smtClean="0" sz="2400" spc="0" b="1">
                <a:latin typeface="Arial"/>
                <a:cs typeface="Arial"/>
              </a:rPr>
              <a:t>e</a:t>
            </a:r>
            <a:r>
              <a:rPr dirty="0" smtClean="0" sz="2400" spc="0" b="1">
                <a:latin typeface="Arial"/>
                <a:cs typeface="Arial"/>
              </a:rPr>
              <a:t>use</a:t>
            </a:r>
            <a:endParaRPr sz="24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59740" y="789927"/>
            <a:ext cx="2968125" cy="381317"/>
          </a:xfrm>
          <a:prstGeom prst="rect">
            <a:avLst/>
          </a:prstGeom>
        </p:spPr>
        <p:txBody>
          <a:bodyPr wrap="square" lIns="0" tIns="18796" rIns="0" bIns="0" rtlCol="0">
            <a:noAutofit/>
          </a:bodyPr>
          <a:lstStyle/>
          <a:p>
            <a:pPr marL="12700">
              <a:lnSpc>
                <a:spcPts val="2960"/>
              </a:lnSpc>
            </a:pPr>
            <a:r>
              <a:rPr dirty="0" smtClean="0" sz="2800" spc="-2" b="1" u="heavy">
                <a:solidFill>
                  <a:srgbClr val="3333CC"/>
                </a:solidFill>
                <a:latin typeface="Times New Roman"/>
                <a:cs typeface="Times New Roman"/>
              </a:rPr>
              <a:t>P</a:t>
            </a:r>
            <a:r>
              <a:rPr dirty="0" smtClean="0" sz="2800" spc="-2" b="1" u="heavy">
                <a:solidFill>
                  <a:srgbClr val="3333CC"/>
                </a:solidFill>
                <a:latin typeface="Times New Roman"/>
                <a:cs typeface="Times New Roman"/>
              </a:rPr>
              <a:t>ara</a:t>
            </a:r>
            <a:r>
              <a:rPr dirty="0" smtClean="0" sz="2800" spc="-2" b="1" u="heavy">
                <a:solidFill>
                  <a:srgbClr val="3333CC"/>
                </a:solidFill>
                <a:latin typeface="Times New Roman"/>
                <a:cs typeface="Times New Roman"/>
              </a:rPr>
              <a:t>m</a:t>
            </a:r>
            <a:r>
              <a:rPr dirty="0" smtClean="0" sz="2800" spc="-2" b="1" u="heavy">
                <a:solidFill>
                  <a:srgbClr val="3333CC"/>
                </a:solidFill>
                <a:latin typeface="Times New Roman"/>
                <a:cs typeface="Times New Roman"/>
              </a:rPr>
              <a:t>eter</a:t>
            </a:r>
            <a:r>
              <a:rPr dirty="0" smtClean="0" sz="2800" spc="-2" b="1" u="heavy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2800" spc="-2" b="1" u="heavy">
                <a:solidFill>
                  <a:srgbClr val="3333CC"/>
                </a:solidFill>
                <a:latin typeface="Times New Roman"/>
                <a:cs typeface="Times New Roman"/>
              </a:rPr>
              <a:t>Kiner</a:t>
            </a:r>
            <a:r>
              <a:rPr dirty="0" smtClean="0" sz="2800" spc="-2" b="1" u="heavy">
                <a:solidFill>
                  <a:srgbClr val="3333CC"/>
                </a:solidFill>
                <a:latin typeface="Times New Roman"/>
                <a:cs typeface="Times New Roman"/>
              </a:rPr>
              <a:t>j</a:t>
            </a:r>
            <a:r>
              <a:rPr dirty="0" smtClean="0" sz="2800" spc="-2" b="1" u="heavy">
                <a:solidFill>
                  <a:srgbClr val="3333CC"/>
                </a:solidFill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222057" y="1221162"/>
            <a:ext cx="371957" cy="330200"/>
          </a:xfrm>
          <a:prstGeom prst="rect">
            <a:avLst/>
          </a:prstGeom>
        </p:spPr>
        <p:txBody>
          <a:bodyPr wrap="square" lIns="0" tIns="16478" rIns="0" bIns="0" rtlCol="0">
            <a:noAutofit/>
          </a:bodyPr>
          <a:lstStyle/>
          <a:p>
            <a:pPr marL="12700">
              <a:lnSpc>
                <a:spcPts val="2595"/>
              </a:lnSpc>
            </a:pPr>
            <a:r>
              <a:rPr dirty="0" smtClean="0" sz="2400">
                <a:latin typeface="Symbol"/>
                <a:cs typeface="Symbol"/>
              </a:rPr>
              <a:t>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600454" y="1226030"/>
            <a:ext cx="495401" cy="330200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 spc="1" b="1">
                <a:latin typeface="Times New Roman"/>
                <a:cs typeface="Times New Roman"/>
              </a:rPr>
              <a:t>C</a:t>
            </a:r>
            <a:r>
              <a:rPr dirty="0" smtClean="0" sz="2400" spc="1" b="1">
                <a:latin typeface="Times New Roman"/>
                <a:cs typeface="Times New Roman"/>
              </a:rPr>
              <a:t>/I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100935" y="1226030"/>
            <a:ext cx="1245209" cy="330200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 spc="-1" b="1">
                <a:latin typeface="Times New Roman"/>
                <a:cs typeface="Times New Roman"/>
              </a:rPr>
              <a:t>(</a:t>
            </a:r>
            <a:r>
              <a:rPr dirty="0" smtClean="0" sz="2400" spc="-1" b="1">
                <a:latin typeface="Times New Roman"/>
                <a:cs typeface="Times New Roman"/>
              </a:rPr>
              <a:t> </a:t>
            </a:r>
            <a:r>
              <a:rPr dirty="0" smtClean="0" sz="2400" spc="-1" b="1">
                <a:latin typeface="Times New Roman"/>
                <a:cs typeface="Times New Roman"/>
              </a:rPr>
              <a:t>C</a:t>
            </a:r>
            <a:r>
              <a:rPr dirty="0" smtClean="0" sz="2400" spc="-1" b="1">
                <a:latin typeface="Times New Roman"/>
                <a:cs typeface="Times New Roman"/>
              </a:rPr>
              <a:t>ar</a:t>
            </a:r>
            <a:r>
              <a:rPr dirty="0" smtClean="0" sz="2400" spc="-1" b="1">
                <a:latin typeface="Times New Roman"/>
                <a:cs typeface="Times New Roman"/>
              </a:rPr>
              <a:t>r</a:t>
            </a:r>
            <a:r>
              <a:rPr dirty="0" smtClean="0" sz="2400" spc="-1" b="1">
                <a:latin typeface="Times New Roman"/>
                <a:cs typeface="Times New Roman"/>
              </a:rPr>
              <a:t>i</a:t>
            </a:r>
            <a:r>
              <a:rPr dirty="0" smtClean="0" sz="2400" spc="-1" b="1">
                <a:latin typeface="Times New Roman"/>
                <a:cs typeface="Times New Roman"/>
              </a:rPr>
              <a:t>e</a:t>
            </a:r>
            <a:r>
              <a:rPr dirty="0" smtClean="0" sz="2400" spc="-1" b="1">
                <a:latin typeface="Times New Roman"/>
                <a:cs typeface="Times New Roman"/>
              </a:rPr>
              <a:t>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345433" y="1226030"/>
            <a:ext cx="325018" cy="330200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 b="1">
                <a:latin typeface="Times New Roman"/>
                <a:cs typeface="Times New Roman"/>
              </a:rPr>
              <a:t>to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675532" y="1226030"/>
            <a:ext cx="2459228" cy="670170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 spc="-3" b="1">
                <a:latin typeface="Times New Roman"/>
                <a:cs typeface="Times New Roman"/>
              </a:rPr>
              <a:t>I</a:t>
            </a:r>
            <a:r>
              <a:rPr dirty="0" smtClean="0" sz="2400" spc="-3" b="1">
                <a:latin typeface="Times New Roman"/>
                <a:cs typeface="Times New Roman"/>
              </a:rPr>
              <a:t>nter</a:t>
            </a:r>
            <a:r>
              <a:rPr dirty="0" smtClean="0" sz="2400" spc="-3" b="1">
                <a:latin typeface="Times New Roman"/>
                <a:cs typeface="Times New Roman"/>
              </a:rPr>
              <a:t>f</a:t>
            </a:r>
            <a:r>
              <a:rPr dirty="0" smtClean="0" sz="2400" spc="-3" b="1">
                <a:latin typeface="Times New Roman"/>
                <a:cs typeface="Times New Roman"/>
              </a:rPr>
              <a:t>e</a:t>
            </a:r>
            <a:r>
              <a:rPr dirty="0" smtClean="0" sz="2400" spc="-3" b="1">
                <a:latin typeface="Times New Roman"/>
                <a:cs typeface="Times New Roman"/>
              </a:rPr>
              <a:t>r</a:t>
            </a:r>
            <a:r>
              <a:rPr dirty="0" smtClean="0" sz="2400" spc="-3" b="1">
                <a:latin typeface="Times New Roman"/>
                <a:cs typeface="Times New Roman"/>
              </a:rPr>
              <a:t>ence</a:t>
            </a:r>
            <a:r>
              <a:rPr dirty="0" smtClean="0" sz="2400" spc="-3" b="1">
                <a:latin typeface="Times New Roman"/>
                <a:cs typeface="Times New Roman"/>
              </a:rPr>
              <a:t> </a:t>
            </a:r>
            <a:r>
              <a:rPr dirty="0" smtClean="0" sz="2400" spc="-3" b="1">
                <a:latin typeface="Times New Roman"/>
                <a:cs typeface="Times New Roman"/>
              </a:rPr>
              <a:t>R</a:t>
            </a:r>
            <a:r>
              <a:rPr dirty="0" smtClean="0" sz="2400" spc="-3" b="1">
                <a:latin typeface="Times New Roman"/>
                <a:cs typeface="Times New Roman"/>
              </a:rPr>
              <a:t>atio</a:t>
            </a:r>
            <a:endParaRPr sz="2400">
              <a:latin typeface="Times New Roman"/>
              <a:cs typeface="Times New Roman"/>
            </a:endParaRPr>
          </a:p>
          <a:p>
            <a:pPr marL="196429" marR="45720">
              <a:lnSpc>
                <a:spcPct val="95825"/>
              </a:lnSpc>
              <a:spcBef>
                <a:spcPts val="972"/>
              </a:spcBef>
            </a:pPr>
            <a:r>
              <a:rPr dirty="0" smtClean="0" sz="1350" spc="-133" b="1">
                <a:latin typeface="Arial"/>
                <a:cs typeface="Arial"/>
              </a:rPr>
              <a:t>J</a:t>
            </a:r>
            <a:r>
              <a:rPr dirty="0" smtClean="0" sz="1350" spc="-133" b="1">
                <a:latin typeface="Arial"/>
                <a:cs typeface="Arial"/>
              </a:rPr>
              <a:t>a</a:t>
            </a:r>
            <a:r>
              <a:rPr dirty="0" smtClean="0" sz="1350" spc="-133" b="1">
                <a:latin typeface="Arial"/>
                <a:cs typeface="Arial"/>
              </a:rPr>
              <a:t>r</a:t>
            </a:r>
            <a:r>
              <a:rPr dirty="0" smtClean="0" sz="1350" spc="-133" b="1">
                <a:latin typeface="Arial"/>
                <a:cs typeface="Arial"/>
              </a:rPr>
              <a:t>a</a:t>
            </a:r>
            <a:r>
              <a:rPr dirty="0" smtClean="0" sz="1350" spc="-133" b="1">
                <a:latin typeface="Arial"/>
                <a:cs typeface="Arial"/>
              </a:rPr>
              <a:t>k</a:t>
            </a:r>
            <a:r>
              <a:rPr dirty="0" smtClean="0" sz="1350" spc="-133" b="1">
                <a:latin typeface="Arial"/>
                <a:cs typeface="Arial"/>
              </a:rPr>
              <a:t> </a:t>
            </a:r>
            <a:r>
              <a:rPr dirty="0" smtClean="0" sz="1350" spc="-133" b="1">
                <a:latin typeface="Arial"/>
                <a:cs typeface="Arial"/>
              </a:rPr>
              <a:t>'</a:t>
            </a:r>
            <a:r>
              <a:rPr dirty="0" smtClean="0" sz="1350" spc="-133" b="1">
                <a:latin typeface="Arial"/>
                <a:cs typeface="Arial"/>
              </a:rPr>
              <a:t>b</a:t>
            </a:r>
            <a:r>
              <a:rPr dirty="0" smtClean="0" sz="1350" spc="-133" b="1">
                <a:latin typeface="Arial"/>
                <a:cs typeface="Arial"/>
              </a:rPr>
              <a:t>e</a:t>
            </a:r>
            <a:r>
              <a:rPr dirty="0" smtClean="0" sz="1350" spc="-133" b="1">
                <a:latin typeface="Arial"/>
                <a:cs typeface="Arial"/>
              </a:rPr>
              <a:t>b</a:t>
            </a:r>
            <a:r>
              <a:rPr dirty="0" smtClean="0" sz="1350" spc="-133" b="1">
                <a:latin typeface="Arial"/>
                <a:cs typeface="Arial"/>
              </a:rPr>
              <a:t>a</a:t>
            </a:r>
            <a:r>
              <a:rPr dirty="0" smtClean="0" sz="1350" spc="-133" b="1">
                <a:latin typeface="Arial"/>
                <a:cs typeface="Arial"/>
              </a:rPr>
              <a:t>s</a:t>
            </a:r>
            <a:r>
              <a:rPr dirty="0" smtClean="0" sz="1350" spc="-133" b="1">
                <a:latin typeface="Arial"/>
                <a:cs typeface="Arial"/>
              </a:rPr>
              <a:t>'</a:t>
            </a:r>
            <a:r>
              <a:rPr dirty="0" smtClean="0" sz="1350" spc="-133" b="1">
                <a:latin typeface="Arial"/>
                <a:cs typeface="Arial"/>
              </a:rPr>
              <a:t> </a:t>
            </a:r>
            <a:r>
              <a:rPr dirty="0" smtClean="0" sz="1350" spc="-133" b="1">
                <a:latin typeface="Arial"/>
                <a:cs typeface="Arial"/>
              </a:rPr>
              <a:t>i</a:t>
            </a:r>
            <a:r>
              <a:rPr dirty="0" smtClean="0" sz="1350" spc="-133" b="1">
                <a:latin typeface="Arial"/>
                <a:cs typeface="Arial"/>
              </a:rPr>
              <a:t>n</a:t>
            </a:r>
            <a:r>
              <a:rPr dirty="0" smtClean="0" sz="1350" spc="-133" b="1">
                <a:latin typeface="Arial"/>
                <a:cs typeface="Arial"/>
              </a:rPr>
              <a:t>t</a:t>
            </a:r>
            <a:r>
              <a:rPr dirty="0" smtClean="0" sz="1350" spc="-133" b="1">
                <a:latin typeface="Arial"/>
                <a:cs typeface="Arial"/>
              </a:rPr>
              <a:t>e</a:t>
            </a:r>
            <a:r>
              <a:rPr dirty="0" smtClean="0" sz="1350" spc="-133" b="1">
                <a:latin typeface="Arial"/>
                <a:cs typeface="Arial"/>
              </a:rPr>
              <a:t>r</a:t>
            </a:r>
            <a:r>
              <a:rPr dirty="0" smtClean="0" sz="1350" spc="-133" b="1">
                <a:latin typeface="Arial"/>
                <a:cs typeface="Arial"/>
              </a:rPr>
              <a:t>f</a:t>
            </a:r>
            <a:r>
              <a:rPr dirty="0" smtClean="0" sz="1350" spc="-133" b="1">
                <a:latin typeface="Arial"/>
                <a:cs typeface="Arial"/>
              </a:rPr>
              <a:t>e</a:t>
            </a:r>
            <a:r>
              <a:rPr dirty="0" smtClean="0" sz="1350" spc="-133" b="1">
                <a:latin typeface="Arial"/>
                <a:cs typeface="Arial"/>
              </a:rPr>
              <a:t>r</a:t>
            </a:r>
            <a:r>
              <a:rPr dirty="0" smtClean="0" sz="1350" spc="-133" b="1">
                <a:latin typeface="Arial"/>
                <a:cs typeface="Arial"/>
              </a:rPr>
              <a:t>e</a:t>
            </a:r>
            <a:r>
              <a:rPr dirty="0" smtClean="0" sz="1350" spc="-133" b="1">
                <a:latin typeface="Arial"/>
                <a:cs typeface="Arial"/>
              </a:rPr>
              <a:t>n</a:t>
            </a:r>
            <a:r>
              <a:rPr dirty="0" smtClean="0" sz="1350" spc="-133" b="1">
                <a:latin typeface="Arial"/>
                <a:cs typeface="Arial"/>
              </a:rPr>
              <a:t>s</a:t>
            </a:r>
            <a:r>
              <a:rPr dirty="0" smtClean="0" sz="1350" spc="-133" b="1">
                <a:latin typeface="Arial"/>
                <a:cs typeface="Arial"/>
              </a:rPr>
              <a:t>i</a:t>
            </a:r>
            <a:endParaRPr sz="13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139840" y="1226030"/>
            <a:ext cx="172618" cy="330200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 b="1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199556" y="2537674"/>
            <a:ext cx="191812" cy="199528"/>
          </a:xfrm>
          <a:prstGeom prst="rect">
            <a:avLst/>
          </a:prstGeom>
        </p:spPr>
        <p:txBody>
          <a:bodyPr wrap="square" lIns="0" tIns="9493" rIns="0" bIns="0" rtlCol="0">
            <a:noAutofit/>
          </a:bodyPr>
          <a:lstStyle/>
          <a:p>
            <a:pPr marL="12700">
              <a:lnSpc>
                <a:spcPts val="1495"/>
              </a:lnSpc>
            </a:pPr>
            <a:r>
              <a:rPr dirty="0" smtClean="0" sz="1350" spc="-142" b="1">
                <a:latin typeface="Arial"/>
                <a:cs typeface="Arial"/>
              </a:rPr>
              <a:t>F</a:t>
            </a:r>
            <a:r>
              <a:rPr dirty="0" smtClean="0" sz="1050" spc="-142" b="1">
                <a:latin typeface="Arial"/>
                <a:cs typeface="Arial"/>
              </a:rPr>
              <a:t>1</a:t>
            </a:r>
            <a:endParaRPr sz="10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613892" y="3288502"/>
            <a:ext cx="191846" cy="199528"/>
          </a:xfrm>
          <a:prstGeom prst="rect">
            <a:avLst/>
          </a:prstGeom>
        </p:spPr>
        <p:txBody>
          <a:bodyPr wrap="square" lIns="0" tIns="9493" rIns="0" bIns="0" rtlCol="0">
            <a:noAutofit/>
          </a:bodyPr>
          <a:lstStyle/>
          <a:p>
            <a:pPr marL="12700">
              <a:lnSpc>
                <a:spcPts val="1495"/>
              </a:lnSpc>
            </a:pPr>
            <a:r>
              <a:rPr dirty="0" smtClean="0" sz="1350" spc="-142" b="1">
                <a:latin typeface="Arial"/>
                <a:cs typeface="Arial"/>
              </a:rPr>
              <a:t>F</a:t>
            </a:r>
            <a:r>
              <a:rPr dirty="0" smtClean="0" sz="1050" spc="-142" b="1">
                <a:latin typeface="Arial"/>
                <a:cs typeface="Arial"/>
              </a:rPr>
              <a:t>3</a:t>
            </a:r>
            <a:endParaRPr sz="10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868732" y="3288502"/>
            <a:ext cx="192151" cy="199528"/>
          </a:xfrm>
          <a:prstGeom prst="rect">
            <a:avLst/>
          </a:prstGeom>
        </p:spPr>
        <p:txBody>
          <a:bodyPr wrap="square" lIns="0" tIns="9493" rIns="0" bIns="0" rtlCol="0">
            <a:noAutofit/>
          </a:bodyPr>
          <a:lstStyle/>
          <a:p>
            <a:pPr marL="12700">
              <a:lnSpc>
                <a:spcPts val="1495"/>
              </a:lnSpc>
            </a:pPr>
            <a:r>
              <a:rPr dirty="0" smtClean="0" sz="1350" spc="-142" b="1">
                <a:latin typeface="Arial"/>
                <a:cs typeface="Arial"/>
              </a:rPr>
              <a:t>F</a:t>
            </a:r>
            <a:r>
              <a:rPr dirty="0" smtClean="0" sz="1050" spc="-142" b="1">
                <a:latin typeface="Arial"/>
                <a:cs typeface="Arial"/>
              </a:rPr>
              <a:t>2</a:t>
            </a:r>
            <a:endParaRPr sz="10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269583" y="3329030"/>
            <a:ext cx="191812" cy="199528"/>
          </a:xfrm>
          <a:prstGeom prst="rect">
            <a:avLst/>
          </a:prstGeom>
        </p:spPr>
        <p:txBody>
          <a:bodyPr wrap="square" lIns="0" tIns="9493" rIns="0" bIns="0" rtlCol="0">
            <a:noAutofit/>
          </a:bodyPr>
          <a:lstStyle/>
          <a:p>
            <a:pPr marL="12700">
              <a:lnSpc>
                <a:spcPts val="1495"/>
              </a:lnSpc>
            </a:pPr>
            <a:r>
              <a:rPr dirty="0" smtClean="0" sz="1350" spc="-142" b="1">
                <a:latin typeface="Arial"/>
                <a:cs typeface="Arial"/>
              </a:rPr>
              <a:t>F</a:t>
            </a:r>
            <a:r>
              <a:rPr dirty="0" smtClean="0" sz="1050" spc="-142" b="1">
                <a:latin typeface="Arial"/>
                <a:cs typeface="Arial"/>
              </a:rPr>
              <a:t>2</a:t>
            </a:r>
            <a:endParaRPr sz="10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413710" y="3589941"/>
            <a:ext cx="429408" cy="199528"/>
          </a:xfrm>
          <a:prstGeom prst="rect">
            <a:avLst/>
          </a:prstGeom>
        </p:spPr>
        <p:txBody>
          <a:bodyPr wrap="square" lIns="0" tIns="9493" rIns="0" bIns="0" rtlCol="0">
            <a:noAutofit/>
          </a:bodyPr>
          <a:lstStyle/>
          <a:p>
            <a:pPr marL="12700">
              <a:lnSpc>
                <a:spcPts val="1495"/>
              </a:lnSpc>
            </a:pPr>
            <a:r>
              <a:rPr dirty="0" smtClean="0" sz="1350" spc="-111" b="1">
                <a:latin typeface="Arial"/>
                <a:cs typeface="Arial"/>
              </a:rPr>
              <a:t>t</a:t>
            </a:r>
            <a:r>
              <a:rPr dirty="0" smtClean="0" sz="1350" spc="-111" b="1">
                <a:latin typeface="Arial"/>
                <a:cs typeface="Arial"/>
              </a:rPr>
              <a:t>i</a:t>
            </a:r>
            <a:r>
              <a:rPr dirty="0" smtClean="0" sz="1350" spc="-111" b="1">
                <a:latin typeface="Arial"/>
                <a:cs typeface="Arial"/>
              </a:rPr>
              <a:t>t</a:t>
            </a:r>
            <a:r>
              <a:rPr dirty="0" smtClean="0" sz="1350" spc="-111" b="1">
                <a:latin typeface="Arial"/>
                <a:cs typeface="Arial"/>
              </a:rPr>
              <a:t>i</a:t>
            </a:r>
            <a:r>
              <a:rPr dirty="0" smtClean="0" sz="1350" spc="-111" b="1">
                <a:latin typeface="Arial"/>
                <a:cs typeface="Arial"/>
              </a:rPr>
              <a:t>k</a:t>
            </a:r>
            <a:r>
              <a:rPr dirty="0" smtClean="0" sz="1350" spc="-111" b="1">
                <a:latin typeface="Arial"/>
                <a:cs typeface="Arial"/>
              </a:rPr>
              <a:t> </a:t>
            </a:r>
            <a:r>
              <a:rPr dirty="0" smtClean="0" sz="1350" spc="-111" b="1">
                <a:latin typeface="Arial"/>
                <a:cs typeface="Arial"/>
              </a:rPr>
              <a:t>A</a:t>
            </a:r>
            <a:endParaRPr sz="13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31140" y="4556068"/>
            <a:ext cx="153416" cy="736600"/>
          </a:xfrm>
          <a:prstGeom prst="rect">
            <a:avLst/>
          </a:prstGeom>
        </p:spPr>
        <p:txBody>
          <a:bodyPr wrap="square" lIns="0" tIns="13716" rIns="0" bIns="0" rtlCol="0">
            <a:noAutofit/>
          </a:bodyPr>
          <a:lstStyle/>
          <a:p>
            <a:pPr marL="12700" marR="0">
              <a:lnSpc>
                <a:spcPts val="2160"/>
              </a:lnSpc>
            </a:pPr>
            <a:r>
              <a:rPr dirty="0" smtClean="0" sz="2000" spc="131">
                <a:latin typeface="Arial Narrow"/>
                <a:cs typeface="Arial Narrow"/>
              </a:rPr>
              <a:t>•</a:t>
            </a:r>
            <a:endParaRPr sz="2000">
              <a:latin typeface="Arial Narrow"/>
              <a:cs typeface="Arial Narrow"/>
            </a:endParaRPr>
          </a:p>
          <a:p>
            <a:pPr marL="12700">
              <a:lnSpc>
                <a:spcPct val="95621"/>
              </a:lnSpc>
              <a:spcBef>
                <a:spcPts val="1197"/>
              </a:spcBef>
            </a:pPr>
            <a:r>
              <a:rPr dirty="0" smtClean="0" sz="2000" spc="131">
                <a:latin typeface="Arial Narrow"/>
                <a:cs typeface="Arial Narrow"/>
              </a:rPr>
              <a:t>•</a:t>
            </a:r>
            <a:endParaRPr sz="2000">
              <a:latin typeface="Arial Narrow"/>
              <a:cs typeface="Arial Narro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59740" y="4556068"/>
            <a:ext cx="5397562" cy="279400"/>
          </a:xfrm>
          <a:prstGeom prst="rect">
            <a:avLst/>
          </a:prstGeom>
        </p:spPr>
        <p:txBody>
          <a:bodyPr wrap="square" lIns="0" tIns="13716" rIns="0" bIns="0" rtlCol="0">
            <a:noAutofit/>
          </a:bodyPr>
          <a:lstStyle/>
          <a:p>
            <a:pPr marL="12700">
              <a:lnSpc>
                <a:spcPts val="2160"/>
              </a:lnSpc>
            </a:pPr>
            <a:r>
              <a:rPr dirty="0" smtClean="0" sz="2000" spc="240">
                <a:latin typeface="Arial Narrow"/>
                <a:cs typeface="Arial Narrow"/>
              </a:rPr>
              <a:t>Dari</a:t>
            </a:r>
            <a:r>
              <a:rPr dirty="0" smtClean="0" sz="2000" spc="240">
                <a:latin typeface="Arial Narrow"/>
                <a:cs typeface="Arial Narrow"/>
              </a:rPr>
              <a:t> </a:t>
            </a:r>
            <a:r>
              <a:rPr dirty="0" smtClean="0" sz="2000" spc="240">
                <a:latin typeface="Arial Narrow"/>
                <a:cs typeface="Arial Narrow"/>
              </a:rPr>
              <a:t>g</a:t>
            </a:r>
            <a:r>
              <a:rPr dirty="0" smtClean="0" sz="2000" spc="240">
                <a:latin typeface="Arial Narrow"/>
                <a:cs typeface="Arial Narrow"/>
              </a:rPr>
              <a:t>a</a:t>
            </a:r>
            <a:r>
              <a:rPr dirty="0" smtClean="0" sz="2000" spc="240">
                <a:latin typeface="Arial Narrow"/>
                <a:cs typeface="Arial Narrow"/>
              </a:rPr>
              <a:t>m</a:t>
            </a:r>
            <a:r>
              <a:rPr dirty="0" smtClean="0" sz="2000" spc="240">
                <a:latin typeface="Arial Narrow"/>
                <a:cs typeface="Arial Narrow"/>
              </a:rPr>
              <a:t>b</a:t>
            </a:r>
            <a:r>
              <a:rPr dirty="0" smtClean="0" sz="2000" spc="240">
                <a:latin typeface="Arial Narrow"/>
                <a:cs typeface="Arial Narrow"/>
              </a:rPr>
              <a:t>ar</a:t>
            </a:r>
            <a:r>
              <a:rPr dirty="0" smtClean="0" sz="2000" spc="240">
                <a:latin typeface="Arial Narrow"/>
                <a:cs typeface="Arial Narrow"/>
              </a:rPr>
              <a:t> </a:t>
            </a:r>
            <a:r>
              <a:rPr dirty="0" smtClean="0" sz="2000" spc="240">
                <a:latin typeface="Arial Narrow"/>
                <a:cs typeface="Arial Narrow"/>
              </a:rPr>
              <a:t>d</a:t>
            </a:r>
            <a:r>
              <a:rPr dirty="0" smtClean="0" sz="2000" spc="240">
                <a:latin typeface="Arial Narrow"/>
                <a:cs typeface="Arial Narrow"/>
              </a:rPr>
              <a:t>i</a:t>
            </a:r>
            <a:r>
              <a:rPr dirty="0" smtClean="0" sz="2000" spc="240">
                <a:latin typeface="Arial Narrow"/>
                <a:cs typeface="Arial Narrow"/>
              </a:rPr>
              <a:t> </a:t>
            </a:r>
            <a:r>
              <a:rPr dirty="0" smtClean="0" sz="2000" spc="240">
                <a:latin typeface="Arial Narrow"/>
                <a:cs typeface="Arial Narrow"/>
              </a:rPr>
              <a:t>a</a:t>
            </a:r>
            <a:r>
              <a:rPr dirty="0" smtClean="0" sz="2000" spc="240">
                <a:latin typeface="Arial Narrow"/>
                <a:cs typeface="Arial Narrow"/>
              </a:rPr>
              <a:t>t</a:t>
            </a:r>
            <a:r>
              <a:rPr dirty="0" smtClean="0" sz="2000" spc="240">
                <a:latin typeface="Arial Narrow"/>
                <a:cs typeface="Arial Narrow"/>
              </a:rPr>
              <a:t>a</a:t>
            </a:r>
            <a:r>
              <a:rPr dirty="0" smtClean="0" sz="2000" spc="240">
                <a:latin typeface="Arial Narrow"/>
                <a:cs typeface="Arial Narrow"/>
              </a:rPr>
              <a:t>s</a:t>
            </a:r>
            <a:r>
              <a:rPr dirty="0" smtClean="0" sz="2000" spc="240">
                <a:latin typeface="Arial Narrow"/>
                <a:cs typeface="Arial Narrow"/>
              </a:rPr>
              <a:t>,</a:t>
            </a:r>
            <a:r>
              <a:rPr dirty="0" smtClean="0" sz="2000" spc="240">
                <a:latin typeface="Arial Narrow"/>
                <a:cs typeface="Arial Narrow"/>
              </a:rPr>
              <a:t> </a:t>
            </a:r>
            <a:r>
              <a:rPr dirty="0" smtClean="0" sz="2000" spc="240">
                <a:latin typeface="Arial Narrow"/>
                <a:cs typeface="Arial Narrow"/>
              </a:rPr>
              <a:t>k</a:t>
            </a:r>
            <a:r>
              <a:rPr dirty="0" smtClean="0" sz="2000" spc="240">
                <a:latin typeface="Arial Narrow"/>
                <a:cs typeface="Arial Narrow"/>
              </a:rPr>
              <a:t>o</a:t>
            </a:r>
            <a:r>
              <a:rPr dirty="0" smtClean="0" sz="2000" spc="240">
                <a:latin typeface="Arial Narrow"/>
                <a:cs typeface="Arial Narrow"/>
              </a:rPr>
              <a:t>n</a:t>
            </a:r>
            <a:r>
              <a:rPr dirty="0" smtClean="0" sz="2000" spc="240">
                <a:latin typeface="Arial Narrow"/>
                <a:cs typeface="Arial Narrow"/>
              </a:rPr>
              <a:t>d</a:t>
            </a:r>
            <a:r>
              <a:rPr dirty="0" smtClean="0" sz="2000" spc="240">
                <a:latin typeface="Arial Narrow"/>
                <a:cs typeface="Arial Narrow"/>
              </a:rPr>
              <a:t>isi</a:t>
            </a:r>
            <a:r>
              <a:rPr dirty="0" smtClean="0" sz="2000" spc="240">
                <a:latin typeface="Arial Narrow"/>
                <a:cs typeface="Arial Narrow"/>
              </a:rPr>
              <a:t> </a:t>
            </a:r>
            <a:r>
              <a:rPr dirty="0" smtClean="0" sz="2000" spc="240">
                <a:latin typeface="Arial Narrow"/>
                <a:cs typeface="Arial Narrow"/>
              </a:rPr>
              <a:t>k</a:t>
            </a:r>
            <a:r>
              <a:rPr dirty="0" smtClean="0" sz="2000" spc="240">
                <a:latin typeface="Arial Narrow"/>
                <a:cs typeface="Arial Narrow"/>
              </a:rPr>
              <a:t>a</a:t>
            </a:r>
            <a:r>
              <a:rPr dirty="0" smtClean="0" sz="2000" spc="240">
                <a:latin typeface="Arial Narrow"/>
                <a:cs typeface="Arial Narrow"/>
              </a:rPr>
              <a:t>s</a:t>
            </a:r>
            <a:r>
              <a:rPr dirty="0" smtClean="0" sz="2000" spc="240">
                <a:latin typeface="Arial Narrow"/>
                <a:cs typeface="Arial Narrow"/>
              </a:rPr>
              <a:t>us</a:t>
            </a:r>
            <a:r>
              <a:rPr dirty="0" smtClean="0" sz="2000" spc="240">
                <a:latin typeface="Arial Narrow"/>
                <a:cs typeface="Arial Narrow"/>
              </a:rPr>
              <a:t> </a:t>
            </a:r>
            <a:r>
              <a:rPr dirty="0" smtClean="0" sz="2000" spc="240">
                <a:latin typeface="Arial Narrow"/>
                <a:cs typeface="Arial Narrow"/>
              </a:rPr>
              <a:t>t</a:t>
            </a:r>
            <a:r>
              <a:rPr dirty="0" smtClean="0" sz="2000" spc="240">
                <a:latin typeface="Arial Narrow"/>
                <a:cs typeface="Arial Narrow"/>
              </a:rPr>
              <a:t>er</a:t>
            </a:r>
            <a:r>
              <a:rPr dirty="0" smtClean="0" sz="2000" spc="240">
                <a:latin typeface="Arial Narrow"/>
                <a:cs typeface="Arial Narrow"/>
              </a:rPr>
              <a:t>b</a:t>
            </a:r>
            <a:r>
              <a:rPr dirty="0" smtClean="0" sz="2000" spc="240">
                <a:latin typeface="Arial Narrow"/>
                <a:cs typeface="Arial Narrow"/>
              </a:rPr>
              <a:t>u</a:t>
            </a:r>
            <a:r>
              <a:rPr dirty="0" smtClean="0" sz="2000" spc="240">
                <a:latin typeface="Arial Narrow"/>
                <a:cs typeface="Arial Narrow"/>
              </a:rPr>
              <a:t>r</a:t>
            </a:r>
            <a:r>
              <a:rPr dirty="0" smtClean="0" sz="2000" spc="240">
                <a:latin typeface="Arial Narrow"/>
                <a:cs typeface="Arial Narrow"/>
              </a:rPr>
              <a:t>uk</a:t>
            </a:r>
            <a:endParaRPr sz="2000">
              <a:latin typeface="Arial Narrow"/>
              <a:cs typeface="Arial Narro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860795" y="4556068"/>
            <a:ext cx="1980244" cy="279400"/>
          </a:xfrm>
          <a:prstGeom prst="rect">
            <a:avLst/>
          </a:prstGeom>
        </p:spPr>
        <p:txBody>
          <a:bodyPr wrap="square" lIns="0" tIns="13716" rIns="0" bIns="0" rtlCol="0">
            <a:noAutofit/>
          </a:bodyPr>
          <a:lstStyle/>
          <a:p>
            <a:pPr marL="12700">
              <a:lnSpc>
                <a:spcPts val="2160"/>
              </a:lnSpc>
            </a:pPr>
            <a:r>
              <a:rPr dirty="0" smtClean="0" sz="2000" spc="235">
                <a:latin typeface="Arial Narrow"/>
                <a:cs typeface="Arial Narrow"/>
              </a:rPr>
              <a:t>a</a:t>
            </a:r>
            <a:r>
              <a:rPr dirty="0" smtClean="0" sz="2000" spc="235">
                <a:latin typeface="Arial Narrow"/>
                <a:cs typeface="Arial Narrow"/>
              </a:rPr>
              <a:t>d</a:t>
            </a:r>
            <a:r>
              <a:rPr dirty="0" smtClean="0" sz="2000" spc="235">
                <a:latin typeface="Arial Narrow"/>
                <a:cs typeface="Arial Narrow"/>
              </a:rPr>
              <a:t>a</a:t>
            </a:r>
            <a:r>
              <a:rPr dirty="0" smtClean="0" sz="2000" spc="235">
                <a:latin typeface="Arial Narrow"/>
                <a:cs typeface="Arial Narrow"/>
              </a:rPr>
              <a:t> </a:t>
            </a:r>
            <a:r>
              <a:rPr dirty="0" smtClean="0" sz="2000" spc="235">
                <a:latin typeface="Arial Narrow"/>
                <a:cs typeface="Arial Narrow"/>
              </a:rPr>
              <a:t>p</a:t>
            </a:r>
            <a:r>
              <a:rPr dirty="0" smtClean="0" sz="2000" spc="235">
                <a:latin typeface="Arial Narrow"/>
                <a:cs typeface="Arial Narrow"/>
              </a:rPr>
              <a:t>a</a:t>
            </a:r>
            <a:r>
              <a:rPr dirty="0" smtClean="0" sz="2000" spc="235">
                <a:latin typeface="Arial Narrow"/>
                <a:cs typeface="Arial Narrow"/>
              </a:rPr>
              <a:t>d</a:t>
            </a:r>
            <a:r>
              <a:rPr dirty="0" smtClean="0" sz="2000" spc="235">
                <a:latin typeface="Arial Narrow"/>
                <a:cs typeface="Arial Narrow"/>
              </a:rPr>
              <a:t>a</a:t>
            </a:r>
            <a:r>
              <a:rPr dirty="0" smtClean="0" sz="2000" spc="235">
                <a:latin typeface="Arial Narrow"/>
                <a:cs typeface="Arial Narrow"/>
              </a:rPr>
              <a:t> </a:t>
            </a:r>
            <a:r>
              <a:rPr dirty="0" smtClean="0" sz="2000" spc="235">
                <a:latin typeface="Arial Narrow"/>
                <a:cs typeface="Arial Narrow"/>
              </a:rPr>
              <a:t>t</a:t>
            </a:r>
            <a:r>
              <a:rPr dirty="0" smtClean="0" sz="2000" spc="235">
                <a:latin typeface="Arial Narrow"/>
                <a:cs typeface="Arial Narrow"/>
              </a:rPr>
              <a:t>i</a:t>
            </a:r>
            <a:r>
              <a:rPr dirty="0" smtClean="0" sz="2000" spc="235">
                <a:latin typeface="Arial Narrow"/>
                <a:cs typeface="Arial Narrow"/>
              </a:rPr>
              <a:t>t</a:t>
            </a:r>
            <a:r>
              <a:rPr dirty="0" smtClean="0" sz="2000" spc="235">
                <a:latin typeface="Arial Narrow"/>
                <a:cs typeface="Arial Narrow"/>
              </a:rPr>
              <a:t>ik</a:t>
            </a:r>
            <a:r>
              <a:rPr dirty="0" smtClean="0" sz="2000" spc="235">
                <a:latin typeface="Arial Narrow"/>
                <a:cs typeface="Arial Narrow"/>
              </a:rPr>
              <a:t> </a:t>
            </a:r>
            <a:r>
              <a:rPr dirty="0" smtClean="0" sz="2000" spc="235">
                <a:latin typeface="Arial Narrow"/>
                <a:cs typeface="Arial Narrow"/>
              </a:rPr>
              <a:t>A</a:t>
            </a:r>
            <a:endParaRPr sz="2000">
              <a:latin typeface="Arial Narrow"/>
              <a:cs typeface="Arial Narro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59740" y="5013268"/>
            <a:ext cx="8941615" cy="1194175"/>
          </a:xfrm>
          <a:prstGeom prst="rect">
            <a:avLst/>
          </a:prstGeom>
        </p:spPr>
        <p:txBody>
          <a:bodyPr wrap="square" lIns="0" tIns="13716" rIns="0" bIns="0" rtlCol="0">
            <a:noAutofit/>
          </a:bodyPr>
          <a:lstStyle/>
          <a:p>
            <a:pPr marL="12700">
              <a:lnSpc>
                <a:spcPts val="2160"/>
              </a:lnSpc>
            </a:pPr>
            <a:r>
              <a:rPr dirty="0" smtClean="0" sz="2000" spc="250">
                <a:latin typeface="Arial Narrow"/>
                <a:cs typeface="Arial Narrow"/>
              </a:rPr>
              <a:t>P</a:t>
            </a:r>
            <a:r>
              <a:rPr dirty="0" smtClean="0" sz="2000" spc="250">
                <a:latin typeface="Arial Narrow"/>
                <a:cs typeface="Arial Narrow"/>
              </a:rPr>
              <a:t>a</a:t>
            </a:r>
            <a:r>
              <a:rPr dirty="0" smtClean="0" sz="2000" spc="250">
                <a:latin typeface="Arial Narrow"/>
                <a:cs typeface="Arial Narrow"/>
              </a:rPr>
              <a:t>d</a:t>
            </a:r>
            <a:r>
              <a:rPr dirty="0" smtClean="0" sz="2000" spc="250">
                <a:latin typeface="Arial Narrow"/>
                <a:cs typeface="Arial Narrow"/>
              </a:rPr>
              <a:t>a</a:t>
            </a:r>
            <a:r>
              <a:rPr dirty="0" smtClean="0" sz="2000" spc="250">
                <a:latin typeface="Arial Narrow"/>
                <a:cs typeface="Arial Narrow"/>
              </a:rPr>
              <a:t> </a:t>
            </a:r>
            <a:r>
              <a:rPr dirty="0" smtClean="0" sz="2000" spc="250">
                <a:latin typeface="Arial Narrow"/>
                <a:cs typeface="Arial Narrow"/>
              </a:rPr>
              <a:t>k</a:t>
            </a:r>
            <a:r>
              <a:rPr dirty="0" smtClean="0" sz="2000" spc="250">
                <a:latin typeface="Arial Narrow"/>
                <a:cs typeface="Arial Narrow"/>
              </a:rPr>
              <a:t>o</a:t>
            </a:r>
            <a:r>
              <a:rPr dirty="0" smtClean="0" sz="2000" spc="250">
                <a:latin typeface="Arial Narrow"/>
                <a:cs typeface="Arial Narrow"/>
              </a:rPr>
              <a:t>n</a:t>
            </a:r>
            <a:r>
              <a:rPr dirty="0" smtClean="0" sz="2000" spc="250">
                <a:latin typeface="Arial Narrow"/>
                <a:cs typeface="Arial Narrow"/>
              </a:rPr>
              <a:t>d</a:t>
            </a:r>
            <a:r>
              <a:rPr dirty="0" smtClean="0" sz="2000" spc="250">
                <a:latin typeface="Arial Narrow"/>
                <a:cs typeface="Arial Narrow"/>
              </a:rPr>
              <a:t>isi</a:t>
            </a:r>
            <a:r>
              <a:rPr dirty="0" smtClean="0" sz="2000" spc="250">
                <a:latin typeface="Arial Narrow"/>
                <a:cs typeface="Arial Narrow"/>
              </a:rPr>
              <a:t> </a:t>
            </a:r>
            <a:r>
              <a:rPr dirty="0" smtClean="0" sz="2000" spc="250">
                <a:latin typeface="Arial Narrow"/>
                <a:cs typeface="Arial Narrow"/>
              </a:rPr>
              <a:t>k</a:t>
            </a:r>
            <a:r>
              <a:rPr dirty="0" smtClean="0" sz="2000" spc="250">
                <a:latin typeface="Arial Narrow"/>
                <a:cs typeface="Arial Narrow"/>
              </a:rPr>
              <a:t>a</a:t>
            </a:r>
            <a:r>
              <a:rPr dirty="0" smtClean="0" sz="2000" spc="250">
                <a:latin typeface="Arial Narrow"/>
                <a:cs typeface="Arial Narrow"/>
              </a:rPr>
              <a:t>s</a:t>
            </a:r>
            <a:r>
              <a:rPr dirty="0" smtClean="0" sz="2000" spc="250">
                <a:latin typeface="Arial Narrow"/>
                <a:cs typeface="Arial Narrow"/>
              </a:rPr>
              <a:t>us</a:t>
            </a:r>
            <a:r>
              <a:rPr dirty="0" smtClean="0" sz="2000" spc="250">
                <a:latin typeface="Arial Narrow"/>
                <a:cs typeface="Arial Narrow"/>
              </a:rPr>
              <a:t> </a:t>
            </a:r>
            <a:r>
              <a:rPr dirty="0" smtClean="0" sz="2000" spc="250">
                <a:latin typeface="Arial Narrow"/>
                <a:cs typeface="Arial Narrow"/>
              </a:rPr>
              <a:t>t</a:t>
            </a:r>
            <a:r>
              <a:rPr dirty="0" smtClean="0" sz="2000" spc="250">
                <a:latin typeface="Arial Narrow"/>
                <a:cs typeface="Arial Narrow"/>
              </a:rPr>
              <a:t>er</a:t>
            </a:r>
            <a:r>
              <a:rPr dirty="0" smtClean="0" sz="2000" spc="250">
                <a:latin typeface="Arial Narrow"/>
                <a:cs typeface="Arial Narrow"/>
              </a:rPr>
              <a:t>b</a:t>
            </a:r>
            <a:r>
              <a:rPr dirty="0" smtClean="0" sz="2000" spc="250">
                <a:latin typeface="Arial Narrow"/>
                <a:cs typeface="Arial Narrow"/>
              </a:rPr>
              <a:t>u</a:t>
            </a:r>
            <a:r>
              <a:rPr dirty="0" smtClean="0" sz="2000" spc="250">
                <a:latin typeface="Arial Narrow"/>
                <a:cs typeface="Arial Narrow"/>
              </a:rPr>
              <a:t>r</a:t>
            </a:r>
            <a:r>
              <a:rPr dirty="0" smtClean="0" sz="2000" spc="250">
                <a:latin typeface="Arial Narrow"/>
                <a:cs typeface="Arial Narrow"/>
              </a:rPr>
              <a:t>uk</a:t>
            </a:r>
            <a:r>
              <a:rPr dirty="0" smtClean="0" sz="2000" spc="250">
                <a:latin typeface="Arial Narrow"/>
                <a:cs typeface="Arial Narrow"/>
              </a:rPr>
              <a:t> </a:t>
            </a:r>
            <a:r>
              <a:rPr dirty="0" smtClean="0" sz="2000" spc="250">
                <a:latin typeface="Arial Narrow"/>
                <a:cs typeface="Arial Narrow"/>
              </a:rPr>
              <a:t>t</a:t>
            </a:r>
            <a:r>
              <a:rPr dirty="0" smtClean="0" sz="2000" spc="250">
                <a:latin typeface="Arial Narrow"/>
                <a:cs typeface="Arial Narrow"/>
              </a:rPr>
              <a:t>e</a:t>
            </a:r>
            <a:r>
              <a:rPr dirty="0" smtClean="0" sz="2000" spc="250">
                <a:latin typeface="Arial Narrow"/>
                <a:cs typeface="Arial Narrow"/>
              </a:rPr>
              <a:t>r</a:t>
            </a:r>
            <a:r>
              <a:rPr dirty="0" smtClean="0" sz="2000" spc="250">
                <a:latin typeface="Arial Narrow"/>
                <a:cs typeface="Arial Narrow"/>
              </a:rPr>
              <a:t>s</a:t>
            </a:r>
            <a:r>
              <a:rPr dirty="0" smtClean="0" sz="2000" spc="250">
                <a:latin typeface="Arial Narrow"/>
                <a:cs typeface="Arial Narrow"/>
              </a:rPr>
              <a:t>e</a:t>
            </a:r>
            <a:r>
              <a:rPr dirty="0" smtClean="0" sz="2000" spc="250">
                <a:latin typeface="Arial Narrow"/>
                <a:cs typeface="Arial Narrow"/>
              </a:rPr>
              <a:t>b</a:t>
            </a:r>
            <a:r>
              <a:rPr dirty="0" smtClean="0" sz="2000" spc="250">
                <a:latin typeface="Arial Narrow"/>
                <a:cs typeface="Arial Narrow"/>
              </a:rPr>
              <a:t>u</a:t>
            </a:r>
            <a:r>
              <a:rPr dirty="0" smtClean="0" sz="2000" spc="250">
                <a:latin typeface="Arial Narrow"/>
                <a:cs typeface="Arial Narrow"/>
              </a:rPr>
              <a:t>t</a:t>
            </a:r>
            <a:r>
              <a:rPr dirty="0" smtClean="0" sz="2000" spc="250">
                <a:latin typeface="Arial Narrow"/>
                <a:cs typeface="Arial Narrow"/>
              </a:rPr>
              <a:t>,</a:t>
            </a:r>
            <a:r>
              <a:rPr dirty="0" smtClean="0" sz="2000" spc="250">
                <a:latin typeface="Arial Narrow"/>
                <a:cs typeface="Arial Narrow"/>
              </a:rPr>
              <a:t> </a:t>
            </a:r>
            <a:r>
              <a:rPr dirty="0" smtClean="0" sz="2000" spc="250">
                <a:latin typeface="Arial Narrow"/>
                <a:cs typeface="Arial Narrow"/>
              </a:rPr>
              <a:t>p</a:t>
            </a:r>
            <a:r>
              <a:rPr dirty="0" smtClean="0" sz="2000" spc="250">
                <a:latin typeface="Arial Narrow"/>
                <a:cs typeface="Arial Narrow"/>
              </a:rPr>
              <a:t>er</a:t>
            </a:r>
            <a:r>
              <a:rPr dirty="0" smtClean="0" sz="2000" spc="250">
                <a:latin typeface="Arial Narrow"/>
                <a:cs typeface="Arial Narrow"/>
              </a:rPr>
              <a:t>b</a:t>
            </a:r>
            <a:r>
              <a:rPr dirty="0" smtClean="0" sz="2000" spc="250">
                <a:latin typeface="Arial Narrow"/>
                <a:cs typeface="Arial Narrow"/>
              </a:rPr>
              <a:t>a</a:t>
            </a:r>
            <a:r>
              <a:rPr dirty="0" smtClean="0" sz="2000" spc="250">
                <a:latin typeface="Arial Narrow"/>
                <a:cs typeface="Arial Narrow"/>
              </a:rPr>
              <a:t>n</a:t>
            </a:r>
            <a:r>
              <a:rPr dirty="0" smtClean="0" sz="2000" spc="250">
                <a:latin typeface="Arial Narrow"/>
                <a:cs typeface="Arial Narrow"/>
              </a:rPr>
              <a:t>d</a:t>
            </a:r>
            <a:r>
              <a:rPr dirty="0" smtClean="0" sz="2000" spc="250">
                <a:latin typeface="Arial Narrow"/>
                <a:cs typeface="Arial Narrow"/>
              </a:rPr>
              <a:t>i</a:t>
            </a:r>
            <a:r>
              <a:rPr dirty="0" smtClean="0" sz="2000" spc="250">
                <a:latin typeface="Arial Narrow"/>
                <a:cs typeface="Arial Narrow"/>
              </a:rPr>
              <a:t>n</a:t>
            </a:r>
            <a:r>
              <a:rPr dirty="0" smtClean="0" sz="2000" spc="250">
                <a:latin typeface="Arial Narrow"/>
                <a:cs typeface="Arial Narrow"/>
              </a:rPr>
              <a:t>g</a:t>
            </a:r>
            <a:r>
              <a:rPr dirty="0" smtClean="0" sz="2000" spc="250">
                <a:latin typeface="Arial Narrow"/>
                <a:cs typeface="Arial Narrow"/>
              </a:rPr>
              <a:t>an</a:t>
            </a:r>
            <a:r>
              <a:rPr dirty="0" smtClean="0" sz="2000" spc="250">
                <a:latin typeface="Arial Narrow"/>
                <a:cs typeface="Arial Narrow"/>
              </a:rPr>
              <a:t> </a:t>
            </a:r>
            <a:r>
              <a:rPr dirty="0" smtClean="0" sz="2000" spc="250">
                <a:latin typeface="Arial Narrow"/>
                <a:cs typeface="Arial Narrow"/>
              </a:rPr>
              <a:t>a</a:t>
            </a:r>
            <a:r>
              <a:rPr dirty="0" smtClean="0" sz="2000" spc="250">
                <a:latin typeface="Arial Narrow"/>
                <a:cs typeface="Arial Narrow"/>
              </a:rPr>
              <a:t>n</a:t>
            </a:r>
            <a:r>
              <a:rPr dirty="0" smtClean="0" sz="2000" spc="250">
                <a:latin typeface="Arial Narrow"/>
                <a:cs typeface="Arial Narrow"/>
              </a:rPr>
              <a:t>t</a:t>
            </a:r>
            <a:r>
              <a:rPr dirty="0" smtClean="0" sz="2000" spc="250">
                <a:latin typeface="Arial Narrow"/>
                <a:cs typeface="Arial Narrow"/>
              </a:rPr>
              <a:t>a</a:t>
            </a:r>
            <a:r>
              <a:rPr dirty="0" smtClean="0" sz="2000" spc="250">
                <a:latin typeface="Arial Narrow"/>
                <a:cs typeface="Arial Narrow"/>
              </a:rPr>
              <a:t>r</a:t>
            </a:r>
            <a:r>
              <a:rPr dirty="0" smtClean="0" sz="2000" spc="250">
                <a:latin typeface="Arial Narrow"/>
                <a:cs typeface="Arial Narrow"/>
              </a:rPr>
              <a:t>a</a:t>
            </a:r>
            <a:r>
              <a:rPr dirty="0" smtClean="0" sz="2000" spc="250">
                <a:latin typeface="Arial Narrow"/>
                <a:cs typeface="Arial Narrow"/>
              </a:rPr>
              <a:t> </a:t>
            </a:r>
            <a:r>
              <a:rPr dirty="0" smtClean="0" sz="2000" spc="250">
                <a:latin typeface="Arial Narrow"/>
                <a:cs typeface="Arial Narrow"/>
              </a:rPr>
              <a:t>d</a:t>
            </a:r>
            <a:r>
              <a:rPr dirty="0" smtClean="0" sz="2000" spc="250">
                <a:latin typeface="Arial Narrow"/>
                <a:cs typeface="Arial Narrow"/>
              </a:rPr>
              <a:t>a</a:t>
            </a:r>
            <a:r>
              <a:rPr dirty="0" smtClean="0" sz="2000" spc="250">
                <a:latin typeface="Arial Narrow"/>
                <a:cs typeface="Arial Narrow"/>
              </a:rPr>
              <a:t>y</a:t>
            </a:r>
            <a:r>
              <a:rPr dirty="0" smtClean="0" sz="2000" spc="250">
                <a:latin typeface="Arial Narrow"/>
                <a:cs typeface="Arial Narrow"/>
              </a:rPr>
              <a:t>a</a:t>
            </a:r>
            <a:r>
              <a:rPr dirty="0" smtClean="0" sz="2000" spc="250">
                <a:latin typeface="Arial Narrow"/>
                <a:cs typeface="Arial Narrow"/>
              </a:rPr>
              <a:t> </a:t>
            </a:r>
            <a:r>
              <a:rPr dirty="0" smtClean="0" sz="2000" spc="250">
                <a:latin typeface="Arial Narrow"/>
                <a:cs typeface="Arial Narrow"/>
              </a:rPr>
              <a:t>c</a:t>
            </a:r>
            <a:r>
              <a:rPr dirty="0" smtClean="0" sz="2000" spc="250">
                <a:latin typeface="Arial Narrow"/>
                <a:cs typeface="Arial Narrow"/>
              </a:rPr>
              <a:t>a</a:t>
            </a:r>
            <a:r>
              <a:rPr dirty="0" smtClean="0" sz="2000" spc="250">
                <a:latin typeface="Arial Narrow"/>
                <a:cs typeface="Arial Narrow"/>
              </a:rPr>
              <a:t>r</a:t>
            </a:r>
            <a:r>
              <a:rPr dirty="0" smtClean="0" sz="2000" spc="250">
                <a:latin typeface="Arial Narrow"/>
                <a:cs typeface="Arial Narrow"/>
              </a:rPr>
              <a:t>rier</a:t>
            </a:r>
            <a:endParaRPr sz="2000">
              <a:latin typeface="Arial Narrow"/>
              <a:cs typeface="Arial Narrow"/>
            </a:endParaRPr>
          </a:p>
          <a:p>
            <a:pPr marL="12700" marR="17862">
              <a:lnSpc>
                <a:spcPct val="99542"/>
              </a:lnSpc>
            </a:pPr>
            <a:r>
              <a:rPr dirty="0" smtClean="0" sz="2000" spc="230">
                <a:latin typeface="Arial Narrow"/>
                <a:cs typeface="Arial Narrow"/>
              </a:rPr>
              <a:t>t</a:t>
            </a:r>
            <a:r>
              <a:rPr dirty="0" smtClean="0" sz="2000" spc="230">
                <a:latin typeface="Arial Narrow"/>
                <a:cs typeface="Arial Narrow"/>
              </a:rPr>
              <a:t>e</a:t>
            </a:r>
            <a:r>
              <a:rPr dirty="0" smtClean="0" sz="2000" spc="230">
                <a:latin typeface="Arial Narrow"/>
                <a:cs typeface="Arial Narrow"/>
              </a:rPr>
              <a:t>rh</a:t>
            </a:r>
            <a:r>
              <a:rPr dirty="0" smtClean="0" sz="2000" spc="230">
                <a:latin typeface="Arial Narrow"/>
                <a:cs typeface="Arial Narrow"/>
              </a:rPr>
              <a:t>a</a:t>
            </a:r>
            <a:r>
              <a:rPr dirty="0" smtClean="0" sz="2000" spc="230">
                <a:latin typeface="Arial Narrow"/>
                <a:cs typeface="Arial Narrow"/>
              </a:rPr>
              <a:t>d</a:t>
            </a:r>
            <a:r>
              <a:rPr dirty="0" smtClean="0" sz="2000" spc="230">
                <a:latin typeface="Arial Narrow"/>
                <a:cs typeface="Arial Narrow"/>
              </a:rPr>
              <a:t>a</a:t>
            </a:r>
            <a:r>
              <a:rPr dirty="0" smtClean="0" sz="2000" spc="230">
                <a:latin typeface="Arial Narrow"/>
                <a:cs typeface="Arial Narrow"/>
              </a:rPr>
              <a:t>p</a:t>
            </a:r>
            <a:r>
              <a:rPr dirty="0" smtClean="0" sz="2000" spc="230">
                <a:latin typeface="Arial Narrow"/>
                <a:cs typeface="Arial Narrow"/>
              </a:rPr>
              <a:t> </a:t>
            </a:r>
            <a:r>
              <a:rPr dirty="0" smtClean="0" sz="2000" spc="230">
                <a:latin typeface="Arial Narrow"/>
                <a:cs typeface="Arial Narrow"/>
              </a:rPr>
              <a:t>d</a:t>
            </a:r>
            <a:r>
              <a:rPr dirty="0" smtClean="0" sz="2000" spc="230">
                <a:latin typeface="Arial Narrow"/>
                <a:cs typeface="Arial Narrow"/>
              </a:rPr>
              <a:t>a</a:t>
            </a:r>
            <a:r>
              <a:rPr dirty="0" smtClean="0" sz="2000" spc="230">
                <a:latin typeface="Arial Narrow"/>
                <a:cs typeface="Arial Narrow"/>
              </a:rPr>
              <a:t>y</a:t>
            </a:r>
            <a:r>
              <a:rPr dirty="0" smtClean="0" sz="2000" spc="230">
                <a:latin typeface="Arial Narrow"/>
                <a:cs typeface="Arial Narrow"/>
              </a:rPr>
              <a:t>a</a:t>
            </a:r>
            <a:r>
              <a:rPr dirty="0" smtClean="0" sz="2000" spc="230">
                <a:latin typeface="Arial Narrow"/>
                <a:cs typeface="Arial Narrow"/>
              </a:rPr>
              <a:t> </a:t>
            </a:r>
            <a:r>
              <a:rPr dirty="0" smtClean="0" sz="2000" spc="230">
                <a:latin typeface="Arial Narrow"/>
                <a:cs typeface="Arial Narrow"/>
              </a:rPr>
              <a:t>i</a:t>
            </a:r>
            <a:r>
              <a:rPr dirty="0" smtClean="0" sz="2000" spc="230">
                <a:latin typeface="Arial Narrow"/>
                <a:cs typeface="Arial Narrow"/>
              </a:rPr>
              <a:t>n</a:t>
            </a:r>
            <a:r>
              <a:rPr dirty="0" smtClean="0" sz="2000" spc="230">
                <a:latin typeface="Arial Narrow"/>
                <a:cs typeface="Arial Narrow"/>
              </a:rPr>
              <a:t>t</a:t>
            </a:r>
            <a:r>
              <a:rPr dirty="0" smtClean="0" sz="2000" spc="230">
                <a:latin typeface="Arial Narrow"/>
                <a:cs typeface="Arial Narrow"/>
              </a:rPr>
              <a:t>e</a:t>
            </a:r>
            <a:r>
              <a:rPr dirty="0" smtClean="0" sz="2000" spc="230">
                <a:latin typeface="Arial Narrow"/>
                <a:cs typeface="Arial Narrow"/>
              </a:rPr>
              <a:t>r</a:t>
            </a:r>
            <a:r>
              <a:rPr dirty="0" smtClean="0" sz="2000" spc="230">
                <a:latin typeface="Arial Narrow"/>
                <a:cs typeface="Arial Narrow"/>
              </a:rPr>
              <a:t>f</a:t>
            </a:r>
            <a:r>
              <a:rPr dirty="0" smtClean="0" sz="2000" spc="230">
                <a:latin typeface="Arial Narrow"/>
                <a:cs typeface="Arial Narrow"/>
              </a:rPr>
              <a:t>e</a:t>
            </a:r>
            <a:r>
              <a:rPr dirty="0" smtClean="0" sz="2000" spc="230">
                <a:latin typeface="Arial Narrow"/>
                <a:cs typeface="Arial Narrow"/>
              </a:rPr>
              <a:t>r</a:t>
            </a:r>
            <a:r>
              <a:rPr dirty="0" smtClean="0" sz="2000" spc="230">
                <a:latin typeface="Arial Narrow"/>
                <a:cs typeface="Arial Narrow"/>
              </a:rPr>
              <a:t>e</a:t>
            </a:r>
            <a:r>
              <a:rPr dirty="0" smtClean="0" sz="2000" spc="230">
                <a:latin typeface="Arial Narrow"/>
                <a:cs typeface="Arial Narrow"/>
              </a:rPr>
              <a:t>n</a:t>
            </a:r>
            <a:r>
              <a:rPr dirty="0" smtClean="0" sz="2000" spc="230">
                <a:latin typeface="Arial Narrow"/>
                <a:cs typeface="Arial Narrow"/>
              </a:rPr>
              <a:t>si</a:t>
            </a:r>
            <a:r>
              <a:rPr dirty="0" smtClean="0" sz="2000" spc="230">
                <a:latin typeface="Arial Narrow"/>
                <a:cs typeface="Arial Narrow"/>
              </a:rPr>
              <a:t> </a:t>
            </a:r>
            <a:r>
              <a:rPr dirty="0" smtClean="0" sz="2000" spc="230">
                <a:latin typeface="Arial Narrow"/>
                <a:cs typeface="Arial Narrow"/>
              </a:rPr>
              <a:t>(</a:t>
            </a:r>
            <a:r>
              <a:rPr dirty="0" smtClean="0" sz="2000" spc="230">
                <a:latin typeface="Arial Narrow"/>
                <a:cs typeface="Arial Narrow"/>
              </a:rPr>
              <a:t> </a:t>
            </a:r>
            <a:r>
              <a:rPr dirty="0" smtClean="0" sz="2100" spc="230">
                <a:latin typeface="Arial Narrow"/>
                <a:cs typeface="Arial Narrow"/>
              </a:rPr>
              <a:t>C/I</a:t>
            </a:r>
            <a:r>
              <a:rPr dirty="0" smtClean="0" sz="2100" spc="230">
                <a:latin typeface="Arial Narrow"/>
                <a:cs typeface="Arial Narrow"/>
              </a:rPr>
              <a:t> </a:t>
            </a:r>
            <a:r>
              <a:rPr dirty="0" smtClean="0" sz="2100" spc="230">
                <a:latin typeface="Arial Narrow"/>
                <a:cs typeface="Arial Narrow"/>
              </a:rPr>
              <a:t>=</a:t>
            </a:r>
            <a:r>
              <a:rPr dirty="0" smtClean="0" sz="2100" spc="230">
                <a:latin typeface="Arial Narrow"/>
                <a:cs typeface="Arial Narrow"/>
              </a:rPr>
              <a:t> </a:t>
            </a:r>
            <a:r>
              <a:rPr dirty="0" smtClean="0" sz="2100" spc="230">
                <a:latin typeface="Arial Narrow"/>
                <a:cs typeface="Arial Narrow"/>
              </a:rPr>
              <a:t>C</a:t>
            </a:r>
            <a:r>
              <a:rPr dirty="0" smtClean="0" sz="2100" spc="230">
                <a:latin typeface="Arial Narrow"/>
                <a:cs typeface="Arial Narrow"/>
              </a:rPr>
              <a:t>a</a:t>
            </a:r>
            <a:r>
              <a:rPr dirty="0" smtClean="0" sz="2100" spc="230">
                <a:latin typeface="Arial Narrow"/>
                <a:cs typeface="Arial Narrow"/>
              </a:rPr>
              <a:t>r</a:t>
            </a:r>
            <a:r>
              <a:rPr dirty="0" smtClean="0" sz="2100" spc="230">
                <a:latin typeface="Arial Narrow"/>
                <a:cs typeface="Arial Narrow"/>
              </a:rPr>
              <a:t>ri</a:t>
            </a:r>
            <a:r>
              <a:rPr dirty="0" smtClean="0" sz="2100" spc="230">
                <a:latin typeface="Arial Narrow"/>
                <a:cs typeface="Arial Narrow"/>
              </a:rPr>
              <a:t>e</a:t>
            </a:r>
            <a:r>
              <a:rPr dirty="0" smtClean="0" sz="2100" spc="230">
                <a:latin typeface="Arial Narrow"/>
                <a:cs typeface="Arial Narrow"/>
              </a:rPr>
              <a:t>r</a:t>
            </a:r>
            <a:r>
              <a:rPr dirty="0" smtClean="0" sz="2100" spc="230">
                <a:latin typeface="Arial Narrow"/>
                <a:cs typeface="Arial Narrow"/>
              </a:rPr>
              <a:t> </a:t>
            </a:r>
            <a:r>
              <a:rPr dirty="0" smtClean="0" sz="2100" spc="230">
                <a:latin typeface="Arial Narrow"/>
                <a:cs typeface="Arial Narrow"/>
              </a:rPr>
              <a:t>t</a:t>
            </a:r>
            <a:r>
              <a:rPr dirty="0" smtClean="0" sz="2100" spc="230">
                <a:latin typeface="Arial Narrow"/>
                <a:cs typeface="Arial Narrow"/>
              </a:rPr>
              <a:t>o</a:t>
            </a:r>
            <a:r>
              <a:rPr dirty="0" smtClean="0" sz="2100" spc="230">
                <a:latin typeface="Arial Narrow"/>
                <a:cs typeface="Arial Narrow"/>
              </a:rPr>
              <a:t> </a:t>
            </a:r>
            <a:r>
              <a:rPr dirty="0" smtClean="0" sz="2100" spc="230">
                <a:latin typeface="Arial Narrow"/>
                <a:cs typeface="Arial Narrow"/>
              </a:rPr>
              <a:t>I</a:t>
            </a:r>
            <a:r>
              <a:rPr dirty="0" smtClean="0" sz="2100" spc="230">
                <a:latin typeface="Arial Narrow"/>
                <a:cs typeface="Arial Narrow"/>
              </a:rPr>
              <a:t>n</a:t>
            </a:r>
            <a:r>
              <a:rPr dirty="0" smtClean="0" sz="2100" spc="230">
                <a:latin typeface="Arial Narrow"/>
                <a:cs typeface="Arial Narrow"/>
              </a:rPr>
              <a:t>t</a:t>
            </a:r>
            <a:r>
              <a:rPr dirty="0" smtClean="0" sz="2100" spc="230">
                <a:latin typeface="Arial Narrow"/>
                <a:cs typeface="Arial Narrow"/>
              </a:rPr>
              <a:t>e</a:t>
            </a:r>
            <a:r>
              <a:rPr dirty="0" smtClean="0" sz="2100" spc="230">
                <a:latin typeface="Arial Narrow"/>
                <a:cs typeface="Arial Narrow"/>
              </a:rPr>
              <a:t>r</a:t>
            </a:r>
            <a:r>
              <a:rPr dirty="0" smtClean="0" sz="2100" spc="230">
                <a:latin typeface="Arial Narrow"/>
                <a:cs typeface="Arial Narrow"/>
              </a:rPr>
              <a:t>f</a:t>
            </a:r>
            <a:r>
              <a:rPr dirty="0" smtClean="0" sz="2100" spc="230">
                <a:latin typeface="Arial Narrow"/>
                <a:cs typeface="Arial Narrow"/>
              </a:rPr>
              <a:t>e</a:t>
            </a:r>
            <a:r>
              <a:rPr dirty="0" smtClean="0" sz="2100" spc="230">
                <a:latin typeface="Arial Narrow"/>
                <a:cs typeface="Arial Narrow"/>
              </a:rPr>
              <a:t>r</a:t>
            </a:r>
            <a:r>
              <a:rPr dirty="0" smtClean="0" sz="2100" spc="230">
                <a:latin typeface="Arial Narrow"/>
                <a:cs typeface="Arial Narrow"/>
              </a:rPr>
              <a:t>e</a:t>
            </a:r>
            <a:r>
              <a:rPr dirty="0" smtClean="0" sz="2100" spc="230">
                <a:latin typeface="Arial Narrow"/>
                <a:cs typeface="Arial Narrow"/>
              </a:rPr>
              <a:t>n</a:t>
            </a:r>
            <a:r>
              <a:rPr dirty="0" smtClean="0" sz="2100" spc="230">
                <a:latin typeface="Arial Narrow"/>
                <a:cs typeface="Arial Narrow"/>
              </a:rPr>
              <a:t>c</a:t>
            </a:r>
            <a:r>
              <a:rPr dirty="0" smtClean="0" sz="2100" spc="230">
                <a:latin typeface="Arial Narrow"/>
                <a:cs typeface="Arial Narrow"/>
              </a:rPr>
              <a:t>e</a:t>
            </a:r>
            <a:r>
              <a:rPr dirty="0" smtClean="0" sz="2100" spc="230">
                <a:latin typeface="Arial Narrow"/>
                <a:cs typeface="Arial Narrow"/>
              </a:rPr>
              <a:t> </a:t>
            </a:r>
            <a:r>
              <a:rPr dirty="0" smtClean="0" sz="2000" spc="230">
                <a:latin typeface="Arial Narrow"/>
                <a:cs typeface="Arial Narrow"/>
              </a:rPr>
              <a:t>)</a:t>
            </a:r>
            <a:r>
              <a:rPr dirty="0" smtClean="0" sz="2000" spc="230">
                <a:latin typeface="Arial Narrow"/>
                <a:cs typeface="Arial Narrow"/>
              </a:rPr>
              <a:t> </a:t>
            </a:r>
            <a:r>
              <a:rPr dirty="0" smtClean="0" sz="2000" spc="230">
                <a:latin typeface="Arial Narrow"/>
                <a:cs typeface="Arial Narrow"/>
              </a:rPr>
              <a:t>h</a:t>
            </a:r>
            <a:r>
              <a:rPr dirty="0" smtClean="0" sz="2000" spc="230">
                <a:latin typeface="Arial Narrow"/>
                <a:cs typeface="Arial Narrow"/>
              </a:rPr>
              <a:t>a</a:t>
            </a:r>
            <a:r>
              <a:rPr dirty="0" smtClean="0" sz="2000" spc="230">
                <a:latin typeface="Arial Narrow"/>
                <a:cs typeface="Arial Narrow"/>
              </a:rPr>
              <a:t>r</a:t>
            </a:r>
            <a:r>
              <a:rPr dirty="0" smtClean="0" sz="2000" spc="230">
                <a:latin typeface="Arial Narrow"/>
                <a:cs typeface="Arial Narrow"/>
              </a:rPr>
              <a:t>u</a:t>
            </a:r>
            <a:r>
              <a:rPr dirty="0" smtClean="0" sz="2000" spc="230">
                <a:latin typeface="Arial Narrow"/>
                <a:cs typeface="Arial Narrow"/>
              </a:rPr>
              <a:t>s</a:t>
            </a:r>
            <a:r>
              <a:rPr dirty="0" smtClean="0" sz="2000" spc="230">
                <a:latin typeface="Arial Narrow"/>
                <a:cs typeface="Arial Narrow"/>
              </a:rPr>
              <a:t> </a:t>
            </a:r>
            <a:r>
              <a:rPr dirty="0" smtClean="0" sz="2000" spc="230">
                <a:latin typeface="Arial Narrow"/>
                <a:cs typeface="Arial Narrow"/>
              </a:rPr>
              <a:t>t</a:t>
            </a:r>
            <a:r>
              <a:rPr dirty="0" smtClean="0" sz="2000" spc="230">
                <a:latin typeface="Arial Narrow"/>
                <a:cs typeface="Arial Narrow"/>
              </a:rPr>
              <a:t>e</a:t>
            </a:r>
            <a:r>
              <a:rPr dirty="0" smtClean="0" sz="2000" spc="230">
                <a:latin typeface="Arial Narrow"/>
                <a:cs typeface="Arial Narrow"/>
              </a:rPr>
              <a:t>t</a:t>
            </a:r>
            <a:r>
              <a:rPr dirty="0" smtClean="0" sz="2000" spc="230">
                <a:latin typeface="Arial Narrow"/>
                <a:cs typeface="Arial Narrow"/>
              </a:rPr>
              <a:t>a</a:t>
            </a:r>
            <a:r>
              <a:rPr dirty="0" smtClean="0" sz="2000" spc="230">
                <a:latin typeface="Arial Narrow"/>
                <a:cs typeface="Arial Narrow"/>
              </a:rPr>
              <a:t>p</a:t>
            </a:r>
            <a:r>
              <a:rPr dirty="0" smtClean="0" sz="2000" spc="230">
                <a:latin typeface="Arial Narrow"/>
                <a:cs typeface="Arial Narrow"/>
              </a:rPr>
              <a:t> </a:t>
            </a:r>
            <a:r>
              <a:rPr dirty="0" smtClean="0" sz="2000" spc="230">
                <a:latin typeface="Arial Narrow"/>
                <a:cs typeface="Arial Narrow"/>
              </a:rPr>
              <a:t>l</a:t>
            </a:r>
            <a:r>
              <a:rPr dirty="0" smtClean="0" sz="2000" spc="230">
                <a:latin typeface="Arial Narrow"/>
                <a:cs typeface="Arial Narrow"/>
              </a:rPr>
              <a:t>e</a:t>
            </a:r>
            <a:r>
              <a:rPr dirty="0" smtClean="0" sz="2000" spc="230">
                <a:latin typeface="Arial Narrow"/>
                <a:cs typeface="Arial Narrow"/>
              </a:rPr>
              <a:t>b</a:t>
            </a:r>
            <a:r>
              <a:rPr dirty="0" smtClean="0" sz="2000" spc="230">
                <a:latin typeface="Arial Narrow"/>
                <a:cs typeface="Arial Narrow"/>
              </a:rPr>
              <a:t>ih</a:t>
            </a:r>
            <a:r>
              <a:rPr dirty="0" smtClean="0" sz="2000" spc="230">
                <a:latin typeface="Arial Narrow"/>
                <a:cs typeface="Arial Narrow"/>
              </a:rPr>
              <a:t> </a:t>
            </a:r>
            <a:r>
              <a:rPr dirty="0" smtClean="0" sz="2000" spc="230">
                <a:latin typeface="Arial Narrow"/>
                <a:cs typeface="Arial Narrow"/>
              </a:rPr>
              <a:t>b</a:t>
            </a:r>
            <a:r>
              <a:rPr dirty="0" smtClean="0" sz="2000" spc="230">
                <a:latin typeface="Arial Narrow"/>
                <a:cs typeface="Arial Narrow"/>
              </a:rPr>
              <a:t>e</a:t>
            </a:r>
            <a:r>
              <a:rPr dirty="0" smtClean="0" sz="2000" spc="230">
                <a:latin typeface="Arial Narrow"/>
                <a:cs typeface="Arial Narrow"/>
              </a:rPr>
              <a:t>s</a:t>
            </a:r>
            <a:r>
              <a:rPr dirty="0" smtClean="0" sz="2000" spc="230">
                <a:latin typeface="Arial Narrow"/>
                <a:cs typeface="Arial Narrow"/>
              </a:rPr>
              <a:t>ar</a:t>
            </a:r>
            <a:r>
              <a:rPr dirty="0" smtClean="0" sz="2000" spc="230">
                <a:latin typeface="Arial Narrow"/>
                <a:cs typeface="Arial Narrow"/>
              </a:rPr>
              <a:t> </a:t>
            </a:r>
            <a:r>
              <a:rPr dirty="0" smtClean="0" sz="2000" spc="230">
                <a:latin typeface="Arial Narrow"/>
                <a:cs typeface="Arial Narrow"/>
              </a:rPr>
              <a:t>a</a:t>
            </a:r>
            <a:r>
              <a:rPr dirty="0" smtClean="0" sz="2000" spc="230">
                <a:latin typeface="Arial Narrow"/>
                <a:cs typeface="Arial Narrow"/>
              </a:rPr>
              <a:t>t</a:t>
            </a:r>
            <a:r>
              <a:rPr dirty="0" smtClean="0" sz="2000" spc="230">
                <a:latin typeface="Arial Narrow"/>
                <a:cs typeface="Arial Narrow"/>
              </a:rPr>
              <a:t>a</a:t>
            </a:r>
            <a:r>
              <a:rPr dirty="0" smtClean="0" sz="2000" spc="230">
                <a:latin typeface="Arial Narrow"/>
                <a:cs typeface="Arial Narrow"/>
              </a:rPr>
              <a:t>u</a:t>
            </a:r>
            <a:r>
              <a:rPr dirty="0" smtClean="0" sz="2000" spc="230">
                <a:latin typeface="Arial Narrow"/>
                <a:cs typeface="Arial Narrow"/>
              </a:rPr>
              <a:t> </a:t>
            </a:r>
            <a:r>
              <a:rPr dirty="0" smtClean="0" sz="2000" spc="230">
                <a:latin typeface="Arial Narrow"/>
                <a:cs typeface="Arial Narrow"/>
              </a:rPr>
              <a:t>s</a:t>
            </a:r>
            <a:r>
              <a:rPr dirty="0" smtClean="0" sz="2000" spc="230">
                <a:latin typeface="Arial Narrow"/>
                <a:cs typeface="Arial Narrow"/>
              </a:rPr>
              <a:t>a</a:t>
            </a:r>
            <a:r>
              <a:rPr dirty="0" smtClean="0" sz="2000" spc="230">
                <a:latin typeface="Arial Narrow"/>
                <a:cs typeface="Arial Narrow"/>
              </a:rPr>
              <a:t>m</a:t>
            </a:r>
            <a:r>
              <a:rPr dirty="0" smtClean="0" sz="2000" spc="230">
                <a:latin typeface="Arial Narrow"/>
                <a:cs typeface="Arial Narrow"/>
              </a:rPr>
              <a:t>a</a:t>
            </a:r>
            <a:r>
              <a:rPr dirty="0" smtClean="0" sz="2000" spc="230">
                <a:latin typeface="Arial Narrow"/>
                <a:cs typeface="Arial Narrow"/>
              </a:rPr>
              <a:t> </a:t>
            </a:r>
            <a:r>
              <a:rPr dirty="0" smtClean="0" sz="2000" spc="230">
                <a:latin typeface="Arial Narrow"/>
                <a:cs typeface="Arial Narrow"/>
              </a:rPr>
              <a:t>d</a:t>
            </a:r>
            <a:r>
              <a:rPr dirty="0" smtClean="0" sz="2000" spc="230">
                <a:latin typeface="Arial Narrow"/>
                <a:cs typeface="Arial Narrow"/>
              </a:rPr>
              <a:t>a</a:t>
            </a:r>
            <a:r>
              <a:rPr dirty="0" smtClean="0" sz="2000" spc="230">
                <a:latin typeface="Arial Narrow"/>
                <a:cs typeface="Arial Narrow"/>
              </a:rPr>
              <a:t>ri</a:t>
            </a:r>
            <a:r>
              <a:rPr dirty="0" smtClean="0" sz="2000" spc="230">
                <a:latin typeface="Arial Narrow"/>
                <a:cs typeface="Arial Narrow"/>
              </a:rPr>
              <a:t> </a:t>
            </a:r>
            <a:r>
              <a:rPr dirty="0" smtClean="0" sz="2000" spc="230">
                <a:latin typeface="Arial Narrow"/>
                <a:cs typeface="Arial Narrow"/>
              </a:rPr>
              <a:t>C/I</a:t>
            </a:r>
            <a:r>
              <a:rPr dirty="0" smtClean="0" sz="2000" spc="230">
                <a:latin typeface="Arial Narrow"/>
                <a:cs typeface="Arial Narrow"/>
              </a:rPr>
              <a:t> </a:t>
            </a:r>
            <a:r>
              <a:rPr dirty="0" smtClean="0" sz="2000" spc="230">
                <a:latin typeface="Arial Narrow"/>
                <a:cs typeface="Arial Narrow"/>
              </a:rPr>
              <a:t>m</a:t>
            </a:r>
            <a:r>
              <a:rPr dirty="0" smtClean="0" sz="2000" spc="230">
                <a:latin typeface="Arial Narrow"/>
                <a:cs typeface="Arial Narrow"/>
              </a:rPr>
              <a:t>i</a:t>
            </a:r>
            <a:r>
              <a:rPr dirty="0" smtClean="0" sz="2000" spc="230">
                <a:latin typeface="Arial Narrow"/>
                <a:cs typeface="Arial Narrow"/>
              </a:rPr>
              <a:t>n</a:t>
            </a:r>
            <a:r>
              <a:rPr dirty="0" smtClean="0" sz="2000" spc="230">
                <a:latin typeface="Arial Narrow"/>
                <a:cs typeface="Arial Narrow"/>
              </a:rPr>
              <a:t>i</a:t>
            </a:r>
            <a:r>
              <a:rPr dirty="0" smtClean="0" sz="2000" spc="230">
                <a:latin typeface="Arial Narrow"/>
                <a:cs typeface="Arial Narrow"/>
              </a:rPr>
              <a:t>m</a:t>
            </a:r>
            <a:r>
              <a:rPr dirty="0" smtClean="0" sz="2000" spc="230">
                <a:latin typeface="Arial Narrow"/>
                <a:cs typeface="Arial Narrow"/>
              </a:rPr>
              <a:t>u</a:t>
            </a:r>
            <a:r>
              <a:rPr dirty="0" smtClean="0" sz="2000" spc="230">
                <a:latin typeface="Arial Narrow"/>
                <a:cs typeface="Arial Narrow"/>
              </a:rPr>
              <a:t>m</a:t>
            </a:r>
            <a:r>
              <a:rPr dirty="0" smtClean="0" sz="2000" spc="230">
                <a:latin typeface="Arial Narrow"/>
                <a:cs typeface="Arial Narrow"/>
              </a:rPr>
              <a:t> </a:t>
            </a:r>
            <a:r>
              <a:rPr dirty="0" smtClean="0" sz="2000" spc="230">
                <a:latin typeface="Arial Narrow"/>
                <a:cs typeface="Arial Narrow"/>
              </a:rPr>
              <a:t>y</a:t>
            </a:r>
            <a:r>
              <a:rPr dirty="0" smtClean="0" sz="2000" spc="230">
                <a:latin typeface="Arial Narrow"/>
                <a:cs typeface="Arial Narrow"/>
              </a:rPr>
              <a:t>a</a:t>
            </a:r>
            <a:r>
              <a:rPr dirty="0" smtClean="0" sz="2000" spc="230">
                <a:latin typeface="Arial Narrow"/>
                <a:cs typeface="Arial Narrow"/>
              </a:rPr>
              <a:t>n</a:t>
            </a:r>
            <a:r>
              <a:rPr dirty="0" smtClean="0" sz="2000" spc="230">
                <a:latin typeface="Arial Narrow"/>
                <a:cs typeface="Arial Narrow"/>
              </a:rPr>
              <a:t>g</a:t>
            </a:r>
            <a:r>
              <a:rPr dirty="0" smtClean="0" sz="2000" spc="230">
                <a:latin typeface="Arial Narrow"/>
                <a:cs typeface="Arial Narrow"/>
              </a:rPr>
              <a:t> </a:t>
            </a:r>
            <a:r>
              <a:rPr dirty="0" smtClean="0" sz="2000" spc="230">
                <a:latin typeface="Arial Narrow"/>
                <a:cs typeface="Arial Narrow"/>
              </a:rPr>
              <a:t>d</a:t>
            </a:r>
            <a:r>
              <a:rPr dirty="0" smtClean="0" sz="2000" spc="230">
                <a:latin typeface="Arial Narrow"/>
                <a:cs typeface="Arial Narrow"/>
              </a:rPr>
              <a:t>i</a:t>
            </a:r>
            <a:r>
              <a:rPr dirty="0" smtClean="0" sz="2000" spc="230">
                <a:latin typeface="Arial Narrow"/>
                <a:cs typeface="Arial Narrow"/>
              </a:rPr>
              <a:t>p</a:t>
            </a:r>
            <a:r>
              <a:rPr dirty="0" smtClean="0" sz="2000" spc="230">
                <a:latin typeface="Arial Narrow"/>
                <a:cs typeface="Arial Narrow"/>
              </a:rPr>
              <a:t>e</a:t>
            </a:r>
            <a:r>
              <a:rPr dirty="0" smtClean="0" sz="2000" spc="230">
                <a:latin typeface="Arial Narrow"/>
                <a:cs typeface="Arial Narrow"/>
              </a:rPr>
              <a:t>r</a:t>
            </a:r>
            <a:r>
              <a:rPr dirty="0" smtClean="0" sz="2000" spc="230">
                <a:latin typeface="Arial Narrow"/>
                <a:cs typeface="Arial Narrow"/>
              </a:rPr>
              <a:t>s</a:t>
            </a:r>
            <a:r>
              <a:rPr dirty="0" smtClean="0" sz="2000" spc="230">
                <a:latin typeface="Arial Narrow"/>
                <a:cs typeface="Arial Narrow"/>
              </a:rPr>
              <a:t>y</a:t>
            </a:r>
            <a:r>
              <a:rPr dirty="0" smtClean="0" sz="2000" spc="230">
                <a:latin typeface="Arial Narrow"/>
                <a:cs typeface="Arial Narrow"/>
              </a:rPr>
              <a:t>a</a:t>
            </a:r>
            <a:r>
              <a:rPr dirty="0" smtClean="0" sz="2000" spc="230">
                <a:latin typeface="Arial Narrow"/>
                <a:cs typeface="Arial Narrow"/>
              </a:rPr>
              <a:t>r</a:t>
            </a:r>
            <a:r>
              <a:rPr dirty="0" smtClean="0" sz="2000" spc="230">
                <a:latin typeface="Arial Narrow"/>
                <a:cs typeface="Arial Narrow"/>
              </a:rPr>
              <a:t>a</a:t>
            </a:r>
            <a:r>
              <a:rPr dirty="0" smtClean="0" sz="2000" spc="230">
                <a:latin typeface="Arial Narrow"/>
                <a:cs typeface="Arial Narrow"/>
              </a:rPr>
              <a:t>t</a:t>
            </a:r>
            <a:r>
              <a:rPr dirty="0" smtClean="0" sz="2000" spc="230">
                <a:latin typeface="Arial Narrow"/>
                <a:cs typeface="Arial Narrow"/>
              </a:rPr>
              <a:t>k</a:t>
            </a:r>
            <a:r>
              <a:rPr dirty="0" smtClean="0" sz="2000" spc="230">
                <a:latin typeface="Arial Narrow"/>
                <a:cs typeface="Arial Narrow"/>
              </a:rPr>
              <a:t>a</a:t>
            </a:r>
            <a:r>
              <a:rPr dirty="0" smtClean="0" sz="2000" spc="230">
                <a:latin typeface="Arial Narrow"/>
                <a:cs typeface="Arial Narrow"/>
              </a:rPr>
              <a:t>n</a:t>
            </a:r>
            <a:r>
              <a:rPr dirty="0" smtClean="0" sz="2000" spc="230">
                <a:latin typeface="Arial Narrow"/>
                <a:cs typeface="Arial Narrow"/>
              </a:rPr>
              <a:t> </a:t>
            </a:r>
            <a:r>
              <a:rPr dirty="0" smtClean="0" sz="2000" spc="230">
                <a:latin typeface="Arial Narrow"/>
                <a:cs typeface="Arial Narrow"/>
              </a:rPr>
              <a:t>o</a:t>
            </a:r>
            <a:r>
              <a:rPr dirty="0" smtClean="0" sz="2000" spc="230">
                <a:latin typeface="Arial Narrow"/>
                <a:cs typeface="Arial Narrow"/>
              </a:rPr>
              <a:t>l</a:t>
            </a:r>
            <a:r>
              <a:rPr dirty="0" smtClean="0" sz="2000" spc="230">
                <a:latin typeface="Arial Narrow"/>
                <a:cs typeface="Arial Narrow"/>
              </a:rPr>
              <a:t>e</a:t>
            </a:r>
            <a:r>
              <a:rPr dirty="0" smtClean="0" sz="2000" spc="230">
                <a:latin typeface="Arial Narrow"/>
                <a:cs typeface="Arial Narrow"/>
              </a:rPr>
              <a:t>h</a:t>
            </a:r>
            <a:r>
              <a:rPr dirty="0" smtClean="0" sz="2000" spc="230">
                <a:latin typeface="Arial Narrow"/>
                <a:cs typeface="Arial Narrow"/>
              </a:rPr>
              <a:t> </a:t>
            </a:r>
            <a:r>
              <a:rPr dirty="0" smtClean="0" sz="2000" spc="230">
                <a:latin typeface="Arial Narrow"/>
                <a:cs typeface="Arial Narrow"/>
              </a:rPr>
              <a:t>si</a:t>
            </a:r>
            <a:r>
              <a:rPr dirty="0" smtClean="0" sz="2000" spc="230">
                <a:latin typeface="Arial Narrow"/>
                <a:cs typeface="Arial Narrow"/>
              </a:rPr>
              <a:t>s</a:t>
            </a:r>
            <a:r>
              <a:rPr dirty="0" smtClean="0" sz="2000" spc="230">
                <a:latin typeface="Arial Narrow"/>
                <a:cs typeface="Arial Narrow"/>
              </a:rPr>
              <a:t>t</a:t>
            </a:r>
            <a:r>
              <a:rPr dirty="0" smtClean="0" sz="2000" spc="230">
                <a:latin typeface="Arial Narrow"/>
                <a:cs typeface="Arial Narrow"/>
              </a:rPr>
              <a:t>e</a:t>
            </a:r>
            <a:r>
              <a:rPr dirty="0" smtClean="0" sz="2000" spc="230">
                <a:latin typeface="Arial Narrow"/>
                <a:cs typeface="Arial Narrow"/>
              </a:rPr>
              <a:t>m</a:t>
            </a:r>
            <a:r>
              <a:rPr dirty="0" smtClean="0" sz="2000" spc="230">
                <a:latin typeface="Arial Narrow"/>
                <a:cs typeface="Arial Narrow"/>
              </a:rPr>
              <a:t> </a:t>
            </a:r>
            <a:r>
              <a:rPr dirty="0" smtClean="0" sz="2000" spc="230">
                <a:latin typeface="Arial Narrow"/>
                <a:cs typeface="Arial Narrow"/>
              </a:rPr>
              <a:t>s</a:t>
            </a:r>
            <a:r>
              <a:rPr dirty="0" smtClean="0" sz="2000" spc="230">
                <a:latin typeface="Arial Narrow"/>
                <a:cs typeface="Arial Narrow"/>
              </a:rPr>
              <a:t>e</a:t>
            </a:r>
            <a:r>
              <a:rPr dirty="0" smtClean="0" sz="2000" spc="230">
                <a:latin typeface="Arial Narrow"/>
                <a:cs typeface="Arial Narrow"/>
              </a:rPr>
              <a:t>l</a:t>
            </a:r>
            <a:r>
              <a:rPr dirty="0" smtClean="0" sz="2000" spc="230">
                <a:latin typeface="Arial Narrow"/>
                <a:cs typeface="Arial Narrow"/>
              </a:rPr>
              <a:t>u</a:t>
            </a:r>
            <a:r>
              <a:rPr dirty="0" smtClean="0" sz="2000" spc="230">
                <a:latin typeface="Arial Narrow"/>
                <a:cs typeface="Arial Narrow"/>
              </a:rPr>
              <a:t>l</a:t>
            </a:r>
            <a:r>
              <a:rPr dirty="0" smtClean="0" sz="2000" spc="230">
                <a:latin typeface="Arial Narrow"/>
                <a:cs typeface="Arial Narrow"/>
              </a:rPr>
              <a:t>e</a:t>
            </a:r>
            <a:r>
              <a:rPr dirty="0" smtClean="0" sz="2000" spc="230">
                <a:latin typeface="Arial Narrow"/>
                <a:cs typeface="Arial Narrow"/>
              </a:rPr>
              <a:t>r</a:t>
            </a:r>
            <a:r>
              <a:rPr dirty="0" smtClean="0" sz="2000" spc="230">
                <a:latin typeface="Arial Narrow"/>
                <a:cs typeface="Arial Narrow"/>
              </a:rPr>
              <a:t> </a:t>
            </a:r>
            <a:r>
              <a:rPr dirty="0" smtClean="0" sz="2000" spc="230">
                <a:latin typeface="Arial Narrow"/>
                <a:cs typeface="Arial Narrow"/>
              </a:rPr>
              <a:t>y</a:t>
            </a:r>
            <a:r>
              <a:rPr dirty="0" smtClean="0" sz="2000" spc="230">
                <a:latin typeface="Arial Narrow"/>
                <a:cs typeface="Arial Narrow"/>
              </a:rPr>
              <a:t>a</a:t>
            </a:r>
            <a:r>
              <a:rPr dirty="0" smtClean="0" sz="2000" spc="230">
                <a:latin typeface="Arial Narrow"/>
                <a:cs typeface="Arial Narrow"/>
              </a:rPr>
              <a:t>n</a:t>
            </a:r>
            <a:r>
              <a:rPr dirty="0" smtClean="0" sz="2000" spc="230">
                <a:latin typeface="Arial Narrow"/>
                <a:cs typeface="Arial Narrow"/>
              </a:rPr>
              <a:t>g</a:t>
            </a:r>
            <a:r>
              <a:rPr dirty="0" smtClean="0" sz="2000" spc="230">
                <a:latin typeface="Arial Narrow"/>
                <a:cs typeface="Arial Narrow"/>
              </a:rPr>
              <a:t> </a:t>
            </a:r>
            <a:r>
              <a:rPr dirty="0" smtClean="0" sz="2000" spc="230">
                <a:latin typeface="Arial Narrow"/>
                <a:cs typeface="Arial Narrow"/>
              </a:rPr>
              <a:t>b</a:t>
            </a:r>
            <a:r>
              <a:rPr dirty="0" smtClean="0" sz="2000" spc="230">
                <a:latin typeface="Arial Narrow"/>
                <a:cs typeface="Arial Narrow"/>
              </a:rPr>
              <a:t>e</a:t>
            </a:r>
            <a:r>
              <a:rPr dirty="0" smtClean="0" sz="2000" spc="230">
                <a:latin typeface="Arial Narrow"/>
                <a:cs typeface="Arial Narrow"/>
              </a:rPr>
              <a:t>r</a:t>
            </a:r>
            <a:r>
              <a:rPr dirty="0" smtClean="0" sz="2000" spc="230">
                <a:latin typeface="Arial Narrow"/>
                <a:cs typeface="Arial Narrow"/>
              </a:rPr>
              <a:t>s</a:t>
            </a:r>
            <a:r>
              <a:rPr dirty="0" smtClean="0" sz="2000" spc="230">
                <a:latin typeface="Arial Narrow"/>
                <a:cs typeface="Arial Narrow"/>
              </a:rPr>
              <a:t>a</a:t>
            </a:r>
            <a:r>
              <a:rPr dirty="0" smtClean="0" sz="2000" spc="230">
                <a:latin typeface="Arial Narrow"/>
                <a:cs typeface="Arial Narrow"/>
              </a:rPr>
              <a:t>n</a:t>
            </a:r>
            <a:r>
              <a:rPr dirty="0" smtClean="0" sz="2000" spc="230">
                <a:latin typeface="Arial Narrow"/>
                <a:cs typeface="Arial Narrow"/>
              </a:rPr>
              <a:t>g</a:t>
            </a:r>
            <a:r>
              <a:rPr dirty="0" smtClean="0" sz="2000" spc="230">
                <a:latin typeface="Arial Narrow"/>
                <a:cs typeface="Arial Narrow"/>
              </a:rPr>
              <a:t>k</a:t>
            </a:r>
            <a:r>
              <a:rPr dirty="0" smtClean="0" sz="2000" spc="230">
                <a:latin typeface="Arial Narrow"/>
                <a:cs typeface="Arial Narrow"/>
              </a:rPr>
              <a:t>u</a:t>
            </a:r>
            <a:r>
              <a:rPr dirty="0" smtClean="0" sz="2000" spc="230">
                <a:latin typeface="Arial Narrow"/>
                <a:cs typeface="Arial Narrow"/>
              </a:rPr>
              <a:t>t</a:t>
            </a:r>
            <a:r>
              <a:rPr dirty="0" smtClean="0" sz="2000" spc="230">
                <a:latin typeface="Arial Narrow"/>
                <a:cs typeface="Arial Narrow"/>
              </a:rPr>
              <a:t>a</a:t>
            </a:r>
            <a:r>
              <a:rPr dirty="0" smtClean="0" sz="2000" spc="230">
                <a:latin typeface="Arial Narrow"/>
                <a:cs typeface="Arial Narrow"/>
              </a:rPr>
              <a:t>n</a:t>
            </a:r>
            <a:endParaRPr sz="2000">
              <a:latin typeface="Arial Narrow"/>
              <a:cs typeface="Arial Narro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1140" y="6472848"/>
            <a:ext cx="5475228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o</a:t>
            </a:r>
            <a:r>
              <a:rPr dirty="0" smtClean="0" sz="1800" spc="0" b="1">
                <a:latin typeface="Georgia"/>
                <a:cs typeface="Georgia"/>
              </a:rPr>
              <a:t>d</a:t>
            </a:r>
            <a:r>
              <a:rPr dirty="0" smtClean="0" sz="1800" spc="0" b="1">
                <a:latin typeface="Georgia"/>
                <a:cs typeface="Georgia"/>
              </a:rPr>
              <a:t>ul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3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S</a:t>
            </a:r>
            <a:r>
              <a:rPr dirty="0" smtClean="0" sz="1800" spc="0" b="1">
                <a:latin typeface="Georgia"/>
                <a:cs typeface="Georgia"/>
              </a:rPr>
              <a:t>istem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K</a:t>
            </a:r>
            <a:r>
              <a:rPr dirty="0" smtClean="0" sz="1800" spc="0" b="1">
                <a:latin typeface="Georgia"/>
                <a:cs typeface="Georgia"/>
              </a:rPr>
              <a:t>o</a:t>
            </a: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unik</a:t>
            </a:r>
            <a:r>
              <a:rPr dirty="0" smtClean="0" sz="1800" spc="0" b="1">
                <a:latin typeface="Georgia"/>
                <a:cs typeface="Georgia"/>
              </a:rPr>
              <a:t>a</a:t>
            </a:r>
            <a:r>
              <a:rPr dirty="0" smtClean="0" sz="1800" spc="0" b="1">
                <a:latin typeface="Georgia"/>
                <a:cs typeface="Georgia"/>
              </a:rPr>
              <a:t>si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B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r>
              <a:rPr dirty="0" smtClean="0" sz="1800" spc="0" b="1">
                <a:latin typeface="Georgia"/>
                <a:cs typeface="Georgia"/>
              </a:rPr>
              <a:t>g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r>
              <a:rPr dirty="0" smtClean="0" sz="1800" spc="0" b="1">
                <a:latin typeface="Georgia"/>
                <a:cs typeface="Georgia"/>
              </a:rPr>
              <a:t>a</a:t>
            </a:r>
            <a:r>
              <a:rPr dirty="0" smtClean="0" sz="1800" spc="0" b="1">
                <a:latin typeface="Georgia"/>
                <a:cs typeface="Georgia"/>
              </a:rPr>
              <a:t>k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S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lul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474200" y="6472848"/>
            <a:ext cx="319259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b="1">
                <a:latin typeface="Georgia"/>
                <a:cs typeface="Georgia"/>
              </a:rPr>
              <a:t>16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604480" y="3903326"/>
            <a:ext cx="1831523" cy="293104"/>
          </a:xfrm>
          <a:prstGeom prst="rect">
            <a:avLst/>
          </a:prstGeom>
        </p:spPr>
        <p:txBody>
          <a:bodyPr wrap="square" lIns="0" tIns="39369" rIns="0" bIns="0" rtlCol="0">
            <a:noAutofit/>
          </a:bodyPr>
          <a:lstStyle/>
          <a:p>
            <a:pPr marL="212765">
              <a:lnSpc>
                <a:spcPct val="95825"/>
              </a:lnSpc>
            </a:pPr>
            <a:r>
              <a:rPr dirty="0" smtClean="0" sz="1350" spc="-123" b="1">
                <a:latin typeface="Arial"/>
                <a:cs typeface="Arial"/>
              </a:rPr>
              <a:t>Si</a:t>
            </a:r>
            <a:r>
              <a:rPr dirty="0" smtClean="0" sz="1350" spc="-123" b="1">
                <a:latin typeface="Arial"/>
                <a:cs typeface="Arial"/>
              </a:rPr>
              <a:t>n</a:t>
            </a:r>
            <a:r>
              <a:rPr dirty="0" smtClean="0" sz="1350" spc="-123" b="1">
                <a:latin typeface="Arial"/>
                <a:cs typeface="Arial"/>
              </a:rPr>
              <a:t>y</a:t>
            </a:r>
            <a:r>
              <a:rPr dirty="0" smtClean="0" sz="1350" spc="-123" b="1">
                <a:latin typeface="Arial"/>
                <a:cs typeface="Arial"/>
              </a:rPr>
              <a:t>a</a:t>
            </a:r>
            <a:r>
              <a:rPr dirty="0" smtClean="0" sz="1350" spc="-123" b="1">
                <a:latin typeface="Arial"/>
                <a:cs typeface="Arial"/>
              </a:rPr>
              <a:t>l</a:t>
            </a:r>
            <a:r>
              <a:rPr dirty="0" smtClean="0" sz="1350" spc="-123" b="1">
                <a:latin typeface="Arial"/>
                <a:cs typeface="Arial"/>
              </a:rPr>
              <a:t> </a:t>
            </a:r>
            <a:r>
              <a:rPr dirty="0" smtClean="0" sz="1350" spc="-123" b="1">
                <a:latin typeface="Arial"/>
                <a:cs typeface="Arial"/>
              </a:rPr>
              <a:t>i</a:t>
            </a:r>
            <a:r>
              <a:rPr dirty="0" smtClean="0" sz="1350" spc="-123" b="1">
                <a:latin typeface="Arial"/>
                <a:cs typeface="Arial"/>
              </a:rPr>
              <a:t>n</a:t>
            </a:r>
            <a:r>
              <a:rPr dirty="0" smtClean="0" sz="1350" spc="-123" b="1">
                <a:latin typeface="Arial"/>
                <a:cs typeface="Arial"/>
              </a:rPr>
              <a:t>t</a:t>
            </a:r>
            <a:r>
              <a:rPr dirty="0" smtClean="0" sz="1350" spc="-123" b="1">
                <a:latin typeface="Arial"/>
                <a:cs typeface="Arial"/>
              </a:rPr>
              <a:t>e</a:t>
            </a:r>
            <a:r>
              <a:rPr dirty="0" smtClean="0" sz="1350" spc="-123" b="1">
                <a:latin typeface="Arial"/>
                <a:cs typeface="Arial"/>
              </a:rPr>
              <a:t>r</a:t>
            </a:r>
            <a:r>
              <a:rPr dirty="0" smtClean="0" sz="1350" spc="-123" b="1">
                <a:latin typeface="Arial"/>
                <a:cs typeface="Arial"/>
              </a:rPr>
              <a:t>f</a:t>
            </a:r>
            <a:r>
              <a:rPr dirty="0" smtClean="0" sz="1350" spc="-123" b="1">
                <a:latin typeface="Arial"/>
                <a:cs typeface="Arial"/>
              </a:rPr>
              <a:t>e</a:t>
            </a:r>
            <a:r>
              <a:rPr dirty="0" smtClean="0" sz="1350" spc="-123" b="1">
                <a:latin typeface="Arial"/>
                <a:cs typeface="Arial"/>
              </a:rPr>
              <a:t>r</a:t>
            </a:r>
            <a:r>
              <a:rPr dirty="0" smtClean="0" sz="1350" spc="-123" b="1">
                <a:latin typeface="Arial"/>
                <a:cs typeface="Arial"/>
              </a:rPr>
              <a:t>e</a:t>
            </a:r>
            <a:r>
              <a:rPr dirty="0" smtClean="0" sz="1350" spc="-123" b="1">
                <a:latin typeface="Arial"/>
                <a:cs typeface="Arial"/>
              </a:rPr>
              <a:t>n</a:t>
            </a:r>
            <a:r>
              <a:rPr dirty="0" smtClean="0" sz="1350" spc="-123" b="1">
                <a:latin typeface="Arial"/>
                <a:cs typeface="Arial"/>
              </a:rPr>
              <a:t>s</a:t>
            </a:r>
            <a:r>
              <a:rPr dirty="0" smtClean="0" sz="1350" spc="-123" b="1">
                <a:latin typeface="Arial"/>
                <a:cs typeface="Arial"/>
              </a:rPr>
              <a:t>i</a:t>
            </a:r>
            <a:r>
              <a:rPr dirty="0" smtClean="0" sz="1350" spc="-123" b="1">
                <a:latin typeface="Arial"/>
                <a:cs typeface="Arial"/>
              </a:rPr>
              <a:t> </a:t>
            </a:r>
            <a:r>
              <a:rPr dirty="0" smtClean="0" sz="1350" spc="-123" b="1">
                <a:latin typeface="Arial"/>
                <a:cs typeface="Arial"/>
              </a:rPr>
              <a:t> </a:t>
            </a:r>
            <a:r>
              <a:rPr dirty="0" smtClean="0" sz="1350" spc="-123" b="1">
                <a:latin typeface="Arial"/>
                <a:cs typeface="Arial"/>
              </a:rPr>
              <a:t>=</a:t>
            </a:r>
            <a:r>
              <a:rPr dirty="0" smtClean="0" sz="1350" spc="-123" b="1">
                <a:latin typeface="Arial"/>
                <a:cs typeface="Arial"/>
              </a:rPr>
              <a:t> </a:t>
            </a:r>
            <a:r>
              <a:rPr dirty="0" smtClean="0" sz="1350" spc="-123" b="1">
                <a:latin typeface="Arial"/>
                <a:cs typeface="Arial"/>
              </a:rPr>
              <a:t>I</a:t>
            </a:r>
            <a:endParaRPr sz="13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485228" y="2337562"/>
            <a:ext cx="2313157" cy="292741"/>
          </a:xfrm>
          <a:prstGeom prst="rect">
            <a:avLst/>
          </a:prstGeom>
        </p:spPr>
        <p:txBody>
          <a:bodyPr wrap="square" lIns="0" tIns="39369" rIns="0" bIns="0" rtlCol="0">
            <a:noAutofit/>
          </a:bodyPr>
          <a:lstStyle/>
          <a:p>
            <a:pPr marL="294093">
              <a:lnSpc>
                <a:spcPct val="95825"/>
              </a:lnSpc>
            </a:pPr>
            <a:r>
              <a:rPr dirty="0" smtClean="0" sz="1350" spc="-138" b="1">
                <a:latin typeface="Arial"/>
                <a:cs typeface="Arial"/>
              </a:rPr>
              <a:t>Si</a:t>
            </a:r>
            <a:r>
              <a:rPr dirty="0" smtClean="0" sz="1350" spc="-138" b="1">
                <a:latin typeface="Arial"/>
                <a:cs typeface="Arial"/>
              </a:rPr>
              <a:t>n</a:t>
            </a:r>
            <a:r>
              <a:rPr dirty="0" smtClean="0" sz="1350" spc="-138" b="1">
                <a:latin typeface="Arial"/>
                <a:cs typeface="Arial"/>
              </a:rPr>
              <a:t>y</a:t>
            </a:r>
            <a:r>
              <a:rPr dirty="0" smtClean="0" sz="1350" spc="-138" b="1">
                <a:latin typeface="Arial"/>
                <a:cs typeface="Arial"/>
              </a:rPr>
              <a:t>a</a:t>
            </a:r>
            <a:r>
              <a:rPr dirty="0" smtClean="0" sz="1350" spc="-138" b="1">
                <a:latin typeface="Arial"/>
                <a:cs typeface="Arial"/>
              </a:rPr>
              <a:t>l</a:t>
            </a:r>
            <a:r>
              <a:rPr dirty="0" smtClean="0" sz="1350" spc="-138" b="1">
                <a:latin typeface="Arial"/>
                <a:cs typeface="Arial"/>
              </a:rPr>
              <a:t> </a:t>
            </a:r>
            <a:r>
              <a:rPr dirty="0" smtClean="0" sz="1350" spc="-138" b="1">
                <a:latin typeface="Arial"/>
                <a:cs typeface="Arial"/>
              </a:rPr>
              <a:t>y</a:t>
            </a:r>
            <a:r>
              <a:rPr dirty="0" smtClean="0" sz="1350" spc="-138" b="1">
                <a:latin typeface="Arial"/>
                <a:cs typeface="Arial"/>
              </a:rPr>
              <a:t>a</a:t>
            </a:r>
            <a:r>
              <a:rPr dirty="0" smtClean="0" sz="1350" spc="-138" b="1">
                <a:latin typeface="Arial"/>
                <a:cs typeface="Arial"/>
              </a:rPr>
              <a:t>n</a:t>
            </a:r>
            <a:r>
              <a:rPr dirty="0" smtClean="0" sz="1350" spc="-138" b="1">
                <a:latin typeface="Arial"/>
                <a:cs typeface="Arial"/>
              </a:rPr>
              <a:t>g</a:t>
            </a:r>
            <a:r>
              <a:rPr dirty="0" smtClean="0" sz="1350" spc="-138" b="1">
                <a:latin typeface="Arial"/>
                <a:cs typeface="Arial"/>
              </a:rPr>
              <a:t> </a:t>
            </a:r>
            <a:r>
              <a:rPr dirty="0" smtClean="0" sz="1350" spc="-138" b="1">
                <a:latin typeface="Arial"/>
                <a:cs typeface="Arial"/>
              </a:rPr>
              <a:t>d</a:t>
            </a:r>
            <a:r>
              <a:rPr dirty="0" smtClean="0" sz="1350" spc="-138" b="1">
                <a:latin typeface="Arial"/>
                <a:cs typeface="Arial"/>
              </a:rPr>
              <a:t>i</a:t>
            </a:r>
            <a:r>
              <a:rPr dirty="0" smtClean="0" sz="1350" spc="-138" b="1">
                <a:latin typeface="Arial"/>
                <a:cs typeface="Arial"/>
              </a:rPr>
              <a:t>i</a:t>
            </a:r>
            <a:r>
              <a:rPr dirty="0" smtClean="0" sz="1350" spc="-138" b="1">
                <a:latin typeface="Arial"/>
                <a:cs typeface="Arial"/>
              </a:rPr>
              <a:t>n</a:t>
            </a:r>
            <a:r>
              <a:rPr dirty="0" smtClean="0" sz="1350" spc="-138" b="1">
                <a:latin typeface="Arial"/>
                <a:cs typeface="Arial"/>
              </a:rPr>
              <a:t>g</a:t>
            </a:r>
            <a:r>
              <a:rPr dirty="0" smtClean="0" sz="1350" spc="-138" b="1">
                <a:latin typeface="Arial"/>
                <a:cs typeface="Arial"/>
              </a:rPr>
              <a:t>i</a:t>
            </a:r>
            <a:r>
              <a:rPr dirty="0" smtClean="0" sz="1350" spc="-138" b="1">
                <a:latin typeface="Arial"/>
                <a:cs typeface="Arial"/>
              </a:rPr>
              <a:t>n</a:t>
            </a:r>
            <a:r>
              <a:rPr dirty="0" smtClean="0" sz="1350" spc="-138" b="1">
                <a:latin typeface="Arial"/>
                <a:cs typeface="Arial"/>
              </a:rPr>
              <a:t>k</a:t>
            </a:r>
            <a:r>
              <a:rPr dirty="0" smtClean="0" sz="1350" spc="-138" b="1">
                <a:latin typeface="Arial"/>
                <a:cs typeface="Arial"/>
              </a:rPr>
              <a:t>a</a:t>
            </a:r>
            <a:r>
              <a:rPr dirty="0" smtClean="0" sz="1350" spc="-138" b="1">
                <a:latin typeface="Arial"/>
                <a:cs typeface="Arial"/>
              </a:rPr>
              <a:t>n</a:t>
            </a:r>
            <a:r>
              <a:rPr dirty="0" smtClean="0" sz="1350" spc="-138" b="1">
                <a:latin typeface="Arial"/>
                <a:cs typeface="Arial"/>
              </a:rPr>
              <a:t> </a:t>
            </a:r>
            <a:r>
              <a:rPr dirty="0" smtClean="0" sz="1350" spc="-138" b="1">
                <a:latin typeface="Arial"/>
                <a:cs typeface="Arial"/>
              </a:rPr>
              <a:t>=</a:t>
            </a:r>
            <a:r>
              <a:rPr dirty="0" smtClean="0" sz="1350" spc="-138" b="1">
                <a:latin typeface="Arial"/>
                <a:cs typeface="Arial"/>
              </a:rPr>
              <a:t> </a:t>
            </a:r>
            <a:r>
              <a:rPr dirty="0" smtClean="0" sz="1350" spc="-138" b="1">
                <a:latin typeface="Arial"/>
                <a:cs typeface="Arial"/>
              </a:rPr>
              <a:t>C</a:t>
            </a:r>
            <a:endParaRPr sz="135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2087593" y="949325"/>
            <a:ext cx="86487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object 83"/>
          <p:cNvSpPr/>
          <p:nvPr/>
        </p:nvSpPr>
        <p:spPr>
          <a:xfrm>
            <a:off x="0" y="6400800"/>
            <a:ext cx="9903460" cy="457196"/>
          </a:xfrm>
          <a:custGeom>
            <a:avLst/>
            <a:gdLst/>
            <a:ahLst/>
            <a:cxnLst/>
            <a:rect l="l" t="t" r="r" b="b"/>
            <a:pathLst>
              <a:path w="9903460" h="457196">
                <a:moveTo>
                  <a:pt x="9903460" y="457196"/>
                </a:moveTo>
                <a:lnTo>
                  <a:pt x="9903460" y="0"/>
                </a:lnTo>
                <a:lnTo>
                  <a:pt x="0" y="0"/>
                </a:lnTo>
                <a:lnTo>
                  <a:pt x="0" y="457196"/>
                </a:lnTo>
                <a:lnTo>
                  <a:pt x="9903460" y="457196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4" name="object 84"/>
          <p:cNvSpPr/>
          <p:nvPr/>
        </p:nvSpPr>
        <p:spPr>
          <a:xfrm>
            <a:off x="153670" y="640207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58419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1" name="object 81"/>
          <p:cNvSpPr/>
          <p:nvPr/>
        </p:nvSpPr>
        <p:spPr>
          <a:xfrm>
            <a:off x="0" y="0"/>
            <a:ext cx="9903460" cy="609600"/>
          </a:xfrm>
          <a:custGeom>
            <a:avLst/>
            <a:gdLst/>
            <a:ahLst/>
            <a:cxnLst/>
            <a:rect l="l" t="t" r="r" b="b"/>
            <a:pathLst>
              <a:path w="9903460" h="609600">
                <a:moveTo>
                  <a:pt x="0" y="609600"/>
                </a:moveTo>
                <a:lnTo>
                  <a:pt x="9903460" y="609600"/>
                </a:lnTo>
                <a:lnTo>
                  <a:pt x="9903460" y="0"/>
                </a:lnTo>
                <a:lnTo>
                  <a:pt x="0" y="0"/>
                </a:lnTo>
                <a:lnTo>
                  <a:pt x="0" y="60960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2" name="object 82"/>
          <p:cNvSpPr/>
          <p:nvPr/>
        </p:nvSpPr>
        <p:spPr>
          <a:xfrm>
            <a:off x="111760" y="60960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76200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8" name="object 78"/>
          <p:cNvSpPr/>
          <p:nvPr/>
        </p:nvSpPr>
        <p:spPr>
          <a:xfrm>
            <a:off x="3614420" y="2402840"/>
            <a:ext cx="1910079" cy="1115060"/>
          </a:xfrm>
          <a:custGeom>
            <a:avLst/>
            <a:gdLst/>
            <a:ahLst/>
            <a:cxnLst/>
            <a:rect l="l" t="t" r="r" b="b"/>
            <a:pathLst>
              <a:path w="1910079" h="1115060">
                <a:moveTo>
                  <a:pt x="0" y="1115060"/>
                </a:moveTo>
                <a:lnTo>
                  <a:pt x="1910079" y="1115060"/>
                </a:lnTo>
                <a:lnTo>
                  <a:pt x="1910079" y="0"/>
                </a:lnTo>
                <a:lnTo>
                  <a:pt x="0" y="0"/>
                </a:lnTo>
                <a:lnTo>
                  <a:pt x="0" y="111506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9" name="object 79"/>
          <p:cNvSpPr/>
          <p:nvPr/>
        </p:nvSpPr>
        <p:spPr>
          <a:xfrm>
            <a:off x="3614420" y="2402840"/>
            <a:ext cx="1910079" cy="1115060"/>
          </a:xfrm>
          <a:custGeom>
            <a:avLst/>
            <a:gdLst/>
            <a:ahLst/>
            <a:cxnLst/>
            <a:rect l="l" t="t" r="r" b="b"/>
            <a:pathLst>
              <a:path w="1910079" h="1115060">
                <a:moveTo>
                  <a:pt x="0" y="1115060"/>
                </a:moveTo>
                <a:lnTo>
                  <a:pt x="1910079" y="1115060"/>
                </a:lnTo>
                <a:lnTo>
                  <a:pt x="1910079" y="0"/>
                </a:lnTo>
                <a:lnTo>
                  <a:pt x="0" y="0"/>
                </a:lnTo>
                <a:lnTo>
                  <a:pt x="0" y="1115060"/>
                </a:lnTo>
                <a:close/>
              </a:path>
            </a:pathLst>
          </a:custGeom>
          <a:ln w="10160">
            <a:solidFill>
              <a:srgbClr val="FF33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0" name="object 80"/>
          <p:cNvSpPr/>
          <p:nvPr/>
        </p:nvSpPr>
        <p:spPr>
          <a:xfrm>
            <a:off x="3162300" y="2128520"/>
            <a:ext cx="452120" cy="1638299"/>
          </a:xfrm>
          <a:custGeom>
            <a:avLst/>
            <a:gdLst/>
            <a:ahLst/>
            <a:cxnLst/>
            <a:rect l="l" t="t" r="r" b="b"/>
            <a:pathLst>
              <a:path w="452120" h="1638300">
                <a:moveTo>
                  <a:pt x="0" y="0"/>
                </a:moveTo>
                <a:lnTo>
                  <a:pt x="36666" y="1793"/>
                </a:lnTo>
                <a:lnTo>
                  <a:pt x="71449" y="6983"/>
                </a:lnTo>
                <a:lnTo>
                  <a:pt x="103883" y="15289"/>
                </a:lnTo>
                <a:lnTo>
                  <a:pt x="133504" y="26428"/>
                </a:lnTo>
                <a:lnTo>
                  <a:pt x="159845" y="40116"/>
                </a:lnTo>
                <a:lnTo>
                  <a:pt x="182441" y="56071"/>
                </a:lnTo>
                <a:lnTo>
                  <a:pt x="200825" y="74010"/>
                </a:lnTo>
                <a:lnTo>
                  <a:pt x="214534" y="93650"/>
                </a:lnTo>
                <a:lnTo>
                  <a:pt x="225310" y="125683"/>
                </a:lnTo>
                <a:lnTo>
                  <a:pt x="226060" y="136905"/>
                </a:lnTo>
                <a:lnTo>
                  <a:pt x="226060" y="682243"/>
                </a:lnTo>
                <a:lnTo>
                  <a:pt x="226809" y="693466"/>
                </a:lnTo>
                <a:lnTo>
                  <a:pt x="229018" y="704439"/>
                </a:lnTo>
                <a:lnTo>
                  <a:pt x="232630" y="715129"/>
                </a:lnTo>
                <a:lnTo>
                  <a:pt x="237585" y="725499"/>
                </a:lnTo>
                <a:lnTo>
                  <a:pt x="243826" y="735514"/>
                </a:lnTo>
                <a:lnTo>
                  <a:pt x="251294" y="745139"/>
                </a:lnTo>
                <a:lnTo>
                  <a:pt x="259931" y="754339"/>
                </a:lnTo>
                <a:lnTo>
                  <a:pt x="269678" y="763078"/>
                </a:lnTo>
                <a:lnTo>
                  <a:pt x="280479" y="771322"/>
                </a:lnTo>
                <a:lnTo>
                  <a:pt x="292274" y="779033"/>
                </a:lnTo>
                <a:lnTo>
                  <a:pt x="305006" y="786178"/>
                </a:lnTo>
                <a:lnTo>
                  <a:pt x="318615" y="792721"/>
                </a:lnTo>
                <a:lnTo>
                  <a:pt x="333045" y="798627"/>
                </a:lnTo>
                <a:lnTo>
                  <a:pt x="348236" y="803860"/>
                </a:lnTo>
                <a:lnTo>
                  <a:pt x="364130" y="808384"/>
                </a:lnTo>
                <a:lnTo>
                  <a:pt x="380670" y="812166"/>
                </a:lnTo>
                <a:lnTo>
                  <a:pt x="397797" y="815168"/>
                </a:lnTo>
                <a:lnTo>
                  <a:pt x="415453" y="817356"/>
                </a:lnTo>
                <a:lnTo>
                  <a:pt x="433580" y="818695"/>
                </a:lnTo>
                <a:lnTo>
                  <a:pt x="452120" y="819150"/>
                </a:lnTo>
                <a:lnTo>
                  <a:pt x="433580" y="819604"/>
                </a:lnTo>
                <a:lnTo>
                  <a:pt x="397797" y="823131"/>
                </a:lnTo>
                <a:lnTo>
                  <a:pt x="364130" y="829915"/>
                </a:lnTo>
                <a:lnTo>
                  <a:pt x="333045" y="839672"/>
                </a:lnTo>
                <a:lnTo>
                  <a:pt x="305006" y="852121"/>
                </a:lnTo>
                <a:lnTo>
                  <a:pt x="280479" y="866977"/>
                </a:lnTo>
                <a:lnTo>
                  <a:pt x="259931" y="883960"/>
                </a:lnTo>
                <a:lnTo>
                  <a:pt x="243826" y="902785"/>
                </a:lnTo>
                <a:lnTo>
                  <a:pt x="232630" y="923170"/>
                </a:lnTo>
                <a:lnTo>
                  <a:pt x="226060" y="956055"/>
                </a:lnTo>
                <a:lnTo>
                  <a:pt x="226060" y="1501393"/>
                </a:lnTo>
                <a:lnTo>
                  <a:pt x="225310" y="1512616"/>
                </a:lnTo>
                <a:lnTo>
                  <a:pt x="223101" y="1523589"/>
                </a:lnTo>
                <a:lnTo>
                  <a:pt x="219489" y="1534279"/>
                </a:lnTo>
                <a:lnTo>
                  <a:pt x="214534" y="1544649"/>
                </a:lnTo>
                <a:lnTo>
                  <a:pt x="208293" y="1554664"/>
                </a:lnTo>
                <a:lnTo>
                  <a:pt x="200825" y="1564289"/>
                </a:lnTo>
                <a:lnTo>
                  <a:pt x="192188" y="1573489"/>
                </a:lnTo>
                <a:lnTo>
                  <a:pt x="182441" y="1582228"/>
                </a:lnTo>
                <a:lnTo>
                  <a:pt x="171640" y="1590472"/>
                </a:lnTo>
                <a:lnTo>
                  <a:pt x="159845" y="1598183"/>
                </a:lnTo>
                <a:lnTo>
                  <a:pt x="147113" y="1605328"/>
                </a:lnTo>
                <a:lnTo>
                  <a:pt x="133504" y="1611871"/>
                </a:lnTo>
                <a:lnTo>
                  <a:pt x="119074" y="1617777"/>
                </a:lnTo>
                <a:lnTo>
                  <a:pt x="103883" y="1623010"/>
                </a:lnTo>
                <a:lnTo>
                  <a:pt x="87989" y="1627534"/>
                </a:lnTo>
                <a:lnTo>
                  <a:pt x="71449" y="1631316"/>
                </a:lnTo>
                <a:lnTo>
                  <a:pt x="54322" y="1634318"/>
                </a:lnTo>
                <a:lnTo>
                  <a:pt x="36666" y="1636506"/>
                </a:lnTo>
                <a:lnTo>
                  <a:pt x="18539" y="1637845"/>
                </a:lnTo>
                <a:lnTo>
                  <a:pt x="0" y="1638299"/>
                </a:lnTo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4" name="object 74"/>
          <p:cNvSpPr/>
          <p:nvPr/>
        </p:nvSpPr>
        <p:spPr>
          <a:xfrm>
            <a:off x="1693815" y="3311419"/>
            <a:ext cx="46545" cy="26820"/>
          </a:xfrm>
          <a:custGeom>
            <a:avLst/>
            <a:gdLst/>
            <a:ahLst/>
            <a:cxnLst/>
            <a:rect l="l" t="t" r="r" b="b"/>
            <a:pathLst>
              <a:path w="46545" h="26820">
                <a:moveTo>
                  <a:pt x="0" y="26820"/>
                </a:moveTo>
                <a:lnTo>
                  <a:pt x="46545" y="0"/>
                </a:lnTo>
              </a:path>
            </a:pathLst>
          </a:custGeom>
          <a:ln w="1525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5" name="object 75"/>
          <p:cNvSpPr/>
          <p:nvPr/>
        </p:nvSpPr>
        <p:spPr>
          <a:xfrm>
            <a:off x="1740361" y="3319382"/>
            <a:ext cx="67594" cy="122556"/>
          </a:xfrm>
          <a:custGeom>
            <a:avLst/>
            <a:gdLst/>
            <a:ahLst/>
            <a:cxnLst/>
            <a:rect l="l" t="t" r="r" b="b"/>
            <a:pathLst>
              <a:path w="67594" h="122556">
                <a:moveTo>
                  <a:pt x="0" y="0"/>
                </a:moveTo>
                <a:lnTo>
                  <a:pt x="67594" y="122556"/>
                </a:lnTo>
              </a:path>
            </a:pathLst>
          </a:custGeom>
          <a:ln w="30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6" name="object 76"/>
          <p:cNvSpPr/>
          <p:nvPr/>
        </p:nvSpPr>
        <p:spPr>
          <a:xfrm>
            <a:off x="1815960" y="3075749"/>
            <a:ext cx="89444" cy="366189"/>
          </a:xfrm>
          <a:custGeom>
            <a:avLst/>
            <a:gdLst/>
            <a:ahLst/>
            <a:cxnLst/>
            <a:rect l="l" t="t" r="r" b="b"/>
            <a:pathLst>
              <a:path w="89444" h="366189">
                <a:moveTo>
                  <a:pt x="0" y="366189"/>
                </a:moveTo>
                <a:lnTo>
                  <a:pt x="89444" y="0"/>
                </a:lnTo>
              </a:path>
            </a:pathLst>
          </a:custGeom>
          <a:ln w="1526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7" name="object 77"/>
          <p:cNvSpPr/>
          <p:nvPr/>
        </p:nvSpPr>
        <p:spPr>
          <a:xfrm>
            <a:off x="1905405" y="3075749"/>
            <a:ext cx="498037" cy="0"/>
          </a:xfrm>
          <a:custGeom>
            <a:avLst/>
            <a:gdLst/>
            <a:ahLst/>
            <a:cxnLst/>
            <a:rect l="l" t="t" r="r" b="b"/>
            <a:pathLst>
              <a:path w="498037" h="0">
                <a:moveTo>
                  <a:pt x="0" y="0"/>
                </a:moveTo>
                <a:lnTo>
                  <a:pt x="498037" y="0"/>
                </a:lnTo>
              </a:path>
            </a:pathLst>
          </a:custGeom>
          <a:ln w="1524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6" name="object 66"/>
          <p:cNvSpPr/>
          <p:nvPr/>
        </p:nvSpPr>
        <p:spPr>
          <a:xfrm>
            <a:off x="685800" y="4079240"/>
            <a:ext cx="1447800" cy="1353820"/>
          </a:xfrm>
          <a:custGeom>
            <a:avLst/>
            <a:gdLst/>
            <a:ahLst/>
            <a:cxnLst/>
            <a:rect l="l" t="t" r="r" b="b"/>
            <a:pathLst>
              <a:path w="1447800" h="1353820">
                <a:moveTo>
                  <a:pt x="0" y="676910"/>
                </a:moveTo>
                <a:lnTo>
                  <a:pt x="2399" y="732432"/>
                </a:lnTo>
                <a:lnTo>
                  <a:pt x="9474" y="786718"/>
                </a:lnTo>
                <a:lnTo>
                  <a:pt x="21038" y="839592"/>
                </a:lnTo>
                <a:lnTo>
                  <a:pt x="36905" y="890881"/>
                </a:lnTo>
                <a:lnTo>
                  <a:pt x="56888" y="940411"/>
                </a:lnTo>
                <a:lnTo>
                  <a:pt x="80800" y="988007"/>
                </a:lnTo>
                <a:lnTo>
                  <a:pt x="108457" y="1033495"/>
                </a:lnTo>
                <a:lnTo>
                  <a:pt x="139671" y="1076701"/>
                </a:lnTo>
                <a:lnTo>
                  <a:pt x="174256" y="1117452"/>
                </a:lnTo>
                <a:lnTo>
                  <a:pt x="212026" y="1155573"/>
                </a:lnTo>
                <a:lnTo>
                  <a:pt x="252794" y="1190889"/>
                </a:lnTo>
                <a:lnTo>
                  <a:pt x="296375" y="1223227"/>
                </a:lnTo>
                <a:lnTo>
                  <a:pt x="342581" y="1252413"/>
                </a:lnTo>
                <a:lnTo>
                  <a:pt x="391227" y="1278272"/>
                </a:lnTo>
                <a:lnTo>
                  <a:pt x="442126" y="1300630"/>
                </a:lnTo>
                <a:lnTo>
                  <a:pt x="495092" y="1319314"/>
                </a:lnTo>
                <a:lnTo>
                  <a:pt x="549939" y="1334149"/>
                </a:lnTo>
                <a:lnTo>
                  <a:pt x="606480" y="1344961"/>
                </a:lnTo>
                <a:lnTo>
                  <a:pt x="664529" y="1351576"/>
                </a:lnTo>
                <a:lnTo>
                  <a:pt x="723900" y="1353820"/>
                </a:lnTo>
                <a:lnTo>
                  <a:pt x="783270" y="1351576"/>
                </a:lnTo>
                <a:lnTo>
                  <a:pt x="841319" y="1344961"/>
                </a:lnTo>
                <a:lnTo>
                  <a:pt x="897860" y="1334149"/>
                </a:lnTo>
                <a:lnTo>
                  <a:pt x="952707" y="1319314"/>
                </a:lnTo>
                <a:lnTo>
                  <a:pt x="1005673" y="1300630"/>
                </a:lnTo>
                <a:lnTo>
                  <a:pt x="1056572" y="1278272"/>
                </a:lnTo>
                <a:lnTo>
                  <a:pt x="1105218" y="1252413"/>
                </a:lnTo>
                <a:lnTo>
                  <a:pt x="1151424" y="1223227"/>
                </a:lnTo>
                <a:lnTo>
                  <a:pt x="1195005" y="1190889"/>
                </a:lnTo>
                <a:lnTo>
                  <a:pt x="1235773" y="1155573"/>
                </a:lnTo>
                <a:lnTo>
                  <a:pt x="1273543" y="1117452"/>
                </a:lnTo>
                <a:lnTo>
                  <a:pt x="1308128" y="1076701"/>
                </a:lnTo>
                <a:lnTo>
                  <a:pt x="1339342" y="1033495"/>
                </a:lnTo>
                <a:lnTo>
                  <a:pt x="1366999" y="988007"/>
                </a:lnTo>
                <a:lnTo>
                  <a:pt x="1390911" y="940411"/>
                </a:lnTo>
                <a:lnTo>
                  <a:pt x="1410894" y="890881"/>
                </a:lnTo>
                <a:lnTo>
                  <a:pt x="1426761" y="839592"/>
                </a:lnTo>
                <a:lnTo>
                  <a:pt x="1438325" y="786718"/>
                </a:lnTo>
                <a:lnTo>
                  <a:pt x="1445400" y="732432"/>
                </a:lnTo>
                <a:lnTo>
                  <a:pt x="1447800" y="676910"/>
                </a:lnTo>
                <a:lnTo>
                  <a:pt x="1445400" y="621387"/>
                </a:lnTo>
                <a:lnTo>
                  <a:pt x="1438325" y="567101"/>
                </a:lnTo>
                <a:lnTo>
                  <a:pt x="1426761" y="514227"/>
                </a:lnTo>
                <a:lnTo>
                  <a:pt x="1410894" y="462938"/>
                </a:lnTo>
                <a:lnTo>
                  <a:pt x="1390911" y="413408"/>
                </a:lnTo>
                <a:lnTo>
                  <a:pt x="1366999" y="365812"/>
                </a:lnTo>
                <a:lnTo>
                  <a:pt x="1339342" y="320324"/>
                </a:lnTo>
                <a:lnTo>
                  <a:pt x="1308128" y="277118"/>
                </a:lnTo>
                <a:lnTo>
                  <a:pt x="1273543" y="236367"/>
                </a:lnTo>
                <a:lnTo>
                  <a:pt x="1235773" y="198247"/>
                </a:lnTo>
                <a:lnTo>
                  <a:pt x="1195005" y="162930"/>
                </a:lnTo>
                <a:lnTo>
                  <a:pt x="1151424" y="130592"/>
                </a:lnTo>
                <a:lnTo>
                  <a:pt x="1105218" y="101406"/>
                </a:lnTo>
                <a:lnTo>
                  <a:pt x="1056572" y="75547"/>
                </a:lnTo>
                <a:lnTo>
                  <a:pt x="1005673" y="53189"/>
                </a:lnTo>
                <a:lnTo>
                  <a:pt x="952707" y="34505"/>
                </a:lnTo>
                <a:lnTo>
                  <a:pt x="897860" y="19670"/>
                </a:lnTo>
                <a:lnTo>
                  <a:pt x="841319" y="8858"/>
                </a:lnTo>
                <a:lnTo>
                  <a:pt x="783270" y="2243"/>
                </a:lnTo>
                <a:lnTo>
                  <a:pt x="723900" y="0"/>
                </a:lnTo>
                <a:lnTo>
                  <a:pt x="664529" y="2243"/>
                </a:lnTo>
                <a:lnTo>
                  <a:pt x="606480" y="8858"/>
                </a:lnTo>
                <a:lnTo>
                  <a:pt x="549939" y="19670"/>
                </a:lnTo>
                <a:lnTo>
                  <a:pt x="495092" y="34505"/>
                </a:lnTo>
                <a:lnTo>
                  <a:pt x="442126" y="53189"/>
                </a:lnTo>
                <a:lnTo>
                  <a:pt x="391227" y="75547"/>
                </a:lnTo>
                <a:lnTo>
                  <a:pt x="342581" y="101406"/>
                </a:lnTo>
                <a:lnTo>
                  <a:pt x="296375" y="130592"/>
                </a:lnTo>
                <a:lnTo>
                  <a:pt x="252794" y="162930"/>
                </a:lnTo>
                <a:lnTo>
                  <a:pt x="212026" y="198247"/>
                </a:lnTo>
                <a:lnTo>
                  <a:pt x="174256" y="236367"/>
                </a:lnTo>
                <a:lnTo>
                  <a:pt x="139671" y="277118"/>
                </a:lnTo>
                <a:lnTo>
                  <a:pt x="108457" y="320324"/>
                </a:lnTo>
                <a:lnTo>
                  <a:pt x="80800" y="365812"/>
                </a:lnTo>
                <a:lnTo>
                  <a:pt x="56888" y="413408"/>
                </a:lnTo>
                <a:lnTo>
                  <a:pt x="36905" y="462938"/>
                </a:lnTo>
                <a:lnTo>
                  <a:pt x="21038" y="514227"/>
                </a:lnTo>
                <a:lnTo>
                  <a:pt x="9474" y="567101"/>
                </a:lnTo>
                <a:lnTo>
                  <a:pt x="2399" y="621387"/>
                </a:lnTo>
                <a:lnTo>
                  <a:pt x="0" y="67691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7" name="object 67"/>
          <p:cNvSpPr/>
          <p:nvPr/>
        </p:nvSpPr>
        <p:spPr>
          <a:xfrm>
            <a:off x="685800" y="4079240"/>
            <a:ext cx="1447800" cy="1353820"/>
          </a:xfrm>
          <a:custGeom>
            <a:avLst/>
            <a:gdLst/>
            <a:ahLst/>
            <a:cxnLst/>
            <a:rect l="l" t="t" r="r" b="b"/>
            <a:pathLst>
              <a:path w="1447800" h="1353820">
                <a:moveTo>
                  <a:pt x="0" y="676910"/>
                </a:moveTo>
                <a:lnTo>
                  <a:pt x="2399" y="621387"/>
                </a:lnTo>
                <a:lnTo>
                  <a:pt x="9474" y="567101"/>
                </a:lnTo>
                <a:lnTo>
                  <a:pt x="21038" y="514227"/>
                </a:lnTo>
                <a:lnTo>
                  <a:pt x="36905" y="462938"/>
                </a:lnTo>
                <a:lnTo>
                  <a:pt x="56888" y="413408"/>
                </a:lnTo>
                <a:lnTo>
                  <a:pt x="80800" y="365812"/>
                </a:lnTo>
                <a:lnTo>
                  <a:pt x="108457" y="320324"/>
                </a:lnTo>
                <a:lnTo>
                  <a:pt x="139671" y="277118"/>
                </a:lnTo>
                <a:lnTo>
                  <a:pt x="174256" y="236367"/>
                </a:lnTo>
                <a:lnTo>
                  <a:pt x="212026" y="198247"/>
                </a:lnTo>
                <a:lnTo>
                  <a:pt x="252794" y="162930"/>
                </a:lnTo>
                <a:lnTo>
                  <a:pt x="296375" y="130592"/>
                </a:lnTo>
                <a:lnTo>
                  <a:pt x="342581" y="101406"/>
                </a:lnTo>
                <a:lnTo>
                  <a:pt x="391227" y="75547"/>
                </a:lnTo>
                <a:lnTo>
                  <a:pt x="442126" y="53189"/>
                </a:lnTo>
                <a:lnTo>
                  <a:pt x="495092" y="34505"/>
                </a:lnTo>
                <a:lnTo>
                  <a:pt x="549939" y="19670"/>
                </a:lnTo>
                <a:lnTo>
                  <a:pt x="606480" y="8858"/>
                </a:lnTo>
                <a:lnTo>
                  <a:pt x="664529" y="2243"/>
                </a:lnTo>
                <a:lnTo>
                  <a:pt x="723900" y="0"/>
                </a:lnTo>
                <a:lnTo>
                  <a:pt x="783270" y="2243"/>
                </a:lnTo>
                <a:lnTo>
                  <a:pt x="841319" y="8858"/>
                </a:lnTo>
                <a:lnTo>
                  <a:pt x="897860" y="19670"/>
                </a:lnTo>
                <a:lnTo>
                  <a:pt x="952707" y="34505"/>
                </a:lnTo>
                <a:lnTo>
                  <a:pt x="1005673" y="53189"/>
                </a:lnTo>
                <a:lnTo>
                  <a:pt x="1056572" y="75547"/>
                </a:lnTo>
                <a:lnTo>
                  <a:pt x="1105218" y="101406"/>
                </a:lnTo>
                <a:lnTo>
                  <a:pt x="1151424" y="130592"/>
                </a:lnTo>
                <a:lnTo>
                  <a:pt x="1195005" y="162930"/>
                </a:lnTo>
                <a:lnTo>
                  <a:pt x="1235773" y="198247"/>
                </a:lnTo>
                <a:lnTo>
                  <a:pt x="1273543" y="236367"/>
                </a:lnTo>
                <a:lnTo>
                  <a:pt x="1308128" y="277118"/>
                </a:lnTo>
                <a:lnTo>
                  <a:pt x="1339342" y="320324"/>
                </a:lnTo>
                <a:lnTo>
                  <a:pt x="1366999" y="365812"/>
                </a:lnTo>
                <a:lnTo>
                  <a:pt x="1390911" y="413408"/>
                </a:lnTo>
                <a:lnTo>
                  <a:pt x="1410894" y="462938"/>
                </a:lnTo>
                <a:lnTo>
                  <a:pt x="1426761" y="514227"/>
                </a:lnTo>
                <a:lnTo>
                  <a:pt x="1438325" y="567101"/>
                </a:lnTo>
                <a:lnTo>
                  <a:pt x="1445400" y="621387"/>
                </a:lnTo>
                <a:lnTo>
                  <a:pt x="1447800" y="676910"/>
                </a:lnTo>
                <a:lnTo>
                  <a:pt x="1445400" y="732432"/>
                </a:lnTo>
                <a:lnTo>
                  <a:pt x="1438325" y="786718"/>
                </a:lnTo>
                <a:lnTo>
                  <a:pt x="1426761" y="839592"/>
                </a:lnTo>
                <a:lnTo>
                  <a:pt x="1410894" y="890881"/>
                </a:lnTo>
                <a:lnTo>
                  <a:pt x="1390911" y="940411"/>
                </a:lnTo>
                <a:lnTo>
                  <a:pt x="1366999" y="988007"/>
                </a:lnTo>
                <a:lnTo>
                  <a:pt x="1339342" y="1033495"/>
                </a:lnTo>
                <a:lnTo>
                  <a:pt x="1308128" y="1076701"/>
                </a:lnTo>
                <a:lnTo>
                  <a:pt x="1273543" y="1117452"/>
                </a:lnTo>
                <a:lnTo>
                  <a:pt x="1235773" y="1155573"/>
                </a:lnTo>
                <a:lnTo>
                  <a:pt x="1195005" y="1190889"/>
                </a:lnTo>
                <a:lnTo>
                  <a:pt x="1151424" y="1223227"/>
                </a:lnTo>
                <a:lnTo>
                  <a:pt x="1105218" y="1252413"/>
                </a:lnTo>
                <a:lnTo>
                  <a:pt x="1056572" y="1278272"/>
                </a:lnTo>
                <a:lnTo>
                  <a:pt x="1005673" y="1300630"/>
                </a:lnTo>
                <a:lnTo>
                  <a:pt x="952707" y="1319314"/>
                </a:lnTo>
                <a:lnTo>
                  <a:pt x="897860" y="1334149"/>
                </a:lnTo>
                <a:lnTo>
                  <a:pt x="841319" y="1344961"/>
                </a:lnTo>
                <a:lnTo>
                  <a:pt x="783270" y="1351576"/>
                </a:lnTo>
                <a:lnTo>
                  <a:pt x="723900" y="1353820"/>
                </a:lnTo>
                <a:lnTo>
                  <a:pt x="664529" y="1351576"/>
                </a:lnTo>
                <a:lnTo>
                  <a:pt x="606480" y="1344961"/>
                </a:lnTo>
                <a:lnTo>
                  <a:pt x="549939" y="1334149"/>
                </a:lnTo>
                <a:lnTo>
                  <a:pt x="495092" y="1319314"/>
                </a:lnTo>
                <a:lnTo>
                  <a:pt x="442126" y="1300630"/>
                </a:lnTo>
                <a:lnTo>
                  <a:pt x="391227" y="1278272"/>
                </a:lnTo>
                <a:lnTo>
                  <a:pt x="342581" y="1252413"/>
                </a:lnTo>
                <a:lnTo>
                  <a:pt x="296375" y="1223227"/>
                </a:lnTo>
                <a:lnTo>
                  <a:pt x="252794" y="1190889"/>
                </a:lnTo>
                <a:lnTo>
                  <a:pt x="212026" y="1155573"/>
                </a:lnTo>
                <a:lnTo>
                  <a:pt x="174256" y="1117452"/>
                </a:lnTo>
                <a:lnTo>
                  <a:pt x="139671" y="1076701"/>
                </a:lnTo>
                <a:lnTo>
                  <a:pt x="108457" y="1033495"/>
                </a:lnTo>
                <a:lnTo>
                  <a:pt x="80800" y="988007"/>
                </a:lnTo>
                <a:lnTo>
                  <a:pt x="56888" y="940411"/>
                </a:lnTo>
                <a:lnTo>
                  <a:pt x="36905" y="890881"/>
                </a:lnTo>
                <a:lnTo>
                  <a:pt x="21038" y="839592"/>
                </a:lnTo>
                <a:lnTo>
                  <a:pt x="9474" y="786718"/>
                </a:lnTo>
                <a:lnTo>
                  <a:pt x="2399" y="732432"/>
                </a:lnTo>
                <a:lnTo>
                  <a:pt x="0" y="67691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8" name="object 68"/>
          <p:cNvSpPr/>
          <p:nvPr/>
        </p:nvSpPr>
        <p:spPr>
          <a:xfrm>
            <a:off x="1391920" y="4688840"/>
            <a:ext cx="0" cy="1391920"/>
          </a:xfrm>
          <a:custGeom>
            <a:avLst/>
            <a:gdLst/>
            <a:ahLst/>
            <a:cxnLst/>
            <a:rect l="l" t="t" r="r" b="b"/>
            <a:pathLst>
              <a:path w="0" h="1391920">
                <a:moveTo>
                  <a:pt x="0" y="0"/>
                </a:moveTo>
                <a:lnTo>
                  <a:pt x="0" y="1391920"/>
                </a:lnTo>
              </a:path>
            </a:pathLst>
          </a:custGeom>
          <a:ln w="10160">
            <a:solidFill>
              <a:srgbClr val="0099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9" name="object 69"/>
          <p:cNvSpPr/>
          <p:nvPr/>
        </p:nvSpPr>
        <p:spPr>
          <a:xfrm>
            <a:off x="4419600" y="4023360"/>
            <a:ext cx="1447800" cy="1351280"/>
          </a:xfrm>
          <a:custGeom>
            <a:avLst/>
            <a:gdLst/>
            <a:ahLst/>
            <a:cxnLst/>
            <a:rect l="l" t="t" r="r" b="b"/>
            <a:pathLst>
              <a:path w="1447800" h="1351279">
                <a:moveTo>
                  <a:pt x="0" y="675639"/>
                </a:moveTo>
                <a:lnTo>
                  <a:pt x="2399" y="731050"/>
                </a:lnTo>
                <a:lnTo>
                  <a:pt x="9474" y="785227"/>
                </a:lnTo>
                <a:lnTo>
                  <a:pt x="21038" y="837997"/>
                </a:lnTo>
                <a:lnTo>
                  <a:pt x="36905" y="889186"/>
                </a:lnTo>
                <a:lnTo>
                  <a:pt x="56888" y="938621"/>
                </a:lnTo>
                <a:lnTo>
                  <a:pt x="80800" y="986126"/>
                </a:lnTo>
                <a:lnTo>
                  <a:pt x="108457" y="1031529"/>
                </a:lnTo>
                <a:lnTo>
                  <a:pt x="139671" y="1074655"/>
                </a:lnTo>
                <a:lnTo>
                  <a:pt x="174256" y="1115331"/>
                </a:lnTo>
                <a:lnTo>
                  <a:pt x="212026" y="1153382"/>
                </a:lnTo>
                <a:lnTo>
                  <a:pt x="252794" y="1188634"/>
                </a:lnTo>
                <a:lnTo>
                  <a:pt x="296375" y="1220915"/>
                </a:lnTo>
                <a:lnTo>
                  <a:pt x="342581" y="1250048"/>
                </a:lnTo>
                <a:lnTo>
                  <a:pt x="391227" y="1275862"/>
                </a:lnTo>
                <a:lnTo>
                  <a:pt x="442126" y="1298182"/>
                </a:lnTo>
                <a:lnTo>
                  <a:pt x="495092" y="1316833"/>
                </a:lnTo>
                <a:lnTo>
                  <a:pt x="549939" y="1331642"/>
                </a:lnTo>
                <a:lnTo>
                  <a:pt x="606480" y="1342436"/>
                </a:lnTo>
                <a:lnTo>
                  <a:pt x="664529" y="1349040"/>
                </a:lnTo>
                <a:lnTo>
                  <a:pt x="723900" y="1351280"/>
                </a:lnTo>
                <a:lnTo>
                  <a:pt x="783270" y="1349040"/>
                </a:lnTo>
                <a:lnTo>
                  <a:pt x="841319" y="1342436"/>
                </a:lnTo>
                <a:lnTo>
                  <a:pt x="897860" y="1331642"/>
                </a:lnTo>
                <a:lnTo>
                  <a:pt x="952707" y="1316833"/>
                </a:lnTo>
                <a:lnTo>
                  <a:pt x="1005673" y="1298182"/>
                </a:lnTo>
                <a:lnTo>
                  <a:pt x="1056572" y="1275862"/>
                </a:lnTo>
                <a:lnTo>
                  <a:pt x="1105218" y="1250048"/>
                </a:lnTo>
                <a:lnTo>
                  <a:pt x="1151424" y="1220915"/>
                </a:lnTo>
                <a:lnTo>
                  <a:pt x="1195005" y="1188634"/>
                </a:lnTo>
                <a:lnTo>
                  <a:pt x="1235773" y="1153382"/>
                </a:lnTo>
                <a:lnTo>
                  <a:pt x="1273543" y="1115331"/>
                </a:lnTo>
                <a:lnTo>
                  <a:pt x="1308128" y="1074655"/>
                </a:lnTo>
                <a:lnTo>
                  <a:pt x="1339342" y="1031529"/>
                </a:lnTo>
                <a:lnTo>
                  <a:pt x="1366999" y="986126"/>
                </a:lnTo>
                <a:lnTo>
                  <a:pt x="1390911" y="938621"/>
                </a:lnTo>
                <a:lnTo>
                  <a:pt x="1410894" y="889186"/>
                </a:lnTo>
                <a:lnTo>
                  <a:pt x="1426761" y="837997"/>
                </a:lnTo>
                <a:lnTo>
                  <a:pt x="1438325" y="785227"/>
                </a:lnTo>
                <a:lnTo>
                  <a:pt x="1445400" y="731050"/>
                </a:lnTo>
                <a:lnTo>
                  <a:pt x="1447800" y="675639"/>
                </a:lnTo>
                <a:lnTo>
                  <a:pt x="1445400" y="620229"/>
                </a:lnTo>
                <a:lnTo>
                  <a:pt x="1438325" y="566052"/>
                </a:lnTo>
                <a:lnTo>
                  <a:pt x="1426761" y="513282"/>
                </a:lnTo>
                <a:lnTo>
                  <a:pt x="1410894" y="462093"/>
                </a:lnTo>
                <a:lnTo>
                  <a:pt x="1390911" y="412658"/>
                </a:lnTo>
                <a:lnTo>
                  <a:pt x="1366999" y="365153"/>
                </a:lnTo>
                <a:lnTo>
                  <a:pt x="1339342" y="319750"/>
                </a:lnTo>
                <a:lnTo>
                  <a:pt x="1308128" y="276624"/>
                </a:lnTo>
                <a:lnTo>
                  <a:pt x="1273543" y="235948"/>
                </a:lnTo>
                <a:lnTo>
                  <a:pt x="1235773" y="197897"/>
                </a:lnTo>
                <a:lnTo>
                  <a:pt x="1195005" y="162645"/>
                </a:lnTo>
                <a:lnTo>
                  <a:pt x="1151424" y="130364"/>
                </a:lnTo>
                <a:lnTo>
                  <a:pt x="1105218" y="101231"/>
                </a:lnTo>
                <a:lnTo>
                  <a:pt x="1056572" y="75417"/>
                </a:lnTo>
                <a:lnTo>
                  <a:pt x="1005673" y="53097"/>
                </a:lnTo>
                <a:lnTo>
                  <a:pt x="952707" y="34446"/>
                </a:lnTo>
                <a:lnTo>
                  <a:pt x="897860" y="19637"/>
                </a:lnTo>
                <a:lnTo>
                  <a:pt x="841319" y="8843"/>
                </a:lnTo>
                <a:lnTo>
                  <a:pt x="783270" y="2239"/>
                </a:lnTo>
                <a:lnTo>
                  <a:pt x="723900" y="0"/>
                </a:lnTo>
                <a:lnTo>
                  <a:pt x="664529" y="2239"/>
                </a:lnTo>
                <a:lnTo>
                  <a:pt x="606480" y="8843"/>
                </a:lnTo>
                <a:lnTo>
                  <a:pt x="549939" y="19637"/>
                </a:lnTo>
                <a:lnTo>
                  <a:pt x="495092" y="34446"/>
                </a:lnTo>
                <a:lnTo>
                  <a:pt x="442126" y="53097"/>
                </a:lnTo>
                <a:lnTo>
                  <a:pt x="391227" y="75417"/>
                </a:lnTo>
                <a:lnTo>
                  <a:pt x="342581" y="101231"/>
                </a:lnTo>
                <a:lnTo>
                  <a:pt x="296375" y="130364"/>
                </a:lnTo>
                <a:lnTo>
                  <a:pt x="252794" y="162645"/>
                </a:lnTo>
                <a:lnTo>
                  <a:pt x="212026" y="197897"/>
                </a:lnTo>
                <a:lnTo>
                  <a:pt x="174256" y="235948"/>
                </a:lnTo>
                <a:lnTo>
                  <a:pt x="139671" y="276624"/>
                </a:lnTo>
                <a:lnTo>
                  <a:pt x="108457" y="319750"/>
                </a:lnTo>
                <a:lnTo>
                  <a:pt x="80800" y="365153"/>
                </a:lnTo>
                <a:lnTo>
                  <a:pt x="56888" y="412658"/>
                </a:lnTo>
                <a:lnTo>
                  <a:pt x="36905" y="462093"/>
                </a:lnTo>
                <a:lnTo>
                  <a:pt x="21038" y="513282"/>
                </a:lnTo>
                <a:lnTo>
                  <a:pt x="9474" y="566052"/>
                </a:lnTo>
                <a:lnTo>
                  <a:pt x="2399" y="620229"/>
                </a:lnTo>
                <a:lnTo>
                  <a:pt x="0" y="675639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0" name="object 70"/>
          <p:cNvSpPr/>
          <p:nvPr/>
        </p:nvSpPr>
        <p:spPr>
          <a:xfrm>
            <a:off x="4419600" y="4023360"/>
            <a:ext cx="1447800" cy="1351280"/>
          </a:xfrm>
          <a:custGeom>
            <a:avLst/>
            <a:gdLst/>
            <a:ahLst/>
            <a:cxnLst/>
            <a:rect l="l" t="t" r="r" b="b"/>
            <a:pathLst>
              <a:path w="1447800" h="1351279">
                <a:moveTo>
                  <a:pt x="0" y="675639"/>
                </a:moveTo>
                <a:lnTo>
                  <a:pt x="2399" y="620229"/>
                </a:lnTo>
                <a:lnTo>
                  <a:pt x="9474" y="566052"/>
                </a:lnTo>
                <a:lnTo>
                  <a:pt x="21038" y="513282"/>
                </a:lnTo>
                <a:lnTo>
                  <a:pt x="36905" y="462093"/>
                </a:lnTo>
                <a:lnTo>
                  <a:pt x="56888" y="412658"/>
                </a:lnTo>
                <a:lnTo>
                  <a:pt x="80800" y="365153"/>
                </a:lnTo>
                <a:lnTo>
                  <a:pt x="108457" y="319750"/>
                </a:lnTo>
                <a:lnTo>
                  <a:pt x="139671" y="276624"/>
                </a:lnTo>
                <a:lnTo>
                  <a:pt x="174256" y="235948"/>
                </a:lnTo>
                <a:lnTo>
                  <a:pt x="212026" y="197897"/>
                </a:lnTo>
                <a:lnTo>
                  <a:pt x="252794" y="162645"/>
                </a:lnTo>
                <a:lnTo>
                  <a:pt x="296375" y="130364"/>
                </a:lnTo>
                <a:lnTo>
                  <a:pt x="342581" y="101231"/>
                </a:lnTo>
                <a:lnTo>
                  <a:pt x="391227" y="75417"/>
                </a:lnTo>
                <a:lnTo>
                  <a:pt x="442126" y="53097"/>
                </a:lnTo>
                <a:lnTo>
                  <a:pt x="495092" y="34446"/>
                </a:lnTo>
                <a:lnTo>
                  <a:pt x="549939" y="19637"/>
                </a:lnTo>
                <a:lnTo>
                  <a:pt x="606480" y="8843"/>
                </a:lnTo>
                <a:lnTo>
                  <a:pt x="664529" y="2239"/>
                </a:lnTo>
                <a:lnTo>
                  <a:pt x="723900" y="0"/>
                </a:lnTo>
                <a:lnTo>
                  <a:pt x="783270" y="2239"/>
                </a:lnTo>
                <a:lnTo>
                  <a:pt x="841319" y="8843"/>
                </a:lnTo>
                <a:lnTo>
                  <a:pt x="897860" y="19637"/>
                </a:lnTo>
                <a:lnTo>
                  <a:pt x="952707" y="34446"/>
                </a:lnTo>
                <a:lnTo>
                  <a:pt x="1005673" y="53097"/>
                </a:lnTo>
                <a:lnTo>
                  <a:pt x="1056572" y="75417"/>
                </a:lnTo>
                <a:lnTo>
                  <a:pt x="1105218" y="101231"/>
                </a:lnTo>
                <a:lnTo>
                  <a:pt x="1151424" y="130364"/>
                </a:lnTo>
                <a:lnTo>
                  <a:pt x="1195005" y="162645"/>
                </a:lnTo>
                <a:lnTo>
                  <a:pt x="1235773" y="197897"/>
                </a:lnTo>
                <a:lnTo>
                  <a:pt x="1273543" y="235948"/>
                </a:lnTo>
                <a:lnTo>
                  <a:pt x="1308128" y="276624"/>
                </a:lnTo>
                <a:lnTo>
                  <a:pt x="1339342" y="319750"/>
                </a:lnTo>
                <a:lnTo>
                  <a:pt x="1366999" y="365153"/>
                </a:lnTo>
                <a:lnTo>
                  <a:pt x="1390911" y="412658"/>
                </a:lnTo>
                <a:lnTo>
                  <a:pt x="1410894" y="462093"/>
                </a:lnTo>
                <a:lnTo>
                  <a:pt x="1426761" y="513282"/>
                </a:lnTo>
                <a:lnTo>
                  <a:pt x="1438325" y="566052"/>
                </a:lnTo>
                <a:lnTo>
                  <a:pt x="1445400" y="620229"/>
                </a:lnTo>
                <a:lnTo>
                  <a:pt x="1447800" y="675639"/>
                </a:lnTo>
                <a:lnTo>
                  <a:pt x="1445400" y="731050"/>
                </a:lnTo>
                <a:lnTo>
                  <a:pt x="1438325" y="785227"/>
                </a:lnTo>
                <a:lnTo>
                  <a:pt x="1426761" y="837997"/>
                </a:lnTo>
                <a:lnTo>
                  <a:pt x="1410894" y="889186"/>
                </a:lnTo>
                <a:lnTo>
                  <a:pt x="1390911" y="938621"/>
                </a:lnTo>
                <a:lnTo>
                  <a:pt x="1366999" y="986126"/>
                </a:lnTo>
                <a:lnTo>
                  <a:pt x="1339342" y="1031529"/>
                </a:lnTo>
                <a:lnTo>
                  <a:pt x="1308128" y="1074655"/>
                </a:lnTo>
                <a:lnTo>
                  <a:pt x="1273543" y="1115331"/>
                </a:lnTo>
                <a:lnTo>
                  <a:pt x="1235773" y="1153382"/>
                </a:lnTo>
                <a:lnTo>
                  <a:pt x="1195005" y="1188634"/>
                </a:lnTo>
                <a:lnTo>
                  <a:pt x="1151424" y="1220915"/>
                </a:lnTo>
                <a:lnTo>
                  <a:pt x="1105218" y="1250048"/>
                </a:lnTo>
                <a:lnTo>
                  <a:pt x="1056572" y="1275862"/>
                </a:lnTo>
                <a:lnTo>
                  <a:pt x="1005673" y="1298182"/>
                </a:lnTo>
                <a:lnTo>
                  <a:pt x="952707" y="1316833"/>
                </a:lnTo>
                <a:lnTo>
                  <a:pt x="897860" y="1331642"/>
                </a:lnTo>
                <a:lnTo>
                  <a:pt x="841319" y="1342436"/>
                </a:lnTo>
                <a:lnTo>
                  <a:pt x="783270" y="1349040"/>
                </a:lnTo>
                <a:lnTo>
                  <a:pt x="723900" y="1351280"/>
                </a:lnTo>
                <a:lnTo>
                  <a:pt x="664529" y="1349040"/>
                </a:lnTo>
                <a:lnTo>
                  <a:pt x="606480" y="1342436"/>
                </a:lnTo>
                <a:lnTo>
                  <a:pt x="549939" y="1331642"/>
                </a:lnTo>
                <a:lnTo>
                  <a:pt x="495092" y="1316833"/>
                </a:lnTo>
                <a:lnTo>
                  <a:pt x="442126" y="1298182"/>
                </a:lnTo>
                <a:lnTo>
                  <a:pt x="391227" y="1275862"/>
                </a:lnTo>
                <a:lnTo>
                  <a:pt x="342581" y="1250048"/>
                </a:lnTo>
                <a:lnTo>
                  <a:pt x="296375" y="1220915"/>
                </a:lnTo>
                <a:lnTo>
                  <a:pt x="252794" y="1188634"/>
                </a:lnTo>
                <a:lnTo>
                  <a:pt x="212026" y="1153382"/>
                </a:lnTo>
                <a:lnTo>
                  <a:pt x="174256" y="1115331"/>
                </a:lnTo>
                <a:lnTo>
                  <a:pt x="139671" y="1074655"/>
                </a:lnTo>
                <a:lnTo>
                  <a:pt x="108457" y="1031529"/>
                </a:lnTo>
                <a:lnTo>
                  <a:pt x="80800" y="986126"/>
                </a:lnTo>
                <a:lnTo>
                  <a:pt x="56888" y="938621"/>
                </a:lnTo>
                <a:lnTo>
                  <a:pt x="36905" y="889186"/>
                </a:lnTo>
                <a:lnTo>
                  <a:pt x="21038" y="837997"/>
                </a:lnTo>
                <a:lnTo>
                  <a:pt x="9474" y="785227"/>
                </a:lnTo>
                <a:lnTo>
                  <a:pt x="2399" y="731050"/>
                </a:lnTo>
                <a:lnTo>
                  <a:pt x="0" y="67563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1" name="object 71"/>
          <p:cNvSpPr/>
          <p:nvPr/>
        </p:nvSpPr>
        <p:spPr>
          <a:xfrm>
            <a:off x="5181600" y="4671060"/>
            <a:ext cx="0" cy="1389380"/>
          </a:xfrm>
          <a:custGeom>
            <a:avLst/>
            <a:gdLst/>
            <a:ahLst/>
            <a:cxnLst/>
            <a:rect l="l" t="t" r="r" b="b"/>
            <a:pathLst>
              <a:path w="0" h="1389379">
                <a:moveTo>
                  <a:pt x="0" y="0"/>
                </a:moveTo>
                <a:lnTo>
                  <a:pt x="0" y="1389380"/>
                </a:lnTo>
              </a:path>
            </a:pathLst>
          </a:custGeom>
          <a:ln w="10160">
            <a:solidFill>
              <a:srgbClr val="0099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2" name="object 72"/>
          <p:cNvSpPr/>
          <p:nvPr/>
        </p:nvSpPr>
        <p:spPr>
          <a:xfrm>
            <a:off x="1391920" y="5737860"/>
            <a:ext cx="3789679" cy="76200"/>
          </a:xfrm>
          <a:custGeom>
            <a:avLst/>
            <a:gdLst/>
            <a:ahLst/>
            <a:cxnLst/>
            <a:rect l="l" t="t" r="r" b="b"/>
            <a:pathLst>
              <a:path w="3789679" h="76200">
                <a:moveTo>
                  <a:pt x="63500" y="31749"/>
                </a:moveTo>
                <a:lnTo>
                  <a:pt x="63500" y="44449"/>
                </a:lnTo>
                <a:lnTo>
                  <a:pt x="3726179" y="44449"/>
                </a:lnTo>
                <a:lnTo>
                  <a:pt x="3789679" y="38099"/>
                </a:lnTo>
                <a:lnTo>
                  <a:pt x="3713479" y="0"/>
                </a:lnTo>
                <a:lnTo>
                  <a:pt x="3726179" y="31749"/>
                </a:lnTo>
                <a:lnTo>
                  <a:pt x="63500" y="31749"/>
                </a:lnTo>
                <a:close/>
              </a:path>
              <a:path w="3789679" h="76200">
                <a:moveTo>
                  <a:pt x="3726179" y="44449"/>
                </a:moveTo>
                <a:lnTo>
                  <a:pt x="3713479" y="44450"/>
                </a:lnTo>
                <a:lnTo>
                  <a:pt x="3713479" y="76199"/>
                </a:lnTo>
                <a:lnTo>
                  <a:pt x="3789679" y="38099"/>
                </a:lnTo>
                <a:lnTo>
                  <a:pt x="3726179" y="44449"/>
                </a:lnTo>
                <a:close/>
              </a:path>
              <a:path w="3789679" h="76200">
                <a:moveTo>
                  <a:pt x="3726179" y="31749"/>
                </a:moveTo>
                <a:lnTo>
                  <a:pt x="3713479" y="0"/>
                </a:lnTo>
                <a:lnTo>
                  <a:pt x="3713480" y="31749"/>
                </a:lnTo>
                <a:lnTo>
                  <a:pt x="3726179" y="31749"/>
                </a:lnTo>
                <a:close/>
              </a:path>
              <a:path w="3789679" h="76200">
                <a:moveTo>
                  <a:pt x="76200" y="31749"/>
                </a:moveTo>
                <a:lnTo>
                  <a:pt x="76200" y="0"/>
                </a:lnTo>
                <a:lnTo>
                  <a:pt x="0" y="38099"/>
                </a:lnTo>
                <a:lnTo>
                  <a:pt x="76200" y="76199"/>
                </a:lnTo>
                <a:lnTo>
                  <a:pt x="76199" y="44450"/>
                </a:lnTo>
                <a:lnTo>
                  <a:pt x="63500" y="44449"/>
                </a:lnTo>
                <a:lnTo>
                  <a:pt x="63500" y="31749"/>
                </a:lnTo>
                <a:lnTo>
                  <a:pt x="76200" y="31749"/>
                </a:lnTo>
                <a:close/>
              </a:path>
            </a:pathLst>
          </a:custGeom>
          <a:solidFill>
            <a:srgbClr val="FF505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3" name="object 73"/>
          <p:cNvSpPr/>
          <p:nvPr/>
        </p:nvSpPr>
        <p:spPr>
          <a:xfrm>
            <a:off x="1388999" y="4452620"/>
            <a:ext cx="658240" cy="338455"/>
          </a:xfrm>
          <a:custGeom>
            <a:avLst/>
            <a:gdLst/>
            <a:ahLst/>
            <a:cxnLst/>
            <a:rect l="l" t="t" r="r" b="b"/>
            <a:pathLst>
              <a:path w="658240" h="338454">
                <a:moveTo>
                  <a:pt x="0" y="327024"/>
                </a:moveTo>
                <a:lnTo>
                  <a:pt x="5841" y="338454"/>
                </a:lnTo>
                <a:lnTo>
                  <a:pt x="593189" y="40171"/>
                </a:lnTo>
                <a:lnTo>
                  <a:pt x="604519" y="34416"/>
                </a:lnTo>
                <a:lnTo>
                  <a:pt x="607568" y="68452"/>
                </a:lnTo>
                <a:lnTo>
                  <a:pt x="658240" y="0"/>
                </a:lnTo>
                <a:lnTo>
                  <a:pt x="598805" y="23113"/>
                </a:lnTo>
                <a:lnTo>
                  <a:pt x="587447" y="28878"/>
                </a:lnTo>
                <a:lnTo>
                  <a:pt x="0" y="327024"/>
                </a:lnTo>
                <a:close/>
              </a:path>
              <a:path w="658240" h="338454">
                <a:moveTo>
                  <a:pt x="598805" y="23113"/>
                </a:moveTo>
                <a:lnTo>
                  <a:pt x="658240" y="0"/>
                </a:lnTo>
                <a:lnTo>
                  <a:pt x="573024" y="507"/>
                </a:lnTo>
                <a:lnTo>
                  <a:pt x="587447" y="28878"/>
                </a:lnTo>
                <a:lnTo>
                  <a:pt x="598805" y="23113"/>
                </a:lnTo>
                <a:close/>
              </a:path>
              <a:path w="658240" h="338454">
                <a:moveTo>
                  <a:pt x="607568" y="68452"/>
                </a:moveTo>
                <a:lnTo>
                  <a:pt x="604519" y="34416"/>
                </a:lnTo>
                <a:lnTo>
                  <a:pt x="593189" y="40171"/>
                </a:lnTo>
                <a:lnTo>
                  <a:pt x="607568" y="68452"/>
                </a:lnTo>
                <a:close/>
              </a:path>
            </a:pathLst>
          </a:custGeom>
          <a:solidFill>
            <a:srgbClr val="FF505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1" name="object 61"/>
          <p:cNvSpPr/>
          <p:nvPr/>
        </p:nvSpPr>
        <p:spPr>
          <a:xfrm>
            <a:off x="6518081" y="3113258"/>
            <a:ext cx="536280" cy="0"/>
          </a:xfrm>
          <a:custGeom>
            <a:avLst/>
            <a:gdLst/>
            <a:ahLst/>
            <a:cxnLst/>
            <a:rect l="l" t="t" r="r" b="b"/>
            <a:pathLst>
              <a:path w="536280" h="0">
                <a:moveTo>
                  <a:pt x="0" y="0"/>
                </a:moveTo>
                <a:lnTo>
                  <a:pt x="536280" y="0"/>
                </a:lnTo>
              </a:path>
            </a:pathLst>
          </a:custGeom>
          <a:ln w="1212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2" name="object 62"/>
          <p:cNvSpPr/>
          <p:nvPr/>
        </p:nvSpPr>
        <p:spPr>
          <a:xfrm>
            <a:off x="6332798" y="3166570"/>
            <a:ext cx="36249" cy="22403"/>
          </a:xfrm>
          <a:custGeom>
            <a:avLst/>
            <a:gdLst/>
            <a:ahLst/>
            <a:cxnLst/>
            <a:rect l="l" t="t" r="r" b="b"/>
            <a:pathLst>
              <a:path w="36249" h="22403">
                <a:moveTo>
                  <a:pt x="0" y="22403"/>
                </a:moveTo>
                <a:lnTo>
                  <a:pt x="36249" y="0"/>
                </a:lnTo>
              </a:path>
            </a:pathLst>
          </a:custGeom>
          <a:ln w="1195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3" name="object 63"/>
          <p:cNvSpPr/>
          <p:nvPr/>
        </p:nvSpPr>
        <p:spPr>
          <a:xfrm>
            <a:off x="6369048" y="3172628"/>
            <a:ext cx="51805" cy="277426"/>
          </a:xfrm>
          <a:custGeom>
            <a:avLst/>
            <a:gdLst/>
            <a:ahLst/>
            <a:cxnLst/>
            <a:rect l="l" t="t" r="r" b="b"/>
            <a:pathLst>
              <a:path w="51805" h="277426">
                <a:moveTo>
                  <a:pt x="0" y="0"/>
                </a:moveTo>
                <a:lnTo>
                  <a:pt x="51805" y="277426"/>
                </a:lnTo>
              </a:path>
            </a:pathLst>
          </a:custGeom>
          <a:ln w="2363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4" name="object 64"/>
          <p:cNvSpPr/>
          <p:nvPr/>
        </p:nvSpPr>
        <p:spPr>
          <a:xfrm>
            <a:off x="6427164" y="2701346"/>
            <a:ext cx="69049" cy="748708"/>
          </a:xfrm>
          <a:custGeom>
            <a:avLst/>
            <a:gdLst/>
            <a:ahLst/>
            <a:cxnLst/>
            <a:rect l="l" t="t" r="r" b="b"/>
            <a:pathLst>
              <a:path w="69049" h="748708">
                <a:moveTo>
                  <a:pt x="0" y="748708"/>
                </a:moveTo>
                <a:lnTo>
                  <a:pt x="69049" y="0"/>
                </a:lnTo>
              </a:path>
            </a:pathLst>
          </a:custGeom>
          <a:ln w="115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5" name="object 65"/>
          <p:cNvSpPr/>
          <p:nvPr/>
        </p:nvSpPr>
        <p:spPr>
          <a:xfrm>
            <a:off x="6496214" y="2701346"/>
            <a:ext cx="581727" cy="0"/>
          </a:xfrm>
          <a:custGeom>
            <a:avLst/>
            <a:gdLst/>
            <a:ahLst/>
            <a:cxnLst/>
            <a:rect l="l" t="t" r="r" b="b"/>
            <a:pathLst>
              <a:path w="581727" h="0">
                <a:moveTo>
                  <a:pt x="0" y="0"/>
                </a:moveTo>
                <a:lnTo>
                  <a:pt x="581727" y="0"/>
                </a:lnTo>
              </a:path>
            </a:pathLst>
          </a:custGeom>
          <a:ln w="1212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6" name="object 56"/>
          <p:cNvSpPr/>
          <p:nvPr/>
        </p:nvSpPr>
        <p:spPr>
          <a:xfrm>
            <a:off x="7568752" y="3113258"/>
            <a:ext cx="519012" cy="0"/>
          </a:xfrm>
          <a:custGeom>
            <a:avLst/>
            <a:gdLst/>
            <a:ahLst/>
            <a:cxnLst/>
            <a:rect l="l" t="t" r="r" b="b"/>
            <a:pathLst>
              <a:path w="519012" h="0">
                <a:moveTo>
                  <a:pt x="0" y="0"/>
                </a:moveTo>
                <a:lnTo>
                  <a:pt x="519012" y="0"/>
                </a:lnTo>
              </a:path>
            </a:pathLst>
          </a:custGeom>
          <a:ln w="1212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7" name="object 57"/>
          <p:cNvSpPr/>
          <p:nvPr/>
        </p:nvSpPr>
        <p:spPr>
          <a:xfrm>
            <a:off x="7384056" y="3166570"/>
            <a:ext cx="35686" cy="22403"/>
          </a:xfrm>
          <a:custGeom>
            <a:avLst/>
            <a:gdLst/>
            <a:ahLst/>
            <a:cxnLst/>
            <a:rect l="l" t="t" r="r" b="b"/>
            <a:pathLst>
              <a:path w="35686" h="22403">
                <a:moveTo>
                  <a:pt x="0" y="22403"/>
                </a:moveTo>
                <a:lnTo>
                  <a:pt x="35686" y="0"/>
                </a:lnTo>
              </a:path>
            </a:pathLst>
          </a:custGeom>
          <a:ln w="1195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8" name="object 58"/>
          <p:cNvSpPr/>
          <p:nvPr/>
        </p:nvSpPr>
        <p:spPr>
          <a:xfrm>
            <a:off x="7419742" y="3172628"/>
            <a:ext cx="52344" cy="277426"/>
          </a:xfrm>
          <a:custGeom>
            <a:avLst/>
            <a:gdLst/>
            <a:ahLst/>
            <a:cxnLst/>
            <a:rect l="l" t="t" r="r" b="b"/>
            <a:pathLst>
              <a:path w="52344" h="277426">
                <a:moveTo>
                  <a:pt x="0" y="0"/>
                </a:moveTo>
                <a:lnTo>
                  <a:pt x="52344" y="277426"/>
                </a:lnTo>
              </a:path>
            </a:pathLst>
          </a:custGeom>
          <a:ln w="2363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9" name="object 59"/>
          <p:cNvSpPr/>
          <p:nvPr/>
        </p:nvSpPr>
        <p:spPr>
          <a:xfrm>
            <a:off x="7477859" y="2701346"/>
            <a:ext cx="69049" cy="748708"/>
          </a:xfrm>
          <a:custGeom>
            <a:avLst/>
            <a:gdLst/>
            <a:ahLst/>
            <a:cxnLst/>
            <a:rect l="l" t="t" r="r" b="b"/>
            <a:pathLst>
              <a:path w="69049" h="748708">
                <a:moveTo>
                  <a:pt x="0" y="748708"/>
                </a:moveTo>
                <a:lnTo>
                  <a:pt x="69049" y="0"/>
                </a:lnTo>
              </a:path>
            </a:pathLst>
          </a:custGeom>
          <a:ln w="115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0" name="object 60"/>
          <p:cNvSpPr/>
          <p:nvPr/>
        </p:nvSpPr>
        <p:spPr>
          <a:xfrm>
            <a:off x="7546909" y="2701346"/>
            <a:ext cx="564459" cy="0"/>
          </a:xfrm>
          <a:custGeom>
            <a:avLst/>
            <a:gdLst/>
            <a:ahLst/>
            <a:cxnLst/>
            <a:rect l="l" t="t" r="r" b="b"/>
            <a:pathLst>
              <a:path w="564459" h="0">
                <a:moveTo>
                  <a:pt x="0" y="0"/>
                </a:moveTo>
                <a:lnTo>
                  <a:pt x="564459" y="0"/>
                </a:lnTo>
              </a:path>
            </a:pathLst>
          </a:custGeom>
          <a:ln w="1212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2" name="object 52"/>
          <p:cNvSpPr/>
          <p:nvPr/>
        </p:nvSpPr>
        <p:spPr>
          <a:xfrm>
            <a:off x="6874300" y="4856766"/>
            <a:ext cx="33661" cy="20875"/>
          </a:xfrm>
          <a:custGeom>
            <a:avLst/>
            <a:gdLst/>
            <a:ahLst/>
            <a:cxnLst/>
            <a:rect l="l" t="t" r="r" b="b"/>
            <a:pathLst>
              <a:path w="33661" h="20875">
                <a:moveTo>
                  <a:pt x="0" y="20875"/>
                </a:moveTo>
                <a:lnTo>
                  <a:pt x="33661" y="0"/>
                </a:lnTo>
              </a:path>
            </a:pathLst>
          </a:custGeom>
          <a:ln w="1168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3" name="object 53"/>
          <p:cNvSpPr/>
          <p:nvPr/>
        </p:nvSpPr>
        <p:spPr>
          <a:xfrm>
            <a:off x="6907961" y="4862411"/>
            <a:ext cx="48629" cy="258509"/>
          </a:xfrm>
          <a:custGeom>
            <a:avLst/>
            <a:gdLst/>
            <a:ahLst/>
            <a:cxnLst/>
            <a:rect l="l" t="t" r="r" b="b"/>
            <a:pathLst>
              <a:path w="48629" h="258509">
                <a:moveTo>
                  <a:pt x="0" y="0"/>
                </a:moveTo>
                <a:lnTo>
                  <a:pt x="48629" y="258509"/>
                </a:lnTo>
              </a:path>
            </a:pathLst>
          </a:custGeom>
          <a:ln w="2195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4" name="object 54"/>
          <p:cNvSpPr/>
          <p:nvPr/>
        </p:nvSpPr>
        <p:spPr>
          <a:xfrm>
            <a:off x="6961929" y="4423262"/>
            <a:ext cx="64642" cy="697658"/>
          </a:xfrm>
          <a:custGeom>
            <a:avLst/>
            <a:gdLst/>
            <a:ahLst/>
            <a:cxnLst/>
            <a:rect l="l" t="t" r="r" b="b"/>
            <a:pathLst>
              <a:path w="64642" h="697658">
                <a:moveTo>
                  <a:pt x="0" y="697658"/>
                </a:moveTo>
                <a:lnTo>
                  <a:pt x="64642" y="0"/>
                </a:lnTo>
              </a:path>
            </a:pathLst>
          </a:custGeom>
          <a:ln w="1122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5" name="object 55"/>
          <p:cNvSpPr/>
          <p:nvPr/>
        </p:nvSpPr>
        <p:spPr>
          <a:xfrm>
            <a:off x="7026571" y="4423262"/>
            <a:ext cx="526317" cy="0"/>
          </a:xfrm>
          <a:custGeom>
            <a:avLst/>
            <a:gdLst/>
            <a:ahLst/>
            <a:cxnLst/>
            <a:rect l="l" t="t" r="r" b="b"/>
            <a:pathLst>
              <a:path w="526317" h="0">
                <a:moveTo>
                  <a:pt x="0" y="0"/>
                </a:moveTo>
                <a:lnTo>
                  <a:pt x="526317" y="0"/>
                </a:lnTo>
              </a:path>
            </a:pathLst>
          </a:custGeom>
          <a:ln w="1186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8" name="object 48"/>
          <p:cNvSpPr/>
          <p:nvPr/>
        </p:nvSpPr>
        <p:spPr>
          <a:xfrm>
            <a:off x="7838216" y="4856766"/>
            <a:ext cx="33661" cy="20875"/>
          </a:xfrm>
          <a:custGeom>
            <a:avLst/>
            <a:gdLst/>
            <a:ahLst/>
            <a:cxnLst/>
            <a:rect l="l" t="t" r="r" b="b"/>
            <a:pathLst>
              <a:path w="33661" h="20875">
                <a:moveTo>
                  <a:pt x="0" y="20875"/>
                </a:moveTo>
                <a:lnTo>
                  <a:pt x="33661" y="0"/>
                </a:lnTo>
              </a:path>
            </a:pathLst>
          </a:custGeom>
          <a:ln w="1168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9" name="object 49"/>
          <p:cNvSpPr/>
          <p:nvPr/>
        </p:nvSpPr>
        <p:spPr>
          <a:xfrm>
            <a:off x="7871878" y="4862411"/>
            <a:ext cx="48607" cy="258509"/>
          </a:xfrm>
          <a:custGeom>
            <a:avLst/>
            <a:gdLst/>
            <a:ahLst/>
            <a:cxnLst/>
            <a:rect l="l" t="t" r="r" b="b"/>
            <a:pathLst>
              <a:path w="48607" h="258509">
                <a:moveTo>
                  <a:pt x="0" y="0"/>
                </a:moveTo>
                <a:lnTo>
                  <a:pt x="48607" y="258509"/>
                </a:lnTo>
              </a:path>
            </a:pathLst>
          </a:custGeom>
          <a:ln w="2195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0" name="object 50"/>
          <p:cNvSpPr/>
          <p:nvPr/>
        </p:nvSpPr>
        <p:spPr>
          <a:xfrm>
            <a:off x="7925845" y="4423262"/>
            <a:ext cx="64642" cy="697658"/>
          </a:xfrm>
          <a:custGeom>
            <a:avLst/>
            <a:gdLst/>
            <a:ahLst/>
            <a:cxnLst/>
            <a:rect l="l" t="t" r="r" b="b"/>
            <a:pathLst>
              <a:path w="64642" h="697658">
                <a:moveTo>
                  <a:pt x="0" y="697658"/>
                </a:moveTo>
                <a:lnTo>
                  <a:pt x="64642" y="0"/>
                </a:lnTo>
              </a:path>
            </a:pathLst>
          </a:custGeom>
          <a:ln w="1122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1" name="object 51"/>
          <p:cNvSpPr/>
          <p:nvPr/>
        </p:nvSpPr>
        <p:spPr>
          <a:xfrm>
            <a:off x="7990488" y="4423262"/>
            <a:ext cx="502264" cy="0"/>
          </a:xfrm>
          <a:custGeom>
            <a:avLst/>
            <a:gdLst/>
            <a:ahLst/>
            <a:cxnLst/>
            <a:rect l="l" t="t" r="r" b="b"/>
            <a:pathLst>
              <a:path w="502264" h="0">
                <a:moveTo>
                  <a:pt x="0" y="0"/>
                </a:moveTo>
                <a:lnTo>
                  <a:pt x="502264" y="0"/>
                </a:lnTo>
              </a:path>
            </a:pathLst>
          </a:custGeom>
          <a:ln w="1186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7" name="object 47"/>
          <p:cNvSpPr txBox="1"/>
          <p:nvPr/>
        </p:nvSpPr>
        <p:spPr>
          <a:xfrm>
            <a:off x="78740" y="159670"/>
            <a:ext cx="375920" cy="330200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dirty="0" smtClean="0" sz="2400" b="1">
                <a:latin typeface="Arial"/>
                <a:cs typeface="Arial"/>
              </a:rPr>
              <a:t>B.</a:t>
            </a:r>
            <a:endParaRPr sz="240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467359" y="159670"/>
            <a:ext cx="2612542" cy="330200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dirty="0" smtClean="0" sz="2400" spc="0" b="1">
                <a:latin typeface="Arial"/>
                <a:cs typeface="Arial"/>
              </a:rPr>
              <a:t>Freq</a:t>
            </a:r>
            <a:r>
              <a:rPr dirty="0" smtClean="0" sz="2400" spc="0" b="1">
                <a:latin typeface="Arial"/>
                <a:cs typeface="Arial"/>
              </a:rPr>
              <a:t>u</a:t>
            </a:r>
            <a:r>
              <a:rPr dirty="0" smtClean="0" sz="2400" spc="0" b="1">
                <a:latin typeface="Arial"/>
                <a:cs typeface="Arial"/>
              </a:rPr>
              <a:t>ency</a:t>
            </a:r>
            <a:r>
              <a:rPr dirty="0" smtClean="0" sz="2400" spc="0" b="1">
                <a:latin typeface="Arial"/>
                <a:cs typeface="Arial"/>
              </a:rPr>
              <a:t> </a:t>
            </a:r>
            <a:r>
              <a:rPr dirty="0" smtClean="0" sz="2400" spc="0" b="1">
                <a:latin typeface="Arial"/>
                <a:cs typeface="Arial"/>
              </a:rPr>
              <a:t>R</a:t>
            </a:r>
            <a:r>
              <a:rPr dirty="0" smtClean="0" sz="2400" spc="0" b="1">
                <a:latin typeface="Arial"/>
                <a:cs typeface="Arial"/>
              </a:rPr>
              <a:t>e</a:t>
            </a:r>
            <a:r>
              <a:rPr dirty="0" smtClean="0" sz="2400" spc="0" b="1">
                <a:latin typeface="Arial"/>
                <a:cs typeface="Arial"/>
              </a:rPr>
              <a:t>use</a:t>
            </a:r>
            <a:endParaRPr sz="240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612457" y="899972"/>
            <a:ext cx="372318" cy="330517"/>
          </a:xfrm>
          <a:prstGeom prst="rect">
            <a:avLst/>
          </a:prstGeom>
        </p:spPr>
        <p:txBody>
          <a:bodyPr wrap="square" lIns="0" tIns="16510" rIns="0" bIns="0" rtlCol="0">
            <a:noAutofit/>
          </a:bodyPr>
          <a:lstStyle/>
          <a:p>
            <a:pPr marL="12700">
              <a:lnSpc>
                <a:spcPts val="2600"/>
              </a:lnSpc>
            </a:pPr>
            <a:r>
              <a:rPr dirty="0" smtClean="0" sz="2400">
                <a:solidFill>
                  <a:srgbClr val="FF0000"/>
                </a:solidFill>
                <a:latin typeface="Symbol"/>
                <a:cs typeface="Symbol"/>
              </a:rPr>
              <a:t>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990917" y="904845"/>
            <a:ext cx="3356672" cy="696469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 spc="-1" b="1">
                <a:solidFill>
                  <a:srgbClr val="FF0000"/>
                </a:solidFill>
                <a:latin typeface="Times New Roman"/>
                <a:cs typeface="Times New Roman"/>
              </a:rPr>
              <a:t>C/I</a:t>
            </a:r>
            <a:r>
              <a:rPr dirty="0" smtClean="0" sz="2400" spc="-1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mtClean="0" sz="2400" spc="-1" b="1">
                <a:solidFill>
                  <a:srgbClr val="FF0000"/>
                </a:solidFill>
                <a:latin typeface="Times New Roman"/>
                <a:cs typeface="Times New Roman"/>
              </a:rPr>
              <a:t>m</a:t>
            </a:r>
            <a:r>
              <a:rPr dirty="0" smtClean="0" sz="2400" spc="-1" b="1">
                <a:solidFill>
                  <a:srgbClr val="FF0000"/>
                </a:solidFill>
                <a:latin typeface="Times New Roman"/>
                <a:cs typeface="Times New Roman"/>
              </a:rPr>
              <a:t>i</a:t>
            </a:r>
            <a:r>
              <a:rPr dirty="0" smtClean="0" sz="2400" spc="-1" b="1">
                <a:solidFill>
                  <a:srgbClr val="FF0000"/>
                </a:solidFill>
                <a:latin typeface="Times New Roman"/>
                <a:cs typeface="Times New Roman"/>
              </a:rPr>
              <a:t>ni</a:t>
            </a:r>
            <a:r>
              <a:rPr dirty="0" smtClean="0" sz="2400" spc="-1" b="1">
                <a:solidFill>
                  <a:srgbClr val="FF0000"/>
                </a:solidFill>
                <a:latin typeface="Times New Roman"/>
                <a:cs typeface="Times New Roman"/>
              </a:rPr>
              <a:t>m</a:t>
            </a:r>
            <a:r>
              <a:rPr dirty="0" smtClean="0" sz="2400" spc="-1" b="1">
                <a:solidFill>
                  <a:srgbClr val="FF0000"/>
                </a:solidFill>
                <a:latin typeface="Times New Roman"/>
                <a:cs typeface="Times New Roman"/>
              </a:rPr>
              <a:t>u</a:t>
            </a:r>
            <a:r>
              <a:rPr dirty="0" smtClean="0" sz="2400" spc="-1" b="1">
                <a:solidFill>
                  <a:srgbClr val="FF0000"/>
                </a:solidFill>
                <a:latin typeface="Times New Roman"/>
                <a:cs typeface="Times New Roman"/>
              </a:rPr>
              <a:t>m</a:t>
            </a:r>
            <a:r>
              <a:rPr dirty="0" smtClean="0" sz="2400" spc="-1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mtClean="0" sz="2400" spc="-1" b="1">
                <a:solidFill>
                  <a:srgbClr val="FF0000"/>
                </a:solidFill>
                <a:latin typeface="Times New Roman"/>
                <a:cs typeface="Times New Roman"/>
              </a:rPr>
              <a:t>te</a:t>
            </a:r>
            <a:r>
              <a:rPr dirty="0" smtClean="0" sz="2400" spc="-1" b="1">
                <a:solidFill>
                  <a:srgbClr val="FF0000"/>
                </a:solidFill>
                <a:latin typeface="Times New Roman"/>
                <a:cs typeface="Times New Roman"/>
              </a:rPr>
              <a:t>r</a:t>
            </a:r>
            <a:r>
              <a:rPr dirty="0" smtClean="0" sz="2400" spc="-1" b="1">
                <a:solidFill>
                  <a:srgbClr val="FF0000"/>
                </a:solidFill>
                <a:latin typeface="Times New Roman"/>
                <a:cs typeface="Times New Roman"/>
              </a:rPr>
              <a:t>gantu</a:t>
            </a:r>
            <a:r>
              <a:rPr dirty="0" smtClean="0" sz="2400" spc="-1" b="1">
                <a:solidFill>
                  <a:srgbClr val="FF0000"/>
                </a:solidFill>
                <a:latin typeface="Times New Roman"/>
                <a:cs typeface="Times New Roman"/>
              </a:rPr>
              <a:t>n</a:t>
            </a:r>
            <a:r>
              <a:rPr dirty="0" smtClean="0" sz="2400" spc="-1" b="1">
                <a:solidFill>
                  <a:srgbClr val="FF0000"/>
                </a:solidFill>
                <a:latin typeface="Times New Roman"/>
                <a:cs typeface="Times New Roman"/>
              </a:rPr>
              <a:t>g</a:t>
            </a:r>
            <a:endParaRPr sz="2400">
              <a:latin typeface="Times New Roman"/>
              <a:cs typeface="Times New Roman"/>
            </a:endParaRPr>
          </a:p>
          <a:p>
            <a:pPr marL="91439" marR="45767">
              <a:lnSpc>
                <a:spcPct val="95825"/>
              </a:lnSpc>
            </a:pPr>
            <a:r>
              <a:rPr dirty="0" smtClean="0" sz="2400" spc="2" b="1">
                <a:solidFill>
                  <a:srgbClr val="FF0000"/>
                </a:solidFill>
                <a:latin typeface="Times New Roman"/>
                <a:cs typeface="Times New Roman"/>
              </a:rPr>
              <a:t>di</a:t>
            </a:r>
            <a:r>
              <a:rPr dirty="0" smtClean="0" sz="2400" spc="2" b="1">
                <a:solidFill>
                  <a:srgbClr val="FF0000"/>
                </a:solidFill>
                <a:latin typeface="Times New Roman"/>
                <a:cs typeface="Times New Roman"/>
              </a:rPr>
              <a:t>i</a:t>
            </a:r>
            <a:r>
              <a:rPr dirty="0" smtClean="0" sz="2400" spc="2" b="1">
                <a:solidFill>
                  <a:srgbClr val="FF0000"/>
                </a:solidFill>
                <a:latin typeface="Times New Roman"/>
                <a:cs typeface="Times New Roman"/>
              </a:rPr>
              <a:t>m</a:t>
            </a:r>
            <a:r>
              <a:rPr dirty="0" smtClean="0" sz="2400" spc="2" b="1">
                <a:solidFill>
                  <a:srgbClr val="FF0000"/>
                </a:solidFill>
                <a:latin typeface="Times New Roman"/>
                <a:cs typeface="Times New Roman"/>
              </a:rPr>
              <a:t>ple</a:t>
            </a:r>
            <a:r>
              <a:rPr dirty="0" smtClean="0" sz="2400" spc="2" b="1">
                <a:solidFill>
                  <a:srgbClr val="FF0000"/>
                </a:solidFill>
                <a:latin typeface="Times New Roman"/>
                <a:cs typeface="Times New Roman"/>
              </a:rPr>
              <a:t>m</a:t>
            </a:r>
            <a:r>
              <a:rPr dirty="0" smtClean="0" sz="2400" spc="2" b="1">
                <a:solidFill>
                  <a:srgbClr val="FF0000"/>
                </a:solidFill>
                <a:latin typeface="Times New Roman"/>
                <a:cs typeface="Times New Roman"/>
              </a:rPr>
              <a:t>enta</a:t>
            </a:r>
            <a:r>
              <a:rPr dirty="0" smtClean="0" sz="2400" spc="2" b="1">
                <a:solidFill>
                  <a:srgbClr val="FF0000"/>
                </a:solidFill>
                <a:latin typeface="Times New Roman"/>
                <a:cs typeface="Times New Roman"/>
              </a:rPr>
              <a:t>s</a:t>
            </a:r>
            <a:r>
              <a:rPr dirty="0" smtClean="0" sz="2400" spc="2" b="1">
                <a:solidFill>
                  <a:srgbClr val="FF0000"/>
                </a:solidFill>
                <a:latin typeface="Times New Roman"/>
                <a:cs typeface="Times New Roman"/>
              </a:rPr>
              <a:t>ikan…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4352702" y="904845"/>
            <a:ext cx="613666" cy="330517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 b="1">
                <a:solidFill>
                  <a:srgbClr val="FF0000"/>
                </a:solidFill>
                <a:latin typeface="Times New Roman"/>
                <a:cs typeface="Times New Roman"/>
              </a:rPr>
              <a:t>dari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5045929" y="904845"/>
            <a:ext cx="884610" cy="330517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 b="1">
                <a:solidFill>
                  <a:srgbClr val="FF0000"/>
                </a:solidFill>
                <a:latin typeface="Times New Roman"/>
                <a:cs typeface="Times New Roman"/>
              </a:rPr>
              <a:t>sistem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934431" y="904845"/>
            <a:ext cx="1633064" cy="330517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 spc="-4" b="1">
                <a:solidFill>
                  <a:srgbClr val="FF0000"/>
                </a:solidFill>
                <a:latin typeface="Times New Roman"/>
                <a:cs typeface="Times New Roman"/>
              </a:rPr>
              <a:t>se</a:t>
            </a:r>
            <a:r>
              <a:rPr dirty="0" smtClean="0" sz="2400" spc="-4" b="1">
                <a:solidFill>
                  <a:srgbClr val="FF0000"/>
                </a:solidFill>
                <a:latin typeface="Times New Roman"/>
                <a:cs typeface="Times New Roman"/>
              </a:rPr>
              <a:t>l</a:t>
            </a:r>
            <a:r>
              <a:rPr dirty="0" smtClean="0" sz="2400" spc="-4" b="1">
                <a:solidFill>
                  <a:srgbClr val="FF0000"/>
                </a:solidFill>
                <a:latin typeface="Times New Roman"/>
                <a:cs typeface="Times New Roman"/>
              </a:rPr>
              <a:t>ul</a:t>
            </a:r>
            <a:r>
              <a:rPr dirty="0" smtClean="0" sz="2400" spc="-4" b="1">
                <a:solidFill>
                  <a:srgbClr val="FF0000"/>
                </a:solidFill>
                <a:latin typeface="Times New Roman"/>
                <a:cs typeface="Times New Roman"/>
              </a:rPr>
              <a:t>e</a:t>
            </a:r>
            <a:r>
              <a:rPr dirty="0" smtClean="0" sz="2400" spc="-4" b="1">
                <a:solidFill>
                  <a:srgbClr val="FF0000"/>
                </a:solidFill>
                <a:latin typeface="Times New Roman"/>
                <a:cs typeface="Times New Roman"/>
              </a:rPr>
              <a:t>r</a:t>
            </a:r>
            <a:r>
              <a:rPr dirty="0" smtClean="0" sz="2400" spc="-4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mtClean="0" sz="2400" spc="-4" b="1">
                <a:solidFill>
                  <a:srgbClr val="FF0000"/>
                </a:solidFill>
                <a:latin typeface="Times New Roman"/>
                <a:cs typeface="Times New Roman"/>
              </a:rPr>
              <a:t>y</a:t>
            </a:r>
            <a:r>
              <a:rPr dirty="0" smtClean="0" sz="2400" spc="-4" b="1">
                <a:solidFill>
                  <a:srgbClr val="FF0000"/>
                </a:solidFill>
                <a:latin typeface="Times New Roman"/>
                <a:cs typeface="Times New Roman"/>
              </a:rPr>
              <a:t>ang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892026" y="1678754"/>
            <a:ext cx="170668" cy="247757"/>
          </a:xfrm>
          <a:prstGeom prst="rect">
            <a:avLst/>
          </a:prstGeom>
        </p:spPr>
        <p:txBody>
          <a:bodyPr wrap="square" lIns="0" tIns="11969" rIns="0" bIns="0" rtlCol="0">
            <a:noAutofit/>
          </a:bodyPr>
          <a:lstStyle/>
          <a:p>
            <a:pPr marL="12700">
              <a:lnSpc>
                <a:spcPts val="1885"/>
              </a:lnSpc>
            </a:pPr>
            <a:r>
              <a:rPr dirty="0" smtClean="0" sz="1750">
                <a:latin typeface="Times New Roman"/>
                <a:cs typeface="Times New Roman"/>
              </a:rPr>
              <a:t>4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998399" y="1780952"/>
            <a:ext cx="372836" cy="2007116"/>
          </a:xfrm>
          <a:prstGeom prst="rect">
            <a:avLst/>
          </a:prstGeom>
        </p:spPr>
        <p:txBody>
          <a:bodyPr wrap="square" lIns="0" tIns="20129" rIns="0" bIns="0" rtlCol="0">
            <a:noAutofit/>
          </a:bodyPr>
          <a:lstStyle/>
          <a:p>
            <a:pPr marL="33871" algn="ctr">
              <a:lnSpc>
                <a:spcPts val="3170"/>
              </a:lnSpc>
            </a:pPr>
            <a:r>
              <a:rPr dirty="0" smtClean="0" sz="3000" spc="18" i="1" u="heavy">
                <a:latin typeface="Times New Roman"/>
                <a:cs typeface="Times New Roman"/>
              </a:rPr>
              <a:t>C</a:t>
            </a:r>
            <a:endParaRPr sz="3000">
              <a:latin typeface="Times New Roman"/>
              <a:cs typeface="Times New Roman"/>
            </a:endParaRPr>
          </a:p>
          <a:p>
            <a:pPr marL="96984" marR="60060" algn="ctr">
              <a:lnSpc>
                <a:spcPct val="95825"/>
              </a:lnSpc>
              <a:spcBef>
                <a:spcPts val="623"/>
              </a:spcBef>
            </a:pPr>
            <a:r>
              <a:rPr dirty="0" smtClean="0" sz="3000" i="1">
                <a:latin typeface="Times New Roman"/>
                <a:cs typeface="Times New Roman"/>
              </a:rPr>
              <a:t>I</a:t>
            </a:r>
            <a:endParaRPr sz="3000">
              <a:latin typeface="Times New Roman"/>
              <a:cs typeface="Times New Roman"/>
            </a:endParaRPr>
          </a:p>
          <a:p>
            <a:pPr marR="66452" algn="ctr">
              <a:lnSpc>
                <a:spcPts val="4029"/>
              </a:lnSpc>
              <a:spcBef>
                <a:spcPts val="691"/>
              </a:spcBef>
            </a:pPr>
            <a:r>
              <a:rPr dirty="0" smtClean="0" sz="2850" i="1" u="heavy">
                <a:latin typeface="Times New Roman"/>
                <a:cs typeface="Times New Roman"/>
              </a:rPr>
              <a:t>D</a:t>
            </a:r>
            <a:r>
              <a:rPr dirty="0" smtClean="0" sz="2850" i="1">
                <a:latin typeface="Times New Roman"/>
                <a:cs typeface="Times New Roman"/>
              </a:rPr>
              <a:t> </a:t>
            </a:r>
            <a:r>
              <a:rPr dirty="0" smtClean="0" sz="2850" i="1">
                <a:latin typeface="Times New Roman"/>
                <a:cs typeface="Times New Roman"/>
              </a:rPr>
              <a:t>R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762191" y="1780953"/>
            <a:ext cx="358055" cy="407135"/>
          </a:xfrm>
          <a:prstGeom prst="rect">
            <a:avLst/>
          </a:prstGeom>
        </p:spPr>
        <p:txBody>
          <a:bodyPr wrap="square" lIns="0" tIns="20129" rIns="0" bIns="0" rtlCol="0">
            <a:noAutofit/>
          </a:bodyPr>
          <a:lstStyle/>
          <a:p>
            <a:pPr marL="12700">
              <a:lnSpc>
                <a:spcPts val="3170"/>
              </a:lnSpc>
            </a:pPr>
            <a:r>
              <a:rPr dirty="0" smtClean="0" sz="3000" spc="-50" u="heavy">
                <a:latin typeface="Times New Roman"/>
                <a:cs typeface="Times New Roman"/>
              </a:rPr>
              <a:t> </a:t>
            </a:r>
            <a:r>
              <a:rPr dirty="0" smtClean="0" sz="3000" spc="-50" u="heavy">
                <a:latin typeface="Times New Roman"/>
                <a:cs typeface="Times New Roman"/>
              </a:rPr>
              <a:t>1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390140" y="1780953"/>
            <a:ext cx="558818" cy="428331"/>
          </a:xfrm>
          <a:prstGeom prst="rect">
            <a:avLst/>
          </a:prstGeom>
        </p:spPr>
        <p:txBody>
          <a:bodyPr wrap="square" lIns="0" tIns="21431" rIns="0" bIns="0" rtlCol="0">
            <a:noAutofit/>
          </a:bodyPr>
          <a:lstStyle/>
          <a:p>
            <a:pPr marL="12700">
              <a:lnSpc>
                <a:spcPts val="3375"/>
              </a:lnSpc>
            </a:pPr>
            <a:r>
              <a:rPr dirty="0" smtClean="0" sz="3000" spc="-184" i="1" u="heavy">
                <a:latin typeface="Times New Roman"/>
                <a:cs typeface="Times New Roman"/>
              </a:rPr>
              <a:t>D</a:t>
            </a:r>
            <a:r>
              <a:rPr dirty="0" smtClean="0" sz="3000" spc="-184" i="1">
                <a:latin typeface="Times New Roman"/>
                <a:cs typeface="Times New Roman"/>
              </a:rPr>
              <a:t> </a:t>
            </a:r>
            <a:r>
              <a:rPr dirty="0" smtClean="0" sz="3000" spc="10">
                <a:latin typeface="Symbol"/>
                <a:cs typeface="Symbol"/>
              </a:rPr>
              <a:t></a:t>
            </a:r>
            <a:endParaRPr sz="3000">
              <a:latin typeface="Symbol"/>
              <a:cs typeface="Symbo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190750" y="1802149"/>
            <a:ext cx="258758" cy="962793"/>
          </a:xfrm>
          <a:prstGeom prst="rect">
            <a:avLst/>
          </a:prstGeom>
        </p:spPr>
        <p:txBody>
          <a:bodyPr wrap="square" lIns="0" tIns="19685" rIns="0" bIns="0" rtlCol="0">
            <a:noAutofit/>
          </a:bodyPr>
          <a:lstStyle/>
          <a:p>
            <a:pPr marL="12700" marR="28540">
              <a:lnSpc>
                <a:spcPts val="3100"/>
              </a:lnSpc>
            </a:pPr>
            <a:r>
              <a:rPr dirty="0" smtClean="0" sz="3000" spc="10">
                <a:latin typeface="Symbol"/>
                <a:cs typeface="Symbol"/>
              </a:rPr>
              <a:t></a:t>
            </a:r>
            <a:endParaRPr sz="3000">
              <a:latin typeface="Symbol"/>
              <a:cs typeface="Symbol"/>
            </a:endParaRPr>
          </a:p>
          <a:p>
            <a:pPr marL="12700">
              <a:lnSpc>
                <a:spcPts val="4480"/>
              </a:lnSpc>
              <a:spcBef>
                <a:spcPts val="68"/>
              </a:spcBef>
            </a:pPr>
            <a:r>
              <a:rPr dirty="0" smtClean="0" baseline="22673" sz="4500" spc="-568">
                <a:latin typeface="Symbol"/>
                <a:cs typeface="Symbol"/>
              </a:rPr>
              <a:t></a:t>
            </a:r>
            <a:r>
              <a:rPr dirty="0" smtClean="0" sz="3000" spc="-568">
                <a:latin typeface="Symbol"/>
                <a:cs typeface="Symbol"/>
              </a:rPr>
              <a:t></a:t>
            </a:r>
            <a:endParaRPr sz="3000">
              <a:latin typeface="Symbol"/>
              <a:cs typeface="Symbo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457391" y="2015173"/>
            <a:ext cx="293621" cy="407135"/>
          </a:xfrm>
          <a:prstGeom prst="rect">
            <a:avLst/>
          </a:prstGeom>
        </p:spPr>
        <p:txBody>
          <a:bodyPr wrap="square" lIns="0" tIns="20351" rIns="0" bIns="0" rtlCol="0">
            <a:noAutofit/>
          </a:bodyPr>
          <a:lstStyle/>
          <a:p>
            <a:pPr marL="12700">
              <a:lnSpc>
                <a:spcPts val="3204"/>
              </a:lnSpc>
            </a:pPr>
            <a:r>
              <a:rPr dirty="0" smtClean="0" sz="3000" spc="15">
                <a:latin typeface="Symbol"/>
                <a:cs typeface="Symbol"/>
              </a:rPr>
              <a:t></a:t>
            </a:r>
            <a:endParaRPr sz="3000">
              <a:latin typeface="Symbol"/>
              <a:cs typeface="Symbo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715562" y="2167536"/>
            <a:ext cx="258758" cy="597406"/>
          </a:xfrm>
          <a:prstGeom prst="rect">
            <a:avLst/>
          </a:prstGeom>
        </p:spPr>
        <p:txBody>
          <a:bodyPr wrap="square" lIns="0" tIns="29876" rIns="0" bIns="0" rtlCol="0">
            <a:noAutofit/>
          </a:bodyPr>
          <a:lstStyle/>
          <a:p>
            <a:pPr marL="12700">
              <a:lnSpc>
                <a:spcPts val="4705"/>
              </a:lnSpc>
            </a:pPr>
            <a:r>
              <a:rPr dirty="0" smtClean="0" baseline="21766" sz="4500" spc="-568">
                <a:latin typeface="Symbol"/>
                <a:cs typeface="Symbol"/>
              </a:rPr>
              <a:t></a:t>
            </a:r>
            <a:r>
              <a:rPr dirty="0" smtClean="0" sz="3000" spc="-568">
                <a:latin typeface="Symbol"/>
                <a:cs typeface="Symbol"/>
              </a:rPr>
              <a:t></a:t>
            </a:r>
            <a:endParaRPr sz="3000">
              <a:latin typeface="Symbol"/>
              <a:cs typeface="Symbo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557391" y="2220059"/>
            <a:ext cx="1011732" cy="330200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 spc="0" b="1">
                <a:latin typeface="Times New Roman"/>
                <a:cs typeface="Times New Roman"/>
              </a:rPr>
              <a:t>A</a:t>
            </a:r>
            <a:r>
              <a:rPr dirty="0" smtClean="0" sz="2400" spc="0" b="1">
                <a:latin typeface="Times New Roman"/>
                <a:cs typeface="Times New Roman"/>
              </a:rPr>
              <a:t>MPS,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574203" y="2220059"/>
            <a:ext cx="1576222" cy="330200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 spc="0" b="1">
                <a:latin typeface="Times New Roman"/>
                <a:cs typeface="Times New Roman"/>
              </a:rPr>
              <a:t>C</a:t>
            </a:r>
            <a:r>
              <a:rPr dirty="0" smtClean="0" sz="2400" spc="0" b="1">
                <a:latin typeface="Times New Roman"/>
                <a:cs typeface="Times New Roman"/>
              </a:rPr>
              <a:t>/I</a:t>
            </a:r>
            <a:r>
              <a:rPr dirty="0" smtClean="0" sz="2400" spc="0" b="1">
                <a:latin typeface="Times New Roman"/>
                <a:cs typeface="Times New Roman"/>
              </a:rPr>
              <a:t> </a:t>
            </a:r>
            <a:r>
              <a:rPr dirty="0" smtClean="0" sz="2400" spc="0" b="1">
                <a:latin typeface="Times New Roman"/>
                <a:cs typeface="Times New Roman"/>
              </a:rPr>
              <a:t>=</a:t>
            </a:r>
            <a:r>
              <a:rPr dirty="0" smtClean="0" sz="2400" spc="0" b="1">
                <a:latin typeface="Times New Roman"/>
                <a:cs typeface="Times New Roman"/>
              </a:rPr>
              <a:t> </a:t>
            </a:r>
            <a:r>
              <a:rPr dirty="0" smtClean="0" sz="2400" spc="0" b="1">
                <a:latin typeface="Times New Roman"/>
                <a:cs typeface="Times New Roman"/>
              </a:rPr>
              <a:t>18</a:t>
            </a:r>
            <a:r>
              <a:rPr dirty="0" smtClean="0" sz="2400" spc="0" b="1">
                <a:latin typeface="Times New Roman"/>
                <a:cs typeface="Times New Roman"/>
              </a:rPr>
              <a:t> </a:t>
            </a:r>
            <a:r>
              <a:rPr dirty="0" smtClean="0" sz="2400" spc="0" b="1">
                <a:latin typeface="Times New Roman"/>
                <a:cs typeface="Times New Roman"/>
              </a:rPr>
              <a:t>d</a:t>
            </a:r>
            <a:r>
              <a:rPr dirty="0" smtClean="0" sz="2400" spc="0" b="1"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806486" y="2318421"/>
            <a:ext cx="338964" cy="407135"/>
          </a:xfrm>
          <a:prstGeom prst="rect">
            <a:avLst/>
          </a:prstGeom>
        </p:spPr>
        <p:txBody>
          <a:bodyPr wrap="square" lIns="0" tIns="20129" rIns="0" bIns="0" rtlCol="0">
            <a:noAutofit/>
          </a:bodyPr>
          <a:lstStyle/>
          <a:p>
            <a:pPr marL="12700">
              <a:lnSpc>
                <a:spcPts val="3170"/>
              </a:lnSpc>
            </a:pPr>
            <a:r>
              <a:rPr dirty="0" smtClean="0" sz="3000" spc="18" i="1">
                <a:latin typeface="Times New Roman"/>
                <a:cs typeface="Times New Roman"/>
              </a:rPr>
              <a:t>N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411509" y="2318421"/>
            <a:ext cx="317445" cy="407135"/>
          </a:xfrm>
          <a:prstGeom prst="rect">
            <a:avLst/>
          </a:prstGeom>
        </p:spPr>
        <p:txBody>
          <a:bodyPr wrap="square" lIns="0" tIns="20129" rIns="0" bIns="0" rtlCol="0">
            <a:noAutofit/>
          </a:bodyPr>
          <a:lstStyle/>
          <a:p>
            <a:pPr marL="12700">
              <a:lnSpc>
                <a:spcPts val="3170"/>
              </a:lnSpc>
            </a:pPr>
            <a:r>
              <a:rPr dirty="0" smtClean="0" sz="3000" spc="17" i="1">
                <a:latin typeface="Times New Roman"/>
                <a:cs typeface="Times New Roman"/>
              </a:rPr>
              <a:t>R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519764" y="2734192"/>
            <a:ext cx="558686" cy="334667"/>
          </a:xfrm>
          <a:prstGeom prst="rect">
            <a:avLst/>
          </a:prstGeom>
        </p:spPr>
        <p:txBody>
          <a:bodyPr wrap="square" lIns="0" tIns="16383" rIns="0" bIns="0" rtlCol="0">
            <a:noAutofit/>
          </a:bodyPr>
          <a:lstStyle/>
          <a:p>
            <a:pPr marL="12700">
              <a:lnSpc>
                <a:spcPts val="2580"/>
              </a:lnSpc>
            </a:pPr>
            <a:r>
              <a:rPr dirty="0" smtClean="0" sz="2450" spc="-9">
                <a:latin typeface="Times New Roman"/>
                <a:cs typeface="Times New Roman"/>
              </a:rPr>
              <a:t>63</a:t>
            </a:r>
            <a:r>
              <a:rPr dirty="0" smtClean="0" sz="2450" spc="0" i="1">
                <a:latin typeface="Times New Roman"/>
                <a:cs typeface="Times New Roman"/>
              </a:rPr>
              <a:t>N</a:t>
            </a:r>
            <a:endParaRPr sz="245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571021" y="2734192"/>
            <a:ext cx="571223" cy="334667"/>
          </a:xfrm>
          <a:prstGeom prst="rect">
            <a:avLst/>
          </a:prstGeom>
        </p:spPr>
        <p:txBody>
          <a:bodyPr wrap="square" lIns="0" tIns="16383" rIns="0" bIns="0" rtlCol="0">
            <a:noAutofit/>
          </a:bodyPr>
          <a:lstStyle/>
          <a:p>
            <a:pPr marL="12700">
              <a:lnSpc>
                <a:spcPts val="2580"/>
              </a:lnSpc>
            </a:pPr>
            <a:r>
              <a:rPr dirty="0" smtClean="0" sz="2450" spc="-9">
                <a:latin typeface="Times New Roman"/>
                <a:cs typeface="Times New Roman"/>
              </a:rPr>
              <a:t>6</a:t>
            </a:r>
            <a:r>
              <a:rPr dirty="0" smtClean="0" sz="2450" spc="-75">
                <a:latin typeface="Times New Roman"/>
                <a:cs typeface="Times New Roman"/>
              </a:rPr>
              <a:t>3</a:t>
            </a:r>
            <a:r>
              <a:rPr dirty="0" smtClean="0" sz="2450" spc="-25">
                <a:latin typeface="Times New Roman"/>
                <a:cs typeface="Times New Roman"/>
              </a:rPr>
              <a:t>.</a:t>
            </a:r>
            <a:r>
              <a:rPr dirty="0" smtClean="0" sz="2450" spc="0">
                <a:latin typeface="Times New Roman"/>
                <a:cs typeface="Times New Roman"/>
              </a:rPr>
              <a:t>6</a:t>
            </a:r>
            <a:endParaRPr sz="245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806851" y="2924304"/>
            <a:ext cx="516150" cy="339607"/>
          </a:xfrm>
          <a:prstGeom prst="rect">
            <a:avLst/>
          </a:prstGeom>
        </p:spPr>
        <p:txBody>
          <a:bodyPr wrap="square" lIns="0" tIns="16668" rIns="0" bIns="0" rtlCol="0">
            <a:noAutofit/>
          </a:bodyPr>
          <a:lstStyle/>
          <a:p>
            <a:pPr marL="12700">
              <a:lnSpc>
                <a:spcPts val="2625"/>
              </a:lnSpc>
            </a:pPr>
            <a:r>
              <a:rPr dirty="0" smtClean="0" sz="2450" spc="2" i="1">
                <a:latin typeface="Times New Roman"/>
                <a:cs typeface="Times New Roman"/>
              </a:rPr>
              <a:t>K</a:t>
            </a:r>
            <a:r>
              <a:rPr dirty="0" smtClean="0" sz="2450" spc="2" i="1">
                <a:latin typeface="Times New Roman"/>
                <a:cs typeface="Times New Roman"/>
              </a:rPr>
              <a:t> </a:t>
            </a:r>
            <a:r>
              <a:rPr dirty="0" smtClean="0" sz="2450" spc="0">
                <a:latin typeface="Symbol"/>
                <a:cs typeface="Symbol"/>
              </a:rPr>
              <a:t></a:t>
            </a:r>
            <a:endParaRPr sz="2450">
              <a:latin typeface="Symbol"/>
              <a:cs typeface="Symbo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140626" y="2924304"/>
            <a:ext cx="232891" cy="334667"/>
          </a:xfrm>
          <a:prstGeom prst="rect">
            <a:avLst/>
          </a:prstGeom>
        </p:spPr>
        <p:txBody>
          <a:bodyPr wrap="square" lIns="0" tIns="16668" rIns="0" bIns="0" rtlCol="0">
            <a:noAutofit/>
          </a:bodyPr>
          <a:lstStyle/>
          <a:p>
            <a:pPr marL="12700">
              <a:lnSpc>
                <a:spcPts val="2625"/>
              </a:lnSpc>
            </a:pPr>
            <a:r>
              <a:rPr dirty="0" smtClean="0" sz="2450">
                <a:latin typeface="Symbol"/>
                <a:cs typeface="Symbol"/>
              </a:rPr>
              <a:t></a:t>
            </a:r>
            <a:endParaRPr sz="2450">
              <a:latin typeface="Symbol"/>
              <a:cs typeface="Symbo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173443" y="2924304"/>
            <a:ext cx="1203267" cy="339607"/>
          </a:xfrm>
          <a:prstGeom prst="rect">
            <a:avLst/>
          </a:prstGeom>
        </p:spPr>
        <p:txBody>
          <a:bodyPr wrap="square" lIns="0" tIns="16668" rIns="0" bIns="0" rtlCol="0">
            <a:noAutofit/>
          </a:bodyPr>
          <a:lstStyle/>
          <a:p>
            <a:pPr marL="12700">
              <a:lnSpc>
                <a:spcPts val="2625"/>
              </a:lnSpc>
            </a:pPr>
            <a:r>
              <a:rPr dirty="0" smtClean="0" sz="2450">
                <a:latin typeface="Symbol"/>
                <a:cs typeface="Symbol"/>
              </a:rPr>
              <a:t></a:t>
            </a:r>
            <a:r>
              <a:rPr dirty="0" smtClean="0" sz="2450" spc="-119">
                <a:latin typeface="Times New Roman"/>
                <a:cs typeface="Times New Roman"/>
              </a:rPr>
              <a:t> </a:t>
            </a:r>
            <a:r>
              <a:rPr dirty="0" smtClean="0" sz="2450" spc="-119">
                <a:latin typeface="Times New Roman"/>
                <a:cs typeface="Times New Roman"/>
              </a:rPr>
              <a:t>6</a:t>
            </a:r>
            <a:r>
              <a:rPr dirty="0" smtClean="0" sz="2450" spc="-119">
                <a:latin typeface="Times New Roman"/>
                <a:cs typeface="Times New Roman"/>
              </a:rPr>
              <a:t>,</a:t>
            </a:r>
            <a:r>
              <a:rPr dirty="0" smtClean="0" sz="2450" spc="-119">
                <a:latin typeface="Times New Roman"/>
                <a:cs typeface="Times New Roman"/>
              </a:rPr>
              <a:t>4</a:t>
            </a:r>
            <a:r>
              <a:rPr dirty="0" smtClean="0" sz="2450" spc="-119">
                <a:latin typeface="Times New Roman"/>
                <a:cs typeface="Times New Roman"/>
              </a:rPr>
              <a:t>8</a:t>
            </a:r>
            <a:r>
              <a:rPr dirty="0" smtClean="0" sz="2450" spc="-119">
                <a:latin typeface="Times New Roman"/>
                <a:cs typeface="Times New Roman"/>
              </a:rPr>
              <a:t> </a:t>
            </a:r>
            <a:r>
              <a:rPr dirty="0" smtClean="0" sz="2450" spc="0">
                <a:latin typeface="Symbol"/>
                <a:cs typeface="Symbol"/>
              </a:rPr>
              <a:t></a:t>
            </a:r>
            <a:r>
              <a:rPr dirty="0" smtClean="0" sz="2450" spc="-119">
                <a:latin typeface="Times New Roman"/>
                <a:cs typeface="Times New Roman"/>
              </a:rPr>
              <a:t> </a:t>
            </a:r>
            <a:r>
              <a:rPr dirty="0" smtClean="0" sz="2450" spc="-119">
                <a:latin typeface="Times New Roman"/>
                <a:cs typeface="Times New Roman"/>
              </a:rPr>
              <a:t>7</a:t>
            </a:r>
            <a:endParaRPr sz="245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383016" y="3110332"/>
            <a:ext cx="279426" cy="388392"/>
          </a:xfrm>
          <a:prstGeom prst="rect">
            <a:avLst/>
          </a:prstGeom>
        </p:spPr>
        <p:txBody>
          <a:bodyPr wrap="square" lIns="0" tIns="19431" rIns="0" bIns="0" rtlCol="0">
            <a:noAutofit/>
          </a:bodyPr>
          <a:lstStyle/>
          <a:p>
            <a:pPr marL="12700">
              <a:lnSpc>
                <a:spcPts val="3060"/>
              </a:lnSpc>
            </a:pPr>
            <a:r>
              <a:rPr dirty="0" smtClean="0" sz="2850">
                <a:latin typeface="Symbol"/>
                <a:cs typeface="Symbol"/>
              </a:rPr>
              <a:t></a:t>
            </a:r>
            <a:endParaRPr sz="2850">
              <a:latin typeface="Symbol"/>
              <a:cs typeface="Symbo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903585" y="3116130"/>
            <a:ext cx="510639" cy="388392"/>
          </a:xfrm>
          <a:prstGeom prst="rect">
            <a:avLst/>
          </a:prstGeom>
        </p:spPr>
        <p:txBody>
          <a:bodyPr wrap="square" lIns="0" tIns="19145" rIns="0" bIns="0" rtlCol="0">
            <a:noAutofit/>
          </a:bodyPr>
          <a:lstStyle/>
          <a:p>
            <a:pPr marL="12700">
              <a:lnSpc>
                <a:spcPts val="3015"/>
              </a:lnSpc>
            </a:pPr>
            <a:r>
              <a:rPr dirty="0" smtClean="0" sz="2850" spc="25">
                <a:latin typeface="Times New Roman"/>
                <a:cs typeface="Times New Roman"/>
              </a:rPr>
              <a:t>3</a:t>
            </a:r>
            <a:r>
              <a:rPr dirty="0" smtClean="0" sz="2850" spc="25" i="1">
                <a:latin typeface="Times New Roman"/>
                <a:cs typeface="Times New Roman"/>
              </a:rPr>
              <a:t>K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703310" y="3170323"/>
            <a:ext cx="218512" cy="334667"/>
          </a:xfrm>
          <a:prstGeom prst="rect">
            <a:avLst/>
          </a:prstGeom>
        </p:spPr>
        <p:txBody>
          <a:bodyPr wrap="square" lIns="0" tIns="16383" rIns="0" bIns="0" rtlCol="0">
            <a:noAutofit/>
          </a:bodyPr>
          <a:lstStyle/>
          <a:p>
            <a:pPr marL="12700">
              <a:lnSpc>
                <a:spcPts val="2580"/>
              </a:lnSpc>
            </a:pPr>
            <a:r>
              <a:rPr dirty="0" smtClean="0" sz="2450">
                <a:latin typeface="Times New Roman"/>
                <a:cs typeface="Times New Roman"/>
              </a:rPr>
              <a:t>9</a:t>
            </a:r>
            <a:endParaRPr sz="245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745371" y="3170323"/>
            <a:ext cx="218512" cy="334667"/>
          </a:xfrm>
          <a:prstGeom prst="rect">
            <a:avLst/>
          </a:prstGeom>
        </p:spPr>
        <p:txBody>
          <a:bodyPr wrap="square" lIns="0" tIns="16383" rIns="0" bIns="0" rtlCol="0">
            <a:noAutofit/>
          </a:bodyPr>
          <a:lstStyle/>
          <a:p>
            <a:pPr marL="12700">
              <a:lnSpc>
                <a:spcPts val="2580"/>
              </a:lnSpc>
            </a:pPr>
            <a:r>
              <a:rPr dirty="0" smtClean="0" sz="2450">
                <a:latin typeface="Times New Roman"/>
                <a:cs typeface="Times New Roman"/>
              </a:rPr>
              <a:t>9</a:t>
            </a:r>
            <a:endParaRPr sz="245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595491" y="3849469"/>
            <a:ext cx="1342745" cy="330200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 spc="1" b="1">
                <a:latin typeface="Times New Roman"/>
                <a:cs typeface="Times New Roman"/>
              </a:rPr>
              <a:t>GSM,</a:t>
            </a:r>
            <a:r>
              <a:rPr dirty="0" smtClean="0" sz="2400" spc="1" b="1">
                <a:latin typeface="Times New Roman"/>
                <a:cs typeface="Times New Roman"/>
              </a:rPr>
              <a:t> </a:t>
            </a:r>
            <a:r>
              <a:rPr dirty="0" smtClean="0" sz="2400" spc="1" b="1">
                <a:latin typeface="Times New Roman"/>
                <a:cs typeface="Times New Roman"/>
              </a:rPr>
              <a:t>C</a:t>
            </a:r>
            <a:r>
              <a:rPr dirty="0" smtClean="0" sz="2400" spc="1" b="1">
                <a:latin typeface="Times New Roman"/>
                <a:cs typeface="Times New Roman"/>
              </a:rPr>
              <a:t>/I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943316" y="3849469"/>
            <a:ext cx="1076655" cy="330200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 spc="1" b="1">
                <a:latin typeface="Times New Roman"/>
                <a:cs typeface="Times New Roman"/>
              </a:rPr>
              <a:t>=</a:t>
            </a:r>
            <a:r>
              <a:rPr dirty="0" smtClean="0" sz="2400" spc="1" b="1">
                <a:latin typeface="Times New Roman"/>
                <a:cs typeface="Times New Roman"/>
              </a:rPr>
              <a:t> </a:t>
            </a:r>
            <a:r>
              <a:rPr dirty="0" smtClean="0" sz="2400" spc="1" b="1">
                <a:latin typeface="Times New Roman"/>
                <a:cs typeface="Times New Roman"/>
              </a:rPr>
              <a:t>12</a:t>
            </a:r>
            <a:r>
              <a:rPr dirty="0" smtClean="0" sz="2400" spc="1" b="1">
                <a:latin typeface="Times New Roman"/>
                <a:cs typeface="Times New Roman"/>
              </a:rPr>
              <a:t> </a:t>
            </a:r>
            <a:r>
              <a:rPr dirty="0" smtClean="0" sz="2400" spc="1" b="1">
                <a:latin typeface="Times New Roman"/>
                <a:cs typeface="Times New Roman"/>
              </a:rPr>
              <a:t>d</a:t>
            </a:r>
            <a:r>
              <a:rPr dirty="0" smtClean="0" sz="2400" spc="1" b="1"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023501" y="4453003"/>
            <a:ext cx="508212" cy="719972"/>
          </a:xfrm>
          <a:prstGeom prst="rect">
            <a:avLst/>
          </a:prstGeom>
        </p:spPr>
        <p:txBody>
          <a:bodyPr wrap="square" lIns="0" tIns="15335" rIns="0" bIns="0" rtlCol="0">
            <a:noAutofit/>
          </a:bodyPr>
          <a:lstStyle/>
          <a:p>
            <a:pPr algn="ctr">
              <a:lnSpc>
                <a:spcPts val="2415"/>
              </a:lnSpc>
            </a:pPr>
            <a:r>
              <a:rPr dirty="0" smtClean="0" sz="2250" spc="-44" u="sng">
                <a:latin typeface="Times New Roman"/>
                <a:cs typeface="Times New Roman"/>
              </a:rPr>
              <a:t>1</a:t>
            </a:r>
            <a:r>
              <a:rPr dirty="0" smtClean="0" sz="2250" spc="-44" u="sng">
                <a:latin typeface="Times New Roman"/>
                <a:cs typeface="Times New Roman"/>
              </a:rPr>
              <a:t>6</a:t>
            </a:r>
            <a:r>
              <a:rPr dirty="0" smtClean="0" sz="2250" spc="-44" i="1" u="sng">
                <a:latin typeface="Times New Roman"/>
                <a:cs typeface="Times New Roman"/>
              </a:rPr>
              <a:t>N</a:t>
            </a:r>
            <a:endParaRPr sz="2250">
              <a:latin typeface="Times New Roman"/>
              <a:cs typeface="Times New Roman"/>
            </a:endParaRPr>
          </a:p>
          <a:p>
            <a:pPr marL="165387" marR="137950" algn="ctr">
              <a:lnSpc>
                <a:spcPct val="95825"/>
              </a:lnSpc>
              <a:spcBef>
                <a:spcPts val="491"/>
              </a:spcBef>
            </a:pPr>
            <a:r>
              <a:rPr dirty="0" smtClean="0" sz="2250" spc="-56">
                <a:latin typeface="Times New Roman"/>
                <a:cs typeface="Times New Roman"/>
              </a:rPr>
              <a:t>9</a:t>
            </a:r>
            <a:endParaRPr sz="22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987418" y="4453003"/>
            <a:ext cx="512402" cy="719972"/>
          </a:xfrm>
          <a:prstGeom prst="rect">
            <a:avLst/>
          </a:prstGeom>
        </p:spPr>
        <p:txBody>
          <a:bodyPr wrap="square" lIns="0" tIns="15335" rIns="0" bIns="0" rtlCol="0">
            <a:noAutofit/>
          </a:bodyPr>
          <a:lstStyle/>
          <a:p>
            <a:pPr algn="ctr">
              <a:lnSpc>
                <a:spcPts val="2415"/>
              </a:lnSpc>
            </a:pPr>
            <a:r>
              <a:rPr dirty="0" smtClean="0" sz="2250" spc="-72" u="sng">
                <a:latin typeface="Times New Roman"/>
                <a:cs typeface="Times New Roman"/>
              </a:rPr>
              <a:t>1</a:t>
            </a:r>
            <a:r>
              <a:rPr dirty="0" smtClean="0" sz="2250" spc="-72" u="sng">
                <a:latin typeface="Times New Roman"/>
                <a:cs typeface="Times New Roman"/>
              </a:rPr>
              <a:t>6</a:t>
            </a:r>
            <a:r>
              <a:rPr dirty="0" smtClean="0" sz="2250" spc="-72" u="sng">
                <a:latin typeface="Times New Roman"/>
                <a:cs typeface="Times New Roman"/>
              </a:rPr>
              <a:t>.</a:t>
            </a:r>
            <a:r>
              <a:rPr dirty="0" smtClean="0" sz="2250" spc="-72" u="sng">
                <a:latin typeface="Times New Roman"/>
                <a:cs typeface="Times New Roman"/>
              </a:rPr>
              <a:t>6</a:t>
            </a:r>
            <a:endParaRPr sz="2250">
              <a:latin typeface="Times New Roman"/>
              <a:cs typeface="Times New Roman"/>
            </a:endParaRPr>
          </a:p>
          <a:p>
            <a:pPr marL="153099" marR="154428" algn="ctr">
              <a:lnSpc>
                <a:spcPct val="95825"/>
              </a:lnSpc>
              <a:spcBef>
                <a:spcPts val="491"/>
              </a:spcBef>
            </a:pPr>
            <a:r>
              <a:rPr dirty="0" smtClean="0" sz="2250" spc="-56">
                <a:latin typeface="Times New Roman"/>
                <a:cs typeface="Times New Roman"/>
              </a:rPr>
              <a:t>9</a:t>
            </a:r>
            <a:endParaRPr sz="22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382848" y="4630152"/>
            <a:ext cx="482343" cy="318183"/>
          </a:xfrm>
          <a:prstGeom prst="rect">
            <a:avLst/>
          </a:prstGeom>
        </p:spPr>
        <p:txBody>
          <a:bodyPr wrap="square" lIns="0" tIns="15589" rIns="0" bIns="0" rtlCol="0">
            <a:noAutofit/>
          </a:bodyPr>
          <a:lstStyle/>
          <a:p>
            <a:pPr marL="12700">
              <a:lnSpc>
                <a:spcPts val="2455"/>
              </a:lnSpc>
            </a:pPr>
            <a:r>
              <a:rPr dirty="0" smtClean="0" sz="2250" spc="2" i="1">
                <a:latin typeface="Times New Roman"/>
                <a:cs typeface="Times New Roman"/>
              </a:rPr>
              <a:t>K</a:t>
            </a:r>
            <a:r>
              <a:rPr dirty="0" smtClean="0" sz="2250" spc="2" i="1">
                <a:latin typeface="Times New Roman"/>
                <a:cs typeface="Times New Roman"/>
              </a:rPr>
              <a:t> </a:t>
            </a:r>
            <a:r>
              <a:rPr dirty="0" smtClean="0" sz="2250" spc="0">
                <a:latin typeface="Symbol"/>
                <a:cs typeface="Symbol"/>
              </a:rPr>
              <a:t></a:t>
            </a:r>
            <a:endParaRPr sz="2250">
              <a:latin typeface="Symbol"/>
              <a:cs typeface="Symbo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610170" y="4630152"/>
            <a:ext cx="218226" cy="313580"/>
          </a:xfrm>
          <a:prstGeom prst="rect">
            <a:avLst/>
          </a:prstGeom>
        </p:spPr>
        <p:txBody>
          <a:bodyPr wrap="square" lIns="0" tIns="15589" rIns="0" bIns="0" rtlCol="0">
            <a:noAutofit/>
          </a:bodyPr>
          <a:lstStyle/>
          <a:p>
            <a:pPr marL="12700">
              <a:lnSpc>
                <a:spcPts val="2455"/>
              </a:lnSpc>
            </a:pPr>
            <a:r>
              <a:rPr dirty="0" smtClean="0" sz="2250">
                <a:latin typeface="Symbol"/>
                <a:cs typeface="Symbol"/>
              </a:rPr>
              <a:t></a:t>
            </a:r>
            <a:endParaRPr sz="2250">
              <a:latin typeface="Symbol"/>
              <a:cs typeface="Symbo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549445" y="4630152"/>
            <a:ext cx="1119327" cy="318183"/>
          </a:xfrm>
          <a:prstGeom prst="rect">
            <a:avLst/>
          </a:prstGeom>
        </p:spPr>
        <p:txBody>
          <a:bodyPr wrap="square" lIns="0" tIns="15589" rIns="0" bIns="0" rtlCol="0">
            <a:noAutofit/>
          </a:bodyPr>
          <a:lstStyle/>
          <a:p>
            <a:pPr marL="12700">
              <a:lnSpc>
                <a:spcPts val="2455"/>
              </a:lnSpc>
            </a:pPr>
            <a:r>
              <a:rPr dirty="0" smtClean="0" sz="2250" spc="-36">
                <a:latin typeface="Symbol"/>
                <a:cs typeface="Symbol"/>
              </a:rPr>
              <a:t></a:t>
            </a:r>
            <a:r>
              <a:rPr dirty="0" smtClean="0" sz="2250" spc="-106">
                <a:latin typeface="Times New Roman"/>
                <a:cs typeface="Times New Roman"/>
              </a:rPr>
              <a:t> </a:t>
            </a:r>
            <a:r>
              <a:rPr dirty="0" smtClean="0" sz="2250" spc="-106">
                <a:latin typeface="Times New Roman"/>
                <a:cs typeface="Times New Roman"/>
              </a:rPr>
              <a:t>3</a:t>
            </a:r>
            <a:r>
              <a:rPr dirty="0" smtClean="0" sz="2250" spc="-106">
                <a:latin typeface="Times New Roman"/>
                <a:cs typeface="Times New Roman"/>
              </a:rPr>
              <a:t>,</a:t>
            </a:r>
            <a:r>
              <a:rPr dirty="0" smtClean="0" sz="2250" spc="-106">
                <a:latin typeface="Times New Roman"/>
                <a:cs typeface="Times New Roman"/>
              </a:rPr>
              <a:t>2</a:t>
            </a:r>
            <a:r>
              <a:rPr dirty="0" smtClean="0" sz="2250" spc="-106">
                <a:latin typeface="Times New Roman"/>
                <a:cs typeface="Times New Roman"/>
              </a:rPr>
              <a:t>6</a:t>
            </a:r>
            <a:r>
              <a:rPr dirty="0" smtClean="0" sz="2250" spc="-106">
                <a:latin typeface="Times New Roman"/>
                <a:cs typeface="Times New Roman"/>
              </a:rPr>
              <a:t> </a:t>
            </a:r>
            <a:r>
              <a:rPr dirty="0" smtClean="0" sz="2250" spc="-36">
                <a:latin typeface="Symbol"/>
                <a:cs typeface="Symbol"/>
              </a:rPr>
              <a:t></a:t>
            </a:r>
            <a:r>
              <a:rPr dirty="0" smtClean="0" sz="2250" spc="-106">
                <a:latin typeface="Times New Roman"/>
                <a:cs typeface="Times New Roman"/>
              </a:rPr>
              <a:t> </a:t>
            </a:r>
            <a:r>
              <a:rPr dirty="0" smtClean="0" sz="2250" spc="-106">
                <a:latin typeface="Times New Roman"/>
                <a:cs typeface="Times New Roman"/>
              </a:rPr>
              <a:t>4</a:t>
            </a:r>
            <a:endParaRPr sz="22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650745" y="4640425"/>
            <a:ext cx="274421" cy="330200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>
                <a:latin typeface="Times New Roman"/>
                <a:cs typeface="Times New Roman"/>
              </a:rPr>
              <a:t>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194304" y="5383692"/>
            <a:ext cx="291185" cy="330200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>
                <a:latin typeface="Times New Roman"/>
                <a:cs typeface="Times New Roman"/>
              </a:rPr>
              <a:t>D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890514" y="5385200"/>
            <a:ext cx="455421" cy="279400"/>
          </a:xfrm>
          <a:prstGeom prst="rect">
            <a:avLst/>
          </a:prstGeom>
        </p:spPr>
        <p:txBody>
          <a:bodyPr wrap="square" lIns="0" tIns="13589" rIns="0" bIns="0" rtlCol="0">
            <a:noAutofit/>
          </a:bodyPr>
          <a:lstStyle/>
          <a:p>
            <a:pPr marL="12700">
              <a:lnSpc>
                <a:spcPts val="2140"/>
              </a:lnSpc>
            </a:pPr>
            <a:r>
              <a:rPr dirty="0" smtClean="0" sz="2000" spc="4">
                <a:latin typeface="Times New Roman"/>
                <a:cs typeface="Times New Roman"/>
              </a:rPr>
              <a:t>N</a:t>
            </a:r>
            <a:r>
              <a:rPr dirty="0" smtClean="0" sz="2000" spc="4">
                <a:latin typeface="Times New Roman"/>
                <a:cs typeface="Times New Roman"/>
              </a:rPr>
              <a:t> </a:t>
            </a:r>
            <a:r>
              <a:rPr dirty="0" smtClean="0" sz="2000" spc="4">
                <a:latin typeface="Times New Roman"/>
                <a:cs typeface="Times New Roman"/>
              </a:rPr>
              <a:t>=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344920" y="5385200"/>
            <a:ext cx="2845815" cy="279400"/>
          </a:xfrm>
          <a:prstGeom prst="rect">
            <a:avLst/>
          </a:prstGeom>
        </p:spPr>
        <p:txBody>
          <a:bodyPr wrap="square" lIns="0" tIns="13589" rIns="0" bIns="0" rtlCol="0">
            <a:noAutofit/>
          </a:bodyPr>
          <a:lstStyle/>
          <a:p>
            <a:pPr marL="12700">
              <a:lnSpc>
                <a:spcPts val="2140"/>
              </a:lnSpc>
            </a:pPr>
            <a:r>
              <a:rPr dirty="0" smtClean="0" sz="2000" spc="-3">
                <a:latin typeface="Times New Roman"/>
                <a:cs typeface="Times New Roman"/>
              </a:rPr>
              <a:t>J</a:t>
            </a:r>
            <a:r>
              <a:rPr dirty="0" smtClean="0" sz="2000" spc="-3">
                <a:latin typeface="Times New Roman"/>
                <a:cs typeface="Times New Roman"/>
              </a:rPr>
              <a:t>um</a:t>
            </a:r>
            <a:r>
              <a:rPr dirty="0" smtClean="0" sz="2000" spc="-3">
                <a:latin typeface="Times New Roman"/>
                <a:cs typeface="Times New Roman"/>
              </a:rPr>
              <a:t>l</a:t>
            </a:r>
            <a:r>
              <a:rPr dirty="0" smtClean="0" sz="2000" spc="-3">
                <a:latin typeface="Times New Roman"/>
                <a:cs typeface="Times New Roman"/>
              </a:rPr>
              <a:t>a</a:t>
            </a:r>
            <a:r>
              <a:rPr dirty="0" smtClean="0" sz="2000" spc="-3">
                <a:latin typeface="Times New Roman"/>
                <a:cs typeface="Times New Roman"/>
              </a:rPr>
              <a:t>h</a:t>
            </a:r>
            <a:r>
              <a:rPr dirty="0" smtClean="0" sz="2000" spc="-3">
                <a:latin typeface="Times New Roman"/>
                <a:cs typeface="Times New Roman"/>
              </a:rPr>
              <a:t> </a:t>
            </a:r>
            <a:r>
              <a:rPr dirty="0" smtClean="0" sz="2000" spc="-3">
                <a:latin typeface="Times New Roman"/>
                <a:cs typeface="Times New Roman"/>
              </a:rPr>
              <a:t>sel</a:t>
            </a:r>
            <a:r>
              <a:rPr dirty="0" smtClean="0" sz="2000" spc="-3">
                <a:latin typeface="Times New Roman"/>
                <a:cs typeface="Times New Roman"/>
              </a:rPr>
              <a:t> </a:t>
            </a:r>
            <a:r>
              <a:rPr dirty="0" smtClean="0" sz="2000" spc="-3">
                <a:latin typeface="Times New Roman"/>
                <a:cs typeface="Times New Roman"/>
              </a:rPr>
              <a:t>p</a:t>
            </a:r>
            <a:r>
              <a:rPr dirty="0" smtClean="0" sz="2000" spc="-3">
                <a:latin typeface="Times New Roman"/>
                <a:cs typeface="Times New Roman"/>
              </a:rPr>
              <a:t>e</a:t>
            </a:r>
            <a:r>
              <a:rPr dirty="0" smtClean="0" sz="2000" spc="-3">
                <a:latin typeface="Times New Roman"/>
                <a:cs typeface="Times New Roman"/>
              </a:rPr>
              <a:t>n</a:t>
            </a:r>
            <a:r>
              <a:rPr dirty="0" smtClean="0" sz="2000" spc="-3">
                <a:latin typeface="Times New Roman"/>
                <a:cs typeface="Times New Roman"/>
              </a:rPr>
              <a:t>g</a:t>
            </a:r>
            <a:r>
              <a:rPr dirty="0" smtClean="0" sz="2000" spc="-3">
                <a:latin typeface="Times New Roman"/>
                <a:cs typeface="Times New Roman"/>
              </a:rPr>
              <a:t>in</a:t>
            </a:r>
            <a:r>
              <a:rPr dirty="0" smtClean="0" sz="2000" spc="-3">
                <a:latin typeface="Times New Roman"/>
                <a:cs typeface="Times New Roman"/>
              </a:rPr>
              <a:t>t</a:t>
            </a:r>
            <a:r>
              <a:rPr dirty="0" smtClean="0" sz="2000" spc="-3">
                <a:latin typeface="Times New Roman"/>
                <a:cs typeface="Times New Roman"/>
              </a:rPr>
              <a:t>e</a:t>
            </a:r>
            <a:r>
              <a:rPr dirty="0" smtClean="0" sz="2000" spc="-3">
                <a:latin typeface="Times New Roman"/>
                <a:cs typeface="Times New Roman"/>
              </a:rPr>
              <a:t>r</a:t>
            </a:r>
            <a:r>
              <a:rPr dirty="0" smtClean="0" sz="2000" spc="-3">
                <a:latin typeface="Times New Roman"/>
                <a:cs typeface="Times New Roman"/>
              </a:rPr>
              <a:t>f</a:t>
            </a:r>
            <a:r>
              <a:rPr dirty="0" smtClean="0" sz="2000" spc="-3">
                <a:latin typeface="Times New Roman"/>
                <a:cs typeface="Times New Roman"/>
              </a:rPr>
              <a:t>e</a:t>
            </a:r>
            <a:r>
              <a:rPr dirty="0" smtClean="0" sz="2000" spc="-3">
                <a:latin typeface="Times New Roman"/>
                <a:cs typeface="Times New Roman"/>
              </a:rPr>
              <a:t>r</a:t>
            </a:r>
            <a:r>
              <a:rPr dirty="0" smtClean="0" sz="2000" spc="-3">
                <a:latin typeface="Times New Roman"/>
                <a:cs typeface="Times New Roman"/>
              </a:rPr>
              <a:t>e</a:t>
            </a:r>
            <a:r>
              <a:rPr dirty="0" smtClean="0" sz="2000" spc="-3">
                <a:latin typeface="Times New Roman"/>
                <a:cs typeface="Times New Roman"/>
              </a:rPr>
              <a:t>nsi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890514" y="5750960"/>
            <a:ext cx="2090419" cy="279400"/>
          </a:xfrm>
          <a:prstGeom prst="rect">
            <a:avLst/>
          </a:prstGeom>
        </p:spPr>
        <p:txBody>
          <a:bodyPr wrap="square" lIns="0" tIns="13589" rIns="0" bIns="0" rtlCol="0">
            <a:noAutofit/>
          </a:bodyPr>
          <a:lstStyle/>
          <a:p>
            <a:pPr marL="12700">
              <a:lnSpc>
                <a:spcPts val="2140"/>
              </a:lnSpc>
            </a:pPr>
            <a:r>
              <a:rPr dirty="0" smtClean="0" sz="2000">
                <a:latin typeface="Times New Roman"/>
                <a:cs typeface="Times New Roman"/>
              </a:rPr>
              <a:t>K</a:t>
            </a:r>
            <a:r>
              <a:rPr dirty="0" smtClean="0" sz="2000">
                <a:latin typeface="Times New Roman"/>
                <a:cs typeface="Times New Roman"/>
              </a:rPr>
              <a:t> </a:t>
            </a:r>
            <a:r>
              <a:rPr dirty="0" smtClean="0" sz="2000">
                <a:latin typeface="Times New Roman"/>
                <a:cs typeface="Times New Roman"/>
              </a:rPr>
              <a:t>=</a:t>
            </a:r>
            <a:r>
              <a:rPr dirty="0" smtClean="0" sz="2000">
                <a:latin typeface="Times New Roman"/>
                <a:cs typeface="Times New Roman"/>
              </a:rPr>
              <a:t> </a:t>
            </a:r>
            <a:r>
              <a:rPr dirty="0" smtClean="0" sz="2000">
                <a:latin typeface="Times New Roman"/>
                <a:cs typeface="Times New Roman"/>
              </a:rPr>
              <a:t>Uku</a:t>
            </a:r>
            <a:r>
              <a:rPr dirty="0" smtClean="0" sz="2000">
                <a:latin typeface="Times New Roman"/>
                <a:cs typeface="Times New Roman"/>
              </a:rPr>
              <a:t>r</a:t>
            </a:r>
            <a:r>
              <a:rPr dirty="0" smtClean="0" sz="2000">
                <a:latin typeface="Times New Roman"/>
                <a:cs typeface="Times New Roman"/>
              </a:rPr>
              <a:t>a</a:t>
            </a:r>
            <a:r>
              <a:rPr dirty="0" smtClean="0" sz="2000">
                <a:latin typeface="Times New Roman"/>
                <a:cs typeface="Times New Roman"/>
              </a:rPr>
              <a:t>n</a:t>
            </a:r>
            <a:r>
              <a:rPr dirty="0" smtClean="0" sz="2000">
                <a:latin typeface="Times New Roman"/>
                <a:cs typeface="Times New Roman"/>
              </a:rPr>
              <a:t> </a:t>
            </a:r>
            <a:r>
              <a:rPr dirty="0" smtClean="0" sz="2000">
                <a:latin typeface="Times New Roman"/>
                <a:cs typeface="Times New Roman"/>
              </a:rPr>
              <a:t>Klus</a:t>
            </a:r>
            <a:r>
              <a:rPr dirty="0" smtClean="0" sz="2000">
                <a:latin typeface="Times New Roman"/>
                <a:cs typeface="Times New Roman"/>
              </a:rPr>
              <a:t>t</a:t>
            </a:r>
            <a:r>
              <a:rPr dirty="0" smtClean="0" sz="2000">
                <a:latin typeface="Times New Roman"/>
                <a:cs typeface="Times New Roman"/>
              </a:rPr>
              <a:t>e</a:t>
            </a:r>
            <a:r>
              <a:rPr dirty="0" smtClean="0" sz="2000">
                <a:latin typeface="Times New Roman"/>
                <a:cs typeface="Times New Roman"/>
              </a:rPr>
              <a:t>r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31140" y="6472848"/>
            <a:ext cx="1024727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b="1">
                <a:latin typeface="Georgia"/>
                <a:cs typeface="Georgia"/>
              </a:rPr>
              <a:t>M</a:t>
            </a:r>
            <a:r>
              <a:rPr dirty="0" smtClean="0" sz="1800" b="1">
                <a:latin typeface="Georgia"/>
                <a:cs typeface="Georgia"/>
              </a:rPr>
              <a:t>o</a:t>
            </a:r>
            <a:r>
              <a:rPr dirty="0" smtClean="0" sz="1800" b="1">
                <a:latin typeface="Georgia"/>
                <a:cs typeface="Georgia"/>
              </a:rPr>
              <a:t>d</a:t>
            </a:r>
            <a:r>
              <a:rPr dirty="0" smtClean="0" sz="1800" b="1">
                <a:latin typeface="Georgia"/>
                <a:cs typeface="Georgia"/>
              </a:rPr>
              <a:t>ul</a:t>
            </a:r>
            <a:r>
              <a:rPr dirty="0" smtClean="0" sz="1800" b="1">
                <a:latin typeface="Georgia"/>
                <a:cs typeface="Georgia"/>
              </a:rPr>
              <a:t> </a:t>
            </a:r>
            <a:r>
              <a:rPr dirty="0" smtClean="0" sz="1800" b="1"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12875" y="6472848"/>
            <a:ext cx="4393493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0" b="1">
                <a:latin typeface="Georgia"/>
                <a:cs typeface="Georgia"/>
              </a:rPr>
              <a:t>S</a:t>
            </a:r>
            <a:r>
              <a:rPr dirty="0" smtClean="0" sz="1800" spc="0" b="1">
                <a:latin typeface="Georgia"/>
                <a:cs typeface="Georgia"/>
              </a:rPr>
              <a:t>istem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K</a:t>
            </a:r>
            <a:r>
              <a:rPr dirty="0" smtClean="0" sz="1800" spc="0" b="1">
                <a:latin typeface="Georgia"/>
                <a:cs typeface="Georgia"/>
              </a:rPr>
              <a:t>o</a:t>
            </a: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unik</a:t>
            </a:r>
            <a:r>
              <a:rPr dirty="0" smtClean="0" sz="1800" spc="0" b="1">
                <a:latin typeface="Georgia"/>
                <a:cs typeface="Georgia"/>
              </a:rPr>
              <a:t>a</a:t>
            </a:r>
            <a:r>
              <a:rPr dirty="0" smtClean="0" sz="1800" spc="0" b="1">
                <a:latin typeface="Georgia"/>
                <a:cs typeface="Georgia"/>
              </a:rPr>
              <a:t>si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B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r>
              <a:rPr dirty="0" smtClean="0" sz="1800" spc="0" b="1">
                <a:latin typeface="Georgia"/>
                <a:cs typeface="Georgia"/>
              </a:rPr>
              <a:t>g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r>
              <a:rPr dirty="0" smtClean="0" sz="1800" spc="0" b="1">
                <a:latin typeface="Georgia"/>
                <a:cs typeface="Georgia"/>
              </a:rPr>
              <a:t>a</a:t>
            </a:r>
            <a:r>
              <a:rPr dirty="0" smtClean="0" sz="1800" spc="0" b="1">
                <a:latin typeface="Georgia"/>
                <a:cs typeface="Georgia"/>
              </a:rPr>
              <a:t>k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S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lul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494520" y="6472848"/>
            <a:ext cx="297827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b="1">
                <a:latin typeface="Georgia"/>
                <a:cs typeface="Georgia"/>
              </a:rPr>
              <a:t>17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14420" y="2402840"/>
            <a:ext cx="1910079" cy="1115060"/>
          </a:xfrm>
          <a:prstGeom prst="rect">
            <a:avLst/>
          </a:prstGeom>
        </p:spPr>
        <p:txBody>
          <a:bodyPr wrap="square" lIns="0" tIns="46355" rIns="0" bIns="0" rtlCol="0">
            <a:noAutofit/>
          </a:bodyPr>
          <a:lstStyle/>
          <a:p>
            <a:pPr marL="123312">
              <a:lnSpc>
                <a:spcPts val="3120"/>
              </a:lnSpc>
            </a:pPr>
            <a:r>
              <a:rPr dirty="0" smtClean="0" baseline="-11221" sz="4650" spc="19" i="1" u="heavy">
                <a:latin typeface="Times New Roman"/>
                <a:cs typeface="Times New Roman"/>
              </a:rPr>
              <a:t>C</a:t>
            </a:r>
            <a:r>
              <a:rPr dirty="0" smtClean="0" baseline="-11221" sz="4650" spc="0" i="1">
                <a:latin typeface="Times New Roman"/>
                <a:cs typeface="Times New Roman"/>
              </a:rPr>
              <a:t>    </a:t>
            </a:r>
            <a:r>
              <a:rPr dirty="0" smtClean="0" baseline="-11221" sz="4650" spc="-169" i="1">
                <a:latin typeface="Times New Roman"/>
                <a:cs typeface="Times New Roman"/>
              </a:rPr>
              <a:t> </a:t>
            </a:r>
            <a:r>
              <a:rPr dirty="0" smtClean="0" baseline="-11221" sz="4650" spc="154" u="heavy">
                <a:latin typeface="Times New Roman"/>
                <a:cs typeface="Times New Roman"/>
              </a:rPr>
              <a:t>9</a:t>
            </a:r>
            <a:r>
              <a:rPr dirty="0" smtClean="0" baseline="-11221" sz="4650" spc="19" i="1" u="heavy">
                <a:latin typeface="Times New Roman"/>
                <a:cs typeface="Times New Roman"/>
              </a:rPr>
              <a:t>K</a:t>
            </a:r>
            <a:r>
              <a:rPr dirty="0" smtClean="0" baseline="-11221" sz="4650" spc="-302" i="1" u="heavy">
                <a:latin typeface="Times New Roman"/>
                <a:cs typeface="Times New Roman"/>
              </a:rPr>
              <a:t> </a:t>
            </a:r>
            <a:r>
              <a:rPr dirty="0" smtClean="0" baseline="25767" sz="2700" spc="0" u="heavy">
                <a:latin typeface="Times New Roman"/>
                <a:cs typeface="Times New Roman"/>
              </a:rPr>
              <a:t>2</a:t>
            </a:r>
            <a:r>
              <a:rPr dirty="0" smtClean="0" baseline="25767" sz="2700" spc="0" u="heavy">
                <a:latin typeface="Times New Roman"/>
                <a:cs typeface="Times New Roman"/>
              </a:rPr>
              <a:t> </a:t>
            </a:r>
            <a:endParaRPr sz="1800">
              <a:latin typeface="Times New Roman"/>
              <a:cs typeface="Times New Roman"/>
            </a:endParaRPr>
          </a:p>
          <a:p>
            <a:pPr marL="190626">
              <a:lnSpc>
                <a:spcPts val="4970"/>
              </a:lnSpc>
              <a:spcBef>
                <a:spcPts val="248"/>
              </a:spcBef>
            </a:pPr>
            <a:r>
              <a:rPr dirty="0" smtClean="0" sz="3100" spc="0" i="1">
                <a:latin typeface="Times New Roman"/>
                <a:cs typeface="Times New Roman"/>
              </a:rPr>
              <a:t>I</a:t>
            </a:r>
            <a:r>
              <a:rPr dirty="0" smtClean="0" sz="3100" spc="0" i="1">
                <a:latin typeface="Times New Roman"/>
                <a:cs typeface="Times New Roman"/>
              </a:rPr>
              <a:t> </a:t>
            </a:r>
            <a:r>
              <a:rPr dirty="0" smtClean="0" sz="3100" spc="95" i="1">
                <a:latin typeface="Times New Roman"/>
                <a:cs typeface="Times New Roman"/>
              </a:rPr>
              <a:t> </a:t>
            </a:r>
            <a:r>
              <a:rPr dirty="0" smtClean="0" baseline="35985" sz="4650" spc="0">
                <a:latin typeface="Symbol"/>
                <a:cs typeface="Symbol"/>
              </a:rPr>
              <a:t></a:t>
            </a:r>
            <a:r>
              <a:rPr dirty="0" smtClean="0" baseline="38338" sz="4650" spc="0">
                <a:latin typeface="Times New Roman"/>
                <a:cs typeface="Times New Roman"/>
              </a:rPr>
              <a:t>  </a:t>
            </a:r>
            <a:r>
              <a:rPr dirty="0" smtClean="0" baseline="38338" sz="4650" spc="216">
                <a:latin typeface="Times New Roman"/>
                <a:cs typeface="Times New Roman"/>
              </a:rPr>
              <a:t> </a:t>
            </a:r>
            <a:r>
              <a:rPr dirty="0" smtClean="0" sz="3100" spc="19" i="1">
                <a:latin typeface="Times New Roman"/>
                <a:cs typeface="Times New Roman"/>
              </a:rPr>
              <a:t>N</a:t>
            </a:r>
            <a:endParaRPr sz="3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74891" y="1961125"/>
            <a:ext cx="83263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" name="object 3"/>
          <p:cNvSpPr txBox="1"/>
          <p:nvPr/>
        </p:nvSpPr>
        <p:spPr>
          <a:xfrm>
            <a:off x="5122826" y="2526180"/>
            <a:ext cx="57304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" name="object 2"/>
          <p:cNvSpPr txBox="1"/>
          <p:nvPr/>
        </p:nvSpPr>
        <p:spPr>
          <a:xfrm>
            <a:off x="4948693" y="2701000"/>
            <a:ext cx="59141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object 258"/>
          <p:cNvSpPr/>
          <p:nvPr/>
        </p:nvSpPr>
        <p:spPr>
          <a:xfrm>
            <a:off x="0" y="6400800"/>
            <a:ext cx="9903460" cy="457196"/>
          </a:xfrm>
          <a:custGeom>
            <a:avLst/>
            <a:gdLst/>
            <a:ahLst/>
            <a:cxnLst/>
            <a:rect l="l" t="t" r="r" b="b"/>
            <a:pathLst>
              <a:path w="9903460" h="457196">
                <a:moveTo>
                  <a:pt x="9903460" y="457196"/>
                </a:moveTo>
                <a:lnTo>
                  <a:pt x="9903460" y="0"/>
                </a:lnTo>
                <a:lnTo>
                  <a:pt x="0" y="0"/>
                </a:lnTo>
                <a:lnTo>
                  <a:pt x="0" y="457196"/>
                </a:lnTo>
                <a:lnTo>
                  <a:pt x="9903460" y="457196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59" name="object 259"/>
          <p:cNvSpPr/>
          <p:nvPr/>
        </p:nvSpPr>
        <p:spPr>
          <a:xfrm>
            <a:off x="153670" y="640207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58419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56" name="object 256"/>
          <p:cNvSpPr/>
          <p:nvPr/>
        </p:nvSpPr>
        <p:spPr>
          <a:xfrm>
            <a:off x="0" y="0"/>
            <a:ext cx="9903460" cy="609600"/>
          </a:xfrm>
          <a:custGeom>
            <a:avLst/>
            <a:gdLst/>
            <a:ahLst/>
            <a:cxnLst/>
            <a:rect l="l" t="t" r="r" b="b"/>
            <a:pathLst>
              <a:path w="9903460" h="609600">
                <a:moveTo>
                  <a:pt x="0" y="609600"/>
                </a:moveTo>
                <a:lnTo>
                  <a:pt x="9903460" y="609600"/>
                </a:lnTo>
                <a:lnTo>
                  <a:pt x="9903460" y="0"/>
                </a:lnTo>
                <a:lnTo>
                  <a:pt x="0" y="0"/>
                </a:lnTo>
                <a:lnTo>
                  <a:pt x="0" y="60960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57" name="object 257"/>
          <p:cNvSpPr/>
          <p:nvPr/>
        </p:nvSpPr>
        <p:spPr>
          <a:xfrm>
            <a:off x="111760" y="60960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76200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3" name="object 173"/>
          <p:cNvSpPr/>
          <p:nvPr/>
        </p:nvSpPr>
        <p:spPr>
          <a:xfrm>
            <a:off x="2865079" y="3954575"/>
            <a:ext cx="778545" cy="364459"/>
          </a:xfrm>
          <a:custGeom>
            <a:avLst/>
            <a:gdLst/>
            <a:ahLst/>
            <a:cxnLst/>
            <a:rect l="l" t="t" r="r" b="b"/>
            <a:pathLst>
              <a:path w="778545" h="364459">
                <a:moveTo>
                  <a:pt x="0" y="364459"/>
                </a:moveTo>
                <a:lnTo>
                  <a:pt x="198284" y="0"/>
                </a:lnTo>
                <a:lnTo>
                  <a:pt x="576683" y="0"/>
                </a:lnTo>
                <a:lnTo>
                  <a:pt x="778545" y="364459"/>
                </a:lnTo>
              </a:path>
            </a:pathLst>
          </a:custGeom>
          <a:ln w="720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4" name="object 174"/>
          <p:cNvSpPr/>
          <p:nvPr/>
        </p:nvSpPr>
        <p:spPr>
          <a:xfrm>
            <a:off x="2865079" y="4319034"/>
            <a:ext cx="778545" cy="364605"/>
          </a:xfrm>
          <a:custGeom>
            <a:avLst/>
            <a:gdLst/>
            <a:ahLst/>
            <a:cxnLst/>
            <a:rect l="l" t="t" r="r" b="b"/>
            <a:pathLst>
              <a:path w="778545" h="364605">
                <a:moveTo>
                  <a:pt x="0" y="0"/>
                </a:moveTo>
                <a:lnTo>
                  <a:pt x="198284" y="364605"/>
                </a:lnTo>
                <a:lnTo>
                  <a:pt x="576683" y="364605"/>
                </a:lnTo>
                <a:lnTo>
                  <a:pt x="778545" y="0"/>
                </a:lnTo>
              </a:path>
            </a:pathLst>
          </a:custGeom>
          <a:ln w="720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5" name="object 175"/>
          <p:cNvSpPr/>
          <p:nvPr/>
        </p:nvSpPr>
        <p:spPr>
          <a:xfrm>
            <a:off x="3445297" y="3582771"/>
            <a:ext cx="774909" cy="364605"/>
          </a:xfrm>
          <a:custGeom>
            <a:avLst/>
            <a:gdLst/>
            <a:ahLst/>
            <a:cxnLst/>
            <a:rect l="l" t="t" r="r" b="b"/>
            <a:pathLst>
              <a:path w="774909" h="364605">
                <a:moveTo>
                  <a:pt x="0" y="364605"/>
                </a:moveTo>
                <a:lnTo>
                  <a:pt x="198328" y="0"/>
                </a:lnTo>
                <a:lnTo>
                  <a:pt x="576727" y="0"/>
                </a:lnTo>
                <a:lnTo>
                  <a:pt x="774909" y="364605"/>
                </a:lnTo>
              </a:path>
            </a:pathLst>
          </a:custGeom>
          <a:ln w="720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6" name="object 176"/>
          <p:cNvSpPr/>
          <p:nvPr/>
        </p:nvSpPr>
        <p:spPr>
          <a:xfrm>
            <a:off x="3445297" y="3947377"/>
            <a:ext cx="774909" cy="364459"/>
          </a:xfrm>
          <a:custGeom>
            <a:avLst/>
            <a:gdLst/>
            <a:ahLst/>
            <a:cxnLst/>
            <a:rect l="l" t="t" r="r" b="b"/>
            <a:pathLst>
              <a:path w="774909" h="364459">
                <a:moveTo>
                  <a:pt x="0" y="0"/>
                </a:moveTo>
                <a:lnTo>
                  <a:pt x="198328" y="364459"/>
                </a:lnTo>
                <a:lnTo>
                  <a:pt x="576727" y="364459"/>
                </a:lnTo>
                <a:lnTo>
                  <a:pt x="774909" y="0"/>
                </a:lnTo>
              </a:path>
            </a:pathLst>
          </a:custGeom>
          <a:ln w="720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7" name="object 177"/>
          <p:cNvSpPr/>
          <p:nvPr/>
        </p:nvSpPr>
        <p:spPr>
          <a:xfrm>
            <a:off x="3445297" y="4311836"/>
            <a:ext cx="774909" cy="364605"/>
          </a:xfrm>
          <a:custGeom>
            <a:avLst/>
            <a:gdLst/>
            <a:ahLst/>
            <a:cxnLst/>
            <a:rect l="l" t="t" r="r" b="b"/>
            <a:pathLst>
              <a:path w="774909" h="364605">
                <a:moveTo>
                  <a:pt x="0" y="364605"/>
                </a:moveTo>
                <a:lnTo>
                  <a:pt x="198328" y="0"/>
                </a:lnTo>
                <a:lnTo>
                  <a:pt x="576727" y="0"/>
                </a:lnTo>
                <a:lnTo>
                  <a:pt x="774909" y="364605"/>
                </a:lnTo>
              </a:path>
            </a:pathLst>
          </a:custGeom>
          <a:ln w="720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8" name="object 178"/>
          <p:cNvSpPr/>
          <p:nvPr/>
        </p:nvSpPr>
        <p:spPr>
          <a:xfrm>
            <a:off x="3445297" y="4676442"/>
            <a:ext cx="774909" cy="364855"/>
          </a:xfrm>
          <a:custGeom>
            <a:avLst/>
            <a:gdLst/>
            <a:ahLst/>
            <a:cxnLst/>
            <a:rect l="l" t="t" r="r" b="b"/>
            <a:pathLst>
              <a:path w="774909" h="364855">
                <a:moveTo>
                  <a:pt x="0" y="0"/>
                </a:moveTo>
                <a:lnTo>
                  <a:pt x="198328" y="364855"/>
                </a:lnTo>
                <a:lnTo>
                  <a:pt x="576727" y="364855"/>
                </a:lnTo>
                <a:lnTo>
                  <a:pt x="774909" y="0"/>
                </a:lnTo>
              </a:path>
            </a:pathLst>
          </a:custGeom>
          <a:ln w="720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9" name="object 179"/>
          <p:cNvSpPr/>
          <p:nvPr/>
        </p:nvSpPr>
        <p:spPr>
          <a:xfrm>
            <a:off x="2298894" y="5051728"/>
            <a:ext cx="778457" cy="364547"/>
          </a:xfrm>
          <a:custGeom>
            <a:avLst/>
            <a:gdLst/>
            <a:ahLst/>
            <a:cxnLst/>
            <a:rect l="l" t="t" r="r" b="b"/>
            <a:pathLst>
              <a:path w="778457" h="364547">
                <a:moveTo>
                  <a:pt x="0" y="364547"/>
                </a:moveTo>
                <a:lnTo>
                  <a:pt x="198240" y="0"/>
                </a:lnTo>
                <a:lnTo>
                  <a:pt x="576654" y="0"/>
                </a:lnTo>
                <a:lnTo>
                  <a:pt x="778457" y="364547"/>
                </a:lnTo>
              </a:path>
            </a:pathLst>
          </a:custGeom>
          <a:ln w="720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0" name="object 180"/>
          <p:cNvSpPr/>
          <p:nvPr/>
        </p:nvSpPr>
        <p:spPr>
          <a:xfrm>
            <a:off x="2298894" y="5416275"/>
            <a:ext cx="778457" cy="364532"/>
          </a:xfrm>
          <a:custGeom>
            <a:avLst/>
            <a:gdLst/>
            <a:ahLst/>
            <a:cxnLst/>
            <a:rect l="l" t="t" r="r" b="b"/>
            <a:pathLst>
              <a:path w="778457" h="364532">
                <a:moveTo>
                  <a:pt x="0" y="0"/>
                </a:moveTo>
                <a:lnTo>
                  <a:pt x="198240" y="364532"/>
                </a:lnTo>
                <a:lnTo>
                  <a:pt x="576654" y="364532"/>
                </a:lnTo>
                <a:lnTo>
                  <a:pt x="778457" y="0"/>
                </a:lnTo>
              </a:path>
            </a:pathLst>
          </a:custGeom>
          <a:ln w="720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1" name="object 181"/>
          <p:cNvSpPr/>
          <p:nvPr/>
        </p:nvSpPr>
        <p:spPr>
          <a:xfrm>
            <a:off x="2879170" y="4679968"/>
            <a:ext cx="774909" cy="364561"/>
          </a:xfrm>
          <a:custGeom>
            <a:avLst/>
            <a:gdLst/>
            <a:ahLst/>
            <a:cxnLst/>
            <a:rect l="l" t="t" r="r" b="b"/>
            <a:pathLst>
              <a:path w="774909" h="364561">
                <a:moveTo>
                  <a:pt x="0" y="364561"/>
                </a:moveTo>
                <a:lnTo>
                  <a:pt x="198181" y="0"/>
                </a:lnTo>
                <a:lnTo>
                  <a:pt x="577022" y="0"/>
                </a:lnTo>
                <a:lnTo>
                  <a:pt x="774909" y="364561"/>
                </a:lnTo>
              </a:path>
            </a:pathLst>
          </a:custGeom>
          <a:ln w="720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2" name="object 182"/>
          <p:cNvSpPr/>
          <p:nvPr/>
        </p:nvSpPr>
        <p:spPr>
          <a:xfrm>
            <a:off x="2879170" y="5044530"/>
            <a:ext cx="774909" cy="364547"/>
          </a:xfrm>
          <a:custGeom>
            <a:avLst/>
            <a:gdLst/>
            <a:ahLst/>
            <a:cxnLst/>
            <a:rect l="l" t="t" r="r" b="b"/>
            <a:pathLst>
              <a:path w="774909" h="364547">
                <a:moveTo>
                  <a:pt x="0" y="0"/>
                </a:moveTo>
                <a:lnTo>
                  <a:pt x="198181" y="364547"/>
                </a:lnTo>
                <a:lnTo>
                  <a:pt x="577022" y="364547"/>
                </a:lnTo>
                <a:lnTo>
                  <a:pt x="774909" y="0"/>
                </a:lnTo>
              </a:path>
            </a:pathLst>
          </a:custGeom>
          <a:ln w="720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3" name="object 183"/>
          <p:cNvSpPr/>
          <p:nvPr/>
        </p:nvSpPr>
        <p:spPr>
          <a:xfrm>
            <a:off x="2879170" y="5409077"/>
            <a:ext cx="774909" cy="364532"/>
          </a:xfrm>
          <a:custGeom>
            <a:avLst/>
            <a:gdLst/>
            <a:ahLst/>
            <a:cxnLst/>
            <a:rect l="l" t="t" r="r" b="b"/>
            <a:pathLst>
              <a:path w="774909" h="364532">
                <a:moveTo>
                  <a:pt x="0" y="364532"/>
                </a:moveTo>
                <a:lnTo>
                  <a:pt x="198181" y="0"/>
                </a:lnTo>
                <a:lnTo>
                  <a:pt x="577022" y="0"/>
                </a:lnTo>
                <a:lnTo>
                  <a:pt x="774909" y="364532"/>
                </a:lnTo>
              </a:path>
            </a:pathLst>
          </a:custGeom>
          <a:ln w="720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4" name="object 184"/>
          <p:cNvSpPr/>
          <p:nvPr/>
        </p:nvSpPr>
        <p:spPr>
          <a:xfrm>
            <a:off x="2879170" y="5773609"/>
            <a:ext cx="774909" cy="364547"/>
          </a:xfrm>
          <a:custGeom>
            <a:avLst/>
            <a:gdLst/>
            <a:ahLst/>
            <a:cxnLst/>
            <a:rect l="l" t="t" r="r" b="b"/>
            <a:pathLst>
              <a:path w="774909" h="364547">
                <a:moveTo>
                  <a:pt x="0" y="0"/>
                </a:moveTo>
                <a:lnTo>
                  <a:pt x="198181" y="364547"/>
                </a:lnTo>
                <a:lnTo>
                  <a:pt x="577022" y="364547"/>
                </a:lnTo>
                <a:lnTo>
                  <a:pt x="774909" y="0"/>
                </a:lnTo>
              </a:path>
            </a:pathLst>
          </a:custGeom>
          <a:ln w="720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5" name="object 185"/>
          <p:cNvSpPr/>
          <p:nvPr/>
        </p:nvSpPr>
        <p:spPr>
          <a:xfrm>
            <a:off x="3604607" y="4181242"/>
            <a:ext cx="28564" cy="0"/>
          </a:xfrm>
          <a:custGeom>
            <a:avLst/>
            <a:gdLst/>
            <a:ahLst/>
            <a:cxnLst/>
            <a:rect l="l" t="t" r="r" b="b"/>
            <a:pathLst>
              <a:path w="28564" h="0">
                <a:moveTo>
                  <a:pt x="28564" y="0"/>
                </a:moveTo>
                <a:lnTo>
                  <a:pt x="24883" y="0"/>
                </a:lnTo>
                <a:lnTo>
                  <a:pt x="17668" y="0"/>
                </a:lnTo>
                <a:lnTo>
                  <a:pt x="7214" y="0"/>
                </a:lnTo>
                <a:lnTo>
                  <a:pt x="0" y="0"/>
                </a:lnTo>
              </a:path>
            </a:pathLst>
          </a:custGeom>
          <a:ln w="1405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6" name="object 186"/>
          <p:cNvSpPr/>
          <p:nvPr/>
        </p:nvSpPr>
        <p:spPr>
          <a:xfrm>
            <a:off x="3527013" y="4205627"/>
            <a:ext cx="20907" cy="18068"/>
          </a:xfrm>
          <a:custGeom>
            <a:avLst/>
            <a:gdLst/>
            <a:ahLst/>
            <a:cxnLst/>
            <a:rect l="l" t="t" r="r" b="b"/>
            <a:pathLst>
              <a:path w="20907" h="18068">
                <a:moveTo>
                  <a:pt x="20907" y="0"/>
                </a:moveTo>
                <a:lnTo>
                  <a:pt x="11251" y="8374"/>
                </a:lnTo>
                <a:lnTo>
                  <a:pt x="1650" y="16388"/>
                </a:lnTo>
                <a:lnTo>
                  <a:pt x="0" y="18068"/>
                </a:lnTo>
              </a:path>
            </a:pathLst>
          </a:custGeom>
          <a:ln w="140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7" name="object 187"/>
          <p:cNvSpPr/>
          <p:nvPr/>
        </p:nvSpPr>
        <p:spPr>
          <a:xfrm>
            <a:off x="3527013" y="4223696"/>
            <a:ext cx="0" cy="3231"/>
          </a:xfrm>
          <a:custGeom>
            <a:avLst/>
            <a:gdLst/>
            <a:ahLst/>
            <a:cxnLst/>
            <a:rect l="l" t="t" r="r" b="b"/>
            <a:pathLst>
              <a:path w="0" h="3231">
                <a:moveTo>
                  <a:pt x="0" y="0"/>
                </a:moveTo>
                <a:lnTo>
                  <a:pt x="0" y="3231"/>
                </a:lnTo>
              </a:path>
            </a:pathLst>
          </a:custGeom>
          <a:ln w="1408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8" name="object 188"/>
          <p:cNvSpPr/>
          <p:nvPr/>
        </p:nvSpPr>
        <p:spPr>
          <a:xfrm>
            <a:off x="3487996" y="4276580"/>
            <a:ext cx="6772" cy="32024"/>
          </a:xfrm>
          <a:custGeom>
            <a:avLst/>
            <a:gdLst/>
            <a:ahLst/>
            <a:cxnLst/>
            <a:rect l="l" t="t" r="r" b="b"/>
            <a:pathLst>
              <a:path w="6772" h="32024">
                <a:moveTo>
                  <a:pt x="6772" y="0"/>
                </a:moveTo>
                <a:lnTo>
                  <a:pt x="3093" y="12497"/>
                </a:lnTo>
                <a:lnTo>
                  <a:pt x="488" y="24853"/>
                </a:lnTo>
                <a:lnTo>
                  <a:pt x="0" y="32024"/>
                </a:lnTo>
              </a:path>
            </a:pathLst>
          </a:custGeom>
          <a:ln w="1408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9" name="object 189"/>
          <p:cNvSpPr/>
          <p:nvPr/>
        </p:nvSpPr>
        <p:spPr>
          <a:xfrm>
            <a:off x="3491529" y="4368687"/>
            <a:ext cx="10453" cy="24826"/>
          </a:xfrm>
          <a:custGeom>
            <a:avLst/>
            <a:gdLst/>
            <a:ahLst/>
            <a:cxnLst/>
            <a:rect l="l" t="t" r="r" b="b"/>
            <a:pathLst>
              <a:path w="10453" h="24826">
                <a:moveTo>
                  <a:pt x="0" y="0"/>
                </a:moveTo>
                <a:lnTo>
                  <a:pt x="4814" y="11542"/>
                </a:lnTo>
                <a:lnTo>
                  <a:pt x="9847" y="23560"/>
                </a:lnTo>
                <a:lnTo>
                  <a:pt x="10453" y="24826"/>
                </a:lnTo>
              </a:path>
            </a:pathLst>
          </a:custGeom>
          <a:ln w="1407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0" name="object 190"/>
          <p:cNvSpPr/>
          <p:nvPr/>
        </p:nvSpPr>
        <p:spPr>
          <a:xfrm>
            <a:off x="3537467" y="4439199"/>
            <a:ext cx="24883" cy="18068"/>
          </a:xfrm>
          <a:custGeom>
            <a:avLst/>
            <a:gdLst/>
            <a:ahLst/>
            <a:cxnLst/>
            <a:rect l="l" t="t" r="r" b="b"/>
            <a:pathLst>
              <a:path w="24883" h="18068">
                <a:moveTo>
                  <a:pt x="0" y="0"/>
                </a:moveTo>
                <a:lnTo>
                  <a:pt x="9034" y="8669"/>
                </a:lnTo>
                <a:lnTo>
                  <a:pt x="19545" y="15849"/>
                </a:lnTo>
                <a:lnTo>
                  <a:pt x="24883" y="18068"/>
                </a:lnTo>
              </a:path>
            </a:pathLst>
          </a:custGeom>
          <a:ln w="1406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1" name="object 191"/>
          <p:cNvSpPr/>
          <p:nvPr/>
        </p:nvSpPr>
        <p:spPr>
          <a:xfrm>
            <a:off x="3615356" y="4474895"/>
            <a:ext cx="17815" cy="0"/>
          </a:xfrm>
          <a:custGeom>
            <a:avLst/>
            <a:gdLst/>
            <a:ahLst/>
            <a:cxnLst/>
            <a:rect l="l" t="t" r="r" b="b"/>
            <a:pathLst>
              <a:path w="17815" h="0">
                <a:moveTo>
                  <a:pt x="0" y="0"/>
                </a:moveTo>
                <a:lnTo>
                  <a:pt x="3386" y="0"/>
                </a:lnTo>
                <a:lnTo>
                  <a:pt x="10601" y="0"/>
                </a:lnTo>
                <a:lnTo>
                  <a:pt x="14134" y="0"/>
                </a:lnTo>
                <a:lnTo>
                  <a:pt x="17815" y="0"/>
                </a:lnTo>
              </a:path>
            </a:pathLst>
          </a:custGeom>
          <a:ln w="1405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2" name="object 192"/>
          <p:cNvSpPr/>
          <p:nvPr/>
        </p:nvSpPr>
        <p:spPr>
          <a:xfrm>
            <a:off x="3633171" y="4474895"/>
            <a:ext cx="6772" cy="0"/>
          </a:xfrm>
          <a:custGeom>
            <a:avLst/>
            <a:gdLst/>
            <a:ahLst/>
            <a:cxnLst/>
            <a:rect l="l" t="t" r="r" b="b"/>
            <a:pathLst>
              <a:path w="6772" h="0">
                <a:moveTo>
                  <a:pt x="0" y="0"/>
                </a:moveTo>
                <a:lnTo>
                  <a:pt x="3239" y="0"/>
                </a:lnTo>
                <a:lnTo>
                  <a:pt x="6772" y="0"/>
                </a:lnTo>
              </a:path>
            </a:pathLst>
          </a:custGeom>
          <a:ln w="1405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3" name="object 193"/>
          <p:cNvSpPr/>
          <p:nvPr/>
        </p:nvSpPr>
        <p:spPr>
          <a:xfrm>
            <a:off x="3693097" y="4446397"/>
            <a:ext cx="24883" cy="14396"/>
          </a:xfrm>
          <a:custGeom>
            <a:avLst/>
            <a:gdLst/>
            <a:ahLst/>
            <a:cxnLst/>
            <a:rect l="l" t="t" r="r" b="b"/>
            <a:pathLst>
              <a:path w="24883" h="14396">
                <a:moveTo>
                  <a:pt x="0" y="14396"/>
                </a:moveTo>
                <a:lnTo>
                  <a:pt x="12359" y="8193"/>
                </a:lnTo>
                <a:lnTo>
                  <a:pt x="22368" y="1414"/>
                </a:lnTo>
                <a:lnTo>
                  <a:pt x="24883" y="0"/>
                </a:lnTo>
              </a:path>
            </a:pathLst>
          </a:custGeom>
          <a:ln w="1405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4" name="object 194"/>
          <p:cNvSpPr/>
          <p:nvPr/>
        </p:nvSpPr>
        <p:spPr>
          <a:xfrm>
            <a:off x="3753317" y="4379116"/>
            <a:ext cx="10453" cy="24826"/>
          </a:xfrm>
          <a:custGeom>
            <a:avLst/>
            <a:gdLst/>
            <a:ahLst/>
            <a:cxnLst/>
            <a:rect l="l" t="t" r="r" b="b"/>
            <a:pathLst>
              <a:path w="10453" h="24826">
                <a:moveTo>
                  <a:pt x="0" y="24826"/>
                </a:moveTo>
                <a:lnTo>
                  <a:pt x="4988" y="14461"/>
                </a:lnTo>
                <a:lnTo>
                  <a:pt x="9851" y="1821"/>
                </a:lnTo>
                <a:lnTo>
                  <a:pt x="10453" y="0"/>
                </a:lnTo>
              </a:path>
            </a:pathLst>
          </a:custGeom>
          <a:ln w="1407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5" name="object 195"/>
          <p:cNvSpPr/>
          <p:nvPr/>
        </p:nvSpPr>
        <p:spPr>
          <a:xfrm>
            <a:off x="3770985" y="4294208"/>
            <a:ext cx="0" cy="32024"/>
          </a:xfrm>
          <a:custGeom>
            <a:avLst/>
            <a:gdLst/>
            <a:ahLst/>
            <a:cxnLst/>
            <a:rect l="l" t="t" r="r" b="b"/>
            <a:pathLst>
              <a:path w="0" h="32024">
                <a:moveTo>
                  <a:pt x="0" y="32024"/>
                </a:moveTo>
                <a:lnTo>
                  <a:pt x="0" y="19358"/>
                </a:lnTo>
                <a:lnTo>
                  <a:pt x="0" y="6695"/>
                </a:lnTo>
                <a:lnTo>
                  <a:pt x="0" y="0"/>
                </a:lnTo>
              </a:path>
            </a:pathLst>
          </a:custGeom>
          <a:ln w="1408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6" name="object 196"/>
          <p:cNvSpPr/>
          <p:nvPr/>
        </p:nvSpPr>
        <p:spPr>
          <a:xfrm>
            <a:off x="3735648" y="4230600"/>
            <a:ext cx="10453" cy="14396"/>
          </a:xfrm>
          <a:custGeom>
            <a:avLst/>
            <a:gdLst/>
            <a:ahLst/>
            <a:cxnLst/>
            <a:rect l="l" t="t" r="r" b="b"/>
            <a:pathLst>
              <a:path w="10453" h="14396">
                <a:moveTo>
                  <a:pt x="10453" y="14396"/>
                </a:moveTo>
                <a:lnTo>
                  <a:pt x="6920" y="7198"/>
                </a:lnTo>
                <a:lnTo>
                  <a:pt x="3680" y="3525"/>
                </a:lnTo>
                <a:lnTo>
                  <a:pt x="0" y="0"/>
                </a:lnTo>
              </a:path>
            </a:pathLst>
          </a:custGeom>
          <a:ln w="1407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7" name="object 197"/>
          <p:cNvSpPr/>
          <p:nvPr/>
        </p:nvSpPr>
        <p:spPr>
          <a:xfrm>
            <a:off x="3728434" y="4223696"/>
            <a:ext cx="7214" cy="6904"/>
          </a:xfrm>
          <a:custGeom>
            <a:avLst/>
            <a:gdLst/>
            <a:ahLst/>
            <a:cxnLst/>
            <a:rect l="l" t="t" r="r" b="b"/>
            <a:pathLst>
              <a:path w="7214" h="6904">
                <a:moveTo>
                  <a:pt x="7214" y="6904"/>
                </a:moveTo>
                <a:lnTo>
                  <a:pt x="7214" y="3231"/>
                </a:lnTo>
                <a:lnTo>
                  <a:pt x="3680" y="0"/>
                </a:lnTo>
                <a:lnTo>
                  <a:pt x="0" y="0"/>
                </a:lnTo>
              </a:path>
            </a:pathLst>
          </a:custGeom>
          <a:ln w="1406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8" name="object 198"/>
          <p:cNvSpPr/>
          <p:nvPr/>
        </p:nvSpPr>
        <p:spPr>
          <a:xfrm>
            <a:off x="3650840" y="4181242"/>
            <a:ext cx="28122" cy="6757"/>
          </a:xfrm>
          <a:custGeom>
            <a:avLst/>
            <a:gdLst/>
            <a:ahLst/>
            <a:cxnLst/>
            <a:rect l="l" t="t" r="r" b="b"/>
            <a:pathLst>
              <a:path w="28122" h="6757">
                <a:moveTo>
                  <a:pt x="28122" y="6757"/>
                </a:moveTo>
                <a:lnTo>
                  <a:pt x="17019" y="2531"/>
                </a:lnTo>
                <a:lnTo>
                  <a:pt x="3813" y="138"/>
                </a:lnTo>
                <a:lnTo>
                  <a:pt x="0" y="0"/>
                </a:lnTo>
              </a:path>
            </a:pathLst>
          </a:custGeom>
          <a:ln w="1405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9" name="object 199"/>
          <p:cNvSpPr/>
          <p:nvPr/>
        </p:nvSpPr>
        <p:spPr>
          <a:xfrm>
            <a:off x="3045695" y="5260443"/>
            <a:ext cx="28122" cy="0"/>
          </a:xfrm>
          <a:custGeom>
            <a:avLst/>
            <a:gdLst/>
            <a:ahLst/>
            <a:cxnLst/>
            <a:rect l="l" t="t" r="r" b="b"/>
            <a:pathLst>
              <a:path w="28122" h="0">
                <a:moveTo>
                  <a:pt x="28122" y="0"/>
                </a:moveTo>
                <a:lnTo>
                  <a:pt x="24441" y="0"/>
                </a:lnTo>
                <a:lnTo>
                  <a:pt x="17668" y="0"/>
                </a:lnTo>
                <a:lnTo>
                  <a:pt x="6772" y="0"/>
                </a:lnTo>
                <a:lnTo>
                  <a:pt x="0" y="0"/>
                </a:lnTo>
              </a:path>
            </a:pathLst>
          </a:custGeom>
          <a:ln w="1405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0" name="object 200"/>
          <p:cNvSpPr/>
          <p:nvPr/>
        </p:nvSpPr>
        <p:spPr>
          <a:xfrm>
            <a:off x="2967630" y="5285284"/>
            <a:ext cx="21305" cy="17628"/>
          </a:xfrm>
          <a:custGeom>
            <a:avLst/>
            <a:gdLst/>
            <a:ahLst/>
            <a:cxnLst/>
            <a:rect l="l" t="t" r="r" b="b"/>
            <a:pathLst>
              <a:path w="21305" h="17628">
                <a:moveTo>
                  <a:pt x="21305" y="0"/>
                </a:moveTo>
                <a:lnTo>
                  <a:pt x="11518" y="8301"/>
                </a:lnTo>
                <a:lnTo>
                  <a:pt x="1759" y="16019"/>
                </a:lnTo>
                <a:lnTo>
                  <a:pt x="0" y="17628"/>
                </a:lnTo>
              </a:path>
            </a:pathLst>
          </a:custGeom>
          <a:ln w="140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1" name="object 201"/>
          <p:cNvSpPr/>
          <p:nvPr/>
        </p:nvSpPr>
        <p:spPr>
          <a:xfrm>
            <a:off x="2967630" y="5302912"/>
            <a:ext cx="0" cy="3599"/>
          </a:xfrm>
          <a:custGeom>
            <a:avLst/>
            <a:gdLst/>
            <a:ahLst/>
            <a:cxnLst/>
            <a:rect l="l" t="t" r="r" b="b"/>
            <a:pathLst>
              <a:path w="0" h="3599">
                <a:moveTo>
                  <a:pt x="0" y="0"/>
                </a:moveTo>
                <a:lnTo>
                  <a:pt x="0" y="3599"/>
                </a:lnTo>
              </a:path>
            </a:pathLst>
          </a:custGeom>
          <a:ln w="1408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2" name="object 202"/>
          <p:cNvSpPr/>
          <p:nvPr/>
        </p:nvSpPr>
        <p:spPr>
          <a:xfrm>
            <a:off x="2928627" y="5356178"/>
            <a:ext cx="7229" cy="31656"/>
          </a:xfrm>
          <a:custGeom>
            <a:avLst/>
            <a:gdLst/>
            <a:ahLst/>
            <a:cxnLst/>
            <a:rect l="l" t="t" r="r" b="b"/>
            <a:pathLst>
              <a:path w="7229" h="31656">
                <a:moveTo>
                  <a:pt x="7229" y="0"/>
                </a:moveTo>
                <a:lnTo>
                  <a:pt x="3207" y="12362"/>
                </a:lnTo>
                <a:lnTo>
                  <a:pt x="477" y="24797"/>
                </a:lnTo>
                <a:lnTo>
                  <a:pt x="0" y="31656"/>
                </a:lnTo>
              </a:path>
            </a:pathLst>
          </a:custGeom>
          <a:ln w="1408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3" name="object 203"/>
          <p:cNvSpPr/>
          <p:nvPr/>
        </p:nvSpPr>
        <p:spPr>
          <a:xfrm>
            <a:off x="2932249" y="5448299"/>
            <a:ext cx="10821" cy="24473"/>
          </a:xfrm>
          <a:custGeom>
            <a:avLst/>
            <a:gdLst/>
            <a:ahLst/>
            <a:cxnLst/>
            <a:rect l="l" t="t" r="r" b="b"/>
            <a:pathLst>
              <a:path w="10821" h="24473">
                <a:moveTo>
                  <a:pt x="0" y="0"/>
                </a:moveTo>
                <a:lnTo>
                  <a:pt x="3855" y="12974"/>
                </a:lnTo>
                <a:lnTo>
                  <a:pt x="9776" y="23427"/>
                </a:lnTo>
                <a:lnTo>
                  <a:pt x="10821" y="24473"/>
                </a:lnTo>
              </a:path>
            </a:pathLst>
          </a:custGeom>
          <a:ln w="1407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4" name="object 204"/>
          <p:cNvSpPr/>
          <p:nvPr/>
        </p:nvSpPr>
        <p:spPr>
          <a:xfrm>
            <a:off x="2974859" y="5522425"/>
            <a:ext cx="24603" cy="17642"/>
          </a:xfrm>
          <a:custGeom>
            <a:avLst/>
            <a:gdLst/>
            <a:ahLst/>
            <a:cxnLst/>
            <a:rect l="l" t="t" r="r" b="b"/>
            <a:pathLst>
              <a:path w="24603" h="17642">
                <a:moveTo>
                  <a:pt x="0" y="0"/>
                </a:moveTo>
                <a:lnTo>
                  <a:pt x="10145" y="8658"/>
                </a:lnTo>
                <a:lnTo>
                  <a:pt x="20989" y="15663"/>
                </a:lnTo>
                <a:lnTo>
                  <a:pt x="24603" y="17642"/>
                </a:lnTo>
              </a:path>
            </a:pathLst>
          </a:custGeom>
          <a:ln w="1406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5" name="object 205"/>
          <p:cNvSpPr/>
          <p:nvPr/>
        </p:nvSpPr>
        <p:spPr>
          <a:xfrm>
            <a:off x="3056149" y="5557696"/>
            <a:ext cx="17668" cy="0"/>
          </a:xfrm>
          <a:custGeom>
            <a:avLst/>
            <a:gdLst/>
            <a:ahLst/>
            <a:cxnLst/>
            <a:rect l="l" t="t" r="r" b="b"/>
            <a:pathLst>
              <a:path w="17668" h="0">
                <a:moveTo>
                  <a:pt x="0" y="0"/>
                </a:moveTo>
                <a:lnTo>
                  <a:pt x="3533" y="0"/>
                </a:lnTo>
                <a:lnTo>
                  <a:pt x="10748" y="0"/>
                </a:lnTo>
                <a:lnTo>
                  <a:pt x="13987" y="0"/>
                </a:lnTo>
                <a:lnTo>
                  <a:pt x="17668" y="0"/>
                </a:lnTo>
              </a:path>
            </a:pathLst>
          </a:custGeom>
          <a:ln w="1405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6" name="object 206"/>
          <p:cNvSpPr/>
          <p:nvPr/>
        </p:nvSpPr>
        <p:spPr>
          <a:xfrm>
            <a:off x="3073818" y="5557696"/>
            <a:ext cx="7214" cy="0"/>
          </a:xfrm>
          <a:custGeom>
            <a:avLst/>
            <a:gdLst/>
            <a:ahLst/>
            <a:cxnLst/>
            <a:rect l="l" t="t" r="r" b="b"/>
            <a:pathLst>
              <a:path w="7214" h="0">
                <a:moveTo>
                  <a:pt x="0" y="0"/>
                </a:moveTo>
                <a:lnTo>
                  <a:pt x="3533" y="0"/>
                </a:lnTo>
                <a:lnTo>
                  <a:pt x="7214" y="0"/>
                </a:lnTo>
              </a:path>
            </a:pathLst>
          </a:custGeom>
          <a:ln w="1405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7" name="object 207"/>
          <p:cNvSpPr/>
          <p:nvPr/>
        </p:nvSpPr>
        <p:spPr>
          <a:xfrm>
            <a:off x="3137718" y="5526024"/>
            <a:ext cx="20907" cy="17642"/>
          </a:xfrm>
          <a:custGeom>
            <a:avLst/>
            <a:gdLst/>
            <a:ahLst/>
            <a:cxnLst/>
            <a:rect l="l" t="t" r="r" b="b"/>
            <a:pathLst>
              <a:path w="20907" h="17642">
                <a:moveTo>
                  <a:pt x="0" y="17642"/>
                </a:moveTo>
                <a:lnTo>
                  <a:pt x="9695" y="9382"/>
                </a:lnTo>
                <a:lnTo>
                  <a:pt x="19445" y="1486"/>
                </a:lnTo>
                <a:lnTo>
                  <a:pt x="20907" y="0"/>
                </a:lnTo>
              </a:path>
            </a:pathLst>
          </a:custGeom>
          <a:ln w="140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8" name="object 208"/>
          <p:cNvSpPr/>
          <p:nvPr/>
        </p:nvSpPr>
        <p:spPr>
          <a:xfrm>
            <a:off x="3193963" y="5458729"/>
            <a:ext cx="10895" cy="24840"/>
          </a:xfrm>
          <a:custGeom>
            <a:avLst/>
            <a:gdLst/>
            <a:ahLst/>
            <a:cxnLst/>
            <a:rect l="l" t="t" r="r" b="b"/>
            <a:pathLst>
              <a:path w="10895" h="24840">
                <a:moveTo>
                  <a:pt x="0" y="24840"/>
                </a:moveTo>
                <a:lnTo>
                  <a:pt x="5155" y="14520"/>
                </a:lnTo>
                <a:lnTo>
                  <a:pt x="10219" y="2013"/>
                </a:lnTo>
                <a:lnTo>
                  <a:pt x="10895" y="0"/>
                </a:lnTo>
              </a:path>
            </a:pathLst>
          </a:custGeom>
          <a:ln w="1407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9" name="object 209"/>
          <p:cNvSpPr/>
          <p:nvPr/>
        </p:nvSpPr>
        <p:spPr>
          <a:xfrm>
            <a:off x="3208540" y="5377405"/>
            <a:ext cx="3239" cy="28425"/>
          </a:xfrm>
          <a:custGeom>
            <a:avLst/>
            <a:gdLst/>
            <a:ahLst/>
            <a:cxnLst/>
            <a:rect l="l" t="t" r="r" b="b"/>
            <a:pathLst>
              <a:path w="3239" h="28425">
                <a:moveTo>
                  <a:pt x="3239" y="28425"/>
                </a:moveTo>
                <a:lnTo>
                  <a:pt x="2955" y="14513"/>
                </a:lnTo>
                <a:lnTo>
                  <a:pt x="972" y="2540"/>
                </a:lnTo>
                <a:lnTo>
                  <a:pt x="0" y="0"/>
                </a:lnTo>
              </a:path>
            </a:pathLst>
          </a:custGeom>
          <a:ln w="1408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0" name="object 210"/>
          <p:cNvSpPr/>
          <p:nvPr/>
        </p:nvSpPr>
        <p:spPr>
          <a:xfrm>
            <a:off x="3176295" y="5310110"/>
            <a:ext cx="10895" cy="14028"/>
          </a:xfrm>
          <a:custGeom>
            <a:avLst/>
            <a:gdLst/>
            <a:ahLst/>
            <a:cxnLst/>
            <a:rect l="l" t="t" r="r" b="b"/>
            <a:pathLst>
              <a:path w="10895" h="14028">
                <a:moveTo>
                  <a:pt x="10895" y="14028"/>
                </a:moveTo>
                <a:lnTo>
                  <a:pt x="7214" y="7198"/>
                </a:lnTo>
                <a:lnTo>
                  <a:pt x="3680" y="3599"/>
                </a:lnTo>
                <a:lnTo>
                  <a:pt x="0" y="0"/>
                </a:lnTo>
              </a:path>
            </a:pathLst>
          </a:custGeom>
          <a:ln w="140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1" name="object 211"/>
          <p:cNvSpPr/>
          <p:nvPr/>
        </p:nvSpPr>
        <p:spPr>
          <a:xfrm>
            <a:off x="3169522" y="5302912"/>
            <a:ext cx="6772" cy="7198"/>
          </a:xfrm>
          <a:custGeom>
            <a:avLst/>
            <a:gdLst/>
            <a:ahLst/>
            <a:cxnLst/>
            <a:rect l="l" t="t" r="r" b="b"/>
            <a:pathLst>
              <a:path w="6772" h="7198">
                <a:moveTo>
                  <a:pt x="6772" y="7198"/>
                </a:moveTo>
                <a:lnTo>
                  <a:pt x="6772" y="3599"/>
                </a:lnTo>
                <a:lnTo>
                  <a:pt x="3533" y="0"/>
                </a:lnTo>
                <a:lnTo>
                  <a:pt x="0" y="0"/>
                </a:lnTo>
              </a:path>
            </a:pathLst>
          </a:custGeom>
          <a:ln w="1406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2" name="object 212"/>
          <p:cNvSpPr/>
          <p:nvPr/>
        </p:nvSpPr>
        <p:spPr>
          <a:xfrm>
            <a:off x="3091486" y="5260443"/>
            <a:ext cx="28564" cy="7198"/>
          </a:xfrm>
          <a:custGeom>
            <a:avLst/>
            <a:gdLst/>
            <a:ahLst/>
            <a:cxnLst/>
            <a:rect l="l" t="t" r="r" b="b"/>
            <a:pathLst>
              <a:path w="28564" h="7198">
                <a:moveTo>
                  <a:pt x="28564" y="7198"/>
                </a:moveTo>
                <a:lnTo>
                  <a:pt x="17650" y="2831"/>
                </a:lnTo>
                <a:lnTo>
                  <a:pt x="4469" y="195"/>
                </a:lnTo>
                <a:lnTo>
                  <a:pt x="0" y="0"/>
                </a:lnTo>
              </a:path>
            </a:pathLst>
          </a:custGeom>
          <a:ln w="1405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3" name="object 213"/>
          <p:cNvSpPr/>
          <p:nvPr/>
        </p:nvSpPr>
        <p:spPr>
          <a:xfrm>
            <a:off x="3671748" y="4488851"/>
            <a:ext cx="17668" cy="32024"/>
          </a:xfrm>
          <a:custGeom>
            <a:avLst/>
            <a:gdLst/>
            <a:ahLst/>
            <a:cxnLst/>
            <a:rect l="l" t="t" r="r" b="b"/>
            <a:pathLst>
              <a:path w="17668" h="32024">
                <a:moveTo>
                  <a:pt x="0" y="3672"/>
                </a:moveTo>
                <a:lnTo>
                  <a:pt x="3680" y="32024"/>
                </a:lnTo>
                <a:lnTo>
                  <a:pt x="17668" y="28498"/>
                </a:lnTo>
                <a:lnTo>
                  <a:pt x="14429" y="0"/>
                </a:lnTo>
                <a:lnTo>
                  <a:pt x="0" y="367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4" name="object 214"/>
          <p:cNvSpPr/>
          <p:nvPr/>
        </p:nvSpPr>
        <p:spPr>
          <a:xfrm>
            <a:off x="3686177" y="4573906"/>
            <a:ext cx="17668" cy="32024"/>
          </a:xfrm>
          <a:custGeom>
            <a:avLst/>
            <a:gdLst/>
            <a:ahLst/>
            <a:cxnLst/>
            <a:rect l="l" t="t" r="r" b="b"/>
            <a:pathLst>
              <a:path w="17668" h="32024">
                <a:moveTo>
                  <a:pt x="0" y="3525"/>
                </a:moveTo>
                <a:lnTo>
                  <a:pt x="3239" y="32024"/>
                </a:lnTo>
                <a:lnTo>
                  <a:pt x="17668" y="28351"/>
                </a:lnTo>
                <a:lnTo>
                  <a:pt x="14134" y="0"/>
                </a:lnTo>
                <a:lnTo>
                  <a:pt x="0" y="3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5" name="object 215"/>
          <p:cNvSpPr/>
          <p:nvPr/>
        </p:nvSpPr>
        <p:spPr>
          <a:xfrm>
            <a:off x="3700312" y="4658814"/>
            <a:ext cx="21202" cy="28351"/>
          </a:xfrm>
          <a:custGeom>
            <a:avLst/>
            <a:gdLst/>
            <a:ahLst/>
            <a:cxnLst/>
            <a:rect l="l" t="t" r="r" b="b"/>
            <a:pathLst>
              <a:path w="21202" h="28351">
                <a:moveTo>
                  <a:pt x="0" y="3525"/>
                </a:moveTo>
                <a:lnTo>
                  <a:pt x="6772" y="28351"/>
                </a:lnTo>
                <a:lnTo>
                  <a:pt x="21202" y="24826"/>
                </a:lnTo>
                <a:lnTo>
                  <a:pt x="13987" y="0"/>
                </a:lnTo>
                <a:lnTo>
                  <a:pt x="0" y="3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6" name="object 216"/>
          <p:cNvSpPr/>
          <p:nvPr/>
        </p:nvSpPr>
        <p:spPr>
          <a:xfrm>
            <a:off x="3714299" y="4740491"/>
            <a:ext cx="21349" cy="31583"/>
          </a:xfrm>
          <a:custGeom>
            <a:avLst/>
            <a:gdLst/>
            <a:ahLst/>
            <a:cxnLst/>
            <a:rect l="l" t="t" r="r" b="b"/>
            <a:pathLst>
              <a:path w="21349" h="31583">
                <a:moveTo>
                  <a:pt x="0" y="3231"/>
                </a:moveTo>
                <a:lnTo>
                  <a:pt x="7214" y="31583"/>
                </a:lnTo>
                <a:lnTo>
                  <a:pt x="21349" y="28057"/>
                </a:lnTo>
                <a:lnTo>
                  <a:pt x="14134" y="0"/>
                </a:lnTo>
                <a:lnTo>
                  <a:pt x="0" y="32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7" name="object 217"/>
          <p:cNvSpPr/>
          <p:nvPr/>
        </p:nvSpPr>
        <p:spPr>
          <a:xfrm>
            <a:off x="3728434" y="4825399"/>
            <a:ext cx="21349" cy="31642"/>
          </a:xfrm>
          <a:custGeom>
            <a:avLst/>
            <a:gdLst/>
            <a:ahLst/>
            <a:cxnLst/>
            <a:rect l="l" t="t" r="r" b="b"/>
            <a:pathLst>
              <a:path w="21349" h="31642">
                <a:moveTo>
                  <a:pt x="0" y="3231"/>
                </a:moveTo>
                <a:lnTo>
                  <a:pt x="7214" y="31642"/>
                </a:lnTo>
                <a:lnTo>
                  <a:pt x="21349" y="28043"/>
                </a:lnTo>
                <a:lnTo>
                  <a:pt x="14134" y="0"/>
                </a:lnTo>
                <a:lnTo>
                  <a:pt x="0" y="32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8" name="object 218"/>
          <p:cNvSpPr/>
          <p:nvPr/>
        </p:nvSpPr>
        <p:spPr>
          <a:xfrm>
            <a:off x="3742569" y="4910307"/>
            <a:ext cx="21202" cy="31671"/>
          </a:xfrm>
          <a:custGeom>
            <a:avLst/>
            <a:gdLst/>
            <a:ahLst/>
            <a:cxnLst/>
            <a:rect l="l" t="t" r="r" b="b"/>
            <a:pathLst>
              <a:path w="21202" h="31671">
                <a:moveTo>
                  <a:pt x="0" y="3231"/>
                </a:moveTo>
                <a:lnTo>
                  <a:pt x="7214" y="31671"/>
                </a:lnTo>
                <a:lnTo>
                  <a:pt x="21202" y="28072"/>
                </a:lnTo>
                <a:lnTo>
                  <a:pt x="14429" y="0"/>
                </a:lnTo>
                <a:lnTo>
                  <a:pt x="0" y="32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9" name="object 219"/>
          <p:cNvSpPr/>
          <p:nvPr/>
        </p:nvSpPr>
        <p:spPr>
          <a:xfrm>
            <a:off x="3760237" y="4995230"/>
            <a:ext cx="17668" cy="31671"/>
          </a:xfrm>
          <a:custGeom>
            <a:avLst/>
            <a:gdLst/>
            <a:ahLst/>
            <a:cxnLst/>
            <a:rect l="l" t="t" r="r" b="b"/>
            <a:pathLst>
              <a:path w="17668" h="31671">
                <a:moveTo>
                  <a:pt x="0" y="3246"/>
                </a:moveTo>
                <a:lnTo>
                  <a:pt x="3533" y="31671"/>
                </a:lnTo>
                <a:lnTo>
                  <a:pt x="17668" y="28072"/>
                </a:lnTo>
                <a:lnTo>
                  <a:pt x="14429" y="0"/>
                </a:lnTo>
                <a:lnTo>
                  <a:pt x="0" y="324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20" name="object 220"/>
          <p:cNvSpPr/>
          <p:nvPr/>
        </p:nvSpPr>
        <p:spPr>
          <a:xfrm>
            <a:off x="3774666" y="5076569"/>
            <a:ext cx="17668" cy="31656"/>
          </a:xfrm>
          <a:custGeom>
            <a:avLst/>
            <a:gdLst/>
            <a:ahLst/>
            <a:cxnLst/>
            <a:rect l="l" t="t" r="r" b="b"/>
            <a:pathLst>
              <a:path w="17668" h="31656">
                <a:moveTo>
                  <a:pt x="0" y="3599"/>
                </a:moveTo>
                <a:lnTo>
                  <a:pt x="3239" y="31656"/>
                </a:lnTo>
                <a:lnTo>
                  <a:pt x="17668" y="28425"/>
                </a:lnTo>
                <a:lnTo>
                  <a:pt x="14134" y="0"/>
                </a:lnTo>
                <a:lnTo>
                  <a:pt x="0" y="35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21" name="object 221"/>
          <p:cNvSpPr/>
          <p:nvPr/>
        </p:nvSpPr>
        <p:spPr>
          <a:xfrm>
            <a:off x="2925388" y="5310110"/>
            <a:ext cx="31773" cy="21227"/>
          </a:xfrm>
          <a:custGeom>
            <a:avLst/>
            <a:gdLst/>
            <a:ahLst/>
            <a:cxnLst/>
            <a:rect l="l" t="t" r="r" b="b"/>
            <a:pathLst>
              <a:path w="31773" h="21227">
                <a:moveTo>
                  <a:pt x="31773" y="7198"/>
                </a:moveTo>
                <a:lnTo>
                  <a:pt x="3239" y="0"/>
                </a:lnTo>
                <a:lnTo>
                  <a:pt x="0" y="14028"/>
                </a:lnTo>
                <a:lnTo>
                  <a:pt x="28166" y="21227"/>
                </a:lnTo>
                <a:lnTo>
                  <a:pt x="31773" y="719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22" name="object 222"/>
          <p:cNvSpPr/>
          <p:nvPr/>
        </p:nvSpPr>
        <p:spPr>
          <a:xfrm>
            <a:off x="2843774" y="5281685"/>
            <a:ext cx="31773" cy="24826"/>
          </a:xfrm>
          <a:custGeom>
            <a:avLst/>
            <a:gdLst/>
            <a:ahLst/>
            <a:cxnLst/>
            <a:rect l="l" t="t" r="r" b="b"/>
            <a:pathLst>
              <a:path w="31773" h="24826">
                <a:moveTo>
                  <a:pt x="31773" y="10797"/>
                </a:moveTo>
                <a:lnTo>
                  <a:pt x="7229" y="0"/>
                </a:lnTo>
                <a:lnTo>
                  <a:pt x="0" y="14396"/>
                </a:lnTo>
                <a:lnTo>
                  <a:pt x="24912" y="24826"/>
                </a:lnTo>
                <a:lnTo>
                  <a:pt x="31773" y="1079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23" name="object 223"/>
          <p:cNvSpPr/>
          <p:nvPr/>
        </p:nvSpPr>
        <p:spPr>
          <a:xfrm>
            <a:off x="2766151" y="5256859"/>
            <a:ext cx="28151" cy="21227"/>
          </a:xfrm>
          <a:custGeom>
            <a:avLst/>
            <a:gdLst/>
            <a:ahLst/>
            <a:cxnLst/>
            <a:rect l="l" t="t" r="r" b="b"/>
            <a:pathLst>
              <a:path w="28151" h="21227">
                <a:moveTo>
                  <a:pt x="28151" y="7183"/>
                </a:moveTo>
                <a:lnTo>
                  <a:pt x="3239" y="0"/>
                </a:lnTo>
                <a:lnTo>
                  <a:pt x="0" y="14381"/>
                </a:lnTo>
                <a:lnTo>
                  <a:pt x="24544" y="21227"/>
                </a:lnTo>
                <a:lnTo>
                  <a:pt x="28151" y="71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24" name="object 224"/>
          <p:cNvSpPr/>
          <p:nvPr/>
        </p:nvSpPr>
        <p:spPr>
          <a:xfrm>
            <a:off x="2680930" y="5228786"/>
            <a:ext cx="32127" cy="24826"/>
          </a:xfrm>
          <a:custGeom>
            <a:avLst/>
            <a:gdLst/>
            <a:ahLst/>
            <a:cxnLst/>
            <a:rect l="l" t="t" r="r" b="b"/>
            <a:pathLst>
              <a:path w="32127" h="24826">
                <a:moveTo>
                  <a:pt x="32127" y="10429"/>
                </a:moveTo>
                <a:lnTo>
                  <a:pt x="7214" y="0"/>
                </a:lnTo>
                <a:lnTo>
                  <a:pt x="0" y="14028"/>
                </a:lnTo>
                <a:lnTo>
                  <a:pt x="24912" y="24826"/>
                </a:lnTo>
                <a:lnTo>
                  <a:pt x="32127" y="1042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25" name="object 225"/>
          <p:cNvSpPr/>
          <p:nvPr/>
        </p:nvSpPr>
        <p:spPr>
          <a:xfrm>
            <a:off x="2603292" y="5203946"/>
            <a:ext cx="31773" cy="21241"/>
          </a:xfrm>
          <a:custGeom>
            <a:avLst/>
            <a:gdLst/>
            <a:ahLst/>
            <a:cxnLst/>
            <a:rect l="l" t="t" r="r" b="b"/>
            <a:pathLst>
              <a:path w="31773" h="21241">
                <a:moveTo>
                  <a:pt x="31773" y="7198"/>
                </a:moveTo>
                <a:lnTo>
                  <a:pt x="3607" y="0"/>
                </a:lnTo>
                <a:lnTo>
                  <a:pt x="0" y="14043"/>
                </a:lnTo>
                <a:lnTo>
                  <a:pt x="28166" y="21241"/>
                </a:lnTo>
                <a:lnTo>
                  <a:pt x="31773" y="719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26" name="object 226"/>
          <p:cNvSpPr/>
          <p:nvPr/>
        </p:nvSpPr>
        <p:spPr>
          <a:xfrm>
            <a:off x="2518439" y="5175520"/>
            <a:ext cx="35381" cy="24840"/>
          </a:xfrm>
          <a:custGeom>
            <a:avLst/>
            <a:gdLst/>
            <a:ahLst/>
            <a:cxnLst/>
            <a:rect l="l" t="t" r="r" b="b"/>
            <a:pathLst>
              <a:path w="35381" h="24840">
                <a:moveTo>
                  <a:pt x="35381" y="10797"/>
                </a:moveTo>
                <a:lnTo>
                  <a:pt x="6861" y="0"/>
                </a:lnTo>
                <a:lnTo>
                  <a:pt x="0" y="14396"/>
                </a:lnTo>
                <a:lnTo>
                  <a:pt x="28166" y="24840"/>
                </a:lnTo>
                <a:lnTo>
                  <a:pt x="35381" y="1079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27" name="object 227"/>
          <p:cNvSpPr/>
          <p:nvPr/>
        </p:nvSpPr>
        <p:spPr>
          <a:xfrm>
            <a:off x="2440448" y="5150694"/>
            <a:ext cx="31773" cy="21227"/>
          </a:xfrm>
          <a:custGeom>
            <a:avLst/>
            <a:gdLst/>
            <a:ahLst/>
            <a:cxnLst/>
            <a:rect l="l" t="t" r="r" b="b"/>
            <a:pathLst>
              <a:path w="31773" h="21227">
                <a:moveTo>
                  <a:pt x="31773" y="7198"/>
                </a:moveTo>
                <a:lnTo>
                  <a:pt x="3607" y="0"/>
                </a:lnTo>
                <a:lnTo>
                  <a:pt x="0" y="14396"/>
                </a:lnTo>
                <a:lnTo>
                  <a:pt x="28166" y="21227"/>
                </a:lnTo>
                <a:lnTo>
                  <a:pt x="31773" y="719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28" name="object 228"/>
          <p:cNvSpPr/>
          <p:nvPr/>
        </p:nvSpPr>
        <p:spPr>
          <a:xfrm>
            <a:off x="2355580" y="5122622"/>
            <a:ext cx="35395" cy="24826"/>
          </a:xfrm>
          <a:custGeom>
            <a:avLst/>
            <a:gdLst/>
            <a:ahLst/>
            <a:cxnLst/>
            <a:rect l="l" t="t" r="r" b="b"/>
            <a:pathLst>
              <a:path w="35395" h="24826">
                <a:moveTo>
                  <a:pt x="35395" y="10444"/>
                </a:moveTo>
                <a:lnTo>
                  <a:pt x="7229" y="0"/>
                </a:lnTo>
                <a:lnTo>
                  <a:pt x="0" y="14043"/>
                </a:lnTo>
                <a:lnTo>
                  <a:pt x="28166" y="24826"/>
                </a:lnTo>
                <a:lnTo>
                  <a:pt x="35395" y="1044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29" name="object 229"/>
          <p:cNvSpPr/>
          <p:nvPr/>
        </p:nvSpPr>
        <p:spPr>
          <a:xfrm>
            <a:off x="2281196" y="5097796"/>
            <a:ext cx="28534" cy="21227"/>
          </a:xfrm>
          <a:custGeom>
            <a:avLst/>
            <a:gdLst/>
            <a:ahLst/>
            <a:cxnLst/>
            <a:rect l="l" t="t" r="r" b="b"/>
            <a:pathLst>
              <a:path w="28534" h="21227">
                <a:moveTo>
                  <a:pt x="28534" y="7198"/>
                </a:moveTo>
                <a:lnTo>
                  <a:pt x="3622" y="0"/>
                </a:lnTo>
                <a:lnTo>
                  <a:pt x="0" y="14028"/>
                </a:lnTo>
                <a:lnTo>
                  <a:pt x="24927" y="21227"/>
                </a:lnTo>
                <a:lnTo>
                  <a:pt x="28534" y="719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30" name="object 230"/>
          <p:cNvSpPr/>
          <p:nvPr/>
        </p:nvSpPr>
        <p:spPr>
          <a:xfrm>
            <a:off x="1679629" y="3894493"/>
            <a:ext cx="817504" cy="392957"/>
          </a:xfrm>
          <a:custGeom>
            <a:avLst/>
            <a:gdLst/>
            <a:ahLst/>
            <a:cxnLst/>
            <a:rect l="l" t="t" r="r" b="b"/>
            <a:pathLst>
              <a:path w="817504" h="392957">
                <a:moveTo>
                  <a:pt x="0" y="392957"/>
                </a:moveTo>
                <a:lnTo>
                  <a:pt x="208708" y="0"/>
                </a:lnTo>
                <a:lnTo>
                  <a:pt x="605188" y="0"/>
                </a:lnTo>
                <a:lnTo>
                  <a:pt x="817504" y="392957"/>
                </a:lnTo>
              </a:path>
            </a:pathLst>
          </a:custGeom>
          <a:ln w="3171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31" name="object 231"/>
          <p:cNvSpPr/>
          <p:nvPr/>
        </p:nvSpPr>
        <p:spPr>
          <a:xfrm>
            <a:off x="1679629" y="4287451"/>
            <a:ext cx="817504" cy="396189"/>
          </a:xfrm>
          <a:custGeom>
            <a:avLst/>
            <a:gdLst/>
            <a:ahLst/>
            <a:cxnLst/>
            <a:rect l="l" t="t" r="r" b="b"/>
            <a:pathLst>
              <a:path w="817504" h="396189">
                <a:moveTo>
                  <a:pt x="0" y="0"/>
                </a:moveTo>
                <a:lnTo>
                  <a:pt x="208708" y="396189"/>
                </a:lnTo>
                <a:lnTo>
                  <a:pt x="605188" y="396189"/>
                </a:lnTo>
                <a:lnTo>
                  <a:pt x="817504" y="0"/>
                </a:lnTo>
              </a:path>
            </a:pathLst>
          </a:custGeom>
          <a:ln w="3171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32" name="object 232"/>
          <p:cNvSpPr/>
          <p:nvPr/>
        </p:nvSpPr>
        <p:spPr>
          <a:xfrm>
            <a:off x="2298894" y="4311836"/>
            <a:ext cx="778457" cy="364605"/>
          </a:xfrm>
          <a:custGeom>
            <a:avLst/>
            <a:gdLst/>
            <a:ahLst/>
            <a:cxnLst/>
            <a:rect l="l" t="t" r="r" b="b"/>
            <a:pathLst>
              <a:path w="778457" h="364605">
                <a:moveTo>
                  <a:pt x="0" y="364605"/>
                </a:moveTo>
                <a:lnTo>
                  <a:pt x="198240" y="0"/>
                </a:lnTo>
                <a:lnTo>
                  <a:pt x="576654" y="0"/>
                </a:lnTo>
                <a:lnTo>
                  <a:pt x="778457" y="364605"/>
                </a:lnTo>
              </a:path>
            </a:pathLst>
          </a:custGeom>
          <a:ln w="3171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33" name="object 233"/>
          <p:cNvSpPr/>
          <p:nvPr/>
        </p:nvSpPr>
        <p:spPr>
          <a:xfrm>
            <a:off x="2298894" y="4676442"/>
            <a:ext cx="778457" cy="364855"/>
          </a:xfrm>
          <a:custGeom>
            <a:avLst/>
            <a:gdLst/>
            <a:ahLst/>
            <a:cxnLst/>
            <a:rect l="l" t="t" r="r" b="b"/>
            <a:pathLst>
              <a:path w="778457" h="364855">
                <a:moveTo>
                  <a:pt x="0" y="0"/>
                </a:moveTo>
                <a:lnTo>
                  <a:pt x="198240" y="364855"/>
                </a:lnTo>
                <a:lnTo>
                  <a:pt x="576654" y="364855"/>
                </a:lnTo>
                <a:lnTo>
                  <a:pt x="778457" y="0"/>
                </a:lnTo>
              </a:path>
            </a:pathLst>
          </a:custGeom>
          <a:ln w="3171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34" name="object 234"/>
          <p:cNvSpPr/>
          <p:nvPr/>
        </p:nvSpPr>
        <p:spPr>
          <a:xfrm>
            <a:off x="2298894" y="3582771"/>
            <a:ext cx="778457" cy="364605"/>
          </a:xfrm>
          <a:custGeom>
            <a:avLst/>
            <a:gdLst/>
            <a:ahLst/>
            <a:cxnLst/>
            <a:rect l="l" t="t" r="r" b="b"/>
            <a:pathLst>
              <a:path w="778457" h="364605">
                <a:moveTo>
                  <a:pt x="0" y="364605"/>
                </a:moveTo>
                <a:lnTo>
                  <a:pt x="198240" y="0"/>
                </a:lnTo>
                <a:lnTo>
                  <a:pt x="576654" y="0"/>
                </a:lnTo>
                <a:lnTo>
                  <a:pt x="778457" y="364605"/>
                </a:lnTo>
              </a:path>
            </a:pathLst>
          </a:custGeom>
          <a:ln w="3171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35" name="object 235"/>
          <p:cNvSpPr/>
          <p:nvPr/>
        </p:nvSpPr>
        <p:spPr>
          <a:xfrm>
            <a:off x="2298894" y="3947377"/>
            <a:ext cx="778457" cy="364459"/>
          </a:xfrm>
          <a:custGeom>
            <a:avLst/>
            <a:gdLst/>
            <a:ahLst/>
            <a:cxnLst/>
            <a:rect l="l" t="t" r="r" b="b"/>
            <a:pathLst>
              <a:path w="778457" h="364459">
                <a:moveTo>
                  <a:pt x="0" y="0"/>
                </a:moveTo>
                <a:lnTo>
                  <a:pt x="198240" y="364459"/>
                </a:lnTo>
                <a:lnTo>
                  <a:pt x="576654" y="364459"/>
                </a:lnTo>
                <a:lnTo>
                  <a:pt x="778457" y="0"/>
                </a:lnTo>
              </a:path>
            </a:pathLst>
          </a:custGeom>
          <a:ln w="3171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36" name="object 236"/>
          <p:cNvSpPr/>
          <p:nvPr/>
        </p:nvSpPr>
        <p:spPr>
          <a:xfrm>
            <a:off x="2461753" y="4177570"/>
            <a:ext cx="28151" cy="0"/>
          </a:xfrm>
          <a:custGeom>
            <a:avLst/>
            <a:gdLst/>
            <a:ahLst/>
            <a:cxnLst/>
            <a:rect l="l" t="t" r="r" b="b"/>
            <a:pathLst>
              <a:path w="28151" h="0">
                <a:moveTo>
                  <a:pt x="28151" y="0"/>
                </a:moveTo>
                <a:lnTo>
                  <a:pt x="24544" y="0"/>
                </a:lnTo>
                <a:lnTo>
                  <a:pt x="17683" y="0"/>
                </a:lnTo>
                <a:lnTo>
                  <a:pt x="6861" y="0"/>
                </a:lnTo>
                <a:lnTo>
                  <a:pt x="0" y="0"/>
                </a:lnTo>
              </a:path>
            </a:pathLst>
          </a:custGeom>
          <a:ln w="1405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37" name="object 237"/>
          <p:cNvSpPr/>
          <p:nvPr/>
        </p:nvSpPr>
        <p:spPr>
          <a:xfrm>
            <a:off x="2383747" y="4202396"/>
            <a:ext cx="21305" cy="17628"/>
          </a:xfrm>
          <a:custGeom>
            <a:avLst/>
            <a:gdLst/>
            <a:ahLst/>
            <a:cxnLst/>
            <a:rect l="l" t="t" r="r" b="b"/>
            <a:pathLst>
              <a:path w="21305" h="17628">
                <a:moveTo>
                  <a:pt x="21305" y="0"/>
                </a:moveTo>
                <a:lnTo>
                  <a:pt x="11660" y="8057"/>
                </a:lnTo>
                <a:lnTo>
                  <a:pt x="1766" y="15938"/>
                </a:lnTo>
                <a:lnTo>
                  <a:pt x="0" y="17628"/>
                </a:lnTo>
              </a:path>
            </a:pathLst>
          </a:custGeom>
          <a:ln w="140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38" name="object 238"/>
          <p:cNvSpPr/>
          <p:nvPr/>
        </p:nvSpPr>
        <p:spPr>
          <a:xfrm>
            <a:off x="2383747" y="4220024"/>
            <a:ext cx="0" cy="3672"/>
          </a:xfrm>
          <a:custGeom>
            <a:avLst/>
            <a:gdLst/>
            <a:ahLst/>
            <a:cxnLst/>
            <a:rect l="l" t="t" r="r" b="b"/>
            <a:pathLst>
              <a:path w="0" h="3672">
                <a:moveTo>
                  <a:pt x="0" y="0"/>
                </a:moveTo>
                <a:lnTo>
                  <a:pt x="0" y="3672"/>
                </a:lnTo>
              </a:path>
            </a:pathLst>
          </a:custGeom>
          <a:ln w="1408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39" name="object 239"/>
          <p:cNvSpPr/>
          <p:nvPr/>
        </p:nvSpPr>
        <p:spPr>
          <a:xfrm>
            <a:off x="2345112" y="4273055"/>
            <a:ext cx="6861" cy="32024"/>
          </a:xfrm>
          <a:custGeom>
            <a:avLst/>
            <a:gdLst/>
            <a:ahLst/>
            <a:cxnLst/>
            <a:rect l="l" t="t" r="r" b="b"/>
            <a:pathLst>
              <a:path w="6861" h="32024">
                <a:moveTo>
                  <a:pt x="6861" y="0"/>
                </a:moveTo>
                <a:lnTo>
                  <a:pt x="2993" y="12385"/>
                </a:lnTo>
                <a:lnTo>
                  <a:pt x="458" y="24762"/>
                </a:lnTo>
                <a:lnTo>
                  <a:pt x="0" y="32024"/>
                </a:lnTo>
              </a:path>
            </a:pathLst>
          </a:custGeom>
          <a:ln w="1408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40" name="object 240"/>
          <p:cNvSpPr/>
          <p:nvPr/>
        </p:nvSpPr>
        <p:spPr>
          <a:xfrm>
            <a:off x="2348365" y="4365161"/>
            <a:ext cx="10836" cy="24826"/>
          </a:xfrm>
          <a:custGeom>
            <a:avLst/>
            <a:gdLst/>
            <a:ahLst/>
            <a:cxnLst/>
            <a:rect l="l" t="t" r="r" b="b"/>
            <a:pathLst>
              <a:path w="10836" h="24826">
                <a:moveTo>
                  <a:pt x="0" y="0"/>
                </a:moveTo>
                <a:lnTo>
                  <a:pt x="3811" y="12871"/>
                </a:lnTo>
                <a:lnTo>
                  <a:pt x="9566" y="23479"/>
                </a:lnTo>
                <a:lnTo>
                  <a:pt x="10836" y="24826"/>
                </a:lnTo>
              </a:path>
            </a:pathLst>
          </a:custGeom>
          <a:ln w="1407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41" name="object 241"/>
          <p:cNvSpPr/>
          <p:nvPr/>
        </p:nvSpPr>
        <p:spPr>
          <a:xfrm>
            <a:off x="2390976" y="4439199"/>
            <a:ext cx="24912" cy="18068"/>
          </a:xfrm>
          <a:custGeom>
            <a:avLst/>
            <a:gdLst/>
            <a:ahLst/>
            <a:cxnLst/>
            <a:rect l="l" t="t" r="r" b="b"/>
            <a:pathLst>
              <a:path w="24912" h="18068">
                <a:moveTo>
                  <a:pt x="0" y="0"/>
                </a:moveTo>
                <a:lnTo>
                  <a:pt x="10137" y="8663"/>
                </a:lnTo>
                <a:lnTo>
                  <a:pt x="20862" y="15840"/>
                </a:lnTo>
                <a:lnTo>
                  <a:pt x="24912" y="18068"/>
                </a:lnTo>
              </a:path>
            </a:pathLst>
          </a:custGeom>
          <a:ln w="1406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42" name="object 242"/>
          <p:cNvSpPr/>
          <p:nvPr/>
        </p:nvSpPr>
        <p:spPr>
          <a:xfrm>
            <a:off x="2472221" y="4474895"/>
            <a:ext cx="17683" cy="0"/>
          </a:xfrm>
          <a:custGeom>
            <a:avLst/>
            <a:gdLst/>
            <a:ahLst/>
            <a:cxnLst/>
            <a:rect l="l" t="t" r="r" b="b"/>
            <a:pathLst>
              <a:path w="17683" h="0">
                <a:moveTo>
                  <a:pt x="0" y="0"/>
                </a:moveTo>
                <a:lnTo>
                  <a:pt x="3607" y="0"/>
                </a:lnTo>
                <a:lnTo>
                  <a:pt x="10821" y="0"/>
                </a:lnTo>
                <a:lnTo>
                  <a:pt x="14075" y="0"/>
                </a:lnTo>
                <a:lnTo>
                  <a:pt x="17683" y="0"/>
                </a:lnTo>
              </a:path>
            </a:pathLst>
          </a:custGeom>
          <a:ln w="1405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43" name="object 243"/>
          <p:cNvSpPr/>
          <p:nvPr/>
        </p:nvSpPr>
        <p:spPr>
          <a:xfrm>
            <a:off x="2489905" y="4474895"/>
            <a:ext cx="7229" cy="0"/>
          </a:xfrm>
          <a:custGeom>
            <a:avLst/>
            <a:gdLst/>
            <a:ahLst/>
            <a:cxnLst/>
            <a:rect l="l" t="t" r="r" b="b"/>
            <a:pathLst>
              <a:path w="7229" h="0">
                <a:moveTo>
                  <a:pt x="0" y="0"/>
                </a:moveTo>
                <a:lnTo>
                  <a:pt x="3622" y="0"/>
                </a:lnTo>
                <a:lnTo>
                  <a:pt x="7229" y="0"/>
                </a:lnTo>
              </a:path>
            </a:pathLst>
          </a:custGeom>
          <a:ln w="1405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44" name="object 244"/>
          <p:cNvSpPr/>
          <p:nvPr/>
        </p:nvSpPr>
        <p:spPr>
          <a:xfrm>
            <a:off x="2553820" y="4442871"/>
            <a:ext cx="20951" cy="17921"/>
          </a:xfrm>
          <a:custGeom>
            <a:avLst/>
            <a:gdLst/>
            <a:ahLst/>
            <a:cxnLst/>
            <a:rect l="l" t="t" r="r" b="b"/>
            <a:pathLst>
              <a:path w="20951" h="17921">
                <a:moveTo>
                  <a:pt x="0" y="17921"/>
                </a:moveTo>
                <a:lnTo>
                  <a:pt x="9643" y="9594"/>
                </a:lnTo>
                <a:lnTo>
                  <a:pt x="19324" y="1635"/>
                </a:lnTo>
                <a:lnTo>
                  <a:pt x="20951" y="0"/>
                </a:lnTo>
              </a:path>
            </a:pathLst>
          </a:custGeom>
          <a:ln w="140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45" name="object 245"/>
          <p:cNvSpPr/>
          <p:nvPr/>
        </p:nvSpPr>
        <p:spPr>
          <a:xfrm>
            <a:off x="2610153" y="4375591"/>
            <a:ext cx="10836" cy="24826"/>
          </a:xfrm>
          <a:custGeom>
            <a:avLst/>
            <a:gdLst/>
            <a:ahLst/>
            <a:cxnLst/>
            <a:rect l="l" t="t" r="r" b="b"/>
            <a:pathLst>
              <a:path w="10836" h="24826">
                <a:moveTo>
                  <a:pt x="0" y="24826"/>
                </a:moveTo>
                <a:lnTo>
                  <a:pt x="5080" y="14588"/>
                </a:lnTo>
                <a:lnTo>
                  <a:pt x="10162" y="1964"/>
                </a:lnTo>
                <a:lnTo>
                  <a:pt x="10836" y="0"/>
                </a:lnTo>
              </a:path>
            </a:pathLst>
          </a:custGeom>
          <a:ln w="1407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46" name="object 246"/>
          <p:cNvSpPr/>
          <p:nvPr/>
        </p:nvSpPr>
        <p:spPr>
          <a:xfrm>
            <a:off x="2624597" y="4294208"/>
            <a:ext cx="3253" cy="28498"/>
          </a:xfrm>
          <a:custGeom>
            <a:avLst/>
            <a:gdLst/>
            <a:ahLst/>
            <a:cxnLst/>
            <a:rect l="l" t="t" r="r" b="b"/>
            <a:pathLst>
              <a:path w="3253" h="28498">
                <a:moveTo>
                  <a:pt x="3253" y="28498"/>
                </a:moveTo>
                <a:lnTo>
                  <a:pt x="2971" y="14560"/>
                </a:lnTo>
                <a:lnTo>
                  <a:pt x="994" y="2595"/>
                </a:lnTo>
                <a:lnTo>
                  <a:pt x="0" y="0"/>
                </a:lnTo>
              </a:path>
            </a:pathLst>
          </a:custGeom>
          <a:ln w="1408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47" name="object 247"/>
          <p:cNvSpPr/>
          <p:nvPr/>
        </p:nvSpPr>
        <p:spPr>
          <a:xfrm>
            <a:off x="2592455" y="4226928"/>
            <a:ext cx="10836" cy="14396"/>
          </a:xfrm>
          <a:custGeom>
            <a:avLst/>
            <a:gdLst/>
            <a:ahLst/>
            <a:cxnLst/>
            <a:rect l="l" t="t" r="r" b="b"/>
            <a:pathLst>
              <a:path w="10836" h="14396">
                <a:moveTo>
                  <a:pt x="10836" y="14396"/>
                </a:moveTo>
                <a:lnTo>
                  <a:pt x="7229" y="7198"/>
                </a:lnTo>
                <a:lnTo>
                  <a:pt x="3622" y="3672"/>
                </a:lnTo>
                <a:lnTo>
                  <a:pt x="0" y="0"/>
                </a:lnTo>
              </a:path>
            </a:pathLst>
          </a:custGeom>
          <a:ln w="140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48" name="object 248"/>
          <p:cNvSpPr/>
          <p:nvPr/>
        </p:nvSpPr>
        <p:spPr>
          <a:xfrm>
            <a:off x="2585594" y="4220024"/>
            <a:ext cx="6861" cy="6904"/>
          </a:xfrm>
          <a:custGeom>
            <a:avLst/>
            <a:gdLst/>
            <a:ahLst/>
            <a:cxnLst/>
            <a:rect l="l" t="t" r="r" b="b"/>
            <a:pathLst>
              <a:path w="6861" h="6904">
                <a:moveTo>
                  <a:pt x="6861" y="6904"/>
                </a:moveTo>
                <a:lnTo>
                  <a:pt x="6861" y="3672"/>
                </a:lnTo>
                <a:lnTo>
                  <a:pt x="3622" y="0"/>
                </a:lnTo>
                <a:lnTo>
                  <a:pt x="0" y="0"/>
                </a:lnTo>
              </a:path>
            </a:pathLst>
          </a:custGeom>
          <a:ln w="1406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49" name="object 249"/>
          <p:cNvSpPr/>
          <p:nvPr/>
        </p:nvSpPr>
        <p:spPr>
          <a:xfrm>
            <a:off x="2507602" y="4177570"/>
            <a:ext cx="28534" cy="6904"/>
          </a:xfrm>
          <a:custGeom>
            <a:avLst/>
            <a:gdLst/>
            <a:ahLst/>
            <a:cxnLst/>
            <a:rect l="l" t="t" r="r" b="b"/>
            <a:pathLst>
              <a:path w="28534" h="6904">
                <a:moveTo>
                  <a:pt x="28534" y="6904"/>
                </a:moveTo>
                <a:lnTo>
                  <a:pt x="17566" y="2795"/>
                </a:lnTo>
                <a:lnTo>
                  <a:pt x="4355" y="190"/>
                </a:lnTo>
                <a:lnTo>
                  <a:pt x="0" y="0"/>
                </a:lnTo>
              </a:path>
            </a:pathLst>
          </a:custGeom>
          <a:ln w="1405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50" name="object 250"/>
          <p:cNvSpPr/>
          <p:nvPr/>
        </p:nvSpPr>
        <p:spPr>
          <a:xfrm>
            <a:off x="2341504" y="4223696"/>
            <a:ext cx="24559" cy="31730"/>
          </a:xfrm>
          <a:custGeom>
            <a:avLst/>
            <a:gdLst/>
            <a:ahLst/>
            <a:cxnLst/>
            <a:rect l="l" t="t" r="r" b="b"/>
            <a:pathLst>
              <a:path w="24559" h="31730">
                <a:moveTo>
                  <a:pt x="10468" y="31730"/>
                </a:moveTo>
                <a:lnTo>
                  <a:pt x="24559" y="24532"/>
                </a:lnTo>
                <a:lnTo>
                  <a:pt x="14075" y="0"/>
                </a:lnTo>
                <a:lnTo>
                  <a:pt x="0" y="6904"/>
                </a:lnTo>
                <a:lnTo>
                  <a:pt x="10468" y="3173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51" name="object 251"/>
          <p:cNvSpPr/>
          <p:nvPr/>
        </p:nvSpPr>
        <p:spPr>
          <a:xfrm>
            <a:off x="2302501" y="4145545"/>
            <a:ext cx="28166" cy="32024"/>
          </a:xfrm>
          <a:custGeom>
            <a:avLst/>
            <a:gdLst/>
            <a:ahLst/>
            <a:cxnLst/>
            <a:rect l="l" t="t" r="r" b="b"/>
            <a:pathLst>
              <a:path w="28166" h="32024">
                <a:moveTo>
                  <a:pt x="14090" y="32024"/>
                </a:moveTo>
                <a:lnTo>
                  <a:pt x="28166" y="24826"/>
                </a:lnTo>
                <a:lnTo>
                  <a:pt x="14090" y="0"/>
                </a:lnTo>
                <a:lnTo>
                  <a:pt x="0" y="7198"/>
                </a:lnTo>
                <a:lnTo>
                  <a:pt x="14090" y="320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52" name="object 252"/>
          <p:cNvSpPr/>
          <p:nvPr/>
        </p:nvSpPr>
        <p:spPr>
          <a:xfrm>
            <a:off x="2267120" y="4067835"/>
            <a:ext cx="24912" cy="31730"/>
          </a:xfrm>
          <a:custGeom>
            <a:avLst/>
            <a:gdLst/>
            <a:ahLst/>
            <a:cxnLst/>
            <a:rect l="l" t="t" r="r" b="b"/>
            <a:pathLst>
              <a:path w="24912" h="31730">
                <a:moveTo>
                  <a:pt x="10468" y="31730"/>
                </a:moveTo>
                <a:lnTo>
                  <a:pt x="24912" y="24826"/>
                </a:lnTo>
                <a:lnTo>
                  <a:pt x="14075" y="0"/>
                </a:lnTo>
                <a:lnTo>
                  <a:pt x="0" y="6904"/>
                </a:lnTo>
                <a:lnTo>
                  <a:pt x="10468" y="3173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53" name="object 253"/>
          <p:cNvSpPr/>
          <p:nvPr/>
        </p:nvSpPr>
        <p:spPr>
          <a:xfrm>
            <a:off x="2228117" y="3989831"/>
            <a:ext cx="28534" cy="32024"/>
          </a:xfrm>
          <a:custGeom>
            <a:avLst/>
            <a:gdLst/>
            <a:ahLst/>
            <a:cxnLst/>
            <a:rect l="l" t="t" r="r" b="b"/>
            <a:pathLst>
              <a:path w="28534" h="32024">
                <a:moveTo>
                  <a:pt x="14090" y="32024"/>
                </a:moveTo>
                <a:lnTo>
                  <a:pt x="28534" y="24826"/>
                </a:lnTo>
                <a:lnTo>
                  <a:pt x="14090" y="0"/>
                </a:lnTo>
                <a:lnTo>
                  <a:pt x="0" y="7198"/>
                </a:lnTo>
                <a:lnTo>
                  <a:pt x="14090" y="320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54" name="object 254"/>
          <p:cNvSpPr/>
          <p:nvPr/>
        </p:nvSpPr>
        <p:spPr>
          <a:xfrm>
            <a:off x="2192736" y="3912121"/>
            <a:ext cx="28519" cy="32024"/>
          </a:xfrm>
          <a:custGeom>
            <a:avLst/>
            <a:gdLst/>
            <a:ahLst/>
            <a:cxnLst/>
            <a:rect l="l" t="t" r="r" b="b"/>
            <a:pathLst>
              <a:path w="28519" h="32024">
                <a:moveTo>
                  <a:pt x="14075" y="32024"/>
                </a:moveTo>
                <a:lnTo>
                  <a:pt x="28519" y="24826"/>
                </a:lnTo>
                <a:lnTo>
                  <a:pt x="14075" y="0"/>
                </a:lnTo>
                <a:lnTo>
                  <a:pt x="0" y="7198"/>
                </a:lnTo>
                <a:lnTo>
                  <a:pt x="14075" y="320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55" name="object 255"/>
          <p:cNvSpPr/>
          <p:nvPr/>
        </p:nvSpPr>
        <p:spPr>
          <a:xfrm>
            <a:off x="2157355" y="3834264"/>
            <a:ext cx="24912" cy="35256"/>
          </a:xfrm>
          <a:custGeom>
            <a:avLst/>
            <a:gdLst/>
            <a:ahLst/>
            <a:cxnLst/>
            <a:rect l="l" t="t" r="r" b="b"/>
            <a:pathLst>
              <a:path w="24912" h="35256">
                <a:moveTo>
                  <a:pt x="10821" y="35256"/>
                </a:moveTo>
                <a:lnTo>
                  <a:pt x="24912" y="28057"/>
                </a:lnTo>
                <a:lnTo>
                  <a:pt x="14075" y="0"/>
                </a:lnTo>
                <a:lnTo>
                  <a:pt x="0" y="6904"/>
                </a:lnTo>
                <a:lnTo>
                  <a:pt x="10821" y="352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2" name="object 172"/>
          <p:cNvSpPr/>
          <p:nvPr/>
        </p:nvSpPr>
        <p:spPr>
          <a:xfrm>
            <a:off x="3788801" y="5161492"/>
            <a:ext cx="17668" cy="31671"/>
          </a:xfrm>
          <a:custGeom>
            <a:avLst/>
            <a:gdLst/>
            <a:ahLst/>
            <a:cxnLst/>
            <a:rect l="l" t="t" r="r" b="b"/>
            <a:pathLst>
              <a:path w="17668" h="31671">
                <a:moveTo>
                  <a:pt x="0" y="3599"/>
                </a:moveTo>
                <a:lnTo>
                  <a:pt x="3533" y="31671"/>
                </a:lnTo>
                <a:lnTo>
                  <a:pt x="17668" y="28425"/>
                </a:lnTo>
                <a:lnTo>
                  <a:pt x="13987" y="0"/>
                </a:lnTo>
                <a:lnTo>
                  <a:pt x="0" y="35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1" name="object 171"/>
          <p:cNvSpPr/>
          <p:nvPr/>
        </p:nvSpPr>
        <p:spPr>
          <a:xfrm>
            <a:off x="3802789" y="5248214"/>
            <a:ext cx="14082" cy="0"/>
          </a:xfrm>
          <a:custGeom>
            <a:avLst/>
            <a:gdLst/>
            <a:ahLst/>
            <a:cxnLst/>
            <a:rect l="l" t="t" r="r" b="b"/>
            <a:pathLst>
              <a:path w="14082" h="0">
                <a:moveTo>
                  <a:pt x="0" y="0"/>
                </a:moveTo>
                <a:lnTo>
                  <a:pt x="14082" y="0"/>
                </a:lnTo>
              </a:path>
            </a:pathLst>
          </a:custGeom>
          <a:ln w="486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0" name="object 170"/>
          <p:cNvSpPr/>
          <p:nvPr/>
        </p:nvSpPr>
        <p:spPr>
          <a:xfrm>
            <a:off x="2196343" y="5069370"/>
            <a:ext cx="31773" cy="24826"/>
          </a:xfrm>
          <a:custGeom>
            <a:avLst/>
            <a:gdLst/>
            <a:ahLst/>
            <a:cxnLst/>
            <a:rect l="l" t="t" r="r" b="b"/>
            <a:pathLst>
              <a:path w="31773" h="24826">
                <a:moveTo>
                  <a:pt x="31773" y="10797"/>
                </a:moveTo>
                <a:lnTo>
                  <a:pt x="7229" y="0"/>
                </a:lnTo>
                <a:lnTo>
                  <a:pt x="0" y="14381"/>
                </a:lnTo>
                <a:lnTo>
                  <a:pt x="24912" y="24826"/>
                </a:lnTo>
                <a:lnTo>
                  <a:pt x="31773" y="1079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9" name="object 169"/>
          <p:cNvSpPr/>
          <p:nvPr/>
        </p:nvSpPr>
        <p:spPr>
          <a:xfrm>
            <a:off x="2118352" y="5044530"/>
            <a:ext cx="28519" cy="21241"/>
          </a:xfrm>
          <a:custGeom>
            <a:avLst/>
            <a:gdLst/>
            <a:ahLst/>
            <a:cxnLst/>
            <a:rect l="l" t="t" r="r" b="b"/>
            <a:pathLst>
              <a:path w="28519" h="21241">
                <a:moveTo>
                  <a:pt x="28519" y="7198"/>
                </a:moveTo>
                <a:lnTo>
                  <a:pt x="3607" y="0"/>
                </a:lnTo>
                <a:lnTo>
                  <a:pt x="0" y="14396"/>
                </a:lnTo>
                <a:lnTo>
                  <a:pt x="24912" y="21241"/>
                </a:lnTo>
                <a:lnTo>
                  <a:pt x="28519" y="719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8" name="object 168"/>
          <p:cNvSpPr/>
          <p:nvPr/>
        </p:nvSpPr>
        <p:spPr>
          <a:xfrm>
            <a:off x="2033499" y="5016472"/>
            <a:ext cx="35381" cy="24826"/>
          </a:xfrm>
          <a:custGeom>
            <a:avLst/>
            <a:gdLst/>
            <a:ahLst/>
            <a:cxnLst/>
            <a:rect l="l" t="t" r="r" b="b"/>
            <a:pathLst>
              <a:path w="35381" h="24826">
                <a:moveTo>
                  <a:pt x="35381" y="10429"/>
                </a:moveTo>
                <a:lnTo>
                  <a:pt x="7214" y="0"/>
                </a:lnTo>
                <a:lnTo>
                  <a:pt x="0" y="14028"/>
                </a:lnTo>
                <a:lnTo>
                  <a:pt x="28519" y="24826"/>
                </a:lnTo>
                <a:lnTo>
                  <a:pt x="35381" y="1042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6" name="object 166"/>
          <p:cNvSpPr/>
          <p:nvPr/>
        </p:nvSpPr>
        <p:spPr>
          <a:xfrm>
            <a:off x="2118352" y="3756260"/>
            <a:ext cx="28519" cy="35549"/>
          </a:xfrm>
          <a:custGeom>
            <a:avLst/>
            <a:gdLst/>
            <a:ahLst/>
            <a:cxnLst/>
            <a:rect l="l" t="t" r="r" b="b"/>
            <a:pathLst>
              <a:path w="28519" h="35549">
                <a:moveTo>
                  <a:pt x="14443" y="35549"/>
                </a:moveTo>
                <a:lnTo>
                  <a:pt x="28519" y="28351"/>
                </a:lnTo>
                <a:lnTo>
                  <a:pt x="14443" y="0"/>
                </a:lnTo>
                <a:lnTo>
                  <a:pt x="0" y="7198"/>
                </a:lnTo>
                <a:lnTo>
                  <a:pt x="14443" y="355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7" name="object 167"/>
          <p:cNvSpPr/>
          <p:nvPr/>
        </p:nvSpPr>
        <p:spPr>
          <a:xfrm>
            <a:off x="2082971" y="3682076"/>
            <a:ext cx="28519" cy="31730"/>
          </a:xfrm>
          <a:custGeom>
            <a:avLst/>
            <a:gdLst/>
            <a:ahLst/>
            <a:cxnLst/>
            <a:rect l="l" t="t" r="r" b="b"/>
            <a:pathLst>
              <a:path w="28519" h="31730">
                <a:moveTo>
                  <a:pt x="14443" y="31730"/>
                </a:moveTo>
                <a:lnTo>
                  <a:pt x="28519" y="24826"/>
                </a:lnTo>
                <a:lnTo>
                  <a:pt x="14443" y="0"/>
                </a:lnTo>
                <a:lnTo>
                  <a:pt x="0" y="6904"/>
                </a:lnTo>
                <a:lnTo>
                  <a:pt x="14443" y="3173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5" name="object 165"/>
          <p:cNvSpPr/>
          <p:nvPr/>
        </p:nvSpPr>
        <p:spPr>
          <a:xfrm>
            <a:off x="2047575" y="3604072"/>
            <a:ext cx="24912" cy="32024"/>
          </a:xfrm>
          <a:custGeom>
            <a:avLst/>
            <a:gdLst/>
            <a:ahLst/>
            <a:cxnLst/>
            <a:rect l="l" t="t" r="r" b="b"/>
            <a:pathLst>
              <a:path w="24912" h="32024">
                <a:moveTo>
                  <a:pt x="10836" y="32024"/>
                </a:moveTo>
                <a:lnTo>
                  <a:pt x="24912" y="24826"/>
                </a:lnTo>
                <a:lnTo>
                  <a:pt x="14443" y="0"/>
                </a:lnTo>
                <a:lnTo>
                  <a:pt x="0" y="7198"/>
                </a:lnTo>
                <a:lnTo>
                  <a:pt x="10836" y="320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7" name="object 57"/>
          <p:cNvSpPr/>
          <p:nvPr/>
        </p:nvSpPr>
        <p:spPr>
          <a:xfrm>
            <a:off x="5045028" y="3919319"/>
            <a:ext cx="778148" cy="374888"/>
          </a:xfrm>
          <a:custGeom>
            <a:avLst/>
            <a:gdLst/>
            <a:ahLst/>
            <a:cxnLst/>
            <a:rect l="l" t="t" r="r" b="b"/>
            <a:pathLst>
              <a:path w="778148" h="374888">
                <a:moveTo>
                  <a:pt x="0" y="374888"/>
                </a:moveTo>
                <a:lnTo>
                  <a:pt x="197886" y="0"/>
                </a:lnTo>
                <a:lnTo>
                  <a:pt x="576580" y="0"/>
                </a:lnTo>
                <a:lnTo>
                  <a:pt x="778148" y="374888"/>
                </a:lnTo>
              </a:path>
            </a:pathLst>
          </a:custGeom>
          <a:ln w="212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8" name="object 58"/>
          <p:cNvSpPr/>
          <p:nvPr/>
        </p:nvSpPr>
        <p:spPr>
          <a:xfrm>
            <a:off x="5045028" y="4294208"/>
            <a:ext cx="778148" cy="379002"/>
          </a:xfrm>
          <a:custGeom>
            <a:avLst/>
            <a:gdLst/>
            <a:ahLst/>
            <a:cxnLst/>
            <a:rect l="l" t="t" r="r" b="b"/>
            <a:pathLst>
              <a:path w="778148" h="379002">
                <a:moveTo>
                  <a:pt x="0" y="0"/>
                </a:moveTo>
                <a:lnTo>
                  <a:pt x="197886" y="379002"/>
                </a:lnTo>
                <a:lnTo>
                  <a:pt x="576580" y="379002"/>
                </a:lnTo>
                <a:lnTo>
                  <a:pt x="778148" y="0"/>
                </a:lnTo>
              </a:path>
            </a:pathLst>
          </a:custGeom>
          <a:ln w="212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9" name="object 59"/>
          <p:cNvSpPr/>
          <p:nvPr/>
        </p:nvSpPr>
        <p:spPr>
          <a:xfrm>
            <a:off x="5625290" y="4287451"/>
            <a:ext cx="781681" cy="364459"/>
          </a:xfrm>
          <a:custGeom>
            <a:avLst/>
            <a:gdLst/>
            <a:ahLst/>
            <a:cxnLst/>
            <a:rect l="l" t="t" r="r" b="b"/>
            <a:pathLst>
              <a:path w="781681" h="364459">
                <a:moveTo>
                  <a:pt x="0" y="364459"/>
                </a:moveTo>
                <a:lnTo>
                  <a:pt x="197886" y="0"/>
                </a:lnTo>
                <a:lnTo>
                  <a:pt x="583795" y="0"/>
                </a:lnTo>
                <a:lnTo>
                  <a:pt x="781681" y="364459"/>
                </a:lnTo>
              </a:path>
            </a:pathLst>
          </a:custGeom>
          <a:ln w="2811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0" name="object 60"/>
          <p:cNvSpPr/>
          <p:nvPr/>
        </p:nvSpPr>
        <p:spPr>
          <a:xfrm>
            <a:off x="5625290" y="4651910"/>
            <a:ext cx="781681" cy="364561"/>
          </a:xfrm>
          <a:custGeom>
            <a:avLst/>
            <a:gdLst/>
            <a:ahLst/>
            <a:cxnLst/>
            <a:rect l="l" t="t" r="r" b="b"/>
            <a:pathLst>
              <a:path w="781681" h="364561">
                <a:moveTo>
                  <a:pt x="0" y="0"/>
                </a:moveTo>
                <a:lnTo>
                  <a:pt x="197886" y="364561"/>
                </a:lnTo>
                <a:lnTo>
                  <a:pt x="583795" y="364561"/>
                </a:lnTo>
                <a:lnTo>
                  <a:pt x="781681" y="0"/>
                </a:lnTo>
              </a:path>
            </a:pathLst>
          </a:custGeom>
          <a:ln w="2811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1" name="object 61"/>
          <p:cNvSpPr/>
          <p:nvPr/>
        </p:nvSpPr>
        <p:spPr>
          <a:xfrm>
            <a:off x="5635744" y="3557945"/>
            <a:ext cx="753559" cy="364899"/>
          </a:xfrm>
          <a:custGeom>
            <a:avLst/>
            <a:gdLst/>
            <a:ahLst/>
            <a:cxnLst/>
            <a:rect l="l" t="t" r="r" b="b"/>
            <a:pathLst>
              <a:path w="753559" h="364899">
                <a:moveTo>
                  <a:pt x="0" y="364899"/>
                </a:moveTo>
                <a:lnTo>
                  <a:pt x="190966" y="0"/>
                </a:lnTo>
                <a:lnTo>
                  <a:pt x="558912" y="0"/>
                </a:lnTo>
                <a:lnTo>
                  <a:pt x="753559" y="364899"/>
                </a:lnTo>
              </a:path>
            </a:pathLst>
          </a:custGeom>
          <a:ln w="2811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2" name="object 62"/>
          <p:cNvSpPr/>
          <p:nvPr/>
        </p:nvSpPr>
        <p:spPr>
          <a:xfrm>
            <a:off x="5635744" y="3922845"/>
            <a:ext cx="753559" cy="364605"/>
          </a:xfrm>
          <a:custGeom>
            <a:avLst/>
            <a:gdLst/>
            <a:ahLst/>
            <a:cxnLst/>
            <a:rect l="l" t="t" r="r" b="b"/>
            <a:pathLst>
              <a:path w="753559" h="364605">
                <a:moveTo>
                  <a:pt x="0" y="0"/>
                </a:moveTo>
                <a:lnTo>
                  <a:pt x="190966" y="364605"/>
                </a:lnTo>
                <a:lnTo>
                  <a:pt x="558912" y="364605"/>
                </a:lnTo>
                <a:lnTo>
                  <a:pt x="753559" y="0"/>
                </a:lnTo>
              </a:path>
            </a:pathLst>
          </a:custGeom>
          <a:ln w="2811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3" name="object 63"/>
          <p:cNvSpPr/>
          <p:nvPr/>
        </p:nvSpPr>
        <p:spPr>
          <a:xfrm>
            <a:off x="5986021" y="4181242"/>
            <a:ext cx="28416" cy="0"/>
          </a:xfrm>
          <a:custGeom>
            <a:avLst/>
            <a:gdLst/>
            <a:ahLst/>
            <a:cxnLst/>
            <a:rect l="l" t="t" r="r" b="b"/>
            <a:pathLst>
              <a:path w="28416" h="0">
                <a:moveTo>
                  <a:pt x="28416" y="0"/>
                </a:moveTo>
                <a:lnTo>
                  <a:pt x="24883" y="0"/>
                </a:lnTo>
                <a:lnTo>
                  <a:pt x="13987" y="0"/>
                </a:lnTo>
                <a:lnTo>
                  <a:pt x="7214" y="0"/>
                </a:lnTo>
                <a:lnTo>
                  <a:pt x="0" y="0"/>
                </a:lnTo>
              </a:path>
            </a:pathLst>
          </a:custGeom>
          <a:ln w="1405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4" name="object 64"/>
          <p:cNvSpPr/>
          <p:nvPr/>
        </p:nvSpPr>
        <p:spPr>
          <a:xfrm>
            <a:off x="5893850" y="4184474"/>
            <a:ext cx="32244" cy="3525"/>
          </a:xfrm>
          <a:custGeom>
            <a:avLst/>
            <a:gdLst/>
            <a:ahLst/>
            <a:cxnLst/>
            <a:rect l="l" t="t" r="r" b="b"/>
            <a:pathLst>
              <a:path w="32244" h="3525">
                <a:moveTo>
                  <a:pt x="32244" y="0"/>
                </a:moveTo>
                <a:lnTo>
                  <a:pt x="19597" y="211"/>
                </a:lnTo>
                <a:lnTo>
                  <a:pt x="7037" y="1692"/>
                </a:lnTo>
                <a:lnTo>
                  <a:pt x="0" y="3525"/>
                </a:lnTo>
              </a:path>
            </a:pathLst>
          </a:custGeom>
          <a:ln w="1405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5" name="object 65"/>
          <p:cNvSpPr/>
          <p:nvPr/>
        </p:nvSpPr>
        <p:spPr>
          <a:xfrm>
            <a:off x="5802122" y="4198870"/>
            <a:ext cx="31803" cy="6757"/>
          </a:xfrm>
          <a:custGeom>
            <a:avLst/>
            <a:gdLst/>
            <a:ahLst/>
            <a:cxnLst/>
            <a:rect l="l" t="t" r="r" b="b"/>
            <a:pathLst>
              <a:path w="31803" h="6757">
                <a:moveTo>
                  <a:pt x="31803" y="0"/>
                </a:moveTo>
                <a:lnTo>
                  <a:pt x="19275" y="1386"/>
                </a:lnTo>
                <a:lnTo>
                  <a:pt x="6882" y="4634"/>
                </a:lnTo>
                <a:lnTo>
                  <a:pt x="0" y="6757"/>
                </a:lnTo>
              </a:path>
            </a:pathLst>
          </a:custGeom>
          <a:ln w="1405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6" name="object 66"/>
          <p:cNvSpPr/>
          <p:nvPr/>
        </p:nvSpPr>
        <p:spPr>
          <a:xfrm>
            <a:off x="5745435" y="4220024"/>
            <a:ext cx="10453" cy="3672"/>
          </a:xfrm>
          <a:custGeom>
            <a:avLst/>
            <a:gdLst/>
            <a:ahLst/>
            <a:cxnLst/>
            <a:rect l="l" t="t" r="r" b="b"/>
            <a:pathLst>
              <a:path w="10453" h="3672">
                <a:moveTo>
                  <a:pt x="10453" y="0"/>
                </a:moveTo>
                <a:lnTo>
                  <a:pt x="6920" y="0"/>
                </a:lnTo>
                <a:lnTo>
                  <a:pt x="3680" y="3672"/>
                </a:lnTo>
                <a:lnTo>
                  <a:pt x="0" y="3672"/>
                </a:lnTo>
              </a:path>
            </a:pathLst>
          </a:custGeom>
          <a:ln w="1405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7" name="object 67"/>
          <p:cNvSpPr/>
          <p:nvPr/>
        </p:nvSpPr>
        <p:spPr>
          <a:xfrm>
            <a:off x="5724233" y="4223696"/>
            <a:ext cx="21202" cy="6904"/>
          </a:xfrm>
          <a:custGeom>
            <a:avLst/>
            <a:gdLst/>
            <a:ahLst/>
            <a:cxnLst/>
            <a:rect l="l" t="t" r="r" b="b"/>
            <a:pathLst>
              <a:path w="21202" h="6904">
                <a:moveTo>
                  <a:pt x="21202" y="0"/>
                </a:moveTo>
                <a:lnTo>
                  <a:pt x="13987" y="3231"/>
                </a:lnTo>
                <a:lnTo>
                  <a:pt x="7214" y="6904"/>
                </a:lnTo>
                <a:lnTo>
                  <a:pt x="0" y="6904"/>
                </a:lnTo>
              </a:path>
            </a:pathLst>
          </a:custGeom>
          <a:ln w="1405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8" name="object 68"/>
          <p:cNvSpPr/>
          <p:nvPr/>
        </p:nvSpPr>
        <p:spPr>
          <a:xfrm>
            <a:off x="5646197" y="4273055"/>
            <a:ext cx="17668" cy="21153"/>
          </a:xfrm>
          <a:custGeom>
            <a:avLst/>
            <a:gdLst/>
            <a:ahLst/>
            <a:cxnLst/>
            <a:rect l="l" t="t" r="r" b="b"/>
            <a:pathLst>
              <a:path w="17668" h="21153">
                <a:moveTo>
                  <a:pt x="17668" y="0"/>
                </a:moveTo>
                <a:lnTo>
                  <a:pt x="8303" y="9907"/>
                </a:lnTo>
                <a:lnTo>
                  <a:pt x="897" y="19555"/>
                </a:lnTo>
                <a:lnTo>
                  <a:pt x="0" y="21153"/>
                </a:lnTo>
              </a:path>
            </a:pathLst>
          </a:custGeom>
          <a:ln w="1406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9" name="object 69"/>
          <p:cNvSpPr/>
          <p:nvPr/>
        </p:nvSpPr>
        <p:spPr>
          <a:xfrm>
            <a:off x="5635744" y="4336662"/>
            <a:ext cx="7214" cy="24826"/>
          </a:xfrm>
          <a:custGeom>
            <a:avLst/>
            <a:gdLst/>
            <a:ahLst/>
            <a:cxnLst/>
            <a:rect l="l" t="t" r="r" b="b"/>
            <a:pathLst>
              <a:path w="7214" h="24826">
                <a:moveTo>
                  <a:pt x="0" y="0"/>
                </a:moveTo>
                <a:lnTo>
                  <a:pt x="855" y="13582"/>
                </a:lnTo>
                <a:lnTo>
                  <a:pt x="6841" y="24447"/>
                </a:lnTo>
                <a:lnTo>
                  <a:pt x="7214" y="24826"/>
                </a:lnTo>
              </a:path>
            </a:pathLst>
          </a:custGeom>
          <a:ln w="1407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0" name="object 70"/>
          <p:cNvSpPr/>
          <p:nvPr/>
        </p:nvSpPr>
        <p:spPr>
          <a:xfrm>
            <a:off x="5678295" y="4403943"/>
            <a:ext cx="28122" cy="17628"/>
          </a:xfrm>
          <a:custGeom>
            <a:avLst/>
            <a:gdLst/>
            <a:ahLst/>
            <a:cxnLst/>
            <a:rect l="l" t="t" r="r" b="b"/>
            <a:pathLst>
              <a:path w="28122" h="17628">
                <a:moveTo>
                  <a:pt x="0" y="0"/>
                </a:moveTo>
                <a:lnTo>
                  <a:pt x="9394" y="5542"/>
                </a:lnTo>
                <a:lnTo>
                  <a:pt x="20765" y="12848"/>
                </a:lnTo>
                <a:lnTo>
                  <a:pt x="28122" y="17628"/>
                </a:lnTo>
              </a:path>
            </a:pathLst>
          </a:custGeom>
          <a:ln w="1405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1" name="object 71"/>
          <p:cNvSpPr/>
          <p:nvPr/>
        </p:nvSpPr>
        <p:spPr>
          <a:xfrm>
            <a:off x="5773705" y="4450069"/>
            <a:ext cx="21202" cy="7198"/>
          </a:xfrm>
          <a:custGeom>
            <a:avLst/>
            <a:gdLst/>
            <a:ahLst/>
            <a:cxnLst/>
            <a:rect l="l" t="t" r="r" b="b"/>
            <a:pathLst>
              <a:path w="21202" h="7198">
                <a:moveTo>
                  <a:pt x="0" y="0"/>
                </a:moveTo>
                <a:lnTo>
                  <a:pt x="7214" y="3525"/>
                </a:lnTo>
                <a:lnTo>
                  <a:pt x="13987" y="3525"/>
                </a:lnTo>
                <a:lnTo>
                  <a:pt x="21202" y="7198"/>
                </a:lnTo>
              </a:path>
            </a:pathLst>
          </a:custGeom>
          <a:ln w="1405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2" name="object 72"/>
          <p:cNvSpPr/>
          <p:nvPr/>
        </p:nvSpPr>
        <p:spPr>
          <a:xfrm>
            <a:off x="5848060" y="4467697"/>
            <a:ext cx="24883" cy="7198"/>
          </a:xfrm>
          <a:custGeom>
            <a:avLst/>
            <a:gdLst/>
            <a:ahLst/>
            <a:cxnLst/>
            <a:rect l="l" t="t" r="r" b="b"/>
            <a:pathLst>
              <a:path w="24883" h="7198">
                <a:moveTo>
                  <a:pt x="0" y="0"/>
                </a:moveTo>
                <a:lnTo>
                  <a:pt x="12184" y="3491"/>
                </a:lnTo>
                <a:lnTo>
                  <a:pt x="24458" y="6988"/>
                </a:lnTo>
                <a:lnTo>
                  <a:pt x="24883" y="7198"/>
                </a:lnTo>
              </a:path>
            </a:pathLst>
          </a:custGeom>
          <a:ln w="1405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3" name="object 73"/>
          <p:cNvSpPr/>
          <p:nvPr/>
        </p:nvSpPr>
        <p:spPr>
          <a:xfrm>
            <a:off x="5932868" y="4482093"/>
            <a:ext cx="28564" cy="0"/>
          </a:xfrm>
          <a:custGeom>
            <a:avLst/>
            <a:gdLst/>
            <a:ahLst/>
            <a:cxnLst/>
            <a:rect l="l" t="t" r="r" b="b"/>
            <a:pathLst>
              <a:path w="28564" h="0">
                <a:moveTo>
                  <a:pt x="0" y="0"/>
                </a:moveTo>
                <a:lnTo>
                  <a:pt x="12812" y="0"/>
                </a:lnTo>
                <a:lnTo>
                  <a:pt x="25083" y="0"/>
                </a:lnTo>
                <a:lnTo>
                  <a:pt x="28564" y="0"/>
                </a:lnTo>
              </a:path>
            </a:pathLst>
          </a:custGeom>
          <a:ln w="1405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4" name="object 74"/>
          <p:cNvSpPr/>
          <p:nvPr/>
        </p:nvSpPr>
        <p:spPr>
          <a:xfrm>
            <a:off x="6014438" y="4482093"/>
            <a:ext cx="28269" cy="0"/>
          </a:xfrm>
          <a:custGeom>
            <a:avLst/>
            <a:gdLst/>
            <a:ahLst/>
            <a:cxnLst/>
            <a:rect l="l" t="t" r="r" b="b"/>
            <a:pathLst>
              <a:path w="28269" h="0">
                <a:moveTo>
                  <a:pt x="0" y="0"/>
                </a:moveTo>
                <a:lnTo>
                  <a:pt x="12837" y="0"/>
                </a:lnTo>
                <a:lnTo>
                  <a:pt x="25179" y="0"/>
                </a:lnTo>
                <a:lnTo>
                  <a:pt x="28269" y="0"/>
                </a:lnTo>
              </a:path>
            </a:pathLst>
          </a:custGeom>
          <a:ln w="1405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5" name="object 75"/>
          <p:cNvSpPr/>
          <p:nvPr/>
        </p:nvSpPr>
        <p:spPr>
          <a:xfrm>
            <a:off x="6099393" y="4474895"/>
            <a:ext cx="28122" cy="3525"/>
          </a:xfrm>
          <a:custGeom>
            <a:avLst/>
            <a:gdLst/>
            <a:ahLst/>
            <a:cxnLst/>
            <a:rect l="l" t="t" r="r" b="b"/>
            <a:pathLst>
              <a:path w="28122" h="3525">
                <a:moveTo>
                  <a:pt x="0" y="3525"/>
                </a:moveTo>
                <a:lnTo>
                  <a:pt x="11177" y="3208"/>
                </a:lnTo>
                <a:lnTo>
                  <a:pt x="24857" y="988"/>
                </a:lnTo>
                <a:lnTo>
                  <a:pt x="28122" y="0"/>
                </a:lnTo>
              </a:path>
            </a:pathLst>
          </a:custGeom>
          <a:ln w="1405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6" name="object 76"/>
          <p:cNvSpPr/>
          <p:nvPr/>
        </p:nvSpPr>
        <p:spPr>
          <a:xfrm>
            <a:off x="6180668" y="4460793"/>
            <a:ext cx="28416" cy="6904"/>
          </a:xfrm>
          <a:custGeom>
            <a:avLst/>
            <a:gdLst/>
            <a:ahLst/>
            <a:cxnLst/>
            <a:rect l="l" t="t" r="r" b="b"/>
            <a:pathLst>
              <a:path w="28416" h="6904">
                <a:moveTo>
                  <a:pt x="0" y="6904"/>
                </a:moveTo>
                <a:lnTo>
                  <a:pt x="13595" y="2597"/>
                </a:lnTo>
                <a:lnTo>
                  <a:pt x="25410" y="161"/>
                </a:lnTo>
                <a:lnTo>
                  <a:pt x="28416" y="0"/>
                </a:lnTo>
              </a:path>
            </a:pathLst>
          </a:custGeom>
          <a:ln w="1405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7" name="object 77"/>
          <p:cNvSpPr/>
          <p:nvPr/>
        </p:nvSpPr>
        <p:spPr>
          <a:xfrm>
            <a:off x="6255023" y="4442871"/>
            <a:ext cx="10453" cy="3525"/>
          </a:xfrm>
          <a:custGeom>
            <a:avLst/>
            <a:gdLst/>
            <a:ahLst/>
            <a:cxnLst/>
            <a:rect l="l" t="t" r="r" b="b"/>
            <a:pathLst>
              <a:path w="10453" h="3525">
                <a:moveTo>
                  <a:pt x="0" y="3525"/>
                </a:moveTo>
                <a:lnTo>
                  <a:pt x="3533" y="3525"/>
                </a:lnTo>
                <a:lnTo>
                  <a:pt x="7214" y="0"/>
                </a:lnTo>
                <a:lnTo>
                  <a:pt x="10453" y="0"/>
                </a:lnTo>
              </a:path>
            </a:pathLst>
          </a:custGeom>
          <a:ln w="1405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8" name="object 78"/>
          <p:cNvSpPr/>
          <p:nvPr/>
        </p:nvSpPr>
        <p:spPr>
          <a:xfrm>
            <a:off x="6265477" y="4435967"/>
            <a:ext cx="17668" cy="6904"/>
          </a:xfrm>
          <a:custGeom>
            <a:avLst/>
            <a:gdLst/>
            <a:ahLst/>
            <a:cxnLst/>
            <a:rect l="l" t="t" r="r" b="b"/>
            <a:pathLst>
              <a:path w="17668" h="6904">
                <a:moveTo>
                  <a:pt x="0" y="6904"/>
                </a:moveTo>
                <a:lnTo>
                  <a:pt x="3533" y="3231"/>
                </a:lnTo>
                <a:lnTo>
                  <a:pt x="10748" y="3231"/>
                </a:lnTo>
                <a:lnTo>
                  <a:pt x="17668" y="0"/>
                </a:lnTo>
              </a:path>
            </a:pathLst>
          </a:custGeom>
          <a:ln w="1405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9" name="object 79"/>
          <p:cNvSpPr/>
          <p:nvPr/>
        </p:nvSpPr>
        <p:spPr>
          <a:xfrm>
            <a:off x="6343513" y="4382789"/>
            <a:ext cx="17668" cy="17628"/>
          </a:xfrm>
          <a:custGeom>
            <a:avLst/>
            <a:gdLst/>
            <a:ahLst/>
            <a:cxnLst/>
            <a:rect l="l" t="t" r="r" b="b"/>
            <a:pathLst>
              <a:path w="17668" h="17628">
                <a:moveTo>
                  <a:pt x="0" y="17628"/>
                </a:moveTo>
                <a:lnTo>
                  <a:pt x="7214" y="10723"/>
                </a:lnTo>
                <a:lnTo>
                  <a:pt x="13987" y="7198"/>
                </a:lnTo>
                <a:lnTo>
                  <a:pt x="17668" y="0"/>
                </a:lnTo>
              </a:path>
            </a:pathLst>
          </a:custGeom>
          <a:ln w="1406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0" name="object 80"/>
          <p:cNvSpPr/>
          <p:nvPr/>
        </p:nvSpPr>
        <p:spPr>
          <a:xfrm>
            <a:off x="6382383" y="4315509"/>
            <a:ext cx="3680" cy="21153"/>
          </a:xfrm>
          <a:custGeom>
            <a:avLst/>
            <a:gdLst/>
            <a:ahLst/>
            <a:cxnLst/>
            <a:rect l="l" t="t" r="r" b="b"/>
            <a:pathLst>
              <a:path w="3680" h="21153">
                <a:moveTo>
                  <a:pt x="0" y="21153"/>
                </a:moveTo>
                <a:lnTo>
                  <a:pt x="3680" y="17628"/>
                </a:lnTo>
                <a:lnTo>
                  <a:pt x="3680" y="10723"/>
                </a:lnTo>
                <a:lnTo>
                  <a:pt x="0" y="7198"/>
                </a:lnTo>
                <a:lnTo>
                  <a:pt x="0" y="0"/>
                </a:lnTo>
              </a:path>
            </a:pathLst>
          </a:custGeom>
          <a:ln w="1408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1" name="object 81"/>
          <p:cNvSpPr/>
          <p:nvPr/>
        </p:nvSpPr>
        <p:spPr>
          <a:xfrm>
            <a:off x="6332911" y="4255427"/>
            <a:ext cx="24588" cy="21153"/>
          </a:xfrm>
          <a:custGeom>
            <a:avLst/>
            <a:gdLst/>
            <a:ahLst/>
            <a:cxnLst/>
            <a:rect l="l" t="t" r="r" b="b"/>
            <a:pathLst>
              <a:path w="24588" h="21153">
                <a:moveTo>
                  <a:pt x="24588" y="21153"/>
                </a:moveTo>
                <a:lnTo>
                  <a:pt x="15222" y="11820"/>
                </a:lnTo>
                <a:lnTo>
                  <a:pt x="4981" y="3165"/>
                </a:lnTo>
                <a:lnTo>
                  <a:pt x="0" y="0"/>
                </a:lnTo>
              </a:path>
            </a:pathLst>
          </a:custGeom>
          <a:ln w="140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2" name="object 82"/>
          <p:cNvSpPr/>
          <p:nvPr/>
        </p:nvSpPr>
        <p:spPr>
          <a:xfrm>
            <a:off x="6251342" y="4216498"/>
            <a:ext cx="17668" cy="7198"/>
          </a:xfrm>
          <a:custGeom>
            <a:avLst/>
            <a:gdLst/>
            <a:ahLst/>
            <a:cxnLst/>
            <a:rect l="l" t="t" r="r" b="b"/>
            <a:pathLst>
              <a:path w="17668" h="7198">
                <a:moveTo>
                  <a:pt x="17668" y="7198"/>
                </a:moveTo>
                <a:lnTo>
                  <a:pt x="10895" y="3525"/>
                </a:lnTo>
                <a:lnTo>
                  <a:pt x="3680" y="0"/>
                </a:lnTo>
                <a:lnTo>
                  <a:pt x="0" y="0"/>
                </a:lnTo>
              </a:path>
            </a:pathLst>
          </a:custGeom>
          <a:ln w="1405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3" name="object 83"/>
          <p:cNvSpPr/>
          <p:nvPr/>
        </p:nvSpPr>
        <p:spPr>
          <a:xfrm>
            <a:off x="6170067" y="4195198"/>
            <a:ext cx="28269" cy="3672"/>
          </a:xfrm>
          <a:custGeom>
            <a:avLst/>
            <a:gdLst/>
            <a:ahLst/>
            <a:cxnLst/>
            <a:rect l="l" t="t" r="r" b="b"/>
            <a:pathLst>
              <a:path w="28269" h="3672">
                <a:moveTo>
                  <a:pt x="28269" y="3672"/>
                </a:moveTo>
                <a:lnTo>
                  <a:pt x="15640" y="2135"/>
                </a:lnTo>
                <a:lnTo>
                  <a:pt x="3354" y="121"/>
                </a:lnTo>
                <a:lnTo>
                  <a:pt x="0" y="0"/>
                </a:lnTo>
              </a:path>
            </a:pathLst>
          </a:custGeom>
          <a:ln w="1405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4" name="object 84"/>
          <p:cNvSpPr/>
          <p:nvPr/>
        </p:nvSpPr>
        <p:spPr>
          <a:xfrm>
            <a:off x="6078044" y="4181242"/>
            <a:ext cx="28122" cy="3231"/>
          </a:xfrm>
          <a:custGeom>
            <a:avLst/>
            <a:gdLst/>
            <a:ahLst/>
            <a:cxnLst/>
            <a:rect l="l" t="t" r="r" b="b"/>
            <a:pathLst>
              <a:path w="28122" h="3231">
                <a:moveTo>
                  <a:pt x="28122" y="3231"/>
                </a:moveTo>
                <a:lnTo>
                  <a:pt x="14344" y="1863"/>
                </a:lnTo>
                <a:lnTo>
                  <a:pt x="2321" y="95"/>
                </a:lnTo>
                <a:lnTo>
                  <a:pt x="0" y="0"/>
                </a:lnTo>
              </a:path>
            </a:pathLst>
          </a:custGeom>
          <a:ln w="1405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5" name="object 85"/>
          <p:cNvSpPr/>
          <p:nvPr/>
        </p:nvSpPr>
        <p:spPr>
          <a:xfrm>
            <a:off x="5926095" y="4127917"/>
            <a:ext cx="35336" cy="35256"/>
          </a:xfrm>
          <a:custGeom>
            <a:avLst/>
            <a:gdLst/>
            <a:ahLst/>
            <a:cxnLst/>
            <a:rect l="l" t="t" r="r" b="b"/>
            <a:pathLst>
              <a:path w="35336" h="35256">
                <a:moveTo>
                  <a:pt x="20907" y="35256"/>
                </a:moveTo>
                <a:lnTo>
                  <a:pt x="35336" y="21300"/>
                </a:lnTo>
                <a:lnTo>
                  <a:pt x="13987" y="0"/>
                </a:lnTo>
                <a:lnTo>
                  <a:pt x="0" y="14102"/>
                </a:lnTo>
                <a:lnTo>
                  <a:pt x="20907" y="352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6" name="object 86"/>
          <p:cNvSpPr/>
          <p:nvPr/>
        </p:nvSpPr>
        <p:spPr>
          <a:xfrm>
            <a:off x="5869409" y="4071508"/>
            <a:ext cx="31655" cy="31583"/>
          </a:xfrm>
          <a:custGeom>
            <a:avLst/>
            <a:gdLst/>
            <a:ahLst/>
            <a:cxnLst/>
            <a:rect l="l" t="t" r="r" b="b"/>
            <a:pathLst>
              <a:path w="31655" h="31583">
                <a:moveTo>
                  <a:pt x="31655" y="17628"/>
                </a:moveTo>
                <a:lnTo>
                  <a:pt x="10453" y="0"/>
                </a:lnTo>
                <a:lnTo>
                  <a:pt x="0" y="13955"/>
                </a:lnTo>
                <a:lnTo>
                  <a:pt x="21202" y="31583"/>
                </a:lnTo>
                <a:lnTo>
                  <a:pt x="31655" y="1762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7" name="object 87"/>
          <p:cNvSpPr/>
          <p:nvPr/>
        </p:nvSpPr>
        <p:spPr>
          <a:xfrm>
            <a:off x="5802122" y="4010985"/>
            <a:ext cx="35484" cy="35696"/>
          </a:xfrm>
          <a:custGeom>
            <a:avLst/>
            <a:gdLst/>
            <a:ahLst/>
            <a:cxnLst/>
            <a:rect l="l" t="t" r="r" b="b"/>
            <a:pathLst>
              <a:path w="35484" h="35696">
                <a:moveTo>
                  <a:pt x="21054" y="35696"/>
                </a:moveTo>
                <a:lnTo>
                  <a:pt x="35484" y="21300"/>
                </a:lnTo>
                <a:lnTo>
                  <a:pt x="14134" y="0"/>
                </a:lnTo>
                <a:lnTo>
                  <a:pt x="0" y="14396"/>
                </a:lnTo>
                <a:lnTo>
                  <a:pt x="21054" y="356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8" name="object 88"/>
          <p:cNvSpPr/>
          <p:nvPr/>
        </p:nvSpPr>
        <p:spPr>
          <a:xfrm>
            <a:off x="5745435" y="3954575"/>
            <a:ext cx="31803" cy="32024"/>
          </a:xfrm>
          <a:custGeom>
            <a:avLst/>
            <a:gdLst/>
            <a:ahLst/>
            <a:cxnLst/>
            <a:rect l="l" t="t" r="r" b="b"/>
            <a:pathLst>
              <a:path w="31803" h="32024">
                <a:moveTo>
                  <a:pt x="31803" y="17628"/>
                </a:moveTo>
                <a:lnTo>
                  <a:pt x="10453" y="0"/>
                </a:lnTo>
                <a:lnTo>
                  <a:pt x="0" y="13955"/>
                </a:lnTo>
                <a:lnTo>
                  <a:pt x="21349" y="32024"/>
                </a:lnTo>
                <a:lnTo>
                  <a:pt x="31803" y="1762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9" name="object 89"/>
          <p:cNvSpPr/>
          <p:nvPr/>
        </p:nvSpPr>
        <p:spPr>
          <a:xfrm>
            <a:off x="5685215" y="3894493"/>
            <a:ext cx="31803" cy="31583"/>
          </a:xfrm>
          <a:custGeom>
            <a:avLst/>
            <a:gdLst/>
            <a:ahLst/>
            <a:cxnLst/>
            <a:rect l="l" t="t" r="r" b="b"/>
            <a:pathLst>
              <a:path w="31803" h="31583">
                <a:moveTo>
                  <a:pt x="31803" y="17628"/>
                </a:moveTo>
                <a:lnTo>
                  <a:pt x="10748" y="0"/>
                </a:lnTo>
                <a:lnTo>
                  <a:pt x="0" y="13955"/>
                </a:lnTo>
                <a:lnTo>
                  <a:pt x="21202" y="31583"/>
                </a:lnTo>
                <a:lnTo>
                  <a:pt x="31803" y="1762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0" name="object 90"/>
          <p:cNvSpPr/>
          <p:nvPr/>
        </p:nvSpPr>
        <p:spPr>
          <a:xfrm>
            <a:off x="5618075" y="3834264"/>
            <a:ext cx="35336" cy="35256"/>
          </a:xfrm>
          <a:custGeom>
            <a:avLst/>
            <a:gdLst/>
            <a:ahLst/>
            <a:cxnLst/>
            <a:rect l="l" t="t" r="r" b="b"/>
            <a:pathLst>
              <a:path w="35336" h="35256">
                <a:moveTo>
                  <a:pt x="21202" y="35256"/>
                </a:moveTo>
                <a:lnTo>
                  <a:pt x="35336" y="21300"/>
                </a:lnTo>
                <a:lnTo>
                  <a:pt x="13987" y="0"/>
                </a:lnTo>
                <a:lnTo>
                  <a:pt x="0" y="14102"/>
                </a:lnTo>
                <a:lnTo>
                  <a:pt x="21202" y="352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1" name="object 91"/>
          <p:cNvSpPr/>
          <p:nvPr/>
        </p:nvSpPr>
        <p:spPr>
          <a:xfrm>
            <a:off x="6194656" y="3926077"/>
            <a:ext cx="774909" cy="364605"/>
          </a:xfrm>
          <a:custGeom>
            <a:avLst/>
            <a:gdLst/>
            <a:ahLst/>
            <a:cxnLst/>
            <a:rect l="l" t="t" r="r" b="b"/>
            <a:pathLst>
              <a:path w="774909" h="364605">
                <a:moveTo>
                  <a:pt x="0" y="364605"/>
                </a:moveTo>
                <a:lnTo>
                  <a:pt x="198328" y="0"/>
                </a:lnTo>
                <a:lnTo>
                  <a:pt x="577022" y="0"/>
                </a:lnTo>
                <a:lnTo>
                  <a:pt x="774909" y="364605"/>
                </a:lnTo>
              </a:path>
            </a:pathLst>
          </a:custGeom>
          <a:ln w="3171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2" name="object 92"/>
          <p:cNvSpPr/>
          <p:nvPr/>
        </p:nvSpPr>
        <p:spPr>
          <a:xfrm>
            <a:off x="6194656" y="4290683"/>
            <a:ext cx="774909" cy="364459"/>
          </a:xfrm>
          <a:custGeom>
            <a:avLst/>
            <a:gdLst/>
            <a:ahLst/>
            <a:cxnLst/>
            <a:rect l="l" t="t" r="r" b="b"/>
            <a:pathLst>
              <a:path w="774909" h="364459">
                <a:moveTo>
                  <a:pt x="0" y="0"/>
                </a:moveTo>
                <a:lnTo>
                  <a:pt x="198328" y="364459"/>
                </a:lnTo>
                <a:lnTo>
                  <a:pt x="577022" y="364459"/>
                </a:lnTo>
                <a:lnTo>
                  <a:pt x="774909" y="0"/>
                </a:lnTo>
              </a:path>
            </a:pathLst>
          </a:custGeom>
          <a:ln w="3171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3" name="object 93"/>
          <p:cNvSpPr/>
          <p:nvPr/>
        </p:nvSpPr>
        <p:spPr>
          <a:xfrm>
            <a:off x="6218803" y="4672476"/>
            <a:ext cx="771669" cy="357305"/>
          </a:xfrm>
          <a:custGeom>
            <a:avLst/>
            <a:gdLst/>
            <a:ahLst/>
            <a:cxnLst/>
            <a:rect l="l" t="t" r="r" b="b"/>
            <a:pathLst>
              <a:path w="771669" h="357305">
                <a:moveTo>
                  <a:pt x="0" y="357305"/>
                </a:moveTo>
                <a:lnTo>
                  <a:pt x="194647" y="0"/>
                </a:lnTo>
                <a:lnTo>
                  <a:pt x="569807" y="0"/>
                </a:lnTo>
                <a:lnTo>
                  <a:pt x="771669" y="357305"/>
                </a:lnTo>
              </a:path>
            </a:pathLst>
          </a:custGeom>
          <a:ln w="360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4" name="object 94"/>
          <p:cNvSpPr/>
          <p:nvPr/>
        </p:nvSpPr>
        <p:spPr>
          <a:xfrm>
            <a:off x="6218803" y="5029781"/>
            <a:ext cx="771669" cy="361300"/>
          </a:xfrm>
          <a:custGeom>
            <a:avLst/>
            <a:gdLst/>
            <a:ahLst/>
            <a:cxnLst/>
            <a:rect l="l" t="t" r="r" b="b"/>
            <a:pathLst>
              <a:path w="771669" h="361300">
                <a:moveTo>
                  <a:pt x="0" y="0"/>
                </a:moveTo>
                <a:lnTo>
                  <a:pt x="194647" y="361300"/>
                </a:lnTo>
                <a:lnTo>
                  <a:pt x="569807" y="361300"/>
                </a:lnTo>
                <a:lnTo>
                  <a:pt x="771669" y="0"/>
                </a:lnTo>
              </a:path>
            </a:pathLst>
          </a:custGeom>
          <a:ln w="360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5" name="object 95"/>
          <p:cNvSpPr/>
          <p:nvPr/>
        </p:nvSpPr>
        <p:spPr>
          <a:xfrm>
            <a:off x="7305707" y="5179120"/>
            <a:ext cx="35484" cy="35270"/>
          </a:xfrm>
          <a:custGeom>
            <a:avLst/>
            <a:gdLst/>
            <a:ahLst/>
            <a:cxnLst/>
            <a:rect l="l" t="t" r="r" b="b"/>
            <a:pathLst>
              <a:path w="35484" h="35270">
                <a:moveTo>
                  <a:pt x="0" y="14043"/>
                </a:moveTo>
                <a:lnTo>
                  <a:pt x="21349" y="35270"/>
                </a:lnTo>
                <a:lnTo>
                  <a:pt x="35484" y="21241"/>
                </a:lnTo>
                <a:lnTo>
                  <a:pt x="14429" y="0"/>
                </a:lnTo>
                <a:lnTo>
                  <a:pt x="0" y="1404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6" name="object 96"/>
          <p:cNvSpPr/>
          <p:nvPr/>
        </p:nvSpPr>
        <p:spPr>
          <a:xfrm>
            <a:off x="7369608" y="5239216"/>
            <a:ext cx="31803" cy="32024"/>
          </a:xfrm>
          <a:custGeom>
            <a:avLst/>
            <a:gdLst/>
            <a:ahLst/>
            <a:cxnLst/>
            <a:rect l="l" t="t" r="r" b="b"/>
            <a:pathLst>
              <a:path w="31803" h="32024">
                <a:moveTo>
                  <a:pt x="10453" y="0"/>
                </a:moveTo>
                <a:lnTo>
                  <a:pt x="0" y="14396"/>
                </a:lnTo>
                <a:lnTo>
                  <a:pt x="21349" y="32024"/>
                </a:lnTo>
                <a:lnTo>
                  <a:pt x="31803" y="17642"/>
                </a:lnTo>
                <a:lnTo>
                  <a:pt x="1045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7" name="object 97"/>
          <p:cNvSpPr/>
          <p:nvPr/>
        </p:nvSpPr>
        <p:spPr>
          <a:xfrm>
            <a:off x="7429534" y="5296081"/>
            <a:ext cx="35484" cy="35256"/>
          </a:xfrm>
          <a:custGeom>
            <a:avLst/>
            <a:gdLst/>
            <a:ahLst/>
            <a:cxnLst/>
            <a:rect l="l" t="t" r="r" b="b"/>
            <a:pathLst>
              <a:path w="35484" h="35256">
                <a:moveTo>
                  <a:pt x="0" y="14028"/>
                </a:moveTo>
                <a:lnTo>
                  <a:pt x="21349" y="35256"/>
                </a:lnTo>
                <a:lnTo>
                  <a:pt x="35484" y="21227"/>
                </a:lnTo>
                <a:lnTo>
                  <a:pt x="14576" y="0"/>
                </a:lnTo>
                <a:lnTo>
                  <a:pt x="0" y="1402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8" name="object 98"/>
          <p:cNvSpPr/>
          <p:nvPr/>
        </p:nvSpPr>
        <p:spPr>
          <a:xfrm>
            <a:off x="7493582" y="5356178"/>
            <a:ext cx="31655" cy="31656"/>
          </a:xfrm>
          <a:custGeom>
            <a:avLst/>
            <a:gdLst/>
            <a:ahLst/>
            <a:cxnLst/>
            <a:rect l="l" t="t" r="r" b="b"/>
            <a:pathLst>
              <a:path w="31655" h="31656">
                <a:moveTo>
                  <a:pt x="10453" y="0"/>
                </a:moveTo>
                <a:lnTo>
                  <a:pt x="0" y="14028"/>
                </a:lnTo>
                <a:lnTo>
                  <a:pt x="21202" y="31656"/>
                </a:lnTo>
                <a:lnTo>
                  <a:pt x="31655" y="17628"/>
                </a:lnTo>
                <a:lnTo>
                  <a:pt x="1045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9" name="object 99"/>
          <p:cNvSpPr/>
          <p:nvPr/>
        </p:nvSpPr>
        <p:spPr>
          <a:xfrm>
            <a:off x="7553507" y="5416275"/>
            <a:ext cx="32097" cy="32024"/>
          </a:xfrm>
          <a:custGeom>
            <a:avLst/>
            <a:gdLst/>
            <a:ahLst/>
            <a:cxnLst/>
            <a:rect l="l" t="t" r="r" b="b"/>
            <a:pathLst>
              <a:path w="32097" h="32024">
                <a:moveTo>
                  <a:pt x="10748" y="0"/>
                </a:moveTo>
                <a:lnTo>
                  <a:pt x="0" y="14028"/>
                </a:lnTo>
                <a:lnTo>
                  <a:pt x="21202" y="32024"/>
                </a:lnTo>
                <a:lnTo>
                  <a:pt x="32097" y="17628"/>
                </a:lnTo>
                <a:lnTo>
                  <a:pt x="1074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0" name="object 100"/>
          <p:cNvSpPr/>
          <p:nvPr/>
        </p:nvSpPr>
        <p:spPr>
          <a:xfrm>
            <a:off x="6774917" y="5034100"/>
            <a:ext cx="789338" cy="364532"/>
          </a:xfrm>
          <a:custGeom>
            <a:avLst/>
            <a:gdLst/>
            <a:ahLst/>
            <a:cxnLst/>
            <a:rect l="l" t="t" r="r" b="b"/>
            <a:pathLst>
              <a:path w="789338" h="364532">
                <a:moveTo>
                  <a:pt x="0" y="364532"/>
                </a:moveTo>
                <a:lnTo>
                  <a:pt x="201862" y="0"/>
                </a:lnTo>
                <a:lnTo>
                  <a:pt x="587476" y="0"/>
                </a:lnTo>
                <a:lnTo>
                  <a:pt x="789338" y="364532"/>
                </a:lnTo>
              </a:path>
            </a:pathLst>
          </a:custGeom>
          <a:ln w="720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1" name="object 101"/>
          <p:cNvSpPr/>
          <p:nvPr/>
        </p:nvSpPr>
        <p:spPr>
          <a:xfrm>
            <a:off x="7613727" y="5472773"/>
            <a:ext cx="35484" cy="35623"/>
          </a:xfrm>
          <a:custGeom>
            <a:avLst/>
            <a:gdLst/>
            <a:ahLst/>
            <a:cxnLst/>
            <a:rect l="l" t="t" r="r" b="b"/>
            <a:pathLst>
              <a:path w="35484" h="35623">
                <a:moveTo>
                  <a:pt x="0" y="14396"/>
                </a:moveTo>
                <a:lnTo>
                  <a:pt x="21349" y="35623"/>
                </a:lnTo>
                <a:lnTo>
                  <a:pt x="35484" y="21227"/>
                </a:lnTo>
                <a:lnTo>
                  <a:pt x="14134" y="0"/>
                </a:lnTo>
                <a:lnTo>
                  <a:pt x="0" y="143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2" name="object 102"/>
          <p:cNvSpPr/>
          <p:nvPr/>
        </p:nvSpPr>
        <p:spPr>
          <a:xfrm>
            <a:off x="6774917" y="5398632"/>
            <a:ext cx="789338" cy="364547"/>
          </a:xfrm>
          <a:custGeom>
            <a:avLst/>
            <a:gdLst/>
            <a:ahLst/>
            <a:cxnLst/>
            <a:rect l="l" t="t" r="r" b="b"/>
            <a:pathLst>
              <a:path w="789338" h="364547">
                <a:moveTo>
                  <a:pt x="0" y="0"/>
                </a:moveTo>
                <a:lnTo>
                  <a:pt x="201862" y="364547"/>
                </a:lnTo>
                <a:lnTo>
                  <a:pt x="587476" y="364547"/>
                </a:lnTo>
                <a:lnTo>
                  <a:pt x="789338" y="0"/>
                </a:lnTo>
              </a:path>
            </a:pathLst>
          </a:custGeom>
          <a:ln w="720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3" name="object 103"/>
          <p:cNvSpPr/>
          <p:nvPr/>
        </p:nvSpPr>
        <p:spPr>
          <a:xfrm>
            <a:off x="6785813" y="4297881"/>
            <a:ext cx="788896" cy="364459"/>
          </a:xfrm>
          <a:custGeom>
            <a:avLst/>
            <a:gdLst/>
            <a:ahLst/>
            <a:cxnLst/>
            <a:rect l="l" t="t" r="r" b="b"/>
            <a:pathLst>
              <a:path w="788896" h="364459">
                <a:moveTo>
                  <a:pt x="0" y="364459"/>
                </a:moveTo>
                <a:lnTo>
                  <a:pt x="201420" y="0"/>
                </a:lnTo>
                <a:lnTo>
                  <a:pt x="580261" y="0"/>
                </a:lnTo>
                <a:lnTo>
                  <a:pt x="788896" y="364459"/>
                </a:lnTo>
              </a:path>
            </a:pathLst>
          </a:custGeom>
          <a:ln w="720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4" name="object 104"/>
          <p:cNvSpPr/>
          <p:nvPr/>
        </p:nvSpPr>
        <p:spPr>
          <a:xfrm>
            <a:off x="6785813" y="4662340"/>
            <a:ext cx="788896" cy="371760"/>
          </a:xfrm>
          <a:custGeom>
            <a:avLst/>
            <a:gdLst/>
            <a:ahLst/>
            <a:cxnLst/>
            <a:rect l="l" t="t" r="r" b="b"/>
            <a:pathLst>
              <a:path w="788896" h="371760">
                <a:moveTo>
                  <a:pt x="0" y="0"/>
                </a:moveTo>
                <a:lnTo>
                  <a:pt x="201420" y="371760"/>
                </a:lnTo>
                <a:lnTo>
                  <a:pt x="580261" y="371760"/>
                </a:lnTo>
                <a:lnTo>
                  <a:pt x="788896" y="0"/>
                </a:lnTo>
              </a:path>
            </a:pathLst>
          </a:custGeom>
          <a:ln w="720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5" name="object 105"/>
          <p:cNvSpPr/>
          <p:nvPr/>
        </p:nvSpPr>
        <p:spPr>
          <a:xfrm>
            <a:off x="7164212" y="4889080"/>
            <a:ext cx="28564" cy="0"/>
          </a:xfrm>
          <a:custGeom>
            <a:avLst/>
            <a:gdLst/>
            <a:ahLst/>
            <a:cxnLst/>
            <a:rect l="l" t="t" r="r" b="b"/>
            <a:pathLst>
              <a:path w="28564" h="0">
                <a:moveTo>
                  <a:pt x="28564" y="0"/>
                </a:moveTo>
                <a:lnTo>
                  <a:pt x="24883" y="0"/>
                </a:lnTo>
                <a:lnTo>
                  <a:pt x="14429" y="0"/>
                </a:lnTo>
                <a:lnTo>
                  <a:pt x="7214" y="0"/>
                </a:lnTo>
                <a:lnTo>
                  <a:pt x="0" y="0"/>
                </a:lnTo>
              </a:path>
            </a:pathLst>
          </a:custGeom>
          <a:ln w="1405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6" name="object 106"/>
          <p:cNvSpPr/>
          <p:nvPr/>
        </p:nvSpPr>
        <p:spPr>
          <a:xfrm>
            <a:off x="7068803" y="4892312"/>
            <a:ext cx="35484" cy="3599"/>
          </a:xfrm>
          <a:custGeom>
            <a:avLst/>
            <a:gdLst/>
            <a:ahLst/>
            <a:cxnLst/>
            <a:rect l="l" t="t" r="r" b="b"/>
            <a:pathLst>
              <a:path w="35484" h="3599">
                <a:moveTo>
                  <a:pt x="35484" y="0"/>
                </a:moveTo>
                <a:lnTo>
                  <a:pt x="22961" y="162"/>
                </a:lnTo>
                <a:lnTo>
                  <a:pt x="9841" y="1299"/>
                </a:lnTo>
                <a:lnTo>
                  <a:pt x="0" y="3599"/>
                </a:lnTo>
              </a:path>
            </a:pathLst>
          </a:custGeom>
          <a:ln w="1405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7" name="object 107"/>
          <p:cNvSpPr/>
          <p:nvPr/>
        </p:nvSpPr>
        <p:spPr>
          <a:xfrm>
            <a:off x="6980460" y="4906708"/>
            <a:ext cx="31655" cy="6830"/>
          </a:xfrm>
          <a:custGeom>
            <a:avLst/>
            <a:gdLst/>
            <a:ahLst/>
            <a:cxnLst/>
            <a:rect l="l" t="t" r="r" b="b"/>
            <a:pathLst>
              <a:path w="31655" h="6830">
                <a:moveTo>
                  <a:pt x="31655" y="0"/>
                </a:moveTo>
                <a:lnTo>
                  <a:pt x="19256" y="1421"/>
                </a:lnTo>
                <a:lnTo>
                  <a:pt x="6799" y="4728"/>
                </a:lnTo>
                <a:lnTo>
                  <a:pt x="0" y="6830"/>
                </a:lnTo>
              </a:path>
            </a:pathLst>
          </a:custGeom>
          <a:ln w="1405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8" name="object 108"/>
          <p:cNvSpPr/>
          <p:nvPr/>
        </p:nvSpPr>
        <p:spPr>
          <a:xfrm>
            <a:off x="6927308" y="4931534"/>
            <a:ext cx="3680" cy="0"/>
          </a:xfrm>
          <a:custGeom>
            <a:avLst/>
            <a:gdLst/>
            <a:ahLst/>
            <a:cxnLst/>
            <a:rect l="l" t="t" r="r" b="b"/>
            <a:pathLst>
              <a:path w="3680" h="0">
                <a:moveTo>
                  <a:pt x="3680" y="0"/>
                </a:moveTo>
                <a:lnTo>
                  <a:pt x="0" y="0"/>
                </a:lnTo>
              </a:path>
            </a:pathLst>
          </a:custGeom>
          <a:ln w="1405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9" name="object 109"/>
          <p:cNvSpPr/>
          <p:nvPr/>
        </p:nvSpPr>
        <p:spPr>
          <a:xfrm>
            <a:off x="6902425" y="4931534"/>
            <a:ext cx="24883" cy="10444"/>
          </a:xfrm>
          <a:custGeom>
            <a:avLst/>
            <a:gdLst/>
            <a:ahLst/>
            <a:cxnLst/>
            <a:rect l="l" t="t" r="r" b="b"/>
            <a:pathLst>
              <a:path w="24883" h="10444">
                <a:moveTo>
                  <a:pt x="24883" y="0"/>
                </a:moveTo>
                <a:lnTo>
                  <a:pt x="13220" y="4780"/>
                </a:lnTo>
                <a:lnTo>
                  <a:pt x="1304" y="9810"/>
                </a:lnTo>
                <a:lnTo>
                  <a:pt x="0" y="10444"/>
                </a:lnTo>
              </a:path>
            </a:pathLst>
          </a:custGeom>
          <a:ln w="1405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0" name="object 110"/>
          <p:cNvSpPr/>
          <p:nvPr/>
        </p:nvSpPr>
        <p:spPr>
          <a:xfrm>
            <a:off x="6828070" y="4984433"/>
            <a:ext cx="17668" cy="24840"/>
          </a:xfrm>
          <a:custGeom>
            <a:avLst/>
            <a:gdLst/>
            <a:ahLst/>
            <a:cxnLst/>
            <a:rect l="l" t="t" r="r" b="b"/>
            <a:pathLst>
              <a:path w="17668" h="24840">
                <a:moveTo>
                  <a:pt x="17668" y="0"/>
                </a:moveTo>
                <a:lnTo>
                  <a:pt x="9153" y="10217"/>
                </a:lnTo>
                <a:lnTo>
                  <a:pt x="2056" y="20998"/>
                </a:lnTo>
                <a:lnTo>
                  <a:pt x="0" y="24840"/>
                </a:lnTo>
              </a:path>
            </a:pathLst>
          </a:custGeom>
          <a:ln w="1407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1" name="object 111"/>
          <p:cNvSpPr/>
          <p:nvPr/>
        </p:nvSpPr>
        <p:spPr>
          <a:xfrm>
            <a:off x="6824831" y="5055327"/>
            <a:ext cx="10453" cy="21241"/>
          </a:xfrm>
          <a:custGeom>
            <a:avLst/>
            <a:gdLst/>
            <a:ahLst/>
            <a:cxnLst/>
            <a:rect l="l" t="t" r="r" b="b"/>
            <a:pathLst>
              <a:path w="10453" h="21241">
                <a:moveTo>
                  <a:pt x="0" y="0"/>
                </a:moveTo>
                <a:lnTo>
                  <a:pt x="3239" y="7198"/>
                </a:lnTo>
                <a:lnTo>
                  <a:pt x="6772" y="14043"/>
                </a:lnTo>
                <a:lnTo>
                  <a:pt x="10453" y="21241"/>
                </a:lnTo>
              </a:path>
            </a:pathLst>
          </a:custGeom>
          <a:ln w="1407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2" name="object 112"/>
          <p:cNvSpPr/>
          <p:nvPr/>
        </p:nvSpPr>
        <p:spPr>
          <a:xfrm>
            <a:off x="6888290" y="5119023"/>
            <a:ext cx="31803" cy="17642"/>
          </a:xfrm>
          <a:custGeom>
            <a:avLst/>
            <a:gdLst/>
            <a:ahLst/>
            <a:cxnLst/>
            <a:rect l="l" t="t" r="r" b="b"/>
            <a:pathLst>
              <a:path w="31803" h="17642">
                <a:moveTo>
                  <a:pt x="0" y="0"/>
                </a:moveTo>
                <a:lnTo>
                  <a:pt x="11075" y="7288"/>
                </a:lnTo>
                <a:lnTo>
                  <a:pt x="22248" y="13579"/>
                </a:lnTo>
                <a:lnTo>
                  <a:pt x="31803" y="17642"/>
                </a:lnTo>
              </a:path>
            </a:pathLst>
          </a:custGeom>
          <a:ln w="1405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3" name="object 113"/>
          <p:cNvSpPr/>
          <p:nvPr/>
        </p:nvSpPr>
        <p:spPr>
          <a:xfrm>
            <a:off x="6973246" y="5157892"/>
            <a:ext cx="24883" cy="3599"/>
          </a:xfrm>
          <a:custGeom>
            <a:avLst/>
            <a:gdLst/>
            <a:ahLst/>
            <a:cxnLst/>
            <a:rect l="l" t="t" r="r" b="b"/>
            <a:pathLst>
              <a:path w="24883" h="3599">
                <a:moveTo>
                  <a:pt x="0" y="0"/>
                </a:moveTo>
                <a:lnTo>
                  <a:pt x="7214" y="0"/>
                </a:lnTo>
                <a:lnTo>
                  <a:pt x="17668" y="3599"/>
                </a:lnTo>
                <a:lnTo>
                  <a:pt x="24883" y="3599"/>
                </a:lnTo>
              </a:path>
            </a:pathLst>
          </a:custGeom>
          <a:ln w="1405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4" name="object 114"/>
          <p:cNvSpPr/>
          <p:nvPr/>
        </p:nvSpPr>
        <p:spPr>
          <a:xfrm>
            <a:off x="7051134" y="5175520"/>
            <a:ext cx="28269" cy="3599"/>
          </a:xfrm>
          <a:custGeom>
            <a:avLst/>
            <a:gdLst/>
            <a:ahLst/>
            <a:cxnLst/>
            <a:rect l="l" t="t" r="r" b="b"/>
            <a:pathLst>
              <a:path w="28269" h="3599">
                <a:moveTo>
                  <a:pt x="0" y="0"/>
                </a:moveTo>
                <a:lnTo>
                  <a:pt x="13848" y="318"/>
                </a:lnTo>
                <a:lnTo>
                  <a:pt x="25877" y="2548"/>
                </a:lnTo>
                <a:lnTo>
                  <a:pt x="28269" y="3599"/>
                </a:lnTo>
              </a:path>
            </a:pathLst>
          </a:custGeom>
          <a:ln w="1405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5" name="object 115"/>
          <p:cNvSpPr/>
          <p:nvPr/>
        </p:nvSpPr>
        <p:spPr>
          <a:xfrm>
            <a:off x="7139624" y="5182719"/>
            <a:ext cx="28122" cy="0"/>
          </a:xfrm>
          <a:custGeom>
            <a:avLst/>
            <a:gdLst/>
            <a:ahLst/>
            <a:cxnLst/>
            <a:rect l="l" t="t" r="r" b="b"/>
            <a:pathLst>
              <a:path w="28122" h="0">
                <a:moveTo>
                  <a:pt x="0" y="0"/>
                </a:moveTo>
                <a:lnTo>
                  <a:pt x="12777" y="0"/>
                </a:lnTo>
                <a:lnTo>
                  <a:pt x="25171" y="0"/>
                </a:lnTo>
                <a:lnTo>
                  <a:pt x="28122" y="0"/>
                </a:lnTo>
              </a:path>
            </a:pathLst>
          </a:custGeom>
          <a:ln w="1405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6" name="object 116"/>
          <p:cNvSpPr/>
          <p:nvPr/>
        </p:nvSpPr>
        <p:spPr>
          <a:xfrm>
            <a:off x="7220899" y="5182719"/>
            <a:ext cx="28564" cy="0"/>
          </a:xfrm>
          <a:custGeom>
            <a:avLst/>
            <a:gdLst/>
            <a:ahLst/>
            <a:cxnLst/>
            <a:rect l="l" t="t" r="r" b="b"/>
            <a:pathLst>
              <a:path w="28564" h="0">
                <a:moveTo>
                  <a:pt x="0" y="0"/>
                </a:moveTo>
                <a:lnTo>
                  <a:pt x="11298" y="0"/>
                </a:lnTo>
                <a:lnTo>
                  <a:pt x="24963" y="0"/>
                </a:lnTo>
                <a:lnTo>
                  <a:pt x="28564" y="0"/>
                </a:lnTo>
              </a:path>
            </a:pathLst>
          </a:custGeom>
          <a:ln w="1405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7" name="object 117"/>
          <p:cNvSpPr/>
          <p:nvPr/>
        </p:nvSpPr>
        <p:spPr>
          <a:xfrm>
            <a:off x="7305707" y="5171921"/>
            <a:ext cx="28564" cy="3599"/>
          </a:xfrm>
          <a:custGeom>
            <a:avLst/>
            <a:gdLst/>
            <a:ahLst/>
            <a:cxnLst/>
            <a:rect l="l" t="t" r="r" b="b"/>
            <a:pathLst>
              <a:path w="28564" h="3599">
                <a:moveTo>
                  <a:pt x="0" y="3599"/>
                </a:moveTo>
                <a:lnTo>
                  <a:pt x="12720" y="2115"/>
                </a:lnTo>
                <a:lnTo>
                  <a:pt x="24873" y="137"/>
                </a:lnTo>
                <a:lnTo>
                  <a:pt x="28564" y="0"/>
                </a:lnTo>
              </a:path>
            </a:pathLst>
          </a:custGeom>
          <a:ln w="1405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8" name="object 118"/>
          <p:cNvSpPr/>
          <p:nvPr/>
        </p:nvSpPr>
        <p:spPr>
          <a:xfrm>
            <a:off x="7387424" y="5154293"/>
            <a:ext cx="21202" cy="7198"/>
          </a:xfrm>
          <a:custGeom>
            <a:avLst/>
            <a:gdLst/>
            <a:ahLst/>
            <a:cxnLst/>
            <a:rect l="l" t="t" r="r" b="b"/>
            <a:pathLst>
              <a:path w="21202" h="7198">
                <a:moveTo>
                  <a:pt x="0" y="7198"/>
                </a:moveTo>
                <a:lnTo>
                  <a:pt x="6772" y="3599"/>
                </a:lnTo>
                <a:lnTo>
                  <a:pt x="13987" y="0"/>
                </a:lnTo>
                <a:lnTo>
                  <a:pt x="21202" y="0"/>
                </a:lnTo>
              </a:path>
            </a:pathLst>
          </a:custGeom>
          <a:ln w="1405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9" name="object 119"/>
          <p:cNvSpPr/>
          <p:nvPr/>
        </p:nvSpPr>
        <p:spPr>
          <a:xfrm>
            <a:off x="7458098" y="5119023"/>
            <a:ext cx="35484" cy="14043"/>
          </a:xfrm>
          <a:custGeom>
            <a:avLst/>
            <a:gdLst/>
            <a:ahLst/>
            <a:cxnLst/>
            <a:rect l="l" t="t" r="r" b="b"/>
            <a:pathLst>
              <a:path w="35484" h="14043">
                <a:moveTo>
                  <a:pt x="0" y="14043"/>
                </a:moveTo>
                <a:lnTo>
                  <a:pt x="13040" y="9611"/>
                </a:lnTo>
                <a:lnTo>
                  <a:pt x="24547" y="4457"/>
                </a:lnTo>
                <a:lnTo>
                  <a:pt x="35484" y="0"/>
                </a:lnTo>
              </a:path>
            </a:pathLst>
          </a:custGeom>
          <a:ln w="1405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0" name="object 120"/>
          <p:cNvSpPr/>
          <p:nvPr/>
        </p:nvSpPr>
        <p:spPr>
          <a:xfrm>
            <a:off x="7539373" y="5051728"/>
            <a:ext cx="10895" cy="24840"/>
          </a:xfrm>
          <a:custGeom>
            <a:avLst/>
            <a:gdLst/>
            <a:ahLst/>
            <a:cxnLst/>
            <a:rect l="l" t="t" r="r" b="b"/>
            <a:pathLst>
              <a:path w="10895" h="24840">
                <a:moveTo>
                  <a:pt x="0" y="24840"/>
                </a:moveTo>
                <a:lnTo>
                  <a:pt x="5103" y="14520"/>
                </a:lnTo>
                <a:lnTo>
                  <a:pt x="10194" y="2013"/>
                </a:lnTo>
                <a:lnTo>
                  <a:pt x="10895" y="0"/>
                </a:lnTo>
              </a:path>
            </a:pathLst>
          </a:custGeom>
          <a:ln w="1407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1" name="object 121"/>
          <p:cNvSpPr/>
          <p:nvPr/>
        </p:nvSpPr>
        <p:spPr>
          <a:xfrm>
            <a:off x="7532452" y="4988032"/>
            <a:ext cx="14134" cy="21241"/>
          </a:xfrm>
          <a:custGeom>
            <a:avLst/>
            <a:gdLst/>
            <a:ahLst/>
            <a:cxnLst/>
            <a:rect l="l" t="t" r="r" b="b"/>
            <a:pathLst>
              <a:path w="14134" h="21241">
                <a:moveTo>
                  <a:pt x="14134" y="21241"/>
                </a:moveTo>
                <a:lnTo>
                  <a:pt x="8367" y="10668"/>
                </a:lnTo>
                <a:lnTo>
                  <a:pt x="0" y="0"/>
                </a:lnTo>
              </a:path>
            </a:pathLst>
          </a:custGeom>
          <a:ln w="1407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2" name="object 122"/>
          <p:cNvSpPr/>
          <p:nvPr/>
        </p:nvSpPr>
        <p:spPr>
          <a:xfrm>
            <a:off x="7454564" y="4934781"/>
            <a:ext cx="21202" cy="10797"/>
          </a:xfrm>
          <a:custGeom>
            <a:avLst/>
            <a:gdLst/>
            <a:ahLst/>
            <a:cxnLst/>
            <a:rect l="l" t="t" r="r" b="b"/>
            <a:pathLst>
              <a:path w="21202" h="10797">
                <a:moveTo>
                  <a:pt x="21202" y="10797"/>
                </a:moveTo>
                <a:lnTo>
                  <a:pt x="13987" y="7198"/>
                </a:lnTo>
                <a:lnTo>
                  <a:pt x="7214" y="3599"/>
                </a:lnTo>
                <a:lnTo>
                  <a:pt x="0" y="0"/>
                </a:lnTo>
              </a:path>
            </a:pathLst>
          </a:custGeom>
          <a:ln w="1405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3" name="object 123"/>
          <p:cNvSpPr/>
          <p:nvPr/>
        </p:nvSpPr>
        <p:spPr>
          <a:xfrm>
            <a:off x="7450883" y="4931534"/>
            <a:ext cx="3680" cy="3246"/>
          </a:xfrm>
          <a:custGeom>
            <a:avLst/>
            <a:gdLst/>
            <a:ahLst/>
            <a:cxnLst/>
            <a:rect l="l" t="t" r="r" b="b"/>
            <a:pathLst>
              <a:path w="3680" h="3246">
                <a:moveTo>
                  <a:pt x="3680" y="3246"/>
                </a:moveTo>
                <a:lnTo>
                  <a:pt x="0" y="3246"/>
                </a:lnTo>
                <a:lnTo>
                  <a:pt x="0" y="0"/>
                </a:lnTo>
              </a:path>
            </a:pathLst>
          </a:custGeom>
          <a:ln w="140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4" name="object 124"/>
          <p:cNvSpPr/>
          <p:nvPr/>
        </p:nvSpPr>
        <p:spPr>
          <a:xfrm>
            <a:off x="7373289" y="4906708"/>
            <a:ext cx="31803" cy="10429"/>
          </a:xfrm>
          <a:custGeom>
            <a:avLst/>
            <a:gdLst/>
            <a:ahLst/>
            <a:cxnLst/>
            <a:rect l="l" t="t" r="r" b="b"/>
            <a:pathLst>
              <a:path w="31803" h="10429">
                <a:moveTo>
                  <a:pt x="31803" y="10429"/>
                </a:moveTo>
                <a:lnTo>
                  <a:pt x="19567" y="6451"/>
                </a:lnTo>
                <a:lnTo>
                  <a:pt x="7567" y="2549"/>
                </a:lnTo>
                <a:lnTo>
                  <a:pt x="0" y="0"/>
                </a:lnTo>
              </a:path>
            </a:pathLst>
          </a:custGeom>
          <a:ln w="1405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5" name="object 125"/>
          <p:cNvSpPr/>
          <p:nvPr/>
        </p:nvSpPr>
        <p:spPr>
          <a:xfrm>
            <a:off x="7284800" y="4892312"/>
            <a:ext cx="35336" cy="3599"/>
          </a:xfrm>
          <a:custGeom>
            <a:avLst/>
            <a:gdLst/>
            <a:ahLst/>
            <a:cxnLst/>
            <a:rect l="l" t="t" r="r" b="b"/>
            <a:pathLst>
              <a:path w="35336" h="3599">
                <a:moveTo>
                  <a:pt x="35336" y="3599"/>
                </a:moveTo>
                <a:lnTo>
                  <a:pt x="21202" y="2547"/>
                </a:lnTo>
                <a:lnTo>
                  <a:pt x="9026" y="709"/>
                </a:lnTo>
                <a:lnTo>
                  <a:pt x="0" y="0"/>
                </a:lnTo>
              </a:path>
            </a:pathLst>
          </a:custGeom>
          <a:ln w="1405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6" name="object 126"/>
          <p:cNvSpPr/>
          <p:nvPr/>
        </p:nvSpPr>
        <p:spPr>
          <a:xfrm>
            <a:off x="7192776" y="4889080"/>
            <a:ext cx="31655" cy="0"/>
          </a:xfrm>
          <a:custGeom>
            <a:avLst/>
            <a:gdLst/>
            <a:ahLst/>
            <a:cxnLst/>
            <a:rect l="l" t="t" r="r" b="b"/>
            <a:pathLst>
              <a:path w="31655" h="0">
                <a:moveTo>
                  <a:pt x="31655" y="0"/>
                </a:moveTo>
                <a:lnTo>
                  <a:pt x="18969" y="0"/>
                </a:lnTo>
                <a:lnTo>
                  <a:pt x="6227" y="0"/>
                </a:lnTo>
                <a:lnTo>
                  <a:pt x="0" y="0"/>
                </a:lnTo>
              </a:path>
            </a:pathLst>
          </a:custGeom>
          <a:ln w="1405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7" name="object 127"/>
          <p:cNvSpPr/>
          <p:nvPr/>
        </p:nvSpPr>
        <p:spPr>
          <a:xfrm>
            <a:off x="7373289" y="4662340"/>
            <a:ext cx="774909" cy="371760"/>
          </a:xfrm>
          <a:custGeom>
            <a:avLst/>
            <a:gdLst/>
            <a:ahLst/>
            <a:cxnLst/>
            <a:rect l="l" t="t" r="r" b="b"/>
            <a:pathLst>
              <a:path w="774909" h="371760">
                <a:moveTo>
                  <a:pt x="0" y="371760"/>
                </a:moveTo>
                <a:lnTo>
                  <a:pt x="197886" y="0"/>
                </a:lnTo>
                <a:lnTo>
                  <a:pt x="576580" y="0"/>
                </a:lnTo>
                <a:lnTo>
                  <a:pt x="774909" y="371760"/>
                </a:lnTo>
              </a:path>
            </a:pathLst>
          </a:custGeom>
          <a:ln w="720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8" name="object 128"/>
          <p:cNvSpPr/>
          <p:nvPr/>
        </p:nvSpPr>
        <p:spPr>
          <a:xfrm>
            <a:off x="7373289" y="5034100"/>
            <a:ext cx="774909" cy="374977"/>
          </a:xfrm>
          <a:custGeom>
            <a:avLst/>
            <a:gdLst/>
            <a:ahLst/>
            <a:cxnLst/>
            <a:rect l="l" t="t" r="r" b="b"/>
            <a:pathLst>
              <a:path w="774909" h="374977">
                <a:moveTo>
                  <a:pt x="0" y="0"/>
                </a:moveTo>
                <a:lnTo>
                  <a:pt x="197886" y="374977"/>
                </a:lnTo>
                <a:lnTo>
                  <a:pt x="576580" y="374977"/>
                </a:lnTo>
                <a:lnTo>
                  <a:pt x="774909" y="0"/>
                </a:lnTo>
              </a:path>
            </a:pathLst>
          </a:custGeom>
          <a:ln w="720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9" name="object 129"/>
          <p:cNvSpPr/>
          <p:nvPr/>
        </p:nvSpPr>
        <p:spPr>
          <a:xfrm>
            <a:off x="5554469" y="5540068"/>
            <a:ext cx="35336" cy="35623"/>
          </a:xfrm>
          <a:custGeom>
            <a:avLst/>
            <a:gdLst/>
            <a:ahLst/>
            <a:cxnLst/>
            <a:rect l="l" t="t" r="r" b="b"/>
            <a:pathLst>
              <a:path w="35336" h="35623">
                <a:moveTo>
                  <a:pt x="0" y="14381"/>
                </a:moveTo>
                <a:lnTo>
                  <a:pt x="20907" y="35623"/>
                </a:lnTo>
                <a:lnTo>
                  <a:pt x="35336" y="21227"/>
                </a:lnTo>
                <a:lnTo>
                  <a:pt x="14134" y="0"/>
                </a:lnTo>
                <a:lnTo>
                  <a:pt x="0" y="1438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0" name="object 130"/>
          <p:cNvSpPr/>
          <p:nvPr/>
        </p:nvSpPr>
        <p:spPr>
          <a:xfrm>
            <a:off x="5618075" y="5600517"/>
            <a:ext cx="31655" cy="31671"/>
          </a:xfrm>
          <a:custGeom>
            <a:avLst/>
            <a:gdLst/>
            <a:ahLst/>
            <a:cxnLst/>
            <a:rect l="l" t="t" r="r" b="b"/>
            <a:pathLst>
              <a:path w="31655" h="31671">
                <a:moveTo>
                  <a:pt x="10453" y="0"/>
                </a:moveTo>
                <a:lnTo>
                  <a:pt x="0" y="14028"/>
                </a:lnTo>
                <a:lnTo>
                  <a:pt x="21202" y="31671"/>
                </a:lnTo>
                <a:lnTo>
                  <a:pt x="31655" y="17628"/>
                </a:lnTo>
                <a:lnTo>
                  <a:pt x="1045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1" name="object 131"/>
          <p:cNvSpPr/>
          <p:nvPr/>
        </p:nvSpPr>
        <p:spPr>
          <a:xfrm>
            <a:off x="5678295" y="5657015"/>
            <a:ext cx="35484" cy="35270"/>
          </a:xfrm>
          <a:custGeom>
            <a:avLst/>
            <a:gdLst/>
            <a:ahLst/>
            <a:cxnLst/>
            <a:rect l="l" t="t" r="r" b="b"/>
            <a:pathLst>
              <a:path w="35484" h="35270">
                <a:moveTo>
                  <a:pt x="0" y="14043"/>
                </a:moveTo>
                <a:lnTo>
                  <a:pt x="20907" y="35270"/>
                </a:lnTo>
                <a:lnTo>
                  <a:pt x="35484" y="21227"/>
                </a:lnTo>
                <a:lnTo>
                  <a:pt x="14134" y="0"/>
                </a:lnTo>
                <a:lnTo>
                  <a:pt x="0" y="1404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2" name="object 132"/>
          <p:cNvSpPr/>
          <p:nvPr/>
        </p:nvSpPr>
        <p:spPr>
          <a:xfrm>
            <a:off x="5741902" y="5717112"/>
            <a:ext cx="31803" cy="32024"/>
          </a:xfrm>
          <a:custGeom>
            <a:avLst/>
            <a:gdLst/>
            <a:ahLst/>
            <a:cxnLst/>
            <a:rect l="l" t="t" r="r" b="b"/>
            <a:pathLst>
              <a:path w="31803" h="32024">
                <a:moveTo>
                  <a:pt x="10453" y="0"/>
                </a:moveTo>
                <a:lnTo>
                  <a:pt x="0" y="14028"/>
                </a:lnTo>
                <a:lnTo>
                  <a:pt x="21349" y="32024"/>
                </a:lnTo>
                <a:lnTo>
                  <a:pt x="31803" y="17628"/>
                </a:lnTo>
                <a:lnTo>
                  <a:pt x="1045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3" name="object 133"/>
          <p:cNvSpPr/>
          <p:nvPr/>
        </p:nvSpPr>
        <p:spPr>
          <a:xfrm>
            <a:off x="5802122" y="5777209"/>
            <a:ext cx="31803" cy="32024"/>
          </a:xfrm>
          <a:custGeom>
            <a:avLst/>
            <a:gdLst/>
            <a:ahLst/>
            <a:cxnLst/>
            <a:rect l="l" t="t" r="r" b="b"/>
            <a:pathLst>
              <a:path w="31803" h="32024">
                <a:moveTo>
                  <a:pt x="10453" y="0"/>
                </a:moveTo>
                <a:lnTo>
                  <a:pt x="0" y="14396"/>
                </a:lnTo>
                <a:lnTo>
                  <a:pt x="21054" y="32024"/>
                </a:lnTo>
                <a:lnTo>
                  <a:pt x="31803" y="17628"/>
                </a:lnTo>
                <a:lnTo>
                  <a:pt x="1045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4" name="object 134"/>
          <p:cNvSpPr/>
          <p:nvPr/>
        </p:nvSpPr>
        <p:spPr>
          <a:xfrm>
            <a:off x="4481699" y="5029781"/>
            <a:ext cx="782123" cy="357701"/>
          </a:xfrm>
          <a:custGeom>
            <a:avLst/>
            <a:gdLst/>
            <a:ahLst/>
            <a:cxnLst/>
            <a:rect l="l" t="t" r="r" b="b"/>
            <a:pathLst>
              <a:path w="782123" h="357701">
                <a:moveTo>
                  <a:pt x="0" y="357701"/>
                </a:moveTo>
                <a:lnTo>
                  <a:pt x="198181" y="0"/>
                </a:lnTo>
                <a:lnTo>
                  <a:pt x="580261" y="0"/>
                </a:lnTo>
                <a:lnTo>
                  <a:pt x="782123" y="357701"/>
                </a:lnTo>
              </a:path>
            </a:pathLst>
          </a:custGeom>
          <a:ln w="360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5" name="object 135"/>
          <p:cNvSpPr/>
          <p:nvPr/>
        </p:nvSpPr>
        <p:spPr>
          <a:xfrm>
            <a:off x="4481699" y="5387483"/>
            <a:ext cx="782123" cy="364532"/>
          </a:xfrm>
          <a:custGeom>
            <a:avLst/>
            <a:gdLst/>
            <a:ahLst/>
            <a:cxnLst/>
            <a:rect l="l" t="t" r="r" b="b"/>
            <a:pathLst>
              <a:path w="782123" h="364532">
                <a:moveTo>
                  <a:pt x="0" y="0"/>
                </a:moveTo>
                <a:lnTo>
                  <a:pt x="198181" y="364532"/>
                </a:lnTo>
                <a:lnTo>
                  <a:pt x="580261" y="364532"/>
                </a:lnTo>
                <a:lnTo>
                  <a:pt x="782123" y="0"/>
                </a:lnTo>
              </a:path>
            </a:pathLst>
          </a:custGeom>
          <a:ln w="360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6" name="object 136"/>
          <p:cNvSpPr/>
          <p:nvPr/>
        </p:nvSpPr>
        <p:spPr>
          <a:xfrm>
            <a:off x="5059016" y="5377405"/>
            <a:ext cx="778589" cy="364532"/>
          </a:xfrm>
          <a:custGeom>
            <a:avLst/>
            <a:gdLst/>
            <a:ahLst/>
            <a:cxnLst/>
            <a:rect l="l" t="t" r="r" b="b"/>
            <a:pathLst>
              <a:path w="778589" h="364532">
                <a:moveTo>
                  <a:pt x="0" y="364532"/>
                </a:moveTo>
                <a:lnTo>
                  <a:pt x="198328" y="0"/>
                </a:lnTo>
                <a:lnTo>
                  <a:pt x="576727" y="0"/>
                </a:lnTo>
                <a:lnTo>
                  <a:pt x="778589" y="364532"/>
                </a:lnTo>
              </a:path>
            </a:pathLst>
          </a:custGeom>
          <a:ln w="720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7" name="object 137"/>
          <p:cNvSpPr/>
          <p:nvPr/>
        </p:nvSpPr>
        <p:spPr>
          <a:xfrm>
            <a:off x="5862047" y="5834074"/>
            <a:ext cx="35484" cy="35256"/>
          </a:xfrm>
          <a:custGeom>
            <a:avLst/>
            <a:gdLst/>
            <a:ahLst/>
            <a:cxnLst/>
            <a:rect l="l" t="t" r="r" b="b"/>
            <a:pathLst>
              <a:path w="35484" h="35256">
                <a:moveTo>
                  <a:pt x="0" y="14028"/>
                </a:moveTo>
                <a:lnTo>
                  <a:pt x="21349" y="35256"/>
                </a:lnTo>
                <a:lnTo>
                  <a:pt x="35484" y="21227"/>
                </a:lnTo>
                <a:lnTo>
                  <a:pt x="14134" y="0"/>
                </a:lnTo>
                <a:lnTo>
                  <a:pt x="0" y="1402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8" name="object 138"/>
          <p:cNvSpPr/>
          <p:nvPr/>
        </p:nvSpPr>
        <p:spPr>
          <a:xfrm>
            <a:off x="5059016" y="5741938"/>
            <a:ext cx="778589" cy="360948"/>
          </a:xfrm>
          <a:custGeom>
            <a:avLst/>
            <a:gdLst/>
            <a:ahLst/>
            <a:cxnLst/>
            <a:rect l="l" t="t" r="r" b="b"/>
            <a:pathLst>
              <a:path w="778589" h="360948">
                <a:moveTo>
                  <a:pt x="0" y="0"/>
                </a:moveTo>
                <a:lnTo>
                  <a:pt x="198328" y="360948"/>
                </a:lnTo>
                <a:lnTo>
                  <a:pt x="576727" y="360948"/>
                </a:lnTo>
                <a:lnTo>
                  <a:pt x="778589" y="0"/>
                </a:lnTo>
              </a:path>
            </a:pathLst>
          </a:custGeom>
          <a:ln w="720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9" name="object 139"/>
          <p:cNvSpPr/>
          <p:nvPr/>
        </p:nvSpPr>
        <p:spPr>
          <a:xfrm>
            <a:off x="5051507" y="4682906"/>
            <a:ext cx="785362" cy="346875"/>
          </a:xfrm>
          <a:custGeom>
            <a:avLst/>
            <a:gdLst/>
            <a:ahLst/>
            <a:cxnLst/>
            <a:rect l="l" t="t" r="r" b="b"/>
            <a:pathLst>
              <a:path w="785362" h="346875">
                <a:moveTo>
                  <a:pt x="0" y="346875"/>
                </a:moveTo>
                <a:lnTo>
                  <a:pt x="201420" y="0"/>
                </a:lnTo>
                <a:lnTo>
                  <a:pt x="580261" y="0"/>
                </a:lnTo>
                <a:lnTo>
                  <a:pt x="785362" y="346875"/>
                </a:lnTo>
              </a:path>
            </a:pathLst>
          </a:custGeom>
          <a:ln w="360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0" name="object 140"/>
          <p:cNvSpPr/>
          <p:nvPr/>
        </p:nvSpPr>
        <p:spPr>
          <a:xfrm>
            <a:off x="5051507" y="5029781"/>
            <a:ext cx="785362" cy="350503"/>
          </a:xfrm>
          <a:custGeom>
            <a:avLst/>
            <a:gdLst/>
            <a:ahLst/>
            <a:cxnLst/>
            <a:rect l="l" t="t" r="r" b="b"/>
            <a:pathLst>
              <a:path w="785362" h="350503">
                <a:moveTo>
                  <a:pt x="0" y="0"/>
                </a:moveTo>
                <a:lnTo>
                  <a:pt x="201420" y="350503"/>
                </a:lnTo>
                <a:lnTo>
                  <a:pt x="580261" y="350503"/>
                </a:lnTo>
                <a:lnTo>
                  <a:pt x="785362" y="0"/>
                </a:lnTo>
              </a:path>
            </a:pathLst>
          </a:custGeom>
          <a:ln w="360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1" name="object 141"/>
          <p:cNvSpPr/>
          <p:nvPr/>
        </p:nvSpPr>
        <p:spPr>
          <a:xfrm>
            <a:off x="5412974" y="5250014"/>
            <a:ext cx="28122" cy="0"/>
          </a:xfrm>
          <a:custGeom>
            <a:avLst/>
            <a:gdLst/>
            <a:ahLst/>
            <a:cxnLst/>
            <a:rect l="l" t="t" r="r" b="b"/>
            <a:pathLst>
              <a:path w="28122" h="0">
                <a:moveTo>
                  <a:pt x="28122" y="0"/>
                </a:moveTo>
                <a:lnTo>
                  <a:pt x="24441" y="0"/>
                </a:lnTo>
                <a:lnTo>
                  <a:pt x="13987" y="0"/>
                </a:lnTo>
                <a:lnTo>
                  <a:pt x="6772" y="0"/>
                </a:lnTo>
                <a:lnTo>
                  <a:pt x="0" y="0"/>
                </a:lnTo>
              </a:path>
            </a:pathLst>
          </a:custGeom>
          <a:ln w="1405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2" name="object 142"/>
          <p:cNvSpPr/>
          <p:nvPr/>
        </p:nvSpPr>
        <p:spPr>
          <a:xfrm>
            <a:off x="5317270" y="5253613"/>
            <a:ext cx="35336" cy="3246"/>
          </a:xfrm>
          <a:custGeom>
            <a:avLst/>
            <a:gdLst/>
            <a:ahLst/>
            <a:cxnLst/>
            <a:rect l="l" t="t" r="r" b="b"/>
            <a:pathLst>
              <a:path w="35336" h="3246">
                <a:moveTo>
                  <a:pt x="35336" y="0"/>
                </a:moveTo>
                <a:lnTo>
                  <a:pt x="23022" y="148"/>
                </a:lnTo>
                <a:lnTo>
                  <a:pt x="9823" y="1190"/>
                </a:lnTo>
                <a:lnTo>
                  <a:pt x="0" y="3246"/>
                </a:lnTo>
              </a:path>
            </a:pathLst>
          </a:custGeom>
          <a:ln w="1405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3" name="object 143"/>
          <p:cNvSpPr/>
          <p:nvPr/>
        </p:nvSpPr>
        <p:spPr>
          <a:xfrm>
            <a:off x="5228780" y="5267642"/>
            <a:ext cx="31803" cy="7198"/>
          </a:xfrm>
          <a:custGeom>
            <a:avLst/>
            <a:gdLst/>
            <a:ahLst/>
            <a:cxnLst/>
            <a:rect l="l" t="t" r="r" b="b"/>
            <a:pathLst>
              <a:path w="31803" h="7198">
                <a:moveTo>
                  <a:pt x="31803" y="0"/>
                </a:moveTo>
                <a:lnTo>
                  <a:pt x="19521" y="1425"/>
                </a:lnTo>
                <a:lnTo>
                  <a:pt x="7105" y="4850"/>
                </a:lnTo>
                <a:lnTo>
                  <a:pt x="0" y="7198"/>
                </a:lnTo>
              </a:path>
            </a:pathLst>
          </a:custGeom>
          <a:ln w="1405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4" name="object 144"/>
          <p:cNvSpPr/>
          <p:nvPr/>
        </p:nvSpPr>
        <p:spPr>
          <a:xfrm>
            <a:off x="5175628" y="5292482"/>
            <a:ext cx="3680" cy="0"/>
          </a:xfrm>
          <a:custGeom>
            <a:avLst/>
            <a:gdLst/>
            <a:ahLst/>
            <a:cxnLst/>
            <a:rect l="l" t="t" r="r" b="b"/>
            <a:pathLst>
              <a:path w="3680" h="0">
                <a:moveTo>
                  <a:pt x="3680" y="0"/>
                </a:moveTo>
                <a:lnTo>
                  <a:pt x="0" y="0"/>
                </a:lnTo>
              </a:path>
            </a:pathLst>
          </a:custGeom>
          <a:ln w="1405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5" name="object 145"/>
          <p:cNvSpPr/>
          <p:nvPr/>
        </p:nvSpPr>
        <p:spPr>
          <a:xfrm>
            <a:off x="5151186" y="5292482"/>
            <a:ext cx="24441" cy="10429"/>
          </a:xfrm>
          <a:custGeom>
            <a:avLst/>
            <a:gdLst/>
            <a:ahLst/>
            <a:cxnLst/>
            <a:rect l="l" t="t" r="r" b="b"/>
            <a:pathLst>
              <a:path w="24441" h="10429">
                <a:moveTo>
                  <a:pt x="24441" y="0"/>
                </a:moveTo>
                <a:lnTo>
                  <a:pt x="12805" y="4988"/>
                </a:lnTo>
                <a:lnTo>
                  <a:pt x="920" y="9955"/>
                </a:lnTo>
                <a:lnTo>
                  <a:pt x="0" y="10429"/>
                </a:lnTo>
              </a:path>
            </a:pathLst>
          </a:custGeom>
          <a:ln w="1405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6" name="object 146"/>
          <p:cNvSpPr/>
          <p:nvPr/>
        </p:nvSpPr>
        <p:spPr>
          <a:xfrm>
            <a:off x="5076684" y="5345381"/>
            <a:ext cx="17815" cy="24826"/>
          </a:xfrm>
          <a:custGeom>
            <a:avLst/>
            <a:gdLst/>
            <a:ahLst/>
            <a:cxnLst/>
            <a:rect l="l" t="t" r="r" b="b"/>
            <a:pathLst>
              <a:path w="17815" h="24826">
                <a:moveTo>
                  <a:pt x="17815" y="0"/>
                </a:moveTo>
                <a:lnTo>
                  <a:pt x="9184" y="10296"/>
                </a:lnTo>
                <a:lnTo>
                  <a:pt x="2126" y="21065"/>
                </a:lnTo>
                <a:lnTo>
                  <a:pt x="0" y="24826"/>
                </a:lnTo>
              </a:path>
            </a:pathLst>
          </a:custGeom>
          <a:ln w="1407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7" name="object 147"/>
          <p:cNvSpPr/>
          <p:nvPr/>
        </p:nvSpPr>
        <p:spPr>
          <a:xfrm>
            <a:off x="5073151" y="5416275"/>
            <a:ext cx="10453" cy="21227"/>
          </a:xfrm>
          <a:custGeom>
            <a:avLst/>
            <a:gdLst/>
            <a:ahLst/>
            <a:cxnLst/>
            <a:rect l="l" t="t" r="r" b="b"/>
            <a:pathLst>
              <a:path w="10453" h="21227">
                <a:moveTo>
                  <a:pt x="0" y="0"/>
                </a:moveTo>
                <a:lnTo>
                  <a:pt x="3533" y="7198"/>
                </a:lnTo>
                <a:lnTo>
                  <a:pt x="7214" y="14028"/>
                </a:lnTo>
                <a:lnTo>
                  <a:pt x="10453" y="21227"/>
                </a:lnTo>
              </a:path>
            </a:pathLst>
          </a:custGeom>
          <a:ln w="1407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8" name="object 148"/>
          <p:cNvSpPr/>
          <p:nvPr/>
        </p:nvSpPr>
        <p:spPr>
          <a:xfrm>
            <a:off x="5136757" y="5479971"/>
            <a:ext cx="32097" cy="17628"/>
          </a:xfrm>
          <a:custGeom>
            <a:avLst/>
            <a:gdLst/>
            <a:ahLst/>
            <a:cxnLst/>
            <a:rect l="l" t="t" r="r" b="b"/>
            <a:pathLst>
              <a:path w="32097" h="17628">
                <a:moveTo>
                  <a:pt x="0" y="0"/>
                </a:moveTo>
                <a:lnTo>
                  <a:pt x="11107" y="7237"/>
                </a:lnTo>
                <a:lnTo>
                  <a:pt x="22186" y="13492"/>
                </a:lnTo>
                <a:lnTo>
                  <a:pt x="32097" y="17628"/>
                </a:lnTo>
              </a:path>
            </a:pathLst>
          </a:custGeom>
          <a:ln w="1405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9" name="object 149"/>
          <p:cNvSpPr/>
          <p:nvPr/>
        </p:nvSpPr>
        <p:spPr>
          <a:xfrm>
            <a:off x="5221860" y="5518826"/>
            <a:ext cx="24588" cy="3599"/>
          </a:xfrm>
          <a:custGeom>
            <a:avLst/>
            <a:gdLst/>
            <a:ahLst/>
            <a:cxnLst/>
            <a:rect l="l" t="t" r="r" b="b"/>
            <a:pathLst>
              <a:path w="24588" h="3599">
                <a:moveTo>
                  <a:pt x="0" y="0"/>
                </a:moveTo>
                <a:lnTo>
                  <a:pt x="6920" y="0"/>
                </a:lnTo>
                <a:lnTo>
                  <a:pt x="17668" y="3599"/>
                </a:lnTo>
                <a:lnTo>
                  <a:pt x="24588" y="3599"/>
                </a:lnTo>
              </a:path>
            </a:pathLst>
          </a:custGeom>
          <a:ln w="1405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0" name="object 150"/>
          <p:cNvSpPr/>
          <p:nvPr/>
        </p:nvSpPr>
        <p:spPr>
          <a:xfrm>
            <a:off x="5299601" y="5536469"/>
            <a:ext cx="28416" cy="3599"/>
          </a:xfrm>
          <a:custGeom>
            <a:avLst/>
            <a:gdLst/>
            <a:ahLst/>
            <a:cxnLst/>
            <a:rect l="l" t="t" r="r" b="b"/>
            <a:pathLst>
              <a:path w="28416" h="3599">
                <a:moveTo>
                  <a:pt x="0" y="0"/>
                </a:moveTo>
                <a:lnTo>
                  <a:pt x="13866" y="313"/>
                </a:lnTo>
                <a:lnTo>
                  <a:pt x="25845" y="2509"/>
                </a:lnTo>
                <a:lnTo>
                  <a:pt x="28416" y="3599"/>
                </a:lnTo>
              </a:path>
            </a:pathLst>
          </a:custGeom>
          <a:ln w="1405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1" name="object 151"/>
          <p:cNvSpPr/>
          <p:nvPr/>
        </p:nvSpPr>
        <p:spPr>
          <a:xfrm>
            <a:off x="5387944" y="5543667"/>
            <a:ext cx="28269" cy="0"/>
          </a:xfrm>
          <a:custGeom>
            <a:avLst/>
            <a:gdLst/>
            <a:ahLst/>
            <a:cxnLst/>
            <a:rect l="l" t="t" r="r" b="b"/>
            <a:pathLst>
              <a:path w="28269" h="0">
                <a:moveTo>
                  <a:pt x="0" y="0"/>
                </a:moveTo>
                <a:lnTo>
                  <a:pt x="12837" y="0"/>
                </a:lnTo>
                <a:lnTo>
                  <a:pt x="25179" y="0"/>
                </a:lnTo>
                <a:lnTo>
                  <a:pt x="28269" y="0"/>
                </a:lnTo>
              </a:path>
            </a:pathLst>
          </a:custGeom>
          <a:ln w="1405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2" name="object 152"/>
          <p:cNvSpPr/>
          <p:nvPr/>
        </p:nvSpPr>
        <p:spPr>
          <a:xfrm>
            <a:off x="5469218" y="5543667"/>
            <a:ext cx="28564" cy="0"/>
          </a:xfrm>
          <a:custGeom>
            <a:avLst/>
            <a:gdLst/>
            <a:ahLst/>
            <a:cxnLst/>
            <a:rect l="l" t="t" r="r" b="b"/>
            <a:pathLst>
              <a:path w="28564" h="0">
                <a:moveTo>
                  <a:pt x="0" y="0"/>
                </a:moveTo>
                <a:lnTo>
                  <a:pt x="11298" y="0"/>
                </a:lnTo>
                <a:lnTo>
                  <a:pt x="24963" y="0"/>
                </a:lnTo>
                <a:lnTo>
                  <a:pt x="28564" y="0"/>
                </a:lnTo>
              </a:path>
            </a:pathLst>
          </a:custGeom>
          <a:ln w="1405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3" name="object 153"/>
          <p:cNvSpPr/>
          <p:nvPr/>
        </p:nvSpPr>
        <p:spPr>
          <a:xfrm>
            <a:off x="5554469" y="5533222"/>
            <a:ext cx="28122" cy="3246"/>
          </a:xfrm>
          <a:custGeom>
            <a:avLst/>
            <a:gdLst/>
            <a:ahLst/>
            <a:cxnLst/>
            <a:rect l="l" t="t" r="r" b="b"/>
            <a:pathLst>
              <a:path w="28122" h="3246">
                <a:moveTo>
                  <a:pt x="0" y="3246"/>
                </a:moveTo>
                <a:lnTo>
                  <a:pt x="12698" y="1872"/>
                </a:lnTo>
                <a:lnTo>
                  <a:pt x="24995" y="95"/>
                </a:lnTo>
                <a:lnTo>
                  <a:pt x="28122" y="0"/>
                </a:lnTo>
              </a:path>
            </a:pathLst>
          </a:custGeom>
          <a:ln w="1405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4" name="object 154"/>
          <p:cNvSpPr/>
          <p:nvPr/>
        </p:nvSpPr>
        <p:spPr>
          <a:xfrm>
            <a:off x="5635744" y="5515227"/>
            <a:ext cx="21202" cy="7198"/>
          </a:xfrm>
          <a:custGeom>
            <a:avLst/>
            <a:gdLst/>
            <a:ahLst/>
            <a:cxnLst/>
            <a:rect l="l" t="t" r="r" b="b"/>
            <a:pathLst>
              <a:path w="21202" h="7198">
                <a:moveTo>
                  <a:pt x="0" y="7198"/>
                </a:moveTo>
                <a:lnTo>
                  <a:pt x="7214" y="3599"/>
                </a:lnTo>
                <a:lnTo>
                  <a:pt x="13987" y="0"/>
                </a:lnTo>
                <a:lnTo>
                  <a:pt x="21202" y="0"/>
                </a:lnTo>
              </a:path>
            </a:pathLst>
          </a:custGeom>
          <a:ln w="1405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5" name="object 155"/>
          <p:cNvSpPr/>
          <p:nvPr/>
        </p:nvSpPr>
        <p:spPr>
          <a:xfrm>
            <a:off x="5706417" y="5479971"/>
            <a:ext cx="35484" cy="14028"/>
          </a:xfrm>
          <a:custGeom>
            <a:avLst/>
            <a:gdLst/>
            <a:ahLst/>
            <a:cxnLst/>
            <a:rect l="l" t="t" r="r" b="b"/>
            <a:pathLst>
              <a:path w="35484" h="14028">
                <a:moveTo>
                  <a:pt x="0" y="14028"/>
                </a:moveTo>
                <a:lnTo>
                  <a:pt x="13140" y="9762"/>
                </a:lnTo>
                <a:lnTo>
                  <a:pt x="24746" y="4533"/>
                </a:lnTo>
                <a:lnTo>
                  <a:pt x="35484" y="0"/>
                </a:lnTo>
              </a:path>
            </a:pathLst>
          </a:custGeom>
          <a:ln w="1405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6" name="object 156"/>
          <p:cNvSpPr/>
          <p:nvPr/>
        </p:nvSpPr>
        <p:spPr>
          <a:xfrm>
            <a:off x="5787692" y="5412676"/>
            <a:ext cx="10895" cy="24826"/>
          </a:xfrm>
          <a:custGeom>
            <a:avLst/>
            <a:gdLst/>
            <a:ahLst/>
            <a:cxnLst/>
            <a:rect l="l" t="t" r="r" b="b"/>
            <a:pathLst>
              <a:path w="10895" h="24826">
                <a:moveTo>
                  <a:pt x="0" y="24826"/>
                </a:moveTo>
                <a:lnTo>
                  <a:pt x="5106" y="14506"/>
                </a:lnTo>
                <a:lnTo>
                  <a:pt x="10200" y="1998"/>
                </a:lnTo>
                <a:lnTo>
                  <a:pt x="10895" y="0"/>
                </a:lnTo>
              </a:path>
            </a:pathLst>
          </a:custGeom>
          <a:ln w="1407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7" name="object 157"/>
          <p:cNvSpPr/>
          <p:nvPr/>
        </p:nvSpPr>
        <p:spPr>
          <a:xfrm>
            <a:off x="5780919" y="5348980"/>
            <a:ext cx="13987" cy="21227"/>
          </a:xfrm>
          <a:custGeom>
            <a:avLst/>
            <a:gdLst/>
            <a:ahLst/>
            <a:cxnLst/>
            <a:rect l="l" t="t" r="r" b="b"/>
            <a:pathLst>
              <a:path w="13987" h="21227">
                <a:moveTo>
                  <a:pt x="13987" y="21227"/>
                </a:moveTo>
                <a:lnTo>
                  <a:pt x="8214" y="10760"/>
                </a:lnTo>
                <a:lnTo>
                  <a:pt x="0" y="0"/>
                </a:lnTo>
              </a:path>
            </a:pathLst>
          </a:custGeom>
          <a:ln w="1407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8" name="object 158"/>
          <p:cNvSpPr/>
          <p:nvPr/>
        </p:nvSpPr>
        <p:spPr>
          <a:xfrm>
            <a:off x="5702884" y="5296081"/>
            <a:ext cx="21349" cy="10429"/>
          </a:xfrm>
          <a:custGeom>
            <a:avLst/>
            <a:gdLst/>
            <a:ahLst/>
            <a:cxnLst/>
            <a:rect l="l" t="t" r="r" b="b"/>
            <a:pathLst>
              <a:path w="21349" h="10429">
                <a:moveTo>
                  <a:pt x="21349" y="10429"/>
                </a:moveTo>
                <a:lnTo>
                  <a:pt x="14134" y="6830"/>
                </a:lnTo>
                <a:lnTo>
                  <a:pt x="7214" y="3231"/>
                </a:lnTo>
                <a:lnTo>
                  <a:pt x="0" y="0"/>
                </a:lnTo>
              </a:path>
            </a:pathLst>
          </a:custGeom>
          <a:ln w="1405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9" name="object 159"/>
          <p:cNvSpPr/>
          <p:nvPr/>
        </p:nvSpPr>
        <p:spPr>
          <a:xfrm>
            <a:off x="5699203" y="5292482"/>
            <a:ext cx="3680" cy="3599"/>
          </a:xfrm>
          <a:custGeom>
            <a:avLst/>
            <a:gdLst/>
            <a:ahLst/>
            <a:cxnLst/>
            <a:rect l="l" t="t" r="r" b="b"/>
            <a:pathLst>
              <a:path w="3680" h="3599">
                <a:moveTo>
                  <a:pt x="3680" y="3599"/>
                </a:moveTo>
                <a:lnTo>
                  <a:pt x="0" y="3599"/>
                </a:lnTo>
                <a:lnTo>
                  <a:pt x="0" y="0"/>
                </a:lnTo>
              </a:path>
            </a:pathLst>
          </a:custGeom>
          <a:ln w="1406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0" name="object 160"/>
          <p:cNvSpPr/>
          <p:nvPr/>
        </p:nvSpPr>
        <p:spPr>
          <a:xfrm>
            <a:off x="5621609" y="5267642"/>
            <a:ext cx="31803" cy="10444"/>
          </a:xfrm>
          <a:custGeom>
            <a:avLst/>
            <a:gdLst/>
            <a:ahLst/>
            <a:cxnLst/>
            <a:rect l="l" t="t" r="r" b="b"/>
            <a:pathLst>
              <a:path w="31803" h="10444">
                <a:moveTo>
                  <a:pt x="31803" y="10444"/>
                </a:moveTo>
                <a:lnTo>
                  <a:pt x="19762" y="6616"/>
                </a:lnTo>
                <a:lnTo>
                  <a:pt x="7629" y="2599"/>
                </a:lnTo>
                <a:lnTo>
                  <a:pt x="0" y="0"/>
                </a:lnTo>
              </a:path>
            </a:pathLst>
          </a:custGeom>
          <a:ln w="1405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1" name="object 161"/>
          <p:cNvSpPr/>
          <p:nvPr/>
        </p:nvSpPr>
        <p:spPr>
          <a:xfrm>
            <a:off x="5533119" y="5253613"/>
            <a:ext cx="35484" cy="3246"/>
          </a:xfrm>
          <a:custGeom>
            <a:avLst/>
            <a:gdLst/>
            <a:ahLst/>
            <a:cxnLst/>
            <a:rect l="l" t="t" r="r" b="b"/>
            <a:pathLst>
              <a:path w="35484" h="3246">
                <a:moveTo>
                  <a:pt x="35484" y="3246"/>
                </a:moveTo>
                <a:lnTo>
                  <a:pt x="21478" y="2303"/>
                </a:lnTo>
                <a:lnTo>
                  <a:pt x="9181" y="649"/>
                </a:lnTo>
                <a:lnTo>
                  <a:pt x="0" y="0"/>
                </a:lnTo>
              </a:path>
            </a:pathLst>
          </a:custGeom>
          <a:ln w="1405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2" name="object 162"/>
          <p:cNvSpPr/>
          <p:nvPr/>
        </p:nvSpPr>
        <p:spPr>
          <a:xfrm>
            <a:off x="5441096" y="5250014"/>
            <a:ext cx="31803" cy="0"/>
          </a:xfrm>
          <a:custGeom>
            <a:avLst/>
            <a:gdLst/>
            <a:ahLst/>
            <a:cxnLst/>
            <a:rect l="l" t="t" r="r" b="b"/>
            <a:pathLst>
              <a:path w="31803" h="0">
                <a:moveTo>
                  <a:pt x="31803" y="0"/>
                </a:moveTo>
                <a:lnTo>
                  <a:pt x="19124" y="0"/>
                </a:lnTo>
                <a:lnTo>
                  <a:pt x="6360" y="0"/>
                </a:lnTo>
                <a:lnTo>
                  <a:pt x="0" y="0"/>
                </a:lnTo>
              </a:path>
            </a:pathLst>
          </a:custGeom>
          <a:ln w="1405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3" name="object 163"/>
          <p:cNvSpPr/>
          <p:nvPr/>
        </p:nvSpPr>
        <p:spPr>
          <a:xfrm>
            <a:off x="5632063" y="5012873"/>
            <a:ext cx="771669" cy="364532"/>
          </a:xfrm>
          <a:custGeom>
            <a:avLst/>
            <a:gdLst/>
            <a:ahLst/>
            <a:cxnLst/>
            <a:rect l="l" t="t" r="r" b="b"/>
            <a:pathLst>
              <a:path w="771669" h="364532">
                <a:moveTo>
                  <a:pt x="0" y="364532"/>
                </a:moveTo>
                <a:lnTo>
                  <a:pt x="198328" y="0"/>
                </a:lnTo>
                <a:lnTo>
                  <a:pt x="573488" y="0"/>
                </a:lnTo>
                <a:lnTo>
                  <a:pt x="771669" y="364532"/>
                </a:lnTo>
              </a:path>
            </a:pathLst>
          </a:custGeom>
          <a:ln w="720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4" name="object 164"/>
          <p:cNvSpPr/>
          <p:nvPr/>
        </p:nvSpPr>
        <p:spPr>
          <a:xfrm>
            <a:off x="5632063" y="5377405"/>
            <a:ext cx="771669" cy="364532"/>
          </a:xfrm>
          <a:custGeom>
            <a:avLst/>
            <a:gdLst/>
            <a:ahLst/>
            <a:cxnLst/>
            <a:rect l="l" t="t" r="r" b="b"/>
            <a:pathLst>
              <a:path w="771669" h="364532">
                <a:moveTo>
                  <a:pt x="0" y="0"/>
                </a:moveTo>
                <a:lnTo>
                  <a:pt x="198328" y="364532"/>
                </a:lnTo>
                <a:lnTo>
                  <a:pt x="573488" y="364532"/>
                </a:lnTo>
                <a:lnTo>
                  <a:pt x="771669" y="0"/>
                </a:lnTo>
              </a:path>
            </a:pathLst>
          </a:custGeom>
          <a:ln w="720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6" name="object 56"/>
          <p:cNvSpPr/>
          <p:nvPr/>
        </p:nvSpPr>
        <p:spPr>
          <a:xfrm>
            <a:off x="5561389" y="3777414"/>
            <a:ext cx="31655" cy="32024"/>
          </a:xfrm>
          <a:custGeom>
            <a:avLst/>
            <a:gdLst/>
            <a:ahLst/>
            <a:cxnLst/>
            <a:rect l="l" t="t" r="r" b="b"/>
            <a:pathLst>
              <a:path w="31655" h="32024">
                <a:moveTo>
                  <a:pt x="31655" y="17628"/>
                </a:moveTo>
                <a:lnTo>
                  <a:pt x="10748" y="0"/>
                </a:lnTo>
                <a:lnTo>
                  <a:pt x="0" y="14396"/>
                </a:lnTo>
                <a:lnTo>
                  <a:pt x="21202" y="32024"/>
                </a:lnTo>
                <a:lnTo>
                  <a:pt x="31655" y="1762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5" name="object 55"/>
          <p:cNvSpPr/>
          <p:nvPr/>
        </p:nvSpPr>
        <p:spPr>
          <a:xfrm>
            <a:off x="5497782" y="3721004"/>
            <a:ext cx="31803" cy="31583"/>
          </a:xfrm>
          <a:custGeom>
            <a:avLst/>
            <a:gdLst/>
            <a:ahLst/>
            <a:cxnLst/>
            <a:rect l="l" t="t" r="r" b="b"/>
            <a:pathLst>
              <a:path w="31803" h="31583">
                <a:moveTo>
                  <a:pt x="17668" y="31583"/>
                </a:moveTo>
                <a:lnTo>
                  <a:pt x="31803" y="21153"/>
                </a:lnTo>
                <a:lnTo>
                  <a:pt x="14134" y="0"/>
                </a:lnTo>
                <a:lnTo>
                  <a:pt x="0" y="10429"/>
                </a:lnTo>
                <a:lnTo>
                  <a:pt x="17668" y="315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4" name="object 54"/>
          <p:cNvSpPr/>
          <p:nvPr/>
        </p:nvSpPr>
        <p:spPr>
          <a:xfrm>
            <a:off x="5433882" y="3657249"/>
            <a:ext cx="35336" cy="35256"/>
          </a:xfrm>
          <a:custGeom>
            <a:avLst/>
            <a:gdLst/>
            <a:ahLst/>
            <a:cxnLst/>
            <a:rect l="l" t="t" r="r" b="b"/>
            <a:pathLst>
              <a:path w="35336" h="35256">
                <a:moveTo>
                  <a:pt x="21349" y="35256"/>
                </a:moveTo>
                <a:lnTo>
                  <a:pt x="35336" y="21300"/>
                </a:lnTo>
                <a:lnTo>
                  <a:pt x="14429" y="0"/>
                </a:lnTo>
                <a:lnTo>
                  <a:pt x="0" y="14102"/>
                </a:lnTo>
                <a:lnTo>
                  <a:pt x="21349" y="352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3" name="object 53"/>
          <p:cNvSpPr/>
          <p:nvPr/>
        </p:nvSpPr>
        <p:spPr>
          <a:xfrm>
            <a:off x="5377490" y="3600840"/>
            <a:ext cx="31803" cy="31583"/>
          </a:xfrm>
          <a:custGeom>
            <a:avLst/>
            <a:gdLst/>
            <a:ahLst/>
            <a:cxnLst/>
            <a:rect l="l" t="t" r="r" b="b"/>
            <a:pathLst>
              <a:path w="31803" h="31583">
                <a:moveTo>
                  <a:pt x="31803" y="17628"/>
                </a:moveTo>
                <a:lnTo>
                  <a:pt x="10453" y="0"/>
                </a:lnTo>
                <a:lnTo>
                  <a:pt x="0" y="13955"/>
                </a:lnTo>
                <a:lnTo>
                  <a:pt x="21054" y="31583"/>
                </a:lnTo>
                <a:lnTo>
                  <a:pt x="31803" y="1762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2" name="object 52"/>
          <p:cNvSpPr/>
          <p:nvPr/>
        </p:nvSpPr>
        <p:spPr>
          <a:xfrm>
            <a:off x="7677334" y="5533222"/>
            <a:ext cx="32097" cy="31671"/>
          </a:xfrm>
          <a:custGeom>
            <a:avLst/>
            <a:gdLst/>
            <a:ahLst/>
            <a:cxnLst/>
            <a:rect l="l" t="t" r="r" b="b"/>
            <a:pathLst>
              <a:path w="32097" h="31671">
                <a:moveTo>
                  <a:pt x="10748" y="0"/>
                </a:moveTo>
                <a:lnTo>
                  <a:pt x="0" y="14043"/>
                </a:lnTo>
                <a:lnTo>
                  <a:pt x="21349" y="31671"/>
                </a:lnTo>
                <a:lnTo>
                  <a:pt x="32097" y="17642"/>
                </a:lnTo>
                <a:lnTo>
                  <a:pt x="1074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1" name="object 51"/>
          <p:cNvSpPr/>
          <p:nvPr/>
        </p:nvSpPr>
        <p:spPr>
          <a:xfrm>
            <a:off x="7737554" y="5593319"/>
            <a:ext cx="31803" cy="31671"/>
          </a:xfrm>
          <a:custGeom>
            <a:avLst/>
            <a:gdLst/>
            <a:ahLst/>
            <a:cxnLst/>
            <a:rect l="l" t="t" r="r" b="b"/>
            <a:pathLst>
              <a:path w="31803" h="31671">
                <a:moveTo>
                  <a:pt x="0" y="10444"/>
                </a:moveTo>
                <a:lnTo>
                  <a:pt x="17815" y="31671"/>
                </a:lnTo>
                <a:lnTo>
                  <a:pt x="31803" y="21227"/>
                </a:lnTo>
                <a:lnTo>
                  <a:pt x="14134" y="0"/>
                </a:lnTo>
                <a:lnTo>
                  <a:pt x="0" y="1044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0" name="object 50"/>
          <p:cNvSpPr/>
          <p:nvPr/>
        </p:nvSpPr>
        <p:spPr>
          <a:xfrm>
            <a:off x="7797921" y="5649817"/>
            <a:ext cx="35336" cy="35623"/>
          </a:xfrm>
          <a:custGeom>
            <a:avLst/>
            <a:gdLst/>
            <a:ahLst/>
            <a:cxnLst/>
            <a:rect l="l" t="t" r="r" b="b"/>
            <a:pathLst>
              <a:path w="35336" h="35623">
                <a:moveTo>
                  <a:pt x="0" y="14396"/>
                </a:moveTo>
                <a:lnTo>
                  <a:pt x="20907" y="35623"/>
                </a:lnTo>
                <a:lnTo>
                  <a:pt x="35336" y="21241"/>
                </a:lnTo>
                <a:lnTo>
                  <a:pt x="14134" y="0"/>
                </a:lnTo>
                <a:lnTo>
                  <a:pt x="0" y="143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9" name="object 49"/>
          <p:cNvSpPr/>
          <p:nvPr/>
        </p:nvSpPr>
        <p:spPr>
          <a:xfrm>
            <a:off x="7861527" y="5709914"/>
            <a:ext cx="31655" cy="32024"/>
          </a:xfrm>
          <a:custGeom>
            <a:avLst/>
            <a:gdLst/>
            <a:ahLst/>
            <a:cxnLst/>
            <a:rect l="l" t="t" r="r" b="b"/>
            <a:pathLst>
              <a:path w="31655" h="32024">
                <a:moveTo>
                  <a:pt x="10453" y="0"/>
                </a:moveTo>
                <a:lnTo>
                  <a:pt x="0" y="14396"/>
                </a:lnTo>
                <a:lnTo>
                  <a:pt x="21202" y="32024"/>
                </a:lnTo>
                <a:lnTo>
                  <a:pt x="31655" y="17995"/>
                </a:lnTo>
                <a:lnTo>
                  <a:pt x="1045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8" name="object 48"/>
          <p:cNvSpPr/>
          <p:nvPr/>
        </p:nvSpPr>
        <p:spPr>
          <a:xfrm>
            <a:off x="5926095" y="5894170"/>
            <a:ext cx="31655" cy="31656"/>
          </a:xfrm>
          <a:custGeom>
            <a:avLst/>
            <a:gdLst/>
            <a:ahLst/>
            <a:cxnLst/>
            <a:rect l="l" t="t" r="r" b="b"/>
            <a:pathLst>
              <a:path w="31655" h="31656">
                <a:moveTo>
                  <a:pt x="10453" y="0"/>
                </a:moveTo>
                <a:lnTo>
                  <a:pt x="0" y="14028"/>
                </a:lnTo>
                <a:lnTo>
                  <a:pt x="20907" y="31656"/>
                </a:lnTo>
                <a:lnTo>
                  <a:pt x="31655" y="17628"/>
                </a:lnTo>
                <a:lnTo>
                  <a:pt x="1045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7" name="object 47"/>
          <p:cNvSpPr/>
          <p:nvPr/>
        </p:nvSpPr>
        <p:spPr>
          <a:xfrm>
            <a:off x="5986021" y="5954267"/>
            <a:ext cx="31655" cy="32024"/>
          </a:xfrm>
          <a:custGeom>
            <a:avLst/>
            <a:gdLst/>
            <a:ahLst/>
            <a:cxnLst/>
            <a:rect l="l" t="t" r="r" b="b"/>
            <a:pathLst>
              <a:path w="31655" h="32024">
                <a:moveTo>
                  <a:pt x="0" y="10797"/>
                </a:moveTo>
                <a:lnTo>
                  <a:pt x="17668" y="32024"/>
                </a:lnTo>
                <a:lnTo>
                  <a:pt x="31655" y="21227"/>
                </a:lnTo>
                <a:lnTo>
                  <a:pt x="13987" y="0"/>
                </a:lnTo>
                <a:lnTo>
                  <a:pt x="0" y="1079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6" name="object 46"/>
          <p:cNvSpPr/>
          <p:nvPr/>
        </p:nvSpPr>
        <p:spPr>
          <a:xfrm>
            <a:off x="6046241" y="6010765"/>
            <a:ext cx="35484" cy="35623"/>
          </a:xfrm>
          <a:custGeom>
            <a:avLst/>
            <a:gdLst/>
            <a:ahLst/>
            <a:cxnLst/>
            <a:rect l="l" t="t" r="r" b="b"/>
            <a:pathLst>
              <a:path w="35484" h="35623">
                <a:moveTo>
                  <a:pt x="0" y="14396"/>
                </a:moveTo>
                <a:lnTo>
                  <a:pt x="21349" y="35623"/>
                </a:lnTo>
                <a:lnTo>
                  <a:pt x="35484" y="21227"/>
                </a:lnTo>
                <a:lnTo>
                  <a:pt x="14134" y="0"/>
                </a:lnTo>
                <a:lnTo>
                  <a:pt x="0" y="143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5" name="object 45"/>
          <p:cNvSpPr/>
          <p:nvPr/>
        </p:nvSpPr>
        <p:spPr>
          <a:xfrm>
            <a:off x="6109847" y="6071214"/>
            <a:ext cx="31803" cy="31671"/>
          </a:xfrm>
          <a:custGeom>
            <a:avLst/>
            <a:gdLst/>
            <a:ahLst/>
            <a:cxnLst/>
            <a:rect l="l" t="t" r="r" b="b"/>
            <a:pathLst>
              <a:path w="31803" h="31671">
                <a:moveTo>
                  <a:pt x="10748" y="0"/>
                </a:moveTo>
                <a:lnTo>
                  <a:pt x="0" y="14028"/>
                </a:lnTo>
                <a:lnTo>
                  <a:pt x="21349" y="31671"/>
                </a:lnTo>
                <a:lnTo>
                  <a:pt x="31803" y="17628"/>
                </a:lnTo>
                <a:lnTo>
                  <a:pt x="1074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4" name="object 44"/>
          <p:cNvSpPr txBox="1"/>
          <p:nvPr/>
        </p:nvSpPr>
        <p:spPr>
          <a:xfrm>
            <a:off x="78740" y="159670"/>
            <a:ext cx="3001162" cy="330200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dirty="0" smtClean="0" sz="2400" spc="0" b="1">
                <a:latin typeface="Arial"/>
                <a:cs typeface="Arial"/>
              </a:rPr>
              <a:t>B.</a:t>
            </a:r>
            <a:r>
              <a:rPr dirty="0" smtClean="0" sz="2400" spc="0" b="1">
                <a:latin typeface="Arial"/>
                <a:cs typeface="Arial"/>
              </a:rPr>
              <a:t> </a:t>
            </a:r>
            <a:r>
              <a:rPr dirty="0" smtClean="0" sz="2400" spc="0" b="1">
                <a:latin typeface="Arial"/>
                <a:cs typeface="Arial"/>
              </a:rPr>
              <a:t>Freq</a:t>
            </a:r>
            <a:r>
              <a:rPr dirty="0" smtClean="0" sz="2400" spc="0" b="1">
                <a:latin typeface="Arial"/>
                <a:cs typeface="Arial"/>
              </a:rPr>
              <a:t>u</a:t>
            </a:r>
            <a:r>
              <a:rPr dirty="0" smtClean="0" sz="2400" spc="0" b="1">
                <a:latin typeface="Arial"/>
                <a:cs typeface="Arial"/>
              </a:rPr>
              <a:t>ency</a:t>
            </a:r>
            <a:r>
              <a:rPr dirty="0" smtClean="0" sz="2400" spc="0" b="1">
                <a:latin typeface="Arial"/>
                <a:cs typeface="Arial"/>
              </a:rPr>
              <a:t> </a:t>
            </a:r>
            <a:r>
              <a:rPr dirty="0" smtClean="0" sz="2400" spc="0" b="1">
                <a:latin typeface="Arial"/>
                <a:cs typeface="Arial"/>
              </a:rPr>
              <a:t>R</a:t>
            </a:r>
            <a:r>
              <a:rPr dirty="0" smtClean="0" sz="2400" spc="0" b="1">
                <a:latin typeface="Arial"/>
                <a:cs typeface="Arial"/>
              </a:rPr>
              <a:t>e</a:t>
            </a:r>
            <a:r>
              <a:rPr dirty="0" smtClean="0" sz="2400" spc="0" b="1">
                <a:latin typeface="Arial"/>
                <a:cs typeface="Arial"/>
              </a:rPr>
              <a:t>use</a:t>
            </a:r>
            <a:endParaRPr sz="24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307340" y="699376"/>
            <a:ext cx="2460231" cy="381317"/>
          </a:xfrm>
          <a:prstGeom prst="rect">
            <a:avLst/>
          </a:prstGeom>
        </p:spPr>
        <p:txBody>
          <a:bodyPr wrap="square" lIns="0" tIns="18796" rIns="0" bIns="0" rtlCol="0">
            <a:noAutofit/>
          </a:bodyPr>
          <a:lstStyle/>
          <a:p>
            <a:pPr marL="12700">
              <a:lnSpc>
                <a:spcPts val="2960"/>
              </a:lnSpc>
            </a:pPr>
            <a:r>
              <a:rPr dirty="0" smtClean="0" sz="2800" spc="0" b="1" u="heavy">
                <a:solidFill>
                  <a:srgbClr val="3333CC"/>
                </a:solidFill>
                <a:latin typeface="Times New Roman"/>
                <a:cs typeface="Times New Roman"/>
              </a:rPr>
              <a:t>Kons</a:t>
            </a:r>
            <a:r>
              <a:rPr dirty="0" smtClean="0" sz="2800" spc="0" b="1" u="heavy">
                <a:solidFill>
                  <a:srgbClr val="3333CC"/>
                </a:solidFill>
                <a:latin typeface="Times New Roman"/>
                <a:cs typeface="Times New Roman"/>
              </a:rPr>
              <a:t>e</a:t>
            </a:r>
            <a:r>
              <a:rPr dirty="0" smtClean="0" sz="2800" spc="0" b="1" u="heavy">
                <a:solidFill>
                  <a:srgbClr val="3333CC"/>
                </a:solidFill>
                <a:latin typeface="Times New Roman"/>
                <a:cs typeface="Times New Roman"/>
              </a:rPr>
              <a:t>p</a:t>
            </a:r>
            <a:r>
              <a:rPr dirty="0" smtClean="0" sz="2800" spc="0" b="1" u="heavy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2800" spc="0" b="1" u="heavy">
                <a:solidFill>
                  <a:srgbClr val="3333CC"/>
                </a:solidFill>
                <a:latin typeface="Times New Roman"/>
                <a:cs typeface="Times New Roman"/>
              </a:rPr>
              <a:t>Kluster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459740" y="1217215"/>
            <a:ext cx="152400" cy="279400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dirty="0" smtClean="0" sz="2000">
                <a:latin typeface="Arial"/>
                <a:cs typeface="Arial"/>
              </a:rPr>
              <a:t>•</a:t>
            </a:r>
            <a:endParaRPr sz="20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802957" y="1217215"/>
            <a:ext cx="8683561" cy="584200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dirty="0" smtClean="0" sz="2000" spc="29" b="1">
                <a:latin typeface="Arial"/>
                <a:cs typeface="Arial"/>
              </a:rPr>
              <a:t>Klu</a:t>
            </a:r>
            <a:r>
              <a:rPr dirty="0" smtClean="0" sz="2000" spc="29" b="1">
                <a:latin typeface="Arial"/>
                <a:cs typeface="Arial"/>
              </a:rPr>
              <a:t>s</a:t>
            </a:r>
            <a:r>
              <a:rPr dirty="0" smtClean="0" sz="2000" spc="29" b="1">
                <a:latin typeface="Arial"/>
                <a:cs typeface="Arial"/>
              </a:rPr>
              <a:t>ter</a:t>
            </a:r>
            <a:r>
              <a:rPr dirty="0" smtClean="0" sz="2000" spc="29" b="1">
                <a:latin typeface="Arial"/>
                <a:cs typeface="Arial"/>
              </a:rPr>
              <a:t> </a:t>
            </a:r>
            <a:r>
              <a:rPr dirty="0" smtClean="0" sz="2000" spc="29">
                <a:latin typeface="Arial"/>
                <a:cs typeface="Arial"/>
              </a:rPr>
              <a:t>a</a:t>
            </a:r>
            <a:r>
              <a:rPr dirty="0" smtClean="0" sz="2000" spc="29">
                <a:latin typeface="Arial"/>
                <a:cs typeface="Arial"/>
              </a:rPr>
              <a:t>d</a:t>
            </a:r>
            <a:r>
              <a:rPr dirty="0" smtClean="0" sz="2000" spc="29">
                <a:latin typeface="Arial"/>
                <a:cs typeface="Arial"/>
              </a:rPr>
              <a:t>a</a:t>
            </a:r>
            <a:r>
              <a:rPr dirty="0" smtClean="0" sz="2000" spc="29">
                <a:latin typeface="Arial"/>
                <a:cs typeface="Arial"/>
              </a:rPr>
              <a:t>l</a:t>
            </a:r>
            <a:r>
              <a:rPr dirty="0" smtClean="0" sz="2000" spc="29">
                <a:latin typeface="Arial"/>
                <a:cs typeface="Arial"/>
              </a:rPr>
              <a:t>a</a:t>
            </a:r>
            <a:r>
              <a:rPr dirty="0" smtClean="0" sz="2000" spc="29">
                <a:latin typeface="Arial"/>
                <a:cs typeface="Arial"/>
              </a:rPr>
              <a:t>h</a:t>
            </a:r>
            <a:r>
              <a:rPr dirty="0" smtClean="0" sz="2000" spc="29">
                <a:latin typeface="Arial"/>
                <a:cs typeface="Arial"/>
              </a:rPr>
              <a:t> </a:t>
            </a:r>
            <a:r>
              <a:rPr dirty="0" smtClean="0" sz="2000" spc="29">
                <a:latin typeface="Arial"/>
                <a:cs typeface="Arial"/>
              </a:rPr>
              <a:t>s</a:t>
            </a:r>
            <a:r>
              <a:rPr dirty="0" smtClean="0" sz="2000" spc="29">
                <a:latin typeface="Arial"/>
                <a:cs typeface="Arial"/>
              </a:rPr>
              <a:t>e</a:t>
            </a:r>
            <a:r>
              <a:rPr dirty="0" smtClean="0" sz="2000" spc="29">
                <a:latin typeface="Arial"/>
                <a:cs typeface="Arial"/>
              </a:rPr>
              <a:t>k</a:t>
            </a:r>
            <a:r>
              <a:rPr dirty="0" smtClean="0" sz="2000" spc="29">
                <a:latin typeface="Arial"/>
                <a:cs typeface="Arial"/>
              </a:rPr>
              <a:t>e</a:t>
            </a:r>
            <a:r>
              <a:rPr dirty="0" smtClean="0" sz="2000" spc="29">
                <a:latin typeface="Arial"/>
                <a:cs typeface="Arial"/>
              </a:rPr>
              <a:t>l</a:t>
            </a:r>
            <a:r>
              <a:rPr dirty="0" smtClean="0" sz="2000" spc="29">
                <a:latin typeface="Arial"/>
                <a:cs typeface="Arial"/>
              </a:rPr>
              <a:t>o</a:t>
            </a:r>
            <a:r>
              <a:rPr dirty="0" smtClean="0" sz="2000" spc="29">
                <a:latin typeface="Arial"/>
                <a:cs typeface="Arial"/>
              </a:rPr>
              <a:t>m</a:t>
            </a:r>
            <a:r>
              <a:rPr dirty="0" smtClean="0" sz="2000" spc="29">
                <a:latin typeface="Arial"/>
                <a:cs typeface="Arial"/>
              </a:rPr>
              <a:t>p</a:t>
            </a:r>
            <a:r>
              <a:rPr dirty="0" smtClean="0" sz="2000" spc="29">
                <a:latin typeface="Arial"/>
                <a:cs typeface="Arial"/>
              </a:rPr>
              <a:t>o</a:t>
            </a:r>
            <a:r>
              <a:rPr dirty="0" smtClean="0" sz="2000" spc="29">
                <a:latin typeface="Arial"/>
                <a:cs typeface="Arial"/>
              </a:rPr>
              <a:t>k</a:t>
            </a:r>
            <a:r>
              <a:rPr dirty="0" smtClean="0" sz="2000" spc="29">
                <a:latin typeface="Arial"/>
                <a:cs typeface="Arial"/>
              </a:rPr>
              <a:t> </a:t>
            </a:r>
            <a:r>
              <a:rPr dirty="0" smtClean="0" sz="2000" spc="29">
                <a:latin typeface="Arial"/>
                <a:cs typeface="Arial"/>
              </a:rPr>
              <a:t>s</a:t>
            </a:r>
            <a:r>
              <a:rPr dirty="0" smtClean="0" sz="2000" spc="29">
                <a:latin typeface="Arial"/>
                <a:cs typeface="Arial"/>
              </a:rPr>
              <a:t>e</a:t>
            </a:r>
            <a:r>
              <a:rPr dirty="0" smtClean="0" sz="2000" spc="29">
                <a:latin typeface="Arial"/>
                <a:cs typeface="Arial"/>
              </a:rPr>
              <a:t>l</a:t>
            </a:r>
            <a:r>
              <a:rPr dirty="0" smtClean="0" sz="2000" spc="29">
                <a:latin typeface="Arial"/>
                <a:cs typeface="Arial"/>
              </a:rPr>
              <a:t> </a:t>
            </a:r>
            <a:r>
              <a:rPr dirty="0" smtClean="0" sz="2000" spc="29">
                <a:latin typeface="Arial"/>
                <a:cs typeface="Arial"/>
              </a:rPr>
              <a:t>y</a:t>
            </a:r>
            <a:r>
              <a:rPr dirty="0" smtClean="0" sz="2000" spc="29">
                <a:latin typeface="Arial"/>
                <a:cs typeface="Arial"/>
              </a:rPr>
              <a:t>a</a:t>
            </a:r>
            <a:r>
              <a:rPr dirty="0" smtClean="0" sz="2000" spc="29">
                <a:latin typeface="Arial"/>
                <a:cs typeface="Arial"/>
              </a:rPr>
              <a:t>n</a:t>
            </a:r>
            <a:r>
              <a:rPr dirty="0" smtClean="0" sz="2000" spc="29">
                <a:latin typeface="Arial"/>
                <a:cs typeface="Arial"/>
              </a:rPr>
              <a:t>g</a:t>
            </a:r>
            <a:r>
              <a:rPr dirty="0" smtClean="0" sz="2000" spc="29">
                <a:latin typeface="Arial"/>
                <a:cs typeface="Arial"/>
              </a:rPr>
              <a:t> </a:t>
            </a:r>
            <a:r>
              <a:rPr dirty="0" smtClean="0" sz="2000" spc="29">
                <a:latin typeface="Arial"/>
                <a:cs typeface="Arial"/>
              </a:rPr>
              <a:t>m</a:t>
            </a:r>
            <a:r>
              <a:rPr dirty="0" smtClean="0" sz="2000" spc="29">
                <a:latin typeface="Arial"/>
                <a:cs typeface="Arial"/>
              </a:rPr>
              <a:t>a</a:t>
            </a:r>
            <a:r>
              <a:rPr dirty="0" smtClean="0" sz="2000" spc="29">
                <a:latin typeface="Arial"/>
                <a:cs typeface="Arial"/>
              </a:rPr>
              <a:t>si</a:t>
            </a:r>
            <a:r>
              <a:rPr dirty="0" smtClean="0" sz="2000" spc="29">
                <a:latin typeface="Arial"/>
                <a:cs typeface="Arial"/>
              </a:rPr>
              <a:t>n</a:t>
            </a:r>
            <a:r>
              <a:rPr dirty="0" smtClean="0" sz="2000" spc="29">
                <a:latin typeface="Arial"/>
                <a:cs typeface="Arial"/>
              </a:rPr>
              <a:t>g</a:t>
            </a:r>
            <a:r>
              <a:rPr dirty="0" smtClean="0" sz="2000" spc="29">
                <a:latin typeface="Arial"/>
                <a:cs typeface="Arial"/>
              </a:rPr>
              <a:t>-</a:t>
            </a:r>
            <a:r>
              <a:rPr dirty="0" smtClean="0" sz="2000" spc="29">
                <a:latin typeface="Arial"/>
                <a:cs typeface="Arial"/>
              </a:rPr>
              <a:t>m</a:t>
            </a:r>
            <a:r>
              <a:rPr dirty="0" smtClean="0" sz="2000" spc="29">
                <a:latin typeface="Arial"/>
                <a:cs typeface="Arial"/>
              </a:rPr>
              <a:t>a</a:t>
            </a:r>
            <a:r>
              <a:rPr dirty="0" smtClean="0" sz="2000" spc="29">
                <a:latin typeface="Arial"/>
                <a:cs typeface="Arial"/>
              </a:rPr>
              <a:t>sing</a:t>
            </a:r>
            <a:r>
              <a:rPr dirty="0" smtClean="0" sz="2000" spc="29">
                <a:latin typeface="Arial"/>
                <a:cs typeface="Arial"/>
              </a:rPr>
              <a:t> </a:t>
            </a:r>
            <a:r>
              <a:rPr dirty="0" smtClean="0" sz="2000" spc="29">
                <a:latin typeface="Arial"/>
                <a:cs typeface="Arial"/>
              </a:rPr>
              <a:t>s</a:t>
            </a:r>
            <a:r>
              <a:rPr dirty="0" smtClean="0" sz="2000" spc="29">
                <a:latin typeface="Arial"/>
                <a:cs typeface="Arial"/>
              </a:rPr>
              <a:t>e</a:t>
            </a:r>
            <a:r>
              <a:rPr dirty="0" smtClean="0" sz="2000" spc="29">
                <a:latin typeface="Arial"/>
                <a:cs typeface="Arial"/>
              </a:rPr>
              <a:t>ln</a:t>
            </a:r>
            <a:r>
              <a:rPr dirty="0" smtClean="0" sz="2000" spc="29">
                <a:latin typeface="Arial"/>
                <a:cs typeface="Arial"/>
              </a:rPr>
              <a:t>y</a:t>
            </a:r>
            <a:r>
              <a:rPr dirty="0" smtClean="0" sz="2000" spc="29">
                <a:latin typeface="Arial"/>
                <a:cs typeface="Arial"/>
              </a:rPr>
              <a:t>a</a:t>
            </a:r>
            <a:r>
              <a:rPr dirty="0" smtClean="0" sz="2000" spc="29">
                <a:latin typeface="Arial"/>
                <a:cs typeface="Arial"/>
              </a:rPr>
              <a:t> </a:t>
            </a:r>
            <a:r>
              <a:rPr dirty="0" smtClean="0" sz="2000" spc="29">
                <a:latin typeface="Arial"/>
                <a:cs typeface="Arial"/>
              </a:rPr>
              <a:t>m</a:t>
            </a:r>
            <a:r>
              <a:rPr dirty="0" smtClean="0" sz="2000" spc="29">
                <a:latin typeface="Arial"/>
                <a:cs typeface="Arial"/>
              </a:rPr>
              <a:t>e</a:t>
            </a:r>
            <a:r>
              <a:rPr dirty="0" smtClean="0" sz="2000" spc="29">
                <a:latin typeface="Arial"/>
                <a:cs typeface="Arial"/>
              </a:rPr>
              <a:t>m</a:t>
            </a:r>
            <a:r>
              <a:rPr dirty="0" smtClean="0" sz="2000" spc="29">
                <a:latin typeface="Arial"/>
                <a:cs typeface="Arial"/>
              </a:rPr>
              <a:t>ili</a:t>
            </a:r>
            <a:r>
              <a:rPr dirty="0" smtClean="0" sz="2000" spc="29">
                <a:latin typeface="Arial"/>
                <a:cs typeface="Arial"/>
              </a:rPr>
              <a:t>k</a:t>
            </a:r>
            <a:r>
              <a:rPr dirty="0" smtClean="0" sz="2000" spc="29">
                <a:latin typeface="Arial"/>
                <a:cs typeface="Arial"/>
              </a:rPr>
              <a:t>i</a:t>
            </a:r>
            <a:r>
              <a:rPr dirty="0" smtClean="0" sz="2000" spc="29">
                <a:latin typeface="Arial"/>
                <a:cs typeface="Arial"/>
              </a:rPr>
              <a:t> </a:t>
            </a:r>
            <a:r>
              <a:rPr dirty="0" smtClean="0" sz="2000" spc="29">
                <a:latin typeface="Arial"/>
                <a:cs typeface="Arial"/>
              </a:rPr>
              <a:t>1</a:t>
            </a:r>
            <a:r>
              <a:rPr dirty="0" smtClean="0" sz="2000" spc="29">
                <a:latin typeface="Arial"/>
                <a:cs typeface="Arial"/>
              </a:rPr>
              <a:t> </a:t>
            </a:r>
            <a:r>
              <a:rPr dirty="0" smtClean="0" sz="2000" spc="29">
                <a:latin typeface="Arial"/>
                <a:cs typeface="Arial"/>
              </a:rPr>
              <a:t>s</a:t>
            </a:r>
            <a:r>
              <a:rPr dirty="0" smtClean="0" sz="2000" spc="29">
                <a:latin typeface="Arial"/>
                <a:cs typeface="Arial"/>
              </a:rPr>
              <a:t>e</a:t>
            </a:r>
            <a:r>
              <a:rPr dirty="0" smtClean="0" sz="2000" spc="29">
                <a:latin typeface="Arial"/>
                <a:cs typeface="Arial"/>
              </a:rPr>
              <a:t>t</a:t>
            </a:r>
            <a:endParaRPr sz="2000">
              <a:latin typeface="Arial"/>
              <a:cs typeface="Arial"/>
            </a:endParaRPr>
          </a:p>
          <a:p>
            <a:pPr marL="12700" marR="38100">
              <a:lnSpc>
                <a:spcPct val="95825"/>
              </a:lnSpc>
            </a:pPr>
            <a:r>
              <a:rPr dirty="0" smtClean="0" sz="2000" spc="0">
                <a:latin typeface="Arial"/>
                <a:cs typeface="Arial"/>
              </a:rPr>
              <a:t>f</a:t>
            </a:r>
            <a:r>
              <a:rPr dirty="0" smtClean="0" sz="2000" spc="0">
                <a:latin typeface="Arial"/>
                <a:cs typeface="Arial"/>
              </a:rPr>
              <a:t>rek</a:t>
            </a:r>
            <a:r>
              <a:rPr dirty="0" smtClean="0" sz="2000" spc="0">
                <a:latin typeface="Arial"/>
                <a:cs typeface="Arial"/>
              </a:rPr>
              <a:t>u</a:t>
            </a:r>
            <a:r>
              <a:rPr dirty="0" smtClean="0" sz="2000" spc="0">
                <a:latin typeface="Arial"/>
                <a:cs typeface="Arial"/>
              </a:rPr>
              <a:t>e</a:t>
            </a:r>
            <a:r>
              <a:rPr dirty="0" smtClean="0" sz="2000" spc="0">
                <a:latin typeface="Arial"/>
                <a:cs typeface="Arial"/>
              </a:rPr>
              <a:t>n</a:t>
            </a:r>
            <a:r>
              <a:rPr dirty="0" smtClean="0" sz="2000" spc="0">
                <a:latin typeface="Arial"/>
                <a:cs typeface="Arial"/>
              </a:rPr>
              <a:t>si</a:t>
            </a:r>
            <a:r>
              <a:rPr dirty="0" smtClean="0" sz="2000" spc="0">
                <a:latin typeface="Arial"/>
                <a:cs typeface="Arial"/>
              </a:rPr>
              <a:t> </a:t>
            </a:r>
            <a:r>
              <a:rPr dirty="0" smtClean="0" sz="2000" spc="0">
                <a:latin typeface="Arial"/>
                <a:cs typeface="Arial"/>
              </a:rPr>
              <a:t>y</a:t>
            </a:r>
            <a:r>
              <a:rPr dirty="0" smtClean="0" sz="2000" spc="0">
                <a:latin typeface="Arial"/>
                <a:cs typeface="Arial"/>
              </a:rPr>
              <a:t>a</a:t>
            </a:r>
            <a:r>
              <a:rPr dirty="0" smtClean="0" sz="2000" spc="0">
                <a:latin typeface="Arial"/>
                <a:cs typeface="Arial"/>
              </a:rPr>
              <a:t>n</a:t>
            </a:r>
            <a:r>
              <a:rPr dirty="0" smtClean="0" sz="2000" spc="0">
                <a:latin typeface="Arial"/>
                <a:cs typeface="Arial"/>
              </a:rPr>
              <a:t>g</a:t>
            </a:r>
            <a:r>
              <a:rPr dirty="0" smtClean="0" sz="2000" spc="0">
                <a:latin typeface="Arial"/>
                <a:cs typeface="Arial"/>
              </a:rPr>
              <a:t> </a:t>
            </a:r>
            <a:r>
              <a:rPr dirty="0" smtClean="0" sz="2000" spc="0">
                <a:latin typeface="Arial"/>
                <a:cs typeface="Arial"/>
              </a:rPr>
              <a:t>b</a:t>
            </a:r>
            <a:r>
              <a:rPr dirty="0" smtClean="0" sz="2000" spc="0">
                <a:latin typeface="Arial"/>
                <a:cs typeface="Arial"/>
              </a:rPr>
              <a:t>e</a:t>
            </a:r>
            <a:r>
              <a:rPr dirty="0" smtClean="0" sz="2000" spc="0">
                <a:latin typeface="Arial"/>
                <a:cs typeface="Arial"/>
              </a:rPr>
              <a:t>rb</a:t>
            </a:r>
            <a:r>
              <a:rPr dirty="0" smtClean="0" sz="2000" spc="0">
                <a:latin typeface="Arial"/>
                <a:cs typeface="Arial"/>
              </a:rPr>
              <a:t>e</a:t>
            </a:r>
            <a:r>
              <a:rPr dirty="0" smtClean="0" sz="2000" spc="0">
                <a:latin typeface="Arial"/>
                <a:cs typeface="Arial"/>
              </a:rPr>
              <a:t>d</a:t>
            </a:r>
            <a:r>
              <a:rPr dirty="0" smtClean="0" sz="2000" spc="0">
                <a:latin typeface="Arial"/>
                <a:cs typeface="Arial"/>
              </a:rPr>
              <a:t>a</a:t>
            </a:r>
            <a:r>
              <a:rPr dirty="0" smtClean="0" sz="2000" spc="0">
                <a:latin typeface="Arial"/>
                <a:cs typeface="Arial"/>
              </a:rPr>
              <a:t> </a:t>
            </a:r>
            <a:r>
              <a:rPr dirty="0" smtClean="0" sz="2000" spc="0">
                <a:latin typeface="Arial"/>
                <a:cs typeface="Arial"/>
              </a:rPr>
              <a:t>d</a:t>
            </a:r>
            <a:r>
              <a:rPr dirty="0" smtClean="0" sz="2000" spc="0">
                <a:latin typeface="Arial"/>
                <a:cs typeface="Arial"/>
              </a:rPr>
              <a:t>e</a:t>
            </a:r>
            <a:r>
              <a:rPr dirty="0" smtClean="0" sz="2000" spc="0">
                <a:latin typeface="Arial"/>
                <a:cs typeface="Arial"/>
              </a:rPr>
              <a:t>n</a:t>
            </a:r>
            <a:r>
              <a:rPr dirty="0" smtClean="0" sz="2000" spc="0">
                <a:latin typeface="Arial"/>
                <a:cs typeface="Arial"/>
              </a:rPr>
              <a:t>g</a:t>
            </a:r>
            <a:r>
              <a:rPr dirty="0" smtClean="0" sz="2000" spc="0">
                <a:latin typeface="Arial"/>
                <a:cs typeface="Arial"/>
              </a:rPr>
              <a:t>a</a:t>
            </a:r>
            <a:r>
              <a:rPr dirty="0" smtClean="0" sz="2000" spc="0">
                <a:latin typeface="Arial"/>
                <a:cs typeface="Arial"/>
              </a:rPr>
              <a:t>n</a:t>
            </a:r>
            <a:r>
              <a:rPr dirty="0" smtClean="0" sz="2000" spc="0">
                <a:latin typeface="Arial"/>
                <a:cs typeface="Arial"/>
              </a:rPr>
              <a:t> </a:t>
            </a:r>
            <a:r>
              <a:rPr dirty="0" smtClean="0" sz="2000" spc="0">
                <a:latin typeface="Arial"/>
                <a:cs typeface="Arial"/>
              </a:rPr>
              <a:t>s</a:t>
            </a:r>
            <a:r>
              <a:rPr dirty="0" smtClean="0" sz="2000" spc="0">
                <a:latin typeface="Arial"/>
                <a:cs typeface="Arial"/>
              </a:rPr>
              <a:t>e</a:t>
            </a:r>
            <a:r>
              <a:rPr dirty="0" smtClean="0" sz="2000" spc="0">
                <a:latin typeface="Arial"/>
                <a:cs typeface="Arial"/>
              </a:rPr>
              <a:t>l</a:t>
            </a:r>
            <a:r>
              <a:rPr dirty="0" smtClean="0" sz="2000" spc="0">
                <a:latin typeface="Arial"/>
                <a:cs typeface="Arial"/>
              </a:rPr>
              <a:t> </a:t>
            </a:r>
            <a:r>
              <a:rPr dirty="0" smtClean="0" sz="2000" spc="0">
                <a:latin typeface="Arial"/>
                <a:cs typeface="Arial"/>
              </a:rPr>
              <a:t>y</a:t>
            </a:r>
            <a:r>
              <a:rPr dirty="0" smtClean="0" sz="2000" spc="0">
                <a:latin typeface="Arial"/>
                <a:cs typeface="Arial"/>
              </a:rPr>
              <a:t>a</a:t>
            </a:r>
            <a:r>
              <a:rPr dirty="0" smtClean="0" sz="2000" spc="0">
                <a:latin typeface="Arial"/>
                <a:cs typeface="Arial"/>
              </a:rPr>
              <a:t>n</a:t>
            </a:r>
            <a:r>
              <a:rPr dirty="0" smtClean="0" sz="2000" spc="0">
                <a:latin typeface="Arial"/>
                <a:cs typeface="Arial"/>
              </a:rPr>
              <a:t>g</a:t>
            </a:r>
            <a:r>
              <a:rPr dirty="0" smtClean="0" sz="2000" spc="0">
                <a:latin typeface="Arial"/>
                <a:cs typeface="Arial"/>
              </a:rPr>
              <a:t> </a:t>
            </a:r>
            <a:r>
              <a:rPr dirty="0" smtClean="0" sz="2000" spc="0">
                <a:latin typeface="Arial"/>
                <a:cs typeface="Arial"/>
              </a:rPr>
              <a:t>lain</a:t>
            </a:r>
            <a:r>
              <a:rPr dirty="0" smtClean="0" sz="2000" spc="0">
                <a:latin typeface="Arial"/>
                <a:cs typeface="Arial"/>
              </a:rPr>
              <a:t> </a:t>
            </a:r>
            <a:r>
              <a:rPr dirty="0" smtClean="0" sz="2000" spc="0"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59740" y="1824279"/>
            <a:ext cx="139858" cy="254317"/>
          </a:xfrm>
          <a:prstGeom prst="rect">
            <a:avLst/>
          </a:prstGeom>
        </p:spPr>
        <p:txBody>
          <a:bodyPr wrap="square" lIns="0" tIns="12319" rIns="0" bIns="0" rtlCol="0">
            <a:noAutofit/>
          </a:bodyPr>
          <a:lstStyle/>
          <a:p>
            <a:pPr marL="12700">
              <a:lnSpc>
                <a:spcPts val="1939"/>
              </a:lnSpc>
            </a:pPr>
            <a:r>
              <a:rPr dirty="0" smtClean="0" sz="1800">
                <a:latin typeface="Arial"/>
                <a:cs typeface="Arial"/>
              </a:rPr>
              <a:t>•</a:t>
            </a:r>
            <a:endParaRPr sz="18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802957" y="1824279"/>
            <a:ext cx="7097123" cy="936897"/>
          </a:xfrm>
          <a:prstGeom prst="rect">
            <a:avLst/>
          </a:prstGeom>
        </p:spPr>
        <p:txBody>
          <a:bodyPr wrap="square" lIns="0" tIns="12319" rIns="0" bIns="0" rtlCol="0">
            <a:noAutofit/>
          </a:bodyPr>
          <a:lstStyle/>
          <a:p>
            <a:pPr marL="12700">
              <a:lnSpc>
                <a:spcPts val="1939"/>
              </a:lnSpc>
            </a:pPr>
            <a:r>
              <a:rPr dirty="0" smtClean="0" sz="1800" spc="42" b="1">
                <a:latin typeface="Arial"/>
                <a:cs typeface="Arial"/>
              </a:rPr>
              <a:t>Ukuran</a:t>
            </a:r>
            <a:r>
              <a:rPr dirty="0" smtClean="0" sz="1800" spc="42" b="1">
                <a:latin typeface="Arial"/>
                <a:cs typeface="Arial"/>
              </a:rPr>
              <a:t> </a:t>
            </a:r>
            <a:r>
              <a:rPr dirty="0" smtClean="0" sz="1800" spc="42" b="1">
                <a:latin typeface="Arial"/>
                <a:cs typeface="Arial"/>
              </a:rPr>
              <a:t>kluster</a:t>
            </a:r>
            <a:r>
              <a:rPr dirty="0" smtClean="0" sz="1800" spc="42" b="1">
                <a:latin typeface="Arial"/>
                <a:cs typeface="Arial"/>
              </a:rPr>
              <a:t> </a:t>
            </a:r>
            <a:r>
              <a:rPr dirty="0" smtClean="0" sz="1800" spc="42" b="1">
                <a:latin typeface="Arial"/>
                <a:cs typeface="Arial"/>
              </a:rPr>
              <a:t>(</a:t>
            </a:r>
            <a:r>
              <a:rPr dirty="0" smtClean="0" sz="1800" spc="42" b="1">
                <a:latin typeface="Arial"/>
                <a:cs typeface="Arial"/>
              </a:rPr>
              <a:t> </a:t>
            </a:r>
            <a:r>
              <a:rPr dirty="0" smtClean="0" sz="1800" spc="42" b="1">
                <a:latin typeface="Arial"/>
                <a:cs typeface="Arial"/>
              </a:rPr>
              <a:t>dil</a:t>
            </a:r>
            <a:r>
              <a:rPr dirty="0" smtClean="0" sz="1800" spc="42" b="1">
                <a:latin typeface="Arial"/>
                <a:cs typeface="Arial"/>
              </a:rPr>
              <a:t>a</a:t>
            </a:r>
            <a:r>
              <a:rPr dirty="0" smtClean="0" sz="1800" spc="42" b="1">
                <a:latin typeface="Arial"/>
                <a:cs typeface="Arial"/>
              </a:rPr>
              <a:t>mb</a:t>
            </a:r>
            <a:r>
              <a:rPr dirty="0" smtClean="0" sz="1800" spc="42" b="1">
                <a:latin typeface="Arial"/>
                <a:cs typeface="Arial"/>
              </a:rPr>
              <a:t>a</a:t>
            </a:r>
            <a:r>
              <a:rPr dirty="0" smtClean="0" sz="1800" spc="42" b="1">
                <a:latin typeface="Arial"/>
                <a:cs typeface="Arial"/>
              </a:rPr>
              <a:t>ngk</a:t>
            </a:r>
            <a:r>
              <a:rPr dirty="0" smtClean="0" sz="1800" spc="42" b="1">
                <a:latin typeface="Arial"/>
                <a:cs typeface="Arial"/>
              </a:rPr>
              <a:t>a</a:t>
            </a:r>
            <a:r>
              <a:rPr dirty="0" smtClean="0" sz="1800" spc="42" b="1">
                <a:latin typeface="Arial"/>
                <a:cs typeface="Arial"/>
              </a:rPr>
              <a:t>n</a:t>
            </a:r>
            <a:r>
              <a:rPr dirty="0" smtClean="0" sz="1800" spc="42" b="1">
                <a:latin typeface="Arial"/>
                <a:cs typeface="Arial"/>
              </a:rPr>
              <a:t> </a:t>
            </a:r>
            <a:r>
              <a:rPr dirty="0" smtClean="0" sz="1800" spc="42" b="1">
                <a:latin typeface="Arial"/>
                <a:cs typeface="Arial"/>
              </a:rPr>
              <a:t>=</a:t>
            </a:r>
            <a:r>
              <a:rPr dirty="0" smtClean="0" sz="1800" spc="42" b="1">
                <a:latin typeface="Arial"/>
                <a:cs typeface="Arial"/>
              </a:rPr>
              <a:t> </a:t>
            </a:r>
            <a:r>
              <a:rPr dirty="0" smtClean="0" sz="1800" spc="42" b="1">
                <a:latin typeface="Arial"/>
                <a:cs typeface="Arial"/>
              </a:rPr>
              <a:t>K,</a:t>
            </a:r>
            <a:r>
              <a:rPr dirty="0" smtClean="0" sz="1800" spc="42" b="1">
                <a:latin typeface="Arial"/>
                <a:cs typeface="Arial"/>
              </a:rPr>
              <a:t> </a:t>
            </a:r>
            <a:r>
              <a:rPr dirty="0" smtClean="0" sz="1800" spc="42" b="1">
                <a:latin typeface="Arial"/>
                <a:cs typeface="Arial"/>
              </a:rPr>
              <a:t>se</a:t>
            </a:r>
            <a:r>
              <a:rPr dirty="0" smtClean="0" sz="1800" spc="42" b="1">
                <a:latin typeface="Arial"/>
                <a:cs typeface="Arial"/>
              </a:rPr>
              <a:t>r</a:t>
            </a:r>
            <a:r>
              <a:rPr dirty="0" smtClean="0" sz="1800" spc="42" b="1">
                <a:latin typeface="Arial"/>
                <a:cs typeface="Arial"/>
              </a:rPr>
              <a:t>ing</a:t>
            </a:r>
            <a:r>
              <a:rPr dirty="0" smtClean="0" sz="1800" spc="42" b="1">
                <a:latin typeface="Arial"/>
                <a:cs typeface="Arial"/>
              </a:rPr>
              <a:t> </a:t>
            </a:r>
            <a:r>
              <a:rPr dirty="0" smtClean="0" sz="1800" spc="42" b="1">
                <a:latin typeface="Arial"/>
                <a:cs typeface="Arial"/>
              </a:rPr>
              <a:t>j</a:t>
            </a:r>
            <a:r>
              <a:rPr dirty="0" smtClean="0" sz="1800" spc="42" b="1">
                <a:latin typeface="Arial"/>
                <a:cs typeface="Arial"/>
              </a:rPr>
              <a:t>uga</a:t>
            </a:r>
            <a:r>
              <a:rPr dirty="0" smtClean="0" sz="1800" spc="42" b="1">
                <a:latin typeface="Arial"/>
                <a:cs typeface="Arial"/>
              </a:rPr>
              <a:t> </a:t>
            </a:r>
            <a:r>
              <a:rPr dirty="0" smtClean="0" sz="1800" spc="42" b="1">
                <a:latin typeface="Arial"/>
                <a:cs typeface="Arial"/>
              </a:rPr>
              <a:t>dil</a:t>
            </a:r>
            <a:r>
              <a:rPr dirty="0" smtClean="0" sz="1800" spc="42" b="1">
                <a:latin typeface="Arial"/>
                <a:cs typeface="Arial"/>
              </a:rPr>
              <a:t>a</a:t>
            </a:r>
            <a:r>
              <a:rPr dirty="0" smtClean="0" sz="1800" spc="42" b="1">
                <a:latin typeface="Arial"/>
                <a:cs typeface="Arial"/>
              </a:rPr>
              <a:t>mb</a:t>
            </a:r>
            <a:r>
              <a:rPr dirty="0" smtClean="0" sz="1800" spc="42" b="1">
                <a:latin typeface="Arial"/>
                <a:cs typeface="Arial"/>
              </a:rPr>
              <a:t>a</a:t>
            </a:r>
            <a:r>
              <a:rPr dirty="0" smtClean="0" sz="1800" spc="42" b="1">
                <a:latin typeface="Arial"/>
                <a:cs typeface="Arial"/>
              </a:rPr>
              <a:t>ngk</a:t>
            </a:r>
            <a:r>
              <a:rPr dirty="0" smtClean="0" sz="1800" spc="42" b="1">
                <a:latin typeface="Arial"/>
                <a:cs typeface="Arial"/>
              </a:rPr>
              <a:t>a</a:t>
            </a:r>
            <a:r>
              <a:rPr dirty="0" smtClean="0" sz="1800" spc="42" b="1">
                <a:latin typeface="Arial"/>
                <a:cs typeface="Arial"/>
              </a:rPr>
              <a:t>n</a:t>
            </a:r>
            <a:endParaRPr sz="1800">
              <a:latin typeface="Arial"/>
              <a:cs typeface="Arial"/>
            </a:endParaRPr>
          </a:p>
          <a:p>
            <a:pPr marL="12700" marR="34337">
              <a:lnSpc>
                <a:spcPct val="95825"/>
              </a:lnSpc>
            </a:pPr>
            <a:r>
              <a:rPr dirty="0" smtClean="0" sz="1800" spc="0">
                <a:latin typeface="Arial"/>
                <a:cs typeface="Arial"/>
              </a:rPr>
              <a:t>ju</a:t>
            </a:r>
            <a:r>
              <a:rPr dirty="0" smtClean="0" sz="1800" spc="0">
                <a:latin typeface="Arial"/>
                <a:cs typeface="Arial"/>
              </a:rPr>
              <a:t>m</a:t>
            </a:r>
            <a:r>
              <a:rPr dirty="0" smtClean="0" sz="1800" spc="0">
                <a:latin typeface="Arial"/>
                <a:cs typeface="Arial"/>
              </a:rPr>
              <a:t>lah</a:t>
            </a:r>
            <a:r>
              <a:rPr dirty="0" smtClean="0" sz="1800" spc="0">
                <a:latin typeface="Arial"/>
                <a:cs typeface="Arial"/>
              </a:rPr>
              <a:t> </a:t>
            </a:r>
            <a:r>
              <a:rPr dirty="0" smtClean="0" sz="1800" spc="0">
                <a:latin typeface="Arial"/>
                <a:cs typeface="Arial"/>
              </a:rPr>
              <a:t>sel</a:t>
            </a:r>
            <a:r>
              <a:rPr dirty="0" smtClean="0" sz="1800" spc="0">
                <a:latin typeface="Arial"/>
                <a:cs typeface="Arial"/>
              </a:rPr>
              <a:t> </a:t>
            </a:r>
            <a:r>
              <a:rPr dirty="0" smtClean="0" sz="1800" spc="0">
                <a:latin typeface="Arial"/>
                <a:cs typeface="Arial"/>
              </a:rPr>
              <a:t>y</a:t>
            </a:r>
            <a:r>
              <a:rPr dirty="0" smtClean="0" sz="1800" spc="0">
                <a:latin typeface="Arial"/>
                <a:cs typeface="Arial"/>
              </a:rPr>
              <a:t>ang</a:t>
            </a:r>
            <a:r>
              <a:rPr dirty="0" smtClean="0" sz="1800" spc="0">
                <a:latin typeface="Arial"/>
                <a:cs typeface="Arial"/>
              </a:rPr>
              <a:t> </a:t>
            </a:r>
            <a:r>
              <a:rPr dirty="0" smtClean="0" sz="1800" spc="0">
                <a:latin typeface="Arial"/>
                <a:cs typeface="Arial"/>
              </a:rPr>
              <a:t>terdapat</a:t>
            </a:r>
            <a:r>
              <a:rPr dirty="0" smtClean="0" sz="1800" spc="0">
                <a:latin typeface="Arial"/>
                <a:cs typeface="Arial"/>
              </a:rPr>
              <a:t> </a:t>
            </a:r>
            <a:r>
              <a:rPr dirty="0" smtClean="0" sz="1800" spc="0">
                <a:latin typeface="Arial"/>
                <a:cs typeface="Arial"/>
              </a:rPr>
              <a:t>dalam</a:t>
            </a:r>
            <a:r>
              <a:rPr dirty="0" smtClean="0" sz="1800" spc="0">
                <a:latin typeface="Arial"/>
                <a:cs typeface="Arial"/>
              </a:rPr>
              <a:t> </a:t>
            </a:r>
            <a:r>
              <a:rPr dirty="0" smtClean="0" sz="1800" spc="0">
                <a:latin typeface="Arial"/>
                <a:cs typeface="Arial"/>
              </a:rPr>
              <a:t>1</a:t>
            </a:r>
            <a:r>
              <a:rPr dirty="0" smtClean="0" sz="1800" spc="0">
                <a:latin typeface="Arial"/>
                <a:cs typeface="Arial"/>
              </a:rPr>
              <a:t> </a:t>
            </a:r>
            <a:r>
              <a:rPr dirty="0" smtClean="0" sz="1800" spc="0">
                <a:latin typeface="Arial"/>
                <a:cs typeface="Arial"/>
              </a:rPr>
              <a:t>k</a:t>
            </a:r>
            <a:r>
              <a:rPr dirty="0" smtClean="0" sz="1800" spc="0">
                <a:latin typeface="Arial"/>
                <a:cs typeface="Arial"/>
              </a:rPr>
              <a:t>luster</a:t>
            </a:r>
            <a:endParaRPr sz="1800">
              <a:latin typeface="Arial"/>
              <a:cs typeface="Arial"/>
            </a:endParaRPr>
          </a:p>
          <a:p>
            <a:pPr marL="812736" marR="34337">
              <a:lnSpc>
                <a:spcPct val="95621"/>
              </a:lnSpc>
              <a:spcBef>
                <a:spcPts val="937"/>
              </a:spcBef>
            </a:pPr>
            <a:r>
              <a:rPr dirty="0" smtClean="0" sz="2000" spc="245" u="heavy">
                <a:latin typeface="Arial Narrow"/>
                <a:cs typeface="Arial Narrow"/>
              </a:rPr>
              <a:t>C</a:t>
            </a:r>
            <a:r>
              <a:rPr dirty="0" smtClean="0" sz="2000" spc="245" u="heavy">
                <a:latin typeface="Arial Narrow"/>
                <a:cs typeface="Arial Narrow"/>
              </a:rPr>
              <a:t>o</a:t>
            </a:r>
            <a:r>
              <a:rPr dirty="0" smtClean="0" sz="2000" spc="245" u="heavy">
                <a:latin typeface="Arial Narrow"/>
                <a:cs typeface="Arial Narrow"/>
              </a:rPr>
              <a:t>n</a:t>
            </a:r>
            <a:r>
              <a:rPr dirty="0" smtClean="0" sz="2000" spc="245" u="heavy">
                <a:latin typeface="Arial Narrow"/>
                <a:cs typeface="Arial Narrow"/>
              </a:rPr>
              <a:t>t</a:t>
            </a:r>
            <a:r>
              <a:rPr dirty="0" smtClean="0" sz="2000" spc="245" u="heavy">
                <a:latin typeface="Arial Narrow"/>
                <a:cs typeface="Arial Narrow"/>
              </a:rPr>
              <a:t>o</a:t>
            </a:r>
            <a:r>
              <a:rPr dirty="0" smtClean="0" sz="2000" spc="245" u="heavy">
                <a:latin typeface="Arial Narrow"/>
                <a:cs typeface="Arial Narrow"/>
              </a:rPr>
              <a:t>h</a:t>
            </a:r>
            <a:r>
              <a:rPr dirty="0" smtClean="0" sz="2000" spc="245" u="heavy">
                <a:latin typeface="Arial Narrow"/>
                <a:cs typeface="Arial Narrow"/>
              </a:rPr>
              <a:t> </a:t>
            </a:r>
            <a:r>
              <a:rPr dirty="0" smtClean="0" sz="2000" spc="245" u="heavy">
                <a:latin typeface="Arial Narrow"/>
                <a:cs typeface="Arial Narrow"/>
              </a:rPr>
              <a:t>:</a:t>
            </a:r>
            <a:endParaRPr sz="2000">
              <a:latin typeface="Arial Narrow"/>
              <a:cs typeface="Arial Narrow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7944866" y="1824279"/>
            <a:ext cx="193425" cy="254317"/>
          </a:xfrm>
          <a:prstGeom prst="rect">
            <a:avLst/>
          </a:prstGeom>
        </p:spPr>
        <p:txBody>
          <a:bodyPr wrap="square" lIns="0" tIns="12319" rIns="0" bIns="0" rtlCol="0">
            <a:noAutofit/>
          </a:bodyPr>
          <a:lstStyle/>
          <a:p>
            <a:pPr marL="12700">
              <a:lnSpc>
                <a:spcPts val="1939"/>
              </a:lnSpc>
            </a:pPr>
            <a:r>
              <a:rPr dirty="0" smtClean="0" sz="1800" b="1">
                <a:latin typeface="Arial"/>
                <a:cs typeface="Arial"/>
              </a:rPr>
              <a:t>=</a:t>
            </a:r>
            <a:endParaRPr sz="18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183626" y="1824279"/>
            <a:ext cx="225016" cy="254317"/>
          </a:xfrm>
          <a:prstGeom prst="rect">
            <a:avLst/>
          </a:prstGeom>
        </p:spPr>
        <p:txBody>
          <a:bodyPr wrap="square" lIns="0" tIns="12319" rIns="0" bIns="0" rtlCol="0">
            <a:noAutofit/>
          </a:bodyPr>
          <a:lstStyle/>
          <a:p>
            <a:pPr marL="12700">
              <a:lnSpc>
                <a:spcPts val="1939"/>
              </a:lnSpc>
            </a:pPr>
            <a:r>
              <a:rPr dirty="0" smtClean="0" sz="1800" b="1">
                <a:latin typeface="Arial"/>
                <a:cs typeface="Arial"/>
              </a:rPr>
              <a:t>N</a:t>
            </a:r>
            <a:endParaRPr sz="18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8554339" y="1824279"/>
            <a:ext cx="135967" cy="254317"/>
          </a:xfrm>
          <a:prstGeom prst="rect">
            <a:avLst/>
          </a:prstGeom>
        </p:spPr>
        <p:txBody>
          <a:bodyPr wrap="square" lIns="0" tIns="12319" rIns="0" bIns="0" rtlCol="0">
            <a:noAutofit/>
          </a:bodyPr>
          <a:lstStyle/>
          <a:p>
            <a:pPr marL="12700">
              <a:lnSpc>
                <a:spcPts val="1939"/>
              </a:lnSpc>
            </a:pPr>
            <a:r>
              <a:rPr dirty="0" smtClean="0" sz="1800" b="1">
                <a:latin typeface="Arial"/>
                <a:cs typeface="Arial"/>
              </a:rPr>
              <a:t>)</a:t>
            </a:r>
            <a:endParaRPr sz="18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8734806" y="1824279"/>
            <a:ext cx="746032" cy="254317"/>
          </a:xfrm>
          <a:prstGeom prst="rect">
            <a:avLst/>
          </a:prstGeom>
        </p:spPr>
        <p:txBody>
          <a:bodyPr wrap="square" lIns="0" tIns="12319" rIns="0" bIns="0" rtlCol="0">
            <a:noAutofit/>
          </a:bodyPr>
          <a:lstStyle/>
          <a:p>
            <a:pPr marL="12700">
              <a:lnSpc>
                <a:spcPts val="1939"/>
              </a:lnSpc>
            </a:pPr>
            <a:r>
              <a:rPr dirty="0" smtClean="0" sz="1800" spc="0">
                <a:latin typeface="Arial"/>
                <a:cs typeface="Arial"/>
              </a:rPr>
              <a:t>ad</a:t>
            </a:r>
            <a:r>
              <a:rPr dirty="0" smtClean="0" sz="1800" spc="0">
                <a:latin typeface="Arial"/>
                <a:cs typeface="Arial"/>
              </a:rPr>
              <a:t>a</a:t>
            </a:r>
            <a:r>
              <a:rPr dirty="0" smtClean="0" sz="1800" spc="0">
                <a:latin typeface="Arial"/>
                <a:cs typeface="Arial"/>
              </a:rPr>
              <a:t>lah</a:t>
            </a:r>
            <a:endParaRPr sz="18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517775" y="2782328"/>
            <a:ext cx="612092" cy="525779"/>
          </a:xfrm>
          <a:prstGeom prst="rect">
            <a:avLst/>
          </a:prstGeom>
        </p:spPr>
        <p:txBody>
          <a:bodyPr wrap="square" lIns="0" tIns="12414" rIns="0" bIns="0" rtlCol="0">
            <a:noAutofit/>
          </a:bodyPr>
          <a:lstStyle/>
          <a:p>
            <a:pPr marL="12700">
              <a:lnSpc>
                <a:spcPts val="1955"/>
              </a:lnSpc>
            </a:pPr>
            <a:r>
              <a:rPr dirty="0" smtClean="0" sz="1800" spc="168">
                <a:latin typeface="Arial Narrow"/>
                <a:cs typeface="Arial Narrow"/>
              </a:rPr>
              <a:t>K</a:t>
            </a:r>
            <a:r>
              <a:rPr dirty="0" smtClean="0" sz="1800" spc="168">
                <a:latin typeface="Arial Narrow"/>
                <a:cs typeface="Arial Narrow"/>
              </a:rPr>
              <a:t> </a:t>
            </a:r>
            <a:r>
              <a:rPr dirty="0" smtClean="0" sz="1800" spc="168">
                <a:latin typeface="Arial Narrow"/>
                <a:cs typeface="Arial Narrow"/>
              </a:rPr>
              <a:t>=</a:t>
            </a:r>
            <a:r>
              <a:rPr dirty="0" smtClean="0" sz="1800" spc="168">
                <a:latin typeface="Arial Narrow"/>
                <a:cs typeface="Arial Narrow"/>
              </a:rPr>
              <a:t> </a:t>
            </a:r>
            <a:r>
              <a:rPr dirty="0" smtClean="0" sz="1800" spc="168">
                <a:latin typeface="Arial Narrow"/>
                <a:cs typeface="Arial Narrow"/>
              </a:rPr>
              <a:t>3</a:t>
            </a:r>
            <a:endParaRPr sz="1800">
              <a:latin typeface="Arial Narrow"/>
              <a:cs typeface="Arial Narrow"/>
            </a:endParaRPr>
          </a:p>
          <a:p>
            <a:pPr marL="12700">
              <a:lnSpc>
                <a:spcPct val="95621"/>
              </a:lnSpc>
            </a:pPr>
            <a:r>
              <a:rPr dirty="0" smtClean="0" sz="1800" spc="168">
                <a:latin typeface="Arial Narrow"/>
                <a:cs typeface="Arial Narrow"/>
              </a:rPr>
              <a:t>K</a:t>
            </a:r>
            <a:r>
              <a:rPr dirty="0" smtClean="0" sz="1800" spc="168">
                <a:latin typeface="Arial Narrow"/>
                <a:cs typeface="Arial Narrow"/>
              </a:rPr>
              <a:t> </a:t>
            </a:r>
            <a:r>
              <a:rPr dirty="0" smtClean="0" sz="1800" spc="168">
                <a:latin typeface="Arial Narrow"/>
                <a:cs typeface="Arial Narrow"/>
              </a:rPr>
              <a:t>=</a:t>
            </a:r>
            <a:r>
              <a:rPr dirty="0" smtClean="0" sz="1800" spc="168">
                <a:latin typeface="Arial Narrow"/>
                <a:cs typeface="Arial Narrow"/>
              </a:rPr>
              <a:t> </a:t>
            </a:r>
            <a:r>
              <a:rPr dirty="0" smtClean="0" sz="1800" spc="168">
                <a:latin typeface="Arial Narrow"/>
                <a:cs typeface="Arial Narrow"/>
              </a:rPr>
              <a:t>4</a:t>
            </a:r>
            <a:endParaRPr sz="1800">
              <a:latin typeface="Arial Narrow"/>
              <a:cs typeface="Arial Narrow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432429" y="2782328"/>
            <a:ext cx="4163844" cy="525779"/>
          </a:xfrm>
          <a:prstGeom prst="rect">
            <a:avLst/>
          </a:prstGeom>
        </p:spPr>
        <p:txBody>
          <a:bodyPr wrap="square" lIns="0" tIns="12414" rIns="0" bIns="0" rtlCol="0">
            <a:noAutofit/>
          </a:bodyPr>
          <a:lstStyle/>
          <a:p>
            <a:pPr marL="12700">
              <a:lnSpc>
                <a:spcPts val="1955"/>
              </a:lnSpc>
            </a:pPr>
            <a:r>
              <a:rPr dirty="0" smtClean="0" sz="1800" spc="210">
                <a:latin typeface="Arial Narrow"/>
                <a:cs typeface="Arial Narrow"/>
              </a:rPr>
              <a:t>a</a:t>
            </a:r>
            <a:r>
              <a:rPr dirty="0" smtClean="0" sz="1800" spc="210">
                <a:latin typeface="Arial Narrow"/>
                <a:cs typeface="Arial Narrow"/>
              </a:rPr>
              <a:t>r</a:t>
            </a:r>
            <a:r>
              <a:rPr dirty="0" smtClean="0" sz="1800" spc="210">
                <a:latin typeface="Arial Narrow"/>
                <a:cs typeface="Arial Narrow"/>
              </a:rPr>
              <a:t>ti</a:t>
            </a:r>
            <a:r>
              <a:rPr dirty="0" smtClean="0" sz="1800" spc="210">
                <a:latin typeface="Arial Narrow"/>
                <a:cs typeface="Arial Narrow"/>
              </a:rPr>
              <a:t>n</a:t>
            </a:r>
            <a:r>
              <a:rPr dirty="0" smtClean="0" sz="1800" spc="210">
                <a:latin typeface="Arial Narrow"/>
                <a:cs typeface="Arial Narrow"/>
              </a:rPr>
              <a:t>y</a:t>
            </a:r>
            <a:r>
              <a:rPr dirty="0" smtClean="0" sz="1800" spc="210">
                <a:latin typeface="Arial Narrow"/>
                <a:cs typeface="Arial Narrow"/>
              </a:rPr>
              <a:t>a</a:t>
            </a:r>
            <a:r>
              <a:rPr dirty="0" smtClean="0" sz="1800" spc="210">
                <a:latin typeface="Arial Narrow"/>
                <a:cs typeface="Arial Narrow"/>
              </a:rPr>
              <a:t> </a:t>
            </a:r>
            <a:r>
              <a:rPr dirty="0" smtClean="0" sz="1800" spc="210">
                <a:latin typeface="Arial Narrow"/>
                <a:cs typeface="Arial Narrow"/>
              </a:rPr>
              <a:t>t</a:t>
            </a:r>
            <a:r>
              <a:rPr dirty="0" smtClean="0" sz="1800" spc="210">
                <a:latin typeface="Arial Narrow"/>
                <a:cs typeface="Arial Narrow"/>
              </a:rPr>
              <a:t>e</a:t>
            </a:r>
            <a:r>
              <a:rPr dirty="0" smtClean="0" sz="1800" spc="210">
                <a:latin typeface="Arial Narrow"/>
                <a:cs typeface="Arial Narrow"/>
              </a:rPr>
              <a:t>r</a:t>
            </a:r>
            <a:r>
              <a:rPr dirty="0" smtClean="0" sz="1800" spc="210">
                <a:latin typeface="Arial Narrow"/>
                <a:cs typeface="Arial Narrow"/>
              </a:rPr>
              <a:t>d</a:t>
            </a:r>
            <a:r>
              <a:rPr dirty="0" smtClean="0" sz="1800" spc="210">
                <a:latin typeface="Arial Narrow"/>
                <a:cs typeface="Arial Narrow"/>
              </a:rPr>
              <a:t>a</a:t>
            </a:r>
            <a:r>
              <a:rPr dirty="0" smtClean="0" sz="1800" spc="210">
                <a:latin typeface="Arial Narrow"/>
                <a:cs typeface="Arial Narrow"/>
              </a:rPr>
              <a:t>p</a:t>
            </a:r>
            <a:r>
              <a:rPr dirty="0" smtClean="0" sz="1800" spc="210">
                <a:latin typeface="Arial Narrow"/>
                <a:cs typeface="Arial Narrow"/>
              </a:rPr>
              <a:t>a</a:t>
            </a:r>
            <a:r>
              <a:rPr dirty="0" smtClean="0" sz="1800" spc="210">
                <a:latin typeface="Arial Narrow"/>
                <a:cs typeface="Arial Narrow"/>
              </a:rPr>
              <a:t>t</a:t>
            </a:r>
            <a:r>
              <a:rPr dirty="0" smtClean="0" sz="1800" spc="210">
                <a:latin typeface="Arial Narrow"/>
                <a:cs typeface="Arial Narrow"/>
              </a:rPr>
              <a:t> </a:t>
            </a:r>
            <a:r>
              <a:rPr dirty="0" smtClean="0" sz="1800" spc="210">
                <a:latin typeface="Arial Narrow"/>
                <a:cs typeface="Arial Narrow"/>
              </a:rPr>
              <a:t>3</a:t>
            </a:r>
            <a:r>
              <a:rPr dirty="0" smtClean="0" sz="1800" spc="210">
                <a:latin typeface="Arial Narrow"/>
                <a:cs typeface="Arial Narrow"/>
              </a:rPr>
              <a:t> </a:t>
            </a:r>
            <a:r>
              <a:rPr dirty="0" smtClean="0" sz="1800" spc="210">
                <a:latin typeface="Arial Narrow"/>
                <a:cs typeface="Arial Narrow"/>
              </a:rPr>
              <a:t>sel</a:t>
            </a:r>
            <a:r>
              <a:rPr dirty="0" smtClean="0" sz="1800" spc="210">
                <a:latin typeface="Arial Narrow"/>
                <a:cs typeface="Arial Narrow"/>
              </a:rPr>
              <a:t> </a:t>
            </a:r>
            <a:r>
              <a:rPr dirty="0" smtClean="0" sz="1800" spc="210">
                <a:latin typeface="Arial Narrow"/>
                <a:cs typeface="Arial Narrow"/>
              </a:rPr>
              <a:t>d</a:t>
            </a:r>
            <a:r>
              <a:rPr dirty="0" smtClean="0" sz="1800" spc="210">
                <a:latin typeface="Arial Narrow"/>
                <a:cs typeface="Arial Narrow"/>
              </a:rPr>
              <a:t>a</a:t>
            </a:r>
            <a:r>
              <a:rPr dirty="0" smtClean="0" sz="1800" spc="210">
                <a:latin typeface="Arial Narrow"/>
                <a:cs typeface="Arial Narrow"/>
              </a:rPr>
              <a:t>l</a:t>
            </a:r>
            <a:r>
              <a:rPr dirty="0" smtClean="0" sz="1800" spc="210">
                <a:latin typeface="Arial Narrow"/>
                <a:cs typeface="Arial Narrow"/>
              </a:rPr>
              <a:t>a</a:t>
            </a:r>
            <a:r>
              <a:rPr dirty="0" smtClean="0" sz="1800" spc="210">
                <a:latin typeface="Arial Narrow"/>
                <a:cs typeface="Arial Narrow"/>
              </a:rPr>
              <a:t>m</a:t>
            </a:r>
            <a:r>
              <a:rPr dirty="0" smtClean="0" sz="1800" spc="210">
                <a:latin typeface="Arial Narrow"/>
                <a:cs typeface="Arial Narrow"/>
              </a:rPr>
              <a:t> </a:t>
            </a:r>
            <a:r>
              <a:rPr dirty="0" smtClean="0" sz="1800" spc="210">
                <a:latin typeface="Arial Narrow"/>
                <a:cs typeface="Arial Narrow"/>
              </a:rPr>
              <a:t>1</a:t>
            </a:r>
            <a:r>
              <a:rPr dirty="0" smtClean="0" sz="1800" spc="210">
                <a:latin typeface="Arial Narrow"/>
                <a:cs typeface="Arial Narrow"/>
              </a:rPr>
              <a:t> </a:t>
            </a:r>
            <a:r>
              <a:rPr dirty="0" smtClean="0" sz="1800" spc="210">
                <a:latin typeface="Arial Narrow"/>
                <a:cs typeface="Arial Narrow"/>
              </a:rPr>
              <a:t>k</a:t>
            </a:r>
            <a:r>
              <a:rPr dirty="0" smtClean="0" sz="1800" spc="210">
                <a:latin typeface="Arial Narrow"/>
                <a:cs typeface="Arial Narrow"/>
              </a:rPr>
              <a:t>l</a:t>
            </a:r>
            <a:r>
              <a:rPr dirty="0" smtClean="0" sz="1800" spc="210">
                <a:latin typeface="Arial Narrow"/>
                <a:cs typeface="Arial Narrow"/>
              </a:rPr>
              <a:t>u</a:t>
            </a:r>
            <a:r>
              <a:rPr dirty="0" smtClean="0" sz="1800" spc="210">
                <a:latin typeface="Arial Narrow"/>
                <a:cs typeface="Arial Narrow"/>
              </a:rPr>
              <a:t>s</a:t>
            </a:r>
            <a:r>
              <a:rPr dirty="0" smtClean="0" sz="1800" spc="210">
                <a:latin typeface="Arial Narrow"/>
                <a:cs typeface="Arial Narrow"/>
              </a:rPr>
              <a:t>t</a:t>
            </a:r>
            <a:r>
              <a:rPr dirty="0" smtClean="0" sz="1800" spc="210">
                <a:latin typeface="Arial Narrow"/>
                <a:cs typeface="Arial Narrow"/>
              </a:rPr>
              <a:t>e</a:t>
            </a:r>
            <a:r>
              <a:rPr dirty="0" smtClean="0" sz="1800" spc="210">
                <a:latin typeface="Arial Narrow"/>
                <a:cs typeface="Arial Narrow"/>
              </a:rPr>
              <a:t>r</a:t>
            </a:r>
            <a:endParaRPr sz="1800">
              <a:latin typeface="Arial Narrow"/>
              <a:cs typeface="Arial Narrow"/>
            </a:endParaRPr>
          </a:p>
          <a:p>
            <a:pPr marL="12700">
              <a:lnSpc>
                <a:spcPct val="95621"/>
              </a:lnSpc>
            </a:pPr>
            <a:r>
              <a:rPr dirty="0" smtClean="0" sz="1800" spc="210">
                <a:latin typeface="Arial Narrow"/>
                <a:cs typeface="Arial Narrow"/>
              </a:rPr>
              <a:t>a</a:t>
            </a:r>
            <a:r>
              <a:rPr dirty="0" smtClean="0" sz="1800" spc="210">
                <a:latin typeface="Arial Narrow"/>
                <a:cs typeface="Arial Narrow"/>
              </a:rPr>
              <a:t>r</a:t>
            </a:r>
            <a:r>
              <a:rPr dirty="0" smtClean="0" sz="1800" spc="210">
                <a:latin typeface="Arial Narrow"/>
                <a:cs typeface="Arial Narrow"/>
              </a:rPr>
              <a:t>ti</a:t>
            </a:r>
            <a:r>
              <a:rPr dirty="0" smtClean="0" sz="1800" spc="210">
                <a:latin typeface="Arial Narrow"/>
                <a:cs typeface="Arial Narrow"/>
              </a:rPr>
              <a:t>n</a:t>
            </a:r>
            <a:r>
              <a:rPr dirty="0" smtClean="0" sz="1800" spc="210">
                <a:latin typeface="Arial Narrow"/>
                <a:cs typeface="Arial Narrow"/>
              </a:rPr>
              <a:t>y</a:t>
            </a:r>
            <a:r>
              <a:rPr dirty="0" smtClean="0" sz="1800" spc="210">
                <a:latin typeface="Arial Narrow"/>
                <a:cs typeface="Arial Narrow"/>
              </a:rPr>
              <a:t>a</a:t>
            </a:r>
            <a:r>
              <a:rPr dirty="0" smtClean="0" sz="1800" spc="210">
                <a:latin typeface="Arial Narrow"/>
                <a:cs typeface="Arial Narrow"/>
              </a:rPr>
              <a:t> </a:t>
            </a:r>
            <a:r>
              <a:rPr dirty="0" smtClean="0" sz="1800" spc="210">
                <a:latin typeface="Arial Narrow"/>
                <a:cs typeface="Arial Narrow"/>
              </a:rPr>
              <a:t>t</a:t>
            </a:r>
            <a:r>
              <a:rPr dirty="0" smtClean="0" sz="1800" spc="210">
                <a:latin typeface="Arial Narrow"/>
                <a:cs typeface="Arial Narrow"/>
              </a:rPr>
              <a:t>e</a:t>
            </a:r>
            <a:r>
              <a:rPr dirty="0" smtClean="0" sz="1800" spc="210">
                <a:latin typeface="Arial Narrow"/>
                <a:cs typeface="Arial Narrow"/>
              </a:rPr>
              <a:t>r</a:t>
            </a:r>
            <a:r>
              <a:rPr dirty="0" smtClean="0" sz="1800" spc="210">
                <a:latin typeface="Arial Narrow"/>
                <a:cs typeface="Arial Narrow"/>
              </a:rPr>
              <a:t>d</a:t>
            </a:r>
            <a:r>
              <a:rPr dirty="0" smtClean="0" sz="1800" spc="210">
                <a:latin typeface="Arial Narrow"/>
                <a:cs typeface="Arial Narrow"/>
              </a:rPr>
              <a:t>a</a:t>
            </a:r>
            <a:r>
              <a:rPr dirty="0" smtClean="0" sz="1800" spc="210">
                <a:latin typeface="Arial Narrow"/>
                <a:cs typeface="Arial Narrow"/>
              </a:rPr>
              <a:t>p</a:t>
            </a:r>
            <a:r>
              <a:rPr dirty="0" smtClean="0" sz="1800" spc="210">
                <a:latin typeface="Arial Narrow"/>
                <a:cs typeface="Arial Narrow"/>
              </a:rPr>
              <a:t>a</a:t>
            </a:r>
            <a:r>
              <a:rPr dirty="0" smtClean="0" sz="1800" spc="210">
                <a:latin typeface="Arial Narrow"/>
                <a:cs typeface="Arial Narrow"/>
              </a:rPr>
              <a:t>t</a:t>
            </a:r>
            <a:r>
              <a:rPr dirty="0" smtClean="0" sz="1800" spc="210">
                <a:latin typeface="Arial Narrow"/>
                <a:cs typeface="Arial Narrow"/>
              </a:rPr>
              <a:t> </a:t>
            </a:r>
            <a:r>
              <a:rPr dirty="0" smtClean="0" sz="1800" spc="210">
                <a:latin typeface="Arial Narrow"/>
                <a:cs typeface="Arial Narrow"/>
              </a:rPr>
              <a:t>4</a:t>
            </a:r>
            <a:r>
              <a:rPr dirty="0" smtClean="0" sz="1800" spc="210">
                <a:latin typeface="Arial Narrow"/>
                <a:cs typeface="Arial Narrow"/>
              </a:rPr>
              <a:t> </a:t>
            </a:r>
            <a:r>
              <a:rPr dirty="0" smtClean="0" sz="1800" spc="210">
                <a:latin typeface="Arial Narrow"/>
                <a:cs typeface="Arial Narrow"/>
              </a:rPr>
              <a:t>sel</a:t>
            </a:r>
            <a:r>
              <a:rPr dirty="0" smtClean="0" sz="1800" spc="210">
                <a:latin typeface="Arial Narrow"/>
                <a:cs typeface="Arial Narrow"/>
              </a:rPr>
              <a:t> </a:t>
            </a:r>
            <a:r>
              <a:rPr dirty="0" smtClean="0" sz="1800" spc="210">
                <a:latin typeface="Arial Narrow"/>
                <a:cs typeface="Arial Narrow"/>
              </a:rPr>
              <a:t>d</a:t>
            </a:r>
            <a:r>
              <a:rPr dirty="0" smtClean="0" sz="1800" spc="210">
                <a:latin typeface="Arial Narrow"/>
                <a:cs typeface="Arial Narrow"/>
              </a:rPr>
              <a:t>a</a:t>
            </a:r>
            <a:r>
              <a:rPr dirty="0" smtClean="0" sz="1800" spc="210">
                <a:latin typeface="Arial Narrow"/>
                <a:cs typeface="Arial Narrow"/>
              </a:rPr>
              <a:t>l</a:t>
            </a:r>
            <a:r>
              <a:rPr dirty="0" smtClean="0" sz="1800" spc="210">
                <a:latin typeface="Arial Narrow"/>
                <a:cs typeface="Arial Narrow"/>
              </a:rPr>
              <a:t>a</a:t>
            </a:r>
            <a:r>
              <a:rPr dirty="0" smtClean="0" sz="1800" spc="210">
                <a:latin typeface="Arial Narrow"/>
                <a:cs typeface="Arial Narrow"/>
              </a:rPr>
              <a:t>m</a:t>
            </a:r>
            <a:r>
              <a:rPr dirty="0" smtClean="0" sz="1800" spc="210">
                <a:latin typeface="Arial Narrow"/>
                <a:cs typeface="Arial Narrow"/>
              </a:rPr>
              <a:t> </a:t>
            </a:r>
            <a:r>
              <a:rPr dirty="0" smtClean="0" sz="1800" spc="210">
                <a:latin typeface="Arial Narrow"/>
                <a:cs typeface="Arial Narrow"/>
              </a:rPr>
              <a:t>1</a:t>
            </a:r>
            <a:r>
              <a:rPr dirty="0" smtClean="0" sz="1800" spc="210">
                <a:latin typeface="Arial Narrow"/>
                <a:cs typeface="Arial Narrow"/>
              </a:rPr>
              <a:t> </a:t>
            </a:r>
            <a:r>
              <a:rPr dirty="0" smtClean="0" sz="1800" spc="210">
                <a:latin typeface="Arial Narrow"/>
                <a:cs typeface="Arial Narrow"/>
              </a:rPr>
              <a:t>k</a:t>
            </a:r>
            <a:r>
              <a:rPr dirty="0" smtClean="0" sz="1800" spc="210">
                <a:latin typeface="Arial Narrow"/>
                <a:cs typeface="Arial Narrow"/>
              </a:rPr>
              <a:t>l</a:t>
            </a:r>
            <a:r>
              <a:rPr dirty="0" smtClean="0" sz="1800" spc="210">
                <a:latin typeface="Arial Narrow"/>
                <a:cs typeface="Arial Narrow"/>
              </a:rPr>
              <a:t>u</a:t>
            </a:r>
            <a:r>
              <a:rPr dirty="0" smtClean="0" sz="1800" spc="210">
                <a:latin typeface="Arial Narrow"/>
                <a:cs typeface="Arial Narrow"/>
              </a:rPr>
              <a:t>s</a:t>
            </a:r>
            <a:r>
              <a:rPr dirty="0" smtClean="0" sz="1800" spc="210">
                <a:latin typeface="Arial Narrow"/>
                <a:cs typeface="Arial Narrow"/>
              </a:rPr>
              <a:t>t</a:t>
            </a:r>
            <a:r>
              <a:rPr dirty="0" smtClean="0" sz="1800" spc="210">
                <a:latin typeface="Arial Narrow"/>
                <a:cs typeface="Arial Narrow"/>
              </a:rPr>
              <a:t>e</a:t>
            </a:r>
            <a:r>
              <a:rPr dirty="0" smtClean="0" sz="1800" spc="210">
                <a:latin typeface="Arial Narrow"/>
                <a:cs typeface="Arial Narrow"/>
              </a:rPr>
              <a:t>r</a:t>
            </a:r>
            <a:endParaRPr sz="1800">
              <a:latin typeface="Arial Narrow"/>
              <a:cs typeface="Arial Narrow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667622" y="3370840"/>
            <a:ext cx="1481524" cy="683234"/>
          </a:xfrm>
          <a:prstGeom prst="rect">
            <a:avLst/>
          </a:prstGeom>
        </p:spPr>
        <p:txBody>
          <a:bodyPr wrap="square" lIns="0" tIns="8921" rIns="0" bIns="0" rtlCol="0">
            <a:noAutofit/>
          </a:bodyPr>
          <a:lstStyle/>
          <a:p>
            <a:pPr marL="12700">
              <a:lnSpc>
                <a:spcPts val="1405"/>
              </a:lnSpc>
            </a:pPr>
            <a:r>
              <a:rPr dirty="0" smtClean="0" sz="1300" spc="9" b="1">
                <a:latin typeface="Arial"/>
                <a:cs typeface="Arial"/>
              </a:rPr>
              <a:t>f</a:t>
            </a:r>
            <a:r>
              <a:rPr dirty="0" smtClean="0" sz="1300" spc="9" b="1">
                <a:latin typeface="Arial"/>
                <a:cs typeface="Arial"/>
              </a:rPr>
              <a:t>r</a:t>
            </a:r>
            <a:r>
              <a:rPr dirty="0" smtClean="0" sz="1300" spc="9" b="1">
                <a:latin typeface="Arial"/>
                <a:cs typeface="Arial"/>
              </a:rPr>
              <a:t>e</a:t>
            </a:r>
            <a:r>
              <a:rPr dirty="0" smtClean="0" sz="1300" spc="9" b="1">
                <a:latin typeface="Arial"/>
                <a:cs typeface="Arial"/>
              </a:rPr>
              <a:t>q</a:t>
            </a:r>
            <a:r>
              <a:rPr dirty="0" smtClean="0" sz="1300" spc="9" b="1">
                <a:latin typeface="Arial"/>
                <a:cs typeface="Arial"/>
              </a:rPr>
              <a:t>.</a:t>
            </a:r>
            <a:r>
              <a:rPr dirty="0" smtClean="0" sz="1300" spc="9" b="1">
                <a:latin typeface="Arial"/>
                <a:cs typeface="Arial"/>
              </a:rPr>
              <a:t> </a:t>
            </a:r>
            <a:r>
              <a:rPr dirty="0" smtClean="0" sz="1300" spc="9" b="1">
                <a:latin typeface="Arial"/>
                <a:cs typeface="Arial"/>
              </a:rPr>
              <a:t>r</a:t>
            </a:r>
            <a:r>
              <a:rPr dirty="0" smtClean="0" sz="1300" spc="9" b="1">
                <a:latin typeface="Arial"/>
                <a:cs typeface="Arial"/>
              </a:rPr>
              <a:t>e</a:t>
            </a:r>
            <a:r>
              <a:rPr dirty="0" smtClean="0" sz="1300" spc="9" b="1">
                <a:latin typeface="Arial"/>
                <a:cs typeface="Arial"/>
              </a:rPr>
              <a:t>u</a:t>
            </a:r>
            <a:r>
              <a:rPr dirty="0" smtClean="0" sz="1300" spc="9" b="1">
                <a:latin typeface="Arial"/>
                <a:cs typeface="Arial"/>
              </a:rPr>
              <a:t>s</a:t>
            </a:r>
            <a:r>
              <a:rPr dirty="0" smtClean="0" sz="1300" spc="9" b="1">
                <a:latin typeface="Arial"/>
                <a:cs typeface="Arial"/>
              </a:rPr>
              <a:t>e</a:t>
            </a:r>
            <a:r>
              <a:rPr dirty="0" smtClean="0" sz="1300" spc="9" b="1">
                <a:latin typeface="Arial"/>
                <a:cs typeface="Arial"/>
              </a:rPr>
              <a:t> </a:t>
            </a:r>
            <a:r>
              <a:rPr dirty="0" smtClean="0" sz="1300" spc="9" b="1">
                <a:latin typeface="Arial"/>
                <a:cs typeface="Arial"/>
              </a:rPr>
              <a:t>p</a:t>
            </a:r>
            <a:r>
              <a:rPr dirty="0" smtClean="0" sz="1300" spc="9" b="1">
                <a:latin typeface="Arial"/>
                <a:cs typeface="Arial"/>
              </a:rPr>
              <a:t>a</a:t>
            </a:r>
            <a:r>
              <a:rPr dirty="0" smtClean="0" sz="1300" spc="9" b="1">
                <a:latin typeface="Arial"/>
                <a:cs typeface="Arial"/>
              </a:rPr>
              <a:t>t</a:t>
            </a:r>
            <a:r>
              <a:rPr dirty="0" smtClean="0" sz="1300" spc="9" b="1">
                <a:latin typeface="Arial"/>
                <a:cs typeface="Arial"/>
              </a:rPr>
              <a:t>t</a:t>
            </a:r>
            <a:r>
              <a:rPr dirty="0" smtClean="0" sz="1300" spc="9" b="1">
                <a:latin typeface="Arial"/>
                <a:cs typeface="Arial"/>
              </a:rPr>
              <a:t>e</a:t>
            </a:r>
            <a:r>
              <a:rPr dirty="0" smtClean="0" sz="1300" spc="9" b="1">
                <a:latin typeface="Arial"/>
                <a:cs typeface="Arial"/>
              </a:rPr>
              <a:t>rn</a:t>
            </a:r>
            <a:endParaRPr sz="1300">
              <a:latin typeface="Arial"/>
              <a:cs typeface="Arial"/>
            </a:endParaRPr>
          </a:p>
          <a:p>
            <a:pPr marL="12700" marR="24425">
              <a:lnSpc>
                <a:spcPct val="95825"/>
              </a:lnSpc>
              <a:spcBef>
                <a:spcPts val="244"/>
              </a:spcBef>
            </a:pPr>
            <a:r>
              <a:rPr dirty="0" smtClean="0" sz="1400" spc="-4" b="1">
                <a:latin typeface="Arial"/>
                <a:cs typeface="Arial"/>
              </a:rPr>
              <a:t>K</a:t>
            </a:r>
            <a:r>
              <a:rPr dirty="0" smtClean="0" sz="1400" spc="-4" b="1">
                <a:latin typeface="Arial"/>
                <a:cs typeface="Arial"/>
              </a:rPr>
              <a:t> </a:t>
            </a:r>
            <a:r>
              <a:rPr dirty="0" smtClean="0" sz="1400" spc="-4" b="1">
                <a:latin typeface="Arial"/>
                <a:cs typeface="Arial"/>
              </a:rPr>
              <a:t>=</a:t>
            </a:r>
            <a:r>
              <a:rPr dirty="0" smtClean="0" sz="1400" spc="-4" b="1">
                <a:latin typeface="Arial"/>
                <a:cs typeface="Arial"/>
              </a:rPr>
              <a:t> </a:t>
            </a:r>
            <a:r>
              <a:rPr dirty="0" smtClean="0" sz="1400" spc="-4" b="1">
                <a:latin typeface="Arial"/>
                <a:cs typeface="Arial"/>
              </a:rPr>
              <a:t>4</a:t>
            </a:r>
            <a:endParaRPr sz="1400">
              <a:latin typeface="Arial"/>
              <a:cs typeface="Arial"/>
            </a:endParaRPr>
          </a:p>
          <a:p>
            <a:pPr marR="113820" algn="r">
              <a:lnSpc>
                <a:spcPct val="95825"/>
              </a:lnSpc>
              <a:spcBef>
                <a:spcPts val="370"/>
              </a:spcBef>
            </a:pPr>
            <a:r>
              <a:rPr dirty="0" smtClean="0" sz="1400" spc="-7">
                <a:latin typeface="Arial"/>
                <a:cs typeface="Arial"/>
              </a:rPr>
              <a:t>2</a:t>
            </a:r>
            <a:endParaRPr sz="14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511300" y="3392141"/>
            <a:ext cx="2148573" cy="658408"/>
          </a:xfrm>
          <a:prstGeom prst="rect">
            <a:avLst/>
          </a:prstGeom>
        </p:spPr>
        <p:txBody>
          <a:bodyPr wrap="square" lIns="0" tIns="8921" rIns="0" bIns="0" rtlCol="0">
            <a:noAutofit/>
          </a:bodyPr>
          <a:lstStyle/>
          <a:p>
            <a:pPr marL="12700">
              <a:lnSpc>
                <a:spcPts val="1405"/>
              </a:lnSpc>
            </a:pPr>
            <a:r>
              <a:rPr dirty="0" smtClean="0" sz="1300" spc="-9" b="1">
                <a:latin typeface="Arial"/>
                <a:cs typeface="Arial"/>
              </a:rPr>
              <a:t>f</a:t>
            </a:r>
            <a:r>
              <a:rPr dirty="0" smtClean="0" sz="1300" spc="0" b="1">
                <a:latin typeface="Arial"/>
                <a:cs typeface="Arial"/>
              </a:rPr>
              <a:t>r</a:t>
            </a:r>
            <a:r>
              <a:rPr dirty="0" smtClean="0" sz="1300" spc="9" b="1">
                <a:latin typeface="Arial"/>
                <a:cs typeface="Arial"/>
              </a:rPr>
              <a:t>e</a:t>
            </a:r>
            <a:r>
              <a:rPr dirty="0" smtClean="0" sz="1300" spc="-4" b="1">
                <a:latin typeface="Arial"/>
                <a:cs typeface="Arial"/>
              </a:rPr>
              <a:t>q</a:t>
            </a:r>
            <a:r>
              <a:rPr dirty="0" smtClean="0" sz="1300" spc="0" b="1">
                <a:latin typeface="Arial"/>
                <a:cs typeface="Arial"/>
              </a:rPr>
              <a:t>.</a:t>
            </a:r>
            <a:r>
              <a:rPr dirty="0" smtClean="0" sz="1300" spc="59" b="1">
                <a:latin typeface="Arial"/>
                <a:cs typeface="Arial"/>
              </a:rPr>
              <a:t> </a:t>
            </a:r>
            <a:r>
              <a:rPr dirty="0" smtClean="0" sz="1300" spc="0" b="1">
                <a:latin typeface="Arial"/>
                <a:cs typeface="Arial"/>
              </a:rPr>
              <a:t>r</a:t>
            </a:r>
            <a:r>
              <a:rPr dirty="0" smtClean="0" sz="1300" spc="9" b="1">
                <a:latin typeface="Arial"/>
                <a:cs typeface="Arial"/>
              </a:rPr>
              <a:t>e</a:t>
            </a:r>
            <a:r>
              <a:rPr dirty="0" smtClean="0" sz="1300" spc="-4" b="1">
                <a:latin typeface="Arial"/>
                <a:cs typeface="Arial"/>
              </a:rPr>
              <a:t>u</a:t>
            </a:r>
            <a:r>
              <a:rPr dirty="0" smtClean="0" sz="1300" spc="-19" b="1">
                <a:latin typeface="Arial"/>
                <a:cs typeface="Arial"/>
              </a:rPr>
              <a:t>s</a:t>
            </a:r>
            <a:r>
              <a:rPr dirty="0" smtClean="0" sz="1300" spc="0" b="1">
                <a:latin typeface="Arial"/>
                <a:cs typeface="Arial"/>
              </a:rPr>
              <a:t>e</a:t>
            </a:r>
            <a:r>
              <a:rPr dirty="0" smtClean="0" sz="1300" spc="74" b="1">
                <a:latin typeface="Arial"/>
                <a:cs typeface="Arial"/>
              </a:rPr>
              <a:t> </a:t>
            </a:r>
            <a:r>
              <a:rPr dirty="0" smtClean="0" sz="1300" spc="0" b="1">
                <a:latin typeface="Arial"/>
                <a:cs typeface="Arial"/>
              </a:rPr>
              <a:t>p</a:t>
            </a:r>
            <a:r>
              <a:rPr dirty="0" smtClean="0" sz="1300" spc="4" b="1">
                <a:latin typeface="Arial"/>
                <a:cs typeface="Arial"/>
              </a:rPr>
              <a:t>a</a:t>
            </a:r>
            <a:r>
              <a:rPr dirty="0" smtClean="0" sz="1300" spc="-9" b="1">
                <a:latin typeface="Arial"/>
                <a:cs typeface="Arial"/>
              </a:rPr>
              <a:t>t</a:t>
            </a:r>
            <a:r>
              <a:rPr dirty="0" smtClean="0" sz="1300" spc="-9" b="1">
                <a:latin typeface="Arial"/>
                <a:cs typeface="Arial"/>
              </a:rPr>
              <a:t>t</a:t>
            </a:r>
            <a:r>
              <a:rPr dirty="0" smtClean="0" sz="1300" spc="9" b="1">
                <a:latin typeface="Arial"/>
                <a:cs typeface="Arial"/>
              </a:rPr>
              <a:t>e</a:t>
            </a:r>
            <a:r>
              <a:rPr dirty="0" smtClean="0" sz="1300" spc="0" b="1">
                <a:latin typeface="Arial"/>
                <a:cs typeface="Arial"/>
              </a:rPr>
              <a:t>rn</a:t>
            </a:r>
            <a:r>
              <a:rPr dirty="0" smtClean="0" sz="1300" spc="78" b="1">
                <a:latin typeface="Arial"/>
                <a:cs typeface="Arial"/>
              </a:rPr>
              <a:t> </a:t>
            </a:r>
            <a:r>
              <a:rPr dirty="0" smtClean="0" sz="1300" spc="9" b="1">
                <a:latin typeface="Arial"/>
                <a:cs typeface="Arial"/>
              </a:rPr>
              <a:t>/</a:t>
            </a:r>
            <a:r>
              <a:rPr dirty="0" smtClean="0" sz="1300" spc="0" b="1">
                <a:latin typeface="Arial"/>
                <a:cs typeface="Arial"/>
              </a:rPr>
              <a:t> </a:t>
            </a:r>
            <a:r>
              <a:rPr dirty="0" smtClean="0" sz="1300" spc="28" b="1">
                <a:latin typeface="Arial"/>
                <a:cs typeface="Arial"/>
              </a:rPr>
              <a:t>c</a:t>
            </a:r>
            <a:r>
              <a:rPr dirty="0" smtClean="0" sz="1300" spc="-9" b="1">
                <a:latin typeface="Arial"/>
                <a:cs typeface="Arial"/>
              </a:rPr>
              <a:t>l</a:t>
            </a:r>
            <a:r>
              <a:rPr dirty="0" smtClean="0" sz="1300" spc="9" b="1">
                <a:latin typeface="Arial"/>
                <a:cs typeface="Arial"/>
              </a:rPr>
              <a:t>u</a:t>
            </a:r>
            <a:r>
              <a:rPr dirty="0" smtClean="0" sz="1300" spc="-5" b="1">
                <a:latin typeface="Arial"/>
                <a:cs typeface="Arial"/>
              </a:rPr>
              <a:t>s</a:t>
            </a:r>
            <a:r>
              <a:rPr dirty="0" smtClean="0" sz="1300" spc="-1" b="1">
                <a:latin typeface="Arial"/>
                <a:cs typeface="Arial"/>
              </a:rPr>
              <a:t>t</a:t>
            </a:r>
            <a:r>
              <a:rPr dirty="0" smtClean="0" sz="1300" spc="23" b="1">
                <a:latin typeface="Arial"/>
                <a:cs typeface="Arial"/>
              </a:rPr>
              <a:t>e</a:t>
            </a:r>
            <a:r>
              <a:rPr dirty="0" smtClean="0" sz="1300" spc="9" b="1">
                <a:latin typeface="Arial"/>
                <a:cs typeface="Arial"/>
              </a:rPr>
              <a:t>r</a:t>
            </a:r>
            <a:endParaRPr sz="1300">
              <a:latin typeface="Arial"/>
              <a:cs typeface="Arial"/>
            </a:endParaRPr>
          </a:p>
          <a:p>
            <a:pPr marL="12700" marR="24425">
              <a:lnSpc>
                <a:spcPct val="95825"/>
              </a:lnSpc>
              <a:spcBef>
                <a:spcPts val="329"/>
              </a:spcBef>
            </a:pPr>
            <a:r>
              <a:rPr dirty="0" smtClean="0" sz="1400" spc="-4" b="1">
                <a:latin typeface="Arial"/>
                <a:cs typeface="Arial"/>
              </a:rPr>
              <a:t>K</a:t>
            </a:r>
            <a:r>
              <a:rPr dirty="0" smtClean="0" sz="1400" spc="-4" b="1">
                <a:latin typeface="Arial"/>
                <a:cs typeface="Arial"/>
              </a:rPr>
              <a:t> </a:t>
            </a:r>
            <a:r>
              <a:rPr dirty="0" smtClean="0" sz="1400" spc="-4" b="1">
                <a:latin typeface="Arial"/>
                <a:cs typeface="Arial"/>
              </a:rPr>
              <a:t>=</a:t>
            </a:r>
            <a:r>
              <a:rPr dirty="0" smtClean="0" sz="1400" spc="-4" b="1">
                <a:latin typeface="Arial"/>
                <a:cs typeface="Arial"/>
              </a:rPr>
              <a:t> </a:t>
            </a:r>
            <a:r>
              <a:rPr dirty="0" smtClean="0" sz="1400" spc="-4" b="1">
                <a:latin typeface="Arial"/>
                <a:cs typeface="Arial"/>
              </a:rPr>
              <a:t>3</a:t>
            </a:r>
            <a:endParaRPr sz="1400">
              <a:latin typeface="Arial"/>
              <a:cs typeface="Arial"/>
            </a:endParaRPr>
          </a:p>
          <a:p>
            <a:pPr marL="1087303" marR="910505" algn="ctr">
              <a:lnSpc>
                <a:spcPct val="95825"/>
              </a:lnSpc>
              <a:spcBef>
                <a:spcPts val="90"/>
              </a:spcBef>
            </a:pPr>
            <a:r>
              <a:rPr dirty="0" smtClean="0" sz="1400" spc="-7">
                <a:latin typeface="Arial"/>
                <a:cs typeface="Arial"/>
              </a:rPr>
              <a:t>2</a:t>
            </a:r>
            <a:endParaRPr sz="14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772420" y="3851425"/>
            <a:ext cx="150764" cy="202649"/>
          </a:xfrm>
          <a:prstGeom prst="rect">
            <a:avLst/>
          </a:prstGeom>
        </p:spPr>
        <p:txBody>
          <a:bodyPr wrap="square" lIns="0" tIns="9715" rIns="0" bIns="0" rtlCol="0">
            <a:noAutofit/>
          </a:bodyPr>
          <a:lstStyle/>
          <a:p>
            <a:pPr marL="12700">
              <a:lnSpc>
                <a:spcPts val="1530"/>
              </a:lnSpc>
            </a:pPr>
            <a:r>
              <a:rPr dirty="0" smtClean="0" sz="1400">
                <a:latin typeface="Arial"/>
                <a:cs typeface="Arial"/>
              </a:rPr>
              <a:t>2</a:t>
            </a:r>
            <a:endParaRPr sz="14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371710" y="4153840"/>
            <a:ext cx="183378" cy="248761"/>
          </a:xfrm>
          <a:prstGeom prst="rect">
            <a:avLst/>
          </a:prstGeom>
        </p:spPr>
        <p:txBody>
          <a:bodyPr wrap="square" lIns="0" tIns="12033" rIns="0" bIns="0" rtlCol="0">
            <a:noAutofit/>
          </a:bodyPr>
          <a:lstStyle/>
          <a:p>
            <a:pPr marL="12700">
              <a:lnSpc>
                <a:spcPts val="1895"/>
              </a:lnSpc>
            </a:pPr>
            <a:r>
              <a:rPr dirty="0" smtClean="0" sz="1750">
                <a:latin typeface="Arial"/>
                <a:cs typeface="Arial"/>
              </a:rPr>
              <a:t>1</a:t>
            </a:r>
            <a:endParaRPr sz="175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003101" y="4183952"/>
            <a:ext cx="203254" cy="276863"/>
          </a:xfrm>
          <a:prstGeom prst="rect">
            <a:avLst/>
          </a:prstGeom>
        </p:spPr>
        <p:txBody>
          <a:bodyPr wrap="square" lIns="0" tIns="13462" rIns="0" bIns="0" rtlCol="0">
            <a:noAutofit/>
          </a:bodyPr>
          <a:lstStyle/>
          <a:p>
            <a:pPr marL="12700">
              <a:lnSpc>
                <a:spcPts val="2120"/>
              </a:lnSpc>
            </a:pPr>
            <a:r>
              <a:rPr dirty="0" smtClean="0" sz="2000" spc="10">
                <a:latin typeface="Arial"/>
                <a:cs typeface="Arial"/>
              </a:rPr>
              <a:t>1</a:t>
            </a:r>
            <a:endParaRPr sz="20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160355" y="4183952"/>
            <a:ext cx="203254" cy="276863"/>
          </a:xfrm>
          <a:prstGeom prst="rect">
            <a:avLst/>
          </a:prstGeom>
        </p:spPr>
        <p:txBody>
          <a:bodyPr wrap="square" lIns="0" tIns="13462" rIns="0" bIns="0" rtlCol="0">
            <a:noAutofit/>
          </a:bodyPr>
          <a:lstStyle/>
          <a:p>
            <a:pPr marL="12700">
              <a:lnSpc>
                <a:spcPts val="2120"/>
              </a:lnSpc>
            </a:pPr>
            <a:r>
              <a:rPr dirty="0" smtClean="0" sz="2000" spc="10">
                <a:latin typeface="Arial"/>
                <a:cs typeface="Arial"/>
              </a:rPr>
              <a:t>1</a:t>
            </a:r>
            <a:endParaRPr sz="20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500430" y="4205160"/>
            <a:ext cx="150764" cy="202649"/>
          </a:xfrm>
          <a:prstGeom prst="rect">
            <a:avLst/>
          </a:prstGeom>
        </p:spPr>
        <p:txBody>
          <a:bodyPr wrap="square" lIns="0" tIns="9715" rIns="0" bIns="0" rtlCol="0">
            <a:noAutofit/>
          </a:bodyPr>
          <a:lstStyle/>
          <a:p>
            <a:pPr marL="12700">
              <a:lnSpc>
                <a:spcPts val="1530"/>
              </a:lnSpc>
            </a:pPr>
            <a:r>
              <a:rPr dirty="0" smtClean="0" sz="1400">
                <a:latin typeface="Arial"/>
                <a:cs typeface="Arial"/>
              </a:rPr>
              <a:t>3</a:t>
            </a:r>
            <a:endParaRPr sz="14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951971" y="4566094"/>
            <a:ext cx="150764" cy="202649"/>
          </a:xfrm>
          <a:prstGeom prst="rect">
            <a:avLst/>
          </a:prstGeom>
        </p:spPr>
        <p:txBody>
          <a:bodyPr wrap="square" lIns="0" tIns="9715" rIns="0" bIns="0" rtlCol="0">
            <a:noAutofit/>
          </a:bodyPr>
          <a:lstStyle/>
          <a:p>
            <a:pPr marL="12700">
              <a:lnSpc>
                <a:spcPts val="1530"/>
              </a:lnSpc>
            </a:pPr>
            <a:r>
              <a:rPr dirty="0" smtClean="0" sz="1400">
                <a:latin typeface="Arial"/>
                <a:cs typeface="Arial"/>
              </a:rPr>
              <a:t>4</a:t>
            </a:r>
            <a:endParaRPr sz="14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618758" y="4587394"/>
            <a:ext cx="150764" cy="202649"/>
          </a:xfrm>
          <a:prstGeom prst="rect">
            <a:avLst/>
          </a:prstGeom>
        </p:spPr>
        <p:txBody>
          <a:bodyPr wrap="square" lIns="0" tIns="9715" rIns="0" bIns="0" rtlCol="0">
            <a:noAutofit/>
          </a:bodyPr>
          <a:lstStyle/>
          <a:p>
            <a:pPr marL="12700">
              <a:lnSpc>
                <a:spcPts val="1530"/>
              </a:lnSpc>
            </a:pPr>
            <a:r>
              <a:rPr dirty="0" smtClean="0" sz="1400">
                <a:latin typeface="Arial"/>
                <a:cs typeface="Arial"/>
              </a:rPr>
              <a:t>3</a:t>
            </a:r>
            <a:endParaRPr sz="14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747537" y="4590920"/>
            <a:ext cx="150764" cy="202649"/>
          </a:xfrm>
          <a:prstGeom prst="rect">
            <a:avLst/>
          </a:prstGeom>
        </p:spPr>
        <p:txBody>
          <a:bodyPr wrap="square" lIns="0" tIns="9715" rIns="0" bIns="0" rtlCol="0">
            <a:noAutofit/>
          </a:bodyPr>
          <a:lstStyle/>
          <a:p>
            <a:pPr marL="12700">
              <a:lnSpc>
                <a:spcPts val="1530"/>
              </a:lnSpc>
            </a:pPr>
            <a:r>
              <a:rPr dirty="0" smtClean="0" sz="1400">
                <a:latin typeface="Arial"/>
                <a:cs typeface="Arial"/>
              </a:rPr>
              <a:t>3</a:t>
            </a:r>
            <a:endParaRPr sz="14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137378" y="4608548"/>
            <a:ext cx="150764" cy="202649"/>
          </a:xfrm>
          <a:prstGeom prst="rect">
            <a:avLst/>
          </a:prstGeom>
        </p:spPr>
        <p:txBody>
          <a:bodyPr wrap="square" lIns="0" tIns="9715" rIns="0" bIns="0" rtlCol="0">
            <a:noAutofit/>
          </a:bodyPr>
          <a:lstStyle/>
          <a:p>
            <a:pPr marL="12700">
              <a:lnSpc>
                <a:spcPts val="1530"/>
              </a:lnSpc>
            </a:pPr>
            <a:r>
              <a:rPr dirty="0" smtClean="0" sz="1400">
                <a:latin typeface="Arial"/>
                <a:cs typeface="Arial"/>
              </a:rPr>
              <a:t>2</a:t>
            </a:r>
            <a:endParaRPr sz="14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532527" y="4869029"/>
            <a:ext cx="170640" cy="230751"/>
          </a:xfrm>
          <a:prstGeom prst="rect">
            <a:avLst/>
          </a:prstGeom>
        </p:spPr>
        <p:txBody>
          <a:bodyPr wrap="square" lIns="0" tIns="11112" rIns="0" bIns="0" rtlCol="0">
            <a:noAutofit/>
          </a:bodyPr>
          <a:lstStyle/>
          <a:p>
            <a:pPr marL="12700">
              <a:lnSpc>
                <a:spcPts val="1750"/>
              </a:lnSpc>
            </a:pPr>
            <a:r>
              <a:rPr dirty="0" smtClean="0" sz="1600" spc="7"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564380" y="4942348"/>
            <a:ext cx="483481" cy="188238"/>
          </a:xfrm>
          <a:prstGeom prst="rect">
            <a:avLst/>
          </a:prstGeom>
        </p:spPr>
        <p:txBody>
          <a:bodyPr wrap="square" lIns="0" tIns="8921" rIns="0" bIns="0" rtlCol="0">
            <a:noAutofit/>
          </a:bodyPr>
          <a:lstStyle/>
          <a:p>
            <a:pPr marL="12700">
              <a:lnSpc>
                <a:spcPts val="1405"/>
              </a:lnSpc>
            </a:pPr>
            <a:r>
              <a:rPr dirty="0" smtClean="0" sz="1300" spc="10" b="1">
                <a:latin typeface="Arial"/>
                <a:cs typeface="Arial"/>
              </a:rPr>
              <a:t>r</a:t>
            </a:r>
            <a:r>
              <a:rPr dirty="0" smtClean="0" sz="1300" spc="10" b="1">
                <a:latin typeface="Arial"/>
                <a:cs typeface="Arial"/>
              </a:rPr>
              <a:t>e</a:t>
            </a:r>
            <a:r>
              <a:rPr dirty="0" smtClean="0" sz="1300" spc="10" b="1">
                <a:latin typeface="Arial"/>
                <a:cs typeface="Arial"/>
              </a:rPr>
              <a:t>u</a:t>
            </a:r>
            <a:r>
              <a:rPr dirty="0" smtClean="0" sz="1300" spc="10" b="1">
                <a:latin typeface="Arial"/>
                <a:cs typeface="Arial"/>
              </a:rPr>
              <a:t>s</a:t>
            </a:r>
            <a:r>
              <a:rPr dirty="0" smtClean="0" sz="1300" spc="10" b="1">
                <a:latin typeface="Arial"/>
                <a:cs typeface="Arial"/>
              </a:rPr>
              <a:t>e</a:t>
            </a:r>
            <a:endParaRPr sz="13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209827" y="4959096"/>
            <a:ext cx="150764" cy="202649"/>
          </a:xfrm>
          <a:prstGeom prst="rect">
            <a:avLst/>
          </a:prstGeom>
        </p:spPr>
        <p:txBody>
          <a:bodyPr wrap="square" lIns="0" tIns="9715" rIns="0" bIns="0" rtlCol="0">
            <a:noAutofit/>
          </a:bodyPr>
          <a:lstStyle/>
          <a:p>
            <a:pPr marL="12700">
              <a:lnSpc>
                <a:spcPts val="1530"/>
              </a:lnSpc>
            </a:pPr>
            <a:r>
              <a:rPr dirty="0" smtClean="0" sz="1400">
                <a:latin typeface="Arial"/>
                <a:cs typeface="Arial"/>
              </a:rPr>
              <a:t>2</a:t>
            </a:r>
            <a:endParaRPr sz="14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717639" y="4962695"/>
            <a:ext cx="150764" cy="202649"/>
          </a:xfrm>
          <a:prstGeom prst="rect">
            <a:avLst/>
          </a:prstGeom>
        </p:spPr>
        <p:txBody>
          <a:bodyPr wrap="square" lIns="0" tIns="9715" rIns="0" bIns="0" rtlCol="0">
            <a:noAutofit/>
          </a:bodyPr>
          <a:lstStyle/>
          <a:p>
            <a:pPr marL="12700">
              <a:lnSpc>
                <a:spcPts val="1530"/>
              </a:lnSpc>
            </a:pPr>
            <a:r>
              <a:rPr dirty="0" smtClean="0" sz="1400">
                <a:latin typeface="Arial"/>
                <a:cs typeface="Arial"/>
              </a:rPr>
              <a:t>3</a:t>
            </a:r>
            <a:endParaRPr sz="14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385845" y="4969893"/>
            <a:ext cx="150764" cy="202649"/>
          </a:xfrm>
          <a:prstGeom prst="rect">
            <a:avLst/>
          </a:prstGeom>
        </p:spPr>
        <p:txBody>
          <a:bodyPr wrap="square" lIns="0" tIns="9715" rIns="0" bIns="0" rtlCol="0">
            <a:noAutofit/>
          </a:bodyPr>
          <a:lstStyle/>
          <a:p>
            <a:pPr marL="12700">
              <a:lnSpc>
                <a:spcPts val="1530"/>
              </a:lnSpc>
            </a:pPr>
            <a:r>
              <a:rPr dirty="0" smtClean="0" sz="1400">
                <a:latin typeface="Arial"/>
                <a:cs typeface="Arial"/>
              </a:rPr>
              <a:t>2</a:t>
            </a:r>
            <a:endParaRPr sz="14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599122" y="5275223"/>
            <a:ext cx="483481" cy="188238"/>
          </a:xfrm>
          <a:prstGeom prst="rect">
            <a:avLst/>
          </a:prstGeom>
        </p:spPr>
        <p:txBody>
          <a:bodyPr wrap="square" lIns="0" tIns="8921" rIns="0" bIns="0" rtlCol="0">
            <a:noAutofit/>
          </a:bodyPr>
          <a:lstStyle/>
          <a:p>
            <a:pPr marL="12700">
              <a:lnSpc>
                <a:spcPts val="1405"/>
              </a:lnSpc>
            </a:pPr>
            <a:r>
              <a:rPr dirty="0" smtClean="0" sz="1300" spc="10" b="1">
                <a:latin typeface="Arial"/>
                <a:cs typeface="Arial"/>
              </a:rPr>
              <a:t>r</a:t>
            </a:r>
            <a:r>
              <a:rPr dirty="0" smtClean="0" sz="1300" spc="10" b="1">
                <a:latin typeface="Arial"/>
                <a:cs typeface="Arial"/>
              </a:rPr>
              <a:t>e</a:t>
            </a:r>
            <a:r>
              <a:rPr dirty="0" smtClean="0" sz="1300" spc="10" b="1">
                <a:latin typeface="Arial"/>
                <a:cs typeface="Arial"/>
              </a:rPr>
              <a:t>u</a:t>
            </a:r>
            <a:r>
              <a:rPr dirty="0" smtClean="0" sz="1300" spc="10" b="1">
                <a:latin typeface="Arial"/>
                <a:cs typeface="Arial"/>
              </a:rPr>
              <a:t>s</a:t>
            </a:r>
            <a:r>
              <a:rPr dirty="0" smtClean="0" sz="1300" spc="10" b="1">
                <a:latin typeface="Arial"/>
                <a:cs typeface="Arial"/>
              </a:rPr>
              <a:t>e</a:t>
            </a:r>
            <a:endParaRPr sz="13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87767" y="5287422"/>
            <a:ext cx="160697" cy="216693"/>
          </a:xfrm>
          <a:prstGeom prst="rect">
            <a:avLst/>
          </a:prstGeom>
        </p:spPr>
        <p:txBody>
          <a:bodyPr wrap="square" lIns="0" tIns="10414" rIns="0" bIns="0" rtlCol="0">
            <a:noAutofit/>
          </a:bodyPr>
          <a:lstStyle/>
          <a:p>
            <a:pPr marL="12700">
              <a:lnSpc>
                <a:spcPts val="1639"/>
              </a:lnSpc>
            </a:pPr>
            <a:r>
              <a:rPr dirty="0" smtClean="0" sz="1500" b="1">
                <a:latin typeface="Arial"/>
                <a:cs typeface="Arial"/>
              </a:rPr>
              <a:t>1</a:t>
            </a:r>
            <a:endParaRPr sz="15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576516" y="5309559"/>
            <a:ext cx="203254" cy="276863"/>
          </a:xfrm>
          <a:prstGeom prst="rect">
            <a:avLst/>
          </a:prstGeom>
        </p:spPr>
        <p:txBody>
          <a:bodyPr wrap="square" lIns="0" tIns="13462" rIns="0" bIns="0" rtlCol="0">
            <a:noAutofit/>
          </a:bodyPr>
          <a:lstStyle/>
          <a:p>
            <a:pPr marL="12700">
              <a:lnSpc>
                <a:spcPts val="2120"/>
              </a:lnSpc>
            </a:pPr>
            <a:r>
              <a:rPr dirty="0" smtClean="0" sz="2000" spc="10">
                <a:latin typeface="Arial"/>
                <a:cs typeface="Arial"/>
              </a:rPr>
              <a:t>1</a:t>
            </a:r>
            <a:endParaRPr sz="20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966401" y="5323643"/>
            <a:ext cx="150764" cy="202649"/>
          </a:xfrm>
          <a:prstGeom prst="rect">
            <a:avLst/>
          </a:prstGeom>
        </p:spPr>
        <p:txBody>
          <a:bodyPr wrap="square" lIns="0" tIns="9715" rIns="0" bIns="0" rtlCol="0">
            <a:noAutofit/>
          </a:bodyPr>
          <a:lstStyle/>
          <a:p>
            <a:pPr marL="12700">
              <a:lnSpc>
                <a:spcPts val="1530"/>
              </a:lnSpc>
            </a:pPr>
            <a:r>
              <a:rPr dirty="0" smtClean="0" sz="1400">
                <a:latin typeface="Arial"/>
                <a:cs typeface="Arial"/>
              </a:rPr>
              <a:t>3</a:t>
            </a:r>
            <a:endParaRPr sz="14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123390" y="5327242"/>
            <a:ext cx="150764" cy="202649"/>
          </a:xfrm>
          <a:prstGeom prst="rect">
            <a:avLst/>
          </a:prstGeom>
        </p:spPr>
        <p:txBody>
          <a:bodyPr wrap="square" lIns="0" tIns="9715" rIns="0" bIns="0" rtlCol="0">
            <a:noAutofit/>
          </a:bodyPr>
          <a:lstStyle/>
          <a:p>
            <a:pPr marL="12700">
              <a:lnSpc>
                <a:spcPts val="1530"/>
              </a:lnSpc>
            </a:pPr>
            <a:r>
              <a:rPr dirty="0" smtClean="0" sz="1400">
                <a:latin typeface="Arial"/>
                <a:cs typeface="Arial"/>
              </a:rPr>
              <a:t>4</a:t>
            </a:r>
            <a:endParaRPr sz="14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417942" y="5659750"/>
            <a:ext cx="150764" cy="202649"/>
          </a:xfrm>
          <a:prstGeom prst="rect">
            <a:avLst/>
          </a:prstGeom>
        </p:spPr>
        <p:txBody>
          <a:bodyPr wrap="square" lIns="0" tIns="9715" rIns="0" bIns="0" rtlCol="0">
            <a:noAutofit/>
          </a:bodyPr>
          <a:lstStyle/>
          <a:p>
            <a:pPr marL="12700">
              <a:lnSpc>
                <a:spcPts val="1530"/>
              </a:lnSpc>
            </a:pPr>
            <a:r>
              <a:rPr dirty="0" smtClean="0" sz="1400">
                <a:latin typeface="Arial"/>
                <a:cs typeface="Arial"/>
              </a:rPr>
              <a:t>4</a:t>
            </a:r>
            <a:endParaRPr sz="14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192159" y="5677746"/>
            <a:ext cx="150764" cy="202649"/>
          </a:xfrm>
          <a:prstGeom prst="rect">
            <a:avLst/>
          </a:prstGeom>
        </p:spPr>
        <p:txBody>
          <a:bodyPr wrap="square" lIns="0" tIns="9715" rIns="0" bIns="0" rtlCol="0">
            <a:noAutofit/>
          </a:bodyPr>
          <a:lstStyle/>
          <a:p>
            <a:pPr marL="12700">
              <a:lnSpc>
                <a:spcPts val="1530"/>
              </a:lnSpc>
            </a:pPr>
            <a:r>
              <a:rPr dirty="0" smtClean="0" sz="1400">
                <a:latin typeface="Arial"/>
                <a:cs typeface="Arial"/>
              </a:rPr>
              <a:t>3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491336" y="5738723"/>
            <a:ext cx="483481" cy="188238"/>
          </a:xfrm>
          <a:prstGeom prst="rect">
            <a:avLst/>
          </a:prstGeom>
        </p:spPr>
        <p:txBody>
          <a:bodyPr wrap="square" lIns="0" tIns="8921" rIns="0" bIns="0" rtlCol="0">
            <a:noAutofit/>
          </a:bodyPr>
          <a:lstStyle/>
          <a:p>
            <a:pPr marL="12700">
              <a:lnSpc>
                <a:spcPts val="1405"/>
              </a:lnSpc>
            </a:pPr>
            <a:r>
              <a:rPr dirty="0" smtClean="0" sz="1300" spc="10" b="1">
                <a:latin typeface="Arial"/>
                <a:cs typeface="Arial"/>
              </a:rPr>
              <a:t>r</a:t>
            </a:r>
            <a:r>
              <a:rPr dirty="0" smtClean="0" sz="1300" spc="10" b="1">
                <a:latin typeface="Arial"/>
                <a:cs typeface="Arial"/>
              </a:rPr>
              <a:t>e</a:t>
            </a:r>
            <a:r>
              <a:rPr dirty="0" smtClean="0" sz="1300" spc="10" b="1">
                <a:latin typeface="Arial"/>
                <a:cs typeface="Arial"/>
              </a:rPr>
              <a:t>u</a:t>
            </a:r>
            <a:r>
              <a:rPr dirty="0" smtClean="0" sz="1300" spc="10" b="1">
                <a:latin typeface="Arial"/>
                <a:cs typeface="Arial"/>
              </a:rPr>
              <a:t>s</a:t>
            </a:r>
            <a:r>
              <a:rPr dirty="0" smtClean="0" sz="1300" spc="10" b="1">
                <a:latin typeface="Arial"/>
                <a:cs typeface="Arial"/>
              </a:rPr>
              <a:t>e</a:t>
            </a:r>
            <a:endParaRPr sz="13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122030" y="6050356"/>
            <a:ext cx="483481" cy="188238"/>
          </a:xfrm>
          <a:prstGeom prst="rect">
            <a:avLst/>
          </a:prstGeom>
        </p:spPr>
        <p:txBody>
          <a:bodyPr wrap="square" lIns="0" tIns="8921" rIns="0" bIns="0" rtlCol="0">
            <a:noAutofit/>
          </a:bodyPr>
          <a:lstStyle/>
          <a:p>
            <a:pPr marL="12700">
              <a:lnSpc>
                <a:spcPts val="1405"/>
              </a:lnSpc>
            </a:pPr>
            <a:r>
              <a:rPr dirty="0" smtClean="0" sz="1300" spc="10" b="1">
                <a:latin typeface="Arial"/>
                <a:cs typeface="Arial"/>
              </a:rPr>
              <a:t>r</a:t>
            </a:r>
            <a:r>
              <a:rPr dirty="0" smtClean="0" sz="1300" spc="10" b="1">
                <a:latin typeface="Arial"/>
                <a:cs typeface="Arial"/>
              </a:rPr>
              <a:t>e</a:t>
            </a:r>
            <a:r>
              <a:rPr dirty="0" smtClean="0" sz="1300" spc="10" b="1">
                <a:latin typeface="Arial"/>
                <a:cs typeface="Arial"/>
              </a:rPr>
              <a:t>u</a:t>
            </a:r>
            <a:r>
              <a:rPr dirty="0" smtClean="0" sz="1300" spc="10" b="1">
                <a:latin typeface="Arial"/>
                <a:cs typeface="Arial"/>
              </a:rPr>
              <a:t>s</a:t>
            </a:r>
            <a:r>
              <a:rPr dirty="0" smtClean="0" sz="1300" spc="10" b="1">
                <a:latin typeface="Arial"/>
                <a:cs typeface="Arial"/>
              </a:rPr>
              <a:t>e</a:t>
            </a:r>
            <a:endParaRPr sz="13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31140" y="6472848"/>
            <a:ext cx="5475228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o</a:t>
            </a:r>
            <a:r>
              <a:rPr dirty="0" smtClean="0" sz="1800" spc="0" b="1">
                <a:latin typeface="Georgia"/>
                <a:cs typeface="Georgia"/>
              </a:rPr>
              <a:t>d</a:t>
            </a:r>
            <a:r>
              <a:rPr dirty="0" smtClean="0" sz="1800" spc="0" b="1">
                <a:latin typeface="Georgia"/>
                <a:cs typeface="Georgia"/>
              </a:rPr>
              <a:t>ul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3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S</a:t>
            </a:r>
            <a:r>
              <a:rPr dirty="0" smtClean="0" sz="1800" spc="0" b="1">
                <a:latin typeface="Georgia"/>
                <a:cs typeface="Georgia"/>
              </a:rPr>
              <a:t>istem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K</a:t>
            </a:r>
            <a:r>
              <a:rPr dirty="0" smtClean="0" sz="1800" spc="0" b="1">
                <a:latin typeface="Georgia"/>
                <a:cs typeface="Georgia"/>
              </a:rPr>
              <a:t>o</a:t>
            </a: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unik</a:t>
            </a:r>
            <a:r>
              <a:rPr dirty="0" smtClean="0" sz="1800" spc="0" b="1">
                <a:latin typeface="Georgia"/>
                <a:cs typeface="Georgia"/>
              </a:rPr>
              <a:t>a</a:t>
            </a:r>
            <a:r>
              <a:rPr dirty="0" smtClean="0" sz="1800" spc="0" b="1">
                <a:latin typeface="Georgia"/>
                <a:cs typeface="Georgia"/>
              </a:rPr>
              <a:t>si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B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r>
              <a:rPr dirty="0" smtClean="0" sz="1800" spc="0" b="1">
                <a:latin typeface="Georgia"/>
                <a:cs typeface="Georgia"/>
              </a:rPr>
              <a:t>g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r>
              <a:rPr dirty="0" smtClean="0" sz="1800" spc="0" b="1">
                <a:latin typeface="Georgia"/>
                <a:cs typeface="Georgia"/>
              </a:rPr>
              <a:t>a</a:t>
            </a:r>
            <a:r>
              <a:rPr dirty="0" smtClean="0" sz="1800" spc="0" b="1">
                <a:latin typeface="Georgia"/>
                <a:cs typeface="Georgia"/>
              </a:rPr>
              <a:t>k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S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lul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466580" y="6472848"/>
            <a:ext cx="325733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b="1">
                <a:latin typeface="Georgia"/>
                <a:cs typeface="Georgia"/>
              </a:rPr>
              <a:t>18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65738" y="858774"/>
            <a:ext cx="88979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" name="object 4"/>
          <p:cNvSpPr txBox="1"/>
          <p:nvPr/>
        </p:nvSpPr>
        <p:spPr>
          <a:xfrm>
            <a:off x="2514600" y="2562479"/>
            <a:ext cx="61594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" name="object 3"/>
          <p:cNvSpPr txBox="1"/>
          <p:nvPr/>
        </p:nvSpPr>
        <p:spPr>
          <a:xfrm>
            <a:off x="7164212" y="4749380"/>
            <a:ext cx="60219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" name="object 2"/>
          <p:cNvSpPr txBox="1"/>
          <p:nvPr/>
        </p:nvSpPr>
        <p:spPr>
          <a:xfrm>
            <a:off x="5412974" y="5110314"/>
            <a:ext cx="59925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object 154"/>
          <p:cNvSpPr/>
          <p:nvPr/>
        </p:nvSpPr>
        <p:spPr>
          <a:xfrm>
            <a:off x="0" y="6400800"/>
            <a:ext cx="9903460" cy="457196"/>
          </a:xfrm>
          <a:custGeom>
            <a:avLst/>
            <a:gdLst/>
            <a:ahLst/>
            <a:cxnLst/>
            <a:rect l="l" t="t" r="r" b="b"/>
            <a:pathLst>
              <a:path w="9903460" h="457196">
                <a:moveTo>
                  <a:pt x="9903460" y="457196"/>
                </a:moveTo>
                <a:lnTo>
                  <a:pt x="9903460" y="0"/>
                </a:lnTo>
                <a:lnTo>
                  <a:pt x="0" y="0"/>
                </a:lnTo>
                <a:lnTo>
                  <a:pt x="0" y="457196"/>
                </a:lnTo>
                <a:lnTo>
                  <a:pt x="9903460" y="457196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5" name="object 155"/>
          <p:cNvSpPr/>
          <p:nvPr/>
        </p:nvSpPr>
        <p:spPr>
          <a:xfrm>
            <a:off x="153670" y="640207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58419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2" name="object 152"/>
          <p:cNvSpPr/>
          <p:nvPr/>
        </p:nvSpPr>
        <p:spPr>
          <a:xfrm>
            <a:off x="0" y="0"/>
            <a:ext cx="9903460" cy="609600"/>
          </a:xfrm>
          <a:custGeom>
            <a:avLst/>
            <a:gdLst/>
            <a:ahLst/>
            <a:cxnLst/>
            <a:rect l="l" t="t" r="r" b="b"/>
            <a:pathLst>
              <a:path w="9903460" h="609600">
                <a:moveTo>
                  <a:pt x="0" y="609600"/>
                </a:moveTo>
                <a:lnTo>
                  <a:pt x="9903460" y="609600"/>
                </a:lnTo>
                <a:lnTo>
                  <a:pt x="9903460" y="0"/>
                </a:lnTo>
                <a:lnTo>
                  <a:pt x="0" y="0"/>
                </a:lnTo>
                <a:lnTo>
                  <a:pt x="0" y="60960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3" name="object 153"/>
          <p:cNvSpPr/>
          <p:nvPr/>
        </p:nvSpPr>
        <p:spPr>
          <a:xfrm>
            <a:off x="111760" y="60960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76200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0" name="object 150"/>
          <p:cNvSpPr/>
          <p:nvPr/>
        </p:nvSpPr>
        <p:spPr>
          <a:xfrm>
            <a:off x="7094958" y="1376398"/>
            <a:ext cx="397377" cy="557116"/>
          </a:xfrm>
          <a:custGeom>
            <a:avLst/>
            <a:gdLst/>
            <a:ahLst/>
            <a:cxnLst/>
            <a:rect l="l" t="t" r="r" b="b"/>
            <a:pathLst>
              <a:path w="397377" h="557116">
                <a:moveTo>
                  <a:pt x="397377" y="0"/>
                </a:moveTo>
                <a:lnTo>
                  <a:pt x="0" y="557116"/>
                </a:lnTo>
              </a:path>
            </a:pathLst>
          </a:custGeom>
          <a:ln w="565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1" name="object 151"/>
          <p:cNvSpPr/>
          <p:nvPr/>
        </p:nvSpPr>
        <p:spPr>
          <a:xfrm>
            <a:off x="4203700" y="1313180"/>
            <a:ext cx="3860800" cy="1107439"/>
          </a:xfrm>
          <a:custGeom>
            <a:avLst/>
            <a:gdLst/>
            <a:ahLst/>
            <a:cxnLst/>
            <a:rect l="l" t="t" r="r" b="b"/>
            <a:pathLst>
              <a:path w="3860800" h="1107439">
                <a:moveTo>
                  <a:pt x="0" y="1107439"/>
                </a:moveTo>
                <a:lnTo>
                  <a:pt x="3860800" y="1107439"/>
                </a:lnTo>
                <a:lnTo>
                  <a:pt x="3860800" y="0"/>
                </a:lnTo>
                <a:lnTo>
                  <a:pt x="0" y="0"/>
                </a:lnTo>
                <a:lnTo>
                  <a:pt x="0" y="110743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4" name="object 84"/>
          <p:cNvSpPr/>
          <p:nvPr/>
        </p:nvSpPr>
        <p:spPr>
          <a:xfrm>
            <a:off x="6530698" y="5261570"/>
            <a:ext cx="780413" cy="792932"/>
          </a:xfrm>
          <a:custGeom>
            <a:avLst/>
            <a:gdLst/>
            <a:ahLst/>
            <a:cxnLst/>
            <a:rect l="l" t="t" r="r" b="b"/>
            <a:pathLst>
              <a:path w="780413" h="792932">
                <a:moveTo>
                  <a:pt x="780413" y="594693"/>
                </a:moveTo>
                <a:lnTo>
                  <a:pt x="780413" y="198214"/>
                </a:lnTo>
                <a:lnTo>
                  <a:pt x="390423" y="0"/>
                </a:lnTo>
                <a:lnTo>
                  <a:pt x="0" y="198214"/>
                </a:lnTo>
                <a:lnTo>
                  <a:pt x="0" y="594693"/>
                </a:lnTo>
                <a:lnTo>
                  <a:pt x="390423" y="792932"/>
                </a:lnTo>
                <a:lnTo>
                  <a:pt x="780413" y="594693"/>
                </a:lnTo>
                <a:close/>
              </a:path>
            </a:pathLst>
          </a:custGeom>
          <a:ln w="1627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5" name="object 85"/>
          <p:cNvSpPr/>
          <p:nvPr/>
        </p:nvSpPr>
        <p:spPr>
          <a:xfrm>
            <a:off x="6921121" y="4661845"/>
            <a:ext cx="780269" cy="792983"/>
          </a:xfrm>
          <a:custGeom>
            <a:avLst/>
            <a:gdLst/>
            <a:ahLst/>
            <a:cxnLst/>
            <a:rect l="l" t="t" r="r" b="b"/>
            <a:pathLst>
              <a:path w="780269" h="792983">
                <a:moveTo>
                  <a:pt x="780269" y="594794"/>
                </a:moveTo>
                <a:lnTo>
                  <a:pt x="780269" y="198264"/>
                </a:lnTo>
                <a:lnTo>
                  <a:pt x="389990" y="0"/>
                </a:lnTo>
                <a:lnTo>
                  <a:pt x="0" y="198264"/>
                </a:lnTo>
                <a:lnTo>
                  <a:pt x="0" y="594794"/>
                </a:lnTo>
                <a:lnTo>
                  <a:pt x="389990" y="792983"/>
                </a:lnTo>
                <a:lnTo>
                  <a:pt x="780269" y="59479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6" name="object 86"/>
          <p:cNvSpPr/>
          <p:nvPr/>
        </p:nvSpPr>
        <p:spPr>
          <a:xfrm>
            <a:off x="6921121" y="4661845"/>
            <a:ext cx="780269" cy="792983"/>
          </a:xfrm>
          <a:custGeom>
            <a:avLst/>
            <a:gdLst/>
            <a:ahLst/>
            <a:cxnLst/>
            <a:rect l="l" t="t" r="r" b="b"/>
            <a:pathLst>
              <a:path w="780269" h="792983">
                <a:moveTo>
                  <a:pt x="780269" y="594794"/>
                </a:moveTo>
                <a:lnTo>
                  <a:pt x="780269" y="198264"/>
                </a:lnTo>
                <a:lnTo>
                  <a:pt x="389990" y="0"/>
                </a:lnTo>
                <a:lnTo>
                  <a:pt x="0" y="198264"/>
                </a:lnTo>
                <a:lnTo>
                  <a:pt x="0" y="594794"/>
                </a:lnTo>
                <a:lnTo>
                  <a:pt x="389990" y="792983"/>
                </a:lnTo>
                <a:lnTo>
                  <a:pt x="780269" y="594794"/>
                </a:lnTo>
                <a:close/>
              </a:path>
            </a:pathLst>
          </a:custGeom>
          <a:ln w="1627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7" name="object 87"/>
          <p:cNvSpPr/>
          <p:nvPr/>
        </p:nvSpPr>
        <p:spPr>
          <a:xfrm>
            <a:off x="7311111" y="5261570"/>
            <a:ext cx="780701" cy="792932"/>
          </a:xfrm>
          <a:custGeom>
            <a:avLst/>
            <a:gdLst/>
            <a:ahLst/>
            <a:cxnLst/>
            <a:rect l="l" t="t" r="r" b="b"/>
            <a:pathLst>
              <a:path w="780701" h="792932">
                <a:moveTo>
                  <a:pt x="780701" y="594693"/>
                </a:moveTo>
                <a:lnTo>
                  <a:pt x="780701" y="198214"/>
                </a:lnTo>
                <a:lnTo>
                  <a:pt x="390278" y="0"/>
                </a:lnTo>
                <a:lnTo>
                  <a:pt x="0" y="198214"/>
                </a:lnTo>
                <a:lnTo>
                  <a:pt x="0" y="594693"/>
                </a:lnTo>
                <a:lnTo>
                  <a:pt x="390278" y="792932"/>
                </a:lnTo>
                <a:lnTo>
                  <a:pt x="780701" y="59469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8" name="object 88"/>
          <p:cNvSpPr/>
          <p:nvPr/>
        </p:nvSpPr>
        <p:spPr>
          <a:xfrm>
            <a:off x="7311111" y="5261570"/>
            <a:ext cx="780701" cy="792932"/>
          </a:xfrm>
          <a:custGeom>
            <a:avLst/>
            <a:gdLst/>
            <a:ahLst/>
            <a:cxnLst/>
            <a:rect l="l" t="t" r="r" b="b"/>
            <a:pathLst>
              <a:path w="780701" h="792932">
                <a:moveTo>
                  <a:pt x="780701" y="594693"/>
                </a:moveTo>
                <a:lnTo>
                  <a:pt x="780701" y="198214"/>
                </a:lnTo>
                <a:lnTo>
                  <a:pt x="390278" y="0"/>
                </a:lnTo>
                <a:lnTo>
                  <a:pt x="0" y="198214"/>
                </a:lnTo>
                <a:lnTo>
                  <a:pt x="0" y="594693"/>
                </a:lnTo>
                <a:lnTo>
                  <a:pt x="390278" y="792932"/>
                </a:lnTo>
                <a:lnTo>
                  <a:pt x="780701" y="594693"/>
                </a:lnTo>
                <a:close/>
              </a:path>
            </a:pathLst>
          </a:custGeom>
          <a:ln w="1627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9" name="object 89"/>
          <p:cNvSpPr/>
          <p:nvPr/>
        </p:nvSpPr>
        <p:spPr>
          <a:xfrm>
            <a:off x="7701390" y="4661845"/>
            <a:ext cx="780413" cy="792983"/>
          </a:xfrm>
          <a:custGeom>
            <a:avLst/>
            <a:gdLst/>
            <a:ahLst/>
            <a:cxnLst/>
            <a:rect l="l" t="t" r="r" b="b"/>
            <a:pathLst>
              <a:path w="780413" h="792983">
                <a:moveTo>
                  <a:pt x="780413" y="594794"/>
                </a:moveTo>
                <a:lnTo>
                  <a:pt x="780413" y="198264"/>
                </a:lnTo>
                <a:lnTo>
                  <a:pt x="390423" y="0"/>
                </a:lnTo>
                <a:lnTo>
                  <a:pt x="0" y="198264"/>
                </a:lnTo>
                <a:lnTo>
                  <a:pt x="0" y="594794"/>
                </a:lnTo>
                <a:lnTo>
                  <a:pt x="390423" y="792983"/>
                </a:lnTo>
                <a:lnTo>
                  <a:pt x="780413" y="59479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0" name="object 90"/>
          <p:cNvSpPr/>
          <p:nvPr/>
        </p:nvSpPr>
        <p:spPr>
          <a:xfrm>
            <a:off x="7701390" y="4661845"/>
            <a:ext cx="780413" cy="792983"/>
          </a:xfrm>
          <a:custGeom>
            <a:avLst/>
            <a:gdLst/>
            <a:ahLst/>
            <a:cxnLst/>
            <a:rect l="l" t="t" r="r" b="b"/>
            <a:pathLst>
              <a:path w="780413" h="792983">
                <a:moveTo>
                  <a:pt x="780413" y="594794"/>
                </a:moveTo>
                <a:lnTo>
                  <a:pt x="780413" y="198264"/>
                </a:lnTo>
                <a:lnTo>
                  <a:pt x="390423" y="0"/>
                </a:lnTo>
                <a:lnTo>
                  <a:pt x="0" y="198264"/>
                </a:lnTo>
                <a:lnTo>
                  <a:pt x="0" y="594794"/>
                </a:lnTo>
                <a:lnTo>
                  <a:pt x="390423" y="792983"/>
                </a:lnTo>
                <a:lnTo>
                  <a:pt x="780413" y="594794"/>
                </a:lnTo>
                <a:close/>
              </a:path>
            </a:pathLst>
          </a:custGeom>
          <a:ln w="1627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1" name="object 91"/>
          <p:cNvSpPr/>
          <p:nvPr/>
        </p:nvSpPr>
        <p:spPr>
          <a:xfrm>
            <a:off x="8091813" y="4062245"/>
            <a:ext cx="780269" cy="792932"/>
          </a:xfrm>
          <a:custGeom>
            <a:avLst/>
            <a:gdLst/>
            <a:ahLst/>
            <a:cxnLst/>
            <a:rect l="l" t="t" r="r" b="b"/>
            <a:pathLst>
              <a:path w="780269" h="792932">
                <a:moveTo>
                  <a:pt x="780269" y="594667"/>
                </a:moveTo>
                <a:lnTo>
                  <a:pt x="780269" y="198138"/>
                </a:lnTo>
                <a:lnTo>
                  <a:pt x="389990" y="0"/>
                </a:lnTo>
                <a:lnTo>
                  <a:pt x="0" y="198138"/>
                </a:lnTo>
                <a:lnTo>
                  <a:pt x="0" y="594667"/>
                </a:lnTo>
                <a:lnTo>
                  <a:pt x="389990" y="792932"/>
                </a:lnTo>
                <a:lnTo>
                  <a:pt x="780269" y="59466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2" name="object 92"/>
          <p:cNvSpPr/>
          <p:nvPr/>
        </p:nvSpPr>
        <p:spPr>
          <a:xfrm>
            <a:off x="8091813" y="4062245"/>
            <a:ext cx="780269" cy="792932"/>
          </a:xfrm>
          <a:custGeom>
            <a:avLst/>
            <a:gdLst/>
            <a:ahLst/>
            <a:cxnLst/>
            <a:rect l="l" t="t" r="r" b="b"/>
            <a:pathLst>
              <a:path w="780269" h="792932">
                <a:moveTo>
                  <a:pt x="780269" y="594667"/>
                </a:moveTo>
                <a:lnTo>
                  <a:pt x="780269" y="198138"/>
                </a:lnTo>
                <a:lnTo>
                  <a:pt x="389990" y="0"/>
                </a:lnTo>
                <a:lnTo>
                  <a:pt x="0" y="198138"/>
                </a:lnTo>
                <a:lnTo>
                  <a:pt x="0" y="594667"/>
                </a:lnTo>
                <a:lnTo>
                  <a:pt x="389990" y="792932"/>
                </a:lnTo>
                <a:lnTo>
                  <a:pt x="780269" y="594667"/>
                </a:lnTo>
                <a:close/>
              </a:path>
            </a:pathLst>
          </a:custGeom>
          <a:ln w="1627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3" name="object 93"/>
          <p:cNvSpPr/>
          <p:nvPr/>
        </p:nvSpPr>
        <p:spPr>
          <a:xfrm>
            <a:off x="8481803" y="4661845"/>
            <a:ext cx="780701" cy="792983"/>
          </a:xfrm>
          <a:custGeom>
            <a:avLst/>
            <a:gdLst/>
            <a:ahLst/>
            <a:cxnLst/>
            <a:rect l="l" t="t" r="r" b="b"/>
            <a:pathLst>
              <a:path w="780701" h="792983">
                <a:moveTo>
                  <a:pt x="780701" y="594794"/>
                </a:moveTo>
                <a:lnTo>
                  <a:pt x="780701" y="198264"/>
                </a:lnTo>
                <a:lnTo>
                  <a:pt x="390278" y="0"/>
                </a:lnTo>
                <a:lnTo>
                  <a:pt x="0" y="198264"/>
                </a:lnTo>
                <a:lnTo>
                  <a:pt x="0" y="594794"/>
                </a:lnTo>
                <a:lnTo>
                  <a:pt x="390278" y="792983"/>
                </a:lnTo>
                <a:lnTo>
                  <a:pt x="780701" y="59479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4" name="object 94"/>
          <p:cNvSpPr/>
          <p:nvPr/>
        </p:nvSpPr>
        <p:spPr>
          <a:xfrm>
            <a:off x="8481803" y="4661845"/>
            <a:ext cx="780701" cy="792983"/>
          </a:xfrm>
          <a:custGeom>
            <a:avLst/>
            <a:gdLst/>
            <a:ahLst/>
            <a:cxnLst/>
            <a:rect l="l" t="t" r="r" b="b"/>
            <a:pathLst>
              <a:path w="780701" h="792983">
                <a:moveTo>
                  <a:pt x="780701" y="594794"/>
                </a:moveTo>
                <a:lnTo>
                  <a:pt x="780701" y="198264"/>
                </a:lnTo>
                <a:lnTo>
                  <a:pt x="390278" y="0"/>
                </a:lnTo>
                <a:lnTo>
                  <a:pt x="0" y="198264"/>
                </a:lnTo>
                <a:lnTo>
                  <a:pt x="0" y="594794"/>
                </a:lnTo>
                <a:lnTo>
                  <a:pt x="390278" y="792983"/>
                </a:lnTo>
                <a:lnTo>
                  <a:pt x="780701" y="594794"/>
                </a:lnTo>
                <a:close/>
              </a:path>
            </a:pathLst>
          </a:custGeom>
          <a:ln w="1627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5" name="object 95"/>
          <p:cNvSpPr/>
          <p:nvPr/>
        </p:nvSpPr>
        <p:spPr>
          <a:xfrm>
            <a:off x="7409438" y="3658256"/>
            <a:ext cx="454003" cy="398932"/>
          </a:xfrm>
          <a:custGeom>
            <a:avLst/>
            <a:gdLst/>
            <a:ahLst/>
            <a:cxnLst/>
            <a:rect l="l" t="t" r="r" b="b"/>
            <a:pathLst>
              <a:path w="454003" h="398932">
                <a:moveTo>
                  <a:pt x="0" y="198264"/>
                </a:moveTo>
                <a:lnTo>
                  <a:pt x="5911" y="154894"/>
                </a:lnTo>
                <a:lnTo>
                  <a:pt x="20472" y="111903"/>
                </a:lnTo>
                <a:lnTo>
                  <a:pt x="49163" y="73717"/>
                </a:lnTo>
                <a:lnTo>
                  <a:pt x="83765" y="43117"/>
                </a:lnTo>
                <a:lnTo>
                  <a:pt x="127305" y="17702"/>
                </a:lnTo>
                <a:lnTo>
                  <a:pt x="176324" y="4931"/>
                </a:lnTo>
                <a:lnTo>
                  <a:pt x="225488" y="0"/>
                </a:lnTo>
                <a:lnTo>
                  <a:pt x="277534" y="4931"/>
                </a:lnTo>
                <a:lnTo>
                  <a:pt x="323814" y="17702"/>
                </a:lnTo>
                <a:lnTo>
                  <a:pt x="367355" y="43117"/>
                </a:lnTo>
                <a:lnTo>
                  <a:pt x="404840" y="73717"/>
                </a:lnTo>
                <a:lnTo>
                  <a:pt x="430647" y="111903"/>
                </a:lnTo>
                <a:lnTo>
                  <a:pt x="448236" y="154894"/>
                </a:lnTo>
                <a:lnTo>
                  <a:pt x="454003" y="198264"/>
                </a:lnTo>
                <a:lnTo>
                  <a:pt x="448236" y="243784"/>
                </a:lnTo>
                <a:lnTo>
                  <a:pt x="430647" y="287155"/>
                </a:lnTo>
                <a:lnTo>
                  <a:pt x="404840" y="325214"/>
                </a:lnTo>
                <a:lnTo>
                  <a:pt x="367355" y="355561"/>
                </a:lnTo>
                <a:lnTo>
                  <a:pt x="323814" y="378574"/>
                </a:lnTo>
                <a:lnTo>
                  <a:pt x="277534" y="393747"/>
                </a:lnTo>
                <a:lnTo>
                  <a:pt x="225488" y="398932"/>
                </a:lnTo>
                <a:lnTo>
                  <a:pt x="176324" y="393747"/>
                </a:lnTo>
                <a:lnTo>
                  <a:pt x="127305" y="378574"/>
                </a:lnTo>
                <a:lnTo>
                  <a:pt x="83765" y="355561"/>
                </a:lnTo>
                <a:lnTo>
                  <a:pt x="49163" y="325214"/>
                </a:lnTo>
                <a:lnTo>
                  <a:pt x="20472" y="287155"/>
                </a:lnTo>
                <a:lnTo>
                  <a:pt x="5911" y="243784"/>
                </a:lnTo>
                <a:lnTo>
                  <a:pt x="0" y="198264"/>
                </a:lnTo>
                <a:close/>
              </a:path>
            </a:pathLst>
          </a:custGeom>
          <a:ln w="1612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6" name="object 96"/>
          <p:cNvSpPr/>
          <p:nvPr/>
        </p:nvSpPr>
        <p:spPr>
          <a:xfrm>
            <a:off x="7790922" y="4072361"/>
            <a:ext cx="448380" cy="1484064"/>
          </a:xfrm>
          <a:custGeom>
            <a:avLst/>
            <a:gdLst/>
            <a:ahLst/>
            <a:cxnLst/>
            <a:rect l="l" t="t" r="r" b="b"/>
            <a:pathLst>
              <a:path w="448380" h="1484064">
                <a:moveTo>
                  <a:pt x="0" y="0"/>
                </a:moveTo>
                <a:lnTo>
                  <a:pt x="6055" y="7460"/>
                </a:lnTo>
                <a:lnTo>
                  <a:pt x="14417" y="15173"/>
                </a:lnTo>
                <a:lnTo>
                  <a:pt x="26095" y="25415"/>
                </a:lnTo>
                <a:lnTo>
                  <a:pt x="35034" y="33254"/>
                </a:lnTo>
                <a:lnTo>
                  <a:pt x="46279" y="43117"/>
                </a:lnTo>
                <a:lnTo>
                  <a:pt x="57957" y="53359"/>
                </a:lnTo>
                <a:lnTo>
                  <a:pt x="69636" y="63601"/>
                </a:lnTo>
                <a:lnTo>
                  <a:pt x="84197" y="73717"/>
                </a:lnTo>
                <a:lnTo>
                  <a:pt x="95443" y="86487"/>
                </a:lnTo>
                <a:lnTo>
                  <a:pt x="110004" y="96729"/>
                </a:lnTo>
                <a:lnTo>
                  <a:pt x="124422" y="106592"/>
                </a:lnTo>
                <a:lnTo>
                  <a:pt x="136100" y="116834"/>
                </a:lnTo>
                <a:lnTo>
                  <a:pt x="147489" y="129479"/>
                </a:lnTo>
                <a:lnTo>
                  <a:pt x="202564" y="177907"/>
                </a:lnTo>
                <a:lnTo>
                  <a:pt x="248844" y="226208"/>
                </a:lnTo>
                <a:lnTo>
                  <a:pt x="289212" y="271981"/>
                </a:lnTo>
                <a:lnTo>
                  <a:pt x="323814" y="317501"/>
                </a:lnTo>
                <a:lnTo>
                  <a:pt x="352793" y="363401"/>
                </a:lnTo>
                <a:lnTo>
                  <a:pt x="378600" y="406392"/>
                </a:lnTo>
                <a:lnTo>
                  <a:pt x="396045" y="449762"/>
                </a:lnTo>
                <a:lnTo>
                  <a:pt x="413635" y="490351"/>
                </a:lnTo>
                <a:lnTo>
                  <a:pt x="425024" y="533721"/>
                </a:lnTo>
                <a:lnTo>
                  <a:pt x="433819" y="574310"/>
                </a:lnTo>
                <a:lnTo>
                  <a:pt x="439442" y="604657"/>
                </a:lnTo>
                <a:lnTo>
                  <a:pt x="442325" y="637785"/>
                </a:lnTo>
                <a:lnTo>
                  <a:pt x="445064" y="668132"/>
                </a:lnTo>
                <a:lnTo>
                  <a:pt x="448380" y="701386"/>
                </a:lnTo>
                <a:lnTo>
                  <a:pt x="448380" y="731733"/>
                </a:lnTo>
                <a:lnTo>
                  <a:pt x="445064" y="762333"/>
                </a:lnTo>
                <a:lnTo>
                  <a:pt x="445064" y="792679"/>
                </a:lnTo>
                <a:lnTo>
                  <a:pt x="442325" y="825808"/>
                </a:lnTo>
                <a:lnTo>
                  <a:pt x="439442" y="856154"/>
                </a:lnTo>
                <a:lnTo>
                  <a:pt x="433819" y="889283"/>
                </a:lnTo>
                <a:lnTo>
                  <a:pt x="427764" y="927469"/>
                </a:lnTo>
                <a:lnTo>
                  <a:pt x="419257" y="968058"/>
                </a:lnTo>
                <a:lnTo>
                  <a:pt x="410463" y="1008899"/>
                </a:lnTo>
                <a:lnTo>
                  <a:pt x="399217" y="1049488"/>
                </a:lnTo>
                <a:lnTo>
                  <a:pt x="387539" y="1090076"/>
                </a:lnTo>
                <a:lnTo>
                  <a:pt x="372977" y="1130665"/>
                </a:lnTo>
                <a:lnTo>
                  <a:pt x="355677" y="1168725"/>
                </a:lnTo>
                <a:lnTo>
                  <a:pt x="338376" y="1209566"/>
                </a:lnTo>
                <a:lnTo>
                  <a:pt x="318191" y="1247727"/>
                </a:lnTo>
                <a:lnTo>
                  <a:pt x="292096" y="1285825"/>
                </a:lnTo>
                <a:lnTo>
                  <a:pt x="280418" y="1303477"/>
                </a:lnTo>
                <a:lnTo>
                  <a:pt x="266289" y="1321444"/>
                </a:lnTo>
                <a:lnTo>
                  <a:pt x="251727" y="1339096"/>
                </a:lnTo>
                <a:lnTo>
                  <a:pt x="237166" y="1357064"/>
                </a:lnTo>
                <a:lnTo>
                  <a:pt x="222748" y="1374715"/>
                </a:lnTo>
                <a:lnTo>
                  <a:pt x="205447" y="1389901"/>
                </a:lnTo>
                <a:lnTo>
                  <a:pt x="188146" y="1407869"/>
                </a:lnTo>
                <a:lnTo>
                  <a:pt x="170701" y="1425521"/>
                </a:lnTo>
                <a:lnTo>
                  <a:pt x="150661" y="1440694"/>
                </a:lnTo>
                <a:lnTo>
                  <a:pt x="133216" y="1458662"/>
                </a:lnTo>
                <a:lnTo>
                  <a:pt x="130044" y="1461140"/>
                </a:lnTo>
                <a:lnTo>
                  <a:pt x="127305" y="1463618"/>
                </a:lnTo>
                <a:lnTo>
                  <a:pt x="124422" y="1466097"/>
                </a:lnTo>
                <a:lnTo>
                  <a:pt x="118799" y="1468575"/>
                </a:lnTo>
                <a:lnTo>
                  <a:pt x="115627" y="1471357"/>
                </a:lnTo>
                <a:lnTo>
                  <a:pt x="112744" y="1473835"/>
                </a:lnTo>
                <a:lnTo>
                  <a:pt x="110004" y="1476313"/>
                </a:lnTo>
                <a:lnTo>
                  <a:pt x="107121" y="1478792"/>
                </a:lnTo>
                <a:lnTo>
                  <a:pt x="104237" y="1481270"/>
                </a:lnTo>
                <a:lnTo>
                  <a:pt x="101498" y="1484064"/>
                </a:lnTo>
              </a:path>
            </a:pathLst>
          </a:custGeom>
          <a:ln w="4584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7" name="object 97"/>
          <p:cNvSpPr/>
          <p:nvPr/>
        </p:nvSpPr>
        <p:spPr>
          <a:xfrm>
            <a:off x="7701390" y="5485187"/>
            <a:ext cx="251439" cy="172836"/>
          </a:xfrm>
          <a:custGeom>
            <a:avLst/>
            <a:gdLst/>
            <a:ahLst/>
            <a:cxnLst/>
            <a:rect l="l" t="t" r="r" b="b"/>
            <a:pathLst>
              <a:path w="251439" h="172836">
                <a:moveTo>
                  <a:pt x="251439" y="122031"/>
                </a:moveTo>
                <a:lnTo>
                  <a:pt x="164790" y="0"/>
                </a:lnTo>
                <a:lnTo>
                  <a:pt x="0" y="172836"/>
                </a:lnTo>
                <a:lnTo>
                  <a:pt x="251439" y="1220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8" name="object 98"/>
          <p:cNvSpPr/>
          <p:nvPr/>
        </p:nvSpPr>
        <p:spPr>
          <a:xfrm>
            <a:off x="6186699" y="4135962"/>
            <a:ext cx="942320" cy="808106"/>
          </a:xfrm>
          <a:custGeom>
            <a:avLst/>
            <a:gdLst/>
            <a:ahLst/>
            <a:cxnLst/>
            <a:rect l="l" t="t" r="r" b="b"/>
            <a:pathLst>
              <a:path w="942320" h="808106">
                <a:moveTo>
                  <a:pt x="2883" y="0"/>
                </a:moveTo>
                <a:lnTo>
                  <a:pt x="0" y="25288"/>
                </a:lnTo>
                <a:lnTo>
                  <a:pt x="0" y="48301"/>
                </a:lnTo>
                <a:lnTo>
                  <a:pt x="0" y="71188"/>
                </a:lnTo>
                <a:lnTo>
                  <a:pt x="2883" y="91292"/>
                </a:lnTo>
                <a:lnTo>
                  <a:pt x="6055" y="111776"/>
                </a:lnTo>
                <a:lnTo>
                  <a:pt x="8938" y="132260"/>
                </a:lnTo>
                <a:lnTo>
                  <a:pt x="11678" y="149836"/>
                </a:lnTo>
                <a:lnTo>
                  <a:pt x="14561" y="167538"/>
                </a:lnTo>
                <a:lnTo>
                  <a:pt x="20472" y="182965"/>
                </a:lnTo>
                <a:lnTo>
                  <a:pt x="23356" y="198138"/>
                </a:lnTo>
                <a:lnTo>
                  <a:pt x="28978" y="213311"/>
                </a:lnTo>
                <a:lnTo>
                  <a:pt x="49163" y="269452"/>
                </a:lnTo>
                <a:lnTo>
                  <a:pt x="69347" y="320283"/>
                </a:lnTo>
                <a:lnTo>
                  <a:pt x="92703" y="363274"/>
                </a:lnTo>
                <a:lnTo>
                  <a:pt x="115627" y="403863"/>
                </a:lnTo>
                <a:lnTo>
                  <a:pt x="138983" y="439520"/>
                </a:lnTo>
                <a:lnTo>
                  <a:pt x="161907" y="472649"/>
                </a:lnTo>
                <a:lnTo>
                  <a:pt x="188146" y="500466"/>
                </a:lnTo>
                <a:lnTo>
                  <a:pt x="213954" y="525882"/>
                </a:lnTo>
                <a:lnTo>
                  <a:pt x="237310" y="548768"/>
                </a:lnTo>
                <a:lnTo>
                  <a:pt x="263117" y="571781"/>
                </a:lnTo>
                <a:lnTo>
                  <a:pt x="283301" y="586954"/>
                </a:lnTo>
                <a:lnTo>
                  <a:pt x="303774" y="602128"/>
                </a:lnTo>
                <a:lnTo>
                  <a:pt x="323958" y="617301"/>
                </a:lnTo>
                <a:lnTo>
                  <a:pt x="343998" y="629945"/>
                </a:lnTo>
                <a:lnTo>
                  <a:pt x="364183" y="642716"/>
                </a:lnTo>
                <a:lnTo>
                  <a:pt x="384656" y="652958"/>
                </a:lnTo>
                <a:lnTo>
                  <a:pt x="407723" y="663074"/>
                </a:lnTo>
                <a:lnTo>
                  <a:pt x="430647" y="673316"/>
                </a:lnTo>
                <a:lnTo>
                  <a:pt x="456887" y="683558"/>
                </a:lnTo>
                <a:lnTo>
                  <a:pt x="482982" y="691018"/>
                </a:lnTo>
                <a:lnTo>
                  <a:pt x="508789" y="698731"/>
                </a:lnTo>
                <a:lnTo>
                  <a:pt x="537768" y="706444"/>
                </a:lnTo>
                <a:lnTo>
                  <a:pt x="566747" y="711502"/>
                </a:lnTo>
                <a:lnTo>
                  <a:pt x="595438" y="719215"/>
                </a:lnTo>
                <a:lnTo>
                  <a:pt x="624417" y="724146"/>
                </a:lnTo>
                <a:lnTo>
                  <a:pt x="656279" y="729078"/>
                </a:lnTo>
                <a:lnTo>
                  <a:pt x="685258" y="734388"/>
                </a:lnTo>
                <a:lnTo>
                  <a:pt x="711065" y="739320"/>
                </a:lnTo>
                <a:lnTo>
                  <a:pt x="740044" y="744630"/>
                </a:lnTo>
                <a:lnTo>
                  <a:pt x="763400" y="747033"/>
                </a:lnTo>
                <a:lnTo>
                  <a:pt x="786324" y="751964"/>
                </a:lnTo>
                <a:lnTo>
                  <a:pt x="806508" y="757275"/>
                </a:lnTo>
                <a:lnTo>
                  <a:pt x="826693" y="762206"/>
                </a:lnTo>
                <a:lnTo>
                  <a:pt x="835487" y="767138"/>
                </a:lnTo>
                <a:lnTo>
                  <a:pt x="841254" y="770046"/>
                </a:lnTo>
                <a:lnTo>
                  <a:pt x="850049" y="772448"/>
                </a:lnTo>
                <a:lnTo>
                  <a:pt x="855672" y="774977"/>
                </a:lnTo>
                <a:lnTo>
                  <a:pt x="861295" y="777380"/>
                </a:lnTo>
                <a:lnTo>
                  <a:pt x="870233" y="779908"/>
                </a:lnTo>
                <a:lnTo>
                  <a:pt x="875856" y="785219"/>
                </a:lnTo>
                <a:lnTo>
                  <a:pt x="884651" y="787622"/>
                </a:lnTo>
                <a:lnTo>
                  <a:pt x="890274" y="790150"/>
                </a:lnTo>
                <a:lnTo>
                  <a:pt x="901952" y="795335"/>
                </a:lnTo>
                <a:lnTo>
                  <a:pt x="910458" y="797864"/>
                </a:lnTo>
                <a:lnTo>
                  <a:pt x="922136" y="800392"/>
                </a:lnTo>
                <a:lnTo>
                  <a:pt x="933814" y="805324"/>
                </a:lnTo>
                <a:lnTo>
                  <a:pt x="936698" y="805324"/>
                </a:lnTo>
                <a:lnTo>
                  <a:pt x="939437" y="805324"/>
                </a:lnTo>
                <a:lnTo>
                  <a:pt x="942320" y="805324"/>
                </a:lnTo>
                <a:lnTo>
                  <a:pt x="942320" y="808106"/>
                </a:lnTo>
              </a:path>
            </a:pathLst>
          </a:custGeom>
          <a:ln w="4303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9" name="object 99"/>
          <p:cNvSpPr/>
          <p:nvPr/>
        </p:nvSpPr>
        <p:spPr>
          <a:xfrm>
            <a:off x="7065727" y="4875283"/>
            <a:ext cx="245384" cy="183091"/>
          </a:xfrm>
          <a:custGeom>
            <a:avLst/>
            <a:gdLst/>
            <a:ahLst/>
            <a:cxnLst/>
            <a:rect l="l" t="t" r="r" b="b"/>
            <a:pathLst>
              <a:path w="245384" h="183091">
                <a:moveTo>
                  <a:pt x="95154" y="0"/>
                </a:moveTo>
                <a:lnTo>
                  <a:pt x="0" y="114305"/>
                </a:lnTo>
                <a:lnTo>
                  <a:pt x="245384" y="183091"/>
                </a:lnTo>
                <a:lnTo>
                  <a:pt x="951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0" name="object 100"/>
          <p:cNvSpPr/>
          <p:nvPr/>
        </p:nvSpPr>
        <p:spPr>
          <a:xfrm>
            <a:off x="5848755" y="3658256"/>
            <a:ext cx="453571" cy="398932"/>
          </a:xfrm>
          <a:custGeom>
            <a:avLst/>
            <a:gdLst/>
            <a:ahLst/>
            <a:cxnLst/>
            <a:rect l="l" t="t" r="r" b="b"/>
            <a:pathLst>
              <a:path w="453571" h="398932">
                <a:moveTo>
                  <a:pt x="0" y="198264"/>
                </a:moveTo>
                <a:lnTo>
                  <a:pt x="5622" y="154894"/>
                </a:lnTo>
                <a:lnTo>
                  <a:pt x="20040" y="111903"/>
                </a:lnTo>
                <a:lnTo>
                  <a:pt x="49163" y="73717"/>
                </a:lnTo>
                <a:lnTo>
                  <a:pt x="83765" y="43117"/>
                </a:lnTo>
                <a:lnTo>
                  <a:pt x="126873" y="17702"/>
                </a:lnTo>
                <a:lnTo>
                  <a:pt x="176036" y="4931"/>
                </a:lnTo>
                <a:lnTo>
                  <a:pt x="225199" y="0"/>
                </a:lnTo>
                <a:lnTo>
                  <a:pt x="277534" y="4931"/>
                </a:lnTo>
                <a:lnTo>
                  <a:pt x="323526" y="17702"/>
                </a:lnTo>
                <a:lnTo>
                  <a:pt x="366922" y="43117"/>
                </a:lnTo>
                <a:lnTo>
                  <a:pt x="404407" y="73717"/>
                </a:lnTo>
                <a:lnTo>
                  <a:pt x="430647" y="111903"/>
                </a:lnTo>
                <a:lnTo>
                  <a:pt x="447948" y="154894"/>
                </a:lnTo>
                <a:lnTo>
                  <a:pt x="453571" y="198264"/>
                </a:lnTo>
                <a:lnTo>
                  <a:pt x="447948" y="243784"/>
                </a:lnTo>
                <a:lnTo>
                  <a:pt x="430647" y="287155"/>
                </a:lnTo>
                <a:lnTo>
                  <a:pt x="404407" y="325214"/>
                </a:lnTo>
                <a:lnTo>
                  <a:pt x="366922" y="355561"/>
                </a:lnTo>
                <a:lnTo>
                  <a:pt x="323526" y="378574"/>
                </a:lnTo>
                <a:lnTo>
                  <a:pt x="277534" y="393747"/>
                </a:lnTo>
                <a:lnTo>
                  <a:pt x="225199" y="398932"/>
                </a:lnTo>
                <a:lnTo>
                  <a:pt x="176036" y="393747"/>
                </a:lnTo>
                <a:lnTo>
                  <a:pt x="126873" y="378574"/>
                </a:lnTo>
                <a:lnTo>
                  <a:pt x="83765" y="355561"/>
                </a:lnTo>
                <a:lnTo>
                  <a:pt x="49163" y="325214"/>
                </a:lnTo>
                <a:lnTo>
                  <a:pt x="20040" y="287155"/>
                </a:lnTo>
                <a:lnTo>
                  <a:pt x="5622" y="243784"/>
                </a:lnTo>
                <a:lnTo>
                  <a:pt x="0" y="198264"/>
                </a:lnTo>
                <a:close/>
              </a:path>
            </a:pathLst>
          </a:custGeom>
          <a:ln w="1612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1" name="object 101"/>
          <p:cNvSpPr/>
          <p:nvPr/>
        </p:nvSpPr>
        <p:spPr>
          <a:xfrm>
            <a:off x="4287668" y="3658256"/>
            <a:ext cx="453989" cy="398932"/>
          </a:xfrm>
          <a:custGeom>
            <a:avLst/>
            <a:gdLst/>
            <a:ahLst/>
            <a:cxnLst/>
            <a:rect l="l" t="t" r="r" b="b"/>
            <a:pathLst>
              <a:path w="453989" h="398932">
                <a:moveTo>
                  <a:pt x="0" y="198264"/>
                </a:moveTo>
                <a:lnTo>
                  <a:pt x="6012" y="154894"/>
                </a:lnTo>
                <a:lnTo>
                  <a:pt x="20155" y="111903"/>
                </a:lnTo>
                <a:lnTo>
                  <a:pt x="49148" y="73717"/>
                </a:lnTo>
                <a:lnTo>
                  <a:pt x="83808" y="43117"/>
                </a:lnTo>
                <a:lnTo>
                  <a:pt x="127291" y="17702"/>
                </a:lnTo>
                <a:lnTo>
                  <a:pt x="176440" y="4931"/>
                </a:lnTo>
                <a:lnTo>
                  <a:pt x="225588" y="0"/>
                </a:lnTo>
                <a:lnTo>
                  <a:pt x="277563" y="4931"/>
                </a:lnTo>
                <a:lnTo>
                  <a:pt x="323886" y="17702"/>
                </a:lnTo>
                <a:lnTo>
                  <a:pt x="367009" y="43117"/>
                </a:lnTo>
                <a:lnTo>
                  <a:pt x="404854" y="73717"/>
                </a:lnTo>
                <a:lnTo>
                  <a:pt x="430661" y="111903"/>
                </a:lnTo>
                <a:lnTo>
                  <a:pt x="447991" y="154894"/>
                </a:lnTo>
                <a:lnTo>
                  <a:pt x="453989" y="198264"/>
                </a:lnTo>
                <a:lnTo>
                  <a:pt x="447991" y="243784"/>
                </a:lnTo>
                <a:lnTo>
                  <a:pt x="430661" y="287155"/>
                </a:lnTo>
                <a:lnTo>
                  <a:pt x="404854" y="325214"/>
                </a:lnTo>
                <a:lnTo>
                  <a:pt x="367009" y="355561"/>
                </a:lnTo>
                <a:lnTo>
                  <a:pt x="323886" y="378574"/>
                </a:lnTo>
                <a:lnTo>
                  <a:pt x="277563" y="393747"/>
                </a:lnTo>
                <a:lnTo>
                  <a:pt x="225588" y="398932"/>
                </a:lnTo>
                <a:lnTo>
                  <a:pt x="176440" y="393747"/>
                </a:lnTo>
                <a:lnTo>
                  <a:pt x="127291" y="378574"/>
                </a:lnTo>
                <a:lnTo>
                  <a:pt x="83808" y="355561"/>
                </a:lnTo>
                <a:lnTo>
                  <a:pt x="49148" y="325214"/>
                </a:lnTo>
                <a:lnTo>
                  <a:pt x="20155" y="287155"/>
                </a:lnTo>
                <a:lnTo>
                  <a:pt x="6012" y="243784"/>
                </a:lnTo>
                <a:lnTo>
                  <a:pt x="0" y="198264"/>
                </a:lnTo>
                <a:close/>
              </a:path>
            </a:pathLst>
          </a:custGeom>
          <a:ln w="1612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2" name="object 102"/>
          <p:cNvSpPr/>
          <p:nvPr/>
        </p:nvSpPr>
        <p:spPr>
          <a:xfrm>
            <a:off x="4643374" y="4092592"/>
            <a:ext cx="2106900" cy="1438431"/>
          </a:xfrm>
          <a:custGeom>
            <a:avLst/>
            <a:gdLst/>
            <a:ahLst/>
            <a:cxnLst/>
            <a:rect l="l" t="t" r="r" b="b"/>
            <a:pathLst>
              <a:path w="2106900" h="1438431">
                <a:moveTo>
                  <a:pt x="0" y="0"/>
                </a:moveTo>
                <a:lnTo>
                  <a:pt x="11303" y="28197"/>
                </a:lnTo>
                <a:lnTo>
                  <a:pt x="22981" y="53485"/>
                </a:lnTo>
                <a:lnTo>
                  <a:pt x="34644" y="78901"/>
                </a:lnTo>
                <a:lnTo>
                  <a:pt x="43136" y="104316"/>
                </a:lnTo>
                <a:lnTo>
                  <a:pt x="54800" y="129731"/>
                </a:lnTo>
                <a:lnTo>
                  <a:pt x="66464" y="152618"/>
                </a:lnTo>
                <a:lnTo>
                  <a:pt x="77781" y="175631"/>
                </a:lnTo>
                <a:lnTo>
                  <a:pt x="89445" y="195735"/>
                </a:lnTo>
                <a:lnTo>
                  <a:pt x="101123" y="218622"/>
                </a:lnTo>
                <a:lnTo>
                  <a:pt x="109601" y="239106"/>
                </a:lnTo>
                <a:lnTo>
                  <a:pt x="121279" y="259210"/>
                </a:lnTo>
                <a:lnTo>
                  <a:pt x="132942" y="279694"/>
                </a:lnTo>
                <a:lnTo>
                  <a:pt x="144606" y="299799"/>
                </a:lnTo>
                <a:lnTo>
                  <a:pt x="153098" y="320283"/>
                </a:lnTo>
                <a:lnTo>
                  <a:pt x="187743" y="381229"/>
                </a:lnTo>
                <a:lnTo>
                  <a:pt x="222388" y="439773"/>
                </a:lnTo>
                <a:lnTo>
                  <a:pt x="257047" y="493133"/>
                </a:lnTo>
                <a:lnTo>
                  <a:pt x="291692" y="543837"/>
                </a:lnTo>
                <a:lnTo>
                  <a:pt x="326698" y="592139"/>
                </a:lnTo>
                <a:lnTo>
                  <a:pt x="361357" y="635256"/>
                </a:lnTo>
                <a:lnTo>
                  <a:pt x="393176" y="678626"/>
                </a:lnTo>
                <a:lnTo>
                  <a:pt x="427821" y="716686"/>
                </a:lnTo>
                <a:lnTo>
                  <a:pt x="462452" y="752344"/>
                </a:lnTo>
                <a:lnTo>
                  <a:pt x="499937" y="785219"/>
                </a:lnTo>
                <a:lnTo>
                  <a:pt x="534539" y="815819"/>
                </a:lnTo>
                <a:lnTo>
                  <a:pt x="572024" y="843763"/>
                </a:lnTo>
                <a:lnTo>
                  <a:pt x="609942" y="869052"/>
                </a:lnTo>
                <a:lnTo>
                  <a:pt x="650166" y="894467"/>
                </a:lnTo>
                <a:lnTo>
                  <a:pt x="690823" y="914951"/>
                </a:lnTo>
                <a:lnTo>
                  <a:pt x="725569" y="930124"/>
                </a:lnTo>
                <a:lnTo>
                  <a:pt x="757287" y="945298"/>
                </a:lnTo>
                <a:lnTo>
                  <a:pt x="792033" y="958069"/>
                </a:lnTo>
                <a:lnTo>
                  <a:pt x="829519" y="968184"/>
                </a:lnTo>
                <a:lnTo>
                  <a:pt x="864120" y="978426"/>
                </a:lnTo>
                <a:lnTo>
                  <a:pt x="898722" y="988668"/>
                </a:lnTo>
                <a:lnTo>
                  <a:pt x="936207" y="998531"/>
                </a:lnTo>
                <a:lnTo>
                  <a:pt x="971242" y="1006370"/>
                </a:lnTo>
                <a:lnTo>
                  <a:pt x="1008727" y="1014083"/>
                </a:lnTo>
                <a:lnTo>
                  <a:pt x="1043329" y="1021544"/>
                </a:lnTo>
                <a:lnTo>
                  <a:pt x="1078074" y="1026728"/>
                </a:lnTo>
                <a:lnTo>
                  <a:pt x="1112676" y="1034188"/>
                </a:lnTo>
                <a:lnTo>
                  <a:pt x="1147278" y="1039499"/>
                </a:lnTo>
                <a:lnTo>
                  <a:pt x="1179140" y="1044430"/>
                </a:lnTo>
                <a:lnTo>
                  <a:pt x="1211003" y="1052143"/>
                </a:lnTo>
                <a:lnTo>
                  <a:pt x="1254543" y="1059603"/>
                </a:lnTo>
                <a:lnTo>
                  <a:pt x="1294768" y="1067316"/>
                </a:lnTo>
                <a:lnTo>
                  <a:pt x="1332253" y="1075156"/>
                </a:lnTo>
                <a:lnTo>
                  <a:pt x="1370171" y="1082490"/>
                </a:lnTo>
                <a:lnTo>
                  <a:pt x="1404773" y="1090329"/>
                </a:lnTo>
                <a:lnTo>
                  <a:pt x="1436635" y="1097663"/>
                </a:lnTo>
                <a:lnTo>
                  <a:pt x="1468353" y="1105503"/>
                </a:lnTo>
                <a:lnTo>
                  <a:pt x="1500216" y="1115618"/>
                </a:lnTo>
                <a:lnTo>
                  <a:pt x="1528906" y="1125860"/>
                </a:lnTo>
                <a:lnTo>
                  <a:pt x="1557885" y="1133320"/>
                </a:lnTo>
                <a:lnTo>
                  <a:pt x="1583981" y="1143562"/>
                </a:lnTo>
                <a:lnTo>
                  <a:pt x="1612671" y="1156207"/>
                </a:lnTo>
                <a:lnTo>
                  <a:pt x="1636028" y="1166449"/>
                </a:lnTo>
                <a:lnTo>
                  <a:pt x="1661835" y="1179220"/>
                </a:lnTo>
                <a:lnTo>
                  <a:pt x="1679424" y="1186554"/>
                </a:lnTo>
                <a:lnTo>
                  <a:pt x="1699608" y="1196833"/>
                </a:lnTo>
                <a:lnTo>
                  <a:pt x="1719793" y="1209528"/>
                </a:lnTo>
                <a:lnTo>
                  <a:pt x="1739977" y="1222223"/>
                </a:lnTo>
                <a:lnTo>
                  <a:pt x="1763333" y="1234931"/>
                </a:lnTo>
                <a:lnTo>
                  <a:pt x="1786257" y="1250408"/>
                </a:lnTo>
                <a:lnTo>
                  <a:pt x="1815236" y="1265594"/>
                </a:lnTo>
                <a:lnTo>
                  <a:pt x="1849838" y="1283246"/>
                </a:lnTo>
                <a:lnTo>
                  <a:pt x="1884583" y="1303692"/>
                </a:lnTo>
                <a:lnTo>
                  <a:pt x="1907507" y="1316387"/>
                </a:lnTo>
                <a:lnTo>
                  <a:pt x="1930863" y="1329094"/>
                </a:lnTo>
                <a:lnTo>
                  <a:pt x="1953787" y="1341789"/>
                </a:lnTo>
                <a:lnTo>
                  <a:pt x="1980027" y="1356963"/>
                </a:lnTo>
                <a:lnTo>
                  <a:pt x="2008717" y="1374930"/>
                </a:lnTo>
                <a:lnTo>
                  <a:pt x="2040435" y="1395073"/>
                </a:lnTo>
                <a:lnTo>
                  <a:pt x="2072298" y="1415506"/>
                </a:lnTo>
                <a:lnTo>
                  <a:pt x="2106900" y="1438431"/>
                </a:lnTo>
              </a:path>
            </a:pathLst>
          </a:custGeom>
          <a:ln w="4243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3" name="object 103"/>
          <p:cNvSpPr/>
          <p:nvPr/>
        </p:nvSpPr>
        <p:spPr>
          <a:xfrm>
            <a:off x="6681071" y="5464741"/>
            <a:ext cx="240049" cy="193282"/>
          </a:xfrm>
          <a:custGeom>
            <a:avLst/>
            <a:gdLst/>
            <a:ahLst/>
            <a:cxnLst/>
            <a:rect l="l" t="t" r="r" b="b"/>
            <a:pathLst>
              <a:path w="240049" h="193282">
                <a:moveTo>
                  <a:pt x="107121" y="0"/>
                </a:moveTo>
                <a:lnTo>
                  <a:pt x="0" y="109336"/>
                </a:lnTo>
                <a:lnTo>
                  <a:pt x="240049" y="193282"/>
                </a:lnTo>
                <a:lnTo>
                  <a:pt x="1071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4" name="object 104"/>
          <p:cNvSpPr/>
          <p:nvPr/>
        </p:nvSpPr>
        <p:spPr>
          <a:xfrm>
            <a:off x="6903820" y="4583196"/>
            <a:ext cx="77709" cy="25415"/>
          </a:xfrm>
          <a:custGeom>
            <a:avLst/>
            <a:gdLst/>
            <a:ahLst/>
            <a:cxnLst/>
            <a:rect l="l" t="t" r="r" b="b"/>
            <a:pathLst>
              <a:path w="77709" h="25415">
                <a:moveTo>
                  <a:pt x="0" y="25415"/>
                </a:moveTo>
                <a:lnTo>
                  <a:pt x="77709" y="0"/>
                </a:lnTo>
              </a:path>
            </a:pathLst>
          </a:custGeom>
          <a:ln w="1037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5" name="object 105"/>
          <p:cNvSpPr/>
          <p:nvPr/>
        </p:nvSpPr>
        <p:spPr>
          <a:xfrm>
            <a:off x="7030693" y="4557781"/>
            <a:ext cx="81025" cy="12770"/>
          </a:xfrm>
          <a:custGeom>
            <a:avLst/>
            <a:gdLst/>
            <a:ahLst/>
            <a:cxnLst/>
            <a:rect l="l" t="t" r="r" b="b"/>
            <a:pathLst>
              <a:path w="81025" h="12770">
                <a:moveTo>
                  <a:pt x="0" y="12770"/>
                </a:moveTo>
                <a:lnTo>
                  <a:pt x="40657" y="4931"/>
                </a:lnTo>
                <a:lnTo>
                  <a:pt x="81025" y="0"/>
                </a:lnTo>
              </a:path>
            </a:pathLst>
          </a:custGeom>
          <a:ln w="1026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6" name="object 106"/>
          <p:cNvSpPr/>
          <p:nvPr/>
        </p:nvSpPr>
        <p:spPr>
          <a:xfrm>
            <a:off x="7163621" y="4552470"/>
            <a:ext cx="84197" cy="0"/>
          </a:xfrm>
          <a:custGeom>
            <a:avLst/>
            <a:gdLst/>
            <a:ahLst/>
            <a:cxnLst/>
            <a:rect l="l" t="t" r="r" b="b"/>
            <a:pathLst>
              <a:path w="84197" h="0">
                <a:moveTo>
                  <a:pt x="0" y="0"/>
                </a:moveTo>
                <a:lnTo>
                  <a:pt x="84197" y="0"/>
                </a:lnTo>
              </a:path>
            </a:pathLst>
          </a:custGeom>
          <a:ln w="1023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7" name="object 107"/>
          <p:cNvSpPr/>
          <p:nvPr/>
        </p:nvSpPr>
        <p:spPr>
          <a:xfrm>
            <a:off x="7559667" y="4621256"/>
            <a:ext cx="72519" cy="32875"/>
          </a:xfrm>
          <a:custGeom>
            <a:avLst/>
            <a:gdLst/>
            <a:ahLst/>
            <a:cxnLst/>
            <a:rect l="l" t="t" r="r" b="b"/>
            <a:pathLst>
              <a:path w="72519" h="32875">
                <a:moveTo>
                  <a:pt x="0" y="0"/>
                </a:moveTo>
                <a:lnTo>
                  <a:pt x="57957" y="25415"/>
                </a:lnTo>
                <a:lnTo>
                  <a:pt x="72519" y="32875"/>
                </a:lnTo>
              </a:path>
            </a:pathLst>
          </a:custGeom>
          <a:ln w="1047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8" name="object 108"/>
          <p:cNvSpPr/>
          <p:nvPr/>
        </p:nvSpPr>
        <p:spPr>
          <a:xfrm>
            <a:off x="7675294" y="4679547"/>
            <a:ext cx="69636" cy="40841"/>
          </a:xfrm>
          <a:custGeom>
            <a:avLst/>
            <a:gdLst/>
            <a:ahLst/>
            <a:cxnLst/>
            <a:rect l="l" t="t" r="r" b="b"/>
            <a:pathLst>
              <a:path w="69636" h="40841">
                <a:moveTo>
                  <a:pt x="0" y="0"/>
                </a:moveTo>
                <a:lnTo>
                  <a:pt x="26095" y="13023"/>
                </a:lnTo>
                <a:lnTo>
                  <a:pt x="69636" y="40841"/>
                </a:lnTo>
              </a:path>
            </a:pathLst>
          </a:custGeom>
          <a:ln w="106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9" name="object 109"/>
          <p:cNvSpPr/>
          <p:nvPr/>
        </p:nvSpPr>
        <p:spPr>
          <a:xfrm>
            <a:off x="7788038" y="4748332"/>
            <a:ext cx="60841" cy="48301"/>
          </a:xfrm>
          <a:custGeom>
            <a:avLst/>
            <a:gdLst/>
            <a:ahLst/>
            <a:cxnLst/>
            <a:rect l="l" t="t" r="r" b="b"/>
            <a:pathLst>
              <a:path w="60841" h="48301">
                <a:moveTo>
                  <a:pt x="0" y="0"/>
                </a:moveTo>
                <a:lnTo>
                  <a:pt x="60841" y="48301"/>
                </a:lnTo>
              </a:path>
            </a:pathLst>
          </a:custGeom>
          <a:ln w="1078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0" name="object 110"/>
          <p:cNvSpPr/>
          <p:nvPr/>
        </p:nvSpPr>
        <p:spPr>
          <a:xfrm>
            <a:off x="7883482" y="4829383"/>
            <a:ext cx="54930" cy="53612"/>
          </a:xfrm>
          <a:custGeom>
            <a:avLst/>
            <a:gdLst/>
            <a:ahLst/>
            <a:cxnLst/>
            <a:rect l="l" t="t" r="r" b="b"/>
            <a:pathLst>
              <a:path w="54930" h="53612">
                <a:moveTo>
                  <a:pt x="0" y="0"/>
                </a:moveTo>
                <a:lnTo>
                  <a:pt x="49163" y="45899"/>
                </a:lnTo>
                <a:lnTo>
                  <a:pt x="54930" y="53612"/>
                </a:lnTo>
              </a:path>
            </a:pathLst>
          </a:custGeom>
          <a:ln w="1093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1" name="object 111"/>
          <p:cNvSpPr/>
          <p:nvPr/>
        </p:nvSpPr>
        <p:spPr>
          <a:xfrm>
            <a:off x="7970130" y="4918653"/>
            <a:ext cx="46424" cy="60693"/>
          </a:xfrm>
          <a:custGeom>
            <a:avLst/>
            <a:gdLst/>
            <a:ahLst/>
            <a:cxnLst/>
            <a:rect l="l" t="t" r="r" b="b"/>
            <a:pathLst>
              <a:path w="46424" h="60693">
                <a:moveTo>
                  <a:pt x="0" y="0"/>
                </a:moveTo>
                <a:lnTo>
                  <a:pt x="26239" y="30346"/>
                </a:lnTo>
                <a:lnTo>
                  <a:pt x="46424" y="60693"/>
                </a:lnTo>
              </a:path>
            </a:pathLst>
          </a:custGeom>
          <a:ln w="1113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2" name="object 112"/>
          <p:cNvSpPr/>
          <p:nvPr/>
        </p:nvSpPr>
        <p:spPr>
          <a:xfrm>
            <a:off x="8045533" y="5017785"/>
            <a:ext cx="40224" cy="63475"/>
          </a:xfrm>
          <a:custGeom>
            <a:avLst/>
            <a:gdLst/>
            <a:ahLst/>
            <a:cxnLst/>
            <a:rect l="l" t="t" r="r" b="b"/>
            <a:pathLst>
              <a:path w="40224" h="63475">
                <a:moveTo>
                  <a:pt x="0" y="0"/>
                </a:moveTo>
                <a:lnTo>
                  <a:pt x="8362" y="9862"/>
                </a:lnTo>
                <a:lnTo>
                  <a:pt x="40224" y="63475"/>
                </a:lnTo>
              </a:path>
            </a:pathLst>
          </a:custGeom>
          <a:ln w="1125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3" name="object 113"/>
          <p:cNvSpPr/>
          <p:nvPr/>
        </p:nvSpPr>
        <p:spPr>
          <a:xfrm>
            <a:off x="8109114" y="5121849"/>
            <a:ext cx="31862" cy="68406"/>
          </a:xfrm>
          <a:custGeom>
            <a:avLst/>
            <a:gdLst/>
            <a:ahLst/>
            <a:cxnLst/>
            <a:rect l="l" t="t" r="r" b="b"/>
            <a:pathLst>
              <a:path w="31862" h="68406">
                <a:moveTo>
                  <a:pt x="0" y="0"/>
                </a:moveTo>
                <a:lnTo>
                  <a:pt x="31862" y="68406"/>
                </a:lnTo>
              </a:path>
            </a:pathLst>
          </a:custGeom>
          <a:ln w="1141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4" name="object 114"/>
          <p:cNvSpPr/>
          <p:nvPr/>
        </p:nvSpPr>
        <p:spPr>
          <a:xfrm>
            <a:off x="8155394" y="5233626"/>
            <a:ext cx="23067" cy="71276"/>
          </a:xfrm>
          <a:custGeom>
            <a:avLst/>
            <a:gdLst/>
            <a:ahLst/>
            <a:cxnLst/>
            <a:rect l="l" t="t" r="r" b="b"/>
            <a:pathLst>
              <a:path w="23067" h="71276">
                <a:moveTo>
                  <a:pt x="0" y="0"/>
                </a:moveTo>
                <a:lnTo>
                  <a:pt x="20184" y="55799"/>
                </a:lnTo>
                <a:lnTo>
                  <a:pt x="23067" y="71276"/>
                </a:lnTo>
              </a:path>
            </a:pathLst>
          </a:custGeom>
          <a:ln w="1153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5" name="object 115"/>
          <p:cNvSpPr/>
          <p:nvPr/>
        </p:nvSpPr>
        <p:spPr>
          <a:xfrm>
            <a:off x="8190140" y="5347957"/>
            <a:ext cx="14417" cy="71251"/>
          </a:xfrm>
          <a:custGeom>
            <a:avLst/>
            <a:gdLst/>
            <a:ahLst/>
            <a:cxnLst/>
            <a:rect l="l" t="t" r="r" b="b"/>
            <a:pathLst>
              <a:path w="14417" h="71251">
                <a:moveTo>
                  <a:pt x="0" y="0"/>
                </a:moveTo>
                <a:lnTo>
                  <a:pt x="8506" y="33153"/>
                </a:lnTo>
                <a:lnTo>
                  <a:pt x="14417" y="71251"/>
                </a:lnTo>
              </a:path>
            </a:pathLst>
          </a:custGeom>
          <a:ln w="1161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6" name="object 116"/>
          <p:cNvSpPr/>
          <p:nvPr/>
        </p:nvSpPr>
        <p:spPr>
          <a:xfrm>
            <a:off x="8213063" y="5464741"/>
            <a:ext cx="2883" cy="73717"/>
          </a:xfrm>
          <a:custGeom>
            <a:avLst/>
            <a:gdLst/>
            <a:ahLst/>
            <a:cxnLst/>
            <a:rect l="l" t="t" r="r" b="b"/>
            <a:pathLst>
              <a:path w="2883" h="73717">
                <a:moveTo>
                  <a:pt x="0" y="0"/>
                </a:moveTo>
                <a:lnTo>
                  <a:pt x="0" y="7738"/>
                </a:lnTo>
                <a:lnTo>
                  <a:pt x="2883" y="73717"/>
                </a:lnTo>
              </a:path>
            </a:pathLst>
          </a:custGeom>
          <a:ln w="1166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7" name="object 117"/>
          <p:cNvSpPr/>
          <p:nvPr/>
        </p:nvSpPr>
        <p:spPr>
          <a:xfrm>
            <a:off x="8210180" y="5584307"/>
            <a:ext cx="5766" cy="73717"/>
          </a:xfrm>
          <a:custGeom>
            <a:avLst/>
            <a:gdLst/>
            <a:ahLst/>
            <a:cxnLst/>
            <a:rect l="l" t="t" r="r" b="b"/>
            <a:pathLst>
              <a:path w="5766" h="73717">
                <a:moveTo>
                  <a:pt x="5766" y="0"/>
                </a:moveTo>
                <a:lnTo>
                  <a:pt x="0" y="68444"/>
                </a:lnTo>
                <a:lnTo>
                  <a:pt x="0" y="73717"/>
                </a:lnTo>
              </a:path>
            </a:pathLst>
          </a:custGeom>
          <a:ln w="1165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8" name="object 118"/>
          <p:cNvSpPr/>
          <p:nvPr/>
        </p:nvSpPr>
        <p:spPr>
          <a:xfrm>
            <a:off x="8186968" y="5703557"/>
            <a:ext cx="14417" cy="71238"/>
          </a:xfrm>
          <a:custGeom>
            <a:avLst/>
            <a:gdLst/>
            <a:ahLst/>
            <a:cxnLst/>
            <a:rect l="l" t="t" r="r" b="b"/>
            <a:pathLst>
              <a:path w="14417" h="71238">
                <a:moveTo>
                  <a:pt x="14417" y="0"/>
                </a:moveTo>
                <a:lnTo>
                  <a:pt x="8794" y="35619"/>
                </a:lnTo>
                <a:lnTo>
                  <a:pt x="0" y="71238"/>
                </a:lnTo>
              </a:path>
            </a:pathLst>
          </a:custGeom>
          <a:ln w="1161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9" name="object 119"/>
          <p:cNvSpPr/>
          <p:nvPr/>
        </p:nvSpPr>
        <p:spPr>
          <a:xfrm>
            <a:off x="8143716" y="5818166"/>
            <a:ext cx="29123" cy="68456"/>
          </a:xfrm>
          <a:custGeom>
            <a:avLst/>
            <a:gdLst/>
            <a:ahLst/>
            <a:cxnLst/>
            <a:rect l="l" t="t" r="r" b="b"/>
            <a:pathLst>
              <a:path w="29123" h="68456">
                <a:moveTo>
                  <a:pt x="29123" y="0"/>
                </a:moveTo>
                <a:lnTo>
                  <a:pt x="29123" y="4956"/>
                </a:lnTo>
                <a:lnTo>
                  <a:pt x="0" y="68456"/>
                </a:lnTo>
              </a:path>
            </a:pathLst>
          </a:custGeom>
          <a:ln w="1144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0" name="object 120"/>
          <p:cNvSpPr/>
          <p:nvPr/>
        </p:nvSpPr>
        <p:spPr>
          <a:xfrm>
            <a:off x="8083018" y="5927199"/>
            <a:ext cx="40657" cy="63500"/>
          </a:xfrm>
          <a:custGeom>
            <a:avLst/>
            <a:gdLst/>
            <a:ahLst/>
            <a:cxnLst/>
            <a:rect l="l" t="t" r="r" b="b"/>
            <a:pathLst>
              <a:path w="40657" h="63500">
                <a:moveTo>
                  <a:pt x="40657" y="0"/>
                </a:moveTo>
                <a:lnTo>
                  <a:pt x="11678" y="48314"/>
                </a:lnTo>
                <a:lnTo>
                  <a:pt x="0" y="63500"/>
                </a:lnTo>
              </a:path>
            </a:pathLst>
          </a:custGeom>
          <a:ln w="1125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1" name="object 121"/>
          <p:cNvSpPr/>
          <p:nvPr/>
        </p:nvSpPr>
        <p:spPr>
          <a:xfrm>
            <a:off x="8004876" y="6029100"/>
            <a:ext cx="52335" cy="55761"/>
          </a:xfrm>
          <a:custGeom>
            <a:avLst/>
            <a:gdLst/>
            <a:ahLst/>
            <a:cxnLst/>
            <a:rect l="l" t="t" r="r" b="b"/>
            <a:pathLst>
              <a:path w="52335" h="55761">
                <a:moveTo>
                  <a:pt x="52335" y="0"/>
                </a:moveTo>
                <a:lnTo>
                  <a:pt x="40657" y="15185"/>
                </a:lnTo>
                <a:lnTo>
                  <a:pt x="0" y="55761"/>
                </a:lnTo>
              </a:path>
            </a:pathLst>
          </a:custGeom>
          <a:ln w="1099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2" name="object 122"/>
          <p:cNvSpPr/>
          <p:nvPr/>
        </p:nvSpPr>
        <p:spPr>
          <a:xfrm>
            <a:off x="7909721" y="6118003"/>
            <a:ext cx="60408" cy="48314"/>
          </a:xfrm>
          <a:custGeom>
            <a:avLst/>
            <a:gdLst/>
            <a:ahLst/>
            <a:cxnLst/>
            <a:rect l="l" t="t" r="r" b="b"/>
            <a:pathLst>
              <a:path w="60408" h="48314">
                <a:moveTo>
                  <a:pt x="60408" y="0"/>
                </a:moveTo>
                <a:lnTo>
                  <a:pt x="11245" y="40575"/>
                </a:lnTo>
                <a:lnTo>
                  <a:pt x="0" y="48314"/>
                </a:lnTo>
              </a:path>
            </a:pathLst>
          </a:custGeom>
          <a:ln w="1079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3" name="object 123"/>
          <p:cNvSpPr/>
          <p:nvPr/>
        </p:nvSpPr>
        <p:spPr>
          <a:xfrm>
            <a:off x="7796977" y="6191720"/>
            <a:ext cx="69203" cy="38097"/>
          </a:xfrm>
          <a:custGeom>
            <a:avLst/>
            <a:gdLst/>
            <a:ahLst/>
            <a:cxnLst/>
            <a:rect l="l" t="t" r="r" b="b"/>
            <a:pathLst>
              <a:path w="69203" h="38097">
                <a:moveTo>
                  <a:pt x="69203" y="0"/>
                </a:moveTo>
                <a:lnTo>
                  <a:pt x="51902" y="12695"/>
                </a:lnTo>
                <a:lnTo>
                  <a:pt x="0" y="38097"/>
                </a:lnTo>
              </a:path>
            </a:pathLst>
          </a:custGeom>
          <a:ln w="1056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4" name="object 124"/>
          <p:cNvSpPr/>
          <p:nvPr/>
        </p:nvSpPr>
        <p:spPr>
          <a:xfrm>
            <a:off x="7672411" y="6249961"/>
            <a:ext cx="78142" cy="22911"/>
          </a:xfrm>
          <a:custGeom>
            <a:avLst/>
            <a:gdLst/>
            <a:ahLst/>
            <a:cxnLst/>
            <a:rect l="l" t="t" r="r" b="b"/>
            <a:pathLst>
              <a:path w="78142" h="22911">
                <a:moveTo>
                  <a:pt x="78142" y="0"/>
                </a:moveTo>
                <a:lnTo>
                  <a:pt x="14561" y="20433"/>
                </a:lnTo>
                <a:lnTo>
                  <a:pt x="0" y="22911"/>
                </a:lnTo>
              </a:path>
            </a:pathLst>
          </a:custGeom>
          <a:ln w="1034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5" name="object 125"/>
          <p:cNvSpPr/>
          <p:nvPr/>
        </p:nvSpPr>
        <p:spPr>
          <a:xfrm>
            <a:off x="7542366" y="6285580"/>
            <a:ext cx="80881" cy="12695"/>
          </a:xfrm>
          <a:custGeom>
            <a:avLst/>
            <a:gdLst/>
            <a:ahLst/>
            <a:cxnLst/>
            <a:rect l="l" t="t" r="r" b="b"/>
            <a:pathLst>
              <a:path w="80881" h="12695">
                <a:moveTo>
                  <a:pt x="80881" y="0"/>
                </a:moveTo>
                <a:lnTo>
                  <a:pt x="57957" y="4956"/>
                </a:lnTo>
                <a:lnTo>
                  <a:pt x="0" y="12695"/>
                </a:lnTo>
              </a:path>
            </a:pathLst>
          </a:custGeom>
          <a:ln w="1026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6" name="object 126"/>
          <p:cNvSpPr/>
          <p:nvPr/>
        </p:nvSpPr>
        <p:spPr>
          <a:xfrm>
            <a:off x="7406554" y="6298275"/>
            <a:ext cx="83765" cy="2478"/>
          </a:xfrm>
          <a:custGeom>
            <a:avLst/>
            <a:gdLst/>
            <a:ahLst/>
            <a:cxnLst/>
            <a:rect l="l" t="t" r="r" b="b"/>
            <a:pathLst>
              <a:path w="83765" h="2478">
                <a:moveTo>
                  <a:pt x="83765" y="2478"/>
                </a:moveTo>
                <a:lnTo>
                  <a:pt x="14561" y="2478"/>
                </a:lnTo>
                <a:lnTo>
                  <a:pt x="0" y="0"/>
                </a:lnTo>
              </a:path>
            </a:pathLst>
          </a:custGeom>
          <a:ln w="1023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7" name="object 127"/>
          <p:cNvSpPr/>
          <p:nvPr/>
        </p:nvSpPr>
        <p:spPr>
          <a:xfrm>
            <a:off x="7273626" y="6277829"/>
            <a:ext cx="81025" cy="15489"/>
          </a:xfrm>
          <a:custGeom>
            <a:avLst/>
            <a:gdLst/>
            <a:ahLst/>
            <a:cxnLst/>
            <a:rect l="l" t="t" r="r" b="b"/>
            <a:pathLst>
              <a:path w="81025" h="15489">
                <a:moveTo>
                  <a:pt x="81025" y="15489"/>
                </a:moveTo>
                <a:lnTo>
                  <a:pt x="54786" y="12707"/>
                </a:lnTo>
                <a:lnTo>
                  <a:pt x="0" y="0"/>
                </a:lnTo>
              </a:path>
            </a:pathLst>
          </a:custGeom>
          <a:ln w="1028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8" name="object 128"/>
          <p:cNvSpPr/>
          <p:nvPr/>
        </p:nvSpPr>
        <p:spPr>
          <a:xfrm>
            <a:off x="7146320" y="6242526"/>
            <a:ext cx="78142" cy="22608"/>
          </a:xfrm>
          <a:custGeom>
            <a:avLst/>
            <a:gdLst/>
            <a:ahLst/>
            <a:cxnLst/>
            <a:rect l="l" t="t" r="r" b="b"/>
            <a:pathLst>
              <a:path w="78142" h="22608">
                <a:moveTo>
                  <a:pt x="78142" y="22608"/>
                </a:moveTo>
                <a:lnTo>
                  <a:pt x="0" y="0"/>
                </a:lnTo>
              </a:path>
            </a:pathLst>
          </a:custGeom>
          <a:ln w="1034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9" name="object 129"/>
          <p:cNvSpPr/>
          <p:nvPr/>
        </p:nvSpPr>
        <p:spPr>
          <a:xfrm>
            <a:off x="7025070" y="6191720"/>
            <a:ext cx="75258" cy="32837"/>
          </a:xfrm>
          <a:custGeom>
            <a:avLst/>
            <a:gdLst/>
            <a:ahLst/>
            <a:cxnLst/>
            <a:rect l="l" t="t" r="r" b="b"/>
            <a:pathLst>
              <a:path w="75258" h="32837">
                <a:moveTo>
                  <a:pt x="75258" y="32837"/>
                </a:moveTo>
                <a:lnTo>
                  <a:pt x="31862" y="15173"/>
                </a:lnTo>
                <a:lnTo>
                  <a:pt x="0" y="0"/>
                </a:lnTo>
              </a:path>
            </a:pathLst>
          </a:custGeom>
          <a:ln w="1046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0" name="object 130"/>
          <p:cNvSpPr/>
          <p:nvPr/>
        </p:nvSpPr>
        <p:spPr>
          <a:xfrm>
            <a:off x="6915065" y="6122960"/>
            <a:ext cx="66464" cy="43357"/>
          </a:xfrm>
          <a:custGeom>
            <a:avLst/>
            <a:gdLst/>
            <a:ahLst/>
            <a:cxnLst/>
            <a:rect l="l" t="t" r="r" b="b"/>
            <a:pathLst>
              <a:path w="66464" h="43357">
                <a:moveTo>
                  <a:pt x="66464" y="43357"/>
                </a:moveTo>
                <a:lnTo>
                  <a:pt x="55218" y="38097"/>
                </a:lnTo>
                <a:lnTo>
                  <a:pt x="0" y="0"/>
                </a:lnTo>
              </a:path>
            </a:pathLst>
          </a:custGeom>
          <a:ln w="1066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1" name="object 131"/>
          <p:cNvSpPr/>
          <p:nvPr/>
        </p:nvSpPr>
        <p:spPr>
          <a:xfrm>
            <a:off x="6813999" y="6044286"/>
            <a:ext cx="60841" cy="50792"/>
          </a:xfrm>
          <a:custGeom>
            <a:avLst/>
            <a:gdLst/>
            <a:ahLst/>
            <a:cxnLst/>
            <a:rect l="l" t="t" r="r" b="b"/>
            <a:pathLst>
              <a:path w="60841" h="50792">
                <a:moveTo>
                  <a:pt x="60841" y="50792"/>
                </a:moveTo>
                <a:lnTo>
                  <a:pt x="0" y="0"/>
                </a:lnTo>
              </a:path>
            </a:pathLst>
          </a:custGeom>
          <a:ln w="1082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2" name="object 132"/>
          <p:cNvSpPr/>
          <p:nvPr/>
        </p:nvSpPr>
        <p:spPr>
          <a:xfrm>
            <a:off x="6813999" y="6044286"/>
            <a:ext cx="60841" cy="50792"/>
          </a:xfrm>
          <a:custGeom>
            <a:avLst/>
            <a:gdLst/>
            <a:ahLst/>
            <a:cxnLst/>
            <a:rect l="l" t="t" r="r" b="b"/>
            <a:pathLst>
              <a:path w="60841" h="50792">
                <a:moveTo>
                  <a:pt x="60841" y="50792"/>
                </a:moveTo>
                <a:lnTo>
                  <a:pt x="0" y="0"/>
                </a:lnTo>
              </a:path>
            </a:pathLst>
          </a:custGeom>
          <a:ln w="1082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3" name="object 133"/>
          <p:cNvSpPr/>
          <p:nvPr/>
        </p:nvSpPr>
        <p:spPr>
          <a:xfrm>
            <a:off x="6724467" y="5957861"/>
            <a:ext cx="54786" cy="53271"/>
          </a:xfrm>
          <a:custGeom>
            <a:avLst/>
            <a:gdLst/>
            <a:ahLst/>
            <a:cxnLst/>
            <a:rect l="l" t="t" r="r" b="b"/>
            <a:pathLst>
              <a:path w="54786" h="53271">
                <a:moveTo>
                  <a:pt x="54786" y="53271"/>
                </a:moveTo>
                <a:lnTo>
                  <a:pt x="17445" y="20129"/>
                </a:lnTo>
                <a:lnTo>
                  <a:pt x="0" y="0"/>
                </a:lnTo>
              </a:path>
            </a:pathLst>
          </a:custGeom>
          <a:ln w="1093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4" name="object 134"/>
          <p:cNvSpPr/>
          <p:nvPr/>
        </p:nvSpPr>
        <p:spPr>
          <a:xfrm>
            <a:off x="6646325" y="5858742"/>
            <a:ext cx="46424" cy="61022"/>
          </a:xfrm>
          <a:custGeom>
            <a:avLst/>
            <a:gdLst/>
            <a:ahLst/>
            <a:cxnLst/>
            <a:rect l="l" t="t" r="r" b="b"/>
            <a:pathLst>
              <a:path w="46424" h="61022">
                <a:moveTo>
                  <a:pt x="46424" y="61022"/>
                </a:moveTo>
                <a:lnTo>
                  <a:pt x="31862" y="43054"/>
                </a:lnTo>
                <a:lnTo>
                  <a:pt x="0" y="0"/>
                </a:lnTo>
              </a:path>
            </a:pathLst>
          </a:custGeom>
          <a:ln w="1114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5" name="object 135"/>
          <p:cNvSpPr/>
          <p:nvPr/>
        </p:nvSpPr>
        <p:spPr>
          <a:xfrm>
            <a:off x="6579861" y="5754665"/>
            <a:ext cx="37485" cy="65978"/>
          </a:xfrm>
          <a:custGeom>
            <a:avLst/>
            <a:gdLst/>
            <a:ahLst/>
            <a:cxnLst/>
            <a:rect l="l" t="t" r="r" b="b"/>
            <a:pathLst>
              <a:path w="37485" h="65978">
                <a:moveTo>
                  <a:pt x="37485" y="65978"/>
                </a:moveTo>
                <a:lnTo>
                  <a:pt x="0" y="0"/>
                </a:lnTo>
              </a:path>
            </a:pathLst>
          </a:custGeom>
          <a:ln w="1131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6" name="object 136"/>
          <p:cNvSpPr/>
          <p:nvPr/>
        </p:nvSpPr>
        <p:spPr>
          <a:xfrm>
            <a:off x="6527958" y="5645316"/>
            <a:ext cx="31862" cy="68456"/>
          </a:xfrm>
          <a:custGeom>
            <a:avLst/>
            <a:gdLst/>
            <a:ahLst/>
            <a:cxnLst/>
            <a:rect l="l" t="t" r="r" b="b"/>
            <a:pathLst>
              <a:path w="31862" h="68456">
                <a:moveTo>
                  <a:pt x="31862" y="68456"/>
                </a:moveTo>
                <a:lnTo>
                  <a:pt x="2739" y="7434"/>
                </a:lnTo>
                <a:lnTo>
                  <a:pt x="0" y="0"/>
                </a:lnTo>
              </a:path>
            </a:pathLst>
          </a:custGeom>
          <a:ln w="1141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7" name="object 137"/>
          <p:cNvSpPr/>
          <p:nvPr/>
        </p:nvSpPr>
        <p:spPr>
          <a:xfrm>
            <a:off x="6487301" y="5531023"/>
            <a:ext cx="23356" cy="70935"/>
          </a:xfrm>
          <a:custGeom>
            <a:avLst/>
            <a:gdLst/>
            <a:ahLst/>
            <a:cxnLst/>
            <a:rect l="l" t="t" r="r" b="b"/>
            <a:pathLst>
              <a:path w="23356" h="70935">
                <a:moveTo>
                  <a:pt x="23356" y="70935"/>
                </a:moveTo>
                <a:lnTo>
                  <a:pt x="8794" y="32837"/>
                </a:lnTo>
                <a:lnTo>
                  <a:pt x="0" y="0"/>
                </a:lnTo>
              </a:path>
            </a:pathLst>
          </a:custGeom>
          <a:ln w="1152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8" name="object 138"/>
          <p:cNvSpPr/>
          <p:nvPr/>
        </p:nvSpPr>
        <p:spPr>
          <a:xfrm>
            <a:off x="6464233" y="5411457"/>
            <a:ext cx="11678" cy="73729"/>
          </a:xfrm>
          <a:custGeom>
            <a:avLst/>
            <a:gdLst/>
            <a:ahLst/>
            <a:cxnLst/>
            <a:rect l="l" t="t" r="r" b="b"/>
            <a:pathLst>
              <a:path w="11678" h="73729">
                <a:moveTo>
                  <a:pt x="11678" y="73729"/>
                </a:moveTo>
                <a:lnTo>
                  <a:pt x="8938" y="61022"/>
                </a:lnTo>
                <a:lnTo>
                  <a:pt x="0" y="0"/>
                </a:lnTo>
              </a:path>
            </a:pathLst>
          </a:custGeom>
          <a:ln w="1163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9" name="object 139"/>
          <p:cNvSpPr/>
          <p:nvPr/>
        </p:nvSpPr>
        <p:spPr>
          <a:xfrm>
            <a:off x="6455871" y="5292208"/>
            <a:ext cx="5622" cy="73413"/>
          </a:xfrm>
          <a:custGeom>
            <a:avLst/>
            <a:gdLst/>
            <a:ahLst/>
            <a:cxnLst/>
            <a:rect l="l" t="t" r="r" b="b"/>
            <a:pathLst>
              <a:path w="5622" h="73413">
                <a:moveTo>
                  <a:pt x="5622" y="73413"/>
                </a:moveTo>
                <a:lnTo>
                  <a:pt x="0" y="0"/>
                </a:lnTo>
              </a:path>
            </a:pathLst>
          </a:custGeom>
          <a:ln w="1165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0" name="object 140"/>
          <p:cNvSpPr/>
          <p:nvPr/>
        </p:nvSpPr>
        <p:spPr>
          <a:xfrm>
            <a:off x="6458611" y="5172680"/>
            <a:ext cx="8506" cy="73717"/>
          </a:xfrm>
          <a:custGeom>
            <a:avLst/>
            <a:gdLst/>
            <a:ahLst/>
            <a:cxnLst/>
            <a:rect l="l" t="t" r="r" b="b"/>
            <a:pathLst>
              <a:path w="8506" h="73717">
                <a:moveTo>
                  <a:pt x="0" y="73717"/>
                </a:moveTo>
                <a:lnTo>
                  <a:pt x="2883" y="27817"/>
                </a:lnTo>
                <a:lnTo>
                  <a:pt x="8506" y="0"/>
                </a:lnTo>
              </a:path>
            </a:pathLst>
          </a:custGeom>
          <a:ln w="1164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1" name="object 141"/>
          <p:cNvSpPr/>
          <p:nvPr/>
        </p:nvSpPr>
        <p:spPr>
          <a:xfrm>
            <a:off x="6475912" y="5055845"/>
            <a:ext cx="20184" cy="70935"/>
          </a:xfrm>
          <a:custGeom>
            <a:avLst/>
            <a:gdLst/>
            <a:ahLst/>
            <a:cxnLst/>
            <a:rect l="l" t="t" r="r" b="b"/>
            <a:pathLst>
              <a:path w="20184" h="70935">
                <a:moveTo>
                  <a:pt x="0" y="70935"/>
                </a:moveTo>
                <a:lnTo>
                  <a:pt x="2883" y="58290"/>
                </a:lnTo>
                <a:lnTo>
                  <a:pt x="20184" y="0"/>
                </a:lnTo>
              </a:path>
            </a:pathLst>
          </a:custGeom>
          <a:ln w="1156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2" name="object 142"/>
          <p:cNvSpPr/>
          <p:nvPr/>
        </p:nvSpPr>
        <p:spPr>
          <a:xfrm>
            <a:off x="6510657" y="4944068"/>
            <a:ext cx="28978" cy="68406"/>
          </a:xfrm>
          <a:custGeom>
            <a:avLst/>
            <a:gdLst/>
            <a:ahLst/>
            <a:cxnLst/>
            <a:rect l="l" t="t" r="r" b="b"/>
            <a:pathLst>
              <a:path w="28978" h="68406">
                <a:moveTo>
                  <a:pt x="0" y="68406"/>
                </a:moveTo>
                <a:lnTo>
                  <a:pt x="25807" y="4931"/>
                </a:lnTo>
                <a:lnTo>
                  <a:pt x="28978" y="0"/>
                </a:lnTo>
              </a:path>
            </a:pathLst>
          </a:custGeom>
          <a:ln w="1144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3" name="object 143"/>
          <p:cNvSpPr/>
          <p:nvPr/>
        </p:nvSpPr>
        <p:spPr>
          <a:xfrm>
            <a:off x="6562560" y="4839625"/>
            <a:ext cx="43540" cy="63475"/>
          </a:xfrm>
          <a:custGeom>
            <a:avLst/>
            <a:gdLst/>
            <a:ahLst/>
            <a:cxnLst/>
            <a:rect l="l" t="t" r="r" b="b"/>
            <a:pathLst>
              <a:path w="43540" h="63475">
                <a:moveTo>
                  <a:pt x="0" y="63475"/>
                </a:moveTo>
                <a:lnTo>
                  <a:pt x="17300" y="35657"/>
                </a:lnTo>
                <a:lnTo>
                  <a:pt x="43540" y="0"/>
                </a:lnTo>
              </a:path>
            </a:pathLst>
          </a:custGeom>
          <a:ln w="1120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4" name="object 144"/>
          <p:cNvSpPr/>
          <p:nvPr/>
        </p:nvSpPr>
        <p:spPr>
          <a:xfrm>
            <a:off x="6634647" y="4745804"/>
            <a:ext cx="52335" cy="55761"/>
          </a:xfrm>
          <a:custGeom>
            <a:avLst/>
            <a:gdLst/>
            <a:ahLst/>
            <a:cxnLst/>
            <a:rect l="l" t="t" r="r" b="b"/>
            <a:pathLst>
              <a:path w="52335" h="55761">
                <a:moveTo>
                  <a:pt x="0" y="55761"/>
                </a:moveTo>
                <a:lnTo>
                  <a:pt x="52335" y="0"/>
                </a:lnTo>
              </a:path>
            </a:pathLst>
          </a:custGeom>
          <a:ln w="1099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5" name="object 145"/>
          <p:cNvSpPr/>
          <p:nvPr/>
        </p:nvSpPr>
        <p:spPr>
          <a:xfrm>
            <a:off x="6724467" y="4669558"/>
            <a:ext cx="63724" cy="45646"/>
          </a:xfrm>
          <a:custGeom>
            <a:avLst/>
            <a:gdLst/>
            <a:ahLst/>
            <a:cxnLst/>
            <a:rect l="l" t="t" r="r" b="b"/>
            <a:pathLst>
              <a:path w="63724" h="45646">
                <a:moveTo>
                  <a:pt x="0" y="45646"/>
                </a:moveTo>
                <a:lnTo>
                  <a:pt x="28978" y="23012"/>
                </a:lnTo>
                <a:lnTo>
                  <a:pt x="63724" y="0"/>
                </a:lnTo>
              </a:path>
            </a:pathLst>
          </a:custGeom>
          <a:ln w="1071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6" name="object 146"/>
          <p:cNvSpPr/>
          <p:nvPr/>
        </p:nvSpPr>
        <p:spPr>
          <a:xfrm>
            <a:off x="6831300" y="4608611"/>
            <a:ext cx="72519" cy="35657"/>
          </a:xfrm>
          <a:custGeom>
            <a:avLst/>
            <a:gdLst/>
            <a:ahLst/>
            <a:cxnLst/>
            <a:rect l="l" t="t" r="r" b="b"/>
            <a:pathLst>
              <a:path w="72519" h="35657">
                <a:moveTo>
                  <a:pt x="0" y="35657"/>
                </a:moveTo>
                <a:lnTo>
                  <a:pt x="72519" y="0"/>
                </a:lnTo>
              </a:path>
            </a:pathLst>
          </a:custGeom>
          <a:ln w="1051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7" name="object 147"/>
          <p:cNvSpPr/>
          <p:nvPr/>
        </p:nvSpPr>
        <p:spPr>
          <a:xfrm>
            <a:off x="8059950" y="6087340"/>
            <a:ext cx="182091" cy="195761"/>
          </a:xfrm>
          <a:custGeom>
            <a:avLst/>
            <a:gdLst/>
            <a:ahLst/>
            <a:cxnLst/>
            <a:rect l="l" t="t" r="r" b="b"/>
            <a:pathLst>
              <a:path w="182091" h="195761">
                <a:moveTo>
                  <a:pt x="0" y="0"/>
                </a:moveTo>
                <a:lnTo>
                  <a:pt x="5622" y="40575"/>
                </a:lnTo>
                <a:lnTo>
                  <a:pt x="20184" y="78977"/>
                </a:lnTo>
                <a:lnTo>
                  <a:pt x="49163" y="117074"/>
                </a:lnTo>
                <a:lnTo>
                  <a:pt x="83765" y="147434"/>
                </a:lnTo>
                <a:lnTo>
                  <a:pt x="130189" y="175315"/>
                </a:lnTo>
                <a:lnTo>
                  <a:pt x="182091" y="195761"/>
                </a:lnTo>
              </a:path>
            </a:pathLst>
          </a:custGeom>
          <a:ln w="1100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8" name="object 148"/>
          <p:cNvSpPr/>
          <p:nvPr/>
        </p:nvSpPr>
        <p:spPr>
          <a:xfrm>
            <a:off x="8221858" y="6239731"/>
            <a:ext cx="144318" cy="81468"/>
          </a:xfrm>
          <a:custGeom>
            <a:avLst/>
            <a:gdLst/>
            <a:ahLst/>
            <a:cxnLst/>
            <a:rect l="l" t="t" r="r" b="b"/>
            <a:pathLst>
              <a:path w="144318" h="81468">
                <a:moveTo>
                  <a:pt x="14129" y="0"/>
                </a:moveTo>
                <a:lnTo>
                  <a:pt x="0" y="81468"/>
                </a:lnTo>
                <a:lnTo>
                  <a:pt x="144318" y="61022"/>
                </a:lnTo>
                <a:lnTo>
                  <a:pt x="1412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9" name="object 149"/>
          <p:cNvSpPr/>
          <p:nvPr/>
        </p:nvSpPr>
        <p:spPr>
          <a:xfrm>
            <a:off x="1295400" y="5257800"/>
            <a:ext cx="4267200" cy="1016000"/>
          </a:xfrm>
          <a:custGeom>
            <a:avLst/>
            <a:gdLst/>
            <a:ahLst/>
            <a:cxnLst/>
            <a:rect l="l" t="t" r="r" b="b"/>
            <a:pathLst>
              <a:path w="4267200" h="1016000">
                <a:moveTo>
                  <a:pt x="0" y="1016000"/>
                </a:moveTo>
                <a:lnTo>
                  <a:pt x="4267200" y="1016000"/>
                </a:lnTo>
                <a:lnTo>
                  <a:pt x="4267200" y="0"/>
                </a:lnTo>
                <a:lnTo>
                  <a:pt x="0" y="0"/>
                </a:lnTo>
                <a:lnTo>
                  <a:pt x="0" y="101600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1" name="object 51"/>
          <p:cNvSpPr/>
          <p:nvPr/>
        </p:nvSpPr>
        <p:spPr>
          <a:xfrm>
            <a:off x="3732912" y="2913637"/>
            <a:ext cx="4682480" cy="287142"/>
          </a:xfrm>
          <a:custGeom>
            <a:avLst/>
            <a:gdLst/>
            <a:ahLst/>
            <a:cxnLst/>
            <a:rect l="l" t="t" r="r" b="b"/>
            <a:pathLst>
              <a:path w="4682480" h="287142">
                <a:moveTo>
                  <a:pt x="0" y="287142"/>
                </a:moveTo>
                <a:lnTo>
                  <a:pt x="4682480" y="287142"/>
                </a:lnTo>
                <a:lnTo>
                  <a:pt x="4682480" y="0"/>
                </a:lnTo>
                <a:lnTo>
                  <a:pt x="0" y="0"/>
                </a:lnTo>
                <a:lnTo>
                  <a:pt x="0" y="287142"/>
                </a:lnTo>
                <a:close/>
              </a:path>
            </a:pathLst>
          </a:custGeom>
          <a:ln w="2792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2" name="object 52"/>
          <p:cNvSpPr/>
          <p:nvPr/>
        </p:nvSpPr>
        <p:spPr>
          <a:xfrm>
            <a:off x="6854656" y="2913625"/>
            <a:ext cx="0" cy="287155"/>
          </a:xfrm>
          <a:custGeom>
            <a:avLst/>
            <a:gdLst/>
            <a:ahLst/>
            <a:cxnLst/>
            <a:rect l="l" t="t" r="r" b="b"/>
            <a:pathLst>
              <a:path w="0" h="287155">
                <a:moveTo>
                  <a:pt x="0" y="0"/>
                </a:moveTo>
                <a:lnTo>
                  <a:pt x="0" y="287155"/>
                </a:lnTo>
              </a:path>
            </a:pathLst>
          </a:custGeom>
          <a:ln w="3182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3" name="object 53"/>
          <p:cNvSpPr/>
          <p:nvPr/>
        </p:nvSpPr>
        <p:spPr>
          <a:xfrm>
            <a:off x="5293541" y="2913625"/>
            <a:ext cx="0" cy="287155"/>
          </a:xfrm>
          <a:custGeom>
            <a:avLst/>
            <a:gdLst/>
            <a:ahLst/>
            <a:cxnLst/>
            <a:rect l="l" t="t" r="r" b="b"/>
            <a:pathLst>
              <a:path w="0" h="287155">
                <a:moveTo>
                  <a:pt x="0" y="0"/>
                </a:moveTo>
                <a:lnTo>
                  <a:pt x="0" y="287155"/>
                </a:lnTo>
              </a:path>
            </a:pathLst>
          </a:custGeom>
          <a:ln w="3182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4" name="object 54"/>
          <p:cNvSpPr/>
          <p:nvPr/>
        </p:nvSpPr>
        <p:spPr>
          <a:xfrm>
            <a:off x="3992789" y="2913625"/>
            <a:ext cx="0" cy="287155"/>
          </a:xfrm>
          <a:custGeom>
            <a:avLst/>
            <a:gdLst/>
            <a:ahLst/>
            <a:cxnLst/>
            <a:rect l="l" t="t" r="r" b="b"/>
            <a:pathLst>
              <a:path w="0" h="287155">
                <a:moveTo>
                  <a:pt x="0" y="0"/>
                </a:moveTo>
                <a:lnTo>
                  <a:pt x="0" y="287155"/>
                </a:lnTo>
              </a:path>
            </a:pathLst>
          </a:custGeom>
          <a:ln w="1166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5" name="object 55"/>
          <p:cNvSpPr/>
          <p:nvPr/>
        </p:nvSpPr>
        <p:spPr>
          <a:xfrm>
            <a:off x="4253023" y="2913625"/>
            <a:ext cx="0" cy="287155"/>
          </a:xfrm>
          <a:custGeom>
            <a:avLst/>
            <a:gdLst/>
            <a:ahLst/>
            <a:cxnLst/>
            <a:rect l="l" t="t" r="r" b="b"/>
            <a:pathLst>
              <a:path w="0" h="287155">
                <a:moveTo>
                  <a:pt x="0" y="0"/>
                </a:moveTo>
                <a:lnTo>
                  <a:pt x="0" y="287155"/>
                </a:lnTo>
              </a:path>
            </a:pathLst>
          </a:custGeom>
          <a:ln w="1166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6" name="object 56"/>
          <p:cNvSpPr/>
          <p:nvPr/>
        </p:nvSpPr>
        <p:spPr>
          <a:xfrm>
            <a:off x="4513257" y="2913625"/>
            <a:ext cx="0" cy="287155"/>
          </a:xfrm>
          <a:custGeom>
            <a:avLst/>
            <a:gdLst/>
            <a:ahLst/>
            <a:cxnLst/>
            <a:rect l="l" t="t" r="r" b="b"/>
            <a:pathLst>
              <a:path w="0" h="287155">
                <a:moveTo>
                  <a:pt x="0" y="0"/>
                </a:moveTo>
                <a:lnTo>
                  <a:pt x="0" y="287155"/>
                </a:lnTo>
              </a:path>
            </a:pathLst>
          </a:custGeom>
          <a:ln w="1166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7" name="object 57"/>
          <p:cNvSpPr/>
          <p:nvPr/>
        </p:nvSpPr>
        <p:spPr>
          <a:xfrm>
            <a:off x="5033365" y="2913625"/>
            <a:ext cx="0" cy="287155"/>
          </a:xfrm>
          <a:custGeom>
            <a:avLst/>
            <a:gdLst/>
            <a:ahLst/>
            <a:cxnLst/>
            <a:rect l="l" t="t" r="r" b="b"/>
            <a:pathLst>
              <a:path w="0" h="287155">
                <a:moveTo>
                  <a:pt x="0" y="0"/>
                </a:moveTo>
                <a:lnTo>
                  <a:pt x="0" y="287155"/>
                </a:lnTo>
              </a:path>
            </a:pathLst>
          </a:custGeom>
          <a:ln w="1166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8" name="object 58"/>
          <p:cNvSpPr/>
          <p:nvPr/>
        </p:nvSpPr>
        <p:spPr>
          <a:xfrm>
            <a:off x="5553775" y="2913625"/>
            <a:ext cx="0" cy="287155"/>
          </a:xfrm>
          <a:custGeom>
            <a:avLst/>
            <a:gdLst/>
            <a:ahLst/>
            <a:cxnLst/>
            <a:rect l="l" t="t" r="r" b="b"/>
            <a:pathLst>
              <a:path w="0" h="287155">
                <a:moveTo>
                  <a:pt x="0" y="0"/>
                </a:moveTo>
                <a:lnTo>
                  <a:pt x="0" y="287155"/>
                </a:lnTo>
              </a:path>
            </a:pathLst>
          </a:custGeom>
          <a:ln w="1166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9" name="object 59"/>
          <p:cNvSpPr/>
          <p:nvPr/>
        </p:nvSpPr>
        <p:spPr>
          <a:xfrm>
            <a:off x="5814009" y="2913625"/>
            <a:ext cx="0" cy="287155"/>
          </a:xfrm>
          <a:custGeom>
            <a:avLst/>
            <a:gdLst/>
            <a:ahLst/>
            <a:cxnLst/>
            <a:rect l="l" t="t" r="r" b="b"/>
            <a:pathLst>
              <a:path w="0" h="287155">
                <a:moveTo>
                  <a:pt x="0" y="0"/>
                </a:moveTo>
                <a:lnTo>
                  <a:pt x="0" y="287155"/>
                </a:lnTo>
              </a:path>
            </a:pathLst>
          </a:custGeom>
          <a:ln w="1166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0" name="object 60"/>
          <p:cNvSpPr/>
          <p:nvPr/>
        </p:nvSpPr>
        <p:spPr>
          <a:xfrm>
            <a:off x="6073955" y="2913625"/>
            <a:ext cx="0" cy="287155"/>
          </a:xfrm>
          <a:custGeom>
            <a:avLst/>
            <a:gdLst/>
            <a:ahLst/>
            <a:cxnLst/>
            <a:rect l="l" t="t" r="r" b="b"/>
            <a:pathLst>
              <a:path w="0" h="287155">
                <a:moveTo>
                  <a:pt x="0" y="0"/>
                </a:moveTo>
                <a:lnTo>
                  <a:pt x="0" y="287155"/>
                </a:lnTo>
              </a:path>
            </a:pathLst>
          </a:custGeom>
          <a:ln w="1166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1" name="object 61"/>
          <p:cNvSpPr/>
          <p:nvPr/>
        </p:nvSpPr>
        <p:spPr>
          <a:xfrm>
            <a:off x="6594422" y="2913625"/>
            <a:ext cx="0" cy="287155"/>
          </a:xfrm>
          <a:custGeom>
            <a:avLst/>
            <a:gdLst/>
            <a:ahLst/>
            <a:cxnLst/>
            <a:rect l="l" t="t" r="r" b="b"/>
            <a:pathLst>
              <a:path w="0" h="287155">
                <a:moveTo>
                  <a:pt x="0" y="0"/>
                </a:moveTo>
                <a:lnTo>
                  <a:pt x="0" y="287155"/>
                </a:lnTo>
              </a:path>
            </a:pathLst>
          </a:custGeom>
          <a:ln w="1166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2" name="object 62"/>
          <p:cNvSpPr/>
          <p:nvPr/>
        </p:nvSpPr>
        <p:spPr>
          <a:xfrm>
            <a:off x="4649732" y="3048667"/>
            <a:ext cx="49148" cy="40967"/>
          </a:xfrm>
          <a:custGeom>
            <a:avLst/>
            <a:gdLst/>
            <a:ahLst/>
            <a:cxnLst/>
            <a:rect l="l" t="t" r="r" b="b"/>
            <a:pathLst>
              <a:path w="49148" h="40967">
                <a:moveTo>
                  <a:pt x="0" y="20483"/>
                </a:moveTo>
                <a:lnTo>
                  <a:pt x="5666" y="33128"/>
                </a:lnTo>
                <a:lnTo>
                  <a:pt x="17329" y="40967"/>
                </a:lnTo>
                <a:lnTo>
                  <a:pt x="31819" y="40967"/>
                </a:lnTo>
                <a:lnTo>
                  <a:pt x="46323" y="33128"/>
                </a:lnTo>
                <a:lnTo>
                  <a:pt x="49148" y="20483"/>
                </a:lnTo>
                <a:lnTo>
                  <a:pt x="46323" y="7713"/>
                </a:lnTo>
                <a:lnTo>
                  <a:pt x="31819" y="0"/>
                </a:lnTo>
                <a:lnTo>
                  <a:pt x="17329" y="0"/>
                </a:lnTo>
                <a:lnTo>
                  <a:pt x="5666" y="7713"/>
                </a:lnTo>
                <a:lnTo>
                  <a:pt x="0" y="20483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3" name="object 63"/>
          <p:cNvSpPr/>
          <p:nvPr/>
        </p:nvSpPr>
        <p:spPr>
          <a:xfrm>
            <a:off x="4649732" y="3048667"/>
            <a:ext cx="49148" cy="40967"/>
          </a:xfrm>
          <a:custGeom>
            <a:avLst/>
            <a:gdLst/>
            <a:ahLst/>
            <a:cxnLst/>
            <a:rect l="l" t="t" r="r" b="b"/>
            <a:pathLst>
              <a:path w="49148" h="40967">
                <a:moveTo>
                  <a:pt x="0" y="20483"/>
                </a:moveTo>
                <a:lnTo>
                  <a:pt x="5666" y="7713"/>
                </a:lnTo>
                <a:lnTo>
                  <a:pt x="17329" y="0"/>
                </a:lnTo>
                <a:lnTo>
                  <a:pt x="31819" y="0"/>
                </a:lnTo>
                <a:lnTo>
                  <a:pt x="46323" y="7713"/>
                </a:lnTo>
                <a:lnTo>
                  <a:pt x="49148" y="20483"/>
                </a:lnTo>
                <a:lnTo>
                  <a:pt x="46323" y="33128"/>
                </a:lnTo>
                <a:lnTo>
                  <a:pt x="31819" y="40967"/>
                </a:lnTo>
                <a:lnTo>
                  <a:pt x="17329" y="40967"/>
                </a:lnTo>
                <a:lnTo>
                  <a:pt x="5666" y="33128"/>
                </a:lnTo>
                <a:lnTo>
                  <a:pt x="0" y="20483"/>
                </a:lnTo>
                <a:close/>
              </a:path>
            </a:pathLst>
          </a:custGeom>
          <a:ln w="262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4" name="object 64"/>
          <p:cNvSpPr/>
          <p:nvPr/>
        </p:nvSpPr>
        <p:spPr>
          <a:xfrm>
            <a:off x="4756508" y="3048667"/>
            <a:ext cx="49148" cy="40967"/>
          </a:xfrm>
          <a:custGeom>
            <a:avLst/>
            <a:gdLst/>
            <a:ahLst/>
            <a:cxnLst/>
            <a:rect l="l" t="t" r="r" b="b"/>
            <a:pathLst>
              <a:path w="49148" h="40967">
                <a:moveTo>
                  <a:pt x="0" y="20483"/>
                </a:moveTo>
                <a:lnTo>
                  <a:pt x="2840" y="33128"/>
                </a:lnTo>
                <a:lnTo>
                  <a:pt x="17329" y="40967"/>
                </a:lnTo>
                <a:lnTo>
                  <a:pt x="31833" y="40967"/>
                </a:lnTo>
                <a:lnTo>
                  <a:pt x="43497" y="33128"/>
                </a:lnTo>
                <a:lnTo>
                  <a:pt x="49148" y="20483"/>
                </a:lnTo>
                <a:lnTo>
                  <a:pt x="43497" y="7713"/>
                </a:lnTo>
                <a:lnTo>
                  <a:pt x="31833" y="0"/>
                </a:lnTo>
                <a:lnTo>
                  <a:pt x="17329" y="0"/>
                </a:lnTo>
                <a:lnTo>
                  <a:pt x="2840" y="7713"/>
                </a:lnTo>
                <a:lnTo>
                  <a:pt x="0" y="20483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5" name="object 65"/>
          <p:cNvSpPr/>
          <p:nvPr/>
        </p:nvSpPr>
        <p:spPr>
          <a:xfrm>
            <a:off x="4756508" y="3048667"/>
            <a:ext cx="49148" cy="40967"/>
          </a:xfrm>
          <a:custGeom>
            <a:avLst/>
            <a:gdLst/>
            <a:ahLst/>
            <a:cxnLst/>
            <a:rect l="l" t="t" r="r" b="b"/>
            <a:pathLst>
              <a:path w="49148" h="40967">
                <a:moveTo>
                  <a:pt x="0" y="20483"/>
                </a:moveTo>
                <a:lnTo>
                  <a:pt x="2840" y="7713"/>
                </a:lnTo>
                <a:lnTo>
                  <a:pt x="17329" y="0"/>
                </a:lnTo>
                <a:lnTo>
                  <a:pt x="31833" y="0"/>
                </a:lnTo>
                <a:lnTo>
                  <a:pt x="43497" y="7713"/>
                </a:lnTo>
                <a:lnTo>
                  <a:pt x="49148" y="20483"/>
                </a:lnTo>
                <a:lnTo>
                  <a:pt x="43497" y="33128"/>
                </a:lnTo>
                <a:lnTo>
                  <a:pt x="31833" y="40967"/>
                </a:lnTo>
                <a:lnTo>
                  <a:pt x="17329" y="40967"/>
                </a:lnTo>
                <a:lnTo>
                  <a:pt x="2840" y="33128"/>
                </a:lnTo>
                <a:lnTo>
                  <a:pt x="0" y="20483"/>
                </a:lnTo>
                <a:close/>
              </a:path>
            </a:pathLst>
          </a:custGeom>
          <a:ln w="262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6" name="object 66"/>
          <p:cNvSpPr/>
          <p:nvPr/>
        </p:nvSpPr>
        <p:spPr>
          <a:xfrm>
            <a:off x="4860817" y="3048667"/>
            <a:ext cx="49148" cy="40967"/>
          </a:xfrm>
          <a:custGeom>
            <a:avLst/>
            <a:gdLst/>
            <a:ahLst/>
            <a:cxnLst/>
            <a:rect l="l" t="t" r="r" b="b"/>
            <a:pathLst>
              <a:path w="49148" h="40967">
                <a:moveTo>
                  <a:pt x="0" y="20483"/>
                </a:moveTo>
                <a:lnTo>
                  <a:pt x="5666" y="33128"/>
                </a:lnTo>
                <a:lnTo>
                  <a:pt x="17329" y="40967"/>
                </a:lnTo>
                <a:lnTo>
                  <a:pt x="31473" y="40967"/>
                </a:lnTo>
                <a:lnTo>
                  <a:pt x="45962" y="33128"/>
                </a:lnTo>
                <a:lnTo>
                  <a:pt x="49148" y="20483"/>
                </a:lnTo>
                <a:lnTo>
                  <a:pt x="45962" y="7713"/>
                </a:lnTo>
                <a:lnTo>
                  <a:pt x="31473" y="0"/>
                </a:lnTo>
                <a:lnTo>
                  <a:pt x="17329" y="0"/>
                </a:lnTo>
                <a:lnTo>
                  <a:pt x="5666" y="7713"/>
                </a:lnTo>
                <a:lnTo>
                  <a:pt x="0" y="20483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7" name="object 67"/>
          <p:cNvSpPr/>
          <p:nvPr/>
        </p:nvSpPr>
        <p:spPr>
          <a:xfrm>
            <a:off x="4860817" y="3048667"/>
            <a:ext cx="49148" cy="40967"/>
          </a:xfrm>
          <a:custGeom>
            <a:avLst/>
            <a:gdLst/>
            <a:ahLst/>
            <a:cxnLst/>
            <a:rect l="l" t="t" r="r" b="b"/>
            <a:pathLst>
              <a:path w="49148" h="40967">
                <a:moveTo>
                  <a:pt x="0" y="20483"/>
                </a:moveTo>
                <a:lnTo>
                  <a:pt x="5666" y="7713"/>
                </a:lnTo>
                <a:lnTo>
                  <a:pt x="17329" y="0"/>
                </a:lnTo>
                <a:lnTo>
                  <a:pt x="31473" y="0"/>
                </a:lnTo>
                <a:lnTo>
                  <a:pt x="45962" y="7713"/>
                </a:lnTo>
                <a:lnTo>
                  <a:pt x="49148" y="20483"/>
                </a:lnTo>
                <a:lnTo>
                  <a:pt x="45962" y="33128"/>
                </a:lnTo>
                <a:lnTo>
                  <a:pt x="31473" y="40967"/>
                </a:lnTo>
                <a:lnTo>
                  <a:pt x="17329" y="40967"/>
                </a:lnTo>
                <a:lnTo>
                  <a:pt x="5666" y="33128"/>
                </a:lnTo>
                <a:lnTo>
                  <a:pt x="0" y="20483"/>
                </a:lnTo>
                <a:close/>
              </a:path>
            </a:pathLst>
          </a:custGeom>
          <a:ln w="262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8" name="object 68"/>
          <p:cNvSpPr/>
          <p:nvPr/>
        </p:nvSpPr>
        <p:spPr>
          <a:xfrm>
            <a:off x="6210487" y="3048667"/>
            <a:ext cx="49019" cy="40967"/>
          </a:xfrm>
          <a:custGeom>
            <a:avLst/>
            <a:gdLst/>
            <a:ahLst/>
            <a:cxnLst/>
            <a:rect l="l" t="t" r="r" b="b"/>
            <a:pathLst>
              <a:path w="49019" h="40967">
                <a:moveTo>
                  <a:pt x="0" y="20483"/>
                </a:moveTo>
                <a:lnTo>
                  <a:pt x="5911" y="33128"/>
                </a:lnTo>
                <a:lnTo>
                  <a:pt x="17300" y="40967"/>
                </a:lnTo>
                <a:lnTo>
                  <a:pt x="31718" y="40967"/>
                </a:lnTo>
                <a:lnTo>
                  <a:pt x="46279" y="33128"/>
                </a:lnTo>
                <a:lnTo>
                  <a:pt x="49019" y="20483"/>
                </a:lnTo>
                <a:lnTo>
                  <a:pt x="46279" y="7713"/>
                </a:lnTo>
                <a:lnTo>
                  <a:pt x="31718" y="0"/>
                </a:lnTo>
                <a:lnTo>
                  <a:pt x="17300" y="0"/>
                </a:lnTo>
                <a:lnTo>
                  <a:pt x="5911" y="7713"/>
                </a:lnTo>
                <a:lnTo>
                  <a:pt x="0" y="20483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9" name="object 69"/>
          <p:cNvSpPr/>
          <p:nvPr/>
        </p:nvSpPr>
        <p:spPr>
          <a:xfrm>
            <a:off x="6210487" y="3048667"/>
            <a:ext cx="49019" cy="40967"/>
          </a:xfrm>
          <a:custGeom>
            <a:avLst/>
            <a:gdLst/>
            <a:ahLst/>
            <a:cxnLst/>
            <a:rect l="l" t="t" r="r" b="b"/>
            <a:pathLst>
              <a:path w="49019" h="40967">
                <a:moveTo>
                  <a:pt x="0" y="20483"/>
                </a:moveTo>
                <a:lnTo>
                  <a:pt x="5911" y="7713"/>
                </a:lnTo>
                <a:lnTo>
                  <a:pt x="17300" y="0"/>
                </a:lnTo>
                <a:lnTo>
                  <a:pt x="31718" y="0"/>
                </a:lnTo>
                <a:lnTo>
                  <a:pt x="46279" y="7713"/>
                </a:lnTo>
                <a:lnTo>
                  <a:pt x="49019" y="20483"/>
                </a:lnTo>
                <a:lnTo>
                  <a:pt x="46279" y="33128"/>
                </a:lnTo>
                <a:lnTo>
                  <a:pt x="31718" y="40967"/>
                </a:lnTo>
                <a:lnTo>
                  <a:pt x="17300" y="40967"/>
                </a:lnTo>
                <a:lnTo>
                  <a:pt x="5911" y="33128"/>
                </a:lnTo>
                <a:lnTo>
                  <a:pt x="0" y="20483"/>
                </a:lnTo>
                <a:close/>
              </a:path>
            </a:pathLst>
          </a:custGeom>
          <a:ln w="262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0" name="object 70"/>
          <p:cNvSpPr/>
          <p:nvPr/>
        </p:nvSpPr>
        <p:spPr>
          <a:xfrm>
            <a:off x="6317609" y="3048667"/>
            <a:ext cx="49163" cy="40967"/>
          </a:xfrm>
          <a:custGeom>
            <a:avLst/>
            <a:gdLst/>
            <a:ahLst/>
            <a:cxnLst/>
            <a:rect l="l" t="t" r="r" b="b"/>
            <a:pathLst>
              <a:path w="49163" h="40967">
                <a:moveTo>
                  <a:pt x="0" y="20483"/>
                </a:moveTo>
                <a:lnTo>
                  <a:pt x="2739" y="33128"/>
                </a:lnTo>
                <a:lnTo>
                  <a:pt x="17300" y="40967"/>
                </a:lnTo>
                <a:lnTo>
                  <a:pt x="31718" y="40967"/>
                </a:lnTo>
                <a:lnTo>
                  <a:pt x="43108" y="33128"/>
                </a:lnTo>
                <a:lnTo>
                  <a:pt x="49163" y="20483"/>
                </a:lnTo>
                <a:lnTo>
                  <a:pt x="43108" y="7713"/>
                </a:lnTo>
                <a:lnTo>
                  <a:pt x="31718" y="0"/>
                </a:lnTo>
                <a:lnTo>
                  <a:pt x="17300" y="0"/>
                </a:lnTo>
                <a:lnTo>
                  <a:pt x="2739" y="7713"/>
                </a:lnTo>
                <a:lnTo>
                  <a:pt x="0" y="20483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1" name="object 71"/>
          <p:cNvSpPr/>
          <p:nvPr/>
        </p:nvSpPr>
        <p:spPr>
          <a:xfrm>
            <a:off x="6317609" y="3048667"/>
            <a:ext cx="49163" cy="40967"/>
          </a:xfrm>
          <a:custGeom>
            <a:avLst/>
            <a:gdLst/>
            <a:ahLst/>
            <a:cxnLst/>
            <a:rect l="l" t="t" r="r" b="b"/>
            <a:pathLst>
              <a:path w="49163" h="40967">
                <a:moveTo>
                  <a:pt x="0" y="20483"/>
                </a:moveTo>
                <a:lnTo>
                  <a:pt x="2739" y="7713"/>
                </a:lnTo>
                <a:lnTo>
                  <a:pt x="17300" y="0"/>
                </a:lnTo>
                <a:lnTo>
                  <a:pt x="31718" y="0"/>
                </a:lnTo>
                <a:lnTo>
                  <a:pt x="43108" y="7713"/>
                </a:lnTo>
                <a:lnTo>
                  <a:pt x="49163" y="20483"/>
                </a:lnTo>
                <a:lnTo>
                  <a:pt x="43108" y="33128"/>
                </a:lnTo>
                <a:lnTo>
                  <a:pt x="31718" y="40967"/>
                </a:lnTo>
                <a:lnTo>
                  <a:pt x="17300" y="40967"/>
                </a:lnTo>
                <a:lnTo>
                  <a:pt x="2739" y="33128"/>
                </a:lnTo>
                <a:lnTo>
                  <a:pt x="0" y="20483"/>
                </a:lnTo>
                <a:close/>
              </a:path>
            </a:pathLst>
          </a:custGeom>
          <a:ln w="262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2" name="object 72"/>
          <p:cNvSpPr/>
          <p:nvPr/>
        </p:nvSpPr>
        <p:spPr>
          <a:xfrm>
            <a:off x="6421558" y="3048667"/>
            <a:ext cx="49163" cy="40967"/>
          </a:xfrm>
          <a:custGeom>
            <a:avLst/>
            <a:gdLst/>
            <a:ahLst/>
            <a:cxnLst/>
            <a:rect l="l" t="t" r="r" b="b"/>
            <a:pathLst>
              <a:path w="49163" h="40967">
                <a:moveTo>
                  <a:pt x="0" y="20483"/>
                </a:moveTo>
                <a:lnTo>
                  <a:pt x="5622" y="33128"/>
                </a:lnTo>
                <a:lnTo>
                  <a:pt x="17300" y="40967"/>
                </a:lnTo>
                <a:lnTo>
                  <a:pt x="31718" y="40967"/>
                </a:lnTo>
                <a:lnTo>
                  <a:pt x="46279" y="33128"/>
                </a:lnTo>
                <a:lnTo>
                  <a:pt x="49163" y="20483"/>
                </a:lnTo>
                <a:lnTo>
                  <a:pt x="46279" y="7713"/>
                </a:lnTo>
                <a:lnTo>
                  <a:pt x="31718" y="0"/>
                </a:lnTo>
                <a:lnTo>
                  <a:pt x="17300" y="0"/>
                </a:lnTo>
                <a:lnTo>
                  <a:pt x="5622" y="7713"/>
                </a:lnTo>
                <a:lnTo>
                  <a:pt x="0" y="20483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3" name="object 73"/>
          <p:cNvSpPr/>
          <p:nvPr/>
        </p:nvSpPr>
        <p:spPr>
          <a:xfrm>
            <a:off x="6421558" y="3048667"/>
            <a:ext cx="49163" cy="40967"/>
          </a:xfrm>
          <a:custGeom>
            <a:avLst/>
            <a:gdLst/>
            <a:ahLst/>
            <a:cxnLst/>
            <a:rect l="l" t="t" r="r" b="b"/>
            <a:pathLst>
              <a:path w="49163" h="40967">
                <a:moveTo>
                  <a:pt x="0" y="20483"/>
                </a:moveTo>
                <a:lnTo>
                  <a:pt x="5622" y="7713"/>
                </a:lnTo>
                <a:lnTo>
                  <a:pt x="17300" y="0"/>
                </a:lnTo>
                <a:lnTo>
                  <a:pt x="31718" y="0"/>
                </a:lnTo>
                <a:lnTo>
                  <a:pt x="46279" y="7713"/>
                </a:lnTo>
                <a:lnTo>
                  <a:pt x="49163" y="20483"/>
                </a:lnTo>
                <a:lnTo>
                  <a:pt x="46279" y="33128"/>
                </a:lnTo>
                <a:lnTo>
                  <a:pt x="31718" y="40967"/>
                </a:lnTo>
                <a:lnTo>
                  <a:pt x="17300" y="40967"/>
                </a:lnTo>
                <a:lnTo>
                  <a:pt x="5622" y="33128"/>
                </a:lnTo>
                <a:lnTo>
                  <a:pt x="0" y="20483"/>
                </a:lnTo>
                <a:close/>
              </a:path>
            </a:pathLst>
          </a:custGeom>
          <a:ln w="262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4" name="object 74"/>
          <p:cNvSpPr/>
          <p:nvPr/>
        </p:nvSpPr>
        <p:spPr>
          <a:xfrm>
            <a:off x="7114458" y="2913625"/>
            <a:ext cx="0" cy="287155"/>
          </a:xfrm>
          <a:custGeom>
            <a:avLst/>
            <a:gdLst/>
            <a:ahLst/>
            <a:cxnLst/>
            <a:rect l="l" t="t" r="r" b="b"/>
            <a:pathLst>
              <a:path w="0" h="287155">
                <a:moveTo>
                  <a:pt x="0" y="0"/>
                </a:moveTo>
                <a:lnTo>
                  <a:pt x="0" y="287155"/>
                </a:lnTo>
              </a:path>
            </a:pathLst>
          </a:custGeom>
          <a:ln w="1166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5" name="object 75"/>
          <p:cNvSpPr/>
          <p:nvPr/>
        </p:nvSpPr>
        <p:spPr>
          <a:xfrm>
            <a:off x="7374692" y="2913625"/>
            <a:ext cx="0" cy="287155"/>
          </a:xfrm>
          <a:custGeom>
            <a:avLst/>
            <a:gdLst/>
            <a:ahLst/>
            <a:cxnLst/>
            <a:rect l="l" t="t" r="r" b="b"/>
            <a:pathLst>
              <a:path w="0" h="287155">
                <a:moveTo>
                  <a:pt x="0" y="0"/>
                </a:moveTo>
                <a:lnTo>
                  <a:pt x="0" y="287155"/>
                </a:lnTo>
              </a:path>
            </a:pathLst>
          </a:custGeom>
          <a:ln w="1166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6" name="object 76"/>
          <p:cNvSpPr/>
          <p:nvPr/>
        </p:nvSpPr>
        <p:spPr>
          <a:xfrm>
            <a:off x="7634926" y="2913625"/>
            <a:ext cx="0" cy="287155"/>
          </a:xfrm>
          <a:custGeom>
            <a:avLst/>
            <a:gdLst/>
            <a:ahLst/>
            <a:cxnLst/>
            <a:rect l="l" t="t" r="r" b="b"/>
            <a:pathLst>
              <a:path w="0" h="287155">
                <a:moveTo>
                  <a:pt x="0" y="0"/>
                </a:moveTo>
                <a:lnTo>
                  <a:pt x="0" y="287155"/>
                </a:lnTo>
              </a:path>
            </a:pathLst>
          </a:custGeom>
          <a:ln w="1166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7" name="object 77"/>
          <p:cNvSpPr/>
          <p:nvPr/>
        </p:nvSpPr>
        <p:spPr>
          <a:xfrm>
            <a:off x="8155394" y="2913625"/>
            <a:ext cx="0" cy="287155"/>
          </a:xfrm>
          <a:custGeom>
            <a:avLst/>
            <a:gdLst/>
            <a:ahLst/>
            <a:cxnLst/>
            <a:rect l="l" t="t" r="r" b="b"/>
            <a:pathLst>
              <a:path w="0" h="287155">
                <a:moveTo>
                  <a:pt x="0" y="0"/>
                </a:moveTo>
                <a:lnTo>
                  <a:pt x="0" y="287155"/>
                </a:lnTo>
              </a:path>
            </a:pathLst>
          </a:custGeom>
          <a:ln w="1166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8" name="object 78"/>
          <p:cNvSpPr/>
          <p:nvPr/>
        </p:nvSpPr>
        <p:spPr>
          <a:xfrm>
            <a:off x="7783137" y="3058909"/>
            <a:ext cx="49163" cy="40841"/>
          </a:xfrm>
          <a:custGeom>
            <a:avLst/>
            <a:gdLst/>
            <a:ahLst/>
            <a:cxnLst/>
            <a:rect l="l" t="t" r="r" b="b"/>
            <a:pathLst>
              <a:path w="49163" h="40841">
                <a:moveTo>
                  <a:pt x="0" y="20483"/>
                </a:moveTo>
                <a:lnTo>
                  <a:pt x="5622" y="33128"/>
                </a:lnTo>
                <a:lnTo>
                  <a:pt x="17300" y="40841"/>
                </a:lnTo>
                <a:lnTo>
                  <a:pt x="31862" y="40841"/>
                </a:lnTo>
                <a:lnTo>
                  <a:pt x="43108" y="33128"/>
                </a:lnTo>
                <a:lnTo>
                  <a:pt x="49163" y="20483"/>
                </a:lnTo>
                <a:lnTo>
                  <a:pt x="43108" y="7713"/>
                </a:lnTo>
                <a:lnTo>
                  <a:pt x="31862" y="0"/>
                </a:lnTo>
                <a:lnTo>
                  <a:pt x="17300" y="0"/>
                </a:lnTo>
                <a:lnTo>
                  <a:pt x="5622" y="7713"/>
                </a:lnTo>
                <a:lnTo>
                  <a:pt x="0" y="20483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9" name="object 79"/>
          <p:cNvSpPr/>
          <p:nvPr/>
        </p:nvSpPr>
        <p:spPr>
          <a:xfrm>
            <a:off x="7783137" y="3058909"/>
            <a:ext cx="49163" cy="40841"/>
          </a:xfrm>
          <a:custGeom>
            <a:avLst/>
            <a:gdLst/>
            <a:ahLst/>
            <a:cxnLst/>
            <a:rect l="l" t="t" r="r" b="b"/>
            <a:pathLst>
              <a:path w="49163" h="40841">
                <a:moveTo>
                  <a:pt x="0" y="20483"/>
                </a:moveTo>
                <a:lnTo>
                  <a:pt x="5622" y="7713"/>
                </a:lnTo>
                <a:lnTo>
                  <a:pt x="17300" y="0"/>
                </a:lnTo>
                <a:lnTo>
                  <a:pt x="31862" y="0"/>
                </a:lnTo>
                <a:lnTo>
                  <a:pt x="43108" y="7713"/>
                </a:lnTo>
                <a:lnTo>
                  <a:pt x="49163" y="20483"/>
                </a:lnTo>
                <a:lnTo>
                  <a:pt x="43108" y="33128"/>
                </a:lnTo>
                <a:lnTo>
                  <a:pt x="31862" y="40841"/>
                </a:lnTo>
                <a:lnTo>
                  <a:pt x="17300" y="40841"/>
                </a:lnTo>
                <a:lnTo>
                  <a:pt x="5622" y="33128"/>
                </a:lnTo>
                <a:lnTo>
                  <a:pt x="0" y="20483"/>
                </a:lnTo>
                <a:close/>
              </a:path>
            </a:pathLst>
          </a:custGeom>
          <a:ln w="262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0" name="object 80"/>
          <p:cNvSpPr/>
          <p:nvPr/>
        </p:nvSpPr>
        <p:spPr>
          <a:xfrm>
            <a:off x="7889969" y="3058909"/>
            <a:ext cx="46279" cy="40841"/>
          </a:xfrm>
          <a:custGeom>
            <a:avLst/>
            <a:gdLst/>
            <a:ahLst/>
            <a:cxnLst/>
            <a:rect l="l" t="t" r="r" b="b"/>
            <a:pathLst>
              <a:path w="46279" h="40841">
                <a:moveTo>
                  <a:pt x="0" y="20483"/>
                </a:moveTo>
                <a:lnTo>
                  <a:pt x="2739" y="33128"/>
                </a:lnTo>
                <a:lnTo>
                  <a:pt x="14417" y="40841"/>
                </a:lnTo>
                <a:lnTo>
                  <a:pt x="31718" y="40841"/>
                </a:lnTo>
                <a:lnTo>
                  <a:pt x="43396" y="33128"/>
                </a:lnTo>
                <a:lnTo>
                  <a:pt x="46279" y="20483"/>
                </a:lnTo>
                <a:lnTo>
                  <a:pt x="43396" y="7713"/>
                </a:lnTo>
                <a:lnTo>
                  <a:pt x="31718" y="0"/>
                </a:lnTo>
                <a:lnTo>
                  <a:pt x="14417" y="0"/>
                </a:lnTo>
                <a:lnTo>
                  <a:pt x="2739" y="7713"/>
                </a:lnTo>
                <a:lnTo>
                  <a:pt x="0" y="20483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1" name="object 81"/>
          <p:cNvSpPr/>
          <p:nvPr/>
        </p:nvSpPr>
        <p:spPr>
          <a:xfrm>
            <a:off x="7889969" y="3058909"/>
            <a:ext cx="46279" cy="40841"/>
          </a:xfrm>
          <a:custGeom>
            <a:avLst/>
            <a:gdLst/>
            <a:ahLst/>
            <a:cxnLst/>
            <a:rect l="l" t="t" r="r" b="b"/>
            <a:pathLst>
              <a:path w="46279" h="40841">
                <a:moveTo>
                  <a:pt x="0" y="20483"/>
                </a:moveTo>
                <a:lnTo>
                  <a:pt x="2739" y="7713"/>
                </a:lnTo>
                <a:lnTo>
                  <a:pt x="14417" y="0"/>
                </a:lnTo>
                <a:lnTo>
                  <a:pt x="31718" y="0"/>
                </a:lnTo>
                <a:lnTo>
                  <a:pt x="43396" y="7713"/>
                </a:lnTo>
                <a:lnTo>
                  <a:pt x="46279" y="20483"/>
                </a:lnTo>
                <a:lnTo>
                  <a:pt x="43396" y="33128"/>
                </a:lnTo>
                <a:lnTo>
                  <a:pt x="31718" y="40841"/>
                </a:lnTo>
                <a:lnTo>
                  <a:pt x="14417" y="40841"/>
                </a:lnTo>
                <a:lnTo>
                  <a:pt x="2739" y="33128"/>
                </a:lnTo>
                <a:lnTo>
                  <a:pt x="0" y="20483"/>
                </a:lnTo>
                <a:close/>
              </a:path>
            </a:pathLst>
          </a:custGeom>
          <a:ln w="263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2" name="object 82"/>
          <p:cNvSpPr/>
          <p:nvPr/>
        </p:nvSpPr>
        <p:spPr>
          <a:xfrm>
            <a:off x="7993919" y="3058909"/>
            <a:ext cx="49019" cy="40841"/>
          </a:xfrm>
          <a:custGeom>
            <a:avLst/>
            <a:gdLst/>
            <a:ahLst/>
            <a:cxnLst/>
            <a:rect l="l" t="t" r="r" b="b"/>
            <a:pathLst>
              <a:path w="49019" h="40841">
                <a:moveTo>
                  <a:pt x="0" y="20483"/>
                </a:moveTo>
                <a:lnTo>
                  <a:pt x="5911" y="33128"/>
                </a:lnTo>
                <a:lnTo>
                  <a:pt x="17300" y="40841"/>
                </a:lnTo>
                <a:lnTo>
                  <a:pt x="31718" y="40841"/>
                </a:lnTo>
                <a:lnTo>
                  <a:pt x="43396" y="33128"/>
                </a:lnTo>
                <a:lnTo>
                  <a:pt x="49019" y="20483"/>
                </a:lnTo>
                <a:lnTo>
                  <a:pt x="43396" y="7713"/>
                </a:lnTo>
                <a:lnTo>
                  <a:pt x="31718" y="0"/>
                </a:lnTo>
                <a:lnTo>
                  <a:pt x="17300" y="0"/>
                </a:lnTo>
                <a:lnTo>
                  <a:pt x="5911" y="7713"/>
                </a:lnTo>
                <a:lnTo>
                  <a:pt x="0" y="20483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3" name="object 83"/>
          <p:cNvSpPr/>
          <p:nvPr/>
        </p:nvSpPr>
        <p:spPr>
          <a:xfrm>
            <a:off x="7993919" y="3058909"/>
            <a:ext cx="49019" cy="40841"/>
          </a:xfrm>
          <a:custGeom>
            <a:avLst/>
            <a:gdLst/>
            <a:ahLst/>
            <a:cxnLst/>
            <a:rect l="l" t="t" r="r" b="b"/>
            <a:pathLst>
              <a:path w="49019" h="40841">
                <a:moveTo>
                  <a:pt x="0" y="20483"/>
                </a:moveTo>
                <a:lnTo>
                  <a:pt x="5911" y="7713"/>
                </a:lnTo>
                <a:lnTo>
                  <a:pt x="17300" y="0"/>
                </a:lnTo>
                <a:lnTo>
                  <a:pt x="31718" y="0"/>
                </a:lnTo>
                <a:lnTo>
                  <a:pt x="43396" y="7713"/>
                </a:lnTo>
                <a:lnTo>
                  <a:pt x="49019" y="20483"/>
                </a:lnTo>
                <a:lnTo>
                  <a:pt x="43396" y="33128"/>
                </a:lnTo>
                <a:lnTo>
                  <a:pt x="31718" y="40841"/>
                </a:lnTo>
                <a:lnTo>
                  <a:pt x="17300" y="40841"/>
                </a:lnTo>
                <a:lnTo>
                  <a:pt x="5911" y="33128"/>
                </a:lnTo>
                <a:lnTo>
                  <a:pt x="0" y="20483"/>
                </a:lnTo>
                <a:close/>
              </a:path>
            </a:pathLst>
          </a:custGeom>
          <a:ln w="262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8" name="object 48"/>
          <p:cNvSpPr/>
          <p:nvPr/>
        </p:nvSpPr>
        <p:spPr>
          <a:xfrm>
            <a:off x="3880348" y="2743304"/>
            <a:ext cx="4387501" cy="0"/>
          </a:xfrm>
          <a:custGeom>
            <a:avLst/>
            <a:gdLst/>
            <a:ahLst/>
            <a:cxnLst/>
            <a:rect l="l" t="t" r="r" b="b"/>
            <a:pathLst>
              <a:path w="4387501" h="0">
                <a:moveTo>
                  <a:pt x="0" y="0"/>
                </a:moveTo>
                <a:lnTo>
                  <a:pt x="4387501" y="0"/>
                </a:lnTo>
              </a:path>
            </a:pathLst>
          </a:custGeom>
          <a:ln w="1519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9" name="object 49"/>
          <p:cNvSpPr/>
          <p:nvPr/>
        </p:nvSpPr>
        <p:spPr>
          <a:xfrm>
            <a:off x="3732912" y="2695255"/>
            <a:ext cx="161580" cy="93821"/>
          </a:xfrm>
          <a:custGeom>
            <a:avLst/>
            <a:gdLst/>
            <a:ahLst/>
            <a:cxnLst/>
            <a:rect l="l" t="t" r="r" b="b"/>
            <a:pathLst>
              <a:path w="161580" h="93821">
                <a:moveTo>
                  <a:pt x="161580" y="93821"/>
                </a:moveTo>
                <a:lnTo>
                  <a:pt x="161580" y="0"/>
                </a:lnTo>
                <a:lnTo>
                  <a:pt x="0" y="48048"/>
                </a:lnTo>
                <a:lnTo>
                  <a:pt x="161580" y="9382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0" name="object 50"/>
          <p:cNvSpPr/>
          <p:nvPr/>
        </p:nvSpPr>
        <p:spPr>
          <a:xfrm>
            <a:off x="8256604" y="2695255"/>
            <a:ext cx="158735" cy="93821"/>
          </a:xfrm>
          <a:custGeom>
            <a:avLst/>
            <a:gdLst/>
            <a:ahLst/>
            <a:cxnLst/>
            <a:rect l="l" t="t" r="r" b="b"/>
            <a:pathLst>
              <a:path w="158735" h="93821">
                <a:moveTo>
                  <a:pt x="0" y="0"/>
                </a:moveTo>
                <a:lnTo>
                  <a:pt x="0" y="93821"/>
                </a:lnTo>
                <a:lnTo>
                  <a:pt x="158735" y="4804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5" name="object 45"/>
          <p:cNvSpPr/>
          <p:nvPr/>
        </p:nvSpPr>
        <p:spPr>
          <a:xfrm>
            <a:off x="3735740" y="3256795"/>
            <a:ext cx="1557800" cy="342917"/>
          </a:xfrm>
          <a:custGeom>
            <a:avLst/>
            <a:gdLst/>
            <a:ahLst/>
            <a:cxnLst/>
            <a:rect l="l" t="t" r="r" b="b"/>
            <a:pathLst>
              <a:path w="1557800" h="342917">
                <a:moveTo>
                  <a:pt x="1557800" y="0"/>
                </a:moveTo>
                <a:lnTo>
                  <a:pt x="1557800" y="40588"/>
                </a:lnTo>
                <a:lnTo>
                  <a:pt x="1546122" y="78774"/>
                </a:lnTo>
                <a:lnTo>
                  <a:pt x="1526082" y="116834"/>
                </a:lnTo>
                <a:lnTo>
                  <a:pt x="1497103" y="147181"/>
                </a:lnTo>
                <a:lnTo>
                  <a:pt x="1462357" y="172596"/>
                </a:lnTo>
                <a:lnTo>
                  <a:pt x="875814" y="172596"/>
                </a:lnTo>
                <a:lnTo>
                  <a:pt x="841155" y="198011"/>
                </a:lnTo>
                <a:lnTo>
                  <a:pt x="814987" y="231140"/>
                </a:lnTo>
                <a:lnTo>
                  <a:pt x="794832" y="266797"/>
                </a:lnTo>
                <a:lnTo>
                  <a:pt x="783168" y="304857"/>
                </a:lnTo>
                <a:lnTo>
                  <a:pt x="777517" y="342917"/>
                </a:lnTo>
                <a:lnTo>
                  <a:pt x="774691" y="304857"/>
                </a:lnTo>
                <a:lnTo>
                  <a:pt x="763013" y="266797"/>
                </a:lnTo>
                <a:lnTo>
                  <a:pt x="742857" y="231140"/>
                </a:lnTo>
                <a:lnTo>
                  <a:pt x="713864" y="198011"/>
                </a:lnTo>
                <a:lnTo>
                  <a:pt x="682045" y="172596"/>
                </a:lnTo>
                <a:lnTo>
                  <a:pt x="95459" y="172596"/>
                </a:lnTo>
                <a:lnTo>
                  <a:pt x="60460" y="147181"/>
                </a:lnTo>
                <a:lnTo>
                  <a:pt x="31822" y="116834"/>
                </a:lnTo>
                <a:lnTo>
                  <a:pt x="11313" y="78774"/>
                </a:lnTo>
                <a:lnTo>
                  <a:pt x="0" y="40588"/>
                </a:lnTo>
                <a:lnTo>
                  <a:pt x="0" y="0"/>
                </a:lnTo>
              </a:path>
            </a:pathLst>
          </a:custGeom>
          <a:ln w="1529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6" name="object 46"/>
          <p:cNvSpPr/>
          <p:nvPr/>
        </p:nvSpPr>
        <p:spPr>
          <a:xfrm>
            <a:off x="5296425" y="3256795"/>
            <a:ext cx="1558231" cy="342917"/>
          </a:xfrm>
          <a:custGeom>
            <a:avLst/>
            <a:gdLst/>
            <a:ahLst/>
            <a:cxnLst/>
            <a:rect l="l" t="t" r="r" b="b"/>
            <a:pathLst>
              <a:path w="1558231" h="342917">
                <a:moveTo>
                  <a:pt x="1558231" y="0"/>
                </a:moveTo>
                <a:lnTo>
                  <a:pt x="1558231" y="40588"/>
                </a:lnTo>
                <a:lnTo>
                  <a:pt x="1546553" y="78774"/>
                </a:lnTo>
                <a:lnTo>
                  <a:pt x="1526369" y="116834"/>
                </a:lnTo>
                <a:lnTo>
                  <a:pt x="1497390" y="147181"/>
                </a:lnTo>
                <a:lnTo>
                  <a:pt x="1462788" y="172596"/>
                </a:lnTo>
                <a:lnTo>
                  <a:pt x="875856" y="172596"/>
                </a:lnTo>
                <a:lnTo>
                  <a:pt x="841110" y="198011"/>
                </a:lnTo>
                <a:lnTo>
                  <a:pt x="815303" y="231140"/>
                </a:lnTo>
                <a:lnTo>
                  <a:pt x="794830" y="266797"/>
                </a:lnTo>
                <a:lnTo>
                  <a:pt x="783585" y="304857"/>
                </a:lnTo>
                <a:lnTo>
                  <a:pt x="777530" y="342917"/>
                </a:lnTo>
                <a:lnTo>
                  <a:pt x="774646" y="304857"/>
                </a:lnTo>
                <a:lnTo>
                  <a:pt x="763400" y="266797"/>
                </a:lnTo>
                <a:lnTo>
                  <a:pt x="742928" y="231140"/>
                </a:lnTo>
                <a:lnTo>
                  <a:pt x="714237" y="198011"/>
                </a:lnTo>
                <a:lnTo>
                  <a:pt x="682375" y="172596"/>
                </a:lnTo>
                <a:lnTo>
                  <a:pt x="95443" y="172596"/>
                </a:lnTo>
                <a:lnTo>
                  <a:pt x="60841" y="147181"/>
                </a:lnTo>
                <a:lnTo>
                  <a:pt x="31862" y="116834"/>
                </a:lnTo>
                <a:lnTo>
                  <a:pt x="11678" y="78774"/>
                </a:lnTo>
                <a:lnTo>
                  <a:pt x="0" y="40588"/>
                </a:lnTo>
                <a:lnTo>
                  <a:pt x="0" y="0"/>
                </a:lnTo>
              </a:path>
            </a:pathLst>
          </a:custGeom>
          <a:ln w="1529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7" name="object 47"/>
          <p:cNvSpPr/>
          <p:nvPr/>
        </p:nvSpPr>
        <p:spPr>
          <a:xfrm>
            <a:off x="6857396" y="3256795"/>
            <a:ext cx="1557943" cy="342917"/>
          </a:xfrm>
          <a:custGeom>
            <a:avLst/>
            <a:gdLst/>
            <a:ahLst/>
            <a:cxnLst/>
            <a:rect l="l" t="t" r="r" b="b"/>
            <a:pathLst>
              <a:path w="1557943" h="342917">
                <a:moveTo>
                  <a:pt x="1557943" y="0"/>
                </a:moveTo>
                <a:lnTo>
                  <a:pt x="1557943" y="40588"/>
                </a:lnTo>
                <a:lnTo>
                  <a:pt x="1546553" y="78774"/>
                </a:lnTo>
                <a:lnTo>
                  <a:pt x="1526081" y="116834"/>
                </a:lnTo>
                <a:lnTo>
                  <a:pt x="1497534" y="147181"/>
                </a:lnTo>
                <a:lnTo>
                  <a:pt x="1462788" y="172596"/>
                </a:lnTo>
                <a:lnTo>
                  <a:pt x="875856" y="172596"/>
                </a:lnTo>
                <a:lnTo>
                  <a:pt x="841254" y="198011"/>
                </a:lnTo>
                <a:lnTo>
                  <a:pt x="815015" y="231140"/>
                </a:lnTo>
                <a:lnTo>
                  <a:pt x="794975" y="266797"/>
                </a:lnTo>
                <a:lnTo>
                  <a:pt x="783296" y="304857"/>
                </a:lnTo>
                <a:lnTo>
                  <a:pt x="777530" y="342917"/>
                </a:lnTo>
                <a:lnTo>
                  <a:pt x="774790" y="304857"/>
                </a:lnTo>
                <a:lnTo>
                  <a:pt x="763112" y="266797"/>
                </a:lnTo>
                <a:lnTo>
                  <a:pt x="742928" y="231140"/>
                </a:lnTo>
                <a:lnTo>
                  <a:pt x="713949" y="198011"/>
                </a:lnTo>
                <a:lnTo>
                  <a:pt x="682086" y="172596"/>
                </a:lnTo>
                <a:lnTo>
                  <a:pt x="95587" y="172596"/>
                </a:lnTo>
                <a:lnTo>
                  <a:pt x="60841" y="147181"/>
                </a:lnTo>
                <a:lnTo>
                  <a:pt x="31862" y="116834"/>
                </a:lnTo>
                <a:lnTo>
                  <a:pt x="11678" y="78774"/>
                </a:lnTo>
                <a:lnTo>
                  <a:pt x="0" y="40588"/>
                </a:lnTo>
                <a:lnTo>
                  <a:pt x="0" y="0"/>
                </a:lnTo>
              </a:path>
            </a:pathLst>
          </a:custGeom>
          <a:ln w="1529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4" name="object 44"/>
          <p:cNvSpPr/>
          <p:nvPr/>
        </p:nvSpPr>
        <p:spPr>
          <a:xfrm>
            <a:off x="7299721" y="4557781"/>
            <a:ext cx="81025" cy="12770"/>
          </a:xfrm>
          <a:custGeom>
            <a:avLst/>
            <a:gdLst/>
            <a:ahLst/>
            <a:cxnLst/>
            <a:rect l="l" t="t" r="r" b="b"/>
            <a:pathLst>
              <a:path w="81025" h="12770">
                <a:moveTo>
                  <a:pt x="0" y="0"/>
                </a:moveTo>
                <a:lnTo>
                  <a:pt x="46424" y="4931"/>
                </a:lnTo>
                <a:lnTo>
                  <a:pt x="81025" y="12770"/>
                </a:lnTo>
              </a:path>
            </a:pathLst>
          </a:custGeom>
          <a:ln w="1026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3" name="object 43"/>
          <p:cNvSpPr/>
          <p:nvPr/>
        </p:nvSpPr>
        <p:spPr>
          <a:xfrm>
            <a:off x="7432794" y="4580667"/>
            <a:ext cx="77709" cy="22633"/>
          </a:xfrm>
          <a:custGeom>
            <a:avLst/>
            <a:gdLst/>
            <a:ahLst/>
            <a:cxnLst/>
            <a:rect l="l" t="t" r="r" b="b"/>
            <a:pathLst>
              <a:path w="77709" h="22633">
                <a:moveTo>
                  <a:pt x="0" y="0"/>
                </a:moveTo>
                <a:lnTo>
                  <a:pt x="2739" y="0"/>
                </a:lnTo>
                <a:lnTo>
                  <a:pt x="77709" y="22633"/>
                </a:lnTo>
              </a:path>
            </a:pathLst>
          </a:custGeom>
          <a:ln w="1034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2" name="object 42"/>
          <p:cNvSpPr txBox="1"/>
          <p:nvPr/>
        </p:nvSpPr>
        <p:spPr>
          <a:xfrm>
            <a:off x="78740" y="159670"/>
            <a:ext cx="3001162" cy="330200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dirty="0" smtClean="0" sz="2400" spc="0" b="1">
                <a:latin typeface="Arial"/>
                <a:cs typeface="Arial"/>
              </a:rPr>
              <a:t>B.</a:t>
            </a:r>
            <a:r>
              <a:rPr dirty="0" smtClean="0" sz="2400" spc="0" b="1">
                <a:latin typeface="Arial"/>
                <a:cs typeface="Arial"/>
              </a:rPr>
              <a:t> </a:t>
            </a:r>
            <a:r>
              <a:rPr dirty="0" smtClean="0" sz="2400" spc="0" b="1">
                <a:latin typeface="Arial"/>
                <a:cs typeface="Arial"/>
              </a:rPr>
              <a:t>Freq</a:t>
            </a:r>
            <a:r>
              <a:rPr dirty="0" smtClean="0" sz="2400" spc="0" b="1">
                <a:latin typeface="Arial"/>
                <a:cs typeface="Arial"/>
              </a:rPr>
              <a:t>u</a:t>
            </a:r>
            <a:r>
              <a:rPr dirty="0" smtClean="0" sz="2400" spc="0" b="1">
                <a:latin typeface="Arial"/>
                <a:cs typeface="Arial"/>
              </a:rPr>
              <a:t>ency</a:t>
            </a:r>
            <a:r>
              <a:rPr dirty="0" smtClean="0" sz="2400" spc="0" b="1">
                <a:latin typeface="Arial"/>
                <a:cs typeface="Arial"/>
              </a:rPr>
              <a:t> </a:t>
            </a:r>
            <a:r>
              <a:rPr dirty="0" smtClean="0" sz="2400" spc="0" b="1">
                <a:latin typeface="Arial"/>
                <a:cs typeface="Arial"/>
              </a:rPr>
              <a:t>R</a:t>
            </a:r>
            <a:r>
              <a:rPr dirty="0" smtClean="0" sz="2400" spc="0" b="1">
                <a:latin typeface="Arial"/>
                <a:cs typeface="Arial"/>
              </a:rPr>
              <a:t>e</a:t>
            </a:r>
            <a:r>
              <a:rPr dirty="0" smtClean="0" sz="2400" spc="0" b="1">
                <a:latin typeface="Arial"/>
                <a:cs typeface="Arial"/>
              </a:rPr>
              <a:t>use</a:t>
            </a:r>
            <a:endParaRPr sz="24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307340" y="775576"/>
            <a:ext cx="4019976" cy="381317"/>
          </a:xfrm>
          <a:prstGeom prst="rect">
            <a:avLst/>
          </a:prstGeom>
        </p:spPr>
        <p:txBody>
          <a:bodyPr wrap="square" lIns="0" tIns="18796" rIns="0" bIns="0" rtlCol="0">
            <a:noAutofit/>
          </a:bodyPr>
          <a:lstStyle/>
          <a:p>
            <a:pPr marL="12700">
              <a:lnSpc>
                <a:spcPts val="2960"/>
              </a:lnSpc>
            </a:pPr>
            <a:r>
              <a:rPr dirty="0" smtClean="0" sz="2800" spc="-4" b="1" u="heavy">
                <a:solidFill>
                  <a:srgbClr val="3333CC"/>
                </a:solidFill>
                <a:latin typeface="Times New Roman"/>
                <a:cs typeface="Times New Roman"/>
              </a:rPr>
              <a:t>Kapa</a:t>
            </a:r>
            <a:r>
              <a:rPr dirty="0" smtClean="0" sz="2800" spc="-4" b="1" u="heavy">
                <a:solidFill>
                  <a:srgbClr val="3333CC"/>
                </a:solidFill>
                <a:latin typeface="Times New Roman"/>
                <a:cs typeface="Times New Roman"/>
              </a:rPr>
              <a:t>s</a:t>
            </a:r>
            <a:r>
              <a:rPr dirty="0" smtClean="0" sz="2800" spc="-4" b="1" u="heavy">
                <a:solidFill>
                  <a:srgbClr val="3333CC"/>
                </a:solidFill>
                <a:latin typeface="Times New Roman"/>
                <a:cs typeface="Times New Roman"/>
              </a:rPr>
              <a:t>itas</a:t>
            </a:r>
            <a:r>
              <a:rPr dirty="0" smtClean="0" sz="2800" spc="-4" b="1" u="heavy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2800" spc="-4" b="1" u="heavy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2800" spc="-4" b="1" u="heavy">
                <a:solidFill>
                  <a:srgbClr val="3333CC"/>
                </a:solidFill>
                <a:latin typeface="Times New Roman"/>
                <a:cs typeface="Times New Roman"/>
              </a:rPr>
              <a:t>Kanal</a:t>
            </a:r>
            <a:r>
              <a:rPr dirty="0" smtClean="0" sz="2800" spc="-4" b="1" u="heavy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2800" spc="-4" b="1" u="heavy">
                <a:solidFill>
                  <a:srgbClr val="3333CC"/>
                </a:solidFill>
                <a:latin typeface="Times New Roman"/>
                <a:cs typeface="Times New Roman"/>
              </a:rPr>
              <a:t>T</a:t>
            </a:r>
            <a:r>
              <a:rPr dirty="0" smtClean="0" sz="2800" spc="-4" b="1" u="heavy">
                <a:solidFill>
                  <a:srgbClr val="3333CC"/>
                </a:solidFill>
                <a:latin typeface="Times New Roman"/>
                <a:cs typeface="Times New Roman"/>
              </a:rPr>
              <a:t>iap</a:t>
            </a:r>
            <a:r>
              <a:rPr dirty="0" smtClean="0" sz="2800" spc="-4" b="1" u="heavy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2800" spc="-4" b="1" u="heavy">
                <a:solidFill>
                  <a:srgbClr val="3333CC"/>
                </a:solidFill>
                <a:latin typeface="Times New Roman"/>
                <a:cs typeface="Times New Roman"/>
              </a:rPr>
              <a:t>Sel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069657" y="1233887"/>
            <a:ext cx="152400" cy="279400"/>
          </a:xfrm>
          <a:prstGeom prst="rect">
            <a:avLst/>
          </a:prstGeom>
        </p:spPr>
        <p:txBody>
          <a:bodyPr wrap="square" lIns="0" tIns="13589" rIns="0" bIns="0" rtlCol="0">
            <a:noAutofit/>
          </a:bodyPr>
          <a:lstStyle/>
          <a:p>
            <a:pPr marL="12700">
              <a:lnSpc>
                <a:spcPts val="2140"/>
              </a:lnSpc>
            </a:pPr>
            <a:r>
              <a:rPr dirty="0" smtClean="0" sz="2000">
                <a:latin typeface="Times New Roman"/>
                <a:cs typeface="Times New Roman"/>
              </a:rPr>
              <a:t>•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356614" y="1233887"/>
            <a:ext cx="2564761" cy="767142"/>
          </a:xfrm>
          <a:prstGeom prst="rect">
            <a:avLst/>
          </a:prstGeom>
        </p:spPr>
        <p:txBody>
          <a:bodyPr wrap="square" lIns="0" tIns="33782" rIns="0" bIns="0" rtlCol="0">
            <a:noAutofit/>
          </a:bodyPr>
          <a:lstStyle/>
          <a:p>
            <a:pPr marL="12700">
              <a:lnSpc>
                <a:spcPts val="1920"/>
              </a:lnSpc>
            </a:pPr>
            <a:r>
              <a:rPr dirty="0" smtClean="0" sz="2000" b="1">
                <a:latin typeface="Times New Roman"/>
                <a:cs typeface="Times New Roman"/>
              </a:rPr>
              <a:t>J</a:t>
            </a:r>
            <a:r>
              <a:rPr dirty="0" smtClean="0" sz="2000" spc="4" b="1">
                <a:latin typeface="Times New Roman"/>
                <a:cs typeface="Times New Roman"/>
              </a:rPr>
              <a:t>u</a:t>
            </a:r>
            <a:r>
              <a:rPr dirty="0" smtClean="0" sz="2000" spc="-25" b="1">
                <a:latin typeface="Times New Roman"/>
                <a:cs typeface="Times New Roman"/>
              </a:rPr>
              <a:t>m</a:t>
            </a:r>
            <a:r>
              <a:rPr dirty="0" smtClean="0" sz="2000" spc="0" b="1">
                <a:latin typeface="Times New Roman"/>
                <a:cs typeface="Times New Roman"/>
              </a:rPr>
              <a:t>lah</a:t>
            </a:r>
            <a:r>
              <a:rPr dirty="0" smtClean="0" sz="2000" spc="9" b="1">
                <a:latin typeface="Times New Roman"/>
                <a:cs typeface="Times New Roman"/>
              </a:rPr>
              <a:t> </a:t>
            </a:r>
            <a:r>
              <a:rPr dirty="0" smtClean="0" sz="2000" spc="4" b="1">
                <a:latin typeface="Times New Roman"/>
                <a:cs typeface="Times New Roman"/>
              </a:rPr>
              <a:t>k</a:t>
            </a:r>
            <a:r>
              <a:rPr dirty="0" smtClean="0" sz="2000" spc="0" b="1">
                <a:latin typeface="Times New Roman"/>
                <a:cs typeface="Times New Roman"/>
              </a:rPr>
              <a:t>a</a:t>
            </a:r>
            <a:r>
              <a:rPr dirty="0" smtClean="0" sz="2000" spc="4" b="1">
                <a:latin typeface="Times New Roman"/>
                <a:cs typeface="Times New Roman"/>
              </a:rPr>
              <a:t>n</a:t>
            </a:r>
            <a:r>
              <a:rPr dirty="0" smtClean="0" sz="2000" spc="0" b="1">
                <a:latin typeface="Times New Roman"/>
                <a:cs typeface="Times New Roman"/>
              </a:rPr>
              <a:t>al</a:t>
            </a:r>
            <a:r>
              <a:rPr dirty="0" smtClean="0" sz="2000" spc="-14" b="1">
                <a:latin typeface="Times New Roman"/>
                <a:cs typeface="Times New Roman"/>
              </a:rPr>
              <a:t> </a:t>
            </a:r>
            <a:r>
              <a:rPr dirty="0" smtClean="0" sz="2000" spc="0" b="1">
                <a:latin typeface="Times New Roman"/>
                <a:cs typeface="Times New Roman"/>
              </a:rPr>
              <a:t>tiap</a:t>
            </a:r>
            <a:r>
              <a:rPr dirty="0" smtClean="0" sz="2000" spc="-14" b="1">
                <a:latin typeface="Times New Roman"/>
                <a:cs typeface="Times New Roman"/>
              </a:rPr>
              <a:t> </a:t>
            </a:r>
            <a:r>
              <a:rPr dirty="0" smtClean="0" sz="2000" spc="0" b="1">
                <a:latin typeface="Times New Roman"/>
                <a:cs typeface="Times New Roman"/>
              </a:rPr>
              <a:t>sel</a:t>
            </a:r>
            <a:r>
              <a:rPr dirty="0" smtClean="0" sz="2000" spc="0" b="1">
                <a:latin typeface="Times New Roman"/>
                <a:cs typeface="Times New Roman"/>
              </a:rPr>
              <a:t> </a:t>
            </a:r>
            <a:r>
              <a:rPr dirty="0" smtClean="0" sz="2000" spc="4" b="1">
                <a:latin typeface="Times New Roman"/>
                <a:cs typeface="Times New Roman"/>
              </a:rPr>
              <a:t>d</a:t>
            </a:r>
            <a:r>
              <a:rPr dirty="0" smtClean="0" sz="2000" spc="0" b="1">
                <a:latin typeface="Times New Roman"/>
                <a:cs typeface="Times New Roman"/>
              </a:rPr>
              <a:t>i</a:t>
            </a:r>
            <a:r>
              <a:rPr dirty="0" smtClean="0" sz="2000" spc="9" b="1">
                <a:latin typeface="Times New Roman"/>
                <a:cs typeface="Times New Roman"/>
              </a:rPr>
              <a:t>n</a:t>
            </a:r>
            <a:r>
              <a:rPr dirty="0" smtClean="0" sz="2000" spc="0" b="1">
                <a:latin typeface="Times New Roman"/>
                <a:cs typeface="Times New Roman"/>
              </a:rPr>
              <a:t>yatakan</a:t>
            </a:r>
            <a:r>
              <a:rPr dirty="0" smtClean="0" sz="2000" spc="-29" b="1">
                <a:latin typeface="Times New Roman"/>
                <a:cs typeface="Times New Roman"/>
              </a:rPr>
              <a:t> </a:t>
            </a:r>
            <a:r>
              <a:rPr dirty="0" smtClean="0" sz="2000" spc="0" b="1">
                <a:latin typeface="Times New Roman"/>
                <a:cs typeface="Times New Roman"/>
              </a:rPr>
              <a:t>oleh</a:t>
            </a:r>
            <a:r>
              <a:rPr dirty="0" smtClean="0" sz="2000" spc="0" b="1">
                <a:latin typeface="Times New Roman"/>
                <a:cs typeface="Times New Roman"/>
              </a:rPr>
              <a:t> </a:t>
            </a:r>
            <a:r>
              <a:rPr dirty="0" smtClean="0" sz="2000" spc="0" b="1">
                <a:latin typeface="Times New Roman"/>
                <a:cs typeface="Times New Roman"/>
              </a:rPr>
              <a:t>ru</a:t>
            </a:r>
            <a:r>
              <a:rPr dirty="0" smtClean="0" sz="2000" spc="-19" b="1">
                <a:latin typeface="Times New Roman"/>
                <a:cs typeface="Times New Roman"/>
              </a:rPr>
              <a:t>m</a:t>
            </a:r>
            <a:r>
              <a:rPr dirty="0" smtClean="0" sz="2000" spc="4" b="1">
                <a:latin typeface="Times New Roman"/>
                <a:cs typeface="Times New Roman"/>
              </a:rPr>
              <a:t>u</a:t>
            </a:r>
            <a:r>
              <a:rPr dirty="0" smtClean="0" sz="2000" spc="0" b="1">
                <a:latin typeface="Times New Roman"/>
                <a:cs typeface="Times New Roman"/>
              </a:rPr>
              <a:t>s</a:t>
            </a:r>
            <a:r>
              <a:rPr dirty="0" smtClean="0" sz="2000" spc="0" b="1">
                <a:latin typeface="Times New Roman"/>
                <a:cs typeface="Times New Roman"/>
              </a:rPr>
              <a:t> </a:t>
            </a:r>
            <a:r>
              <a:rPr dirty="0" smtClean="0" sz="2000" spc="4" b="1">
                <a:latin typeface="Times New Roman"/>
                <a:cs typeface="Times New Roman"/>
              </a:rPr>
              <a:t>b</a:t>
            </a:r>
            <a:r>
              <a:rPr dirty="0" smtClean="0" sz="2000" spc="-9" b="1">
                <a:latin typeface="Times New Roman"/>
                <a:cs typeface="Times New Roman"/>
              </a:rPr>
              <a:t>e</a:t>
            </a:r>
            <a:r>
              <a:rPr dirty="0" smtClean="0" sz="2000" spc="-9" b="1">
                <a:latin typeface="Times New Roman"/>
                <a:cs typeface="Times New Roman"/>
              </a:rPr>
              <a:t>r</a:t>
            </a:r>
            <a:r>
              <a:rPr dirty="0" smtClean="0" sz="2000" spc="0" b="1">
                <a:latin typeface="Times New Roman"/>
                <a:cs typeface="Times New Roman"/>
              </a:rPr>
              <a:t>i</a:t>
            </a:r>
            <a:r>
              <a:rPr dirty="0" smtClean="0" sz="2000" spc="9" b="1">
                <a:latin typeface="Times New Roman"/>
                <a:cs typeface="Times New Roman"/>
              </a:rPr>
              <a:t>k</a:t>
            </a:r>
            <a:r>
              <a:rPr dirty="0" smtClean="0" sz="2000" spc="4" b="1">
                <a:latin typeface="Times New Roman"/>
                <a:cs typeface="Times New Roman"/>
              </a:rPr>
              <a:t>u</a:t>
            </a:r>
            <a:r>
              <a:rPr dirty="0" smtClean="0" sz="2000" spc="0" b="1">
                <a:latin typeface="Times New Roman"/>
                <a:cs typeface="Times New Roman"/>
              </a:rPr>
              <a:t>t</a:t>
            </a:r>
            <a:r>
              <a:rPr dirty="0" smtClean="0" sz="2000" spc="-25" b="1">
                <a:latin typeface="Times New Roman"/>
                <a:cs typeface="Times New Roman"/>
              </a:rPr>
              <a:t> </a:t>
            </a:r>
            <a:r>
              <a:rPr dirty="0" smtClean="0" sz="2000" spc="0" b="1">
                <a:latin typeface="Times New Roman"/>
                <a:cs typeface="Times New Roman"/>
              </a:rPr>
              <a:t>: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813514" y="2018482"/>
            <a:ext cx="884723" cy="351235"/>
          </a:xfrm>
          <a:prstGeom prst="rect">
            <a:avLst/>
          </a:prstGeom>
        </p:spPr>
        <p:txBody>
          <a:bodyPr wrap="square" lIns="0" tIns="17049" rIns="0" bIns="0" rtlCol="0">
            <a:noAutofit/>
          </a:bodyPr>
          <a:lstStyle/>
          <a:p>
            <a:pPr marL="12700">
              <a:lnSpc>
                <a:spcPts val="2685"/>
              </a:lnSpc>
            </a:pPr>
            <a:r>
              <a:rPr dirty="0" smtClean="0" baseline="7905" sz="3300" spc="-31">
                <a:latin typeface="Times New Roman"/>
                <a:cs typeface="Times New Roman"/>
              </a:rPr>
              <a:t>B</a:t>
            </a:r>
            <a:r>
              <a:rPr dirty="0" smtClean="0" baseline="7905" sz="3300" spc="-31">
                <a:latin typeface="Times New Roman"/>
                <a:cs typeface="Times New Roman"/>
              </a:rPr>
              <a:t>W</a:t>
            </a:r>
            <a:r>
              <a:rPr dirty="0" smtClean="0" baseline="-11149" sz="1950" spc="-31">
                <a:latin typeface="Times New Roman"/>
                <a:cs typeface="Times New Roman"/>
              </a:rPr>
              <a:t>c</a:t>
            </a:r>
            <a:r>
              <a:rPr dirty="0" smtClean="0" baseline="-11149" sz="1950" spc="-31">
                <a:latin typeface="Times New Roman"/>
                <a:cs typeface="Times New Roman"/>
              </a:rPr>
              <a:t>h</a:t>
            </a:r>
            <a:r>
              <a:rPr dirty="0" smtClean="0" baseline="-11149" sz="1950" spc="-31">
                <a:latin typeface="Times New Roman"/>
                <a:cs typeface="Times New Roman"/>
              </a:rPr>
              <a:t> </a:t>
            </a:r>
            <a:r>
              <a:rPr dirty="0" smtClean="0" baseline="-11149" sz="1950" spc="-31">
                <a:latin typeface="Times New Roman"/>
                <a:cs typeface="Times New Roman"/>
              </a:rPr>
              <a:t>RF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780648" y="2018482"/>
            <a:ext cx="269122" cy="304546"/>
          </a:xfrm>
          <a:prstGeom prst="rect">
            <a:avLst/>
          </a:prstGeom>
        </p:spPr>
        <p:txBody>
          <a:bodyPr wrap="square" lIns="0" tIns="14890" rIns="0" bIns="0" rtlCol="0">
            <a:noAutofit/>
          </a:bodyPr>
          <a:lstStyle/>
          <a:p>
            <a:pPr marL="12700">
              <a:lnSpc>
                <a:spcPts val="2345"/>
              </a:lnSpc>
            </a:pPr>
            <a:r>
              <a:rPr dirty="0" smtClean="0" sz="2200">
                <a:latin typeface="Times New Roman"/>
                <a:cs typeface="Times New Roman"/>
              </a:rPr>
              <a:t>K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723167" y="2538443"/>
            <a:ext cx="327713" cy="177967"/>
          </a:xfrm>
          <a:prstGeom prst="rect">
            <a:avLst/>
          </a:prstGeom>
        </p:spPr>
        <p:txBody>
          <a:bodyPr wrap="square" lIns="0" tIns="8445" rIns="0" bIns="0" rtlCol="0">
            <a:noAutofit/>
          </a:bodyPr>
          <a:lstStyle/>
          <a:p>
            <a:pPr marL="12700">
              <a:lnSpc>
                <a:spcPts val="1330"/>
              </a:lnSpc>
            </a:pPr>
            <a:r>
              <a:rPr dirty="0" smtClean="0" sz="1200" spc="129">
                <a:latin typeface="Arial"/>
                <a:cs typeface="Arial"/>
              </a:rPr>
              <a:t>BW</a:t>
            </a:r>
            <a:endParaRPr sz="12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399434" y="3752821"/>
            <a:ext cx="256805" cy="203395"/>
          </a:xfrm>
          <a:prstGeom prst="rect">
            <a:avLst/>
          </a:prstGeom>
        </p:spPr>
        <p:txBody>
          <a:bodyPr wrap="square" lIns="0" tIns="9715" rIns="0" bIns="0" rtlCol="0">
            <a:noAutofit/>
          </a:bodyPr>
          <a:lstStyle/>
          <a:p>
            <a:pPr marL="12700">
              <a:lnSpc>
                <a:spcPts val="1530"/>
              </a:lnSpc>
            </a:pPr>
            <a:r>
              <a:rPr dirty="0" smtClean="0" sz="1400" spc="97">
                <a:latin typeface="Arial"/>
                <a:cs typeface="Arial"/>
              </a:rPr>
              <a:t>F</a:t>
            </a:r>
            <a:r>
              <a:rPr dirty="0" smtClean="0" sz="1000" spc="97">
                <a:latin typeface="Arial"/>
                <a:cs typeface="Arial"/>
              </a:rPr>
              <a:t>1</a:t>
            </a:r>
            <a:endParaRPr sz="10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960044" y="3752821"/>
            <a:ext cx="257267" cy="203395"/>
          </a:xfrm>
          <a:prstGeom prst="rect">
            <a:avLst/>
          </a:prstGeom>
        </p:spPr>
        <p:txBody>
          <a:bodyPr wrap="square" lIns="0" tIns="9715" rIns="0" bIns="0" rtlCol="0">
            <a:noAutofit/>
          </a:bodyPr>
          <a:lstStyle/>
          <a:p>
            <a:pPr marL="12700">
              <a:lnSpc>
                <a:spcPts val="1530"/>
              </a:lnSpc>
            </a:pPr>
            <a:r>
              <a:rPr dirty="0" smtClean="0" sz="1400" spc="100">
                <a:latin typeface="Arial"/>
                <a:cs typeface="Arial"/>
              </a:rPr>
              <a:t>F</a:t>
            </a:r>
            <a:r>
              <a:rPr dirty="0" smtClean="0" sz="1000" spc="100">
                <a:latin typeface="Arial"/>
                <a:cs typeface="Arial"/>
              </a:rPr>
              <a:t>2</a:t>
            </a:r>
            <a:endParaRPr sz="10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521160" y="3752821"/>
            <a:ext cx="256834" cy="203395"/>
          </a:xfrm>
          <a:prstGeom prst="rect">
            <a:avLst/>
          </a:prstGeom>
        </p:spPr>
        <p:txBody>
          <a:bodyPr wrap="square" lIns="0" tIns="9715" rIns="0" bIns="0" rtlCol="0">
            <a:noAutofit/>
          </a:bodyPr>
          <a:lstStyle/>
          <a:p>
            <a:pPr marL="12700">
              <a:lnSpc>
                <a:spcPts val="1530"/>
              </a:lnSpc>
            </a:pPr>
            <a:r>
              <a:rPr dirty="0" smtClean="0" sz="1400" spc="97">
                <a:latin typeface="Arial"/>
                <a:cs typeface="Arial"/>
              </a:rPr>
              <a:t>F</a:t>
            </a:r>
            <a:r>
              <a:rPr dirty="0" smtClean="0" sz="1000" spc="97">
                <a:latin typeface="Arial"/>
                <a:cs typeface="Arial"/>
              </a:rPr>
              <a:t>3</a:t>
            </a:r>
            <a:endParaRPr sz="10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397016" y="4497699"/>
            <a:ext cx="227515" cy="177967"/>
          </a:xfrm>
          <a:prstGeom prst="rect">
            <a:avLst/>
          </a:prstGeom>
        </p:spPr>
        <p:txBody>
          <a:bodyPr wrap="square" lIns="0" tIns="8445" rIns="0" bIns="0" rtlCol="0">
            <a:noAutofit/>
          </a:bodyPr>
          <a:lstStyle/>
          <a:p>
            <a:pPr marL="12700">
              <a:lnSpc>
                <a:spcPts val="1330"/>
              </a:lnSpc>
            </a:pPr>
            <a:r>
              <a:rPr dirty="0" smtClean="0" sz="1200" spc="88">
                <a:latin typeface="Arial"/>
                <a:cs typeface="Arial"/>
              </a:rPr>
              <a:t>F</a:t>
            </a:r>
            <a:r>
              <a:rPr dirty="0" smtClean="0" sz="900" spc="88">
                <a:latin typeface="Arial"/>
                <a:cs typeface="Arial"/>
              </a:rPr>
              <a:t>2</a:t>
            </a:r>
            <a:endParaRPr sz="9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856364" y="4972877"/>
            <a:ext cx="227947" cy="177967"/>
          </a:xfrm>
          <a:prstGeom prst="rect">
            <a:avLst/>
          </a:prstGeom>
        </p:spPr>
        <p:txBody>
          <a:bodyPr wrap="square" lIns="0" tIns="8445" rIns="0" bIns="0" rtlCol="0">
            <a:noAutofit/>
          </a:bodyPr>
          <a:lstStyle/>
          <a:p>
            <a:pPr marL="12700">
              <a:lnSpc>
                <a:spcPts val="1330"/>
              </a:lnSpc>
            </a:pPr>
            <a:r>
              <a:rPr dirty="0" smtClean="0" sz="1200" spc="88">
                <a:latin typeface="Arial"/>
                <a:cs typeface="Arial"/>
              </a:rPr>
              <a:t>F</a:t>
            </a:r>
            <a:r>
              <a:rPr dirty="0" smtClean="0" sz="900" spc="88">
                <a:latin typeface="Arial"/>
                <a:cs typeface="Arial"/>
              </a:rPr>
              <a:t>1</a:t>
            </a:r>
            <a:endParaRPr sz="9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231947" y="5087056"/>
            <a:ext cx="227947" cy="177967"/>
          </a:xfrm>
          <a:prstGeom prst="rect">
            <a:avLst/>
          </a:prstGeom>
        </p:spPr>
        <p:txBody>
          <a:bodyPr wrap="square" lIns="0" tIns="8445" rIns="0" bIns="0" rtlCol="0">
            <a:noAutofit/>
          </a:bodyPr>
          <a:lstStyle/>
          <a:p>
            <a:pPr marL="12700">
              <a:lnSpc>
                <a:spcPts val="1330"/>
              </a:lnSpc>
            </a:pPr>
            <a:r>
              <a:rPr dirty="0" smtClean="0" sz="1200" spc="88">
                <a:latin typeface="Arial"/>
                <a:cs typeface="Arial"/>
              </a:rPr>
              <a:t>F</a:t>
            </a:r>
            <a:r>
              <a:rPr dirty="0" smtClean="0" sz="900" spc="88">
                <a:latin typeface="Arial"/>
                <a:cs typeface="Arial"/>
              </a:rPr>
              <a:t>2</a:t>
            </a:r>
            <a:endParaRPr sz="9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781240" y="5102356"/>
            <a:ext cx="228092" cy="177967"/>
          </a:xfrm>
          <a:prstGeom prst="rect">
            <a:avLst/>
          </a:prstGeom>
        </p:spPr>
        <p:txBody>
          <a:bodyPr wrap="square" lIns="0" tIns="8445" rIns="0" bIns="0" rtlCol="0">
            <a:noAutofit/>
          </a:bodyPr>
          <a:lstStyle/>
          <a:p>
            <a:pPr marL="12700">
              <a:lnSpc>
                <a:spcPts val="1330"/>
              </a:lnSpc>
            </a:pPr>
            <a:r>
              <a:rPr dirty="0" smtClean="0" sz="1200" spc="90">
                <a:latin typeface="Arial"/>
                <a:cs typeface="Arial"/>
              </a:rPr>
              <a:t>F</a:t>
            </a:r>
            <a:r>
              <a:rPr dirty="0" smtClean="0" sz="900" spc="90">
                <a:latin typeface="Arial"/>
                <a:cs typeface="Arial"/>
              </a:rPr>
              <a:t>3</a:t>
            </a:r>
            <a:endParaRPr sz="9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604925" y="5691751"/>
            <a:ext cx="227659" cy="177967"/>
          </a:xfrm>
          <a:prstGeom prst="rect">
            <a:avLst/>
          </a:prstGeom>
        </p:spPr>
        <p:txBody>
          <a:bodyPr wrap="square" lIns="0" tIns="8445" rIns="0" bIns="0" rtlCol="0">
            <a:noAutofit/>
          </a:bodyPr>
          <a:lstStyle/>
          <a:p>
            <a:pPr marL="12700">
              <a:lnSpc>
                <a:spcPts val="1330"/>
              </a:lnSpc>
            </a:pPr>
            <a:r>
              <a:rPr dirty="0" smtClean="0" sz="1200" spc="88">
                <a:latin typeface="Arial"/>
                <a:cs typeface="Arial"/>
              </a:rPr>
              <a:t>F</a:t>
            </a:r>
            <a:r>
              <a:rPr dirty="0" smtClean="0" sz="900" spc="88">
                <a:latin typeface="Arial"/>
                <a:cs typeface="Arial"/>
              </a:rPr>
              <a:t>3</a:t>
            </a:r>
            <a:endParaRPr sz="9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792793" y="5742860"/>
            <a:ext cx="227659" cy="177967"/>
          </a:xfrm>
          <a:prstGeom prst="rect">
            <a:avLst/>
          </a:prstGeom>
        </p:spPr>
        <p:txBody>
          <a:bodyPr wrap="square" lIns="0" tIns="8445" rIns="0" bIns="0" rtlCol="0">
            <a:noAutofit/>
          </a:bodyPr>
          <a:lstStyle/>
          <a:p>
            <a:pPr marL="12700">
              <a:lnSpc>
                <a:spcPts val="1330"/>
              </a:lnSpc>
            </a:pPr>
            <a:r>
              <a:rPr dirty="0" smtClean="0" sz="1200" spc="88">
                <a:latin typeface="Arial"/>
                <a:cs typeface="Arial"/>
              </a:rPr>
              <a:t>F</a:t>
            </a:r>
            <a:r>
              <a:rPr dirty="0" smtClean="0" sz="900" spc="88">
                <a:latin typeface="Arial"/>
                <a:cs typeface="Arial"/>
              </a:rPr>
              <a:t>1</a:t>
            </a:r>
            <a:endParaRPr sz="9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532684" y="6222969"/>
            <a:ext cx="476923" cy="177967"/>
          </a:xfrm>
          <a:prstGeom prst="rect">
            <a:avLst/>
          </a:prstGeom>
        </p:spPr>
        <p:txBody>
          <a:bodyPr wrap="square" lIns="0" tIns="8445" rIns="0" bIns="0" rtlCol="0">
            <a:noAutofit/>
          </a:bodyPr>
          <a:lstStyle/>
          <a:p>
            <a:pPr marL="12700">
              <a:lnSpc>
                <a:spcPts val="1330"/>
              </a:lnSpc>
            </a:pPr>
            <a:r>
              <a:rPr dirty="0" smtClean="0" sz="1200" spc="94" b="1">
                <a:latin typeface="Arial"/>
                <a:cs typeface="Arial"/>
              </a:rPr>
              <a:t>K</a:t>
            </a:r>
            <a:r>
              <a:rPr dirty="0" smtClean="0" sz="1200" spc="94" b="1">
                <a:latin typeface="Arial"/>
                <a:cs typeface="Arial"/>
              </a:rPr>
              <a:t> </a:t>
            </a:r>
            <a:r>
              <a:rPr dirty="0" smtClean="0" sz="1200" spc="94" b="1">
                <a:latin typeface="Arial"/>
                <a:cs typeface="Arial"/>
              </a:rPr>
              <a:t>=</a:t>
            </a:r>
            <a:r>
              <a:rPr dirty="0" smtClean="0" sz="1200" spc="94" b="1">
                <a:latin typeface="Arial"/>
                <a:cs typeface="Arial"/>
              </a:rPr>
              <a:t> </a:t>
            </a:r>
            <a:r>
              <a:rPr dirty="0" smtClean="0" sz="1200" spc="94" b="1">
                <a:latin typeface="Arial"/>
                <a:cs typeface="Arial"/>
              </a:rPr>
              <a:t>3</a:t>
            </a:r>
            <a:endParaRPr sz="12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31140" y="6472848"/>
            <a:ext cx="1024727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b="1">
                <a:latin typeface="Georgia"/>
                <a:cs typeface="Georgia"/>
              </a:rPr>
              <a:t>M</a:t>
            </a:r>
            <a:r>
              <a:rPr dirty="0" smtClean="0" sz="1800" b="1">
                <a:latin typeface="Georgia"/>
                <a:cs typeface="Georgia"/>
              </a:rPr>
              <a:t>o</a:t>
            </a:r>
            <a:r>
              <a:rPr dirty="0" smtClean="0" sz="1800" b="1">
                <a:latin typeface="Georgia"/>
                <a:cs typeface="Georgia"/>
              </a:rPr>
              <a:t>d</a:t>
            </a:r>
            <a:r>
              <a:rPr dirty="0" smtClean="0" sz="1800" b="1">
                <a:latin typeface="Georgia"/>
                <a:cs typeface="Georgia"/>
              </a:rPr>
              <a:t>ul</a:t>
            </a:r>
            <a:r>
              <a:rPr dirty="0" smtClean="0" sz="1800" b="1">
                <a:latin typeface="Georgia"/>
                <a:cs typeface="Georgia"/>
              </a:rPr>
              <a:t> </a:t>
            </a:r>
            <a:r>
              <a:rPr dirty="0" smtClean="0" sz="1800" b="1"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312875" y="6472848"/>
            <a:ext cx="4393493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0" b="1">
                <a:latin typeface="Georgia"/>
                <a:cs typeface="Georgia"/>
              </a:rPr>
              <a:t>S</a:t>
            </a:r>
            <a:r>
              <a:rPr dirty="0" smtClean="0" sz="1800" spc="0" b="1">
                <a:latin typeface="Georgia"/>
                <a:cs typeface="Georgia"/>
              </a:rPr>
              <a:t>istem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K</a:t>
            </a:r>
            <a:r>
              <a:rPr dirty="0" smtClean="0" sz="1800" spc="0" b="1">
                <a:latin typeface="Georgia"/>
                <a:cs typeface="Georgia"/>
              </a:rPr>
              <a:t>o</a:t>
            </a: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unik</a:t>
            </a:r>
            <a:r>
              <a:rPr dirty="0" smtClean="0" sz="1800" spc="0" b="1">
                <a:latin typeface="Georgia"/>
                <a:cs typeface="Georgia"/>
              </a:rPr>
              <a:t>a</a:t>
            </a:r>
            <a:r>
              <a:rPr dirty="0" smtClean="0" sz="1800" spc="0" b="1">
                <a:latin typeface="Georgia"/>
                <a:cs typeface="Georgia"/>
              </a:rPr>
              <a:t>si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B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r>
              <a:rPr dirty="0" smtClean="0" sz="1800" spc="0" b="1">
                <a:latin typeface="Georgia"/>
                <a:cs typeface="Georgia"/>
              </a:rPr>
              <a:t>g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r>
              <a:rPr dirty="0" smtClean="0" sz="1800" spc="0" b="1">
                <a:latin typeface="Georgia"/>
                <a:cs typeface="Georgia"/>
              </a:rPr>
              <a:t>a</a:t>
            </a:r>
            <a:r>
              <a:rPr dirty="0" smtClean="0" sz="1800" spc="0" b="1">
                <a:latin typeface="Georgia"/>
                <a:cs typeface="Georgia"/>
              </a:rPr>
              <a:t>k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S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lul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474200" y="6472848"/>
            <a:ext cx="319259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b="1">
                <a:latin typeface="Georgia"/>
                <a:cs typeface="Georgia"/>
              </a:rPr>
              <a:t>19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295400" y="5257800"/>
            <a:ext cx="4267200" cy="1016000"/>
          </a:xfrm>
          <a:prstGeom prst="rect">
            <a:avLst/>
          </a:prstGeom>
        </p:spPr>
        <p:txBody>
          <a:bodyPr wrap="square" lIns="0" tIns="56515" rIns="0" bIns="0" rtlCol="0">
            <a:noAutofit/>
          </a:bodyPr>
          <a:lstStyle/>
          <a:p>
            <a:pPr marL="91693" marR="133988">
              <a:lnSpc>
                <a:spcPct val="100041"/>
              </a:lnSpc>
            </a:pPr>
            <a:r>
              <a:rPr dirty="0" smtClean="0" sz="2000" spc="-2">
                <a:latin typeface="Times New Roman"/>
                <a:cs typeface="Times New Roman"/>
              </a:rPr>
              <a:t>D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p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t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dis</a:t>
            </a:r>
            <a:r>
              <a:rPr dirty="0" smtClean="0" sz="2000" spc="-2">
                <a:latin typeface="Times New Roman"/>
                <a:cs typeface="Times New Roman"/>
              </a:rPr>
              <a:t>i</a:t>
            </a:r>
            <a:r>
              <a:rPr dirty="0" smtClean="0" sz="2000" spc="-2">
                <a:latin typeface="Times New Roman"/>
                <a:cs typeface="Times New Roman"/>
              </a:rPr>
              <a:t>mpulk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n,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jum</a:t>
            </a:r>
            <a:r>
              <a:rPr dirty="0" smtClean="0" sz="2000" spc="-2">
                <a:latin typeface="Times New Roman"/>
                <a:cs typeface="Times New Roman"/>
              </a:rPr>
              <a:t>l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h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f</a:t>
            </a:r>
            <a:r>
              <a:rPr dirty="0" smtClean="0" sz="2000" spc="-2">
                <a:latin typeface="Times New Roman"/>
                <a:cs typeface="Times New Roman"/>
              </a:rPr>
              <a:t>r</a:t>
            </a:r>
            <a:r>
              <a:rPr dirty="0" smtClean="0" sz="2000" spc="-2">
                <a:latin typeface="Times New Roman"/>
                <a:cs typeface="Times New Roman"/>
              </a:rPr>
              <a:t>e</a:t>
            </a:r>
            <a:r>
              <a:rPr dirty="0" smtClean="0" sz="2000" spc="-2">
                <a:latin typeface="Times New Roman"/>
                <a:cs typeface="Times New Roman"/>
              </a:rPr>
              <a:t>ku</a:t>
            </a:r>
            <a:r>
              <a:rPr dirty="0" smtClean="0" sz="2000" spc="-2">
                <a:latin typeface="Times New Roman"/>
                <a:cs typeface="Times New Roman"/>
              </a:rPr>
              <a:t>e</a:t>
            </a:r>
            <a:r>
              <a:rPr dirty="0" smtClean="0" sz="2000" spc="-2">
                <a:latin typeface="Times New Roman"/>
                <a:cs typeface="Times New Roman"/>
              </a:rPr>
              <a:t>nsi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c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r</a:t>
            </a:r>
            <a:r>
              <a:rPr dirty="0" smtClean="0" sz="2000" spc="-2">
                <a:latin typeface="Times New Roman"/>
                <a:cs typeface="Times New Roman"/>
              </a:rPr>
              <a:t>r</a:t>
            </a:r>
            <a:r>
              <a:rPr dirty="0" smtClean="0" sz="2000" spc="-2">
                <a:latin typeface="Times New Roman"/>
                <a:cs typeface="Times New Roman"/>
              </a:rPr>
              <a:t>ier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d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lam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satu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sel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d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lah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 b="1">
                <a:latin typeface="Times New Roman"/>
                <a:cs typeface="Times New Roman"/>
              </a:rPr>
              <a:t>leb</a:t>
            </a:r>
            <a:r>
              <a:rPr dirty="0" smtClean="0" sz="2000" spc="-2" b="1">
                <a:latin typeface="Times New Roman"/>
                <a:cs typeface="Times New Roman"/>
              </a:rPr>
              <a:t>i</a:t>
            </a:r>
            <a:r>
              <a:rPr dirty="0" smtClean="0" sz="2000" spc="-2" b="1">
                <a:latin typeface="Times New Roman"/>
                <a:cs typeface="Times New Roman"/>
              </a:rPr>
              <a:t>h</a:t>
            </a:r>
            <a:r>
              <a:rPr dirty="0" smtClean="0" sz="2000" spc="-2" b="1">
                <a:latin typeface="Times New Roman"/>
                <a:cs typeface="Times New Roman"/>
              </a:rPr>
              <a:t> </a:t>
            </a:r>
            <a:r>
              <a:rPr dirty="0" smtClean="0" sz="2000" spc="-2" b="1">
                <a:latin typeface="Times New Roman"/>
                <a:cs typeface="Times New Roman"/>
              </a:rPr>
              <a:t>d</a:t>
            </a:r>
            <a:r>
              <a:rPr dirty="0" smtClean="0" sz="2000" spc="-2" b="1">
                <a:latin typeface="Times New Roman"/>
                <a:cs typeface="Times New Roman"/>
              </a:rPr>
              <a:t>a</a:t>
            </a:r>
            <a:r>
              <a:rPr dirty="0" smtClean="0" sz="2000" spc="-2" b="1">
                <a:latin typeface="Times New Roman"/>
                <a:cs typeface="Times New Roman"/>
              </a:rPr>
              <a:t>r</a:t>
            </a:r>
            <a:r>
              <a:rPr dirty="0" smtClean="0" sz="2000" spc="-2" b="1">
                <a:latin typeface="Times New Roman"/>
                <a:cs typeface="Times New Roman"/>
              </a:rPr>
              <a:t>i</a:t>
            </a:r>
            <a:r>
              <a:rPr dirty="0" smtClean="0" sz="2000" spc="-2" b="1">
                <a:latin typeface="Times New Roman"/>
                <a:cs typeface="Times New Roman"/>
              </a:rPr>
              <a:t> </a:t>
            </a:r>
            <a:r>
              <a:rPr dirty="0" smtClean="0" sz="2000" spc="-2" b="1">
                <a:latin typeface="Times New Roman"/>
                <a:cs typeface="Times New Roman"/>
              </a:rPr>
              <a:t>sa</a:t>
            </a:r>
            <a:r>
              <a:rPr dirty="0" smtClean="0" sz="2000" spc="-2" b="1">
                <a:latin typeface="Times New Roman"/>
                <a:cs typeface="Times New Roman"/>
              </a:rPr>
              <a:t>t</a:t>
            </a:r>
            <a:r>
              <a:rPr dirty="0" smtClean="0" sz="2000" spc="-2" b="1">
                <a:latin typeface="Times New Roman"/>
                <a:cs typeface="Times New Roman"/>
              </a:rPr>
              <a:t>u</a:t>
            </a:r>
            <a:r>
              <a:rPr dirty="0" smtClean="0" sz="2000" spc="-2" b="1">
                <a:latin typeface="Times New Roman"/>
                <a:cs typeface="Times New Roman"/>
              </a:rPr>
              <a:t> </a:t>
            </a:r>
            <a:r>
              <a:rPr dirty="0" smtClean="0" sz="2000" spc="-2" b="1">
                <a:latin typeface="Times New Roman"/>
                <a:cs typeface="Times New Roman"/>
              </a:rPr>
              <a:t>b</a:t>
            </a:r>
            <a:r>
              <a:rPr dirty="0" smtClean="0" sz="2000" spc="-2" b="1">
                <a:latin typeface="Times New Roman"/>
                <a:cs typeface="Times New Roman"/>
              </a:rPr>
              <a:t>u</a:t>
            </a:r>
            <a:r>
              <a:rPr dirty="0" smtClean="0" sz="2000" spc="-2" b="1">
                <a:latin typeface="Times New Roman"/>
                <a:cs typeface="Times New Roman"/>
              </a:rPr>
              <a:t>ah…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732912" y="2913637"/>
            <a:ext cx="259877" cy="287142"/>
          </a:xfrm>
          <a:prstGeom prst="rect">
            <a:avLst/>
          </a:prstGeom>
        </p:spPr>
        <p:txBody>
          <a:bodyPr wrap="square" lIns="0" tIns="5936" rIns="0" bIns="0" rtlCol="0">
            <a:noAutofit/>
          </a:bodyPr>
          <a:lstStyle/>
          <a:p>
            <a:pPr>
              <a:lnSpc>
                <a:spcPts val="550"/>
              </a:lnSpc>
            </a:pPr>
            <a:endParaRPr sz="550"/>
          </a:p>
          <a:p>
            <a:pPr marL="83798">
              <a:lnSpc>
                <a:spcPct val="95825"/>
              </a:lnSpc>
            </a:pPr>
            <a:r>
              <a:rPr dirty="0" smtClean="0" sz="1200" spc="92">
                <a:latin typeface="Arial"/>
                <a:cs typeface="Arial"/>
              </a:rPr>
              <a:t>1</a:t>
            </a:r>
            <a:endParaRPr sz="12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992789" y="2913637"/>
            <a:ext cx="260233" cy="287142"/>
          </a:xfrm>
          <a:prstGeom prst="rect">
            <a:avLst/>
          </a:prstGeom>
        </p:spPr>
        <p:txBody>
          <a:bodyPr wrap="square" lIns="0" tIns="5936" rIns="0" bIns="0" rtlCol="0">
            <a:noAutofit/>
          </a:bodyPr>
          <a:lstStyle/>
          <a:p>
            <a:pPr>
              <a:lnSpc>
                <a:spcPts val="550"/>
              </a:lnSpc>
            </a:pPr>
            <a:endParaRPr sz="550"/>
          </a:p>
          <a:p>
            <a:pPr marL="83793">
              <a:lnSpc>
                <a:spcPct val="95825"/>
              </a:lnSpc>
            </a:pPr>
            <a:r>
              <a:rPr dirty="0" smtClean="0" sz="1200" spc="92">
                <a:latin typeface="Arial"/>
                <a:cs typeface="Arial"/>
              </a:rPr>
              <a:t>2</a:t>
            </a:r>
            <a:endParaRPr sz="12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253023" y="2913637"/>
            <a:ext cx="260233" cy="287142"/>
          </a:xfrm>
          <a:prstGeom prst="rect">
            <a:avLst/>
          </a:prstGeom>
        </p:spPr>
        <p:txBody>
          <a:bodyPr wrap="square" lIns="0" tIns="5936" rIns="0" bIns="0" rtlCol="0">
            <a:noAutofit/>
          </a:bodyPr>
          <a:lstStyle/>
          <a:p>
            <a:pPr>
              <a:lnSpc>
                <a:spcPts val="550"/>
              </a:lnSpc>
            </a:pPr>
            <a:endParaRPr sz="550"/>
          </a:p>
          <a:p>
            <a:pPr marL="83793">
              <a:lnSpc>
                <a:spcPct val="95825"/>
              </a:lnSpc>
            </a:pPr>
            <a:r>
              <a:rPr dirty="0" smtClean="0" sz="1200" spc="92">
                <a:latin typeface="Arial"/>
                <a:cs typeface="Arial"/>
              </a:rPr>
              <a:t>3</a:t>
            </a:r>
            <a:endParaRPr sz="12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513257" y="2913637"/>
            <a:ext cx="520107" cy="28714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7" name="object 17"/>
          <p:cNvSpPr txBox="1"/>
          <p:nvPr/>
        </p:nvSpPr>
        <p:spPr>
          <a:xfrm>
            <a:off x="5033365" y="2913637"/>
            <a:ext cx="260176" cy="287142"/>
          </a:xfrm>
          <a:prstGeom prst="rect">
            <a:avLst/>
          </a:prstGeom>
        </p:spPr>
        <p:txBody>
          <a:bodyPr wrap="square" lIns="0" tIns="5936" rIns="0" bIns="0" rtlCol="0">
            <a:noAutofit/>
          </a:bodyPr>
          <a:lstStyle/>
          <a:p>
            <a:pPr>
              <a:lnSpc>
                <a:spcPts val="550"/>
              </a:lnSpc>
            </a:pPr>
            <a:endParaRPr sz="550"/>
          </a:p>
          <a:p>
            <a:pPr marL="83851">
              <a:lnSpc>
                <a:spcPct val="95825"/>
              </a:lnSpc>
            </a:pPr>
            <a:r>
              <a:rPr dirty="0" smtClean="0" sz="1200" spc="92">
                <a:latin typeface="Arial"/>
                <a:cs typeface="Arial"/>
              </a:rPr>
              <a:t>n</a:t>
            </a:r>
            <a:endParaRPr sz="12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293541" y="2913637"/>
            <a:ext cx="260233" cy="287142"/>
          </a:xfrm>
          <a:prstGeom prst="rect">
            <a:avLst/>
          </a:prstGeom>
        </p:spPr>
        <p:txBody>
          <a:bodyPr wrap="square" lIns="0" tIns="5936" rIns="0" bIns="0" rtlCol="0">
            <a:noAutofit/>
          </a:bodyPr>
          <a:lstStyle/>
          <a:p>
            <a:pPr>
              <a:lnSpc>
                <a:spcPts val="550"/>
              </a:lnSpc>
            </a:pPr>
            <a:endParaRPr sz="550"/>
          </a:p>
          <a:p>
            <a:pPr marL="66464">
              <a:lnSpc>
                <a:spcPct val="95825"/>
              </a:lnSpc>
            </a:pPr>
            <a:r>
              <a:rPr dirty="0" smtClean="0" sz="1200" spc="96">
                <a:latin typeface="Arial"/>
                <a:cs typeface="Arial"/>
              </a:rPr>
              <a:t>1'</a:t>
            </a:r>
            <a:endParaRPr sz="12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553775" y="2913637"/>
            <a:ext cx="260233" cy="287142"/>
          </a:xfrm>
          <a:prstGeom prst="rect">
            <a:avLst/>
          </a:prstGeom>
        </p:spPr>
        <p:txBody>
          <a:bodyPr wrap="square" lIns="0" tIns="5936" rIns="0" bIns="0" rtlCol="0">
            <a:noAutofit/>
          </a:bodyPr>
          <a:lstStyle/>
          <a:p>
            <a:pPr>
              <a:lnSpc>
                <a:spcPts val="550"/>
              </a:lnSpc>
            </a:pPr>
            <a:endParaRPr sz="550"/>
          </a:p>
          <a:p>
            <a:pPr marL="66464">
              <a:lnSpc>
                <a:spcPct val="95825"/>
              </a:lnSpc>
            </a:pPr>
            <a:r>
              <a:rPr dirty="0" smtClean="0" sz="1200" spc="96">
                <a:latin typeface="Arial"/>
                <a:cs typeface="Arial"/>
              </a:rPr>
              <a:t>2'</a:t>
            </a:r>
            <a:endParaRPr sz="12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814009" y="2913637"/>
            <a:ext cx="259945" cy="287142"/>
          </a:xfrm>
          <a:prstGeom prst="rect">
            <a:avLst/>
          </a:prstGeom>
        </p:spPr>
        <p:txBody>
          <a:bodyPr wrap="square" lIns="0" tIns="5936" rIns="0" bIns="0" rtlCol="0">
            <a:noAutofit/>
          </a:bodyPr>
          <a:lstStyle/>
          <a:p>
            <a:pPr>
              <a:lnSpc>
                <a:spcPts val="550"/>
              </a:lnSpc>
            </a:pPr>
            <a:endParaRPr sz="550"/>
          </a:p>
          <a:p>
            <a:pPr marL="66464">
              <a:lnSpc>
                <a:spcPct val="95825"/>
              </a:lnSpc>
            </a:pPr>
            <a:r>
              <a:rPr dirty="0" smtClean="0" sz="1200" spc="96">
                <a:latin typeface="Arial"/>
                <a:cs typeface="Arial"/>
              </a:rPr>
              <a:t>3'</a:t>
            </a:r>
            <a:endParaRPr sz="12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073955" y="2913637"/>
            <a:ext cx="520467" cy="28714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2" name="object 12"/>
          <p:cNvSpPr txBox="1"/>
          <p:nvPr/>
        </p:nvSpPr>
        <p:spPr>
          <a:xfrm>
            <a:off x="6594422" y="2913637"/>
            <a:ext cx="260233" cy="287142"/>
          </a:xfrm>
          <a:prstGeom prst="rect">
            <a:avLst/>
          </a:prstGeom>
        </p:spPr>
        <p:txBody>
          <a:bodyPr wrap="square" lIns="0" tIns="5936" rIns="0" bIns="0" rtlCol="0">
            <a:noAutofit/>
          </a:bodyPr>
          <a:lstStyle/>
          <a:p>
            <a:pPr>
              <a:lnSpc>
                <a:spcPts val="550"/>
              </a:lnSpc>
            </a:pPr>
            <a:endParaRPr sz="550"/>
          </a:p>
          <a:p>
            <a:pPr marL="66464">
              <a:lnSpc>
                <a:spcPct val="95825"/>
              </a:lnSpc>
            </a:pPr>
            <a:r>
              <a:rPr dirty="0" smtClean="0" sz="1200" spc="96">
                <a:latin typeface="Arial"/>
                <a:cs typeface="Arial"/>
              </a:rPr>
              <a:t>n'</a:t>
            </a:r>
            <a:endParaRPr sz="12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854656" y="2913637"/>
            <a:ext cx="259801" cy="287142"/>
          </a:xfrm>
          <a:prstGeom prst="rect">
            <a:avLst/>
          </a:prstGeom>
        </p:spPr>
        <p:txBody>
          <a:bodyPr wrap="square" lIns="0" tIns="5936" rIns="0" bIns="0" rtlCol="0">
            <a:noAutofit/>
          </a:bodyPr>
          <a:lstStyle/>
          <a:p>
            <a:pPr>
              <a:lnSpc>
                <a:spcPts val="550"/>
              </a:lnSpc>
            </a:pPr>
            <a:endParaRPr sz="550"/>
          </a:p>
          <a:p>
            <a:pPr marL="20184">
              <a:lnSpc>
                <a:spcPct val="95825"/>
              </a:lnSpc>
            </a:pPr>
            <a:r>
              <a:rPr dirty="0" smtClean="0" sz="1200" spc="81">
                <a:latin typeface="Arial"/>
                <a:cs typeface="Arial"/>
              </a:rPr>
              <a:t>1</a:t>
            </a:r>
            <a:r>
              <a:rPr dirty="0" smtClean="0" sz="1200" spc="81">
                <a:latin typeface="Arial"/>
                <a:cs typeface="Arial"/>
              </a:rPr>
              <a:t>'</a:t>
            </a:r>
            <a:r>
              <a:rPr dirty="0" smtClean="0" sz="1200" spc="81">
                <a:latin typeface="Arial"/>
                <a:cs typeface="Arial"/>
              </a:rPr>
              <a:t>'</a:t>
            </a:r>
            <a:endParaRPr sz="12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114458" y="2913637"/>
            <a:ext cx="260233" cy="287142"/>
          </a:xfrm>
          <a:prstGeom prst="rect">
            <a:avLst/>
          </a:prstGeom>
        </p:spPr>
        <p:txBody>
          <a:bodyPr wrap="square" lIns="0" tIns="5936" rIns="0" bIns="0" rtlCol="0">
            <a:noAutofit/>
          </a:bodyPr>
          <a:lstStyle/>
          <a:p>
            <a:pPr>
              <a:lnSpc>
                <a:spcPts val="550"/>
              </a:lnSpc>
            </a:pPr>
            <a:endParaRPr sz="550"/>
          </a:p>
          <a:p>
            <a:pPr marL="20616">
              <a:lnSpc>
                <a:spcPct val="95825"/>
              </a:lnSpc>
            </a:pPr>
            <a:r>
              <a:rPr dirty="0" smtClean="0" sz="1200" spc="81">
                <a:latin typeface="Arial"/>
                <a:cs typeface="Arial"/>
              </a:rPr>
              <a:t>2</a:t>
            </a:r>
            <a:r>
              <a:rPr dirty="0" smtClean="0" sz="1200" spc="81">
                <a:latin typeface="Arial"/>
                <a:cs typeface="Arial"/>
              </a:rPr>
              <a:t>'</a:t>
            </a:r>
            <a:r>
              <a:rPr dirty="0" smtClean="0" sz="1200" spc="81">
                <a:latin typeface="Arial"/>
                <a:cs typeface="Arial"/>
              </a:rPr>
              <a:t>'</a:t>
            </a:r>
            <a:endParaRPr sz="12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374692" y="2913637"/>
            <a:ext cx="260233" cy="287142"/>
          </a:xfrm>
          <a:prstGeom prst="rect">
            <a:avLst/>
          </a:prstGeom>
        </p:spPr>
        <p:txBody>
          <a:bodyPr wrap="square" lIns="0" tIns="5936" rIns="0" bIns="0" rtlCol="0">
            <a:noAutofit/>
          </a:bodyPr>
          <a:lstStyle/>
          <a:p>
            <a:pPr>
              <a:lnSpc>
                <a:spcPts val="550"/>
              </a:lnSpc>
            </a:pPr>
            <a:endParaRPr sz="550"/>
          </a:p>
          <a:p>
            <a:pPr marL="20184">
              <a:lnSpc>
                <a:spcPct val="95825"/>
              </a:lnSpc>
            </a:pPr>
            <a:r>
              <a:rPr dirty="0" smtClean="0" sz="1200" spc="81">
                <a:latin typeface="Arial"/>
                <a:cs typeface="Arial"/>
              </a:rPr>
              <a:t>3</a:t>
            </a:r>
            <a:r>
              <a:rPr dirty="0" smtClean="0" sz="1200" spc="81">
                <a:latin typeface="Arial"/>
                <a:cs typeface="Arial"/>
              </a:rPr>
              <a:t>'</a:t>
            </a:r>
            <a:r>
              <a:rPr dirty="0" smtClean="0" sz="1200" spc="81">
                <a:latin typeface="Arial"/>
                <a:cs typeface="Arial"/>
              </a:rPr>
              <a:t>'</a:t>
            </a:r>
            <a:endParaRPr sz="12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634926" y="2913637"/>
            <a:ext cx="520467" cy="28714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7" name="object 7"/>
          <p:cNvSpPr txBox="1"/>
          <p:nvPr/>
        </p:nvSpPr>
        <p:spPr>
          <a:xfrm>
            <a:off x="8155394" y="2913637"/>
            <a:ext cx="259998" cy="287142"/>
          </a:xfrm>
          <a:prstGeom prst="rect">
            <a:avLst/>
          </a:prstGeom>
        </p:spPr>
        <p:txBody>
          <a:bodyPr wrap="square" lIns="0" tIns="5936" rIns="0" bIns="0" rtlCol="0">
            <a:noAutofit/>
          </a:bodyPr>
          <a:lstStyle/>
          <a:p>
            <a:pPr>
              <a:lnSpc>
                <a:spcPts val="550"/>
              </a:lnSpc>
            </a:pPr>
            <a:endParaRPr sz="550"/>
          </a:p>
          <a:p>
            <a:pPr marL="20184">
              <a:lnSpc>
                <a:spcPct val="95825"/>
              </a:lnSpc>
            </a:pPr>
            <a:r>
              <a:rPr dirty="0" smtClean="0" sz="1200" spc="81">
                <a:latin typeface="Arial"/>
                <a:cs typeface="Arial"/>
              </a:rPr>
              <a:t>n</a:t>
            </a:r>
            <a:r>
              <a:rPr dirty="0" smtClean="0" sz="1200" spc="81">
                <a:latin typeface="Arial"/>
                <a:cs typeface="Arial"/>
              </a:rPr>
              <a:t>'</a:t>
            </a:r>
            <a:r>
              <a:rPr dirty="0" smtClean="0" sz="1200" spc="81">
                <a:latin typeface="Arial"/>
                <a:cs typeface="Arial"/>
              </a:rPr>
              <a:t>'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203700" y="1313180"/>
            <a:ext cx="3860800" cy="1107439"/>
          </a:xfrm>
          <a:prstGeom prst="rect">
            <a:avLst/>
          </a:prstGeom>
        </p:spPr>
        <p:txBody>
          <a:bodyPr wrap="square" lIns="0" tIns="30988" rIns="0" bIns="0" rtlCol="0">
            <a:noAutofit/>
          </a:bodyPr>
          <a:lstStyle/>
          <a:p>
            <a:pPr marL="1638942">
              <a:lnSpc>
                <a:spcPts val="2480"/>
              </a:lnSpc>
            </a:pPr>
            <a:r>
              <a:rPr dirty="0" smtClean="0" sz="2200" spc="0">
                <a:latin typeface="Times New Roman"/>
                <a:cs typeface="Times New Roman"/>
              </a:rPr>
              <a:t>j</a:t>
            </a:r>
            <a:r>
              <a:rPr dirty="0" smtClean="0" sz="2200" spc="0">
                <a:latin typeface="Times New Roman"/>
                <a:cs typeface="Times New Roman"/>
              </a:rPr>
              <a:t>u</a:t>
            </a:r>
            <a:r>
              <a:rPr dirty="0" smtClean="0" sz="2200" spc="0">
                <a:latin typeface="Times New Roman"/>
                <a:cs typeface="Times New Roman"/>
              </a:rPr>
              <a:t>m</a:t>
            </a:r>
            <a:r>
              <a:rPr dirty="0" smtClean="0" sz="2200" spc="0">
                <a:latin typeface="Times New Roman"/>
                <a:cs typeface="Times New Roman"/>
              </a:rPr>
              <a:t>l</a:t>
            </a:r>
            <a:r>
              <a:rPr dirty="0" smtClean="0" sz="2200" spc="0">
                <a:latin typeface="Times New Roman"/>
                <a:cs typeface="Times New Roman"/>
              </a:rPr>
              <a:t>ah</a:t>
            </a:r>
            <a:r>
              <a:rPr dirty="0" smtClean="0" sz="2200" spc="0">
                <a:latin typeface="Times New Roman"/>
                <a:cs typeface="Times New Roman"/>
              </a:rPr>
              <a:t> </a:t>
            </a:r>
            <a:r>
              <a:rPr dirty="0" smtClean="0" sz="2200" spc="0">
                <a:latin typeface="Times New Roman"/>
                <a:cs typeface="Times New Roman"/>
              </a:rPr>
              <a:t>k</a:t>
            </a:r>
            <a:r>
              <a:rPr dirty="0" smtClean="0" sz="2200" spc="0">
                <a:latin typeface="Times New Roman"/>
                <a:cs typeface="Times New Roman"/>
              </a:rPr>
              <a:t>a</a:t>
            </a:r>
            <a:r>
              <a:rPr dirty="0" smtClean="0" sz="2200" spc="0">
                <a:latin typeface="Times New Roman"/>
                <a:cs typeface="Times New Roman"/>
              </a:rPr>
              <a:t>n</a:t>
            </a:r>
            <a:r>
              <a:rPr dirty="0" smtClean="0" sz="2200" spc="0">
                <a:latin typeface="Times New Roman"/>
                <a:cs typeface="Times New Roman"/>
              </a:rPr>
              <a:t>al</a:t>
            </a:r>
            <a:endParaRPr sz="2200">
              <a:latin typeface="Times New Roman"/>
              <a:cs typeface="Times New Roman"/>
            </a:endParaRPr>
          </a:p>
          <a:p>
            <a:pPr marL="56014">
              <a:lnSpc>
                <a:spcPts val="3600"/>
              </a:lnSpc>
              <a:spcBef>
                <a:spcPts val="55"/>
              </a:spcBef>
            </a:pPr>
            <a:r>
              <a:rPr dirty="0" smtClean="0" sz="2200" spc="0">
                <a:latin typeface="Times New Roman"/>
                <a:cs typeface="Times New Roman"/>
              </a:rPr>
              <a:t>N</a:t>
            </a:r>
            <a:r>
              <a:rPr dirty="0" smtClean="0" sz="2200" spc="-19">
                <a:latin typeface="Times New Roman"/>
                <a:cs typeface="Times New Roman"/>
              </a:rPr>
              <a:t> </a:t>
            </a:r>
            <a:r>
              <a:rPr dirty="0" smtClean="0" sz="2200" spc="0">
                <a:latin typeface="Symbol"/>
                <a:cs typeface="Symbol"/>
              </a:rPr>
              <a:t></a:t>
            </a:r>
            <a:r>
              <a:rPr dirty="0" smtClean="0" sz="2200" spc="0">
                <a:latin typeface="Times New Roman"/>
                <a:cs typeface="Times New Roman"/>
              </a:rPr>
              <a:t> </a:t>
            </a:r>
            <a:r>
              <a:rPr dirty="0" smtClean="0" baseline="30305" sz="3300" spc="-415">
                <a:latin typeface="Times New Roman"/>
                <a:cs typeface="Times New Roman"/>
              </a:rPr>
              <a:t> </a:t>
            </a:r>
            <a:r>
              <a:rPr dirty="0" smtClean="0" baseline="30305" sz="3300" spc="-179" u="sng">
                <a:latin typeface="Times New Roman"/>
                <a:cs typeface="Times New Roman"/>
              </a:rPr>
              <a:t>BW</a:t>
            </a:r>
            <a:r>
              <a:rPr dirty="0" smtClean="0" baseline="30305" sz="3300" spc="-325" u="sng">
                <a:latin typeface="Times New Roman"/>
                <a:cs typeface="Times New Roman"/>
              </a:rPr>
              <a:t> </a:t>
            </a:r>
            <a:r>
              <a:rPr dirty="0" smtClean="0" baseline="26758" sz="1950" spc="62" u="sng">
                <a:latin typeface="Times New Roman"/>
                <a:cs typeface="Times New Roman"/>
              </a:rPr>
              <a:t>A</a:t>
            </a:r>
            <a:r>
              <a:rPr dirty="0" smtClean="0" baseline="26758" sz="1950" spc="-24" u="sng">
                <a:latin typeface="Times New Roman"/>
                <a:cs typeface="Times New Roman"/>
              </a:rPr>
              <a:t>l</a:t>
            </a:r>
            <a:r>
              <a:rPr dirty="0" smtClean="0" baseline="26758" sz="1950" spc="17" u="sng">
                <a:latin typeface="Times New Roman"/>
                <a:cs typeface="Times New Roman"/>
              </a:rPr>
              <a:t>o</a:t>
            </a:r>
            <a:r>
              <a:rPr dirty="0" smtClean="0" baseline="26758" sz="1950" spc="-141" u="sng">
                <a:latin typeface="Times New Roman"/>
                <a:cs typeface="Times New Roman"/>
              </a:rPr>
              <a:t>k</a:t>
            </a:r>
            <a:r>
              <a:rPr dirty="0" smtClean="0" baseline="26758" sz="1950" spc="10" u="sng">
                <a:latin typeface="Times New Roman"/>
                <a:cs typeface="Times New Roman"/>
              </a:rPr>
              <a:t>a</a:t>
            </a:r>
            <a:r>
              <a:rPr dirty="0" smtClean="0" baseline="26758" sz="1950" spc="-238" u="sng">
                <a:latin typeface="Times New Roman"/>
                <a:cs typeface="Times New Roman"/>
              </a:rPr>
              <a:t> </a:t>
            </a:r>
            <a:r>
              <a:rPr dirty="0" smtClean="0" baseline="26758" sz="1950" spc="-14" u="sng">
                <a:latin typeface="Times New Roman"/>
                <a:cs typeface="Times New Roman"/>
              </a:rPr>
              <a:t>s</a:t>
            </a:r>
            <a:r>
              <a:rPr dirty="0" smtClean="0" baseline="26758" sz="1950" spc="0" u="sng">
                <a:latin typeface="Times New Roman"/>
                <a:cs typeface="Times New Roman"/>
              </a:rPr>
              <a:t>i</a:t>
            </a:r>
            <a:r>
              <a:rPr dirty="0" smtClean="0" baseline="26758" sz="1950" spc="-217" u="sng">
                <a:latin typeface="Times New Roman"/>
                <a:cs typeface="Times New Roman"/>
              </a:rPr>
              <a:t> </a:t>
            </a:r>
            <a:r>
              <a:rPr dirty="0" smtClean="0" baseline="26758" sz="1950" spc="-224">
                <a:latin typeface="Times New Roman"/>
                <a:cs typeface="Times New Roman"/>
              </a:rPr>
              <a:t> </a:t>
            </a:r>
            <a:r>
              <a:rPr dirty="0" smtClean="0" baseline="28987" sz="3300" spc="0" u="sng">
                <a:latin typeface="Times New Roman"/>
                <a:cs typeface="Times New Roman"/>
              </a:rPr>
              <a:t>                    </a:t>
            </a:r>
            <a:r>
              <a:rPr dirty="0" smtClean="0" baseline="28987" sz="3300" spc="459" u="sng">
                <a:latin typeface="Times New Roman"/>
                <a:cs typeface="Times New Roman"/>
              </a:rPr>
              <a:t> </a:t>
            </a:r>
            <a:r>
              <a:rPr dirty="0" smtClean="0" baseline="28987" sz="3300" spc="154" u="sng">
                <a:latin typeface="Times New Roman"/>
                <a:cs typeface="Times New Roman"/>
              </a:rPr>
              <a:t>ch</a:t>
            </a:r>
            <a:r>
              <a:rPr dirty="0" smtClean="0" baseline="28987" sz="3300" spc="-300" u="sng">
                <a:latin typeface="Times New Roman"/>
                <a:cs typeface="Times New Roman"/>
              </a:rPr>
              <a:t> </a:t>
            </a:r>
            <a:r>
              <a:rPr dirty="0" smtClean="0" baseline="28987" sz="3300" spc="-19" u="sng">
                <a:latin typeface="Times New Roman"/>
                <a:cs typeface="Times New Roman"/>
              </a:rPr>
              <a:t>RF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22011" y="934974"/>
            <a:ext cx="177603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" name="object 4"/>
          <p:cNvSpPr txBox="1"/>
          <p:nvPr/>
        </p:nvSpPr>
        <p:spPr>
          <a:xfrm>
            <a:off x="2929271" y="934974"/>
            <a:ext cx="81263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" name="object 3"/>
          <p:cNvSpPr txBox="1"/>
          <p:nvPr/>
        </p:nvSpPr>
        <p:spPr>
          <a:xfrm>
            <a:off x="3714183" y="934974"/>
            <a:ext cx="92182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" name="object 2"/>
          <p:cNvSpPr txBox="1"/>
          <p:nvPr/>
        </p:nvSpPr>
        <p:spPr>
          <a:xfrm>
            <a:off x="5797366" y="1728331"/>
            <a:ext cx="1512203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object 76"/>
          <p:cNvSpPr/>
          <p:nvPr/>
        </p:nvSpPr>
        <p:spPr>
          <a:xfrm>
            <a:off x="0" y="6400800"/>
            <a:ext cx="9903460" cy="457196"/>
          </a:xfrm>
          <a:custGeom>
            <a:avLst/>
            <a:gdLst/>
            <a:ahLst/>
            <a:cxnLst/>
            <a:rect l="l" t="t" r="r" b="b"/>
            <a:pathLst>
              <a:path w="9903460" h="457196">
                <a:moveTo>
                  <a:pt x="9903460" y="457196"/>
                </a:moveTo>
                <a:lnTo>
                  <a:pt x="9903460" y="0"/>
                </a:lnTo>
                <a:lnTo>
                  <a:pt x="0" y="0"/>
                </a:lnTo>
                <a:lnTo>
                  <a:pt x="0" y="457196"/>
                </a:lnTo>
                <a:lnTo>
                  <a:pt x="9903460" y="457196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7" name="object 77"/>
          <p:cNvSpPr/>
          <p:nvPr/>
        </p:nvSpPr>
        <p:spPr>
          <a:xfrm>
            <a:off x="153670" y="640207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58419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4" name="object 74"/>
          <p:cNvSpPr/>
          <p:nvPr/>
        </p:nvSpPr>
        <p:spPr>
          <a:xfrm>
            <a:off x="0" y="0"/>
            <a:ext cx="9903460" cy="609600"/>
          </a:xfrm>
          <a:custGeom>
            <a:avLst/>
            <a:gdLst/>
            <a:ahLst/>
            <a:cxnLst/>
            <a:rect l="l" t="t" r="r" b="b"/>
            <a:pathLst>
              <a:path w="9903460" h="609600">
                <a:moveTo>
                  <a:pt x="0" y="609600"/>
                </a:moveTo>
                <a:lnTo>
                  <a:pt x="9903460" y="609600"/>
                </a:lnTo>
                <a:lnTo>
                  <a:pt x="9903460" y="0"/>
                </a:lnTo>
                <a:lnTo>
                  <a:pt x="0" y="0"/>
                </a:lnTo>
                <a:lnTo>
                  <a:pt x="0" y="60960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5" name="object 75"/>
          <p:cNvSpPr/>
          <p:nvPr/>
        </p:nvSpPr>
        <p:spPr>
          <a:xfrm>
            <a:off x="111760" y="60960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76200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3" name="object 53"/>
          <p:cNvSpPr/>
          <p:nvPr/>
        </p:nvSpPr>
        <p:spPr>
          <a:xfrm>
            <a:off x="2327288" y="3073695"/>
            <a:ext cx="768628" cy="949821"/>
          </a:xfrm>
          <a:custGeom>
            <a:avLst/>
            <a:gdLst/>
            <a:ahLst/>
            <a:cxnLst/>
            <a:rect l="l" t="t" r="r" b="b"/>
            <a:pathLst>
              <a:path w="768628" h="949821">
                <a:moveTo>
                  <a:pt x="768628" y="227409"/>
                </a:moveTo>
                <a:lnTo>
                  <a:pt x="384314" y="0"/>
                </a:lnTo>
                <a:lnTo>
                  <a:pt x="0" y="242021"/>
                </a:lnTo>
                <a:lnTo>
                  <a:pt x="0" y="715257"/>
                </a:lnTo>
                <a:lnTo>
                  <a:pt x="377439" y="949821"/>
                </a:lnTo>
                <a:lnTo>
                  <a:pt x="761753" y="700340"/>
                </a:lnTo>
                <a:lnTo>
                  <a:pt x="768628" y="227409"/>
                </a:lnTo>
                <a:close/>
              </a:path>
            </a:pathLst>
          </a:custGeom>
          <a:ln w="1742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4" name="object 54"/>
          <p:cNvSpPr/>
          <p:nvPr/>
        </p:nvSpPr>
        <p:spPr>
          <a:xfrm>
            <a:off x="1548164" y="4522355"/>
            <a:ext cx="779124" cy="920642"/>
          </a:xfrm>
          <a:custGeom>
            <a:avLst/>
            <a:gdLst/>
            <a:ahLst/>
            <a:cxnLst/>
            <a:rect l="l" t="t" r="r" b="b"/>
            <a:pathLst>
              <a:path w="779124" h="920642">
                <a:moveTo>
                  <a:pt x="779124" y="219996"/>
                </a:moveTo>
                <a:lnTo>
                  <a:pt x="387808" y="0"/>
                </a:lnTo>
                <a:lnTo>
                  <a:pt x="0" y="234547"/>
                </a:lnTo>
                <a:lnTo>
                  <a:pt x="0" y="693186"/>
                </a:lnTo>
                <a:lnTo>
                  <a:pt x="381269" y="920642"/>
                </a:lnTo>
                <a:lnTo>
                  <a:pt x="772108" y="678269"/>
                </a:lnTo>
                <a:lnTo>
                  <a:pt x="779124" y="219996"/>
                </a:lnTo>
                <a:close/>
              </a:path>
            </a:pathLst>
          </a:custGeom>
          <a:ln w="1033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5" name="object 55"/>
          <p:cNvSpPr/>
          <p:nvPr/>
        </p:nvSpPr>
        <p:spPr>
          <a:xfrm>
            <a:off x="779436" y="4507818"/>
            <a:ext cx="762188" cy="949722"/>
          </a:xfrm>
          <a:custGeom>
            <a:avLst/>
            <a:gdLst/>
            <a:ahLst/>
            <a:cxnLst/>
            <a:rect l="l" t="t" r="r" b="b"/>
            <a:pathLst>
              <a:path w="762188" h="949722">
                <a:moveTo>
                  <a:pt x="762188" y="227074"/>
                </a:moveTo>
                <a:lnTo>
                  <a:pt x="381269" y="0"/>
                </a:lnTo>
                <a:lnTo>
                  <a:pt x="0" y="241991"/>
                </a:lnTo>
                <a:lnTo>
                  <a:pt x="0" y="714801"/>
                </a:lnTo>
                <a:lnTo>
                  <a:pt x="374380" y="949722"/>
                </a:lnTo>
                <a:lnTo>
                  <a:pt x="755313" y="700264"/>
                </a:lnTo>
                <a:lnTo>
                  <a:pt x="762188" y="227074"/>
                </a:lnTo>
                <a:close/>
              </a:path>
            </a:pathLst>
          </a:custGeom>
          <a:ln w="1742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6" name="object 56"/>
          <p:cNvSpPr/>
          <p:nvPr/>
        </p:nvSpPr>
        <p:spPr>
          <a:xfrm>
            <a:off x="1945639" y="3806458"/>
            <a:ext cx="765261" cy="946335"/>
          </a:xfrm>
          <a:custGeom>
            <a:avLst/>
            <a:gdLst/>
            <a:ahLst/>
            <a:cxnLst/>
            <a:rect l="l" t="t" r="r" b="b"/>
            <a:pathLst>
              <a:path w="765261" h="946335">
                <a:moveTo>
                  <a:pt x="765261" y="227409"/>
                </a:moveTo>
                <a:lnTo>
                  <a:pt x="380946" y="0"/>
                </a:lnTo>
                <a:lnTo>
                  <a:pt x="0" y="238672"/>
                </a:lnTo>
                <a:lnTo>
                  <a:pt x="0" y="715151"/>
                </a:lnTo>
                <a:lnTo>
                  <a:pt x="374352" y="946335"/>
                </a:lnTo>
                <a:lnTo>
                  <a:pt x="758666" y="700614"/>
                </a:lnTo>
                <a:lnTo>
                  <a:pt x="765261" y="227409"/>
                </a:lnTo>
                <a:close/>
              </a:path>
            </a:pathLst>
          </a:custGeom>
          <a:ln w="355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7" name="object 57"/>
          <p:cNvSpPr/>
          <p:nvPr/>
        </p:nvSpPr>
        <p:spPr>
          <a:xfrm>
            <a:off x="1150379" y="4991816"/>
            <a:ext cx="768727" cy="0"/>
          </a:xfrm>
          <a:custGeom>
            <a:avLst/>
            <a:gdLst/>
            <a:ahLst/>
            <a:cxnLst/>
            <a:rect l="l" t="t" r="r" b="b"/>
            <a:pathLst>
              <a:path w="768727" h="0">
                <a:moveTo>
                  <a:pt x="0" y="0"/>
                </a:moveTo>
                <a:lnTo>
                  <a:pt x="768727" y="0"/>
                </a:lnTo>
              </a:path>
            </a:pathLst>
          </a:custGeom>
          <a:ln w="746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8" name="object 58"/>
          <p:cNvSpPr/>
          <p:nvPr/>
        </p:nvSpPr>
        <p:spPr>
          <a:xfrm>
            <a:off x="1898466" y="3546170"/>
            <a:ext cx="812434" cy="1448629"/>
          </a:xfrm>
          <a:custGeom>
            <a:avLst/>
            <a:gdLst/>
            <a:ahLst/>
            <a:cxnLst/>
            <a:rect l="l" t="t" r="r" b="b"/>
            <a:pathLst>
              <a:path w="812434" h="1448629">
                <a:moveTo>
                  <a:pt x="0" y="1448629"/>
                </a:moveTo>
                <a:lnTo>
                  <a:pt x="812434" y="0"/>
                </a:lnTo>
              </a:path>
            </a:pathLst>
          </a:custGeom>
          <a:ln w="351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9" name="object 59"/>
          <p:cNvSpPr/>
          <p:nvPr/>
        </p:nvSpPr>
        <p:spPr>
          <a:xfrm>
            <a:off x="1885389" y="5000947"/>
            <a:ext cx="33722" cy="0"/>
          </a:xfrm>
          <a:custGeom>
            <a:avLst/>
            <a:gdLst/>
            <a:ahLst/>
            <a:cxnLst/>
            <a:rect l="l" t="t" r="r" b="b"/>
            <a:pathLst>
              <a:path w="33722" h="0">
                <a:moveTo>
                  <a:pt x="0" y="0"/>
                </a:moveTo>
                <a:lnTo>
                  <a:pt x="33722" y="0"/>
                </a:lnTo>
              </a:path>
            </a:pathLst>
          </a:custGeom>
          <a:ln w="1954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0" name="object 60"/>
          <p:cNvSpPr/>
          <p:nvPr/>
        </p:nvSpPr>
        <p:spPr>
          <a:xfrm>
            <a:off x="1986610" y="5000947"/>
            <a:ext cx="33722" cy="0"/>
          </a:xfrm>
          <a:custGeom>
            <a:avLst/>
            <a:gdLst/>
            <a:ahLst/>
            <a:cxnLst/>
            <a:rect l="l" t="t" r="r" b="b"/>
            <a:pathLst>
              <a:path w="33722" h="0">
                <a:moveTo>
                  <a:pt x="0" y="0"/>
                </a:moveTo>
                <a:lnTo>
                  <a:pt x="33722" y="0"/>
                </a:lnTo>
              </a:path>
            </a:pathLst>
          </a:custGeom>
          <a:ln w="1954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1" name="object 61"/>
          <p:cNvSpPr/>
          <p:nvPr/>
        </p:nvSpPr>
        <p:spPr>
          <a:xfrm>
            <a:off x="2087775" y="5000947"/>
            <a:ext cx="33722" cy="0"/>
          </a:xfrm>
          <a:custGeom>
            <a:avLst/>
            <a:gdLst/>
            <a:ahLst/>
            <a:cxnLst/>
            <a:rect l="l" t="t" r="r" b="b"/>
            <a:pathLst>
              <a:path w="33722" h="0">
                <a:moveTo>
                  <a:pt x="0" y="0"/>
                </a:moveTo>
                <a:lnTo>
                  <a:pt x="33722" y="0"/>
                </a:lnTo>
              </a:path>
            </a:pathLst>
          </a:custGeom>
          <a:ln w="1954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2" name="object 62"/>
          <p:cNvSpPr/>
          <p:nvPr/>
        </p:nvSpPr>
        <p:spPr>
          <a:xfrm>
            <a:off x="2188940" y="5000947"/>
            <a:ext cx="33722" cy="0"/>
          </a:xfrm>
          <a:custGeom>
            <a:avLst/>
            <a:gdLst/>
            <a:ahLst/>
            <a:cxnLst/>
            <a:rect l="l" t="t" r="r" b="b"/>
            <a:pathLst>
              <a:path w="33722" h="0">
                <a:moveTo>
                  <a:pt x="0" y="0"/>
                </a:moveTo>
                <a:lnTo>
                  <a:pt x="33722" y="0"/>
                </a:lnTo>
              </a:path>
            </a:pathLst>
          </a:custGeom>
          <a:ln w="1954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3" name="object 63"/>
          <p:cNvSpPr/>
          <p:nvPr/>
        </p:nvSpPr>
        <p:spPr>
          <a:xfrm>
            <a:off x="2290105" y="5000947"/>
            <a:ext cx="33722" cy="0"/>
          </a:xfrm>
          <a:custGeom>
            <a:avLst/>
            <a:gdLst/>
            <a:ahLst/>
            <a:cxnLst/>
            <a:rect l="l" t="t" r="r" b="b"/>
            <a:pathLst>
              <a:path w="33722" h="0">
                <a:moveTo>
                  <a:pt x="0" y="0"/>
                </a:moveTo>
                <a:lnTo>
                  <a:pt x="33722" y="0"/>
                </a:lnTo>
              </a:path>
            </a:pathLst>
          </a:custGeom>
          <a:ln w="1954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4" name="object 64"/>
          <p:cNvSpPr/>
          <p:nvPr/>
        </p:nvSpPr>
        <p:spPr>
          <a:xfrm>
            <a:off x="2391270" y="5000947"/>
            <a:ext cx="33722" cy="0"/>
          </a:xfrm>
          <a:custGeom>
            <a:avLst/>
            <a:gdLst/>
            <a:ahLst/>
            <a:cxnLst/>
            <a:rect l="l" t="t" r="r" b="b"/>
            <a:pathLst>
              <a:path w="33722" h="0">
                <a:moveTo>
                  <a:pt x="0" y="0"/>
                </a:moveTo>
                <a:lnTo>
                  <a:pt x="33722" y="0"/>
                </a:lnTo>
              </a:path>
            </a:pathLst>
          </a:custGeom>
          <a:ln w="1954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5" name="object 65"/>
          <p:cNvSpPr/>
          <p:nvPr/>
        </p:nvSpPr>
        <p:spPr>
          <a:xfrm>
            <a:off x="2492435" y="5000947"/>
            <a:ext cx="33722" cy="0"/>
          </a:xfrm>
          <a:custGeom>
            <a:avLst/>
            <a:gdLst/>
            <a:ahLst/>
            <a:cxnLst/>
            <a:rect l="l" t="t" r="r" b="b"/>
            <a:pathLst>
              <a:path w="33722" h="0">
                <a:moveTo>
                  <a:pt x="0" y="0"/>
                </a:moveTo>
                <a:lnTo>
                  <a:pt x="33722" y="0"/>
                </a:lnTo>
              </a:path>
            </a:pathLst>
          </a:custGeom>
          <a:ln w="1954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6" name="object 66"/>
          <p:cNvSpPr/>
          <p:nvPr/>
        </p:nvSpPr>
        <p:spPr>
          <a:xfrm>
            <a:off x="2593600" y="5000947"/>
            <a:ext cx="33722" cy="0"/>
          </a:xfrm>
          <a:custGeom>
            <a:avLst/>
            <a:gdLst/>
            <a:ahLst/>
            <a:cxnLst/>
            <a:rect l="l" t="t" r="r" b="b"/>
            <a:pathLst>
              <a:path w="33722" h="0">
                <a:moveTo>
                  <a:pt x="0" y="0"/>
                </a:moveTo>
                <a:lnTo>
                  <a:pt x="33722" y="0"/>
                </a:lnTo>
              </a:path>
            </a:pathLst>
          </a:custGeom>
          <a:ln w="1954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7" name="object 67"/>
          <p:cNvSpPr/>
          <p:nvPr/>
        </p:nvSpPr>
        <p:spPr>
          <a:xfrm>
            <a:off x="2694765" y="5000947"/>
            <a:ext cx="33722" cy="0"/>
          </a:xfrm>
          <a:custGeom>
            <a:avLst/>
            <a:gdLst/>
            <a:ahLst/>
            <a:cxnLst/>
            <a:rect l="l" t="t" r="r" b="b"/>
            <a:pathLst>
              <a:path w="33722" h="0">
                <a:moveTo>
                  <a:pt x="0" y="0"/>
                </a:moveTo>
                <a:lnTo>
                  <a:pt x="33722" y="0"/>
                </a:lnTo>
              </a:path>
            </a:pathLst>
          </a:custGeom>
          <a:ln w="1954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8" name="object 68"/>
          <p:cNvSpPr/>
          <p:nvPr/>
        </p:nvSpPr>
        <p:spPr>
          <a:xfrm>
            <a:off x="2795930" y="5000947"/>
            <a:ext cx="33722" cy="0"/>
          </a:xfrm>
          <a:custGeom>
            <a:avLst/>
            <a:gdLst/>
            <a:ahLst/>
            <a:cxnLst/>
            <a:rect l="l" t="t" r="r" b="b"/>
            <a:pathLst>
              <a:path w="33722" h="0">
                <a:moveTo>
                  <a:pt x="0" y="0"/>
                </a:moveTo>
                <a:lnTo>
                  <a:pt x="33722" y="0"/>
                </a:lnTo>
              </a:path>
            </a:pathLst>
          </a:custGeom>
          <a:ln w="1954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9" name="object 69"/>
          <p:cNvSpPr/>
          <p:nvPr/>
        </p:nvSpPr>
        <p:spPr>
          <a:xfrm>
            <a:off x="2897095" y="5000947"/>
            <a:ext cx="33722" cy="0"/>
          </a:xfrm>
          <a:custGeom>
            <a:avLst/>
            <a:gdLst/>
            <a:ahLst/>
            <a:cxnLst/>
            <a:rect l="l" t="t" r="r" b="b"/>
            <a:pathLst>
              <a:path w="33722" h="0">
                <a:moveTo>
                  <a:pt x="0" y="0"/>
                </a:moveTo>
                <a:lnTo>
                  <a:pt x="33722" y="0"/>
                </a:lnTo>
              </a:path>
            </a:pathLst>
          </a:custGeom>
          <a:ln w="1954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0" name="object 70"/>
          <p:cNvSpPr/>
          <p:nvPr/>
        </p:nvSpPr>
        <p:spPr>
          <a:xfrm>
            <a:off x="2998259" y="5000947"/>
            <a:ext cx="33722" cy="0"/>
          </a:xfrm>
          <a:custGeom>
            <a:avLst/>
            <a:gdLst/>
            <a:ahLst/>
            <a:cxnLst/>
            <a:rect l="l" t="t" r="r" b="b"/>
            <a:pathLst>
              <a:path w="33722" h="0">
                <a:moveTo>
                  <a:pt x="0" y="0"/>
                </a:moveTo>
                <a:lnTo>
                  <a:pt x="33722" y="0"/>
                </a:lnTo>
              </a:path>
            </a:pathLst>
          </a:custGeom>
          <a:ln w="1954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1" name="object 71"/>
          <p:cNvSpPr/>
          <p:nvPr/>
        </p:nvSpPr>
        <p:spPr>
          <a:xfrm>
            <a:off x="3099424" y="5000947"/>
            <a:ext cx="33722" cy="0"/>
          </a:xfrm>
          <a:custGeom>
            <a:avLst/>
            <a:gdLst/>
            <a:ahLst/>
            <a:cxnLst/>
            <a:rect l="l" t="t" r="r" b="b"/>
            <a:pathLst>
              <a:path w="33722" h="0">
                <a:moveTo>
                  <a:pt x="0" y="0"/>
                </a:moveTo>
                <a:lnTo>
                  <a:pt x="33722" y="0"/>
                </a:lnTo>
              </a:path>
            </a:pathLst>
          </a:custGeom>
          <a:ln w="1954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2" name="object 72"/>
          <p:cNvSpPr/>
          <p:nvPr/>
        </p:nvSpPr>
        <p:spPr>
          <a:xfrm>
            <a:off x="2414983" y="4056623"/>
            <a:ext cx="603201" cy="920276"/>
          </a:xfrm>
          <a:custGeom>
            <a:avLst/>
            <a:gdLst/>
            <a:ahLst/>
            <a:cxnLst/>
            <a:rect l="l" t="t" r="r" b="b"/>
            <a:pathLst>
              <a:path w="603201" h="920276">
                <a:moveTo>
                  <a:pt x="603201" y="920276"/>
                </a:moveTo>
                <a:lnTo>
                  <a:pt x="600114" y="847182"/>
                </a:lnTo>
                <a:lnTo>
                  <a:pt x="593238" y="773738"/>
                </a:lnTo>
                <a:lnTo>
                  <a:pt x="583276" y="700279"/>
                </a:lnTo>
                <a:lnTo>
                  <a:pt x="572893" y="630550"/>
                </a:lnTo>
                <a:lnTo>
                  <a:pt x="552548" y="564549"/>
                </a:lnTo>
                <a:lnTo>
                  <a:pt x="535711" y="498549"/>
                </a:lnTo>
                <a:lnTo>
                  <a:pt x="512419" y="436278"/>
                </a:lnTo>
                <a:lnTo>
                  <a:pt x="485198" y="377736"/>
                </a:lnTo>
                <a:lnTo>
                  <a:pt x="454891" y="322543"/>
                </a:lnTo>
                <a:lnTo>
                  <a:pt x="424583" y="271460"/>
                </a:lnTo>
                <a:lnTo>
                  <a:pt x="390909" y="223740"/>
                </a:lnTo>
                <a:lnTo>
                  <a:pt x="353726" y="179735"/>
                </a:lnTo>
                <a:lnTo>
                  <a:pt x="316964" y="139459"/>
                </a:lnTo>
                <a:lnTo>
                  <a:pt x="276274" y="102547"/>
                </a:lnTo>
                <a:lnTo>
                  <a:pt x="232637" y="73093"/>
                </a:lnTo>
                <a:lnTo>
                  <a:pt x="188579" y="47734"/>
                </a:lnTo>
                <a:lnTo>
                  <a:pt x="144801" y="25739"/>
                </a:lnTo>
                <a:lnTo>
                  <a:pt x="97657" y="10822"/>
                </a:lnTo>
                <a:lnTo>
                  <a:pt x="0" y="0"/>
                </a:lnTo>
              </a:path>
            </a:pathLst>
          </a:custGeom>
          <a:ln w="1729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3" name="object 73"/>
          <p:cNvSpPr/>
          <p:nvPr/>
        </p:nvSpPr>
        <p:spPr>
          <a:xfrm>
            <a:off x="927746" y="3818026"/>
            <a:ext cx="155185" cy="1118596"/>
          </a:xfrm>
          <a:custGeom>
            <a:avLst/>
            <a:gdLst/>
            <a:ahLst/>
            <a:cxnLst/>
            <a:rect l="l" t="t" r="r" b="b"/>
            <a:pathLst>
              <a:path w="155185" h="1118596">
                <a:moveTo>
                  <a:pt x="155185" y="0"/>
                </a:moveTo>
                <a:lnTo>
                  <a:pt x="0" y="1118596"/>
                </a:lnTo>
              </a:path>
            </a:pathLst>
          </a:custGeom>
          <a:ln w="999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9" name="object 49"/>
          <p:cNvSpPr/>
          <p:nvPr/>
        </p:nvSpPr>
        <p:spPr>
          <a:xfrm>
            <a:off x="4471675" y="5010082"/>
            <a:ext cx="765261" cy="3729"/>
          </a:xfrm>
          <a:custGeom>
            <a:avLst/>
            <a:gdLst/>
            <a:ahLst/>
            <a:cxnLst/>
            <a:rect l="l" t="t" r="r" b="b"/>
            <a:pathLst>
              <a:path w="765261" h="3729">
                <a:moveTo>
                  <a:pt x="0" y="0"/>
                </a:moveTo>
                <a:lnTo>
                  <a:pt x="765261" y="3729"/>
                </a:lnTo>
              </a:path>
            </a:pathLst>
          </a:custGeom>
          <a:ln w="746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0" name="object 50"/>
          <p:cNvSpPr/>
          <p:nvPr/>
        </p:nvSpPr>
        <p:spPr>
          <a:xfrm>
            <a:off x="5253213" y="3564436"/>
            <a:ext cx="819281" cy="1452358"/>
          </a:xfrm>
          <a:custGeom>
            <a:avLst/>
            <a:gdLst/>
            <a:ahLst/>
            <a:cxnLst/>
            <a:rect l="l" t="t" r="r" b="b"/>
            <a:pathLst>
              <a:path w="819281" h="1452358">
                <a:moveTo>
                  <a:pt x="0" y="1452358"/>
                </a:moveTo>
                <a:lnTo>
                  <a:pt x="819281" y="0"/>
                </a:lnTo>
              </a:path>
            </a:pathLst>
          </a:custGeom>
          <a:ln w="351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1" name="object 51"/>
          <p:cNvSpPr/>
          <p:nvPr/>
        </p:nvSpPr>
        <p:spPr>
          <a:xfrm>
            <a:off x="4461292" y="3568850"/>
            <a:ext cx="1581596" cy="1452054"/>
          </a:xfrm>
          <a:custGeom>
            <a:avLst/>
            <a:gdLst/>
            <a:ahLst/>
            <a:cxnLst/>
            <a:rect l="l" t="t" r="r" b="b"/>
            <a:pathLst>
              <a:path w="1581596" h="1452054">
                <a:moveTo>
                  <a:pt x="0" y="1452054"/>
                </a:moveTo>
                <a:lnTo>
                  <a:pt x="1581596" y="0"/>
                </a:lnTo>
              </a:path>
            </a:pathLst>
          </a:custGeom>
          <a:ln w="1763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2" name="object 52"/>
          <p:cNvSpPr/>
          <p:nvPr/>
        </p:nvSpPr>
        <p:spPr>
          <a:xfrm>
            <a:off x="5068422" y="4764361"/>
            <a:ext cx="313456" cy="253179"/>
          </a:xfrm>
          <a:custGeom>
            <a:avLst/>
            <a:gdLst/>
            <a:ahLst/>
            <a:cxnLst/>
            <a:rect l="l" t="t" r="r" b="b"/>
            <a:pathLst>
              <a:path w="313456" h="253179">
                <a:moveTo>
                  <a:pt x="0" y="253179"/>
                </a:moveTo>
                <a:lnTo>
                  <a:pt x="0" y="231183"/>
                </a:lnTo>
                <a:lnTo>
                  <a:pt x="3367" y="212537"/>
                </a:lnTo>
                <a:lnTo>
                  <a:pt x="6454" y="190542"/>
                </a:lnTo>
                <a:lnTo>
                  <a:pt x="13329" y="172261"/>
                </a:lnTo>
                <a:lnTo>
                  <a:pt x="23291" y="153995"/>
                </a:lnTo>
                <a:lnTo>
                  <a:pt x="33674" y="139444"/>
                </a:lnTo>
                <a:lnTo>
                  <a:pt x="47144" y="121178"/>
                </a:lnTo>
                <a:lnTo>
                  <a:pt x="57106" y="102531"/>
                </a:lnTo>
                <a:lnTo>
                  <a:pt x="73944" y="87995"/>
                </a:lnTo>
                <a:lnTo>
                  <a:pt x="90781" y="73458"/>
                </a:lnTo>
                <a:lnTo>
                  <a:pt x="107619" y="62271"/>
                </a:lnTo>
                <a:lnTo>
                  <a:pt x="127964" y="47719"/>
                </a:lnTo>
                <a:lnTo>
                  <a:pt x="148309" y="36531"/>
                </a:lnTo>
                <a:lnTo>
                  <a:pt x="168514" y="29453"/>
                </a:lnTo>
                <a:lnTo>
                  <a:pt x="188859" y="21995"/>
                </a:lnTo>
                <a:lnTo>
                  <a:pt x="212291" y="11187"/>
                </a:lnTo>
                <a:lnTo>
                  <a:pt x="236004" y="7458"/>
                </a:lnTo>
                <a:lnTo>
                  <a:pt x="259436" y="3729"/>
                </a:lnTo>
                <a:lnTo>
                  <a:pt x="313456" y="0"/>
                </a:lnTo>
              </a:path>
            </a:pathLst>
          </a:custGeom>
          <a:ln w="1049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8" name="object 48"/>
          <p:cNvSpPr/>
          <p:nvPr/>
        </p:nvSpPr>
        <p:spPr>
          <a:xfrm>
            <a:off x="3200589" y="5000947"/>
            <a:ext cx="13419" cy="0"/>
          </a:xfrm>
          <a:custGeom>
            <a:avLst/>
            <a:gdLst/>
            <a:ahLst/>
            <a:cxnLst/>
            <a:rect l="l" t="t" r="r" b="b"/>
            <a:pathLst>
              <a:path w="13419" h="0">
                <a:moveTo>
                  <a:pt x="0" y="0"/>
                </a:moveTo>
                <a:lnTo>
                  <a:pt x="13419" y="0"/>
                </a:lnTo>
              </a:path>
            </a:pathLst>
          </a:custGeom>
          <a:ln w="1954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7" name="object 47"/>
          <p:cNvSpPr txBox="1"/>
          <p:nvPr/>
        </p:nvSpPr>
        <p:spPr>
          <a:xfrm>
            <a:off x="78740" y="159670"/>
            <a:ext cx="375920" cy="330200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dirty="0" smtClean="0" sz="2400" b="1">
                <a:latin typeface="Arial"/>
                <a:cs typeface="Arial"/>
              </a:rPr>
              <a:t>B.</a:t>
            </a:r>
            <a:endParaRPr sz="240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467359" y="159670"/>
            <a:ext cx="2612542" cy="330200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dirty="0" smtClean="0" sz="2400" spc="0" b="1">
                <a:latin typeface="Arial"/>
                <a:cs typeface="Arial"/>
              </a:rPr>
              <a:t>Freq</a:t>
            </a:r>
            <a:r>
              <a:rPr dirty="0" smtClean="0" sz="2400" spc="0" b="1">
                <a:latin typeface="Arial"/>
                <a:cs typeface="Arial"/>
              </a:rPr>
              <a:t>u</a:t>
            </a:r>
            <a:r>
              <a:rPr dirty="0" smtClean="0" sz="2400" spc="0" b="1">
                <a:latin typeface="Arial"/>
                <a:cs typeface="Arial"/>
              </a:rPr>
              <a:t>ency</a:t>
            </a:r>
            <a:r>
              <a:rPr dirty="0" smtClean="0" sz="2400" spc="0" b="1">
                <a:latin typeface="Arial"/>
                <a:cs typeface="Arial"/>
              </a:rPr>
              <a:t> </a:t>
            </a:r>
            <a:r>
              <a:rPr dirty="0" smtClean="0" sz="2400" spc="0" b="1">
                <a:latin typeface="Arial"/>
                <a:cs typeface="Arial"/>
              </a:rPr>
              <a:t>R</a:t>
            </a:r>
            <a:r>
              <a:rPr dirty="0" smtClean="0" sz="2400" spc="0" b="1">
                <a:latin typeface="Arial"/>
                <a:cs typeface="Arial"/>
              </a:rPr>
              <a:t>e</a:t>
            </a:r>
            <a:r>
              <a:rPr dirty="0" smtClean="0" sz="2400" spc="0" b="1">
                <a:latin typeface="Arial"/>
                <a:cs typeface="Arial"/>
              </a:rPr>
              <a:t>use</a:t>
            </a:r>
            <a:endParaRPr sz="240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535940" y="786752"/>
            <a:ext cx="4615667" cy="381317"/>
          </a:xfrm>
          <a:prstGeom prst="rect">
            <a:avLst/>
          </a:prstGeom>
        </p:spPr>
        <p:txBody>
          <a:bodyPr wrap="square" lIns="0" tIns="18796" rIns="0" bIns="0" rtlCol="0">
            <a:noAutofit/>
          </a:bodyPr>
          <a:lstStyle/>
          <a:p>
            <a:pPr marL="12700">
              <a:lnSpc>
                <a:spcPts val="2960"/>
              </a:lnSpc>
            </a:pPr>
            <a:r>
              <a:rPr dirty="0" smtClean="0" sz="2800" spc="0" b="1" u="heavy">
                <a:solidFill>
                  <a:srgbClr val="3333CC"/>
                </a:solidFill>
                <a:latin typeface="Times New Roman"/>
                <a:cs typeface="Times New Roman"/>
              </a:rPr>
              <a:t>Kai</a:t>
            </a:r>
            <a:r>
              <a:rPr dirty="0" smtClean="0" sz="2800" spc="0" b="1" u="heavy">
                <a:solidFill>
                  <a:srgbClr val="3333CC"/>
                </a:solidFill>
                <a:latin typeface="Times New Roman"/>
                <a:cs typeface="Times New Roman"/>
              </a:rPr>
              <a:t>d</a:t>
            </a:r>
            <a:r>
              <a:rPr dirty="0" smtClean="0" sz="2800" spc="0" b="1" u="heavy">
                <a:solidFill>
                  <a:srgbClr val="3333CC"/>
                </a:solidFill>
                <a:latin typeface="Times New Roman"/>
                <a:cs typeface="Times New Roman"/>
              </a:rPr>
              <a:t>ah</a:t>
            </a:r>
            <a:r>
              <a:rPr dirty="0" smtClean="0" sz="2800" spc="0" b="1" u="heavy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2800" spc="0" b="1" u="heavy">
                <a:solidFill>
                  <a:srgbClr val="3333CC"/>
                </a:solidFill>
                <a:latin typeface="Times New Roman"/>
                <a:cs typeface="Times New Roman"/>
              </a:rPr>
              <a:t>P</a:t>
            </a:r>
            <a:r>
              <a:rPr dirty="0" smtClean="0" sz="2800" spc="0" b="1" u="heavy">
                <a:solidFill>
                  <a:srgbClr val="3333CC"/>
                </a:solidFill>
                <a:latin typeface="Times New Roman"/>
                <a:cs typeface="Times New Roman"/>
              </a:rPr>
              <a:t>enen</a:t>
            </a:r>
            <a:r>
              <a:rPr dirty="0" smtClean="0" sz="2800" spc="0" b="1" u="heavy">
                <a:solidFill>
                  <a:srgbClr val="3333CC"/>
                </a:solidFill>
                <a:latin typeface="Times New Roman"/>
                <a:cs typeface="Times New Roman"/>
              </a:rPr>
              <a:t>t</a:t>
            </a:r>
            <a:r>
              <a:rPr dirty="0" smtClean="0" sz="2800" spc="0" b="1" u="heavy">
                <a:solidFill>
                  <a:srgbClr val="3333CC"/>
                </a:solidFill>
                <a:latin typeface="Times New Roman"/>
                <a:cs typeface="Times New Roman"/>
              </a:rPr>
              <a:t>uan</a:t>
            </a:r>
            <a:r>
              <a:rPr dirty="0" smtClean="0" sz="2800" spc="0" b="1" u="heavy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2800" spc="0" b="1" u="heavy">
                <a:solidFill>
                  <a:srgbClr val="3333CC"/>
                </a:solidFill>
                <a:latin typeface="Times New Roman"/>
                <a:cs typeface="Times New Roman"/>
              </a:rPr>
              <a:t>No</a:t>
            </a:r>
            <a:r>
              <a:rPr dirty="0" smtClean="0" sz="2800" spc="0" b="1" u="heavy">
                <a:solidFill>
                  <a:srgbClr val="3333CC"/>
                </a:solidFill>
                <a:latin typeface="Times New Roman"/>
                <a:cs typeface="Times New Roman"/>
              </a:rPr>
              <a:t>m</a:t>
            </a:r>
            <a:r>
              <a:rPr dirty="0" smtClean="0" sz="2800" spc="0" b="1" u="heavy">
                <a:solidFill>
                  <a:srgbClr val="3333CC"/>
                </a:solidFill>
                <a:latin typeface="Times New Roman"/>
                <a:cs typeface="Times New Roman"/>
              </a:rPr>
              <a:t>or</a:t>
            </a:r>
            <a:r>
              <a:rPr dirty="0" smtClean="0" sz="2800" spc="0" b="1" u="heavy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2800" spc="0" b="1" u="heavy">
                <a:solidFill>
                  <a:srgbClr val="3333CC"/>
                </a:solidFill>
                <a:latin typeface="Times New Roman"/>
                <a:cs typeface="Times New Roman"/>
              </a:rPr>
              <a:t>Sel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535940" y="1190604"/>
            <a:ext cx="8957241" cy="1006403"/>
          </a:xfrm>
          <a:prstGeom prst="rect">
            <a:avLst/>
          </a:prstGeom>
        </p:spPr>
        <p:txBody>
          <a:bodyPr wrap="square" lIns="0" tIns="12541" rIns="0" bIns="0" rtlCol="0">
            <a:noAutofit/>
          </a:bodyPr>
          <a:lstStyle/>
          <a:p>
            <a:pPr marL="12700" marR="45540">
              <a:lnSpc>
                <a:spcPts val="1975"/>
              </a:lnSpc>
            </a:pPr>
            <a:r>
              <a:rPr dirty="0" smtClean="0" sz="1800">
                <a:solidFill>
                  <a:srgbClr val="3333CC"/>
                </a:solidFill>
                <a:latin typeface="Symbol"/>
                <a:cs typeface="Symbol"/>
              </a:rPr>
              <a:t></a:t>
            </a:r>
            <a:r>
              <a:rPr dirty="0" smtClean="0" sz="1800" spc="-1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1800" spc="-1" b="1">
                <a:solidFill>
                  <a:srgbClr val="3333CC"/>
                </a:solidFill>
                <a:latin typeface="Times New Roman"/>
                <a:cs typeface="Times New Roman"/>
              </a:rPr>
              <a:t>Kaidah</a:t>
            </a:r>
            <a:r>
              <a:rPr dirty="0" smtClean="0" sz="1800" spc="-1" b="1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1800" spc="-1" b="1">
                <a:solidFill>
                  <a:srgbClr val="3333CC"/>
                </a:solidFill>
                <a:latin typeface="Times New Roman"/>
                <a:cs typeface="Times New Roman"/>
              </a:rPr>
              <a:t>Para</a:t>
            </a:r>
            <a:r>
              <a:rPr dirty="0" smtClean="0" sz="1800" spc="-1" b="1">
                <a:solidFill>
                  <a:srgbClr val="3333CC"/>
                </a:solidFill>
                <a:latin typeface="Times New Roman"/>
                <a:cs typeface="Times New Roman"/>
              </a:rPr>
              <a:t>m</a:t>
            </a:r>
            <a:r>
              <a:rPr dirty="0" smtClean="0" sz="1800" spc="-1" b="1">
                <a:solidFill>
                  <a:srgbClr val="3333CC"/>
                </a:solidFill>
                <a:latin typeface="Times New Roman"/>
                <a:cs typeface="Times New Roman"/>
              </a:rPr>
              <a:t>eter</a:t>
            </a:r>
            <a:r>
              <a:rPr dirty="0" smtClean="0" sz="1800" spc="-1" b="1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1800" spc="-1" b="1">
                <a:solidFill>
                  <a:srgbClr val="3333CC"/>
                </a:solidFill>
                <a:latin typeface="Times New Roman"/>
                <a:cs typeface="Times New Roman"/>
              </a:rPr>
              <a:t>Geser</a:t>
            </a:r>
            <a:endParaRPr sz="1800">
              <a:latin typeface="Times New Roman"/>
              <a:cs typeface="Times New Roman"/>
            </a:endParaRPr>
          </a:p>
          <a:p>
            <a:pPr marL="241617">
              <a:lnSpc>
                <a:spcPct val="95621"/>
              </a:lnSpc>
              <a:spcBef>
                <a:spcPts val="1001"/>
              </a:spcBef>
            </a:pPr>
            <a:r>
              <a:rPr dirty="0" smtClean="0" sz="2100" spc="224">
                <a:latin typeface="Arial Narrow"/>
                <a:cs typeface="Arial Narrow"/>
              </a:rPr>
              <a:t>L</a:t>
            </a:r>
            <a:r>
              <a:rPr dirty="0" smtClean="0" sz="2100" spc="224">
                <a:latin typeface="Arial Narrow"/>
                <a:cs typeface="Arial Narrow"/>
              </a:rPr>
              <a:t>a</a:t>
            </a:r>
            <a:r>
              <a:rPr dirty="0" smtClean="0" sz="2100" spc="224">
                <a:latin typeface="Arial Narrow"/>
                <a:cs typeface="Arial Narrow"/>
              </a:rPr>
              <a:t>l</a:t>
            </a:r>
            <a:r>
              <a:rPr dirty="0" smtClean="0" sz="2100" spc="224">
                <a:latin typeface="Arial Narrow"/>
                <a:cs typeface="Arial Narrow"/>
              </a:rPr>
              <a:t>u</a:t>
            </a:r>
            <a:r>
              <a:rPr dirty="0" smtClean="0" sz="2100" spc="224">
                <a:latin typeface="Arial Narrow"/>
                <a:cs typeface="Arial Narrow"/>
              </a:rPr>
              <a:t>i</a:t>
            </a:r>
            <a:r>
              <a:rPr dirty="0" smtClean="0" sz="2100" spc="224">
                <a:latin typeface="Arial Narrow"/>
                <a:cs typeface="Arial Narrow"/>
              </a:rPr>
              <a:t> </a:t>
            </a:r>
            <a:r>
              <a:rPr dirty="0" smtClean="0" sz="2100" spc="224">
                <a:latin typeface="Arial Narrow"/>
                <a:cs typeface="Arial Narrow"/>
              </a:rPr>
              <a:t>s</a:t>
            </a:r>
            <a:r>
              <a:rPr dirty="0" smtClean="0" sz="2100" spc="224">
                <a:latin typeface="Arial Narrow"/>
                <a:cs typeface="Arial Narrow"/>
              </a:rPr>
              <a:t>e</a:t>
            </a:r>
            <a:r>
              <a:rPr dirty="0" smtClean="0" sz="2100" spc="224">
                <a:latin typeface="Arial Narrow"/>
                <a:cs typeface="Arial Narrow"/>
              </a:rPr>
              <a:t>j</a:t>
            </a:r>
            <a:r>
              <a:rPr dirty="0" smtClean="0" sz="2100" spc="224">
                <a:latin typeface="Arial Narrow"/>
                <a:cs typeface="Arial Narrow"/>
              </a:rPr>
              <a:t>a</a:t>
            </a:r>
            <a:r>
              <a:rPr dirty="0" smtClean="0" sz="2100" spc="224">
                <a:latin typeface="Arial Narrow"/>
                <a:cs typeface="Arial Narrow"/>
              </a:rPr>
              <a:t>u</a:t>
            </a:r>
            <a:r>
              <a:rPr dirty="0" smtClean="0" sz="2100" spc="224">
                <a:latin typeface="Arial Narrow"/>
                <a:cs typeface="Arial Narrow"/>
              </a:rPr>
              <a:t>h</a:t>
            </a:r>
            <a:r>
              <a:rPr dirty="0" smtClean="0" sz="2100" spc="224">
                <a:latin typeface="Arial Narrow"/>
                <a:cs typeface="Arial Narrow"/>
              </a:rPr>
              <a:t> </a:t>
            </a:r>
            <a:r>
              <a:rPr dirty="0" smtClean="0" sz="2100" spc="224">
                <a:latin typeface="Arial Narrow"/>
                <a:cs typeface="Arial Narrow"/>
              </a:rPr>
              <a:t>i</a:t>
            </a:r>
            <a:r>
              <a:rPr dirty="0" smtClean="0" sz="2100" spc="224">
                <a:latin typeface="Arial Narrow"/>
                <a:cs typeface="Arial Narrow"/>
              </a:rPr>
              <a:t> </a:t>
            </a:r>
            <a:r>
              <a:rPr dirty="0" smtClean="0" sz="2100" spc="224">
                <a:latin typeface="Arial Narrow"/>
                <a:cs typeface="Arial Narrow"/>
              </a:rPr>
              <a:t>s</a:t>
            </a:r>
            <a:r>
              <a:rPr dirty="0" smtClean="0" sz="2100" spc="224">
                <a:latin typeface="Arial Narrow"/>
                <a:cs typeface="Arial Narrow"/>
              </a:rPr>
              <a:t>e</a:t>
            </a:r>
            <a:r>
              <a:rPr dirty="0" smtClean="0" sz="2100" spc="224">
                <a:latin typeface="Arial Narrow"/>
                <a:cs typeface="Arial Narrow"/>
              </a:rPr>
              <a:t>l</a:t>
            </a:r>
            <a:r>
              <a:rPr dirty="0" smtClean="0" sz="2100" spc="224">
                <a:latin typeface="Arial Narrow"/>
                <a:cs typeface="Arial Narrow"/>
              </a:rPr>
              <a:t> </a:t>
            </a:r>
            <a:r>
              <a:rPr dirty="0" smtClean="0" sz="2100" spc="224">
                <a:latin typeface="Arial Narrow"/>
                <a:cs typeface="Arial Narrow"/>
              </a:rPr>
              <a:t>d</a:t>
            </a:r>
            <a:r>
              <a:rPr dirty="0" smtClean="0" sz="2100" spc="224">
                <a:latin typeface="Arial Narrow"/>
                <a:cs typeface="Arial Narrow"/>
              </a:rPr>
              <a:t>ari</a:t>
            </a:r>
            <a:r>
              <a:rPr dirty="0" smtClean="0" sz="2100" spc="224">
                <a:latin typeface="Arial Narrow"/>
                <a:cs typeface="Arial Narrow"/>
              </a:rPr>
              <a:t> </a:t>
            </a:r>
            <a:r>
              <a:rPr dirty="0" smtClean="0" sz="2100" spc="224">
                <a:latin typeface="Arial Narrow"/>
                <a:cs typeface="Arial Narrow"/>
              </a:rPr>
              <a:t>s</a:t>
            </a:r>
            <a:r>
              <a:rPr dirty="0" smtClean="0" sz="2100" spc="224">
                <a:latin typeface="Arial Narrow"/>
                <a:cs typeface="Arial Narrow"/>
              </a:rPr>
              <a:t>e</a:t>
            </a:r>
            <a:r>
              <a:rPr dirty="0" smtClean="0" sz="2100" spc="224">
                <a:latin typeface="Arial Narrow"/>
                <a:cs typeface="Arial Narrow"/>
              </a:rPr>
              <a:t>l</a:t>
            </a:r>
            <a:r>
              <a:rPr dirty="0" smtClean="0" sz="2100" spc="224">
                <a:latin typeface="Arial Narrow"/>
                <a:cs typeface="Arial Narrow"/>
              </a:rPr>
              <a:t> </a:t>
            </a:r>
            <a:r>
              <a:rPr dirty="0" smtClean="0" sz="2100" spc="224">
                <a:latin typeface="Arial Narrow"/>
                <a:cs typeface="Arial Narrow"/>
              </a:rPr>
              <a:t>r</a:t>
            </a:r>
            <a:r>
              <a:rPr dirty="0" smtClean="0" sz="2100" spc="224">
                <a:latin typeface="Arial Narrow"/>
                <a:cs typeface="Arial Narrow"/>
              </a:rPr>
              <a:t>e</a:t>
            </a:r>
            <a:r>
              <a:rPr dirty="0" smtClean="0" sz="2100" spc="224">
                <a:latin typeface="Arial Narrow"/>
                <a:cs typeface="Arial Narrow"/>
              </a:rPr>
              <a:t>f</a:t>
            </a:r>
            <a:r>
              <a:rPr dirty="0" smtClean="0" sz="2100" spc="224">
                <a:latin typeface="Arial Narrow"/>
                <a:cs typeface="Arial Narrow"/>
              </a:rPr>
              <a:t>e</a:t>
            </a:r>
            <a:r>
              <a:rPr dirty="0" smtClean="0" sz="2100" spc="224">
                <a:latin typeface="Arial Narrow"/>
                <a:cs typeface="Arial Narrow"/>
              </a:rPr>
              <a:t>r</a:t>
            </a:r>
            <a:r>
              <a:rPr dirty="0" smtClean="0" sz="2100" spc="224">
                <a:latin typeface="Arial Narrow"/>
                <a:cs typeface="Arial Narrow"/>
              </a:rPr>
              <a:t>e</a:t>
            </a:r>
            <a:r>
              <a:rPr dirty="0" smtClean="0" sz="2100" spc="224">
                <a:latin typeface="Arial Narrow"/>
                <a:cs typeface="Arial Narrow"/>
              </a:rPr>
              <a:t>n</a:t>
            </a:r>
            <a:r>
              <a:rPr dirty="0" smtClean="0" sz="2100" spc="224">
                <a:latin typeface="Arial Narrow"/>
                <a:cs typeface="Arial Narrow"/>
              </a:rPr>
              <a:t>si</a:t>
            </a:r>
            <a:r>
              <a:rPr dirty="0" smtClean="0" sz="2100" spc="224">
                <a:latin typeface="Arial Narrow"/>
                <a:cs typeface="Arial Narrow"/>
              </a:rPr>
              <a:t> </a:t>
            </a:r>
            <a:r>
              <a:rPr dirty="0" smtClean="0" sz="2100" spc="224">
                <a:latin typeface="Arial Narrow"/>
                <a:cs typeface="Arial Narrow"/>
              </a:rPr>
              <a:t>s</a:t>
            </a:r>
            <a:r>
              <a:rPr dirty="0" smtClean="0" sz="2100" spc="224">
                <a:latin typeface="Arial Narrow"/>
                <a:cs typeface="Arial Narrow"/>
              </a:rPr>
              <a:t>e</a:t>
            </a:r>
            <a:r>
              <a:rPr dirty="0" smtClean="0" sz="2100" spc="224">
                <a:latin typeface="Arial Narrow"/>
                <a:cs typeface="Arial Narrow"/>
              </a:rPr>
              <a:t>p</a:t>
            </a:r>
            <a:r>
              <a:rPr dirty="0" smtClean="0" sz="2100" spc="224">
                <a:latin typeface="Arial Narrow"/>
                <a:cs typeface="Arial Narrow"/>
              </a:rPr>
              <a:t>a</a:t>
            </a:r>
            <a:r>
              <a:rPr dirty="0" smtClean="0" sz="2100" spc="224">
                <a:latin typeface="Arial Narrow"/>
                <a:cs typeface="Arial Narrow"/>
              </a:rPr>
              <a:t>n</a:t>
            </a:r>
            <a:r>
              <a:rPr dirty="0" smtClean="0" sz="2100" spc="224">
                <a:latin typeface="Arial Narrow"/>
                <a:cs typeface="Arial Narrow"/>
              </a:rPr>
              <a:t>j</a:t>
            </a:r>
            <a:r>
              <a:rPr dirty="0" smtClean="0" sz="2100" spc="224">
                <a:latin typeface="Arial Narrow"/>
                <a:cs typeface="Arial Narrow"/>
              </a:rPr>
              <a:t>a</a:t>
            </a:r>
            <a:r>
              <a:rPr dirty="0" smtClean="0" sz="2100" spc="224">
                <a:latin typeface="Arial Narrow"/>
                <a:cs typeface="Arial Narrow"/>
              </a:rPr>
              <a:t>n</a:t>
            </a:r>
            <a:r>
              <a:rPr dirty="0" smtClean="0" sz="2100" spc="224">
                <a:latin typeface="Arial Narrow"/>
                <a:cs typeface="Arial Narrow"/>
              </a:rPr>
              <a:t>g</a:t>
            </a:r>
            <a:r>
              <a:rPr dirty="0" smtClean="0" sz="2100" spc="224">
                <a:latin typeface="Arial Narrow"/>
                <a:cs typeface="Arial Narrow"/>
              </a:rPr>
              <a:t> </a:t>
            </a:r>
            <a:r>
              <a:rPr dirty="0" smtClean="0" sz="2100" spc="224">
                <a:latin typeface="Arial Narrow"/>
                <a:cs typeface="Arial Narrow"/>
              </a:rPr>
              <a:t>r</a:t>
            </a:r>
            <a:r>
              <a:rPr dirty="0" smtClean="0" sz="2100" spc="224">
                <a:latin typeface="Arial Narrow"/>
                <a:cs typeface="Arial Narrow"/>
              </a:rPr>
              <a:t>a</a:t>
            </a:r>
            <a:r>
              <a:rPr dirty="0" smtClean="0" sz="2100" spc="224">
                <a:latin typeface="Arial Narrow"/>
                <a:cs typeface="Arial Narrow"/>
              </a:rPr>
              <a:t>n</a:t>
            </a:r>
            <a:r>
              <a:rPr dirty="0" smtClean="0" sz="2100" spc="224">
                <a:latin typeface="Arial Narrow"/>
                <a:cs typeface="Arial Narrow"/>
              </a:rPr>
              <a:t>t</a:t>
            </a:r>
            <a:r>
              <a:rPr dirty="0" smtClean="0" sz="2100" spc="224">
                <a:latin typeface="Arial Narrow"/>
                <a:cs typeface="Arial Narrow"/>
              </a:rPr>
              <a:t>ai</a:t>
            </a:r>
            <a:r>
              <a:rPr dirty="0" smtClean="0" sz="2100" spc="224">
                <a:latin typeface="Arial Narrow"/>
                <a:cs typeface="Arial Narrow"/>
              </a:rPr>
              <a:t> </a:t>
            </a:r>
            <a:r>
              <a:rPr dirty="0" smtClean="0" sz="2100" spc="224">
                <a:latin typeface="Arial Narrow"/>
                <a:cs typeface="Arial Narrow"/>
              </a:rPr>
              <a:t>h</a:t>
            </a:r>
            <a:r>
              <a:rPr dirty="0" smtClean="0" sz="2100" spc="224">
                <a:latin typeface="Arial Narrow"/>
                <a:cs typeface="Arial Narrow"/>
              </a:rPr>
              <a:t>e</a:t>
            </a:r>
            <a:r>
              <a:rPr dirty="0" smtClean="0" sz="2100" spc="224">
                <a:latin typeface="Arial Narrow"/>
                <a:cs typeface="Arial Narrow"/>
              </a:rPr>
              <a:t>k</a:t>
            </a:r>
            <a:r>
              <a:rPr dirty="0" smtClean="0" sz="2100" spc="224">
                <a:latin typeface="Arial Narrow"/>
                <a:cs typeface="Arial Narrow"/>
              </a:rPr>
              <a:t>s</a:t>
            </a:r>
            <a:r>
              <a:rPr dirty="0" smtClean="0" sz="2100" spc="224">
                <a:latin typeface="Arial Narrow"/>
                <a:cs typeface="Arial Narrow"/>
              </a:rPr>
              <a:t>a</a:t>
            </a:r>
            <a:r>
              <a:rPr dirty="0" smtClean="0" sz="2100" spc="224">
                <a:latin typeface="Arial Narrow"/>
                <a:cs typeface="Arial Narrow"/>
              </a:rPr>
              <a:t>g</a:t>
            </a:r>
            <a:r>
              <a:rPr dirty="0" smtClean="0" sz="2100" spc="224">
                <a:latin typeface="Arial Narrow"/>
                <a:cs typeface="Arial Narrow"/>
              </a:rPr>
              <a:t>o</a:t>
            </a:r>
            <a:r>
              <a:rPr dirty="0" smtClean="0" sz="2100" spc="224">
                <a:latin typeface="Arial Narrow"/>
                <a:cs typeface="Arial Narrow"/>
              </a:rPr>
              <a:t>n</a:t>
            </a:r>
            <a:r>
              <a:rPr dirty="0" smtClean="0" sz="2100" spc="224">
                <a:latin typeface="Arial Narrow"/>
                <a:cs typeface="Arial Narrow"/>
              </a:rPr>
              <a:t>a</a:t>
            </a:r>
            <a:r>
              <a:rPr dirty="0" smtClean="0" sz="2100" spc="224">
                <a:latin typeface="Arial Narrow"/>
                <a:cs typeface="Arial Narrow"/>
              </a:rPr>
              <a:t>l</a:t>
            </a:r>
            <a:r>
              <a:rPr dirty="0" smtClean="0" sz="2100" spc="224">
                <a:latin typeface="Arial Narrow"/>
                <a:cs typeface="Arial Narrow"/>
              </a:rPr>
              <a:t>n</a:t>
            </a:r>
            <a:r>
              <a:rPr dirty="0" smtClean="0" sz="2100" spc="224">
                <a:latin typeface="Arial Narrow"/>
                <a:cs typeface="Arial Narrow"/>
              </a:rPr>
              <a:t>ya</a:t>
            </a:r>
            <a:r>
              <a:rPr dirty="0" smtClean="0" sz="2100" spc="224">
                <a:latin typeface="Arial Narrow"/>
                <a:cs typeface="Arial Narrow"/>
              </a:rPr>
              <a:t> </a:t>
            </a:r>
            <a:r>
              <a:rPr dirty="0" smtClean="0" sz="2100" spc="224">
                <a:latin typeface="Arial Narrow"/>
                <a:cs typeface="Arial Narrow"/>
              </a:rPr>
              <a:t>(</a:t>
            </a:r>
            <a:endParaRPr sz="2100">
              <a:latin typeface="Arial Narrow"/>
              <a:cs typeface="Arial Narrow"/>
            </a:endParaRPr>
          </a:p>
          <a:p>
            <a:pPr marL="241617" marR="4688">
              <a:lnSpc>
                <a:spcPts val="2405"/>
              </a:lnSpc>
              <a:spcBef>
                <a:spcPts val="120"/>
              </a:spcBef>
            </a:pPr>
            <a:r>
              <a:rPr dirty="0" smtClean="0" sz="2100" spc="264">
                <a:latin typeface="Arial Narrow"/>
                <a:cs typeface="Arial Narrow"/>
              </a:rPr>
              <a:t>g</a:t>
            </a:r>
            <a:r>
              <a:rPr dirty="0" smtClean="0" sz="2100" spc="264">
                <a:latin typeface="Arial Narrow"/>
                <a:cs typeface="Arial Narrow"/>
              </a:rPr>
              <a:t>a</a:t>
            </a:r>
            <a:r>
              <a:rPr dirty="0" smtClean="0" sz="2100" spc="264">
                <a:latin typeface="Arial Narrow"/>
                <a:cs typeface="Arial Narrow"/>
              </a:rPr>
              <a:t>ris</a:t>
            </a:r>
            <a:r>
              <a:rPr dirty="0" smtClean="0" sz="2100" spc="264">
                <a:latin typeface="Arial Narrow"/>
                <a:cs typeface="Arial Narrow"/>
              </a:rPr>
              <a:t> </a:t>
            </a:r>
            <a:r>
              <a:rPr dirty="0" smtClean="0" sz="2100" spc="264">
                <a:latin typeface="Arial Narrow"/>
                <a:cs typeface="Arial Narrow"/>
              </a:rPr>
              <a:t>l</a:t>
            </a:r>
            <a:r>
              <a:rPr dirty="0" smtClean="0" sz="2100" spc="264">
                <a:latin typeface="Arial Narrow"/>
                <a:cs typeface="Arial Narrow"/>
              </a:rPr>
              <a:t>u</a:t>
            </a:r>
            <a:r>
              <a:rPr dirty="0" smtClean="0" sz="2100" spc="264">
                <a:latin typeface="Arial Narrow"/>
                <a:cs typeface="Arial Narrow"/>
              </a:rPr>
              <a:t>r</a:t>
            </a:r>
            <a:r>
              <a:rPr dirty="0" smtClean="0" sz="2100" spc="264">
                <a:latin typeface="Arial Narrow"/>
                <a:cs typeface="Arial Narrow"/>
              </a:rPr>
              <a:t>u</a:t>
            </a:r>
            <a:r>
              <a:rPr dirty="0" smtClean="0" sz="2100" spc="264">
                <a:latin typeface="Arial Narrow"/>
                <a:cs typeface="Arial Narrow"/>
              </a:rPr>
              <a:t>s</a:t>
            </a:r>
            <a:r>
              <a:rPr dirty="0" smtClean="0" sz="2100" spc="264">
                <a:latin typeface="Arial Narrow"/>
                <a:cs typeface="Arial Narrow"/>
              </a:rPr>
              <a:t> </a:t>
            </a:r>
            <a:r>
              <a:rPr dirty="0" smtClean="0" sz="2100" spc="264">
                <a:latin typeface="Arial Narrow"/>
                <a:cs typeface="Arial Narrow"/>
              </a:rPr>
              <a:t>y</a:t>
            </a:r>
            <a:r>
              <a:rPr dirty="0" smtClean="0" sz="2100" spc="264">
                <a:latin typeface="Arial Narrow"/>
                <a:cs typeface="Arial Narrow"/>
              </a:rPr>
              <a:t>a</a:t>
            </a:r>
            <a:r>
              <a:rPr dirty="0" smtClean="0" sz="2100" spc="264">
                <a:latin typeface="Arial Narrow"/>
                <a:cs typeface="Arial Narrow"/>
              </a:rPr>
              <a:t>n</a:t>
            </a:r>
            <a:r>
              <a:rPr dirty="0" smtClean="0" sz="2100" spc="264">
                <a:latin typeface="Arial Narrow"/>
                <a:cs typeface="Arial Narrow"/>
              </a:rPr>
              <a:t>g</a:t>
            </a:r>
            <a:r>
              <a:rPr dirty="0" smtClean="0" sz="2100" spc="264">
                <a:latin typeface="Arial Narrow"/>
                <a:cs typeface="Arial Narrow"/>
              </a:rPr>
              <a:t> </a:t>
            </a:r>
            <a:r>
              <a:rPr dirty="0" smtClean="0" sz="2100" spc="264">
                <a:latin typeface="Arial Narrow"/>
                <a:cs typeface="Arial Narrow"/>
              </a:rPr>
              <a:t>m</a:t>
            </a:r>
            <a:r>
              <a:rPr dirty="0" smtClean="0" sz="2100" spc="264">
                <a:latin typeface="Arial Narrow"/>
                <a:cs typeface="Arial Narrow"/>
              </a:rPr>
              <a:t>e</a:t>
            </a:r>
            <a:r>
              <a:rPr dirty="0" smtClean="0" sz="2100" spc="264">
                <a:latin typeface="Arial Narrow"/>
                <a:cs typeface="Arial Narrow"/>
              </a:rPr>
              <a:t>n</a:t>
            </a:r>
            <a:r>
              <a:rPr dirty="0" smtClean="0" sz="2100" spc="264">
                <a:latin typeface="Arial Narrow"/>
                <a:cs typeface="Arial Narrow"/>
              </a:rPr>
              <a:t>g</a:t>
            </a:r>
            <a:r>
              <a:rPr dirty="0" smtClean="0" sz="2100" spc="264">
                <a:latin typeface="Arial Narrow"/>
                <a:cs typeface="Arial Narrow"/>
              </a:rPr>
              <a:t>h</a:t>
            </a:r>
            <a:r>
              <a:rPr dirty="0" smtClean="0" sz="2100" spc="264">
                <a:latin typeface="Arial Narrow"/>
                <a:cs typeface="Arial Narrow"/>
              </a:rPr>
              <a:t>u</a:t>
            </a:r>
            <a:r>
              <a:rPr dirty="0" smtClean="0" sz="2100" spc="264">
                <a:latin typeface="Arial Narrow"/>
                <a:cs typeface="Arial Narrow"/>
              </a:rPr>
              <a:t>b</a:t>
            </a:r>
            <a:r>
              <a:rPr dirty="0" smtClean="0" sz="2100" spc="264">
                <a:latin typeface="Arial Narrow"/>
                <a:cs typeface="Arial Narrow"/>
              </a:rPr>
              <a:t>u</a:t>
            </a:r>
            <a:r>
              <a:rPr dirty="0" smtClean="0" sz="2100" spc="264">
                <a:latin typeface="Arial Narrow"/>
                <a:cs typeface="Arial Narrow"/>
              </a:rPr>
              <a:t>n</a:t>
            </a:r>
            <a:r>
              <a:rPr dirty="0" smtClean="0" sz="2100" spc="264">
                <a:latin typeface="Arial Narrow"/>
                <a:cs typeface="Arial Narrow"/>
              </a:rPr>
              <a:t>g</a:t>
            </a:r>
            <a:r>
              <a:rPr dirty="0" smtClean="0" sz="2100" spc="264">
                <a:latin typeface="Arial Narrow"/>
                <a:cs typeface="Arial Narrow"/>
              </a:rPr>
              <a:t>k</a:t>
            </a:r>
            <a:r>
              <a:rPr dirty="0" smtClean="0" sz="2100" spc="264">
                <a:latin typeface="Arial Narrow"/>
                <a:cs typeface="Arial Narrow"/>
              </a:rPr>
              <a:t>a</a:t>
            </a:r>
            <a:r>
              <a:rPr dirty="0" smtClean="0" sz="2100" spc="264">
                <a:latin typeface="Arial Narrow"/>
                <a:cs typeface="Arial Narrow"/>
              </a:rPr>
              <a:t>n</a:t>
            </a:r>
            <a:r>
              <a:rPr dirty="0" smtClean="0" sz="2100" spc="264">
                <a:latin typeface="Arial Narrow"/>
                <a:cs typeface="Arial Narrow"/>
              </a:rPr>
              <a:t> </a:t>
            </a:r>
            <a:r>
              <a:rPr dirty="0" smtClean="0" sz="2100" spc="264">
                <a:latin typeface="Arial Narrow"/>
                <a:cs typeface="Arial Narrow"/>
              </a:rPr>
              <a:t>d</a:t>
            </a:r>
            <a:r>
              <a:rPr dirty="0" smtClean="0" sz="2100" spc="264">
                <a:latin typeface="Arial Narrow"/>
                <a:cs typeface="Arial Narrow"/>
              </a:rPr>
              <a:t>u</a:t>
            </a:r>
            <a:r>
              <a:rPr dirty="0" smtClean="0" sz="2100" spc="264">
                <a:latin typeface="Arial Narrow"/>
                <a:cs typeface="Arial Narrow"/>
              </a:rPr>
              <a:t>a</a:t>
            </a:r>
            <a:r>
              <a:rPr dirty="0" smtClean="0" sz="2100" spc="264">
                <a:latin typeface="Arial Narrow"/>
                <a:cs typeface="Arial Narrow"/>
              </a:rPr>
              <a:t> </a:t>
            </a:r>
            <a:r>
              <a:rPr dirty="0" smtClean="0" sz="2100" spc="264">
                <a:latin typeface="Arial Narrow"/>
                <a:cs typeface="Arial Narrow"/>
              </a:rPr>
              <a:t>p</a:t>
            </a:r>
            <a:r>
              <a:rPr dirty="0" smtClean="0" sz="2100" spc="264">
                <a:latin typeface="Arial Narrow"/>
                <a:cs typeface="Arial Narrow"/>
              </a:rPr>
              <a:t>u</a:t>
            </a:r>
            <a:r>
              <a:rPr dirty="0" smtClean="0" sz="2100" spc="264">
                <a:latin typeface="Arial Narrow"/>
                <a:cs typeface="Arial Narrow"/>
              </a:rPr>
              <a:t>s</a:t>
            </a:r>
            <a:r>
              <a:rPr dirty="0" smtClean="0" sz="2100" spc="264">
                <a:latin typeface="Arial Narrow"/>
                <a:cs typeface="Arial Narrow"/>
              </a:rPr>
              <a:t>a</a:t>
            </a:r>
            <a:r>
              <a:rPr dirty="0" smtClean="0" sz="2100" spc="264">
                <a:latin typeface="Arial Narrow"/>
                <a:cs typeface="Arial Narrow"/>
              </a:rPr>
              <a:t>t</a:t>
            </a:r>
            <a:r>
              <a:rPr dirty="0" smtClean="0" sz="2100" spc="264">
                <a:latin typeface="Arial Narrow"/>
                <a:cs typeface="Arial Narrow"/>
              </a:rPr>
              <a:t> </a:t>
            </a:r>
            <a:r>
              <a:rPr dirty="0" smtClean="0" sz="2100" spc="264">
                <a:latin typeface="Arial Narrow"/>
                <a:cs typeface="Arial Narrow"/>
              </a:rPr>
              <a:t>s</a:t>
            </a:r>
            <a:r>
              <a:rPr dirty="0" smtClean="0" sz="2100" spc="264">
                <a:latin typeface="Arial Narrow"/>
                <a:cs typeface="Arial Narrow"/>
              </a:rPr>
              <a:t>e</a:t>
            </a:r>
            <a:r>
              <a:rPr dirty="0" smtClean="0" sz="2100" spc="264">
                <a:latin typeface="Arial Narrow"/>
                <a:cs typeface="Arial Narrow"/>
              </a:rPr>
              <a:t>l</a:t>
            </a:r>
            <a:r>
              <a:rPr dirty="0" smtClean="0" sz="2100" spc="264">
                <a:latin typeface="Arial Narrow"/>
                <a:cs typeface="Arial Narrow"/>
              </a:rPr>
              <a:t>)</a:t>
            </a:r>
            <a:r>
              <a:rPr dirty="0" smtClean="0" sz="2100" spc="264">
                <a:latin typeface="Arial Narrow"/>
                <a:cs typeface="Arial Narrow"/>
              </a:rPr>
              <a:t>,</a:t>
            </a:r>
            <a:r>
              <a:rPr dirty="0" smtClean="0" sz="2100" spc="264">
                <a:latin typeface="Arial Narrow"/>
                <a:cs typeface="Arial Narrow"/>
              </a:rPr>
              <a:t> </a:t>
            </a:r>
            <a:r>
              <a:rPr dirty="0" smtClean="0" sz="2100" spc="264">
                <a:latin typeface="Arial Narrow"/>
                <a:cs typeface="Arial Narrow"/>
              </a:rPr>
              <a:t>l</a:t>
            </a:r>
            <a:r>
              <a:rPr dirty="0" smtClean="0" sz="2100" spc="264">
                <a:latin typeface="Arial Narrow"/>
                <a:cs typeface="Arial Narrow"/>
              </a:rPr>
              <a:t>a</a:t>
            </a:r>
            <a:r>
              <a:rPr dirty="0" smtClean="0" sz="2100" spc="264">
                <a:latin typeface="Arial Narrow"/>
                <a:cs typeface="Arial Narrow"/>
              </a:rPr>
              <a:t>l</a:t>
            </a:r>
            <a:r>
              <a:rPr dirty="0" smtClean="0" sz="2100" spc="264">
                <a:latin typeface="Arial Narrow"/>
                <a:cs typeface="Arial Narrow"/>
              </a:rPr>
              <a:t>u</a:t>
            </a:r>
            <a:r>
              <a:rPr dirty="0" smtClean="0" sz="2100" spc="264">
                <a:latin typeface="Arial Narrow"/>
                <a:cs typeface="Arial Narrow"/>
              </a:rPr>
              <a:t> </a:t>
            </a:r>
            <a:r>
              <a:rPr dirty="0" smtClean="0" sz="2100" spc="264">
                <a:latin typeface="Arial Narrow"/>
                <a:cs typeface="Arial Narrow"/>
              </a:rPr>
              <a:t>b</a:t>
            </a:r>
            <a:r>
              <a:rPr dirty="0" smtClean="0" sz="2100" spc="264">
                <a:latin typeface="Arial Narrow"/>
                <a:cs typeface="Arial Narrow"/>
              </a:rPr>
              <a:t>e</a:t>
            </a:r>
            <a:r>
              <a:rPr dirty="0" smtClean="0" sz="2100" spc="264">
                <a:latin typeface="Arial Narrow"/>
                <a:cs typeface="Arial Narrow"/>
              </a:rPr>
              <a:t>r</a:t>
            </a:r>
            <a:r>
              <a:rPr dirty="0" smtClean="0" sz="2100" spc="264">
                <a:latin typeface="Arial Narrow"/>
                <a:cs typeface="Arial Narrow"/>
              </a:rPr>
              <a:t>p</a:t>
            </a:r>
            <a:r>
              <a:rPr dirty="0" smtClean="0" sz="2100" spc="264">
                <a:latin typeface="Arial Narrow"/>
                <a:cs typeface="Arial Narrow"/>
              </a:rPr>
              <a:t>u</a:t>
            </a:r>
            <a:r>
              <a:rPr dirty="0" smtClean="0" sz="2100" spc="264">
                <a:latin typeface="Arial Narrow"/>
                <a:cs typeface="Arial Narrow"/>
              </a:rPr>
              <a:t>t</a:t>
            </a:r>
            <a:r>
              <a:rPr dirty="0" smtClean="0" sz="2100" spc="264">
                <a:latin typeface="Arial Narrow"/>
                <a:cs typeface="Arial Narrow"/>
              </a:rPr>
              <a:t>ar</a:t>
            </a:r>
            <a:r>
              <a:rPr dirty="0" smtClean="0" sz="2100" spc="264">
                <a:latin typeface="Arial Narrow"/>
                <a:cs typeface="Arial Narrow"/>
              </a:rPr>
              <a:t> </a:t>
            </a:r>
            <a:r>
              <a:rPr dirty="0" smtClean="0" sz="2100" spc="264">
                <a:latin typeface="Arial Narrow"/>
                <a:cs typeface="Arial Narrow"/>
              </a:rPr>
              <a:t> </a:t>
            </a:r>
            <a:r>
              <a:rPr dirty="0" smtClean="0" sz="2100" spc="264">
                <a:latin typeface="Arial Narrow"/>
                <a:cs typeface="Arial Narrow"/>
              </a:rPr>
              <a:t>6</a:t>
            </a:r>
            <a:r>
              <a:rPr dirty="0" smtClean="0" sz="2100" spc="264">
                <a:latin typeface="Arial Narrow"/>
                <a:cs typeface="Arial Narrow"/>
              </a:rPr>
              <a:t>0</a:t>
            </a:r>
            <a:r>
              <a:rPr dirty="0" smtClean="0" baseline="22824" sz="2100" spc="264">
                <a:latin typeface="Arial Narrow"/>
                <a:cs typeface="Arial Narrow"/>
              </a:rPr>
              <a:t>o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764857" y="2208670"/>
            <a:ext cx="2548221" cy="293136"/>
          </a:xfrm>
          <a:prstGeom prst="rect">
            <a:avLst/>
          </a:prstGeom>
        </p:spPr>
        <p:txBody>
          <a:bodyPr wrap="square" lIns="0" tIns="14414" rIns="0" bIns="0" rtlCol="0">
            <a:noAutofit/>
          </a:bodyPr>
          <a:lstStyle/>
          <a:p>
            <a:pPr marL="12700">
              <a:lnSpc>
                <a:spcPts val="2270"/>
              </a:lnSpc>
            </a:pPr>
            <a:r>
              <a:rPr dirty="0" smtClean="0" sz="2100" spc="257">
                <a:latin typeface="Arial Narrow"/>
                <a:cs typeface="Arial Narrow"/>
              </a:rPr>
              <a:t>b</a:t>
            </a:r>
            <a:r>
              <a:rPr dirty="0" smtClean="0" sz="2100" spc="257">
                <a:latin typeface="Arial Narrow"/>
                <a:cs typeface="Arial Narrow"/>
              </a:rPr>
              <a:t>e</a:t>
            </a:r>
            <a:r>
              <a:rPr dirty="0" smtClean="0" sz="2100" spc="257">
                <a:latin typeface="Arial Narrow"/>
                <a:cs typeface="Arial Narrow"/>
              </a:rPr>
              <a:t>r</a:t>
            </a:r>
            <a:r>
              <a:rPr dirty="0" smtClean="0" sz="2100" spc="257">
                <a:latin typeface="Arial Narrow"/>
                <a:cs typeface="Arial Narrow"/>
              </a:rPr>
              <a:t>l</a:t>
            </a:r>
            <a:r>
              <a:rPr dirty="0" smtClean="0" sz="2100" spc="257">
                <a:latin typeface="Arial Narrow"/>
                <a:cs typeface="Arial Narrow"/>
              </a:rPr>
              <a:t>a</a:t>
            </a:r>
            <a:r>
              <a:rPr dirty="0" smtClean="0" sz="2100" spc="257">
                <a:latin typeface="Arial Narrow"/>
                <a:cs typeface="Arial Narrow"/>
              </a:rPr>
              <a:t>w</a:t>
            </a:r>
            <a:r>
              <a:rPr dirty="0" smtClean="0" sz="2100" spc="257">
                <a:latin typeface="Arial Narrow"/>
                <a:cs typeface="Arial Narrow"/>
              </a:rPr>
              <a:t>a</a:t>
            </a:r>
            <a:r>
              <a:rPr dirty="0" smtClean="0" sz="2100" spc="257">
                <a:latin typeface="Arial Narrow"/>
                <a:cs typeface="Arial Narrow"/>
              </a:rPr>
              <a:t>n</a:t>
            </a:r>
            <a:r>
              <a:rPr dirty="0" smtClean="0" sz="2100" spc="257">
                <a:latin typeface="Arial Narrow"/>
                <a:cs typeface="Arial Narrow"/>
              </a:rPr>
              <a:t>a</a:t>
            </a:r>
            <a:r>
              <a:rPr dirty="0" smtClean="0" sz="2100" spc="257">
                <a:latin typeface="Arial Narrow"/>
                <a:cs typeface="Arial Narrow"/>
              </a:rPr>
              <a:t>n</a:t>
            </a:r>
            <a:r>
              <a:rPr dirty="0" smtClean="0" sz="2100" spc="257">
                <a:latin typeface="Arial Narrow"/>
                <a:cs typeface="Arial Narrow"/>
              </a:rPr>
              <a:t> </a:t>
            </a:r>
            <a:r>
              <a:rPr dirty="0" smtClean="0" sz="2100" spc="257">
                <a:latin typeface="Arial Narrow"/>
                <a:cs typeface="Arial Narrow"/>
              </a:rPr>
              <a:t>d</a:t>
            </a:r>
            <a:r>
              <a:rPr dirty="0" smtClean="0" sz="2100" spc="257">
                <a:latin typeface="Arial Narrow"/>
                <a:cs typeface="Arial Narrow"/>
              </a:rPr>
              <a:t>e</a:t>
            </a:r>
            <a:r>
              <a:rPr dirty="0" smtClean="0" sz="2100" spc="257">
                <a:latin typeface="Arial Narrow"/>
                <a:cs typeface="Arial Narrow"/>
              </a:rPr>
              <a:t>n</a:t>
            </a:r>
            <a:r>
              <a:rPr dirty="0" smtClean="0" sz="2100" spc="257">
                <a:latin typeface="Arial Narrow"/>
                <a:cs typeface="Arial Narrow"/>
              </a:rPr>
              <a:t>g</a:t>
            </a:r>
            <a:r>
              <a:rPr dirty="0" smtClean="0" sz="2100" spc="257">
                <a:latin typeface="Arial Narrow"/>
                <a:cs typeface="Arial Narrow"/>
              </a:rPr>
              <a:t>a</a:t>
            </a:r>
            <a:r>
              <a:rPr dirty="0" smtClean="0" sz="2100" spc="257">
                <a:latin typeface="Arial Narrow"/>
                <a:cs typeface="Arial Narrow"/>
              </a:rPr>
              <a:t>n</a:t>
            </a:r>
            <a:endParaRPr sz="2100">
              <a:latin typeface="Arial Narrow"/>
              <a:cs typeface="Arial Narrow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356229" y="2208670"/>
            <a:ext cx="686206" cy="595457"/>
          </a:xfrm>
          <a:prstGeom prst="rect">
            <a:avLst/>
          </a:prstGeom>
        </p:spPr>
        <p:txBody>
          <a:bodyPr wrap="square" lIns="0" tIns="14414" rIns="0" bIns="0" rtlCol="0">
            <a:noAutofit/>
          </a:bodyPr>
          <a:lstStyle/>
          <a:p>
            <a:pPr marL="28067" marR="40210">
              <a:lnSpc>
                <a:spcPts val="2270"/>
              </a:lnSpc>
            </a:pPr>
            <a:r>
              <a:rPr dirty="0" smtClean="0" sz="2100" spc="233">
                <a:latin typeface="Arial Narrow"/>
                <a:cs typeface="Arial Narrow"/>
              </a:rPr>
              <a:t>a</a:t>
            </a:r>
            <a:r>
              <a:rPr dirty="0" smtClean="0" sz="2100" spc="233">
                <a:latin typeface="Arial Narrow"/>
                <a:cs typeface="Arial Narrow"/>
              </a:rPr>
              <a:t>r</a:t>
            </a:r>
            <a:r>
              <a:rPr dirty="0" smtClean="0" sz="2100" spc="233">
                <a:latin typeface="Arial Narrow"/>
                <a:cs typeface="Arial Narrow"/>
              </a:rPr>
              <a:t>a</a:t>
            </a:r>
            <a:r>
              <a:rPr dirty="0" smtClean="0" sz="2100" spc="233">
                <a:latin typeface="Arial Narrow"/>
                <a:cs typeface="Arial Narrow"/>
              </a:rPr>
              <a:t>h</a:t>
            </a:r>
            <a:endParaRPr sz="2100">
              <a:latin typeface="Arial Narrow"/>
              <a:cs typeface="Arial Narrow"/>
            </a:endParaRPr>
          </a:p>
          <a:p>
            <a:pPr marL="12700">
              <a:lnSpc>
                <a:spcPts val="2380"/>
              </a:lnSpc>
              <a:spcBef>
                <a:spcPts val="5"/>
              </a:spcBef>
            </a:pPr>
            <a:r>
              <a:rPr dirty="0" smtClean="0" sz="2100" spc="211">
                <a:latin typeface="Arial Narrow"/>
                <a:cs typeface="Arial Narrow"/>
              </a:rPr>
              <a:t>P</a:t>
            </a:r>
            <a:r>
              <a:rPr dirty="0" smtClean="0" sz="2100" spc="211">
                <a:latin typeface="Arial Narrow"/>
                <a:cs typeface="Arial Narrow"/>
              </a:rPr>
              <a:t>a</a:t>
            </a:r>
            <a:r>
              <a:rPr dirty="0" smtClean="0" sz="2100" spc="211">
                <a:latin typeface="Arial Narrow"/>
                <a:cs typeface="Arial Narrow"/>
              </a:rPr>
              <a:t>d</a:t>
            </a:r>
            <a:r>
              <a:rPr dirty="0" smtClean="0" sz="2100" spc="211">
                <a:latin typeface="Arial Narrow"/>
                <a:cs typeface="Arial Narrow"/>
              </a:rPr>
              <a:t>a</a:t>
            </a:r>
            <a:endParaRPr sz="2100">
              <a:latin typeface="Arial Narrow"/>
              <a:cs typeface="Arial Narrow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4049776" y="2208670"/>
            <a:ext cx="818481" cy="595457"/>
          </a:xfrm>
          <a:prstGeom prst="rect">
            <a:avLst/>
          </a:prstGeom>
        </p:spPr>
        <p:txBody>
          <a:bodyPr wrap="square" lIns="0" tIns="14414" rIns="0" bIns="0" rtlCol="0">
            <a:noAutofit/>
          </a:bodyPr>
          <a:lstStyle/>
          <a:p>
            <a:pPr marL="12700" marR="40210">
              <a:lnSpc>
                <a:spcPts val="2270"/>
              </a:lnSpc>
            </a:pPr>
            <a:r>
              <a:rPr dirty="0" smtClean="0" sz="2100" spc="246">
                <a:latin typeface="Arial Narrow"/>
                <a:cs typeface="Arial Narrow"/>
              </a:rPr>
              <a:t>j</a:t>
            </a:r>
            <a:r>
              <a:rPr dirty="0" smtClean="0" sz="2100" spc="246">
                <a:latin typeface="Arial Narrow"/>
                <a:cs typeface="Arial Narrow"/>
              </a:rPr>
              <a:t>a</a:t>
            </a:r>
            <a:r>
              <a:rPr dirty="0" smtClean="0" sz="2100" spc="246">
                <a:latin typeface="Arial Narrow"/>
                <a:cs typeface="Arial Narrow"/>
              </a:rPr>
              <a:t>r</a:t>
            </a:r>
            <a:r>
              <a:rPr dirty="0" smtClean="0" sz="2100" spc="246">
                <a:latin typeface="Arial Narrow"/>
                <a:cs typeface="Arial Narrow"/>
              </a:rPr>
              <a:t>u</a:t>
            </a:r>
            <a:r>
              <a:rPr dirty="0" smtClean="0" sz="2100" spc="246">
                <a:latin typeface="Arial Narrow"/>
                <a:cs typeface="Arial Narrow"/>
              </a:rPr>
              <a:t>m</a:t>
            </a:r>
            <a:endParaRPr sz="2100">
              <a:latin typeface="Arial Narrow"/>
              <a:cs typeface="Arial Narrow"/>
            </a:endParaRPr>
          </a:p>
          <a:p>
            <a:pPr marL="40512">
              <a:lnSpc>
                <a:spcPts val="2380"/>
              </a:lnSpc>
              <a:spcBef>
                <a:spcPts val="5"/>
              </a:spcBef>
            </a:pPr>
            <a:r>
              <a:rPr dirty="0" smtClean="0" sz="2100" spc="211">
                <a:latin typeface="Arial Narrow"/>
                <a:cs typeface="Arial Narrow"/>
              </a:rPr>
              <a:t>p</a:t>
            </a:r>
            <a:r>
              <a:rPr dirty="0" smtClean="0" sz="2100" spc="211">
                <a:latin typeface="Arial Narrow"/>
                <a:cs typeface="Arial Narrow"/>
              </a:rPr>
              <a:t>o</a:t>
            </a:r>
            <a:r>
              <a:rPr dirty="0" smtClean="0" sz="2100" spc="211">
                <a:latin typeface="Arial Narrow"/>
                <a:cs typeface="Arial Narrow"/>
              </a:rPr>
              <a:t>si</a:t>
            </a:r>
            <a:r>
              <a:rPr dirty="0" smtClean="0" sz="2100" spc="211">
                <a:latin typeface="Arial Narrow"/>
                <a:cs typeface="Arial Narrow"/>
              </a:rPr>
              <a:t>s</a:t>
            </a:r>
            <a:r>
              <a:rPr dirty="0" smtClean="0" sz="2100" spc="211">
                <a:latin typeface="Arial Narrow"/>
                <a:cs typeface="Arial Narrow"/>
              </a:rPr>
              <a:t>i</a:t>
            </a:r>
            <a:endParaRPr sz="2100">
              <a:latin typeface="Arial Narrow"/>
              <a:cs typeface="Arial Narrow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875530" y="2208670"/>
            <a:ext cx="4611524" cy="293136"/>
          </a:xfrm>
          <a:prstGeom prst="rect">
            <a:avLst/>
          </a:prstGeom>
        </p:spPr>
        <p:txBody>
          <a:bodyPr wrap="square" lIns="0" tIns="14414" rIns="0" bIns="0" rtlCol="0">
            <a:noAutofit/>
          </a:bodyPr>
          <a:lstStyle/>
          <a:p>
            <a:pPr marL="12700">
              <a:lnSpc>
                <a:spcPts val="2270"/>
              </a:lnSpc>
            </a:pPr>
            <a:r>
              <a:rPr dirty="0" smtClean="0" sz="2100" spc="256">
                <a:latin typeface="Arial Narrow"/>
                <a:cs typeface="Arial Narrow"/>
              </a:rPr>
              <a:t>j</a:t>
            </a:r>
            <a:r>
              <a:rPr dirty="0" smtClean="0" sz="2100" spc="256">
                <a:latin typeface="Arial Narrow"/>
                <a:cs typeface="Arial Narrow"/>
              </a:rPr>
              <a:t>a</a:t>
            </a:r>
            <a:r>
              <a:rPr dirty="0" smtClean="0" sz="2100" spc="256">
                <a:latin typeface="Arial Narrow"/>
                <a:cs typeface="Arial Narrow"/>
              </a:rPr>
              <a:t>m</a:t>
            </a:r>
            <a:r>
              <a:rPr dirty="0" smtClean="0" sz="2100" spc="256">
                <a:latin typeface="Arial Narrow"/>
                <a:cs typeface="Arial Narrow"/>
              </a:rPr>
              <a:t>,</a:t>
            </a:r>
            <a:r>
              <a:rPr dirty="0" smtClean="0" sz="2100" spc="256">
                <a:latin typeface="Arial Narrow"/>
                <a:cs typeface="Arial Narrow"/>
              </a:rPr>
              <a:t> </a:t>
            </a:r>
            <a:r>
              <a:rPr dirty="0" smtClean="0" sz="2100" spc="256">
                <a:latin typeface="Arial Narrow"/>
                <a:cs typeface="Arial Narrow"/>
              </a:rPr>
              <a:t>k</a:t>
            </a:r>
            <a:r>
              <a:rPr dirty="0" smtClean="0" sz="2100" spc="256">
                <a:latin typeface="Arial Narrow"/>
                <a:cs typeface="Arial Narrow"/>
              </a:rPr>
              <a:t>e</a:t>
            </a:r>
            <a:r>
              <a:rPr dirty="0" smtClean="0" sz="2100" spc="256">
                <a:latin typeface="Arial Narrow"/>
                <a:cs typeface="Arial Narrow"/>
              </a:rPr>
              <a:t>m</a:t>
            </a:r>
            <a:r>
              <a:rPr dirty="0" smtClean="0" sz="2100" spc="256">
                <a:latin typeface="Arial Narrow"/>
                <a:cs typeface="Arial Narrow"/>
              </a:rPr>
              <a:t>u</a:t>
            </a:r>
            <a:r>
              <a:rPr dirty="0" smtClean="0" sz="2100" spc="256">
                <a:latin typeface="Arial Narrow"/>
                <a:cs typeface="Arial Narrow"/>
              </a:rPr>
              <a:t>d</a:t>
            </a:r>
            <a:r>
              <a:rPr dirty="0" smtClean="0" sz="2100" spc="256">
                <a:latin typeface="Arial Narrow"/>
                <a:cs typeface="Arial Narrow"/>
              </a:rPr>
              <a:t>i</a:t>
            </a:r>
            <a:r>
              <a:rPr dirty="0" smtClean="0" sz="2100" spc="256">
                <a:latin typeface="Arial Narrow"/>
                <a:cs typeface="Arial Narrow"/>
              </a:rPr>
              <a:t>a</a:t>
            </a:r>
            <a:r>
              <a:rPr dirty="0" smtClean="0" sz="2100" spc="256">
                <a:latin typeface="Arial Narrow"/>
                <a:cs typeface="Arial Narrow"/>
              </a:rPr>
              <a:t>n</a:t>
            </a:r>
            <a:r>
              <a:rPr dirty="0" smtClean="0" sz="2100" spc="256">
                <a:latin typeface="Arial Narrow"/>
                <a:cs typeface="Arial Narrow"/>
              </a:rPr>
              <a:t> </a:t>
            </a:r>
            <a:r>
              <a:rPr dirty="0" smtClean="0" sz="2100" spc="256">
                <a:latin typeface="Arial Narrow"/>
                <a:cs typeface="Arial Narrow"/>
              </a:rPr>
              <a:t>l</a:t>
            </a:r>
            <a:r>
              <a:rPr dirty="0" smtClean="0" sz="2100" spc="256">
                <a:latin typeface="Arial Narrow"/>
                <a:cs typeface="Arial Narrow"/>
              </a:rPr>
              <a:t>a</a:t>
            </a:r>
            <a:r>
              <a:rPr dirty="0" smtClean="0" sz="2100" spc="256">
                <a:latin typeface="Arial Narrow"/>
                <a:cs typeface="Arial Narrow"/>
              </a:rPr>
              <a:t>l</a:t>
            </a:r>
            <a:r>
              <a:rPr dirty="0" smtClean="0" sz="2100" spc="256">
                <a:latin typeface="Arial Narrow"/>
                <a:cs typeface="Arial Narrow"/>
              </a:rPr>
              <a:t>u</a:t>
            </a:r>
            <a:r>
              <a:rPr dirty="0" smtClean="0" sz="2100" spc="256">
                <a:latin typeface="Arial Narrow"/>
                <a:cs typeface="Arial Narrow"/>
              </a:rPr>
              <a:t>i</a:t>
            </a:r>
            <a:r>
              <a:rPr dirty="0" smtClean="0" sz="2100" spc="256">
                <a:latin typeface="Arial Narrow"/>
                <a:cs typeface="Arial Narrow"/>
              </a:rPr>
              <a:t> </a:t>
            </a:r>
            <a:r>
              <a:rPr dirty="0" smtClean="0" sz="2100" spc="256">
                <a:latin typeface="Arial Narrow"/>
                <a:cs typeface="Arial Narrow"/>
              </a:rPr>
              <a:t>s</a:t>
            </a:r>
            <a:r>
              <a:rPr dirty="0" smtClean="0" sz="2100" spc="256">
                <a:latin typeface="Arial Narrow"/>
                <a:cs typeface="Arial Narrow"/>
              </a:rPr>
              <a:t>e</a:t>
            </a:r>
            <a:r>
              <a:rPr dirty="0" smtClean="0" sz="2100" spc="256">
                <a:latin typeface="Arial Narrow"/>
                <a:cs typeface="Arial Narrow"/>
              </a:rPr>
              <a:t>p</a:t>
            </a:r>
            <a:r>
              <a:rPr dirty="0" smtClean="0" sz="2100" spc="256">
                <a:latin typeface="Arial Narrow"/>
                <a:cs typeface="Arial Narrow"/>
              </a:rPr>
              <a:t>a</a:t>
            </a:r>
            <a:r>
              <a:rPr dirty="0" smtClean="0" sz="2100" spc="256">
                <a:latin typeface="Arial Narrow"/>
                <a:cs typeface="Arial Narrow"/>
              </a:rPr>
              <a:t>n</a:t>
            </a:r>
            <a:r>
              <a:rPr dirty="0" smtClean="0" sz="2100" spc="256">
                <a:latin typeface="Arial Narrow"/>
                <a:cs typeface="Arial Narrow"/>
              </a:rPr>
              <a:t>j</a:t>
            </a:r>
            <a:r>
              <a:rPr dirty="0" smtClean="0" sz="2100" spc="256">
                <a:latin typeface="Arial Narrow"/>
                <a:cs typeface="Arial Narrow"/>
              </a:rPr>
              <a:t>a</a:t>
            </a:r>
            <a:r>
              <a:rPr dirty="0" smtClean="0" sz="2100" spc="256">
                <a:latin typeface="Arial Narrow"/>
                <a:cs typeface="Arial Narrow"/>
              </a:rPr>
              <a:t>n</a:t>
            </a:r>
            <a:r>
              <a:rPr dirty="0" smtClean="0" sz="2100" spc="256">
                <a:latin typeface="Arial Narrow"/>
                <a:cs typeface="Arial Narrow"/>
              </a:rPr>
              <a:t>g</a:t>
            </a:r>
            <a:r>
              <a:rPr dirty="0" smtClean="0" sz="2100" spc="256">
                <a:latin typeface="Arial Narrow"/>
                <a:cs typeface="Arial Narrow"/>
              </a:rPr>
              <a:t> </a:t>
            </a:r>
            <a:r>
              <a:rPr dirty="0" smtClean="0" sz="2100" spc="256">
                <a:latin typeface="Arial Narrow"/>
                <a:cs typeface="Arial Narrow"/>
              </a:rPr>
              <a:t>j</a:t>
            </a:r>
            <a:r>
              <a:rPr dirty="0" smtClean="0" sz="2100" spc="256">
                <a:latin typeface="Arial Narrow"/>
                <a:cs typeface="Arial Narrow"/>
              </a:rPr>
              <a:t> </a:t>
            </a:r>
            <a:r>
              <a:rPr dirty="0" smtClean="0" sz="2100" spc="256">
                <a:latin typeface="Arial Narrow"/>
                <a:cs typeface="Arial Narrow"/>
              </a:rPr>
              <a:t>s</a:t>
            </a:r>
            <a:r>
              <a:rPr dirty="0" smtClean="0" sz="2100" spc="256">
                <a:latin typeface="Arial Narrow"/>
                <a:cs typeface="Arial Narrow"/>
              </a:rPr>
              <a:t>e</a:t>
            </a:r>
            <a:r>
              <a:rPr dirty="0" smtClean="0" sz="2100" spc="256">
                <a:latin typeface="Arial Narrow"/>
                <a:cs typeface="Arial Narrow"/>
              </a:rPr>
              <a:t>l</a:t>
            </a:r>
            <a:endParaRPr sz="2100">
              <a:latin typeface="Arial Narrow"/>
              <a:cs typeface="Arial Narrow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64857" y="2510657"/>
            <a:ext cx="1344117" cy="598591"/>
          </a:xfrm>
          <a:prstGeom prst="rect">
            <a:avLst/>
          </a:prstGeom>
        </p:spPr>
        <p:txBody>
          <a:bodyPr wrap="square" lIns="0" tIns="14414" rIns="0" bIns="0" rtlCol="0">
            <a:noAutofit/>
          </a:bodyPr>
          <a:lstStyle/>
          <a:p>
            <a:pPr marL="12700">
              <a:lnSpc>
                <a:spcPts val="2270"/>
              </a:lnSpc>
            </a:pPr>
            <a:r>
              <a:rPr dirty="0" smtClean="0" sz="2100" spc="252">
                <a:latin typeface="Arial Narrow"/>
                <a:cs typeface="Arial Narrow"/>
              </a:rPr>
              <a:t>p</a:t>
            </a:r>
            <a:r>
              <a:rPr dirty="0" smtClean="0" sz="2100" spc="252">
                <a:latin typeface="Arial Narrow"/>
                <a:cs typeface="Arial Narrow"/>
              </a:rPr>
              <a:t>a</a:t>
            </a:r>
            <a:r>
              <a:rPr dirty="0" smtClean="0" sz="2100" spc="252">
                <a:latin typeface="Arial Narrow"/>
                <a:cs typeface="Arial Narrow"/>
              </a:rPr>
              <a:t>d</a:t>
            </a:r>
            <a:r>
              <a:rPr dirty="0" smtClean="0" sz="2100" spc="252">
                <a:latin typeface="Arial Narrow"/>
                <a:cs typeface="Arial Narrow"/>
              </a:rPr>
              <a:t>a</a:t>
            </a:r>
            <a:r>
              <a:rPr dirty="0" smtClean="0" sz="2100" spc="252">
                <a:latin typeface="Arial Narrow"/>
                <a:cs typeface="Arial Narrow"/>
              </a:rPr>
              <a:t> </a:t>
            </a:r>
            <a:r>
              <a:rPr dirty="0" smtClean="0" sz="2100" spc="252">
                <a:latin typeface="Arial Narrow"/>
                <a:cs typeface="Arial Narrow"/>
              </a:rPr>
              <a:t>a</a:t>
            </a:r>
            <a:r>
              <a:rPr dirty="0" smtClean="0" sz="2100" spc="252">
                <a:latin typeface="Arial Narrow"/>
                <a:cs typeface="Arial Narrow"/>
              </a:rPr>
              <a:t>r</a:t>
            </a:r>
            <a:r>
              <a:rPr dirty="0" smtClean="0" sz="2100" spc="252">
                <a:latin typeface="Arial Narrow"/>
                <a:cs typeface="Arial Narrow"/>
              </a:rPr>
              <a:t>a</a:t>
            </a:r>
            <a:r>
              <a:rPr dirty="0" smtClean="0" sz="2100" spc="252">
                <a:latin typeface="Arial Narrow"/>
                <a:cs typeface="Arial Narrow"/>
              </a:rPr>
              <a:t>h</a:t>
            </a:r>
            <a:endParaRPr sz="2100">
              <a:latin typeface="Arial Narrow"/>
              <a:cs typeface="Arial Narrow"/>
            </a:endParaRPr>
          </a:p>
          <a:p>
            <a:pPr marL="12700" marR="40210">
              <a:lnSpc>
                <a:spcPts val="2405"/>
              </a:lnSpc>
              <a:spcBef>
                <a:spcPts val="6"/>
              </a:spcBef>
            </a:pPr>
            <a:r>
              <a:rPr dirty="0" smtClean="0" sz="2100" spc="197">
                <a:latin typeface="Arial Narrow"/>
                <a:cs typeface="Arial Narrow"/>
              </a:rPr>
              <a:t>n</a:t>
            </a:r>
            <a:r>
              <a:rPr dirty="0" smtClean="0" sz="2100" spc="197">
                <a:latin typeface="Arial Narrow"/>
                <a:cs typeface="Arial Narrow"/>
              </a:rPr>
              <a:t>y</a:t>
            </a:r>
            <a:r>
              <a:rPr dirty="0" smtClean="0" sz="2100" spc="197">
                <a:latin typeface="Arial Narrow"/>
                <a:cs typeface="Arial Narrow"/>
              </a:rPr>
              <a:t>a</a:t>
            </a:r>
            <a:r>
              <a:rPr dirty="0" smtClean="0" sz="2100" spc="197">
                <a:latin typeface="Arial Narrow"/>
                <a:cs typeface="Arial Narrow"/>
              </a:rPr>
              <a:t>.</a:t>
            </a:r>
            <a:endParaRPr sz="2100">
              <a:latin typeface="Arial Narrow"/>
              <a:cs typeface="Arial Narrow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144395" y="2510657"/>
            <a:ext cx="1176830" cy="293471"/>
          </a:xfrm>
          <a:prstGeom prst="rect">
            <a:avLst/>
          </a:prstGeom>
        </p:spPr>
        <p:txBody>
          <a:bodyPr wrap="square" lIns="0" tIns="14414" rIns="0" bIns="0" rtlCol="0">
            <a:noAutofit/>
          </a:bodyPr>
          <a:lstStyle/>
          <a:p>
            <a:pPr marL="12700">
              <a:lnSpc>
                <a:spcPts val="2270"/>
              </a:lnSpc>
            </a:pPr>
            <a:r>
              <a:rPr dirty="0" smtClean="0" sz="2100" spc="225">
                <a:latin typeface="Arial Narrow"/>
                <a:cs typeface="Arial Narrow"/>
              </a:rPr>
              <a:t>t</a:t>
            </a:r>
            <a:r>
              <a:rPr dirty="0" smtClean="0" sz="2100" spc="225">
                <a:latin typeface="Arial Narrow"/>
                <a:cs typeface="Arial Narrow"/>
              </a:rPr>
              <a:t>e</a:t>
            </a:r>
            <a:r>
              <a:rPr dirty="0" smtClean="0" sz="2100" spc="225">
                <a:latin typeface="Arial Narrow"/>
                <a:cs typeface="Arial Narrow"/>
              </a:rPr>
              <a:t>r</a:t>
            </a:r>
            <a:r>
              <a:rPr dirty="0" smtClean="0" sz="2100" spc="225">
                <a:latin typeface="Arial Narrow"/>
                <a:cs typeface="Arial Narrow"/>
              </a:rPr>
              <a:t>s</a:t>
            </a:r>
            <a:r>
              <a:rPr dirty="0" smtClean="0" sz="2100" spc="225">
                <a:latin typeface="Arial Narrow"/>
                <a:cs typeface="Arial Narrow"/>
              </a:rPr>
              <a:t>e</a:t>
            </a:r>
            <a:r>
              <a:rPr dirty="0" smtClean="0" sz="2100" spc="225">
                <a:latin typeface="Arial Narrow"/>
                <a:cs typeface="Arial Narrow"/>
              </a:rPr>
              <a:t>b</a:t>
            </a:r>
            <a:r>
              <a:rPr dirty="0" smtClean="0" sz="2100" spc="225">
                <a:latin typeface="Arial Narrow"/>
                <a:cs typeface="Arial Narrow"/>
              </a:rPr>
              <a:t>u</a:t>
            </a:r>
            <a:r>
              <a:rPr dirty="0" smtClean="0" sz="2100" spc="225">
                <a:latin typeface="Arial Narrow"/>
                <a:cs typeface="Arial Narrow"/>
              </a:rPr>
              <a:t>t</a:t>
            </a:r>
            <a:r>
              <a:rPr dirty="0" smtClean="0" sz="2100" spc="225">
                <a:latin typeface="Arial Narrow"/>
                <a:cs typeface="Arial Narrow"/>
              </a:rPr>
              <a:t>.</a:t>
            </a:r>
            <a:endParaRPr sz="2100">
              <a:latin typeface="Arial Narrow"/>
              <a:cs typeface="Arial Narrow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903470" y="2510657"/>
            <a:ext cx="695042" cy="293471"/>
          </a:xfrm>
          <a:prstGeom prst="rect">
            <a:avLst/>
          </a:prstGeom>
        </p:spPr>
        <p:txBody>
          <a:bodyPr wrap="square" lIns="0" tIns="14414" rIns="0" bIns="0" rtlCol="0">
            <a:noAutofit/>
          </a:bodyPr>
          <a:lstStyle/>
          <a:p>
            <a:pPr marL="12700">
              <a:lnSpc>
                <a:spcPts val="2270"/>
              </a:lnSpc>
            </a:pPr>
            <a:r>
              <a:rPr dirty="0" smtClean="0" sz="2100" spc="241">
                <a:latin typeface="Arial Narrow"/>
                <a:cs typeface="Arial Narrow"/>
              </a:rPr>
              <a:t>a</a:t>
            </a:r>
            <a:r>
              <a:rPr dirty="0" smtClean="0" sz="2100" spc="241">
                <a:latin typeface="Arial Narrow"/>
                <a:cs typeface="Arial Narrow"/>
              </a:rPr>
              <a:t>k</a:t>
            </a:r>
            <a:r>
              <a:rPr dirty="0" smtClean="0" sz="2100" spc="241">
                <a:latin typeface="Arial Narrow"/>
                <a:cs typeface="Arial Narrow"/>
              </a:rPr>
              <a:t>h</a:t>
            </a:r>
            <a:r>
              <a:rPr dirty="0" smtClean="0" sz="2100" spc="241">
                <a:latin typeface="Arial Narrow"/>
                <a:cs typeface="Arial Narrow"/>
              </a:rPr>
              <a:t>ir</a:t>
            </a:r>
            <a:endParaRPr sz="2100">
              <a:latin typeface="Arial Narrow"/>
              <a:cs typeface="Arial Narrow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734304" y="2510657"/>
            <a:ext cx="3752777" cy="295556"/>
          </a:xfrm>
          <a:prstGeom prst="rect">
            <a:avLst/>
          </a:prstGeom>
        </p:spPr>
        <p:txBody>
          <a:bodyPr wrap="square" lIns="0" tIns="14414" rIns="0" bIns="0" rtlCol="0">
            <a:noAutofit/>
          </a:bodyPr>
          <a:lstStyle/>
          <a:p>
            <a:pPr marL="12700">
              <a:lnSpc>
                <a:spcPts val="2270"/>
              </a:lnSpc>
            </a:pPr>
            <a:r>
              <a:rPr dirty="0" smtClean="0" sz="2100">
                <a:latin typeface="Wingdings"/>
                <a:cs typeface="Wingdings"/>
              </a:rPr>
              <a:t></a:t>
            </a:r>
            <a:r>
              <a:rPr dirty="0" smtClean="0" sz="2100" spc="223">
                <a:latin typeface="Times New Roman"/>
                <a:cs typeface="Times New Roman"/>
              </a:rPr>
              <a:t> </a:t>
            </a:r>
            <a:r>
              <a:rPr dirty="0" smtClean="0" sz="2100" spc="223">
                <a:latin typeface="Times New Roman"/>
                <a:cs typeface="Times New Roman"/>
              </a:rPr>
              <a:t> </a:t>
            </a:r>
            <a:r>
              <a:rPr dirty="0" smtClean="0" sz="2100" spc="231">
                <a:latin typeface="Arial Narrow"/>
                <a:cs typeface="Arial Narrow"/>
              </a:rPr>
              <a:t>d</a:t>
            </a:r>
            <a:r>
              <a:rPr dirty="0" smtClean="0" sz="2100" spc="231">
                <a:latin typeface="Arial Narrow"/>
                <a:cs typeface="Arial Narrow"/>
              </a:rPr>
              <a:t>i</a:t>
            </a:r>
            <a:r>
              <a:rPr dirty="0" smtClean="0" sz="2100" spc="231">
                <a:latin typeface="Arial Narrow"/>
                <a:cs typeface="Arial Narrow"/>
              </a:rPr>
              <a:t>s</a:t>
            </a:r>
            <a:r>
              <a:rPr dirty="0" smtClean="0" sz="2100" spc="231">
                <a:latin typeface="Arial Narrow"/>
                <a:cs typeface="Arial Narrow"/>
              </a:rPr>
              <a:t>i</a:t>
            </a:r>
            <a:r>
              <a:rPr dirty="0" smtClean="0" sz="2100" spc="231">
                <a:latin typeface="Arial Narrow"/>
                <a:cs typeface="Arial Narrow"/>
              </a:rPr>
              <a:t>t</a:t>
            </a:r>
            <a:r>
              <a:rPr dirty="0" smtClean="0" sz="2100" spc="231">
                <a:latin typeface="Arial Narrow"/>
                <a:cs typeface="Arial Narrow"/>
              </a:rPr>
              <a:t>u</a:t>
            </a:r>
            <a:r>
              <a:rPr dirty="0" smtClean="0" sz="2100" spc="231">
                <a:latin typeface="Arial Narrow"/>
                <a:cs typeface="Arial Narrow"/>
              </a:rPr>
              <a:t>l</a:t>
            </a:r>
            <a:r>
              <a:rPr dirty="0" smtClean="0" sz="2100" spc="231">
                <a:latin typeface="Arial Narrow"/>
                <a:cs typeface="Arial Narrow"/>
              </a:rPr>
              <a:t>a</a:t>
            </a:r>
            <a:r>
              <a:rPr dirty="0" smtClean="0" sz="2100" spc="231">
                <a:latin typeface="Arial Narrow"/>
                <a:cs typeface="Arial Narrow"/>
              </a:rPr>
              <a:t>h</a:t>
            </a:r>
            <a:r>
              <a:rPr dirty="0" smtClean="0" sz="2100" spc="231">
                <a:latin typeface="Arial Narrow"/>
                <a:cs typeface="Arial Narrow"/>
              </a:rPr>
              <a:t> </a:t>
            </a:r>
            <a:r>
              <a:rPr dirty="0" smtClean="0" sz="2100" spc="231">
                <a:latin typeface="Arial Narrow"/>
                <a:cs typeface="Arial Narrow"/>
              </a:rPr>
              <a:t>l</a:t>
            </a:r>
            <a:r>
              <a:rPr dirty="0" smtClean="0" sz="2100" spc="231">
                <a:latin typeface="Arial Narrow"/>
                <a:cs typeface="Arial Narrow"/>
              </a:rPr>
              <a:t>e</a:t>
            </a:r>
            <a:r>
              <a:rPr dirty="0" smtClean="0" sz="2100" spc="231">
                <a:latin typeface="Arial Narrow"/>
                <a:cs typeface="Arial Narrow"/>
              </a:rPr>
              <a:t>t</a:t>
            </a:r>
            <a:r>
              <a:rPr dirty="0" smtClean="0" sz="2100" spc="231">
                <a:latin typeface="Arial Narrow"/>
                <a:cs typeface="Arial Narrow"/>
              </a:rPr>
              <a:t>a</a:t>
            </a:r>
            <a:r>
              <a:rPr dirty="0" smtClean="0" sz="2100" spc="231">
                <a:latin typeface="Arial Narrow"/>
                <a:cs typeface="Arial Narrow"/>
              </a:rPr>
              <a:t>k</a:t>
            </a:r>
            <a:r>
              <a:rPr dirty="0" smtClean="0" sz="2100" spc="231">
                <a:latin typeface="Arial Narrow"/>
                <a:cs typeface="Arial Narrow"/>
              </a:rPr>
              <a:t> </a:t>
            </a:r>
            <a:r>
              <a:rPr dirty="0" smtClean="0" sz="2100" spc="231">
                <a:latin typeface="Arial Narrow"/>
                <a:cs typeface="Arial Narrow"/>
              </a:rPr>
              <a:t>f</a:t>
            </a:r>
            <a:r>
              <a:rPr dirty="0" smtClean="0" sz="2100" spc="231">
                <a:latin typeface="Arial Narrow"/>
                <a:cs typeface="Arial Narrow"/>
              </a:rPr>
              <a:t>r</a:t>
            </a:r>
            <a:r>
              <a:rPr dirty="0" smtClean="0" sz="2100" spc="231">
                <a:latin typeface="Arial Narrow"/>
                <a:cs typeface="Arial Narrow"/>
              </a:rPr>
              <a:t>e</a:t>
            </a:r>
            <a:r>
              <a:rPr dirty="0" smtClean="0" sz="2100" spc="231">
                <a:latin typeface="Arial Narrow"/>
                <a:cs typeface="Arial Narrow"/>
              </a:rPr>
              <a:t>q</a:t>
            </a:r>
            <a:r>
              <a:rPr dirty="0" smtClean="0" sz="2100" spc="231">
                <a:latin typeface="Arial Narrow"/>
                <a:cs typeface="Arial Narrow"/>
              </a:rPr>
              <a:t>.</a:t>
            </a:r>
            <a:r>
              <a:rPr dirty="0" smtClean="0" sz="2100" spc="231">
                <a:latin typeface="Arial Narrow"/>
                <a:cs typeface="Arial Narrow"/>
              </a:rPr>
              <a:t> </a:t>
            </a:r>
            <a:r>
              <a:rPr dirty="0" smtClean="0" sz="2100" spc="231">
                <a:latin typeface="Arial Narrow"/>
                <a:cs typeface="Arial Narrow"/>
              </a:rPr>
              <a:t>r</a:t>
            </a:r>
            <a:r>
              <a:rPr dirty="0" smtClean="0" sz="2100" spc="231">
                <a:latin typeface="Arial Narrow"/>
                <a:cs typeface="Arial Narrow"/>
              </a:rPr>
              <a:t>e</a:t>
            </a:r>
            <a:r>
              <a:rPr dirty="0" smtClean="0" sz="2100" spc="231">
                <a:latin typeface="Arial Narrow"/>
                <a:cs typeface="Arial Narrow"/>
              </a:rPr>
              <a:t>u</a:t>
            </a:r>
            <a:r>
              <a:rPr dirty="0" smtClean="0" sz="2100" spc="231">
                <a:latin typeface="Arial Narrow"/>
                <a:cs typeface="Arial Narrow"/>
              </a:rPr>
              <a:t>s</a:t>
            </a:r>
            <a:r>
              <a:rPr dirty="0" smtClean="0" sz="2100" spc="231">
                <a:latin typeface="Arial Narrow"/>
                <a:cs typeface="Arial Narrow"/>
              </a:rPr>
              <a:t>e</a:t>
            </a:r>
            <a:endParaRPr sz="2100">
              <a:latin typeface="Arial Narrow"/>
              <a:cs typeface="Arial Narrow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250051" y="2865406"/>
            <a:ext cx="330876" cy="1201712"/>
          </a:xfrm>
          <a:prstGeom prst="rect">
            <a:avLst/>
          </a:prstGeom>
        </p:spPr>
        <p:txBody>
          <a:bodyPr wrap="square" lIns="0" tIns="14097" rIns="0" bIns="0" rtlCol="0">
            <a:noAutofit/>
          </a:bodyPr>
          <a:lstStyle/>
          <a:p>
            <a:pPr marL="12700">
              <a:lnSpc>
                <a:spcPts val="2220"/>
              </a:lnSpc>
            </a:pPr>
            <a:r>
              <a:rPr dirty="0" smtClean="0" sz="2000" spc="254">
                <a:latin typeface="Arial Narrow"/>
                <a:cs typeface="Arial Narrow"/>
              </a:rPr>
              <a:t>Z</a:t>
            </a:r>
            <a:r>
              <a:rPr dirty="0" smtClean="0" baseline="25821" sz="2025" spc="254">
                <a:latin typeface="Arial Narrow"/>
                <a:cs typeface="Arial Narrow"/>
              </a:rPr>
              <a:t>2</a:t>
            </a:r>
            <a:endParaRPr sz="1350">
              <a:latin typeface="Arial Narrow"/>
              <a:cs typeface="Arial Narrow"/>
            </a:endParaRPr>
          </a:p>
          <a:p>
            <a:pPr marL="12700">
              <a:lnSpc>
                <a:spcPts val="1694"/>
              </a:lnSpc>
            </a:pPr>
            <a:r>
              <a:rPr dirty="0" smtClean="0" baseline="-17429" sz="3000" spc="254">
                <a:latin typeface="Arial Narrow"/>
                <a:cs typeface="Arial Narrow"/>
              </a:rPr>
              <a:t>Z</a:t>
            </a:r>
            <a:r>
              <a:rPr dirty="0" smtClean="0" sz="1350" spc="254">
                <a:latin typeface="Arial Narrow"/>
                <a:cs typeface="Arial Narrow"/>
              </a:rPr>
              <a:t>2</a:t>
            </a:r>
            <a:endParaRPr sz="1350">
              <a:latin typeface="Arial Narrow"/>
              <a:cs typeface="Arial Narrow"/>
            </a:endParaRPr>
          </a:p>
          <a:p>
            <a:pPr marL="12700" marR="10">
              <a:lnSpc>
                <a:spcPts val="1694"/>
              </a:lnSpc>
              <a:spcBef>
                <a:spcPts val="705"/>
              </a:spcBef>
            </a:pPr>
            <a:r>
              <a:rPr dirty="0" smtClean="0" baseline="-17429" sz="3000" spc="236">
                <a:latin typeface="Arial Narrow"/>
                <a:cs typeface="Arial Narrow"/>
              </a:rPr>
              <a:t>Z</a:t>
            </a:r>
            <a:r>
              <a:rPr dirty="0" smtClean="0" sz="1350" spc="236">
                <a:latin typeface="Arial Narrow"/>
                <a:cs typeface="Arial Narrow"/>
              </a:rPr>
              <a:t>2</a:t>
            </a:r>
            <a:endParaRPr sz="1350">
              <a:latin typeface="Arial Narrow"/>
              <a:cs typeface="Arial Narrow"/>
            </a:endParaRPr>
          </a:p>
          <a:p>
            <a:pPr marL="12700">
              <a:lnSpc>
                <a:spcPts val="1694"/>
              </a:lnSpc>
              <a:spcBef>
                <a:spcPts val="705"/>
              </a:spcBef>
            </a:pPr>
            <a:r>
              <a:rPr dirty="0" smtClean="0" baseline="-17429" sz="3000" spc="238">
                <a:latin typeface="Arial Narrow"/>
                <a:cs typeface="Arial Narrow"/>
              </a:rPr>
              <a:t>Z</a:t>
            </a:r>
            <a:r>
              <a:rPr dirty="0" smtClean="0" sz="1350" spc="238">
                <a:latin typeface="Arial Narrow"/>
                <a:cs typeface="Arial Narrow"/>
              </a:rPr>
              <a:t>2</a:t>
            </a:r>
            <a:endParaRPr sz="1350">
              <a:latin typeface="Arial Narrow"/>
              <a:cs typeface="Arial Narrow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789165" y="2865406"/>
            <a:ext cx="233975" cy="287058"/>
          </a:xfrm>
          <a:prstGeom prst="rect">
            <a:avLst/>
          </a:prstGeom>
        </p:spPr>
        <p:txBody>
          <a:bodyPr wrap="square" lIns="0" tIns="14097" rIns="0" bIns="0" rtlCol="0">
            <a:noAutofit/>
          </a:bodyPr>
          <a:lstStyle/>
          <a:p>
            <a:pPr marL="12700">
              <a:lnSpc>
                <a:spcPts val="2220"/>
              </a:lnSpc>
            </a:pPr>
            <a:r>
              <a:rPr dirty="0" smtClean="0" sz="2000" spc="188">
                <a:latin typeface="Arial Narrow"/>
                <a:cs typeface="Arial Narrow"/>
              </a:rPr>
              <a:t>i</a:t>
            </a:r>
            <a:r>
              <a:rPr dirty="0" smtClean="0" baseline="25821" sz="2025" spc="188">
                <a:latin typeface="Arial Narrow"/>
                <a:cs typeface="Arial Narrow"/>
              </a:rPr>
              <a:t>2</a:t>
            </a:r>
            <a:endParaRPr sz="1350">
              <a:latin typeface="Arial Narrow"/>
              <a:cs typeface="Arial Narrow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230754" y="2865406"/>
            <a:ext cx="238816" cy="896589"/>
          </a:xfrm>
          <a:prstGeom prst="rect">
            <a:avLst/>
          </a:prstGeom>
        </p:spPr>
        <p:txBody>
          <a:bodyPr wrap="square" lIns="0" tIns="14097" rIns="0" bIns="0" rtlCol="0">
            <a:noAutofit/>
          </a:bodyPr>
          <a:lstStyle/>
          <a:p>
            <a:pPr marL="13452" marR="4469">
              <a:lnSpc>
                <a:spcPts val="2220"/>
              </a:lnSpc>
            </a:pPr>
            <a:r>
              <a:rPr dirty="0" smtClean="0" sz="2000" spc="186">
                <a:latin typeface="Arial Narrow"/>
                <a:cs typeface="Arial Narrow"/>
              </a:rPr>
              <a:t>j</a:t>
            </a:r>
            <a:r>
              <a:rPr dirty="0" smtClean="0" baseline="25821" sz="2025" spc="186">
                <a:latin typeface="Arial Narrow"/>
                <a:cs typeface="Arial Narrow"/>
              </a:rPr>
              <a:t>2</a:t>
            </a:r>
            <a:endParaRPr sz="1350">
              <a:latin typeface="Arial Narrow"/>
              <a:cs typeface="Arial Narrow"/>
            </a:endParaRPr>
          </a:p>
          <a:p>
            <a:pPr marL="13452">
              <a:lnSpc>
                <a:spcPts val="1694"/>
              </a:lnSpc>
            </a:pPr>
            <a:r>
              <a:rPr dirty="0" smtClean="0" baseline="-17429" sz="3000" spc="186">
                <a:latin typeface="Arial Narrow"/>
                <a:cs typeface="Arial Narrow"/>
              </a:rPr>
              <a:t>j</a:t>
            </a:r>
            <a:r>
              <a:rPr dirty="0" smtClean="0" sz="1350" spc="186">
                <a:latin typeface="Arial Narrow"/>
                <a:cs typeface="Arial Narrow"/>
              </a:rPr>
              <a:t>2</a:t>
            </a:r>
            <a:endParaRPr sz="1350">
              <a:latin typeface="Arial Narrow"/>
              <a:cs typeface="Arial Narrow"/>
            </a:endParaRPr>
          </a:p>
          <a:p>
            <a:pPr marL="12700" marR="4479">
              <a:lnSpc>
                <a:spcPts val="1694"/>
              </a:lnSpc>
              <a:spcBef>
                <a:spcPts val="705"/>
              </a:spcBef>
            </a:pPr>
            <a:r>
              <a:rPr dirty="0" smtClean="0" baseline="-17429" sz="3000" spc="175">
                <a:latin typeface="Arial Narrow"/>
                <a:cs typeface="Arial Narrow"/>
              </a:rPr>
              <a:t>j</a:t>
            </a:r>
            <a:r>
              <a:rPr dirty="0" smtClean="0" sz="1350" spc="175">
                <a:latin typeface="Arial Narrow"/>
                <a:cs typeface="Arial Narrow"/>
              </a:rPr>
              <a:t>2</a:t>
            </a:r>
            <a:endParaRPr sz="1350">
              <a:latin typeface="Arial Narrow"/>
              <a:cs typeface="Arial Narrow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464425" y="2865406"/>
            <a:ext cx="1635939" cy="1201712"/>
          </a:xfrm>
          <a:prstGeom prst="rect">
            <a:avLst/>
          </a:prstGeom>
        </p:spPr>
        <p:txBody>
          <a:bodyPr wrap="square" lIns="0" tIns="14097" rIns="0" bIns="0" rtlCol="0">
            <a:noAutofit/>
          </a:bodyPr>
          <a:lstStyle/>
          <a:p>
            <a:pPr marL="12700">
              <a:lnSpc>
                <a:spcPts val="2220"/>
              </a:lnSpc>
            </a:pPr>
            <a:r>
              <a:rPr dirty="0" smtClean="0" sz="2000" spc="207">
                <a:latin typeface="Arial Narrow"/>
                <a:cs typeface="Arial Narrow"/>
              </a:rPr>
              <a:t>-</a:t>
            </a:r>
            <a:r>
              <a:rPr dirty="0" smtClean="0" sz="2000" spc="207">
                <a:latin typeface="Arial Narrow"/>
                <a:cs typeface="Arial Narrow"/>
              </a:rPr>
              <a:t> </a:t>
            </a:r>
            <a:r>
              <a:rPr dirty="0" smtClean="0" sz="2000" spc="207">
                <a:latin typeface="Arial Narrow"/>
                <a:cs typeface="Arial Narrow"/>
              </a:rPr>
              <a:t>2</a:t>
            </a:r>
            <a:r>
              <a:rPr dirty="0" smtClean="0" sz="2000" spc="207">
                <a:latin typeface="Arial Narrow"/>
                <a:cs typeface="Arial Narrow"/>
              </a:rPr>
              <a:t>ij</a:t>
            </a:r>
            <a:r>
              <a:rPr dirty="0" smtClean="0" sz="2000" spc="207">
                <a:latin typeface="Arial Narrow"/>
                <a:cs typeface="Arial Narrow"/>
              </a:rPr>
              <a:t>.</a:t>
            </a:r>
            <a:r>
              <a:rPr dirty="0" smtClean="0" sz="2000" spc="207">
                <a:latin typeface="Arial Narrow"/>
                <a:cs typeface="Arial Narrow"/>
              </a:rPr>
              <a:t>c</a:t>
            </a:r>
            <a:r>
              <a:rPr dirty="0" smtClean="0" sz="2000" spc="207">
                <a:latin typeface="Arial Narrow"/>
                <a:cs typeface="Arial Narrow"/>
              </a:rPr>
              <a:t>o</a:t>
            </a:r>
            <a:r>
              <a:rPr dirty="0" smtClean="0" sz="2000" spc="207">
                <a:latin typeface="Arial Narrow"/>
                <a:cs typeface="Arial Narrow"/>
              </a:rPr>
              <a:t>s</a:t>
            </a:r>
            <a:r>
              <a:rPr dirty="0" smtClean="0" sz="2000" spc="207">
                <a:latin typeface="Arial Narrow"/>
                <a:cs typeface="Arial Narrow"/>
              </a:rPr>
              <a:t> </a:t>
            </a:r>
            <a:r>
              <a:rPr dirty="0" smtClean="0" sz="2000" spc="207">
                <a:latin typeface="Arial Narrow"/>
                <a:cs typeface="Arial Narrow"/>
              </a:rPr>
              <a:t>1</a:t>
            </a:r>
            <a:r>
              <a:rPr dirty="0" smtClean="0" sz="2000" spc="207">
                <a:latin typeface="Arial Narrow"/>
                <a:cs typeface="Arial Narrow"/>
              </a:rPr>
              <a:t>2</a:t>
            </a:r>
            <a:r>
              <a:rPr dirty="0" smtClean="0" sz="2000" spc="207">
                <a:latin typeface="Arial Narrow"/>
                <a:cs typeface="Arial Narrow"/>
              </a:rPr>
              <a:t>0</a:t>
            </a:r>
            <a:r>
              <a:rPr dirty="0" smtClean="0" baseline="25821" sz="2025" spc="207">
                <a:latin typeface="Arial Narrow"/>
                <a:cs typeface="Arial Narrow"/>
              </a:rPr>
              <a:t>o</a:t>
            </a:r>
            <a:endParaRPr sz="1350">
              <a:latin typeface="Arial Narrow"/>
              <a:cs typeface="Arial Narrow"/>
            </a:endParaRPr>
          </a:p>
          <a:p>
            <a:pPr marL="12700" marR="39248">
              <a:lnSpc>
                <a:spcPct val="95621"/>
              </a:lnSpc>
            </a:pPr>
            <a:r>
              <a:rPr dirty="0" smtClean="0" sz="2000" spc="164">
                <a:latin typeface="Arial Narrow"/>
                <a:cs typeface="Arial Narrow"/>
              </a:rPr>
              <a:t>-</a:t>
            </a:r>
            <a:r>
              <a:rPr dirty="0" smtClean="0" sz="2000" spc="164">
                <a:latin typeface="Arial Narrow"/>
                <a:cs typeface="Arial Narrow"/>
              </a:rPr>
              <a:t> </a:t>
            </a:r>
            <a:r>
              <a:rPr dirty="0" smtClean="0" sz="2000" spc="164">
                <a:latin typeface="Arial Narrow"/>
                <a:cs typeface="Arial Narrow"/>
              </a:rPr>
              <a:t>2</a:t>
            </a:r>
            <a:r>
              <a:rPr dirty="0" smtClean="0" sz="2000" spc="164">
                <a:latin typeface="Arial Narrow"/>
                <a:cs typeface="Arial Narrow"/>
              </a:rPr>
              <a:t>.</a:t>
            </a:r>
            <a:r>
              <a:rPr dirty="0" smtClean="0" sz="2000" spc="164">
                <a:latin typeface="Arial Narrow"/>
                <a:cs typeface="Arial Narrow"/>
              </a:rPr>
              <a:t>i</a:t>
            </a:r>
            <a:r>
              <a:rPr dirty="0" smtClean="0" sz="2000" spc="164">
                <a:latin typeface="Arial Narrow"/>
                <a:cs typeface="Arial Narrow"/>
              </a:rPr>
              <a:t>.j</a:t>
            </a:r>
            <a:r>
              <a:rPr dirty="0" smtClean="0" sz="2000" spc="164">
                <a:latin typeface="Arial Narrow"/>
                <a:cs typeface="Arial Narrow"/>
              </a:rPr>
              <a:t> </a:t>
            </a:r>
            <a:r>
              <a:rPr dirty="0" smtClean="0" sz="2000" spc="164">
                <a:latin typeface="Arial Narrow"/>
                <a:cs typeface="Arial Narrow"/>
              </a:rPr>
              <a:t>(</a:t>
            </a:r>
            <a:r>
              <a:rPr dirty="0" smtClean="0" sz="2000" spc="164">
                <a:latin typeface="Arial Narrow"/>
                <a:cs typeface="Arial Narrow"/>
              </a:rPr>
              <a:t>0</a:t>
            </a:r>
            <a:r>
              <a:rPr dirty="0" smtClean="0" sz="2000" spc="164">
                <a:latin typeface="Arial Narrow"/>
                <a:cs typeface="Arial Narrow"/>
              </a:rPr>
              <a:t>,</a:t>
            </a:r>
            <a:r>
              <a:rPr dirty="0" smtClean="0" sz="2000" spc="164">
                <a:latin typeface="Arial Narrow"/>
                <a:cs typeface="Arial Narrow"/>
              </a:rPr>
              <a:t>5</a:t>
            </a:r>
            <a:r>
              <a:rPr dirty="0" smtClean="0" sz="2000" spc="164">
                <a:latin typeface="Arial Narrow"/>
                <a:cs typeface="Arial Narrow"/>
              </a:rPr>
              <a:t>)</a:t>
            </a:r>
            <a:endParaRPr sz="2000">
              <a:latin typeface="Arial Narrow"/>
              <a:cs typeface="Arial Narrow"/>
            </a:endParaRPr>
          </a:p>
          <a:p>
            <a:pPr marL="12700" marR="39248">
              <a:lnSpc>
                <a:spcPct val="95621"/>
              </a:lnSpc>
              <a:spcBef>
                <a:spcPts val="105"/>
              </a:spcBef>
            </a:pPr>
            <a:r>
              <a:rPr dirty="0" smtClean="0" sz="2000" spc="149">
                <a:latin typeface="Arial Narrow"/>
                <a:cs typeface="Arial Narrow"/>
              </a:rPr>
              <a:t>+</a:t>
            </a:r>
            <a:r>
              <a:rPr dirty="0" smtClean="0" sz="2000" spc="149">
                <a:latin typeface="Arial Narrow"/>
                <a:cs typeface="Arial Narrow"/>
              </a:rPr>
              <a:t> </a:t>
            </a:r>
            <a:r>
              <a:rPr dirty="0" smtClean="0" sz="2000" spc="149">
                <a:latin typeface="Arial Narrow"/>
                <a:cs typeface="Arial Narrow"/>
              </a:rPr>
              <a:t>i</a:t>
            </a:r>
            <a:r>
              <a:rPr dirty="0" smtClean="0" sz="2000" spc="149">
                <a:latin typeface="Arial Narrow"/>
                <a:cs typeface="Arial Narrow"/>
              </a:rPr>
              <a:t>.</a:t>
            </a:r>
            <a:r>
              <a:rPr dirty="0" smtClean="0" sz="2000" spc="149">
                <a:latin typeface="Arial Narrow"/>
                <a:cs typeface="Arial Narrow"/>
              </a:rPr>
              <a:t>j</a:t>
            </a:r>
            <a:endParaRPr sz="2000">
              <a:latin typeface="Arial Narrow"/>
              <a:cs typeface="Arial Narrow"/>
            </a:endParaRPr>
          </a:p>
          <a:p>
            <a:pPr marL="138429" marR="122352" algn="ctr">
              <a:lnSpc>
                <a:spcPct val="95621"/>
              </a:lnSpc>
              <a:spcBef>
                <a:spcPts val="105"/>
              </a:spcBef>
            </a:pPr>
            <a:r>
              <a:rPr dirty="0" smtClean="0" sz="2000" spc="231">
                <a:latin typeface="Arial Narrow"/>
                <a:cs typeface="Arial Narrow"/>
              </a:rPr>
              <a:t>K</a:t>
            </a:r>
            <a:r>
              <a:rPr dirty="0" smtClean="0" sz="2000" spc="231">
                <a:latin typeface="Arial Narrow"/>
                <a:cs typeface="Arial Narrow"/>
              </a:rPr>
              <a:t> </a:t>
            </a:r>
            <a:r>
              <a:rPr dirty="0" smtClean="0" sz="2000" spc="231">
                <a:latin typeface="Arial Narrow"/>
                <a:cs typeface="Arial Narrow"/>
              </a:rPr>
              <a:t>=</a:t>
            </a:r>
            <a:r>
              <a:rPr dirty="0" smtClean="0" sz="2000" spc="231">
                <a:latin typeface="Arial Narrow"/>
                <a:cs typeface="Arial Narrow"/>
              </a:rPr>
              <a:t> </a:t>
            </a:r>
            <a:r>
              <a:rPr dirty="0" smtClean="0" sz="2000" spc="231">
                <a:latin typeface="Arial Narrow"/>
                <a:cs typeface="Arial Narrow"/>
              </a:rPr>
              <a:t>u</a:t>
            </a:r>
            <a:r>
              <a:rPr dirty="0" smtClean="0" sz="2000" spc="231">
                <a:latin typeface="Arial Narrow"/>
                <a:cs typeface="Arial Narrow"/>
              </a:rPr>
              <a:t>k</a:t>
            </a:r>
            <a:r>
              <a:rPr dirty="0" smtClean="0" sz="2000" spc="231">
                <a:latin typeface="Arial Narrow"/>
                <a:cs typeface="Arial Narrow"/>
              </a:rPr>
              <a:t>u</a:t>
            </a:r>
            <a:r>
              <a:rPr dirty="0" smtClean="0" sz="2000" spc="231">
                <a:latin typeface="Arial Narrow"/>
                <a:cs typeface="Arial Narrow"/>
              </a:rPr>
              <a:t>r</a:t>
            </a:r>
            <a:r>
              <a:rPr dirty="0" smtClean="0" sz="2000" spc="231">
                <a:latin typeface="Arial Narrow"/>
                <a:cs typeface="Arial Narrow"/>
              </a:rPr>
              <a:t>a</a:t>
            </a:r>
            <a:r>
              <a:rPr dirty="0" smtClean="0" sz="2000" spc="231">
                <a:latin typeface="Arial Narrow"/>
                <a:cs typeface="Arial Narrow"/>
              </a:rPr>
              <a:t>n</a:t>
            </a:r>
            <a:endParaRPr sz="2000">
              <a:latin typeface="Arial Narrow"/>
              <a:cs typeface="Arial Narrow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577583" y="2873064"/>
            <a:ext cx="653924" cy="584200"/>
          </a:xfrm>
          <a:prstGeom prst="rect">
            <a:avLst/>
          </a:prstGeom>
        </p:spPr>
        <p:txBody>
          <a:bodyPr wrap="square" lIns="0" tIns="13716" rIns="0" bIns="0" rtlCol="0">
            <a:noAutofit/>
          </a:bodyPr>
          <a:lstStyle/>
          <a:p>
            <a:pPr marL="12700">
              <a:lnSpc>
                <a:spcPts val="2160"/>
              </a:lnSpc>
            </a:pPr>
            <a:r>
              <a:rPr dirty="0" smtClean="0" sz="2000" spc="0">
                <a:latin typeface="Arial Narrow"/>
                <a:cs typeface="Arial Narrow"/>
              </a:rPr>
              <a:t>=</a:t>
            </a:r>
            <a:r>
              <a:rPr dirty="0" smtClean="0" sz="2000" spc="0">
                <a:latin typeface="Arial Narrow"/>
                <a:cs typeface="Arial Narrow"/>
              </a:rPr>
              <a:t>    </a:t>
            </a:r>
            <a:r>
              <a:rPr dirty="0" smtClean="0" sz="2000" spc="236">
                <a:latin typeface="Arial Narrow"/>
                <a:cs typeface="Arial Narrow"/>
              </a:rPr>
              <a:t> </a:t>
            </a:r>
            <a:r>
              <a:rPr dirty="0" smtClean="0" sz="2000" spc="200">
                <a:latin typeface="Arial Narrow"/>
                <a:cs typeface="Arial Narrow"/>
              </a:rPr>
              <a:t>+</a:t>
            </a:r>
            <a:endParaRPr sz="2000">
              <a:latin typeface="Arial Narrow"/>
              <a:cs typeface="Arial Narrow"/>
            </a:endParaRPr>
          </a:p>
          <a:p>
            <a:pPr marL="12700">
              <a:lnSpc>
                <a:spcPct val="95621"/>
              </a:lnSpc>
            </a:pPr>
            <a:r>
              <a:rPr dirty="0" smtClean="0" sz="2000" spc="0">
                <a:latin typeface="Arial Narrow"/>
                <a:cs typeface="Arial Narrow"/>
              </a:rPr>
              <a:t>=</a:t>
            </a:r>
            <a:r>
              <a:rPr dirty="0" smtClean="0" sz="2000" spc="0">
                <a:latin typeface="Arial Narrow"/>
                <a:cs typeface="Arial Narrow"/>
              </a:rPr>
              <a:t>    </a:t>
            </a:r>
            <a:r>
              <a:rPr dirty="0" smtClean="0" sz="2000" spc="236">
                <a:latin typeface="Arial Narrow"/>
                <a:cs typeface="Arial Narrow"/>
              </a:rPr>
              <a:t> </a:t>
            </a:r>
            <a:r>
              <a:rPr dirty="0" smtClean="0" sz="2000" spc="200">
                <a:latin typeface="Arial Narrow"/>
                <a:cs typeface="Arial Narrow"/>
              </a:rPr>
              <a:t>+</a:t>
            </a:r>
            <a:endParaRPr sz="2000">
              <a:latin typeface="Arial Narrow"/>
              <a:cs typeface="Arial Narrow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789165" y="3170206"/>
            <a:ext cx="233975" cy="287058"/>
          </a:xfrm>
          <a:prstGeom prst="rect">
            <a:avLst/>
          </a:prstGeom>
        </p:spPr>
        <p:txBody>
          <a:bodyPr wrap="square" lIns="0" tIns="14097" rIns="0" bIns="0" rtlCol="0">
            <a:noAutofit/>
          </a:bodyPr>
          <a:lstStyle/>
          <a:p>
            <a:pPr marL="12700">
              <a:lnSpc>
                <a:spcPts val="2220"/>
              </a:lnSpc>
            </a:pPr>
            <a:r>
              <a:rPr dirty="0" smtClean="0" sz="2000" spc="188">
                <a:latin typeface="Arial Narrow"/>
                <a:cs typeface="Arial Narrow"/>
              </a:rPr>
              <a:t>i</a:t>
            </a:r>
            <a:r>
              <a:rPr dirty="0" smtClean="0" baseline="25821" sz="2025" spc="188">
                <a:latin typeface="Arial Narrow"/>
                <a:cs typeface="Arial Narrow"/>
              </a:rPr>
              <a:t>2</a:t>
            </a:r>
            <a:endParaRPr sz="1350">
              <a:latin typeface="Arial Narrow"/>
              <a:cs typeface="Arial Narrow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723247" y="3227061"/>
            <a:ext cx="164778" cy="223614"/>
          </a:xfrm>
          <a:prstGeom prst="rect">
            <a:avLst/>
          </a:prstGeom>
        </p:spPr>
        <p:txBody>
          <a:bodyPr wrap="square" lIns="0" tIns="10858" rIns="0" bIns="0" rtlCol="0">
            <a:noAutofit/>
          </a:bodyPr>
          <a:lstStyle/>
          <a:p>
            <a:pPr marL="12700">
              <a:lnSpc>
                <a:spcPts val="1710"/>
              </a:lnSpc>
            </a:pPr>
            <a:r>
              <a:rPr dirty="0" smtClean="0" sz="1550" b="1">
                <a:latin typeface="Courier New"/>
                <a:cs typeface="Courier New"/>
              </a:rPr>
              <a:t>=</a:t>
            </a:r>
            <a:endParaRPr sz="1550">
              <a:latin typeface="Courier New"/>
              <a:cs typeface="Courier New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789430" y="3475006"/>
            <a:ext cx="233700" cy="286989"/>
          </a:xfrm>
          <a:prstGeom prst="rect">
            <a:avLst/>
          </a:prstGeom>
        </p:spPr>
        <p:txBody>
          <a:bodyPr wrap="square" lIns="0" tIns="14097" rIns="0" bIns="0" rtlCol="0">
            <a:noAutofit/>
          </a:bodyPr>
          <a:lstStyle/>
          <a:p>
            <a:pPr marL="12700">
              <a:lnSpc>
                <a:spcPts val="2220"/>
              </a:lnSpc>
            </a:pPr>
            <a:r>
              <a:rPr dirty="0" smtClean="0" sz="2000" spc="172">
                <a:latin typeface="Arial Narrow"/>
                <a:cs typeface="Arial Narrow"/>
              </a:rPr>
              <a:t>i</a:t>
            </a:r>
            <a:r>
              <a:rPr dirty="0" smtClean="0" baseline="25821" sz="2025" spc="172">
                <a:latin typeface="Arial Narrow"/>
                <a:cs typeface="Arial Narrow"/>
              </a:rPr>
              <a:t>2</a:t>
            </a:r>
            <a:endParaRPr sz="1350">
              <a:latin typeface="Arial Narrow"/>
              <a:cs typeface="Arial Narrow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577583" y="3482278"/>
            <a:ext cx="654157" cy="279717"/>
          </a:xfrm>
          <a:prstGeom prst="rect">
            <a:avLst/>
          </a:prstGeom>
        </p:spPr>
        <p:txBody>
          <a:bodyPr wrap="square" lIns="0" tIns="13716" rIns="0" bIns="0" rtlCol="0">
            <a:noAutofit/>
          </a:bodyPr>
          <a:lstStyle/>
          <a:p>
            <a:pPr marL="12700">
              <a:lnSpc>
                <a:spcPts val="2160"/>
              </a:lnSpc>
            </a:pPr>
            <a:r>
              <a:rPr dirty="0" smtClean="0" sz="2000" spc="0">
                <a:latin typeface="Arial Narrow"/>
                <a:cs typeface="Arial Narrow"/>
              </a:rPr>
              <a:t>=</a:t>
            </a:r>
            <a:r>
              <a:rPr dirty="0" smtClean="0" sz="2000" spc="0">
                <a:latin typeface="Arial Narrow"/>
                <a:cs typeface="Arial Narrow"/>
              </a:rPr>
              <a:t>    </a:t>
            </a:r>
            <a:r>
              <a:rPr dirty="0" smtClean="0" sz="2000" spc="236">
                <a:latin typeface="Arial Narrow"/>
                <a:cs typeface="Arial Narrow"/>
              </a:rPr>
              <a:t> </a:t>
            </a:r>
            <a:r>
              <a:rPr dirty="0" smtClean="0" sz="2000" spc="200">
                <a:latin typeface="Arial Narrow"/>
                <a:cs typeface="Arial Narrow"/>
              </a:rPr>
              <a:t>+</a:t>
            </a:r>
            <a:endParaRPr sz="2000">
              <a:latin typeface="Arial Narrow"/>
              <a:cs typeface="Arial Narrow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39895" y="3583438"/>
            <a:ext cx="288276" cy="209062"/>
          </a:xfrm>
          <a:prstGeom prst="rect">
            <a:avLst/>
          </a:prstGeom>
        </p:spPr>
        <p:txBody>
          <a:bodyPr wrap="square" lIns="0" tIns="10033" rIns="0" bIns="0" rtlCol="0">
            <a:noAutofit/>
          </a:bodyPr>
          <a:lstStyle/>
          <a:p>
            <a:pPr marL="12700">
              <a:lnSpc>
                <a:spcPts val="1580"/>
              </a:lnSpc>
            </a:pPr>
            <a:r>
              <a:rPr dirty="0" smtClean="0" sz="1450" b="1">
                <a:latin typeface="Arial"/>
                <a:cs typeface="Arial"/>
              </a:rPr>
              <a:t>sel</a:t>
            </a:r>
            <a:endParaRPr sz="145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069692" y="3583438"/>
            <a:ext cx="763333" cy="209062"/>
          </a:xfrm>
          <a:prstGeom prst="rect">
            <a:avLst/>
          </a:prstGeom>
        </p:spPr>
        <p:txBody>
          <a:bodyPr wrap="square" lIns="0" tIns="10033" rIns="0" bIns="0" rtlCol="0">
            <a:noAutofit/>
          </a:bodyPr>
          <a:lstStyle/>
          <a:p>
            <a:pPr marL="12700">
              <a:lnSpc>
                <a:spcPts val="1580"/>
              </a:lnSpc>
            </a:pPr>
            <a:r>
              <a:rPr dirty="0" smtClean="0" sz="1450" spc="-62" b="1">
                <a:latin typeface="Arial"/>
                <a:cs typeface="Arial"/>
              </a:rPr>
              <a:t>r</a:t>
            </a:r>
            <a:r>
              <a:rPr dirty="0" smtClean="0" sz="1450" spc="-62" b="1">
                <a:latin typeface="Arial"/>
                <a:cs typeface="Arial"/>
              </a:rPr>
              <a:t>e</a:t>
            </a:r>
            <a:r>
              <a:rPr dirty="0" smtClean="0" sz="1450" spc="-62" b="1">
                <a:latin typeface="Arial"/>
                <a:cs typeface="Arial"/>
              </a:rPr>
              <a:t>f</a:t>
            </a:r>
            <a:r>
              <a:rPr dirty="0" smtClean="0" sz="1450" spc="-62" b="1">
                <a:latin typeface="Arial"/>
                <a:cs typeface="Arial"/>
              </a:rPr>
              <a:t>e</a:t>
            </a:r>
            <a:r>
              <a:rPr dirty="0" smtClean="0" sz="1450" spc="-62" b="1">
                <a:latin typeface="Arial"/>
                <a:cs typeface="Arial"/>
              </a:rPr>
              <a:t>r</a:t>
            </a:r>
            <a:r>
              <a:rPr dirty="0" smtClean="0" sz="1450" spc="-62" b="1">
                <a:latin typeface="Arial"/>
                <a:cs typeface="Arial"/>
              </a:rPr>
              <a:t>e</a:t>
            </a:r>
            <a:r>
              <a:rPr dirty="0" smtClean="0" sz="1450" spc="-62" b="1">
                <a:latin typeface="Arial"/>
                <a:cs typeface="Arial"/>
              </a:rPr>
              <a:t>n</a:t>
            </a:r>
            <a:r>
              <a:rPr dirty="0" smtClean="0" sz="1450" spc="-62" b="1">
                <a:latin typeface="Arial"/>
                <a:cs typeface="Arial"/>
              </a:rPr>
              <a:t>si</a:t>
            </a:r>
            <a:endParaRPr sz="145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577583" y="3786975"/>
            <a:ext cx="917440" cy="280142"/>
          </a:xfrm>
          <a:prstGeom prst="rect">
            <a:avLst/>
          </a:prstGeom>
        </p:spPr>
        <p:txBody>
          <a:bodyPr wrap="square" lIns="0" tIns="13843" rIns="0" bIns="0" rtlCol="0">
            <a:noAutofit/>
          </a:bodyPr>
          <a:lstStyle/>
          <a:p>
            <a:pPr marL="12700">
              <a:lnSpc>
                <a:spcPts val="2180"/>
              </a:lnSpc>
            </a:pPr>
            <a:r>
              <a:rPr dirty="0" smtClean="0" sz="2000">
                <a:latin typeface="Symbol"/>
                <a:cs typeface="Symbol"/>
              </a:rPr>
              <a:t></a:t>
            </a:r>
            <a:r>
              <a:rPr dirty="0" smtClean="0" sz="2000" spc="4">
                <a:latin typeface="Times New Roman"/>
                <a:cs typeface="Times New Roman"/>
              </a:rPr>
              <a:t> </a:t>
            </a:r>
            <a:r>
              <a:rPr dirty="0" smtClean="0" sz="2000" spc="230">
                <a:latin typeface="Arial Narrow"/>
                <a:cs typeface="Arial Narrow"/>
              </a:rPr>
              <a:t>K</a:t>
            </a:r>
            <a:r>
              <a:rPr dirty="0" smtClean="0" sz="2000" spc="230">
                <a:latin typeface="Arial Narrow"/>
                <a:cs typeface="Arial Narrow"/>
              </a:rPr>
              <a:t> </a:t>
            </a:r>
            <a:r>
              <a:rPr dirty="0" smtClean="0" sz="2000" spc="230">
                <a:latin typeface="Arial Narrow"/>
                <a:cs typeface="Arial Narrow"/>
              </a:rPr>
              <a:t>----</a:t>
            </a:r>
            <a:endParaRPr sz="2000">
              <a:latin typeface="Arial Narrow"/>
              <a:cs typeface="Arial Narrow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250051" y="4092518"/>
            <a:ext cx="913889" cy="279400"/>
          </a:xfrm>
          <a:prstGeom prst="rect">
            <a:avLst/>
          </a:prstGeom>
        </p:spPr>
        <p:txBody>
          <a:bodyPr wrap="square" lIns="0" tIns="13716" rIns="0" bIns="0" rtlCol="0">
            <a:noAutofit/>
          </a:bodyPr>
          <a:lstStyle/>
          <a:p>
            <a:pPr marL="12700">
              <a:lnSpc>
                <a:spcPts val="2160"/>
              </a:lnSpc>
            </a:pPr>
            <a:r>
              <a:rPr dirty="0" smtClean="0" sz="2000" spc="263">
                <a:latin typeface="Arial Narrow"/>
                <a:cs typeface="Arial Narrow"/>
              </a:rPr>
              <a:t>c</a:t>
            </a:r>
            <a:r>
              <a:rPr dirty="0" smtClean="0" sz="2000" spc="263">
                <a:latin typeface="Arial Narrow"/>
                <a:cs typeface="Arial Narrow"/>
              </a:rPr>
              <a:t>l</a:t>
            </a:r>
            <a:r>
              <a:rPr dirty="0" smtClean="0" sz="2000" spc="263">
                <a:latin typeface="Arial Narrow"/>
                <a:cs typeface="Arial Narrow"/>
              </a:rPr>
              <a:t>u</a:t>
            </a:r>
            <a:r>
              <a:rPr dirty="0" smtClean="0" sz="2000" spc="263">
                <a:latin typeface="Arial Narrow"/>
                <a:cs typeface="Arial Narrow"/>
              </a:rPr>
              <a:t>s</a:t>
            </a:r>
            <a:r>
              <a:rPr dirty="0" smtClean="0" sz="2000" spc="263">
                <a:latin typeface="Arial Narrow"/>
                <a:cs typeface="Arial Narrow"/>
              </a:rPr>
              <a:t>t</a:t>
            </a:r>
            <a:r>
              <a:rPr dirty="0" smtClean="0" sz="2000" spc="263">
                <a:latin typeface="Arial Narrow"/>
                <a:cs typeface="Arial Narrow"/>
              </a:rPr>
              <a:t>e</a:t>
            </a:r>
            <a:r>
              <a:rPr dirty="0" smtClean="0" sz="2000" spc="263">
                <a:latin typeface="Arial Narrow"/>
                <a:cs typeface="Arial Narrow"/>
              </a:rPr>
              <a:t>r</a:t>
            </a:r>
            <a:endParaRPr sz="2000">
              <a:latin typeface="Arial Narrow"/>
              <a:cs typeface="Arial Narrow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072559" y="4127210"/>
            <a:ext cx="128477" cy="194130"/>
          </a:xfrm>
          <a:prstGeom prst="rect">
            <a:avLst/>
          </a:prstGeom>
        </p:spPr>
        <p:txBody>
          <a:bodyPr wrap="square" lIns="0" tIns="9207" rIns="0" bIns="0" rtlCol="0">
            <a:noAutofit/>
          </a:bodyPr>
          <a:lstStyle/>
          <a:p>
            <a:pPr marL="12700">
              <a:lnSpc>
                <a:spcPts val="1450"/>
              </a:lnSpc>
            </a:pPr>
            <a:r>
              <a:rPr dirty="0" smtClean="0" sz="1350" b="1">
                <a:latin typeface="Arial"/>
                <a:cs typeface="Arial"/>
              </a:rPr>
              <a:t>z</a:t>
            </a:r>
            <a:endParaRPr sz="135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130361" y="4201592"/>
            <a:ext cx="123571" cy="165013"/>
          </a:xfrm>
          <a:prstGeom prst="rect">
            <a:avLst/>
          </a:prstGeom>
        </p:spPr>
        <p:txBody>
          <a:bodyPr wrap="square" lIns="0" tIns="7874" rIns="0" bIns="0" rtlCol="0">
            <a:noAutofit/>
          </a:bodyPr>
          <a:lstStyle/>
          <a:p>
            <a:pPr marL="12700">
              <a:lnSpc>
                <a:spcPts val="1240"/>
              </a:lnSpc>
            </a:pPr>
            <a:r>
              <a:rPr dirty="0" smtClean="0" sz="1100" b="1">
                <a:latin typeface="Courier New"/>
                <a:cs typeface="Courier New"/>
              </a:rPr>
              <a:t>0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948377" y="4290413"/>
            <a:ext cx="262204" cy="209062"/>
          </a:xfrm>
          <a:prstGeom prst="rect">
            <a:avLst/>
          </a:prstGeom>
        </p:spPr>
        <p:txBody>
          <a:bodyPr wrap="square" lIns="0" tIns="10160" rIns="0" bIns="0" rtlCol="0">
            <a:noAutofit/>
          </a:bodyPr>
          <a:lstStyle/>
          <a:p>
            <a:pPr marL="12700">
              <a:lnSpc>
                <a:spcPts val="1600"/>
              </a:lnSpc>
            </a:pPr>
            <a:r>
              <a:rPr dirty="0" smtClean="0" sz="1450" spc="25" b="1">
                <a:latin typeface="Courier New"/>
                <a:cs typeface="Courier New"/>
              </a:rPr>
              <a:t>60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304205" y="4322451"/>
            <a:ext cx="252187" cy="179578"/>
          </a:xfrm>
          <a:prstGeom prst="rect">
            <a:avLst/>
          </a:prstGeom>
        </p:spPr>
        <p:txBody>
          <a:bodyPr wrap="square" lIns="0" tIns="8509" rIns="0" bIns="0" rtlCol="0">
            <a:noAutofit/>
          </a:bodyPr>
          <a:lstStyle/>
          <a:p>
            <a:pPr marL="12700">
              <a:lnSpc>
                <a:spcPts val="1340"/>
              </a:lnSpc>
            </a:pPr>
            <a:r>
              <a:rPr dirty="0" smtClean="0" sz="1200" spc="6" b="1">
                <a:latin typeface="Arial"/>
                <a:cs typeface="Arial"/>
              </a:rPr>
              <a:t>j</a:t>
            </a:r>
            <a:r>
              <a:rPr dirty="0" smtClean="0" sz="1200" spc="6" b="1">
                <a:latin typeface="Arial"/>
                <a:cs typeface="Arial"/>
              </a:rPr>
              <a:t>=</a:t>
            </a:r>
            <a:r>
              <a:rPr dirty="0" smtClean="0" sz="1200" spc="6" b="1">
                <a:latin typeface="Arial"/>
                <a:cs typeface="Arial"/>
              </a:rPr>
              <a:t>2</a:t>
            </a:r>
            <a:endParaRPr sz="12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712400" y="4389400"/>
            <a:ext cx="234777" cy="287376"/>
          </a:xfrm>
          <a:prstGeom prst="rect">
            <a:avLst/>
          </a:prstGeom>
        </p:spPr>
        <p:txBody>
          <a:bodyPr wrap="square" lIns="0" tIns="14097" rIns="0" bIns="0" rtlCol="0">
            <a:noAutofit/>
          </a:bodyPr>
          <a:lstStyle/>
          <a:p>
            <a:pPr marL="12700">
              <a:lnSpc>
                <a:spcPts val="2220"/>
              </a:lnSpc>
            </a:pPr>
            <a:r>
              <a:rPr dirty="0" smtClean="0" sz="2000" spc="177">
                <a:latin typeface="Arial Narrow"/>
                <a:cs typeface="Arial Narrow"/>
              </a:rPr>
              <a:t>i</a:t>
            </a:r>
            <a:r>
              <a:rPr dirty="0" smtClean="0" baseline="25821" sz="2025" spc="177">
                <a:latin typeface="Arial Narrow"/>
                <a:cs typeface="Arial Narrow"/>
              </a:rPr>
              <a:t>2</a:t>
            </a:r>
            <a:endParaRPr sz="1350">
              <a:latin typeface="Arial Narrow"/>
              <a:cs typeface="Arial Narro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154554" y="4389400"/>
            <a:ext cx="234583" cy="287376"/>
          </a:xfrm>
          <a:prstGeom prst="rect">
            <a:avLst/>
          </a:prstGeom>
        </p:spPr>
        <p:txBody>
          <a:bodyPr wrap="square" lIns="0" tIns="14097" rIns="0" bIns="0" rtlCol="0">
            <a:noAutofit/>
          </a:bodyPr>
          <a:lstStyle/>
          <a:p>
            <a:pPr marL="12700">
              <a:lnSpc>
                <a:spcPts val="2220"/>
              </a:lnSpc>
            </a:pPr>
            <a:r>
              <a:rPr dirty="0" smtClean="0" sz="2000" spc="175">
                <a:latin typeface="Arial Narrow"/>
                <a:cs typeface="Arial Narrow"/>
              </a:rPr>
              <a:t>j</a:t>
            </a:r>
            <a:r>
              <a:rPr dirty="0" smtClean="0" baseline="25821" sz="2025" spc="175">
                <a:latin typeface="Arial Narrow"/>
                <a:cs typeface="Arial Narrow"/>
              </a:rPr>
              <a:t>2</a:t>
            </a:r>
            <a:endParaRPr sz="1350">
              <a:latin typeface="Arial Narrow"/>
              <a:cs typeface="Arial Narro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250051" y="4397059"/>
            <a:ext cx="1621683" cy="1960192"/>
          </a:xfrm>
          <a:prstGeom prst="rect">
            <a:avLst/>
          </a:prstGeom>
        </p:spPr>
        <p:txBody>
          <a:bodyPr wrap="square" lIns="0" tIns="11842" rIns="0" bIns="0" rtlCol="0">
            <a:noAutofit/>
          </a:bodyPr>
          <a:lstStyle/>
          <a:p>
            <a:pPr marL="12700" algn="just">
              <a:lnSpc>
                <a:spcPts val="1864"/>
              </a:lnSpc>
            </a:pPr>
            <a:r>
              <a:rPr dirty="0" smtClean="0" sz="2000" spc="381">
                <a:latin typeface="Arial Narrow"/>
                <a:cs typeface="Arial Narrow"/>
              </a:rPr>
              <a:t>K</a:t>
            </a:r>
            <a:r>
              <a:rPr dirty="0" smtClean="0" sz="2000" spc="44">
                <a:latin typeface="Arial Narrow"/>
                <a:cs typeface="Arial Narrow"/>
              </a:rPr>
              <a:t> </a:t>
            </a:r>
            <a:r>
              <a:rPr dirty="0" smtClean="0" sz="2000" spc="0">
                <a:latin typeface="Arial Narrow"/>
                <a:cs typeface="Arial Narrow"/>
              </a:rPr>
              <a:t>=</a:t>
            </a:r>
            <a:r>
              <a:rPr dirty="0" smtClean="0" sz="2000" spc="0">
                <a:latin typeface="Arial Narrow"/>
                <a:cs typeface="Arial Narrow"/>
              </a:rPr>
              <a:t>    </a:t>
            </a:r>
            <a:r>
              <a:rPr dirty="0" smtClean="0" sz="2000" spc="231">
                <a:latin typeface="Arial Narrow"/>
                <a:cs typeface="Arial Narrow"/>
              </a:rPr>
              <a:t> </a:t>
            </a:r>
            <a:r>
              <a:rPr dirty="0" smtClean="0" sz="2000" spc="0">
                <a:latin typeface="Arial Narrow"/>
                <a:cs typeface="Arial Narrow"/>
              </a:rPr>
              <a:t>+</a:t>
            </a:r>
            <a:r>
              <a:rPr dirty="0" smtClean="0" sz="2000" spc="0">
                <a:latin typeface="Arial Narrow"/>
                <a:cs typeface="Arial Narrow"/>
              </a:rPr>
              <a:t>    </a:t>
            </a:r>
            <a:r>
              <a:rPr dirty="0" smtClean="0" sz="2000" spc="256">
                <a:latin typeface="Arial Narrow"/>
                <a:cs typeface="Arial Narrow"/>
              </a:rPr>
              <a:t> </a:t>
            </a:r>
            <a:r>
              <a:rPr dirty="0" smtClean="0" sz="2000" spc="0">
                <a:latin typeface="Arial Narrow"/>
                <a:cs typeface="Arial Narrow"/>
              </a:rPr>
              <a:t>+</a:t>
            </a:r>
            <a:r>
              <a:rPr dirty="0" smtClean="0" sz="2000" spc="236">
                <a:latin typeface="Arial Narrow"/>
                <a:cs typeface="Arial Narrow"/>
              </a:rPr>
              <a:t> </a:t>
            </a:r>
            <a:r>
              <a:rPr dirty="0" smtClean="0" sz="2000" spc="151">
                <a:latin typeface="Arial Narrow"/>
                <a:cs typeface="Arial Narrow"/>
              </a:rPr>
              <a:t>i</a:t>
            </a:r>
            <a:r>
              <a:rPr dirty="0" smtClean="0" sz="2000" spc="180">
                <a:latin typeface="Arial Narrow"/>
                <a:cs typeface="Arial Narrow"/>
              </a:rPr>
              <a:t>.</a:t>
            </a:r>
            <a:r>
              <a:rPr dirty="0" smtClean="0" sz="2000" spc="177">
                <a:latin typeface="Arial Narrow"/>
                <a:cs typeface="Arial Narrow"/>
              </a:rPr>
              <a:t>j</a:t>
            </a:r>
            <a:endParaRPr sz="2000">
              <a:latin typeface="Arial Narrow"/>
              <a:cs typeface="Arial Narrow"/>
            </a:endParaRPr>
          </a:p>
          <a:p>
            <a:pPr marL="15239" marR="852825" algn="just">
              <a:lnSpc>
                <a:spcPts val="1745"/>
              </a:lnSpc>
            </a:pPr>
            <a:r>
              <a:rPr dirty="0" smtClean="0" sz="2000" spc="3" b="1">
                <a:latin typeface="Times New Roman"/>
                <a:cs typeface="Times New Roman"/>
              </a:rPr>
              <a:t>u</a:t>
            </a:r>
            <a:r>
              <a:rPr dirty="0" smtClean="0" sz="2000" spc="3" b="1">
                <a:latin typeface="Times New Roman"/>
                <a:cs typeface="Times New Roman"/>
              </a:rPr>
              <a:t>n</a:t>
            </a:r>
            <a:r>
              <a:rPr dirty="0" smtClean="0" sz="2000" spc="3" b="1">
                <a:latin typeface="Times New Roman"/>
                <a:cs typeface="Times New Roman"/>
              </a:rPr>
              <a:t>tu</a:t>
            </a:r>
            <a:r>
              <a:rPr dirty="0" smtClean="0" sz="2000" spc="3" b="1">
                <a:latin typeface="Times New Roman"/>
                <a:cs typeface="Times New Roman"/>
              </a:rPr>
              <a:t>k</a:t>
            </a:r>
            <a:r>
              <a:rPr dirty="0" smtClean="0" sz="2000" spc="3" b="1">
                <a:latin typeface="Times New Roman"/>
                <a:cs typeface="Times New Roman"/>
              </a:rPr>
              <a:t>,</a:t>
            </a:r>
            <a:endParaRPr sz="2000">
              <a:latin typeface="Times New Roman"/>
              <a:cs typeface="Times New Roman"/>
            </a:endParaRPr>
          </a:p>
          <a:p>
            <a:pPr marL="15239" marR="752724" algn="just">
              <a:lnSpc>
                <a:spcPts val="1835"/>
              </a:lnSpc>
              <a:spcBef>
                <a:spcPts val="1204"/>
              </a:spcBef>
            </a:pPr>
            <a:r>
              <a:rPr dirty="0" smtClean="0" sz="1600" spc="146">
                <a:latin typeface="Arial Narrow"/>
                <a:cs typeface="Arial Narrow"/>
              </a:rPr>
              <a:t>i</a:t>
            </a:r>
            <a:r>
              <a:rPr dirty="0" smtClean="0" sz="1600" spc="146">
                <a:latin typeface="Arial Narrow"/>
                <a:cs typeface="Arial Narrow"/>
              </a:rPr>
              <a:t> </a:t>
            </a:r>
            <a:r>
              <a:rPr dirty="0" smtClean="0" sz="1600" spc="146">
                <a:latin typeface="Arial Narrow"/>
                <a:cs typeface="Arial Narrow"/>
              </a:rPr>
              <a:t>=</a:t>
            </a:r>
            <a:r>
              <a:rPr dirty="0" smtClean="0" sz="1600" spc="146">
                <a:latin typeface="Arial Narrow"/>
                <a:cs typeface="Arial Narrow"/>
              </a:rPr>
              <a:t> </a:t>
            </a:r>
            <a:r>
              <a:rPr dirty="0" smtClean="0" sz="1600" spc="146">
                <a:latin typeface="Arial Narrow"/>
                <a:cs typeface="Arial Narrow"/>
              </a:rPr>
              <a:t>1</a:t>
            </a:r>
            <a:r>
              <a:rPr dirty="0" smtClean="0" sz="1600" spc="146">
                <a:latin typeface="Arial Narrow"/>
                <a:cs typeface="Arial Narrow"/>
              </a:rPr>
              <a:t> </a:t>
            </a:r>
            <a:r>
              <a:rPr dirty="0" smtClean="0" sz="1600" spc="146">
                <a:latin typeface="Arial Narrow"/>
                <a:cs typeface="Arial Narrow"/>
              </a:rPr>
              <a:t>d</a:t>
            </a:r>
            <a:r>
              <a:rPr dirty="0" smtClean="0" sz="1600" spc="146">
                <a:latin typeface="Arial Narrow"/>
                <a:cs typeface="Arial Narrow"/>
              </a:rPr>
              <a:t>a</a:t>
            </a:r>
            <a:r>
              <a:rPr dirty="0" smtClean="0" sz="1600" spc="146">
                <a:latin typeface="Arial Narrow"/>
                <a:cs typeface="Arial Narrow"/>
              </a:rPr>
              <a:t>n</a:t>
            </a:r>
            <a:r>
              <a:rPr dirty="0" smtClean="0" sz="1600" spc="146">
                <a:latin typeface="Arial Narrow"/>
                <a:cs typeface="Arial Narrow"/>
              </a:rPr>
              <a:t> </a:t>
            </a:r>
            <a:endParaRPr sz="1600">
              <a:latin typeface="Arial Narrow"/>
              <a:cs typeface="Arial Narrow"/>
            </a:endParaRPr>
          </a:p>
          <a:p>
            <a:pPr marL="15239" marR="752724" algn="just">
              <a:lnSpc>
                <a:spcPts val="1835"/>
              </a:lnSpc>
              <a:spcBef>
                <a:spcPts val="1044"/>
              </a:spcBef>
            </a:pPr>
            <a:r>
              <a:rPr dirty="0" smtClean="0" sz="1600" spc="146">
                <a:latin typeface="Arial Narrow"/>
                <a:cs typeface="Arial Narrow"/>
              </a:rPr>
              <a:t>i</a:t>
            </a:r>
            <a:r>
              <a:rPr dirty="0" smtClean="0" sz="1600" spc="146">
                <a:latin typeface="Arial Narrow"/>
                <a:cs typeface="Arial Narrow"/>
              </a:rPr>
              <a:t> </a:t>
            </a:r>
            <a:r>
              <a:rPr dirty="0" smtClean="0" sz="1600" spc="146">
                <a:latin typeface="Arial Narrow"/>
                <a:cs typeface="Arial Narrow"/>
              </a:rPr>
              <a:t>=</a:t>
            </a:r>
            <a:r>
              <a:rPr dirty="0" smtClean="0" sz="1600" spc="146">
                <a:latin typeface="Arial Narrow"/>
                <a:cs typeface="Arial Narrow"/>
              </a:rPr>
              <a:t> </a:t>
            </a:r>
            <a:r>
              <a:rPr dirty="0" smtClean="0" sz="1600" spc="146">
                <a:latin typeface="Arial Narrow"/>
                <a:cs typeface="Arial Narrow"/>
              </a:rPr>
              <a:t>1</a:t>
            </a:r>
            <a:r>
              <a:rPr dirty="0" smtClean="0" sz="1600" spc="146">
                <a:latin typeface="Arial Narrow"/>
                <a:cs typeface="Arial Narrow"/>
              </a:rPr>
              <a:t> </a:t>
            </a:r>
            <a:r>
              <a:rPr dirty="0" smtClean="0" sz="1600" spc="146">
                <a:latin typeface="Arial Narrow"/>
                <a:cs typeface="Arial Narrow"/>
              </a:rPr>
              <a:t>d</a:t>
            </a:r>
            <a:r>
              <a:rPr dirty="0" smtClean="0" sz="1600" spc="146">
                <a:latin typeface="Arial Narrow"/>
                <a:cs typeface="Arial Narrow"/>
              </a:rPr>
              <a:t>a</a:t>
            </a:r>
            <a:r>
              <a:rPr dirty="0" smtClean="0" sz="1600" spc="146">
                <a:latin typeface="Arial Narrow"/>
                <a:cs typeface="Arial Narrow"/>
              </a:rPr>
              <a:t>n</a:t>
            </a:r>
            <a:r>
              <a:rPr dirty="0" smtClean="0" sz="1600" spc="146">
                <a:latin typeface="Arial Narrow"/>
                <a:cs typeface="Arial Narrow"/>
              </a:rPr>
              <a:t> </a:t>
            </a:r>
            <a:endParaRPr sz="1600">
              <a:latin typeface="Arial Narrow"/>
              <a:cs typeface="Arial Narrow"/>
            </a:endParaRPr>
          </a:p>
          <a:p>
            <a:pPr marL="15239" marR="752724" algn="just">
              <a:lnSpc>
                <a:spcPts val="1835"/>
              </a:lnSpc>
              <a:spcBef>
                <a:spcPts val="1044"/>
              </a:spcBef>
            </a:pPr>
            <a:r>
              <a:rPr dirty="0" smtClean="0" sz="1600" spc="149">
                <a:latin typeface="Arial Narrow"/>
                <a:cs typeface="Arial Narrow"/>
              </a:rPr>
              <a:t>i</a:t>
            </a:r>
            <a:r>
              <a:rPr dirty="0" smtClean="0" sz="1600" spc="149">
                <a:latin typeface="Arial Narrow"/>
                <a:cs typeface="Arial Narrow"/>
              </a:rPr>
              <a:t> </a:t>
            </a:r>
            <a:r>
              <a:rPr dirty="0" smtClean="0" sz="1600" spc="149">
                <a:latin typeface="Arial Narrow"/>
                <a:cs typeface="Arial Narrow"/>
              </a:rPr>
              <a:t>=</a:t>
            </a:r>
            <a:r>
              <a:rPr dirty="0" smtClean="0" sz="1600" spc="149">
                <a:latin typeface="Arial Narrow"/>
                <a:cs typeface="Arial Narrow"/>
              </a:rPr>
              <a:t> </a:t>
            </a:r>
            <a:r>
              <a:rPr dirty="0" smtClean="0" sz="1600" spc="149">
                <a:latin typeface="Arial Narrow"/>
                <a:cs typeface="Arial Narrow"/>
              </a:rPr>
              <a:t>0</a:t>
            </a:r>
            <a:r>
              <a:rPr dirty="0" smtClean="0" sz="1600" spc="149">
                <a:latin typeface="Arial Narrow"/>
                <a:cs typeface="Arial Narrow"/>
              </a:rPr>
              <a:t> </a:t>
            </a:r>
            <a:r>
              <a:rPr dirty="0" smtClean="0" sz="1600" spc="149">
                <a:latin typeface="Arial Narrow"/>
                <a:cs typeface="Arial Narrow"/>
              </a:rPr>
              <a:t>d</a:t>
            </a:r>
            <a:r>
              <a:rPr dirty="0" smtClean="0" sz="1600" spc="149">
                <a:latin typeface="Arial Narrow"/>
                <a:cs typeface="Arial Narrow"/>
              </a:rPr>
              <a:t>a</a:t>
            </a:r>
            <a:r>
              <a:rPr dirty="0" smtClean="0" sz="1600" spc="149">
                <a:latin typeface="Arial Narrow"/>
                <a:cs typeface="Arial Narrow"/>
              </a:rPr>
              <a:t>n</a:t>
            </a:r>
            <a:endParaRPr sz="1600">
              <a:latin typeface="Arial Narrow"/>
              <a:cs typeface="Arial Narrow"/>
            </a:endParaRPr>
          </a:p>
          <a:p>
            <a:pPr marL="15239" marR="756997" algn="just">
              <a:lnSpc>
                <a:spcPct val="95621"/>
              </a:lnSpc>
              <a:spcBef>
                <a:spcPts val="1044"/>
              </a:spcBef>
            </a:pPr>
            <a:r>
              <a:rPr dirty="0" smtClean="0" sz="1600" spc="149">
                <a:latin typeface="Arial Narrow"/>
                <a:cs typeface="Arial Narrow"/>
              </a:rPr>
              <a:t>i</a:t>
            </a:r>
            <a:r>
              <a:rPr dirty="0" smtClean="0" sz="1600" spc="149">
                <a:latin typeface="Arial Narrow"/>
                <a:cs typeface="Arial Narrow"/>
              </a:rPr>
              <a:t> </a:t>
            </a:r>
            <a:r>
              <a:rPr dirty="0" smtClean="0" sz="1600" spc="149">
                <a:latin typeface="Arial Narrow"/>
                <a:cs typeface="Arial Narrow"/>
              </a:rPr>
              <a:t>=</a:t>
            </a:r>
            <a:r>
              <a:rPr dirty="0" smtClean="0" sz="1600" spc="149">
                <a:latin typeface="Arial Narrow"/>
                <a:cs typeface="Arial Narrow"/>
              </a:rPr>
              <a:t> </a:t>
            </a:r>
            <a:r>
              <a:rPr dirty="0" smtClean="0" sz="1600" spc="149">
                <a:latin typeface="Arial Narrow"/>
                <a:cs typeface="Arial Narrow"/>
              </a:rPr>
              <a:t>2</a:t>
            </a:r>
            <a:r>
              <a:rPr dirty="0" smtClean="0" sz="1600" spc="149">
                <a:latin typeface="Arial Narrow"/>
                <a:cs typeface="Arial Narrow"/>
              </a:rPr>
              <a:t> </a:t>
            </a:r>
            <a:r>
              <a:rPr dirty="0" smtClean="0" sz="1600" spc="149">
                <a:latin typeface="Arial Narrow"/>
                <a:cs typeface="Arial Narrow"/>
              </a:rPr>
              <a:t>d</a:t>
            </a:r>
            <a:r>
              <a:rPr dirty="0" smtClean="0" sz="1600" spc="149">
                <a:latin typeface="Arial Narrow"/>
                <a:cs typeface="Arial Narrow"/>
              </a:rPr>
              <a:t>a</a:t>
            </a:r>
            <a:r>
              <a:rPr dirty="0" smtClean="0" sz="1600" spc="149">
                <a:latin typeface="Arial Narrow"/>
                <a:cs typeface="Arial Narrow"/>
              </a:rPr>
              <a:t>n</a:t>
            </a:r>
            <a:endParaRPr sz="1600">
              <a:latin typeface="Arial Narrow"/>
              <a:cs typeface="Arial Narro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601816" y="4452170"/>
            <a:ext cx="122632" cy="238181"/>
          </a:xfrm>
          <a:prstGeom prst="rect">
            <a:avLst/>
          </a:prstGeom>
        </p:spPr>
        <p:txBody>
          <a:bodyPr wrap="square" lIns="0" tIns="11461" rIns="0" bIns="0" rtlCol="0">
            <a:noAutofit/>
          </a:bodyPr>
          <a:lstStyle/>
          <a:p>
            <a:pPr marL="12700">
              <a:lnSpc>
                <a:spcPts val="1805"/>
              </a:lnSpc>
            </a:pPr>
            <a:r>
              <a:rPr dirty="0" smtClean="0" sz="1700" b="1">
                <a:latin typeface="Times New Roman"/>
                <a:cs typeface="Times New Roman"/>
              </a:rPr>
              <a:t>j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278312" y="4483540"/>
            <a:ext cx="127546" cy="179578"/>
          </a:xfrm>
          <a:prstGeom prst="rect">
            <a:avLst/>
          </a:prstGeom>
        </p:spPr>
        <p:txBody>
          <a:bodyPr wrap="square" lIns="0" tIns="8509" rIns="0" bIns="0" rtlCol="0">
            <a:noAutofit/>
          </a:bodyPr>
          <a:lstStyle/>
          <a:p>
            <a:pPr marL="12700">
              <a:lnSpc>
                <a:spcPts val="1340"/>
              </a:lnSpc>
            </a:pPr>
            <a:r>
              <a:rPr dirty="0" smtClean="0" sz="1200" b="1">
                <a:latin typeface="Arial"/>
                <a:cs typeface="Arial"/>
              </a:rPr>
              <a:t>0</a:t>
            </a:r>
            <a:endParaRPr sz="12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021907" y="4594526"/>
            <a:ext cx="258998" cy="165013"/>
          </a:xfrm>
          <a:prstGeom prst="rect">
            <a:avLst/>
          </a:prstGeom>
        </p:spPr>
        <p:txBody>
          <a:bodyPr wrap="square" lIns="0" tIns="7778" rIns="0" bIns="0" rtlCol="0">
            <a:noAutofit/>
          </a:bodyPr>
          <a:lstStyle/>
          <a:p>
            <a:pPr marL="12700">
              <a:lnSpc>
                <a:spcPts val="1225"/>
              </a:lnSpc>
            </a:pPr>
            <a:r>
              <a:rPr dirty="0" smtClean="0" sz="1100" spc="-4" b="1">
                <a:latin typeface="Arial"/>
                <a:cs typeface="Arial"/>
              </a:rPr>
              <a:t>120</a:t>
            </a:r>
            <a:endParaRPr sz="11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64858" y="4755000"/>
            <a:ext cx="252187" cy="179578"/>
          </a:xfrm>
          <a:prstGeom prst="rect">
            <a:avLst/>
          </a:prstGeom>
        </p:spPr>
        <p:txBody>
          <a:bodyPr wrap="square" lIns="0" tIns="8509" rIns="0" bIns="0" rtlCol="0">
            <a:noAutofit/>
          </a:bodyPr>
          <a:lstStyle/>
          <a:p>
            <a:pPr marL="12700">
              <a:lnSpc>
                <a:spcPts val="1340"/>
              </a:lnSpc>
            </a:pPr>
            <a:r>
              <a:rPr dirty="0" smtClean="0" sz="1200" spc="6" b="1">
                <a:latin typeface="Arial"/>
                <a:cs typeface="Arial"/>
              </a:rPr>
              <a:t>i</a:t>
            </a:r>
            <a:r>
              <a:rPr dirty="0" smtClean="0" sz="1200" spc="6" b="1">
                <a:latin typeface="Arial"/>
                <a:cs typeface="Arial"/>
              </a:rPr>
              <a:t>=</a:t>
            </a:r>
            <a:r>
              <a:rPr dirty="0" smtClean="0" sz="1200" spc="6" b="1">
                <a:latin typeface="Arial"/>
                <a:cs typeface="Arial"/>
              </a:rPr>
              <a:t>1</a:t>
            </a:r>
            <a:endParaRPr sz="12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167245" y="5031059"/>
            <a:ext cx="706347" cy="961954"/>
          </a:xfrm>
          <a:prstGeom prst="rect">
            <a:avLst/>
          </a:prstGeom>
        </p:spPr>
        <p:txBody>
          <a:bodyPr wrap="square" lIns="0" tIns="11080" rIns="0" bIns="0" rtlCol="0">
            <a:noAutofit/>
          </a:bodyPr>
          <a:lstStyle/>
          <a:p>
            <a:pPr marL="12700" marR="4257">
              <a:lnSpc>
                <a:spcPts val="1745"/>
              </a:lnSpc>
            </a:pPr>
            <a:r>
              <a:rPr dirty="0" smtClean="0" sz="1600" spc="103">
                <a:latin typeface="Arial Narrow"/>
                <a:cs typeface="Arial Narrow"/>
              </a:rPr>
              <a:t>j</a:t>
            </a:r>
            <a:r>
              <a:rPr dirty="0" smtClean="0" sz="1600" spc="103">
                <a:latin typeface="Arial Narrow"/>
                <a:cs typeface="Arial Narrow"/>
              </a:rPr>
              <a:t> </a:t>
            </a:r>
            <a:r>
              <a:rPr dirty="0" smtClean="0" sz="1600" spc="103">
                <a:latin typeface="Arial Narrow"/>
                <a:cs typeface="Arial Narrow"/>
              </a:rPr>
              <a:t>=</a:t>
            </a:r>
            <a:r>
              <a:rPr dirty="0" smtClean="0" sz="1600" spc="103">
                <a:latin typeface="Arial Narrow"/>
                <a:cs typeface="Arial Narrow"/>
              </a:rPr>
              <a:t> </a:t>
            </a:r>
            <a:r>
              <a:rPr dirty="0" smtClean="0" sz="1600" spc="103">
                <a:latin typeface="Arial Narrow"/>
                <a:cs typeface="Arial Narrow"/>
              </a:rPr>
              <a:t>1</a:t>
            </a:r>
            <a:r>
              <a:rPr dirty="0" smtClean="0" sz="1600" spc="103">
                <a:latin typeface="Arial Narrow"/>
                <a:cs typeface="Arial Narrow"/>
              </a:rPr>
              <a:t> </a:t>
            </a:r>
            <a:r>
              <a:rPr dirty="0" smtClean="0" sz="1600" spc="0">
                <a:latin typeface="Wingdings"/>
                <a:cs typeface="Wingdings"/>
              </a:rPr>
              <a:t></a:t>
            </a:r>
            <a:endParaRPr sz="1600">
              <a:latin typeface="Wingdings"/>
              <a:cs typeface="Wingdings"/>
            </a:endParaRPr>
          </a:p>
          <a:p>
            <a:pPr marL="12700">
              <a:lnSpc>
                <a:spcPct val="95621"/>
              </a:lnSpc>
              <a:spcBef>
                <a:spcPts val="958"/>
              </a:spcBef>
            </a:pPr>
            <a:r>
              <a:rPr dirty="0" smtClean="0" sz="1600" spc="103">
                <a:latin typeface="Arial Narrow"/>
                <a:cs typeface="Arial Narrow"/>
              </a:rPr>
              <a:t>j</a:t>
            </a:r>
            <a:r>
              <a:rPr dirty="0" smtClean="0" sz="1600" spc="103">
                <a:latin typeface="Arial Narrow"/>
                <a:cs typeface="Arial Narrow"/>
              </a:rPr>
              <a:t> </a:t>
            </a:r>
            <a:r>
              <a:rPr dirty="0" smtClean="0" sz="1600" spc="103">
                <a:latin typeface="Arial Narrow"/>
                <a:cs typeface="Arial Narrow"/>
              </a:rPr>
              <a:t>=</a:t>
            </a:r>
            <a:r>
              <a:rPr dirty="0" smtClean="0" sz="1600" spc="103">
                <a:latin typeface="Arial Narrow"/>
                <a:cs typeface="Arial Narrow"/>
              </a:rPr>
              <a:t> </a:t>
            </a:r>
            <a:r>
              <a:rPr dirty="0" smtClean="0" sz="1600" spc="103">
                <a:latin typeface="Arial Narrow"/>
                <a:cs typeface="Arial Narrow"/>
              </a:rPr>
              <a:t>2</a:t>
            </a:r>
            <a:r>
              <a:rPr dirty="0" smtClean="0" sz="1600" spc="103">
                <a:latin typeface="Arial Narrow"/>
                <a:cs typeface="Arial Narrow"/>
              </a:rPr>
              <a:t> </a:t>
            </a:r>
            <a:r>
              <a:rPr dirty="0" smtClean="0" sz="1600" spc="0">
                <a:latin typeface="Wingdings"/>
                <a:cs typeface="Wingdings"/>
              </a:rPr>
              <a:t></a:t>
            </a:r>
            <a:endParaRPr sz="1600">
              <a:latin typeface="Wingdings"/>
              <a:cs typeface="Wingdings"/>
            </a:endParaRPr>
          </a:p>
          <a:p>
            <a:pPr marL="12700" marR="4257">
              <a:lnSpc>
                <a:spcPct val="95621"/>
              </a:lnSpc>
              <a:spcBef>
                <a:spcPts val="1044"/>
              </a:spcBef>
            </a:pPr>
            <a:r>
              <a:rPr dirty="0" smtClean="0" sz="1600" spc="103">
                <a:latin typeface="Arial Narrow"/>
                <a:cs typeface="Arial Narrow"/>
              </a:rPr>
              <a:t>j</a:t>
            </a:r>
            <a:r>
              <a:rPr dirty="0" smtClean="0" sz="1600" spc="103">
                <a:latin typeface="Arial Narrow"/>
                <a:cs typeface="Arial Narrow"/>
              </a:rPr>
              <a:t> </a:t>
            </a:r>
            <a:r>
              <a:rPr dirty="0" smtClean="0" sz="1600" spc="103">
                <a:latin typeface="Arial Narrow"/>
                <a:cs typeface="Arial Narrow"/>
              </a:rPr>
              <a:t>=</a:t>
            </a:r>
            <a:r>
              <a:rPr dirty="0" smtClean="0" sz="1600" spc="103">
                <a:latin typeface="Arial Narrow"/>
                <a:cs typeface="Arial Narrow"/>
              </a:rPr>
              <a:t> </a:t>
            </a:r>
            <a:r>
              <a:rPr dirty="0" smtClean="0" sz="1600" spc="103">
                <a:latin typeface="Arial Narrow"/>
                <a:cs typeface="Arial Narrow"/>
              </a:rPr>
              <a:t>2</a:t>
            </a:r>
            <a:r>
              <a:rPr dirty="0" smtClean="0" sz="1600" spc="103">
                <a:latin typeface="Arial Narrow"/>
                <a:cs typeface="Arial Narrow"/>
              </a:rPr>
              <a:t> </a:t>
            </a:r>
            <a:r>
              <a:rPr dirty="0" smtClean="0" sz="1600" spc="0">
                <a:latin typeface="Wingdings"/>
                <a:cs typeface="Wingdings"/>
              </a:rPr>
              <a:t></a:t>
            </a:r>
            <a:endParaRPr sz="1600">
              <a:latin typeface="Wingdings"/>
              <a:cs typeface="Wingding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914258" y="5031059"/>
            <a:ext cx="550372" cy="1326191"/>
          </a:xfrm>
          <a:prstGeom prst="rect">
            <a:avLst/>
          </a:prstGeom>
        </p:spPr>
        <p:txBody>
          <a:bodyPr wrap="square" lIns="0" tIns="11080" rIns="0" bIns="0" rtlCol="0">
            <a:noAutofit/>
          </a:bodyPr>
          <a:lstStyle/>
          <a:p>
            <a:pPr marL="12700" marR="236">
              <a:lnSpc>
                <a:spcPts val="1745"/>
              </a:lnSpc>
            </a:pPr>
            <a:r>
              <a:rPr dirty="0" smtClean="0" sz="1600" spc="155">
                <a:latin typeface="Arial Narrow"/>
                <a:cs typeface="Arial Narrow"/>
              </a:rPr>
              <a:t>K</a:t>
            </a:r>
            <a:r>
              <a:rPr dirty="0" smtClean="0" sz="1600" spc="155">
                <a:latin typeface="Arial Narrow"/>
                <a:cs typeface="Arial Narrow"/>
              </a:rPr>
              <a:t> </a:t>
            </a:r>
            <a:r>
              <a:rPr dirty="0" smtClean="0" sz="1600" spc="155">
                <a:latin typeface="Arial Narrow"/>
                <a:cs typeface="Arial Narrow"/>
              </a:rPr>
              <a:t>=</a:t>
            </a:r>
            <a:r>
              <a:rPr dirty="0" smtClean="0" sz="1600" spc="155">
                <a:latin typeface="Arial Narrow"/>
                <a:cs typeface="Arial Narrow"/>
              </a:rPr>
              <a:t> </a:t>
            </a:r>
            <a:r>
              <a:rPr dirty="0" smtClean="0" sz="1600" spc="155">
                <a:latin typeface="Arial Narrow"/>
                <a:cs typeface="Arial Narrow"/>
              </a:rPr>
              <a:t>3</a:t>
            </a:r>
            <a:endParaRPr sz="1600">
              <a:latin typeface="Arial Narrow"/>
              <a:cs typeface="Arial Narrow"/>
            </a:endParaRPr>
          </a:p>
          <a:p>
            <a:pPr marL="12700" marR="236">
              <a:lnSpc>
                <a:spcPct val="95621"/>
              </a:lnSpc>
              <a:spcBef>
                <a:spcPts val="958"/>
              </a:spcBef>
            </a:pPr>
            <a:r>
              <a:rPr dirty="0" smtClean="0" sz="1600" spc="155">
                <a:latin typeface="Arial Narrow"/>
                <a:cs typeface="Arial Narrow"/>
              </a:rPr>
              <a:t>K</a:t>
            </a:r>
            <a:r>
              <a:rPr dirty="0" smtClean="0" sz="1600" spc="155">
                <a:latin typeface="Arial Narrow"/>
                <a:cs typeface="Arial Narrow"/>
              </a:rPr>
              <a:t> </a:t>
            </a:r>
            <a:r>
              <a:rPr dirty="0" smtClean="0" sz="1600" spc="155">
                <a:latin typeface="Arial Narrow"/>
                <a:cs typeface="Arial Narrow"/>
              </a:rPr>
              <a:t>=</a:t>
            </a:r>
            <a:r>
              <a:rPr dirty="0" smtClean="0" sz="1600" spc="155">
                <a:latin typeface="Arial Narrow"/>
                <a:cs typeface="Arial Narrow"/>
              </a:rPr>
              <a:t> </a:t>
            </a:r>
            <a:r>
              <a:rPr dirty="0" smtClean="0" sz="1600" spc="155">
                <a:latin typeface="Arial Narrow"/>
                <a:cs typeface="Arial Narrow"/>
              </a:rPr>
              <a:t>7</a:t>
            </a:r>
            <a:endParaRPr sz="1600">
              <a:latin typeface="Arial Narrow"/>
              <a:cs typeface="Arial Narrow"/>
            </a:endParaRPr>
          </a:p>
          <a:p>
            <a:pPr marL="12700" marR="236">
              <a:lnSpc>
                <a:spcPct val="95621"/>
              </a:lnSpc>
              <a:spcBef>
                <a:spcPts val="1044"/>
              </a:spcBef>
            </a:pPr>
            <a:r>
              <a:rPr dirty="0" smtClean="0" sz="1600" spc="155">
                <a:latin typeface="Arial Narrow"/>
                <a:cs typeface="Arial Narrow"/>
              </a:rPr>
              <a:t>K</a:t>
            </a:r>
            <a:r>
              <a:rPr dirty="0" smtClean="0" sz="1600" spc="155">
                <a:latin typeface="Arial Narrow"/>
                <a:cs typeface="Arial Narrow"/>
              </a:rPr>
              <a:t> </a:t>
            </a:r>
            <a:r>
              <a:rPr dirty="0" smtClean="0" sz="1600" spc="155">
                <a:latin typeface="Arial Narrow"/>
                <a:cs typeface="Arial Narrow"/>
              </a:rPr>
              <a:t>=</a:t>
            </a:r>
            <a:r>
              <a:rPr dirty="0" smtClean="0" sz="1600" spc="155">
                <a:latin typeface="Arial Narrow"/>
                <a:cs typeface="Arial Narrow"/>
              </a:rPr>
              <a:t> </a:t>
            </a:r>
            <a:r>
              <a:rPr dirty="0" smtClean="0" sz="1600" spc="155">
                <a:latin typeface="Arial Narrow"/>
                <a:cs typeface="Arial Narrow"/>
              </a:rPr>
              <a:t>4</a:t>
            </a:r>
            <a:endParaRPr sz="1600">
              <a:latin typeface="Arial Narrow"/>
              <a:cs typeface="Arial Narrow"/>
            </a:endParaRPr>
          </a:p>
          <a:p>
            <a:pPr marL="12700">
              <a:lnSpc>
                <a:spcPct val="95621"/>
              </a:lnSpc>
              <a:spcBef>
                <a:spcPts val="1044"/>
              </a:spcBef>
            </a:pPr>
            <a:r>
              <a:rPr dirty="0" smtClean="0" sz="1600" spc="154">
                <a:latin typeface="Arial Narrow"/>
                <a:cs typeface="Arial Narrow"/>
              </a:rPr>
              <a:t>K</a:t>
            </a:r>
            <a:r>
              <a:rPr dirty="0" smtClean="0" sz="1600" spc="154">
                <a:latin typeface="Arial Narrow"/>
                <a:cs typeface="Arial Narrow"/>
              </a:rPr>
              <a:t> </a:t>
            </a:r>
            <a:r>
              <a:rPr dirty="0" smtClean="0" sz="1600" spc="154">
                <a:latin typeface="Arial Narrow"/>
                <a:cs typeface="Arial Narrow"/>
              </a:rPr>
              <a:t>=</a:t>
            </a:r>
            <a:r>
              <a:rPr dirty="0" smtClean="0" sz="1600" spc="154">
                <a:latin typeface="Arial Narrow"/>
                <a:cs typeface="Arial Narrow"/>
              </a:rPr>
              <a:t> </a:t>
            </a:r>
            <a:r>
              <a:rPr dirty="0" smtClean="0" sz="1600" spc="154">
                <a:latin typeface="Arial Narrow"/>
                <a:cs typeface="Arial Narrow"/>
              </a:rPr>
              <a:t>4</a:t>
            </a:r>
            <a:endParaRPr sz="1600">
              <a:latin typeface="Arial Narrow"/>
              <a:cs typeface="Arial Narro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799232" y="5077048"/>
            <a:ext cx="100014" cy="209062"/>
          </a:xfrm>
          <a:prstGeom prst="rect">
            <a:avLst/>
          </a:prstGeom>
        </p:spPr>
        <p:txBody>
          <a:bodyPr wrap="square" lIns="0" tIns="10001" rIns="0" bIns="0" rtlCol="0">
            <a:noAutofit/>
          </a:bodyPr>
          <a:lstStyle/>
          <a:p>
            <a:pPr marL="12700">
              <a:lnSpc>
                <a:spcPts val="1575"/>
              </a:lnSpc>
            </a:pPr>
            <a:r>
              <a:rPr dirty="0" smtClean="0" sz="1450" b="1">
                <a:latin typeface="Times New Roman"/>
                <a:cs typeface="Times New Roman"/>
              </a:rPr>
              <a:t>i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167245" y="6128334"/>
            <a:ext cx="702448" cy="230500"/>
          </a:xfrm>
          <a:prstGeom prst="rect">
            <a:avLst/>
          </a:prstGeom>
        </p:spPr>
        <p:txBody>
          <a:bodyPr wrap="square" lIns="0" tIns="11112" rIns="0" bIns="0" rtlCol="0">
            <a:noAutofit/>
          </a:bodyPr>
          <a:lstStyle/>
          <a:p>
            <a:pPr marL="12700">
              <a:lnSpc>
                <a:spcPts val="1750"/>
              </a:lnSpc>
            </a:pPr>
            <a:r>
              <a:rPr dirty="0" smtClean="0" sz="1600" spc="104">
                <a:latin typeface="Arial Narrow"/>
                <a:cs typeface="Arial Narrow"/>
              </a:rPr>
              <a:t>j</a:t>
            </a:r>
            <a:r>
              <a:rPr dirty="0" smtClean="0" sz="1600" spc="104">
                <a:latin typeface="Arial Narrow"/>
                <a:cs typeface="Arial Narrow"/>
              </a:rPr>
              <a:t> </a:t>
            </a:r>
            <a:r>
              <a:rPr dirty="0" smtClean="0" sz="1600" spc="104">
                <a:latin typeface="Arial Narrow"/>
                <a:cs typeface="Arial Narrow"/>
              </a:rPr>
              <a:t>=</a:t>
            </a:r>
            <a:r>
              <a:rPr dirty="0" smtClean="0" sz="1600" spc="104">
                <a:latin typeface="Arial Narrow"/>
                <a:cs typeface="Arial Narrow"/>
              </a:rPr>
              <a:t> </a:t>
            </a:r>
            <a:r>
              <a:rPr dirty="0" smtClean="0" sz="1600" spc="104">
                <a:latin typeface="Arial Narrow"/>
                <a:cs typeface="Arial Narrow"/>
              </a:rPr>
              <a:t>0</a:t>
            </a:r>
            <a:r>
              <a:rPr dirty="0" smtClean="0" sz="1600" spc="104">
                <a:latin typeface="Arial Narrow"/>
                <a:cs typeface="Arial Narrow"/>
              </a:rPr>
              <a:t> </a:t>
            </a:r>
            <a:r>
              <a:rPr dirty="0" smtClean="0" sz="1600" spc="0">
                <a:latin typeface="Wingdings"/>
                <a:cs typeface="Wingdings"/>
              </a:rPr>
              <a:t></a:t>
            </a:r>
            <a:endParaRPr sz="1600">
              <a:latin typeface="Wingdings"/>
              <a:cs typeface="Wingding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31140" y="6472848"/>
            <a:ext cx="823898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b="1">
                <a:latin typeface="Georgia"/>
                <a:cs typeface="Georgia"/>
              </a:rPr>
              <a:t>M</a:t>
            </a:r>
            <a:r>
              <a:rPr dirty="0" smtClean="0" sz="1800" b="1">
                <a:latin typeface="Georgia"/>
                <a:cs typeface="Georgia"/>
              </a:rPr>
              <a:t>o</a:t>
            </a:r>
            <a:r>
              <a:rPr dirty="0" smtClean="0" sz="1800" b="1">
                <a:latin typeface="Georgia"/>
                <a:cs typeface="Georgia"/>
              </a:rPr>
              <a:t>d</a:t>
            </a:r>
            <a:r>
              <a:rPr dirty="0" smtClean="0" sz="1800" b="1">
                <a:latin typeface="Georgia"/>
                <a:cs typeface="Georgia"/>
              </a:rPr>
              <a:t>ul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53414" y="6472848"/>
            <a:ext cx="4652954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0" b="1">
                <a:latin typeface="Georgia"/>
                <a:cs typeface="Georgia"/>
              </a:rPr>
              <a:t>3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S</a:t>
            </a:r>
            <a:r>
              <a:rPr dirty="0" smtClean="0" sz="1800" spc="0" b="1">
                <a:latin typeface="Georgia"/>
                <a:cs typeface="Georgia"/>
              </a:rPr>
              <a:t>istem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K</a:t>
            </a:r>
            <a:r>
              <a:rPr dirty="0" smtClean="0" sz="1800" spc="0" b="1">
                <a:latin typeface="Georgia"/>
                <a:cs typeface="Georgia"/>
              </a:rPr>
              <a:t>o</a:t>
            </a: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unik</a:t>
            </a:r>
            <a:r>
              <a:rPr dirty="0" smtClean="0" sz="1800" spc="0" b="1">
                <a:latin typeface="Georgia"/>
                <a:cs typeface="Georgia"/>
              </a:rPr>
              <a:t>a</a:t>
            </a:r>
            <a:r>
              <a:rPr dirty="0" smtClean="0" sz="1800" spc="0" b="1">
                <a:latin typeface="Georgia"/>
                <a:cs typeface="Georgia"/>
              </a:rPr>
              <a:t>si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B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r>
              <a:rPr dirty="0" smtClean="0" sz="1800" spc="0" b="1">
                <a:latin typeface="Georgia"/>
                <a:cs typeface="Georgia"/>
              </a:rPr>
              <a:t>g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r>
              <a:rPr dirty="0" smtClean="0" sz="1800" spc="0" b="1">
                <a:latin typeface="Georgia"/>
                <a:cs typeface="Georgia"/>
              </a:rPr>
              <a:t>a</a:t>
            </a:r>
            <a:r>
              <a:rPr dirty="0" smtClean="0" sz="1800" spc="0" b="1">
                <a:latin typeface="Georgia"/>
                <a:cs typeface="Georgia"/>
              </a:rPr>
              <a:t>k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S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lul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431020" y="6472848"/>
            <a:ext cx="361460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-4" b="1">
                <a:latin typeface="Georgia"/>
                <a:cs typeface="Georgia"/>
              </a:rPr>
              <a:t>20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77254" y="946150"/>
            <a:ext cx="88979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" name="object 3"/>
          <p:cNvSpPr txBox="1"/>
          <p:nvPr/>
        </p:nvSpPr>
        <p:spPr>
          <a:xfrm>
            <a:off x="3390997" y="946150"/>
            <a:ext cx="90047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" name="object 2"/>
          <p:cNvSpPr txBox="1"/>
          <p:nvPr/>
        </p:nvSpPr>
        <p:spPr>
          <a:xfrm>
            <a:off x="4542034" y="946150"/>
            <a:ext cx="88623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17"/>
          <p:cNvSpPr/>
          <p:nvPr/>
        </p:nvSpPr>
        <p:spPr>
          <a:xfrm>
            <a:off x="0" y="6400800"/>
            <a:ext cx="9903460" cy="457196"/>
          </a:xfrm>
          <a:custGeom>
            <a:avLst/>
            <a:gdLst/>
            <a:ahLst/>
            <a:cxnLst/>
            <a:rect l="l" t="t" r="r" b="b"/>
            <a:pathLst>
              <a:path w="9903460" h="457196">
                <a:moveTo>
                  <a:pt x="9903460" y="457196"/>
                </a:moveTo>
                <a:lnTo>
                  <a:pt x="9903460" y="0"/>
                </a:lnTo>
                <a:lnTo>
                  <a:pt x="0" y="0"/>
                </a:lnTo>
                <a:lnTo>
                  <a:pt x="0" y="457196"/>
                </a:lnTo>
                <a:lnTo>
                  <a:pt x="9903460" y="457196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" name="object 18"/>
          <p:cNvSpPr/>
          <p:nvPr/>
        </p:nvSpPr>
        <p:spPr>
          <a:xfrm>
            <a:off x="153670" y="640207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58419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" name="object 15"/>
          <p:cNvSpPr/>
          <p:nvPr/>
        </p:nvSpPr>
        <p:spPr>
          <a:xfrm>
            <a:off x="0" y="0"/>
            <a:ext cx="9903460" cy="609600"/>
          </a:xfrm>
          <a:custGeom>
            <a:avLst/>
            <a:gdLst/>
            <a:ahLst/>
            <a:cxnLst/>
            <a:rect l="l" t="t" r="r" b="b"/>
            <a:pathLst>
              <a:path w="9903460" h="609600">
                <a:moveTo>
                  <a:pt x="0" y="609600"/>
                </a:moveTo>
                <a:lnTo>
                  <a:pt x="9903460" y="609600"/>
                </a:lnTo>
                <a:lnTo>
                  <a:pt x="9903460" y="0"/>
                </a:lnTo>
                <a:lnTo>
                  <a:pt x="0" y="0"/>
                </a:lnTo>
                <a:lnTo>
                  <a:pt x="0" y="60960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" name="object 16"/>
          <p:cNvSpPr/>
          <p:nvPr/>
        </p:nvSpPr>
        <p:spPr>
          <a:xfrm>
            <a:off x="111760" y="60960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76200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" name="object 14"/>
          <p:cNvSpPr/>
          <p:nvPr/>
        </p:nvSpPr>
        <p:spPr>
          <a:xfrm>
            <a:off x="609600" y="1155700"/>
            <a:ext cx="5486400" cy="51689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78740" y="159670"/>
            <a:ext cx="3001162" cy="330200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dirty="0" smtClean="0" sz="2400" spc="0" b="1">
                <a:latin typeface="Arial"/>
                <a:cs typeface="Arial"/>
              </a:rPr>
              <a:t>B.</a:t>
            </a:r>
            <a:r>
              <a:rPr dirty="0" smtClean="0" sz="2400" spc="0" b="1">
                <a:latin typeface="Arial"/>
                <a:cs typeface="Arial"/>
              </a:rPr>
              <a:t> </a:t>
            </a:r>
            <a:r>
              <a:rPr dirty="0" smtClean="0" sz="2400" spc="0" b="1">
                <a:latin typeface="Arial"/>
                <a:cs typeface="Arial"/>
              </a:rPr>
              <a:t>Freq</a:t>
            </a:r>
            <a:r>
              <a:rPr dirty="0" smtClean="0" sz="2400" spc="0" b="1">
                <a:latin typeface="Arial"/>
                <a:cs typeface="Arial"/>
              </a:rPr>
              <a:t>u</a:t>
            </a:r>
            <a:r>
              <a:rPr dirty="0" smtClean="0" sz="2400" spc="0" b="1">
                <a:latin typeface="Arial"/>
                <a:cs typeface="Arial"/>
              </a:rPr>
              <a:t>ency</a:t>
            </a:r>
            <a:r>
              <a:rPr dirty="0" smtClean="0" sz="2400" spc="0" b="1">
                <a:latin typeface="Arial"/>
                <a:cs typeface="Arial"/>
              </a:rPr>
              <a:t> </a:t>
            </a:r>
            <a:r>
              <a:rPr dirty="0" smtClean="0" sz="2400" spc="0" b="1">
                <a:latin typeface="Arial"/>
                <a:cs typeface="Arial"/>
              </a:rPr>
              <a:t>R</a:t>
            </a:r>
            <a:r>
              <a:rPr dirty="0" smtClean="0" sz="2400" spc="0" b="1">
                <a:latin typeface="Arial"/>
                <a:cs typeface="Arial"/>
              </a:rPr>
              <a:t>e</a:t>
            </a:r>
            <a:r>
              <a:rPr dirty="0" smtClean="0" sz="2400" spc="0" b="1">
                <a:latin typeface="Arial"/>
                <a:cs typeface="Arial"/>
              </a:rPr>
              <a:t>use</a:t>
            </a:r>
            <a:endParaRPr sz="24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83540" y="713727"/>
            <a:ext cx="2758490" cy="381317"/>
          </a:xfrm>
          <a:prstGeom prst="rect">
            <a:avLst/>
          </a:prstGeom>
        </p:spPr>
        <p:txBody>
          <a:bodyPr wrap="square" lIns="0" tIns="18796" rIns="0" bIns="0" rtlCol="0">
            <a:noAutofit/>
          </a:bodyPr>
          <a:lstStyle/>
          <a:p>
            <a:pPr marL="12700">
              <a:lnSpc>
                <a:spcPts val="2960"/>
              </a:lnSpc>
            </a:pPr>
            <a:r>
              <a:rPr dirty="0" smtClean="0" sz="2800" spc="0" b="1" u="heavy">
                <a:solidFill>
                  <a:srgbClr val="3333CC"/>
                </a:solidFill>
                <a:latin typeface="Times New Roman"/>
                <a:cs typeface="Times New Roman"/>
              </a:rPr>
              <a:t>Sistem</a:t>
            </a:r>
            <a:r>
              <a:rPr dirty="0" smtClean="0" sz="2800" spc="0" b="1" u="heavy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2800" spc="0" b="1" u="heavy">
                <a:solidFill>
                  <a:srgbClr val="3333CC"/>
                </a:solidFill>
                <a:latin typeface="Times New Roman"/>
                <a:cs typeface="Times New Roman"/>
              </a:rPr>
              <a:t>Koordinat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55520" y="1030213"/>
            <a:ext cx="256539" cy="381000"/>
          </a:xfrm>
          <a:prstGeom prst="rect">
            <a:avLst/>
          </a:prstGeom>
        </p:spPr>
        <p:txBody>
          <a:bodyPr wrap="square" lIns="0" tIns="18796" rIns="0" bIns="0" rtlCol="0">
            <a:noAutofit/>
          </a:bodyPr>
          <a:lstStyle/>
          <a:p>
            <a:pPr marL="12700">
              <a:lnSpc>
                <a:spcPts val="2960"/>
              </a:lnSpc>
            </a:pPr>
            <a:r>
              <a:rPr dirty="0" smtClean="0" sz="2800">
                <a:latin typeface="Times New Roman"/>
                <a:cs typeface="Times New Roman"/>
              </a:rPr>
              <a:t>v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976455" y="2268467"/>
            <a:ext cx="454909" cy="1337324"/>
          </a:xfrm>
          <a:prstGeom prst="rect">
            <a:avLst/>
          </a:prstGeom>
        </p:spPr>
        <p:txBody>
          <a:bodyPr wrap="square" lIns="0" tIns="25304" rIns="0" bIns="0" rtlCol="0">
            <a:noAutofit/>
          </a:bodyPr>
          <a:lstStyle/>
          <a:p>
            <a:pPr marL="12700">
              <a:lnSpc>
                <a:spcPts val="3985"/>
              </a:lnSpc>
            </a:pPr>
            <a:r>
              <a:rPr dirty="0" smtClean="0" sz="3500" spc="-379">
                <a:latin typeface="Symbol"/>
                <a:cs typeface="Symbol"/>
              </a:rPr>
              <a:t></a:t>
            </a:r>
            <a:r>
              <a:rPr dirty="0" smtClean="0" sz="2650" spc="24" i="1">
                <a:latin typeface="Times New Roman"/>
                <a:cs typeface="Times New Roman"/>
              </a:rPr>
              <a:t>v</a:t>
            </a:r>
            <a:r>
              <a:rPr dirty="0" smtClean="0" baseline="-16831" sz="2325" spc="24">
                <a:latin typeface="Times New Roman"/>
                <a:cs typeface="Times New Roman"/>
              </a:rPr>
              <a:t>2</a:t>
            </a:r>
            <a:endParaRPr sz="1550">
              <a:latin typeface="Times New Roman"/>
              <a:cs typeface="Times New Roman"/>
            </a:endParaRPr>
          </a:p>
          <a:p>
            <a:pPr marL="12844" marR="73697">
              <a:lnSpc>
                <a:spcPts val="4230"/>
              </a:lnSpc>
              <a:spcBef>
                <a:spcPts val="2323"/>
              </a:spcBef>
            </a:pPr>
            <a:r>
              <a:rPr dirty="0" smtClean="0" sz="3500" spc="-416">
                <a:latin typeface="Symbol"/>
                <a:cs typeface="Symbol"/>
              </a:rPr>
              <a:t></a:t>
            </a:r>
            <a:r>
              <a:rPr dirty="0" smtClean="0" sz="2650" spc="12" i="1">
                <a:latin typeface="Times New Roman"/>
                <a:cs typeface="Times New Roman"/>
              </a:rPr>
              <a:t>u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421660" y="2268467"/>
            <a:ext cx="1521626" cy="1337324"/>
          </a:xfrm>
          <a:prstGeom prst="rect">
            <a:avLst/>
          </a:prstGeom>
        </p:spPr>
        <p:txBody>
          <a:bodyPr wrap="square" lIns="0" tIns="25304" rIns="0" bIns="0" rtlCol="0">
            <a:noAutofit/>
          </a:bodyPr>
          <a:lstStyle/>
          <a:p>
            <a:pPr marL="12700" marR="66879">
              <a:lnSpc>
                <a:spcPts val="3985"/>
              </a:lnSpc>
            </a:pPr>
            <a:r>
              <a:rPr dirty="0" smtClean="0" sz="2650" spc="-139">
                <a:latin typeface="Symbol"/>
                <a:cs typeface="Symbol"/>
              </a:rPr>
              <a:t></a:t>
            </a:r>
            <a:r>
              <a:rPr dirty="0" smtClean="0" sz="2650" spc="-122">
                <a:latin typeface="Times New Roman"/>
                <a:cs typeface="Times New Roman"/>
              </a:rPr>
              <a:t> </a:t>
            </a:r>
            <a:r>
              <a:rPr dirty="0" smtClean="0" sz="2650" spc="-122" i="1">
                <a:latin typeface="Times New Roman"/>
                <a:cs typeface="Times New Roman"/>
              </a:rPr>
              <a:t>v</a:t>
            </a:r>
            <a:r>
              <a:rPr dirty="0" smtClean="0" baseline="-16831" sz="2325" spc="-122">
                <a:latin typeface="Times New Roman"/>
                <a:cs typeface="Times New Roman"/>
              </a:rPr>
              <a:t>1</a:t>
            </a:r>
            <a:r>
              <a:rPr dirty="0" smtClean="0" baseline="-16831" sz="2325" spc="-122">
                <a:latin typeface="Times New Roman"/>
                <a:cs typeface="Times New Roman"/>
              </a:rPr>
              <a:t> </a:t>
            </a:r>
            <a:r>
              <a:rPr dirty="0" smtClean="0" sz="3500" spc="-139">
                <a:latin typeface="Symbol"/>
                <a:cs typeface="Symbol"/>
              </a:rPr>
              <a:t></a:t>
            </a:r>
            <a:endParaRPr sz="3500">
              <a:latin typeface="Symbol"/>
              <a:cs typeface="Symbol"/>
            </a:endParaRPr>
          </a:p>
          <a:p>
            <a:pPr marL="37802">
              <a:lnSpc>
                <a:spcPts val="4230"/>
              </a:lnSpc>
              <a:spcBef>
                <a:spcPts val="2323"/>
              </a:spcBef>
            </a:pPr>
            <a:r>
              <a:rPr dirty="0" smtClean="0" sz="2650" spc="-108">
                <a:latin typeface="Symbol"/>
                <a:cs typeface="Symbol"/>
              </a:rPr>
              <a:t></a:t>
            </a:r>
            <a:r>
              <a:rPr dirty="0" smtClean="0" sz="2650" spc="-50">
                <a:latin typeface="Times New Roman"/>
                <a:cs typeface="Times New Roman"/>
              </a:rPr>
              <a:t> </a:t>
            </a:r>
            <a:r>
              <a:rPr dirty="0" smtClean="0" sz="2650" spc="-50" i="1">
                <a:latin typeface="Times New Roman"/>
                <a:cs typeface="Times New Roman"/>
              </a:rPr>
              <a:t>u</a:t>
            </a:r>
            <a:r>
              <a:rPr dirty="0" smtClean="0" sz="2650" spc="-50" i="1">
                <a:latin typeface="Times New Roman"/>
                <a:cs typeface="Times New Roman"/>
              </a:rPr>
              <a:t> </a:t>
            </a:r>
            <a:r>
              <a:rPr dirty="0" smtClean="0" sz="3500" spc="-108">
                <a:latin typeface="Symbol"/>
                <a:cs typeface="Symbol"/>
              </a:rPr>
              <a:t></a:t>
            </a:r>
            <a:r>
              <a:rPr dirty="0" smtClean="0" sz="2650" spc="-50">
                <a:latin typeface="Times New Roman"/>
                <a:cs typeface="Times New Roman"/>
              </a:rPr>
              <a:t>s</a:t>
            </a:r>
            <a:r>
              <a:rPr dirty="0" smtClean="0" sz="2650" spc="-50">
                <a:latin typeface="Times New Roman"/>
                <a:cs typeface="Times New Roman"/>
              </a:rPr>
              <a:t>i</a:t>
            </a:r>
            <a:r>
              <a:rPr dirty="0" smtClean="0" sz="2650" spc="-50">
                <a:latin typeface="Times New Roman"/>
                <a:cs typeface="Times New Roman"/>
              </a:rPr>
              <a:t>n</a:t>
            </a:r>
            <a:r>
              <a:rPr dirty="0" smtClean="0" sz="2650" spc="-50">
                <a:latin typeface="Times New Roman"/>
                <a:cs typeface="Times New Roman"/>
              </a:rPr>
              <a:t> </a:t>
            </a:r>
            <a:r>
              <a:rPr dirty="0" smtClean="0" sz="2650" spc="-50">
                <a:latin typeface="Times New Roman"/>
                <a:cs typeface="Times New Roman"/>
              </a:rPr>
              <a:t>30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261610" y="2465311"/>
            <a:ext cx="256746" cy="381317"/>
          </a:xfrm>
          <a:prstGeom prst="rect">
            <a:avLst/>
          </a:prstGeom>
        </p:spPr>
        <p:txBody>
          <a:bodyPr wrap="square" lIns="0" tIns="18796" rIns="0" bIns="0" rtlCol="0">
            <a:noAutofit/>
          </a:bodyPr>
          <a:lstStyle/>
          <a:p>
            <a:pPr marL="12700">
              <a:lnSpc>
                <a:spcPts val="2960"/>
              </a:lnSpc>
            </a:pPr>
            <a:r>
              <a:rPr dirty="0" smtClean="0" sz="2800">
                <a:latin typeface="Times New Roman"/>
                <a:cs typeface="Times New Roman"/>
              </a:rPr>
              <a:t>u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902224" y="3192259"/>
            <a:ext cx="155053" cy="222730"/>
          </a:xfrm>
          <a:prstGeom prst="rect">
            <a:avLst/>
          </a:prstGeom>
        </p:spPr>
        <p:txBody>
          <a:bodyPr wrap="square" lIns="0" tIns="10699" rIns="0" bIns="0" rtlCol="0">
            <a:noAutofit/>
          </a:bodyPr>
          <a:lstStyle/>
          <a:p>
            <a:pPr marL="12700">
              <a:lnSpc>
                <a:spcPts val="1685"/>
              </a:lnSpc>
            </a:pPr>
            <a:r>
              <a:rPr dirty="0" smtClean="0" sz="1550" spc="6" i="1">
                <a:latin typeface="Times New Roman"/>
                <a:cs typeface="Times New Roman"/>
              </a:rPr>
              <a:t>o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54941" y="3428256"/>
            <a:ext cx="155053" cy="222730"/>
          </a:xfrm>
          <a:prstGeom prst="rect">
            <a:avLst/>
          </a:prstGeom>
        </p:spPr>
        <p:txBody>
          <a:bodyPr wrap="square" lIns="0" tIns="10699" rIns="0" bIns="0" rtlCol="0">
            <a:noAutofit/>
          </a:bodyPr>
          <a:lstStyle/>
          <a:p>
            <a:pPr marL="12700">
              <a:lnSpc>
                <a:spcPts val="1685"/>
              </a:lnSpc>
            </a:pPr>
            <a:r>
              <a:rPr dirty="0" smtClean="0" sz="1550" spc="6">
                <a:latin typeface="Times New Roman"/>
                <a:cs typeface="Times New Roman"/>
              </a:rPr>
              <a:t>2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842123" y="3428256"/>
            <a:ext cx="155053" cy="222730"/>
          </a:xfrm>
          <a:prstGeom prst="rect">
            <a:avLst/>
          </a:prstGeom>
        </p:spPr>
        <p:txBody>
          <a:bodyPr wrap="square" lIns="0" tIns="10699" rIns="0" bIns="0" rtlCol="0">
            <a:noAutofit/>
          </a:bodyPr>
          <a:lstStyle/>
          <a:p>
            <a:pPr marL="12700">
              <a:lnSpc>
                <a:spcPts val="1685"/>
              </a:lnSpc>
            </a:pPr>
            <a:r>
              <a:rPr dirty="0" smtClean="0" sz="1550" spc="6">
                <a:latin typeface="Times New Roman"/>
                <a:cs typeface="Times New Roman"/>
              </a:rPr>
              <a:t>1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1140" y="6472848"/>
            <a:ext cx="5475228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o</a:t>
            </a:r>
            <a:r>
              <a:rPr dirty="0" smtClean="0" sz="1800" spc="0" b="1">
                <a:latin typeface="Georgia"/>
                <a:cs typeface="Georgia"/>
              </a:rPr>
              <a:t>d</a:t>
            </a:r>
            <a:r>
              <a:rPr dirty="0" smtClean="0" sz="1800" spc="0" b="1">
                <a:latin typeface="Georgia"/>
                <a:cs typeface="Georgia"/>
              </a:rPr>
              <a:t>ul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3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S</a:t>
            </a:r>
            <a:r>
              <a:rPr dirty="0" smtClean="0" sz="1800" spc="0" b="1">
                <a:latin typeface="Georgia"/>
                <a:cs typeface="Georgia"/>
              </a:rPr>
              <a:t>istem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K</a:t>
            </a:r>
            <a:r>
              <a:rPr dirty="0" smtClean="0" sz="1800" spc="0" b="1">
                <a:latin typeface="Georgia"/>
                <a:cs typeface="Georgia"/>
              </a:rPr>
              <a:t>o</a:t>
            </a: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unik</a:t>
            </a:r>
            <a:r>
              <a:rPr dirty="0" smtClean="0" sz="1800" spc="0" b="1">
                <a:latin typeface="Georgia"/>
                <a:cs typeface="Georgia"/>
              </a:rPr>
              <a:t>a</a:t>
            </a:r>
            <a:r>
              <a:rPr dirty="0" smtClean="0" sz="1800" spc="0" b="1">
                <a:latin typeface="Georgia"/>
                <a:cs typeface="Georgia"/>
              </a:rPr>
              <a:t>si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B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r>
              <a:rPr dirty="0" smtClean="0" sz="1800" spc="0" b="1">
                <a:latin typeface="Georgia"/>
                <a:cs typeface="Georgia"/>
              </a:rPr>
              <a:t>g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r>
              <a:rPr dirty="0" smtClean="0" sz="1800" spc="0" b="1">
                <a:latin typeface="Georgia"/>
                <a:cs typeface="Georgia"/>
              </a:rPr>
              <a:t>a</a:t>
            </a:r>
            <a:r>
              <a:rPr dirty="0" smtClean="0" sz="1800" spc="0" b="1">
                <a:latin typeface="Georgia"/>
                <a:cs typeface="Georgia"/>
              </a:rPr>
              <a:t>k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S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lul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479280" y="6472848"/>
            <a:ext cx="313128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-4" b="1">
                <a:latin typeface="Georgia"/>
                <a:cs typeface="Georgia"/>
              </a:rPr>
              <a:t>21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404554" y="873125"/>
            <a:ext cx="89335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2"/>
          <p:cNvSpPr/>
          <p:nvPr/>
        </p:nvSpPr>
        <p:spPr>
          <a:xfrm>
            <a:off x="0" y="6400800"/>
            <a:ext cx="9903460" cy="457196"/>
          </a:xfrm>
          <a:custGeom>
            <a:avLst/>
            <a:gdLst/>
            <a:ahLst/>
            <a:cxnLst/>
            <a:rect l="l" t="t" r="r" b="b"/>
            <a:pathLst>
              <a:path w="9903460" h="457196">
                <a:moveTo>
                  <a:pt x="9903460" y="457196"/>
                </a:moveTo>
                <a:lnTo>
                  <a:pt x="9903460" y="0"/>
                </a:lnTo>
                <a:lnTo>
                  <a:pt x="0" y="0"/>
                </a:lnTo>
                <a:lnTo>
                  <a:pt x="0" y="457196"/>
                </a:lnTo>
                <a:lnTo>
                  <a:pt x="9903460" y="457196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" name="object 13"/>
          <p:cNvSpPr/>
          <p:nvPr/>
        </p:nvSpPr>
        <p:spPr>
          <a:xfrm>
            <a:off x="153670" y="640207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58419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" name="object 10"/>
          <p:cNvSpPr/>
          <p:nvPr/>
        </p:nvSpPr>
        <p:spPr>
          <a:xfrm>
            <a:off x="0" y="0"/>
            <a:ext cx="9903460" cy="609600"/>
          </a:xfrm>
          <a:custGeom>
            <a:avLst/>
            <a:gdLst/>
            <a:ahLst/>
            <a:cxnLst/>
            <a:rect l="l" t="t" r="r" b="b"/>
            <a:pathLst>
              <a:path w="9903460" h="609600">
                <a:moveTo>
                  <a:pt x="0" y="609600"/>
                </a:moveTo>
                <a:lnTo>
                  <a:pt x="9903460" y="609600"/>
                </a:lnTo>
                <a:lnTo>
                  <a:pt x="9903460" y="0"/>
                </a:lnTo>
                <a:lnTo>
                  <a:pt x="0" y="0"/>
                </a:lnTo>
                <a:lnTo>
                  <a:pt x="0" y="60960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" name="object 11"/>
          <p:cNvSpPr/>
          <p:nvPr/>
        </p:nvSpPr>
        <p:spPr>
          <a:xfrm>
            <a:off x="111760" y="60960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76200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" name="object 8"/>
          <p:cNvSpPr/>
          <p:nvPr/>
        </p:nvSpPr>
        <p:spPr>
          <a:xfrm>
            <a:off x="3200400" y="762000"/>
            <a:ext cx="6172200" cy="54051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" name="object 9"/>
          <p:cNvSpPr/>
          <p:nvPr/>
        </p:nvSpPr>
        <p:spPr>
          <a:xfrm>
            <a:off x="304800" y="914400"/>
            <a:ext cx="2895600" cy="924560"/>
          </a:xfrm>
          <a:custGeom>
            <a:avLst/>
            <a:gdLst/>
            <a:ahLst/>
            <a:cxnLst/>
            <a:rect l="l" t="t" r="r" b="b"/>
            <a:pathLst>
              <a:path w="2895600" h="924560">
                <a:moveTo>
                  <a:pt x="0" y="924560"/>
                </a:moveTo>
                <a:lnTo>
                  <a:pt x="2895600" y="924560"/>
                </a:lnTo>
                <a:lnTo>
                  <a:pt x="2895600" y="0"/>
                </a:lnTo>
                <a:lnTo>
                  <a:pt x="0" y="0"/>
                </a:lnTo>
                <a:lnTo>
                  <a:pt x="0" y="92456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78740" y="159670"/>
            <a:ext cx="375920" cy="330200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dirty="0" smtClean="0" sz="2400" b="1">
                <a:latin typeface="Arial"/>
                <a:cs typeface="Arial"/>
              </a:rPr>
              <a:t>B.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7359" y="159670"/>
            <a:ext cx="1611579" cy="330200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dirty="0" smtClean="0" sz="2400" spc="0" b="1">
                <a:latin typeface="Arial"/>
                <a:cs typeface="Arial"/>
              </a:rPr>
              <a:t>Freq</a:t>
            </a:r>
            <a:r>
              <a:rPr dirty="0" smtClean="0" sz="2400" spc="0" b="1">
                <a:latin typeface="Arial"/>
                <a:cs typeface="Arial"/>
              </a:rPr>
              <a:t>u</a:t>
            </a:r>
            <a:r>
              <a:rPr dirty="0" smtClean="0" sz="2400" spc="0" b="1">
                <a:latin typeface="Arial"/>
                <a:cs typeface="Arial"/>
              </a:rPr>
              <a:t>ency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92858" y="159670"/>
            <a:ext cx="987044" cy="330200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dirty="0" smtClean="0" sz="2400" spc="1" b="1">
                <a:latin typeface="Arial"/>
                <a:cs typeface="Arial"/>
              </a:rPr>
              <a:t>R</a:t>
            </a:r>
            <a:r>
              <a:rPr dirty="0" smtClean="0" sz="2400" spc="1" b="1">
                <a:latin typeface="Arial"/>
                <a:cs typeface="Arial"/>
              </a:rPr>
              <a:t>e</a:t>
            </a:r>
            <a:r>
              <a:rPr dirty="0" smtClean="0" sz="2400" spc="1" b="1">
                <a:latin typeface="Arial"/>
                <a:cs typeface="Arial"/>
              </a:rPr>
              <a:t>use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1140" y="6472848"/>
            <a:ext cx="5475228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o</a:t>
            </a:r>
            <a:r>
              <a:rPr dirty="0" smtClean="0" sz="1800" spc="0" b="1">
                <a:latin typeface="Georgia"/>
                <a:cs typeface="Georgia"/>
              </a:rPr>
              <a:t>d</a:t>
            </a:r>
            <a:r>
              <a:rPr dirty="0" smtClean="0" sz="1800" spc="0" b="1">
                <a:latin typeface="Georgia"/>
                <a:cs typeface="Georgia"/>
              </a:rPr>
              <a:t>ul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3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S</a:t>
            </a:r>
            <a:r>
              <a:rPr dirty="0" smtClean="0" sz="1800" spc="0" b="1">
                <a:latin typeface="Georgia"/>
                <a:cs typeface="Georgia"/>
              </a:rPr>
              <a:t>istem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K</a:t>
            </a:r>
            <a:r>
              <a:rPr dirty="0" smtClean="0" sz="1800" spc="0" b="1">
                <a:latin typeface="Georgia"/>
                <a:cs typeface="Georgia"/>
              </a:rPr>
              <a:t>o</a:t>
            </a: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unik</a:t>
            </a:r>
            <a:r>
              <a:rPr dirty="0" smtClean="0" sz="1800" spc="0" b="1">
                <a:latin typeface="Georgia"/>
                <a:cs typeface="Georgia"/>
              </a:rPr>
              <a:t>a</a:t>
            </a:r>
            <a:r>
              <a:rPr dirty="0" smtClean="0" sz="1800" spc="0" b="1">
                <a:latin typeface="Georgia"/>
                <a:cs typeface="Georgia"/>
              </a:rPr>
              <a:t>si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B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r>
              <a:rPr dirty="0" smtClean="0" sz="1800" spc="0" b="1">
                <a:latin typeface="Georgia"/>
                <a:cs typeface="Georgia"/>
              </a:rPr>
              <a:t>g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r>
              <a:rPr dirty="0" smtClean="0" sz="1800" spc="0" b="1">
                <a:latin typeface="Georgia"/>
                <a:cs typeface="Georgia"/>
              </a:rPr>
              <a:t>a</a:t>
            </a:r>
            <a:r>
              <a:rPr dirty="0" smtClean="0" sz="1800" spc="0" b="1">
                <a:latin typeface="Georgia"/>
                <a:cs typeface="Georgia"/>
              </a:rPr>
              <a:t>k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S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lul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448800" y="6472848"/>
            <a:ext cx="344382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-4" b="1">
                <a:latin typeface="Georgia"/>
                <a:cs typeface="Georgia"/>
              </a:rPr>
              <a:t>22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304800" y="914400"/>
            <a:ext cx="2895600" cy="924560"/>
          </a:xfrm>
          <a:prstGeom prst="rect">
            <a:avLst/>
          </a:prstGeom>
        </p:spPr>
        <p:txBody>
          <a:bodyPr wrap="square" lIns="0" tIns="38735" rIns="0" bIns="0" rtlCol="0">
            <a:noAutofit/>
          </a:bodyPr>
          <a:lstStyle/>
          <a:p>
            <a:pPr marL="91439" marR="316494" algn="just">
              <a:lnSpc>
                <a:spcPts val="2320"/>
              </a:lnSpc>
            </a:pPr>
            <a:r>
              <a:rPr dirty="0" smtClean="0" sz="2000" spc="-1">
                <a:latin typeface="Times New Roman"/>
                <a:cs typeface="Times New Roman"/>
              </a:rPr>
              <a:t>B</a:t>
            </a:r>
            <a:r>
              <a:rPr dirty="0" smtClean="0" sz="2000" spc="-1">
                <a:latin typeface="Times New Roman"/>
                <a:cs typeface="Times New Roman"/>
              </a:rPr>
              <a:t>e</a:t>
            </a:r>
            <a:r>
              <a:rPr dirty="0" smtClean="0" sz="2000" spc="-1">
                <a:latin typeface="Times New Roman"/>
                <a:cs typeface="Times New Roman"/>
              </a:rPr>
              <a:t>r</a:t>
            </a:r>
            <a:r>
              <a:rPr dirty="0" smtClean="0" sz="2000" spc="-1">
                <a:latin typeface="Times New Roman"/>
                <a:cs typeface="Times New Roman"/>
              </a:rPr>
              <a:t>b</a:t>
            </a:r>
            <a:r>
              <a:rPr dirty="0" smtClean="0" sz="2000" spc="-1">
                <a:latin typeface="Times New Roman"/>
                <a:cs typeface="Times New Roman"/>
              </a:rPr>
              <a:t>a</a:t>
            </a:r>
            <a:r>
              <a:rPr dirty="0" smtClean="0" sz="2000" spc="-1">
                <a:latin typeface="Times New Roman"/>
                <a:cs typeface="Times New Roman"/>
              </a:rPr>
              <a:t>g</a:t>
            </a:r>
            <a:r>
              <a:rPr dirty="0" smtClean="0" sz="2000" spc="-1">
                <a:latin typeface="Times New Roman"/>
                <a:cs typeface="Times New Roman"/>
              </a:rPr>
              <a:t>a</a:t>
            </a:r>
            <a:r>
              <a:rPr dirty="0" smtClean="0" sz="2000" spc="-1">
                <a:latin typeface="Times New Roman"/>
                <a:cs typeface="Times New Roman"/>
              </a:rPr>
              <a:t>i</a:t>
            </a:r>
            <a:r>
              <a:rPr dirty="0" smtClean="0" sz="2000" spc="-1">
                <a:latin typeface="Times New Roman"/>
                <a:cs typeface="Times New Roman"/>
              </a:rPr>
              <a:t> </a:t>
            </a:r>
            <a:r>
              <a:rPr dirty="0" smtClean="0" sz="2000" spc="-1">
                <a:latin typeface="Times New Roman"/>
                <a:cs typeface="Times New Roman"/>
              </a:rPr>
              <a:t>nilai</a:t>
            </a:r>
            <a:r>
              <a:rPr dirty="0" smtClean="0" sz="2000" spc="-1">
                <a:latin typeface="Times New Roman"/>
                <a:cs typeface="Times New Roman"/>
              </a:rPr>
              <a:t> </a:t>
            </a:r>
            <a:r>
              <a:rPr dirty="0" smtClean="0" sz="2000" spc="-1">
                <a:latin typeface="Times New Roman"/>
                <a:cs typeface="Times New Roman"/>
              </a:rPr>
              <a:t>kluster</a:t>
            </a:r>
            <a:r>
              <a:rPr dirty="0" smtClean="0" sz="2000" spc="-1">
                <a:latin typeface="Times New Roman"/>
                <a:cs typeface="Times New Roman"/>
              </a:rPr>
              <a:t> </a:t>
            </a:r>
            <a:r>
              <a:rPr dirty="0" smtClean="0" sz="2000" spc="-1" b="1">
                <a:latin typeface="Times New Roman"/>
                <a:cs typeface="Times New Roman"/>
              </a:rPr>
              <a:t>K</a:t>
            </a:r>
            <a:r>
              <a:rPr dirty="0" smtClean="0" sz="2000" spc="-1" b="1">
                <a:latin typeface="Times New Roman"/>
                <a:cs typeface="Times New Roman"/>
              </a:rPr>
              <a:t> </a:t>
            </a:r>
            <a:endParaRPr sz="2000">
              <a:latin typeface="Times New Roman"/>
              <a:cs typeface="Times New Roman"/>
            </a:endParaRPr>
          </a:p>
          <a:p>
            <a:pPr marL="91439" marR="316494" algn="just">
              <a:lnSpc>
                <a:spcPts val="2320"/>
              </a:lnSpc>
            </a:pPr>
            <a:r>
              <a:rPr dirty="0" smtClean="0" sz="2000" spc="0">
                <a:latin typeface="Times New Roman"/>
                <a:cs typeface="Times New Roman"/>
              </a:rPr>
              <a:t>a</a:t>
            </a:r>
            <a:r>
              <a:rPr dirty="0" smtClean="0" sz="2000" spc="0">
                <a:latin typeface="Times New Roman"/>
                <a:cs typeface="Times New Roman"/>
              </a:rPr>
              <a:t>tau</a:t>
            </a:r>
            <a:r>
              <a:rPr dirty="0" smtClean="0" sz="2000" spc="0">
                <a:latin typeface="Times New Roman"/>
                <a:cs typeface="Times New Roman"/>
              </a:rPr>
              <a:t> </a:t>
            </a:r>
            <a:r>
              <a:rPr dirty="0" smtClean="0" sz="2000" spc="0">
                <a:latin typeface="Times New Roman"/>
                <a:cs typeface="Times New Roman"/>
              </a:rPr>
              <a:t> </a:t>
            </a:r>
            <a:r>
              <a:rPr dirty="0" smtClean="0" sz="2000" spc="0" b="1">
                <a:latin typeface="Times New Roman"/>
                <a:cs typeface="Times New Roman"/>
              </a:rPr>
              <a:t>N</a:t>
            </a:r>
            <a:r>
              <a:rPr dirty="0" smtClean="0" sz="2000" spc="0" b="1">
                <a:latin typeface="Times New Roman"/>
                <a:cs typeface="Times New Roman"/>
              </a:rPr>
              <a:t> </a:t>
            </a:r>
            <a:r>
              <a:rPr dirty="0" smtClean="0" sz="2000" spc="0">
                <a:latin typeface="Times New Roman"/>
                <a:cs typeface="Times New Roman"/>
              </a:rPr>
              <a:t>,</a:t>
            </a:r>
            <a:r>
              <a:rPr dirty="0" smtClean="0" sz="2000" spc="0">
                <a:latin typeface="Times New Roman"/>
                <a:cs typeface="Times New Roman"/>
              </a:rPr>
              <a:t> </a:t>
            </a:r>
            <a:r>
              <a:rPr dirty="0" smtClean="0" sz="2000" spc="0">
                <a:latin typeface="Times New Roman"/>
                <a:cs typeface="Times New Roman"/>
              </a:rPr>
              <a:t>y</a:t>
            </a:r>
            <a:r>
              <a:rPr dirty="0" smtClean="0" sz="2000" spc="0">
                <a:latin typeface="Times New Roman"/>
                <a:cs typeface="Times New Roman"/>
              </a:rPr>
              <a:t>a</a:t>
            </a:r>
            <a:r>
              <a:rPr dirty="0" smtClean="0" sz="2000" spc="0">
                <a:latin typeface="Times New Roman"/>
                <a:cs typeface="Times New Roman"/>
              </a:rPr>
              <a:t>ng</a:t>
            </a:r>
            <a:r>
              <a:rPr dirty="0" smtClean="0" sz="2000" spc="0">
                <a:latin typeface="Times New Roman"/>
                <a:cs typeface="Times New Roman"/>
              </a:rPr>
              <a:t> </a:t>
            </a:r>
            <a:r>
              <a:rPr dirty="0" smtClean="0" sz="2000" spc="0">
                <a:latin typeface="Times New Roman"/>
                <a:cs typeface="Times New Roman"/>
              </a:rPr>
              <a:t>mun</a:t>
            </a:r>
            <a:r>
              <a:rPr dirty="0" smtClean="0" sz="2000" spc="0">
                <a:latin typeface="Times New Roman"/>
                <a:cs typeface="Times New Roman"/>
              </a:rPr>
              <a:t>g</a:t>
            </a:r>
            <a:r>
              <a:rPr dirty="0" smtClean="0" sz="2000" spc="0">
                <a:latin typeface="Times New Roman"/>
                <a:cs typeface="Times New Roman"/>
              </a:rPr>
              <a:t>kin</a:t>
            </a:r>
            <a:r>
              <a:rPr dirty="0" smtClean="0" sz="2000" spc="0">
                <a:latin typeface="Times New Roman"/>
                <a:cs typeface="Times New Roman"/>
              </a:rPr>
              <a:t> </a:t>
            </a:r>
            <a:endParaRPr sz="2000">
              <a:latin typeface="Times New Roman"/>
              <a:cs typeface="Times New Roman"/>
            </a:endParaRPr>
          </a:p>
          <a:p>
            <a:pPr marL="91439" marR="316494" algn="just">
              <a:lnSpc>
                <a:spcPts val="2299"/>
              </a:lnSpc>
            </a:pPr>
            <a:r>
              <a:rPr dirty="0" smtClean="0" sz="2000" spc="-1">
                <a:latin typeface="Times New Roman"/>
                <a:cs typeface="Times New Roman"/>
              </a:rPr>
              <a:t>te</a:t>
            </a:r>
            <a:r>
              <a:rPr dirty="0" smtClean="0" sz="2000" spc="-1">
                <a:latin typeface="Times New Roman"/>
                <a:cs typeface="Times New Roman"/>
              </a:rPr>
              <a:t>r</a:t>
            </a:r>
            <a:r>
              <a:rPr dirty="0" smtClean="0" sz="2000" spc="-1">
                <a:latin typeface="Times New Roman"/>
                <a:cs typeface="Times New Roman"/>
              </a:rPr>
              <a:t>jadi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object 75"/>
          <p:cNvSpPr/>
          <p:nvPr/>
        </p:nvSpPr>
        <p:spPr>
          <a:xfrm>
            <a:off x="0" y="6400800"/>
            <a:ext cx="9903460" cy="457196"/>
          </a:xfrm>
          <a:custGeom>
            <a:avLst/>
            <a:gdLst/>
            <a:ahLst/>
            <a:cxnLst/>
            <a:rect l="l" t="t" r="r" b="b"/>
            <a:pathLst>
              <a:path w="9903460" h="457196">
                <a:moveTo>
                  <a:pt x="9903460" y="457196"/>
                </a:moveTo>
                <a:lnTo>
                  <a:pt x="9903460" y="0"/>
                </a:lnTo>
                <a:lnTo>
                  <a:pt x="0" y="0"/>
                </a:lnTo>
                <a:lnTo>
                  <a:pt x="0" y="457196"/>
                </a:lnTo>
                <a:lnTo>
                  <a:pt x="9903460" y="457196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6" name="object 76"/>
          <p:cNvSpPr/>
          <p:nvPr/>
        </p:nvSpPr>
        <p:spPr>
          <a:xfrm>
            <a:off x="153670" y="640207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58419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3" name="object 73"/>
          <p:cNvSpPr/>
          <p:nvPr/>
        </p:nvSpPr>
        <p:spPr>
          <a:xfrm>
            <a:off x="0" y="0"/>
            <a:ext cx="9903460" cy="609600"/>
          </a:xfrm>
          <a:custGeom>
            <a:avLst/>
            <a:gdLst/>
            <a:ahLst/>
            <a:cxnLst/>
            <a:rect l="l" t="t" r="r" b="b"/>
            <a:pathLst>
              <a:path w="9903460" h="609600">
                <a:moveTo>
                  <a:pt x="0" y="609600"/>
                </a:moveTo>
                <a:lnTo>
                  <a:pt x="9903460" y="609600"/>
                </a:lnTo>
                <a:lnTo>
                  <a:pt x="9903460" y="0"/>
                </a:lnTo>
                <a:lnTo>
                  <a:pt x="0" y="0"/>
                </a:lnTo>
                <a:lnTo>
                  <a:pt x="0" y="60960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4" name="object 74"/>
          <p:cNvSpPr/>
          <p:nvPr/>
        </p:nvSpPr>
        <p:spPr>
          <a:xfrm>
            <a:off x="111760" y="60960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76200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1" name="object 61"/>
          <p:cNvSpPr/>
          <p:nvPr/>
        </p:nvSpPr>
        <p:spPr>
          <a:xfrm>
            <a:off x="457200" y="1905000"/>
            <a:ext cx="4005579" cy="4419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2" name="object 62"/>
          <p:cNvSpPr/>
          <p:nvPr/>
        </p:nvSpPr>
        <p:spPr>
          <a:xfrm>
            <a:off x="5760315" y="1621603"/>
            <a:ext cx="101403" cy="0"/>
          </a:xfrm>
          <a:custGeom>
            <a:avLst/>
            <a:gdLst/>
            <a:ahLst/>
            <a:cxnLst/>
            <a:rect l="l" t="t" r="r" b="b"/>
            <a:pathLst>
              <a:path w="101403" h="0">
                <a:moveTo>
                  <a:pt x="0" y="0"/>
                </a:moveTo>
                <a:lnTo>
                  <a:pt x="101403" y="0"/>
                </a:lnTo>
              </a:path>
            </a:pathLst>
          </a:custGeom>
          <a:ln w="583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3" name="object 63"/>
          <p:cNvSpPr/>
          <p:nvPr/>
        </p:nvSpPr>
        <p:spPr>
          <a:xfrm>
            <a:off x="320040" y="1363980"/>
            <a:ext cx="5610860" cy="640079"/>
          </a:xfrm>
          <a:custGeom>
            <a:avLst/>
            <a:gdLst/>
            <a:ahLst/>
            <a:cxnLst/>
            <a:rect l="l" t="t" r="r" b="b"/>
            <a:pathLst>
              <a:path w="5610860" h="640079">
                <a:moveTo>
                  <a:pt x="0" y="640079"/>
                </a:moveTo>
                <a:lnTo>
                  <a:pt x="5610860" y="640079"/>
                </a:lnTo>
                <a:lnTo>
                  <a:pt x="5610860" y="0"/>
                </a:lnTo>
                <a:lnTo>
                  <a:pt x="0" y="0"/>
                </a:lnTo>
                <a:lnTo>
                  <a:pt x="0" y="64007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4" name="object 64"/>
          <p:cNvSpPr/>
          <p:nvPr/>
        </p:nvSpPr>
        <p:spPr>
          <a:xfrm>
            <a:off x="5686698" y="4222572"/>
            <a:ext cx="38917" cy="21989"/>
          </a:xfrm>
          <a:custGeom>
            <a:avLst/>
            <a:gdLst/>
            <a:ahLst/>
            <a:cxnLst/>
            <a:rect l="l" t="t" r="r" b="b"/>
            <a:pathLst>
              <a:path w="38917" h="21989">
                <a:moveTo>
                  <a:pt x="0" y="21989"/>
                </a:moveTo>
                <a:lnTo>
                  <a:pt x="38917" y="0"/>
                </a:lnTo>
              </a:path>
            </a:pathLst>
          </a:custGeom>
          <a:ln w="1200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5" name="object 65"/>
          <p:cNvSpPr/>
          <p:nvPr/>
        </p:nvSpPr>
        <p:spPr>
          <a:xfrm>
            <a:off x="5725616" y="4228515"/>
            <a:ext cx="56223" cy="143224"/>
          </a:xfrm>
          <a:custGeom>
            <a:avLst/>
            <a:gdLst/>
            <a:ahLst/>
            <a:cxnLst/>
            <a:rect l="l" t="t" r="r" b="b"/>
            <a:pathLst>
              <a:path w="56223" h="143224">
                <a:moveTo>
                  <a:pt x="0" y="0"/>
                </a:moveTo>
                <a:lnTo>
                  <a:pt x="56223" y="143224"/>
                </a:lnTo>
              </a:path>
            </a:pathLst>
          </a:custGeom>
          <a:ln w="2520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6" name="object 66"/>
          <p:cNvSpPr/>
          <p:nvPr/>
        </p:nvSpPr>
        <p:spPr>
          <a:xfrm>
            <a:off x="5788011" y="3962868"/>
            <a:ext cx="74132" cy="408871"/>
          </a:xfrm>
          <a:custGeom>
            <a:avLst/>
            <a:gdLst/>
            <a:ahLst/>
            <a:cxnLst/>
            <a:rect l="l" t="t" r="r" b="b"/>
            <a:pathLst>
              <a:path w="74132" h="408871">
                <a:moveTo>
                  <a:pt x="0" y="408871"/>
                </a:moveTo>
                <a:lnTo>
                  <a:pt x="74132" y="0"/>
                </a:lnTo>
              </a:path>
            </a:pathLst>
          </a:custGeom>
          <a:ln w="1234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7" name="object 67"/>
          <p:cNvSpPr/>
          <p:nvPr/>
        </p:nvSpPr>
        <p:spPr>
          <a:xfrm>
            <a:off x="5862144" y="3962868"/>
            <a:ext cx="1163227" cy="0"/>
          </a:xfrm>
          <a:custGeom>
            <a:avLst/>
            <a:gdLst/>
            <a:ahLst/>
            <a:cxnLst/>
            <a:rect l="l" t="t" r="r" b="b"/>
            <a:pathLst>
              <a:path w="1163227" h="0">
                <a:moveTo>
                  <a:pt x="0" y="0"/>
                </a:moveTo>
                <a:lnTo>
                  <a:pt x="1163227" y="0"/>
                </a:lnTo>
              </a:path>
            </a:pathLst>
          </a:custGeom>
          <a:ln w="1189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8" name="object 68"/>
          <p:cNvSpPr/>
          <p:nvPr/>
        </p:nvSpPr>
        <p:spPr>
          <a:xfrm>
            <a:off x="5100320" y="3881120"/>
            <a:ext cx="2011679" cy="566419"/>
          </a:xfrm>
          <a:custGeom>
            <a:avLst/>
            <a:gdLst/>
            <a:ahLst/>
            <a:cxnLst/>
            <a:rect l="l" t="t" r="r" b="b"/>
            <a:pathLst>
              <a:path w="2011679" h="566420">
                <a:moveTo>
                  <a:pt x="0" y="566419"/>
                </a:moveTo>
                <a:lnTo>
                  <a:pt x="2011679" y="566419"/>
                </a:lnTo>
                <a:lnTo>
                  <a:pt x="2011679" y="0"/>
                </a:lnTo>
                <a:lnTo>
                  <a:pt x="0" y="0"/>
                </a:lnTo>
                <a:lnTo>
                  <a:pt x="0" y="56641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9" name="object 69"/>
          <p:cNvSpPr/>
          <p:nvPr/>
        </p:nvSpPr>
        <p:spPr>
          <a:xfrm>
            <a:off x="5579716" y="5649845"/>
            <a:ext cx="36701" cy="20683"/>
          </a:xfrm>
          <a:custGeom>
            <a:avLst/>
            <a:gdLst/>
            <a:ahLst/>
            <a:cxnLst/>
            <a:rect l="l" t="t" r="r" b="b"/>
            <a:pathLst>
              <a:path w="36701" h="20683">
                <a:moveTo>
                  <a:pt x="0" y="20683"/>
                </a:moveTo>
                <a:lnTo>
                  <a:pt x="36701" y="0"/>
                </a:lnTo>
              </a:path>
            </a:pathLst>
          </a:custGeom>
          <a:ln w="1186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0" name="object 70"/>
          <p:cNvSpPr/>
          <p:nvPr/>
        </p:nvSpPr>
        <p:spPr>
          <a:xfrm>
            <a:off x="5616418" y="5655995"/>
            <a:ext cx="53020" cy="134163"/>
          </a:xfrm>
          <a:custGeom>
            <a:avLst/>
            <a:gdLst/>
            <a:ahLst/>
            <a:cxnLst/>
            <a:rect l="l" t="t" r="r" b="b"/>
            <a:pathLst>
              <a:path w="53020" h="134163">
                <a:moveTo>
                  <a:pt x="0" y="0"/>
                </a:moveTo>
                <a:lnTo>
                  <a:pt x="53020" y="134163"/>
                </a:lnTo>
              </a:path>
            </a:pathLst>
          </a:custGeom>
          <a:ln w="2375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1" name="object 71"/>
          <p:cNvSpPr/>
          <p:nvPr/>
        </p:nvSpPr>
        <p:spPr>
          <a:xfrm>
            <a:off x="5675258" y="5406117"/>
            <a:ext cx="70504" cy="384042"/>
          </a:xfrm>
          <a:custGeom>
            <a:avLst/>
            <a:gdLst/>
            <a:ahLst/>
            <a:cxnLst/>
            <a:rect l="l" t="t" r="r" b="b"/>
            <a:pathLst>
              <a:path w="70504" h="384042">
                <a:moveTo>
                  <a:pt x="0" y="384042"/>
                </a:moveTo>
                <a:lnTo>
                  <a:pt x="70504" y="0"/>
                </a:lnTo>
              </a:path>
            </a:pathLst>
          </a:custGeom>
          <a:ln w="1221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2" name="object 72"/>
          <p:cNvSpPr/>
          <p:nvPr/>
        </p:nvSpPr>
        <p:spPr>
          <a:xfrm>
            <a:off x="5745762" y="5406117"/>
            <a:ext cx="1101627" cy="0"/>
          </a:xfrm>
          <a:custGeom>
            <a:avLst/>
            <a:gdLst/>
            <a:ahLst/>
            <a:cxnLst/>
            <a:rect l="l" t="t" r="r" b="b"/>
            <a:pathLst>
              <a:path w="1101627" h="0">
                <a:moveTo>
                  <a:pt x="0" y="0"/>
                </a:moveTo>
                <a:lnTo>
                  <a:pt x="1101627" y="0"/>
                </a:lnTo>
              </a:path>
            </a:pathLst>
          </a:custGeom>
          <a:ln w="1175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0" name="object 60"/>
          <p:cNvSpPr/>
          <p:nvPr/>
        </p:nvSpPr>
        <p:spPr>
          <a:xfrm>
            <a:off x="7038432" y="876479"/>
            <a:ext cx="104743" cy="0"/>
          </a:xfrm>
          <a:custGeom>
            <a:avLst/>
            <a:gdLst/>
            <a:ahLst/>
            <a:cxnLst/>
            <a:rect l="l" t="t" r="r" b="b"/>
            <a:pathLst>
              <a:path w="104743" h="0">
                <a:moveTo>
                  <a:pt x="0" y="0"/>
                </a:moveTo>
                <a:lnTo>
                  <a:pt x="104743" y="0"/>
                </a:lnTo>
              </a:path>
            </a:pathLst>
          </a:custGeom>
          <a:ln w="584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6" name="object 56"/>
          <p:cNvSpPr/>
          <p:nvPr/>
        </p:nvSpPr>
        <p:spPr>
          <a:xfrm>
            <a:off x="7157319" y="5614073"/>
            <a:ext cx="36701" cy="20679"/>
          </a:xfrm>
          <a:custGeom>
            <a:avLst/>
            <a:gdLst/>
            <a:ahLst/>
            <a:cxnLst/>
            <a:rect l="l" t="t" r="r" b="b"/>
            <a:pathLst>
              <a:path w="36701" h="20679">
                <a:moveTo>
                  <a:pt x="0" y="20679"/>
                </a:moveTo>
                <a:lnTo>
                  <a:pt x="36701" y="0"/>
                </a:lnTo>
              </a:path>
            </a:pathLst>
          </a:custGeom>
          <a:ln w="1186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7" name="object 57"/>
          <p:cNvSpPr/>
          <p:nvPr/>
        </p:nvSpPr>
        <p:spPr>
          <a:xfrm>
            <a:off x="7194020" y="5620211"/>
            <a:ext cx="53020" cy="111809"/>
          </a:xfrm>
          <a:custGeom>
            <a:avLst/>
            <a:gdLst/>
            <a:ahLst/>
            <a:cxnLst/>
            <a:rect l="l" t="t" r="r" b="b"/>
            <a:pathLst>
              <a:path w="53020" h="111809">
                <a:moveTo>
                  <a:pt x="0" y="0"/>
                </a:moveTo>
                <a:lnTo>
                  <a:pt x="53020" y="111809"/>
                </a:lnTo>
              </a:path>
            </a:pathLst>
          </a:custGeom>
          <a:ln w="2371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8" name="object 58"/>
          <p:cNvSpPr/>
          <p:nvPr/>
        </p:nvSpPr>
        <p:spPr>
          <a:xfrm>
            <a:off x="7252861" y="5406117"/>
            <a:ext cx="70504" cy="325904"/>
          </a:xfrm>
          <a:custGeom>
            <a:avLst/>
            <a:gdLst/>
            <a:ahLst/>
            <a:cxnLst/>
            <a:rect l="l" t="t" r="r" b="b"/>
            <a:pathLst>
              <a:path w="70504" h="325904">
                <a:moveTo>
                  <a:pt x="0" y="325904"/>
                </a:moveTo>
                <a:lnTo>
                  <a:pt x="70504" y="0"/>
                </a:lnTo>
              </a:path>
            </a:pathLst>
          </a:custGeom>
          <a:ln w="1221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9" name="object 59"/>
          <p:cNvSpPr/>
          <p:nvPr/>
        </p:nvSpPr>
        <p:spPr>
          <a:xfrm>
            <a:off x="7323365" y="5406117"/>
            <a:ext cx="1360982" cy="0"/>
          </a:xfrm>
          <a:custGeom>
            <a:avLst/>
            <a:gdLst/>
            <a:ahLst/>
            <a:cxnLst/>
            <a:rect l="l" t="t" r="r" b="b"/>
            <a:pathLst>
              <a:path w="1360982" h="0">
                <a:moveTo>
                  <a:pt x="0" y="0"/>
                </a:moveTo>
                <a:lnTo>
                  <a:pt x="1360982" y="0"/>
                </a:lnTo>
              </a:path>
            </a:pathLst>
          </a:custGeom>
          <a:ln w="1175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5" name="object 55"/>
          <p:cNvSpPr txBox="1"/>
          <p:nvPr/>
        </p:nvSpPr>
        <p:spPr>
          <a:xfrm>
            <a:off x="78740" y="159670"/>
            <a:ext cx="2000199" cy="330200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dirty="0" smtClean="0" sz="2400" spc="0" b="1">
                <a:latin typeface="Arial"/>
                <a:cs typeface="Arial"/>
              </a:rPr>
              <a:t>B.</a:t>
            </a:r>
            <a:r>
              <a:rPr dirty="0" smtClean="0" sz="2400" spc="0" b="1">
                <a:latin typeface="Arial"/>
                <a:cs typeface="Arial"/>
              </a:rPr>
              <a:t> </a:t>
            </a:r>
            <a:r>
              <a:rPr dirty="0" smtClean="0" sz="2400" spc="0" b="1">
                <a:latin typeface="Arial"/>
                <a:cs typeface="Arial"/>
              </a:rPr>
              <a:t>Freq</a:t>
            </a:r>
            <a:r>
              <a:rPr dirty="0" smtClean="0" sz="2400" spc="0" b="1">
                <a:latin typeface="Arial"/>
                <a:cs typeface="Arial"/>
              </a:rPr>
              <a:t>u</a:t>
            </a:r>
            <a:r>
              <a:rPr dirty="0" smtClean="0" sz="2400" spc="0" b="1">
                <a:latin typeface="Arial"/>
                <a:cs typeface="Arial"/>
              </a:rPr>
              <a:t>ency</a:t>
            </a:r>
            <a:endParaRPr sz="2400">
              <a:latin typeface="Arial"/>
              <a:cs typeface="Aria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2092858" y="159670"/>
            <a:ext cx="987044" cy="330200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dirty="0" smtClean="0" sz="2400" spc="1" b="1">
                <a:latin typeface="Arial"/>
                <a:cs typeface="Arial"/>
              </a:rPr>
              <a:t>R</a:t>
            </a:r>
            <a:r>
              <a:rPr dirty="0" smtClean="0" sz="2400" spc="1" b="1">
                <a:latin typeface="Arial"/>
                <a:cs typeface="Arial"/>
              </a:rPr>
              <a:t>e</a:t>
            </a:r>
            <a:r>
              <a:rPr dirty="0" smtClean="0" sz="2400" spc="1" b="1">
                <a:latin typeface="Arial"/>
                <a:cs typeface="Arial"/>
              </a:rPr>
              <a:t>use</a:t>
            </a:r>
            <a:endParaRPr sz="2400">
              <a:latin typeface="Arial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337144" y="653510"/>
            <a:ext cx="859413" cy="645432"/>
          </a:xfrm>
          <a:prstGeom prst="rect">
            <a:avLst/>
          </a:prstGeom>
        </p:spPr>
        <p:txBody>
          <a:bodyPr wrap="square" lIns="0" tIns="32258" rIns="0" bIns="0" rtlCol="0">
            <a:noAutofit/>
          </a:bodyPr>
          <a:lstStyle/>
          <a:p>
            <a:pPr marL="12700">
              <a:lnSpc>
                <a:spcPts val="5080"/>
              </a:lnSpc>
            </a:pPr>
            <a:r>
              <a:rPr dirty="0" smtClean="0" sz="2400" spc="-82">
                <a:latin typeface="Times New Roman"/>
                <a:cs typeface="Times New Roman"/>
              </a:rPr>
              <a:t>D</a:t>
            </a:r>
            <a:r>
              <a:rPr dirty="0" smtClean="0" sz="2400" spc="-82">
                <a:latin typeface="Times New Roman"/>
                <a:cs typeface="Times New Roman"/>
              </a:rPr>
              <a:t> </a:t>
            </a:r>
            <a:r>
              <a:rPr dirty="0" smtClean="0" sz="2400" spc="-533">
                <a:latin typeface="Symbol"/>
                <a:cs typeface="Symbol"/>
              </a:rPr>
              <a:t></a:t>
            </a:r>
            <a:r>
              <a:rPr dirty="0" smtClean="0" sz="2400" spc="-82">
                <a:latin typeface="Times New Roman"/>
                <a:cs typeface="Times New Roman"/>
              </a:rPr>
              <a:t> </a:t>
            </a:r>
            <a:r>
              <a:rPr dirty="0" smtClean="0" sz="4900" spc="-533">
                <a:latin typeface="Symbol"/>
                <a:cs typeface="Symbol"/>
              </a:rPr>
              <a:t></a:t>
            </a:r>
            <a:r>
              <a:rPr dirty="0" smtClean="0" sz="3150" spc="-533">
                <a:latin typeface="Symbol"/>
                <a:cs typeface="Symbol"/>
              </a:rPr>
              <a:t></a:t>
            </a:r>
            <a:endParaRPr sz="3150">
              <a:latin typeface="Symbol"/>
              <a:cs typeface="Symbo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6938611" y="653510"/>
            <a:ext cx="309908" cy="645432"/>
          </a:xfrm>
          <a:prstGeom prst="rect">
            <a:avLst/>
          </a:prstGeom>
        </p:spPr>
        <p:txBody>
          <a:bodyPr wrap="square" lIns="0" tIns="32258" rIns="0" bIns="0" rtlCol="0">
            <a:noAutofit/>
          </a:bodyPr>
          <a:lstStyle/>
          <a:p>
            <a:pPr marL="12700">
              <a:lnSpc>
                <a:spcPts val="5080"/>
              </a:lnSpc>
            </a:pPr>
            <a:r>
              <a:rPr dirty="0" smtClean="0" sz="4900" spc="-1568">
                <a:latin typeface="Symbol"/>
                <a:cs typeface="Symbol"/>
              </a:rPr>
              <a:t></a:t>
            </a:r>
            <a:r>
              <a:rPr dirty="0" smtClean="0" baseline="37270" sz="2100" spc="20">
                <a:latin typeface="Times New Roman"/>
                <a:cs typeface="Times New Roman"/>
              </a:rPr>
              <a:t>2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7034916" y="655143"/>
            <a:ext cx="144205" cy="202634"/>
          </a:xfrm>
          <a:prstGeom prst="rect">
            <a:avLst/>
          </a:prstGeom>
        </p:spPr>
        <p:txBody>
          <a:bodyPr wrap="square" lIns="0" tIns="9683" rIns="0" bIns="0" rtlCol="0">
            <a:noAutofit/>
          </a:bodyPr>
          <a:lstStyle/>
          <a:p>
            <a:pPr marL="12700">
              <a:lnSpc>
                <a:spcPts val="1525"/>
              </a:lnSpc>
            </a:pPr>
            <a:r>
              <a:rPr dirty="0" smtClean="0" sz="1400" spc="20">
                <a:latin typeface="Times New Roman"/>
                <a:cs typeface="Times New Roman"/>
              </a:rPr>
              <a:t>1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3304599" y="749517"/>
            <a:ext cx="481536" cy="528443"/>
          </a:xfrm>
          <a:prstGeom prst="rect">
            <a:avLst/>
          </a:prstGeom>
        </p:spPr>
        <p:txBody>
          <a:bodyPr wrap="square" lIns="0" tIns="26416" rIns="0" bIns="0" rtlCol="0">
            <a:noAutofit/>
          </a:bodyPr>
          <a:lstStyle/>
          <a:p>
            <a:pPr marL="12700">
              <a:lnSpc>
                <a:spcPts val="4160"/>
              </a:lnSpc>
            </a:pPr>
            <a:r>
              <a:rPr dirty="0" smtClean="0" sz="2400" spc="-332">
                <a:latin typeface="Symbol"/>
                <a:cs typeface="Symbol"/>
              </a:rPr>
              <a:t></a:t>
            </a:r>
            <a:r>
              <a:rPr dirty="0" smtClean="0" sz="2400" spc="-304">
                <a:latin typeface="Times New Roman"/>
                <a:cs typeface="Times New Roman"/>
              </a:rPr>
              <a:t> </a:t>
            </a:r>
            <a:r>
              <a:rPr dirty="0" smtClean="0" sz="3950" spc="-332">
                <a:latin typeface="Symbol"/>
                <a:cs typeface="Symbol"/>
              </a:rPr>
              <a:t></a:t>
            </a:r>
            <a:r>
              <a:rPr dirty="0" smtClean="0" sz="3150" spc="-332">
                <a:latin typeface="Symbol"/>
                <a:cs typeface="Symbol"/>
              </a:rPr>
              <a:t></a:t>
            </a:r>
            <a:endParaRPr sz="3150">
              <a:latin typeface="Symbol"/>
              <a:cs typeface="Symbo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6697601" y="749517"/>
            <a:ext cx="263071" cy="528443"/>
          </a:xfrm>
          <a:prstGeom prst="rect">
            <a:avLst/>
          </a:prstGeom>
        </p:spPr>
        <p:txBody>
          <a:bodyPr wrap="square" lIns="0" tIns="26416" rIns="0" bIns="0" rtlCol="0">
            <a:noAutofit/>
          </a:bodyPr>
          <a:lstStyle/>
          <a:p>
            <a:pPr marL="12700">
              <a:lnSpc>
                <a:spcPts val="4160"/>
              </a:lnSpc>
            </a:pPr>
            <a:r>
              <a:rPr dirty="0" smtClean="0" sz="3950" spc="-764">
                <a:latin typeface="Symbol"/>
                <a:cs typeface="Symbol"/>
              </a:rPr>
              <a:t></a:t>
            </a:r>
            <a:r>
              <a:rPr dirty="0" smtClean="0" baseline="62117" sz="2100" spc="20">
                <a:latin typeface="Times New Roman"/>
                <a:cs typeface="Times New Roman"/>
              </a:rPr>
              <a:t>2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2111538" y="765771"/>
            <a:ext cx="201938" cy="511484"/>
          </a:xfrm>
          <a:prstGeom prst="rect">
            <a:avLst/>
          </a:prstGeom>
        </p:spPr>
        <p:txBody>
          <a:bodyPr wrap="square" lIns="0" tIns="25558" rIns="0" bIns="0" rtlCol="0">
            <a:noAutofit/>
          </a:bodyPr>
          <a:lstStyle/>
          <a:p>
            <a:pPr marL="12700">
              <a:lnSpc>
                <a:spcPts val="4025"/>
              </a:lnSpc>
            </a:pPr>
            <a:r>
              <a:rPr dirty="0" smtClean="0" sz="3850" spc="-461">
                <a:latin typeface="Symbol"/>
                <a:cs typeface="Symbol"/>
              </a:rPr>
              <a:t></a:t>
            </a:r>
            <a:endParaRPr sz="3850">
              <a:latin typeface="Symbol"/>
              <a:cs typeface="Symbo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3059369" y="765771"/>
            <a:ext cx="268470" cy="511484"/>
          </a:xfrm>
          <a:prstGeom prst="rect">
            <a:avLst/>
          </a:prstGeom>
        </p:spPr>
        <p:txBody>
          <a:bodyPr wrap="square" lIns="0" tIns="25558" rIns="0" bIns="0" rtlCol="0">
            <a:noAutofit/>
          </a:bodyPr>
          <a:lstStyle/>
          <a:p>
            <a:pPr marL="12700">
              <a:lnSpc>
                <a:spcPts val="4025"/>
              </a:lnSpc>
            </a:pPr>
            <a:r>
              <a:rPr dirty="0" smtClean="0" sz="3850" spc="-661">
                <a:latin typeface="Symbol"/>
                <a:cs typeface="Symbol"/>
              </a:rPr>
              <a:t></a:t>
            </a:r>
            <a:r>
              <a:rPr dirty="0" smtClean="0" baseline="62117" sz="2100" spc="20">
                <a:latin typeface="Times New Roman"/>
                <a:cs typeface="Times New Roman"/>
              </a:rPr>
              <a:t>2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411517" y="834695"/>
            <a:ext cx="683451" cy="466539"/>
          </a:xfrm>
          <a:prstGeom prst="rect">
            <a:avLst/>
          </a:prstGeom>
        </p:spPr>
        <p:txBody>
          <a:bodyPr wrap="square" lIns="0" tIns="22891" rIns="0" bIns="0" rtlCol="0">
            <a:noAutofit/>
          </a:bodyPr>
          <a:lstStyle/>
          <a:p>
            <a:pPr marL="12700">
              <a:lnSpc>
                <a:spcPts val="3604"/>
              </a:lnSpc>
            </a:pPr>
            <a:r>
              <a:rPr dirty="0" smtClean="0" sz="2400" spc="-120">
                <a:latin typeface="Symbol"/>
                <a:cs typeface="Symbol"/>
              </a:rPr>
              <a:t></a:t>
            </a:r>
            <a:r>
              <a:rPr dirty="0" smtClean="0" sz="2400" spc="-85">
                <a:latin typeface="Times New Roman"/>
                <a:cs typeface="Times New Roman"/>
              </a:rPr>
              <a:t> </a:t>
            </a:r>
            <a:r>
              <a:rPr dirty="0" smtClean="0" sz="2400" spc="-85">
                <a:latin typeface="Times New Roman"/>
                <a:cs typeface="Times New Roman"/>
              </a:rPr>
              <a:t>u</a:t>
            </a:r>
            <a:r>
              <a:rPr dirty="0" smtClean="0" baseline="-16564" sz="2100" spc="-85">
                <a:latin typeface="Times New Roman"/>
                <a:cs typeface="Times New Roman"/>
              </a:rPr>
              <a:t>1</a:t>
            </a:r>
            <a:r>
              <a:rPr dirty="0" smtClean="0" baseline="-16564" sz="2100" spc="-85">
                <a:latin typeface="Times New Roman"/>
                <a:cs typeface="Times New Roman"/>
              </a:rPr>
              <a:t> </a:t>
            </a:r>
            <a:r>
              <a:rPr dirty="0" smtClean="0" sz="3150" spc="-120">
                <a:latin typeface="Symbol"/>
                <a:cs typeface="Symbol"/>
              </a:rPr>
              <a:t></a:t>
            </a:r>
            <a:endParaRPr sz="3150">
              <a:latin typeface="Symbol"/>
              <a:cs typeface="Symbo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013729" y="834695"/>
            <a:ext cx="1018308" cy="466539"/>
          </a:xfrm>
          <a:prstGeom prst="rect">
            <a:avLst/>
          </a:prstGeom>
        </p:spPr>
        <p:txBody>
          <a:bodyPr wrap="square" lIns="0" tIns="22891" rIns="0" bIns="0" rtlCol="0">
            <a:noAutofit/>
          </a:bodyPr>
          <a:lstStyle/>
          <a:p>
            <a:pPr marL="12700">
              <a:lnSpc>
                <a:spcPts val="3604"/>
              </a:lnSpc>
            </a:pPr>
            <a:r>
              <a:rPr dirty="0" smtClean="0" sz="2400" spc="-70">
                <a:latin typeface="Symbol"/>
                <a:cs typeface="Symbol"/>
              </a:rPr>
              <a:t></a:t>
            </a:r>
            <a:r>
              <a:rPr dirty="0" smtClean="0" sz="2400" spc="-131">
                <a:latin typeface="Times New Roman"/>
                <a:cs typeface="Times New Roman"/>
              </a:rPr>
              <a:t> </a:t>
            </a:r>
            <a:r>
              <a:rPr dirty="0" smtClean="0" sz="2400" spc="-131">
                <a:latin typeface="Times New Roman"/>
                <a:cs typeface="Times New Roman"/>
              </a:rPr>
              <a:t>v</a:t>
            </a:r>
            <a:r>
              <a:rPr dirty="0" smtClean="0" baseline="-16564" sz="2100" spc="-131">
                <a:latin typeface="Times New Roman"/>
                <a:cs typeface="Times New Roman"/>
              </a:rPr>
              <a:t>1</a:t>
            </a:r>
            <a:r>
              <a:rPr dirty="0" smtClean="0" baseline="-16564" sz="2100" spc="-131">
                <a:latin typeface="Times New Roman"/>
                <a:cs typeface="Times New Roman"/>
              </a:rPr>
              <a:t> </a:t>
            </a:r>
            <a:r>
              <a:rPr dirty="0" smtClean="0" sz="3150" spc="-70">
                <a:latin typeface="Symbol"/>
                <a:cs typeface="Symbol"/>
              </a:rPr>
              <a:t></a:t>
            </a:r>
            <a:r>
              <a:rPr dirty="0" smtClean="0" sz="2400" spc="-70">
                <a:latin typeface="Symbol"/>
                <a:cs typeface="Symbol"/>
              </a:rPr>
              <a:t></a:t>
            </a:r>
            <a:r>
              <a:rPr dirty="0" smtClean="0" sz="2400" spc="-131">
                <a:latin typeface="Times New Roman"/>
                <a:cs typeface="Times New Roman"/>
              </a:rPr>
              <a:t> </a:t>
            </a:r>
            <a:r>
              <a:rPr dirty="0" smtClean="0" sz="3150" spc="-70">
                <a:latin typeface="Symbol"/>
                <a:cs typeface="Symbol"/>
              </a:rPr>
              <a:t></a:t>
            </a:r>
            <a:endParaRPr sz="3150">
              <a:latin typeface="Symbol"/>
              <a:cs typeface="Symbo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5273880" y="834695"/>
            <a:ext cx="1388159" cy="466539"/>
          </a:xfrm>
          <a:prstGeom prst="rect">
            <a:avLst/>
          </a:prstGeom>
        </p:spPr>
        <p:txBody>
          <a:bodyPr wrap="square" lIns="0" tIns="22891" rIns="0" bIns="0" rtlCol="0">
            <a:noAutofit/>
          </a:bodyPr>
          <a:lstStyle/>
          <a:p>
            <a:pPr marL="12700">
              <a:lnSpc>
                <a:spcPts val="3604"/>
              </a:lnSpc>
            </a:pPr>
            <a:r>
              <a:rPr dirty="0" smtClean="0" sz="2400" spc="-111">
                <a:latin typeface="Symbol"/>
                <a:cs typeface="Symbol"/>
              </a:rPr>
              <a:t></a:t>
            </a:r>
            <a:r>
              <a:rPr dirty="0" smtClean="0" sz="2400" spc="-64">
                <a:latin typeface="Times New Roman"/>
                <a:cs typeface="Times New Roman"/>
              </a:rPr>
              <a:t> </a:t>
            </a:r>
            <a:r>
              <a:rPr dirty="0" smtClean="0" sz="2400" spc="-64">
                <a:latin typeface="Times New Roman"/>
                <a:cs typeface="Times New Roman"/>
              </a:rPr>
              <a:t>u</a:t>
            </a:r>
            <a:r>
              <a:rPr dirty="0" smtClean="0" baseline="-16564" sz="2100" spc="-64">
                <a:latin typeface="Times New Roman"/>
                <a:cs typeface="Times New Roman"/>
              </a:rPr>
              <a:t>1</a:t>
            </a:r>
            <a:r>
              <a:rPr dirty="0" smtClean="0" baseline="-16564" sz="2100" spc="-64">
                <a:latin typeface="Times New Roman"/>
                <a:cs typeface="Times New Roman"/>
              </a:rPr>
              <a:t> </a:t>
            </a:r>
            <a:r>
              <a:rPr dirty="0" smtClean="0" sz="3150" spc="-111">
                <a:latin typeface="Symbol"/>
                <a:cs typeface="Symbol"/>
              </a:rPr>
              <a:t></a:t>
            </a:r>
            <a:r>
              <a:rPr dirty="0" smtClean="0" sz="2400" spc="-64">
                <a:latin typeface="Times New Roman"/>
                <a:cs typeface="Times New Roman"/>
              </a:rPr>
              <a:t>s</a:t>
            </a:r>
            <a:r>
              <a:rPr dirty="0" smtClean="0" sz="2400" spc="-64">
                <a:latin typeface="Times New Roman"/>
                <a:cs typeface="Times New Roman"/>
              </a:rPr>
              <a:t>i</a:t>
            </a:r>
            <a:r>
              <a:rPr dirty="0" smtClean="0" sz="2400" spc="-64">
                <a:latin typeface="Times New Roman"/>
                <a:cs typeface="Times New Roman"/>
              </a:rPr>
              <a:t>n</a:t>
            </a:r>
            <a:r>
              <a:rPr dirty="0" smtClean="0" sz="2400" spc="-64">
                <a:latin typeface="Times New Roman"/>
                <a:cs typeface="Times New Roman"/>
              </a:rPr>
              <a:t> </a:t>
            </a:r>
            <a:r>
              <a:rPr dirty="0" smtClean="0" sz="2400" spc="-64">
                <a:latin typeface="Times New Roman"/>
                <a:cs typeface="Times New Roman"/>
              </a:rPr>
              <a:t>30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989792" y="864889"/>
            <a:ext cx="144205" cy="202634"/>
          </a:xfrm>
          <a:prstGeom prst="rect">
            <a:avLst/>
          </a:prstGeom>
        </p:spPr>
        <p:txBody>
          <a:bodyPr wrap="square" lIns="0" tIns="9683" rIns="0" bIns="0" rtlCol="0">
            <a:noAutofit/>
          </a:bodyPr>
          <a:lstStyle/>
          <a:p>
            <a:pPr marL="12700">
              <a:lnSpc>
                <a:spcPts val="1525"/>
              </a:lnSpc>
            </a:pPr>
            <a:r>
              <a:rPr dirty="0" smtClean="0" sz="1400" spc="20">
                <a:latin typeface="Times New Roman"/>
                <a:cs typeface="Times New Roman"/>
              </a:rPr>
              <a:t>2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926082" y="887095"/>
            <a:ext cx="144205" cy="202634"/>
          </a:xfrm>
          <a:prstGeom prst="rect">
            <a:avLst/>
          </a:prstGeom>
        </p:spPr>
        <p:txBody>
          <a:bodyPr wrap="square" lIns="0" tIns="9683" rIns="0" bIns="0" rtlCol="0">
            <a:noAutofit/>
          </a:bodyPr>
          <a:lstStyle/>
          <a:p>
            <a:pPr marL="12700">
              <a:lnSpc>
                <a:spcPts val="1525"/>
              </a:lnSpc>
            </a:pPr>
            <a:r>
              <a:rPr dirty="0" smtClean="0" sz="1400" spc="20">
                <a:latin typeface="Times New Roman"/>
                <a:cs typeface="Times New Roman"/>
              </a:rPr>
              <a:t>o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6569774" y="887095"/>
            <a:ext cx="144205" cy="202634"/>
          </a:xfrm>
          <a:prstGeom prst="rect">
            <a:avLst/>
          </a:prstGeom>
        </p:spPr>
        <p:txBody>
          <a:bodyPr wrap="square" lIns="0" tIns="9683" rIns="0" bIns="0" rtlCol="0">
            <a:noAutofit/>
          </a:bodyPr>
          <a:lstStyle/>
          <a:p>
            <a:pPr marL="12700">
              <a:lnSpc>
                <a:spcPts val="1525"/>
              </a:lnSpc>
            </a:pPr>
            <a:r>
              <a:rPr dirty="0" smtClean="0" sz="1400" spc="20">
                <a:latin typeface="Times New Roman"/>
                <a:cs typeface="Times New Roman"/>
              </a:rPr>
              <a:t>o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068196" y="920979"/>
            <a:ext cx="346778" cy="380254"/>
          </a:xfrm>
          <a:prstGeom prst="rect">
            <a:avLst/>
          </a:prstGeom>
        </p:spPr>
        <p:txBody>
          <a:bodyPr wrap="square" lIns="0" tIns="18573" rIns="0" bIns="0" rtlCol="0">
            <a:noAutofit/>
          </a:bodyPr>
          <a:lstStyle/>
          <a:p>
            <a:pPr marL="12700">
              <a:lnSpc>
                <a:spcPts val="2925"/>
              </a:lnSpc>
            </a:pPr>
            <a:r>
              <a:rPr dirty="0" smtClean="0" sz="2400" spc="98">
                <a:latin typeface="Times New Roman"/>
                <a:cs typeface="Times New Roman"/>
              </a:rPr>
              <a:t>u</a:t>
            </a:r>
            <a:r>
              <a:rPr dirty="0" smtClean="0" baseline="-12423" sz="2100" spc="98">
                <a:latin typeface="Times New Roman"/>
                <a:cs typeface="Times New Roman"/>
              </a:rPr>
              <a:t>2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2187018" y="920979"/>
            <a:ext cx="810521" cy="328976"/>
          </a:xfrm>
          <a:prstGeom prst="rect">
            <a:avLst/>
          </a:prstGeom>
        </p:spPr>
        <p:txBody>
          <a:bodyPr wrap="square" lIns="0" tIns="16160" rIns="0" bIns="0" rtlCol="0">
            <a:noAutofit/>
          </a:bodyPr>
          <a:lstStyle/>
          <a:p>
            <a:pPr marL="12700">
              <a:lnSpc>
                <a:spcPts val="2545"/>
              </a:lnSpc>
            </a:pPr>
            <a:r>
              <a:rPr dirty="0" smtClean="0" sz="2400" spc="38">
                <a:latin typeface="Times New Roman"/>
                <a:cs typeface="Times New Roman"/>
              </a:rPr>
              <a:t>c</a:t>
            </a:r>
            <a:r>
              <a:rPr dirty="0" smtClean="0" sz="2400" spc="38">
                <a:latin typeface="Times New Roman"/>
                <a:cs typeface="Times New Roman"/>
              </a:rPr>
              <a:t>o</a:t>
            </a:r>
            <a:r>
              <a:rPr dirty="0" smtClean="0" sz="2400" spc="38">
                <a:latin typeface="Times New Roman"/>
                <a:cs typeface="Times New Roman"/>
              </a:rPr>
              <a:t>s</a:t>
            </a:r>
            <a:r>
              <a:rPr dirty="0" smtClean="0" sz="2400" spc="38">
                <a:latin typeface="Times New Roman"/>
                <a:cs typeface="Times New Roman"/>
              </a:rPr>
              <a:t>30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680137" y="920979"/>
            <a:ext cx="337147" cy="380254"/>
          </a:xfrm>
          <a:prstGeom prst="rect">
            <a:avLst/>
          </a:prstGeom>
        </p:spPr>
        <p:txBody>
          <a:bodyPr wrap="square" lIns="0" tIns="18573" rIns="0" bIns="0" rtlCol="0">
            <a:noAutofit/>
          </a:bodyPr>
          <a:lstStyle/>
          <a:p>
            <a:pPr marL="12700">
              <a:lnSpc>
                <a:spcPts val="2925"/>
              </a:lnSpc>
            </a:pPr>
            <a:r>
              <a:rPr dirty="0" smtClean="0" sz="2400" spc="60">
                <a:latin typeface="Times New Roman"/>
                <a:cs typeface="Times New Roman"/>
              </a:rPr>
              <a:t>v</a:t>
            </a:r>
            <a:r>
              <a:rPr dirty="0" smtClean="0" baseline="-12423" sz="2100" spc="60">
                <a:latin typeface="Times New Roman"/>
                <a:cs typeface="Times New Roman"/>
              </a:rPr>
              <a:t>2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930609" y="920979"/>
            <a:ext cx="346083" cy="380254"/>
          </a:xfrm>
          <a:prstGeom prst="rect">
            <a:avLst/>
          </a:prstGeom>
        </p:spPr>
        <p:txBody>
          <a:bodyPr wrap="square" lIns="0" tIns="18573" rIns="0" bIns="0" rtlCol="0">
            <a:noAutofit/>
          </a:bodyPr>
          <a:lstStyle/>
          <a:p>
            <a:pPr marL="12700">
              <a:lnSpc>
                <a:spcPts val="2925"/>
              </a:lnSpc>
            </a:pPr>
            <a:r>
              <a:rPr dirty="0" smtClean="0" sz="2400" spc="95">
                <a:latin typeface="Times New Roman"/>
                <a:cs typeface="Times New Roman"/>
              </a:rPr>
              <a:t>u</a:t>
            </a:r>
            <a:r>
              <a:rPr dirty="0" smtClean="0" baseline="-12423" sz="2100" spc="95">
                <a:latin typeface="Times New Roman"/>
                <a:cs typeface="Times New Roman"/>
              </a:rPr>
              <a:t>2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56028" y="1439965"/>
            <a:ext cx="959772" cy="530489"/>
          </a:xfrm>
          <a:prstGeom prst="rect">
            <a:avLst/>
          </a:prstGeom>
        </p:spPr>
        <p:txBody>
          <a:bodyPr wrap="square" lIns="0" tIns="26511" rIns="0" bIns="0" rtlCol="0">
            <a:noAutofit/>
          </a:bodyPr>
          <a:lstStyle/>
          <a:p>
            <a:pPr marL="12700">
              <a:lnSpc>
                <a:spcPts val="4175"/>
              </a:lnSpc>
            </a:pPr>
            <a:r>
              <a:rPr dirty="0" smtClean="0" sz="2250" spc="-25">
                <a:latin typeface="Times New Roman"/>
                <a:cs typeface="Times New Roman"/>
              </a:rPr>
              <a:t>D</a:t>
            </a:r>
            <a:r>
              <a:rPr dirty="0" smtClean="0" sz="2250" spc="-25">
                <a:latin typeface="Times New Roman"/>
                <a:cs typeface="Times New Roman"/>
              </a:rPr>
              <a:t> </a:t>
            </a:r>
            <a:r>
              <a:rPr dirty="0" smtClean="0" sz="2250" spc="-387">
                <a:latin typeface="Symbol"/>
                <a:cs typeface="Symbol"/>
              </a:rPr>
              <a:t></a:t>
            </a:r>
            <a:r>
              <a:rPr dirty="0" smtClean="0" sz="2250" spc="-25">
                <a:latin typeface="Times New Roman"/>
                <a:cs typeface="Times New Roman"/>
              </a:rPr>
              <a:t> </a:t>
            </a:r>
            <a:r>
              <a:rPr dirty="0" smtClean="0" sz="4000" spc="-387">
                <a:latin typeface="Symbol"/>
                <a:cs typeface="Symbol"/>
              </a:rPr>
              <a:t></a:t>
            </a:r>
            <a:r>
              <a:rPr dirty="0" smtClean="0" sz="3000" spc="-387">
                <a:latin typeface="Symbol"/>
                <a:cs typeface="Symbol"/>
              </a:rPr>
              <a:t></a:t>
            </a:r>
            <a:r>
              <a:rPr dirty="0" smtClean="0" sz="2250" spc="-25">
                <a:latin typeface="Times New Roman"/>
                <a:cs typeface="Times New Roman"/>
              </a:rPr>
              <a:t>u</a:t>
            </a:r>
            <a:endParaRPr sz="225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277361" y="1439965"/>
            <a:ext cx="666740" cy="530489"/>
          </a:xfrm>
          <a:prstGeom prst="rect">
            <a:avLst/>
          </a:prstGeom>
        </p:spPr>
        <p:txBody>
          <a:bodyPr wrap="square" lIns="0" tIns="26511" rIns="0" bIns="0" rtlCol="0">
            <a:noAutofit/>
          </a:bodyPr>
          <a:lstStyle/>
          <a:p>
            <a:pPr marL="12700">
              <a:lnSpc>
                <a:spcPts val="4175"/>
              </a:lnSpc>
            </a:pPr>
            <a:r>
              <a:rPr dirty="0" smtClean="0" sz="2250" spc="112">
                <a:latin typeface="Times New Roman"/>
                <a:cs typeface="Times New Roman"/>
              </a:rPr>
              <a:t>v</a:t>
            </a:r>
            <a:r>
              <a:rPr dirty="0" smtClean="0" sz="2250" spc="112">
                <a:latin typeface="Times New Roman"/>
                <a:cs typeface="Times New Roman"/>
              </a:rPr>
              <a:t> </a:t>
            </a:r>
            <a:r>
              <a:rPr dirty="0" smtClean="0" sz="3000" spc="-564">
                <a:latin typeface="Symbol"/>
                <a:cs typeface="Symbol"/>
              </a:rPr>
              <a:t></a:t>
            </a:r>
            <a:r>
              <a:rPr dirty="0" smtClean="0" sz="4000" spc="-564">
                <a:latin typeface="Symbol"/>
                <a:cs typeface="Symbol"/>
              </a:rPr>
              <a:t></a:t>
            </a:r>
            <a:r>
              <a:rPr dirty="0" smtClean="0" baseline="24528" sz="1950" spc="112">
                <a:latin typeface="Times New Roman"/>
                <a:cs typeface="Times New Roman"/>
              </a:rPr>
              <a:t>2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875239" y="1545118"/>
            <a:ext cx="253652" cy="403776"/>
          </a:xfrm>
          <a:prstGeom prst="rect">
            <a:avLst/>
          </a:prstGeom>
        </p:spPr>
        <p:txBody>
          <a:bodyPr wrap="square" lIns="0" tIns="20193" rIns="0" bIns="0" rtlCol="0">
            <a:noAutofit/>
          </a:bodyPr>
          <a:lstStyle/>
          <a:p>
            <a:pPr marL="12700">
              <a:lnSpc>
                <a:spcPts val="3180"/>
              </a:lnSpc>
            </a:pPr>
            <a:r>
              <a:rPr dirty="0" smtClean="0" sz="3000" spc="-299">
                <a:latin typeface="Symbol"/>
                <a:cs typeface="Symbol"/>
              </a:rPr>
              <a:t></a:t>
            </a:r>
            <a:r>
              <a:rPr dirty="0" smtClean="0" baseline="51286" sz="1950" spc="12">
                <a:latin typeface="Times New Roman"/>
                <a:cs typeface="Times New Roman"/>
              </a:rPr>
              <a:t>2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124520" y="1545118"/>
            <a:ext cx="529450" cy="403776"/>
          </a:xfrm>
          <a:prstGeom prst="rect">
            <a:avLst/>
          </a:prstGeom>
        </p:spPr>
        <p:txBody>
          <a:bodyPr wrap="square" lIns="0" tIns="20193" rIns="0" bIns="0" rtlCol="0">
            <a:noAutofit/>
          </a:bodyPr>
          <a:lstStyle/>
          <a:p>
            <a:pPr marL="12700">
              <a:lnSpc>
                <a:spcPts val="3180"/>
              </a:lnSpc>
            </a:pPr>
            <a:r>
              <a:rPr dirty="0" smtClean="0" sz="2250" spc="-119">
                <a:latin typeface="Symbol"/>
                <a:cs typeface="Symbol"/>
              </a:rPr>
              <a:t></a:t>
            </a:r>
            <a:r>
              <a:rPr dirty="0" smtClean="0" sz="2250" spc="-75">
                <a:latin typeface="Times New Roman"/>
                <a:cs typeface="Times New Roman"/>
              </a:rPr>
              <a:t> </a:t>
            </a:r>
            <a:r>
              <a:rPr dirty="0" smtClean="0" sz="3000" spc="-119">
                <a:latin typeface="Symbol"/>
                <a:cs typeface="Symbol"/>
              </a:rPr>
              <a:t></a:t>
            </a:r>
            <a:r>
              <a:rPr dirty="0" smtClean="0" sz="2250" spc="-75">
                <a:latin typeface="Times New Roman"/>
                <a:cs typeface="Times New Roman"/>
              </a:rPr>
              <a:t>v</a:t>
            </a:r>
            <a:endParaRPr sz="225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218768" y="1545118"/>
            <a:ext cx="253172" cy="403776"/>
          </a:xfrm>
          <a:prstGeom prst="rect">
            <a:avLst/>
          </a:prstGeom>
        </p:spPr>
        <p:txBody>
          <a:bodyPr wrap="square" lIns="0" tIns="20193" rIns="0" bIns="0" rtlCol="0">
            <a:noAutofit/>
          </a:bodyPr>
          <a:lstStyle/>
          <a:p>
            <a:pPr marL="12700">
              <a:lnSpc>
                <a:spcPts val="3180"/>
              </a:lnSpc>
            </a:pPr>
            <a:r>
              <a:rPr dirty="0" smtClean="0" sz="3000" spc="-304">
                <a:latin typeface="Symbol"/>
                <a:cs typeface="Symbol"/>
              </a:rPr>
              <a:t></a:t>
            </a:r>
            <a:r>
              <a:rPr dirty="0" smtClean="0" baseline="51286" sz="1950" spc="12">
                <a:latin typeface="Times New Roman"/>
                <a:cs typeface="Times New Roman"/>
              </a:rPr>
              <a:t>2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468192" y="1545118"/>
            <a:ext cx="524740" cy="403776"/>
          </a:xfrm>
          <a:prstGeom prst="rect">
            <a:avLst/>
          </a:prstGeom>
        </p:spPr>
        <p:txBody>
          <a:bodyPr wrap="square" lIns="0" tIns="20193" rIns="0" bIns="0" rtlCol="0">
            <a:noAutofit/>
          </a:bodyPr>
          <a:lstStyle/>
          <a:p>
            <a:pPr marL="12700">
              <a:lnSpc>
                <a:spcPts val="3180"/>
              </a:lnSpc>
            </a:pPr>
            <a:r>
              <a:rPr dirty="0" smtClean="0" sz="2250" spc="-134">
                <a:latin typeface="Symbol"/>
                <a:cs typeface="Symbol"/>
              </a:rPr>
              <a:t></a:t>
            </a:r>
            <a:r>
              <a:rPr dirty="0" smtClean="0" sz="2250" spc="-78">
                <a:latin typeface="Times New Roman"/>
                <a:cs typeface="Times New Roman"/>
              </a:rPr>
              <a:t> </a:t>
            </a:r>
            <a:r>
              <a:rPr dirty="0" smtClean="0" sz="3000" spc="-134">
                <a:latin typeface="Symbol"/>
                <a:cs typeface="Symbol"/>
              </a:rPr>
              <a:t></a:t>
            </a:r>
            <a:r>
              <a:rPr dirty="0" smtClean="0" sz="2250" spc="-78">
                <a:latin typeface="Times New Roman"/>
                <a:cs typeface="Times New Roman"/>
              </a:rPr>
              <a:t>u</a:t>
            </a:r>
            <a:endParaRPr sz="225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098722" y="1545118"/>
            <a:ext cx="868840" cy="403776"/>
          </a:xfrm>
          <a:prstGeom prst="rect">
            <a:avLst/>
          </a:prstGeom>
        </p:spPr>
        <p:txBody>
          <a:bodyPr wrap="square" lIns="0" tIns="20193" rIns="0" bIns="0" rtlCol="0">
            <a:noAutofit/>
          </a:bodyPr>
          <a:lstStyle/>
          <a:p>
            <a:pPr marL="12700">
              <a:lnSpc>
                <a:spcPts val="3180"/>
              </a:lnSpc>
            </a:pPr>
            <a:r>
              <a:rPr dirty="0" smtClean="0" sz="2250" spc="-213">
                <a:latin typeface="Symbol"/>
                <a:cs typeface="Symbol"/>
              </a:rPr>
              <a:t></a:t>
            </a:r>
            <a:r>
              <a:rPr dirty="0" smtClean="0" sz="2250" spc="61">
                <a:latin typeface="Times New Roman"/>
                <a:cs typeface="Times New Roman"/>
              </a:rPr>
              <a:t> </a:t>
            </a:r>
            <a:r>
              <a:rPr dirty="0" smtClean="0" sz="2250" spc="61">
                <a:latin typeface="Times New Roman"/>
                <a:cs typeface="Times New Roman"/>
              </a:rPr>
              <a:t>u</a:t>
            </a:r>
            <a:r>
              <a:rPr dirty="0" smtClean="0" sz="2250" spc="61">
                <a:latin typeface="Times New Roman"/>
                <a:cs typeface="Times New Roman"/>
              </a:rPr>
              <a:t> </a:t>
            </a:r>
            <a:r>
              <a:rPr dirty="0" smtClean="0" sz="3000" spc="-213">
                <a:latin typeface="Symbol"/>
                <a:cs typeface="Symbol"/>
              </a:rPr>
              <a:t></a:t>
            </a:r>
            <a:r>
              <a:rPr dirty="0" smtClean="0" sz="3000" spc="-213">
                <a:latin typeface="Symbol"/>
                <a:cs typeface="Symbol"/>
              </a:rPr>
              <a:t></a:t>
            </a:r>
            <a:r>
              <a:rPr dirty="0" smtClean="0" sz="2250" spc="61">
                <a:latin typeface="Times New Roman"/>
                <a:cs typeface="Times New Roman"/>
              </a:rPr>
              <a:t>v</a:t>
            </a:r>
            <a:endParaRPr sz="225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402630" y="1621998"/>
            <a:ext cx="422005" cy="316085"/>
          </a:xfrm>
          <a:prstGeom prst="rect">
            <a:avLst/>
          </a:prstGeom>
        </p:spPr>
        <p:txBody>
          <a:bodyPr wrap="square" lIns="0" tIns="15525" rIns="0" bIns="0" rtlCol="0">
            <a:noAutofit/>
          </a:bodyPr>
          <a:lstStyle/>
          <a:p>
            <a:pPr marL="12700">
              <a:lnSpc>
                <a:spcPts val="2445"/>
              </a:lnSpc>
            </a:pPr>
            <a:r>
              <a:rPr dirty="0" smtClean="0" sz="2250">
                <a:latin typeface="Symbol"/>
                <a:cs typeface="Symbol"/>
              </a:rPr>
              <a:t></a:t>
            </a:r>
            <a:r>
              <a:rPr dirty="0" smtClean="0" sz="2250" spc="-73">
                <a:latin typeface="Times New Roman"/>
                <a:cs typeface="Times New Roman"/>
              </a:rPr>
              <a:t> </a:t>
            </a:r>
            <a:r>
              <a:rPr dirty="0" smtClean="0" sz="2250" spc="-73">
                <a:latin typeface="Times New Roman"/>
                <a:cs typeface="Times New Roman"/>
              </a:rPr>
              <a:t>u</a:t>
            </a:r>
            <a:endParaRPr sz="225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750436" y="1621998"/>
            <a:ext cx="426523" cy="316085"/>
          </a:xfrm>
          <a:prstGeom prst="rect">
            <a:avLst/>
          </a:prstGeom>
        </p:spPr>
        <p:txBody>
          <a:bodyPr wrap="square" lIns="0" tIns="15525" rIns="0" bIns="0" rtlCol="0">
            <a:noAutofit/>
          </a:bodyPr>
          <a:lstStyle/>
          <a:p>
            <a:pPr marL="12700">
              <a:lnSpc>
                <a:spcPts val="2445"/>
              </a:lnSpc>
            </a:pPr>
            <a:r>
              <a:rPr dirty="0" smtClean="0" sz="2250">
                <a:latin typeface="Symbol"/>
                <a:cs typeface="Symbol"/>
              </a:rPr>
              <a:t></a:t>
            </a:r>
            <a:r>
              <a:rPr dirty="0" smtClean="0" sz="2250" spc="-53">
                <a:latin typeface="Times New Roman"/>
                <a:cs typeface="Times New Roman"/>
              </a:rPr>
              <a:t> </a:t>
            </a:r>
            <a:r>
              <a:rPr dirty="0" smtClean="0" sz="2250" spc="-53">
                <a:latin typeface="Times New Roman"/>
                <a:cs typeface="Times New Roman"/>
              </a:rPr>
              <a:t>v</a:t>
            </a:r>
            <a:endParaRPr sz="225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063981" y="1621998"/>
            <a:ext cx="226846" cy="311515"/>
          </a:xfrm>
          <a:prstGeom prst="rect">
            <a:avLst/>
          </a:prstGeom>
        </p:spPr>
        <p:txBody>
          <a:bodyPr wrap="square" lIns="0" tIns="15525" rIns="0" bIns="0" rtlCol="0">
            <a:noAutofit/>
          </a:bodyPr>
          <a:lstStyle/>
          <a:p>
            <a:pPr marL="12700">
              <a:lnSpc>
                <a:spcPts val="2445"/>
              </a:lnSpc>
            </a:pPr>
            <a:r>
              <a:rPr dirty="0" smtClean="0" sz="2250" spc="11">
                <a:latin typeface="Symbol"/>
                <a:cs typeface="Symbol"/>
              </a:rPr>
              <a:t></a:t>
            </a:r>
            <a:endParaRPr sz="2250">
              <a:latin typeface="Symbol"/>
              <a:cs typeface="Symbo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437972" y="2170036"/>
            <a:ext cx="1804050" cy="465264"/>
          </a:xfrm>
          <a:prstGeom prst="rect">
            <a:avLst/>
          </a:prstGeom>
        </p:spPr>
        <p:txBody>
          <a:bodyPr wrap="square" lIns="0" tIns="22860" rIns="0" bIns="0" rtlCol="0">
            <a:noAutofit/>
          </a:bodyPr>
          <a:lstStyle/>
          <a:p>
            <a:pPr marL="12700">
              <a:lnSpc>
                <a:spcPts val="3600"/>
              </a:lnSpc>
            </a:pPr>
            <a:r>
              <a:rPr dirty="0" smtClean="0" sz="3150" spc="-229">
                <a:latin typeface="Symbol"/>
                <a:cs typeface="Symbol"/>
              </a:rPr>
              <a:t></a:t>
            </a:r>
            <a:r>
              <a:rPr dirty="0" smtClean="0" sz="2400" spc="-46">
                <a:latin typeface="Times New Roman"/>
                <a:cs typeface="Times New Roman"/>
              </a:rPr>
              <a:t>u</a:t>
            </a:r>
            <a:r>
              <a:rPr dirty="0" smtClean="0" baseline="-16564" sz="2100" spc="-46">
                <a:latin typeface="Times New Roman"/>
                <a:cs typeface="Times New Roman"/>
              </a:rPr>
              <a:t>1</a:t>
            </a:r>
            <a:r>
              <a:rPr dirty="0" smtClean="0" sz="2400" spc="-46">
                <a:latin typeface="Times New Roman"/>
                <a:cs typeface="Times New Roman"/>
              </a:rPr>
              <a:t>,</a:t>
            </a:r>
            <a:r>
              <a:rPr dirty="0" smtClean="0" sz="2400" spc="-46">
                <a:latin typeface="Times New Roman"/>
                <a:cs typeface="Times New Roman"/>
              </a:rPr>
              <a:t> </a:t>
            </a:r>
            <a:r>
              <a:rPr dirty="0" smtClean="0" sz="2400" spc="-46">
                <a:latin typeface="Times New Roman"/>
                <a:cs typeface="Times New Roman"/>
              </a:rPr>
              <a:t>v</a:t>
            </a:r>
            <a:r>
              <a:rPr dirty="0" smtClean="0" baseline="-16564" sz="2100" spc="-46">
                <a:latin typeface="Times New Roman"/>
                <a:cs typeface="Times New Roman"/>
              </a:rPr>
              <a:t>1</a:t>
            </a:r>
            <a:r>
              <a:rPr dirty="0" smtClean="0" baseline="-16564" sz="2100" spc="-46">
                <a:latin typeface="Times New Roman"/>
                <a:cs typeface="Times New Roman"/>
              </a:rPr>
              <a:t> </a:t>
            </a:r>
            <a:r>
              <a:rPr dirty="0" smtClean="0" sz="3150" spc="-229">
                <a:latin typeface="Symbol"/>
                <a:cs typeface="Symbol"/>
              </a:rPr>
              <a:t></a:t>
            </a:r>
            <a:r>
              <a:rPr dirty="0" smtClean="0" sz="3150" spc="-46">
                <a:latin typeface="Times New Roman"/>
                <a:cs typeface="Times New Roman"/>
              </a:rPr>
              <a:t> </a:t>
            </a:r>
            <a:r>
              <a:rPr dirty="0" smtClean="0" sz="2400" spc="-229">
                <a:latin typeface="Symbol"/>
                <a:cs typeface="Symbol"/>
              </a:rPr>
              <a:t></a:t>
            </a:r>
            <a:r>
              <a:rPr dirty="0" smtClean="0" sz="2400" spc="-46">
                <a:latin typeface="Times New Roman"/>
                <a:cs typeface="Times New Roman"/>
              </a:rPr>
              <a:t> </a:t>
            </a:r>
            <a:r>
              <a:rPr dirty="0" smtClean="0" sz="3150" spc="-229">
                <a:latin typeface="Symbol"/>
                <a:cs typeface="Symbol"/>
              </a:rPr>
              <a:t></a:t>
            </a:r>
            <a:r>
              <a:rPr dirty="0" smtClean="0" sz="2400" spc="-46">
                <a:latin typeface="Times New Roman"/>
                <a:cs typeface="Times New Roman"/>
              </a:rPr>
              <a:t>0</a:t>
            </a:r>
            <a:r>
              <a:rPr dirty="0" smtClean="0" sz="2400" spc="-46">
                <a:latin typeface="Times New Roman"/>
                <a:cs typeface="Times New Roman"/>
              </a:rPr>
              <a:t>,</a:t>
            </a:r>
            <a:r>
              <a:rPr dirty="0" smtClean="0" sz="2400" spc="-46">
                <a:latin typeface="Times New Roman"/>
                <a:cs typeface="Times New Roman"/>
              </a:rPr>
              <a:t>0</a:t>
            </a:r>
            <a:r>
              <a:rPr dirty="0" smtClean="0" sz="3150" spc="-229">
                <a:latin typeface="Symbol"/>
                <a:cs typeface="Symbol"/>
              </a:rPr>
              <a:t></a:t>
            </a:r>
            <a:endParaRPr sz="3150">
              <a:latin typeface="Symbol"/>
              <a:cs typeface="Symbo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728210" y="2285828"/>
            <a:ext cx="594106" cy="279400"/>
          </a:xfrm>
          <a:prstGeom prst="rect">
            <a:avLst/>
          </a:prstGeom>
        </p:spPr>
        <p:txBody>
          <a:bodyPr wrap="square" lIns="0" tIns="13589" rIns="0" bIns="0" rtlCol="0">
            <a:noAutofit/>
          </a:bodyPr>
          <a:lstStyle/>
          <a:p>
            <a:pPr marL="12700">
              <a:lnSpc>
                <a:spcPts val="2140"/>
              </a:lnSpc>
            </a:pPr>
            <a:r>
              <a:rPr dirty="0" smtClean="0" sz="2000" spc="1" b="1">
                <a:latin typeface="Times New Roman"/>
                <a:cs typeface="Times New Roman"/>
              </a:rPr>
              <a:t>Ji</a:t>
            </a:r>
            <a:r>
              <a:rPr dirty="0" smtClean="0" sz="2000" spc="1" b="1">
                <a:latin typeface="Times New Roman"/>
                <a:cs typeface="Times New Roman"/>
              </a:rPr>
              <a:t>k</a:t>
            </a:r>
            <a:r>
              <a:rPr dirty="0" smtClean="0" sz="2000" spc="1" b="1">
                <a:latin typeface="Times New Roman"/>
                <a:cs typeface="Times New Roman"/>
              </a:rPr>
              <a:t>a,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713543" y="2703757"/>
            <a:ext cx="1211234" cy="1080987"/>
          </a:xfrm>
          <a:prstGeom prst="rect">
            <a:avLst/>
          </a:prstGeom>
        </p:spPr>
        <p:txBody>
          <a:bodyPr wrap="square" lIns="0" tIns="22606" rIns="0" bIns="0" rtlCol="0">
            <a:noAutofit/>
          </a:bodyPr>
          <a:lstStyle/>
          <a:p>
            <a:pPr marL="12700">
              <a:lnSpc>
                <a:spcPts val="3560"/>
              </a:lnSpc>
            </a:pPr>
            <a:r>
              <a:rPr dirty="0" smtClean="0" sz="3100" spc="-162">
                <a:latin typeface="Symbol"/>
                <a:cs typeface="Symbol"/>
              </a:rPr>
              <a:t></a:t>
            </a:r>
            <a:r>
              <a:rPr dirty="0" smtClean="0" sz="2350" spc="-45">
                <a:latin typeface="Times New Roman"/>
                <a:cs typeface="Times New Roman"/>
              </a:rPr>
              <a:t>u</a:t>
            </a:r>
            <a:r>
              <a:rPr dirty="0" smtClean="0" baseline="-16564" sz="2100" spc="-45">
                <a:latin typeface="Times New Roman"/>
                <a:cs typeface="Times New Roman"/>
              </a:rPr>
              <a:t>2</a:t>
            </a:r>
            <a:r>
              <a:rPr dirty="0" smtClean="0" baseline="-16564" sz="2100" spc="-45">
                <a:latin typeface="Times New Roman"/>
                <a:cs typeface="Times New Roman"/>
              </a:rPr>
              <a:t> </a:t>
            </a:r>
            <a:r>
              <a:rPr dirty="0" smtClean="0" sz="2350" spc="-45">
                <a:latin typeface="Times New Roman"/>
                <a:cs typeface="Times New Roman"/>
              </a:rPr>
              <a:t>,</a:t>
            </a:r>
            <a:r>
              <a:rPr dirty="0" smtClean="0" sz="2350" spc="-45">
                <a:latin typeface="Times New Roman"/>
                <a:cs typeface="Times New Roman"/>
              </a:rPr>
              <a:t> </a:t>
            </a:r>
            <a:r>
              <a:rPr dirty="0" smtClean="0" sz="2350" spc="-45">
                <a:latin typeface="Times New Roman"/>
                <a:cs typeface="Times New Roman"/>
              </a:rPr>
              <a:t>v</a:t>
            </a:r>
            <a:r>
              <a:rPr dirty="0" smtClean="0" baseline="-16564" sz="2100" spc="-45">
                <a:latin typeface="Times New Roman"/>
                <a:cs typeface="Times New Roman"/>
              </a:rPr>
              <a:t>2</a:t>
            </a:r>
            <a:r>
              <a:rPr dirty="0" smtClean="0" baseline="-16564" sz="2100" spc="-45">
                <a:latin typeface="Times New Roman"/>
                <a:cs typeface="Times New Roman"/>
              </a:rPr>
              <a:t> </a:t>
            </a:r>
            <a:r>
              <a:rPr dirty="0" smtClean="0" sz="3100" spc="-162">
                <a:latin typeface="Symbol"/>
                <a:cs typeface="Symbol"/>
              </a:rPr>
              <a:t></a:t>
            </a:r>
            <a:r>
              <a:rPr dirty="0" smtClean="0" sz="3100" spc="-45">
                <a:latin typeface="Times New Roman"/>
                <a:cs typeface="Times New Roman"/>
              </a:rPr>
              <a:t> </a:t>
            </a:r>
            <a:r>
              <a:rPr dirty="0" smtClean="0" sz="2350" spc="-162">
                <a:latin typeface="Symbol"/>
                <a:cs typeface="Symbol"/>
              </a:rPr>
              <a:t></a:t>
            </a:r>
            <a:endParaRPr sz="2350">
              <a:latin typeface="Symbol"/>
              <a:cs typeface="Symbol"/>
            </a:endParaRPr>
          </a:p>
          <a:p>
            <a:pPr marL="27366" marR="65207">
              <a:lnSpc>
                <a:spcPct val="95825"/>
              </a:lnSpc>
              <a:spcBef>
                <a:spcPts val="2416"/>
              </a:spcBef>
            </a:pPr>
            <a:r>
              <a:rPr dirty="0" smtClean="0" sz="2000" spc="-1" b="1">
                <a:latin typeface="Times New Roman"/>
                <a:cs typeface="Times New Roman"/>
              </a:rPr>
              <a:t>M</a:t>
            </a:r>
            <a:r>
              <a:rPr dirty="0" smtClean="0" sz="2000" spc="-1" b="1">
                <a:latin typeface="Times New Roman"/>
                <a:cs typeface="Times New Roman"/>
              </a:rPr>
              <a:t>aka,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947664" y="2802972"/>
            <a:ext cx="2468879" cy="279400"/>
          </a:xfrm>
          <a:prstGeom prst="rect">
            <a:avLst/>
          </a:prstGeom>
        </p:spPr>
        <p:txBody>
          <a:bodyPr wrap="square" lIns="0" tIns="13589" rIns="0" bIns="0" rtlCol="0">
            <a:noAutofit/>
          </a:bodyPr>
          <a:lstStyle/>
          <a:p>
            <a:pPr marL="12700">
              <a:lnSpc>
                <a:spcPts val="2140"/>
              </a:lnSpc>
            </a:pPr>
            <a:r>
              <a:rPr dirty="0" smtClean="0" sz="2000" spc="-2">
                <a:latin typeface="Times New Roman"/>
                <a:cs typeface="Times New Roman"/>
              </a:rPr>
              <a:t>me</a:t>
            </a:r>
            <a:r>
              <a:rPr dirty="0" smtClean="0" sz="2000" spc="-2">
                <a:latin typeface="Times New Roman"/>
                <a:cs typeface="Times New Roman"/>
              </a:rPr>
              <a:t>r</a:t>
            </a:r>
            <a:r>
              <a:rPr dirty="0" smtClean="0" sz="2000" spc="-2">
                <a:latin typeface="Times New Roman"/>
                <a:cs typeface="Times New Roman"/>
              </a:rPr>
              <a:t>up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k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n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ni</a:t>
            </a:r>
            <a:r>
              <a:rPr dirty="0" smtClean="0" sz="2000" spc="-2">
                <a:latin typeface="Times New Roman"/>
                <a:cs typeface="Times New Roman"/>
              </a:rPr>
              <a:t>l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i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in</a:t>
            </a:r>
            <a:r>
              <a:rPr dirty="0" smtClean="0" sz="2000" spc="-2">
                <a:latin typeface="Times New Roman"/>
                <a:cs typeface="Times New Roman"/>
              </a:rPr>
              <a:t>t</a:t>
            </a:r>
            <a:r>
              <a:rPr dirty="0" smtClean="0" sz="2000" spc="-2">
                <a:latin typeface="Times New Roman"/>
                <a:cs typeface="Times New Roman"/>
              </a:rPr>
              <a:t>e</a:t>
            </a:r>
            <a:r>
              <a:rPr dirty="0" smtClean="0" sz="2000" spc="-2">
                <a:latin typeface="Times New Roman"/>
                <a:cs typeface="Times New Roman"/>
              </a:rPr>
              <a:t>g</a:t>
            </a:r>
            <a:r>
              <a:rPr dirty="0" smtClean="0" sz="2000" spc="-2">
                <a:latin typeface="Times New Roman"/>
                <a:cs typeface="Times New Roman"/>
              </a:rPr>
              <a:t>e</a:t>
            </a:r>
            <a:r>
              <a:rPr dirty="0" smtClean="0" sz="2000" spc="-2">
                <a:latin typeface="Times New Roman"/>
                <a:cs typeface="Times New Roman"/>
              </a:rPr>
              <a:t>r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418067" y="2802972"/>
            <a:ext cx="353821" cy="279400"/>
          </a:xfrm>
          <a:prstGeom prst="rect">
            <a:avLst/>
          </a:prstGeom>
        </p:spPr>
        <p:txBody>
          <a:bodyPr wrap="square" lIns="0" tIns="13589" rIns="0" bIns="0" rtlCol="0">
            <a:noAutofit/>
          </a:bodyPr>
          <a:lstStyle/>
          <a:p>
            <a:pPr marL="12700">
              <a:lnSpc>
                <a:spcPts val="2140"/>
              </a:lnSpc>
            </a:pPr>
            <a:r>
              <a:rPr dirty="0" smtClean="0" sz="2000" spc="-3">
                <a:latin typeface="Times New Roman"/>
                <a:cs typeface="Times New Roman"/>
              </a:rPr>
              <a:t>=</a:t>
            </a:r>
            <a:r>
              <a:rPr dirty="0" smtClean="0" sz="2000" spc="-3">
                <a:latin typeface="Times New Roman"/>
                <a:cs typeface="Times New Roman"/>
              </a:rPr>
              <a:t> </a:t>
            </a:r>
            <a:r>
              <a:rPr dirty="0" smtClean="0" sz="2000" spc="-3">
                <a:latin typeface="Times New Roman"/>
                <a:cs typeface="Times New Roman"/>
              </a:rPr>
              <a:t>(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771889" y="2802972"/>
            <a:ext cx="258317" cy="279400"/>
          </a:xfrm>
          <a:prstGeom prst="rect">
            <a:avLst/>
          </a:prstGeom>
        </p:spPr>
        <p:txBody>
          <a:bodyPr wrap="square" lIns="0" tIns="13589" rIns="0" bIns="0" rtlCol="0">
            <a:noAutofit/>
          </a:bodyPr>
          <a:lstStyle/>
          <a:p>
            <a:pPr marL="12700">
              <a:lnSpc>
                <a:spcPts val="2140"/>
              </a:lnSpc>
            </a:pPr>
            <a:r>
              <a:rPr dirty="0" smtClean="0" sz="2000" spc="-6">
                <a:latin typeface="Times New Roman"/>
                <a:cs typeface="Times New Roman"/>
              </a:rPr>
              <a:t>i</a:t>
            </a:r>
            <a:r>
              <a:rPr dirty="0" smtClean="0" sz="2000" spc="-6">
                <a:latin typeface="Times New Roman"/>
                <a:cs typeface="Times New Roman"/>
              </a:rPr>
              <a:t> </a:t>
            </a:r>
            <a:r>
              <a:rPr dirty="0" smtClean="0" sz="2000" spc="-6">
                <a:latin typeface="Times New Roman"/>
                <a:cs typeface="Times New Roman"/>
              </a:rPr>
              <a:t>,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030207" y="2802972"/>
            <a:ext cx="134111" cy="279400"/>
          </a:xfrm>
          <a:prstGeom prst="rect">
            <a:avLst/>
          </a:prstGeom>
        </p:spPr>
        <p:txBody>
          <a:bodyPr wrap="square" lIns="0" tIns="13589" rIns="0" bIns="0" rtlCol="0">
            <a:noAutofit/>
          </a:bodyPr>
          <a:lstStyle/>
          <a:p>
            <a:pPr marL="12700">
              <a:lnSpc>
                <a:spcPts val="2140"/>
              </a:lnSpc>
            </a:pPr>
            <a:r>
              <a:rPr dirty="0" smtClean="0" sz="2000">
                <a:latin typeface="Times New Roman"/>
                <a:cs typeface="Times New Roman"/>
              </a:rPr>
              <a:t>j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164319" y="2802972"/>
            <a:ext cx="148081" cy="279400"/>
          </a:xfrm>
          <a:prstGeom prst="rect">
            <a:avLst/>
          </a:prstGeom>
        </p:spPr>
        <p:txBody>
          <a:bodyPr wrap="square" lIns="0" tIns="13589" rIns="0" bIns="0" rtlCol="0">
            <a:noAutofit/>
          </a:bodyPr>
          <a:lstStyle/>
          <a:p>
            <a:pPr marL="12700">
              <a:lnSpc>
                <a:spcPts val="2140"/>
              </a:lnSpc>
            </a:pPr>
            <a:r>
              <a:rPr dirty="0" smtClean="0" sz="2000">
                <a:latin typeface="Times New Roman"/>
                <a:cs typeface="Times New Roman"/>
              </a:rPr>
              <a:t>)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728210" y="4633042"/>
            <a:ext cx="2728975" cy="279400"/>
          </a:xfrm>
          <a:prstGeom prst="rect">
            <a:avLst/>
          </a:prstGeom>
        </p:spPr>
        <p:txBody>
          <a:bodyPr wrap="square" lIns="0" tIns="13589" rIns="0" bIns="0" rtlCol="0">
            <a:noAutofit/>
          </a:bodyPr>
          <a:lstStyle/>
          <a:p>
            <a:pPr marL="12700">
              <a:lnSpc>
                <a:spcPts val="2140"/>
              </a:lnSpc>
            </a:pPr>
            <a:r>
              <a:rPr dirty="0" smtClean="0" sz="2000" spc="0" b="1">
                <a:latin typeface="Times New Roman"/>
                <a:cs typeface="Times New Roman"/>
              </a:rPr>
              <a:t>P</a:t>
            </a:r>
            <a:r>
              <a:rPr dirty="0" smtClean="0" sz="2000" spc="0" b="1">
                <a:latin typeface="Times New Roman"/>
                <a:cs typeface="Times New Roman"/>
              </a:rPr>
              <a:t>a</a:t>
            </a:r>
            <a:r>
              <a:rPr dirty="0" smtClean="0" sz="2000" spc="0" b="1">
                <a:latin typeface="Times New Roman"/>
                <a:cs typeface="Times New Roman"/>
              </a:rPr>
              <a:t>d</a:t>
            </a:r>
            <a:r>
              <a:rPr dirty="0" smtClean="0" sz="2000" spc="0" b="1">
                <a:latin typeface="Times New Roman"/>
                <a:cs typeface="Times New Roman"/>
              </a:rPr>
              <a:t>a</a:t>
            </a:r>
            <a:r>
              <a:rPr dirty="0" smtClean="0" sz="2000" spc="0" b="1">
                <a:latin typeface="Times New Roman"/>
                <a:cs typeface="Times New Roman"/>
              </a:rPr>
              <a:t> </a:t>
            </a:r>
            <a:r>
              <a:rPr dirty="0" smtClean="0" sz="2000" spc="0" b="1">
                <a:latin typeface="Times New Roman"/>
                <a:cs typeface="Times New Roman"/>
              </a:rPr>
              <a:t>c</a:t>
            </a:r>
            <a:r>
              <a:rPr dirty="0" smtClean="0" sz="2000" spc="0" b="1">
                <a:latin typeface="Times New Roman"/>
                <a:cs typeface="Times New Roman"/>
              </a:rPr>
              <a:t>o</a:t>
            </a:r>
            <a:r>
              <a:rPr dirty="0" smtClean="0" sz="2000" spc="0" b="1">
                <a:latin typeface="Times New Roman"/>
                <a:cs typeface="Times New Roman"/>
              </a:rPr>
              <a:t>n</a:t>
            </a:r>
            <a:r>
              <a:rPr dirty="0" smtClean="0" sz="2000" spc="0" b="1">
                <a:latin typeface="Times New Roman"/>
                <a:cs typeface="Times New Roman"/>
              </a:rPr>
              <a:t>toh</a:t>
            </a:r>
            <a:r>
              <a:rPr dirty="0" smtClean="0" sz="2000" spc="0" b="1">
                <a:latin typeface="Times New Roman"/>
                <a:cs typeface="Times New Roman"/>
              </a:rPr>
              <a:t> </a:t>
            </a:r>
            <a:r>
              <a:rPr dirty="0" smtClean="0" sz="2000" spc="0" b="1">
                <a:latin typeface="Times New Roman"/>
                <a:cs typeface="Times New Roman"/>
              </a:rPr>
              <a:t>d</a:t>
            </a:r>
            <a:r>
              <a:rPr dirty="0" smtClean="0" sz="2000" spc="0" b="1">
                <a:latin typeface="Times New Roman"/>
                <a:cs typeface="Times New Roman"/>
              </a:rPr>
              <a:t>i</a:t>
            </a:r>
            <a:r>
              <a:rPr dirty="0" smtClean="0" sz="2000" spc="0" b="1">
                <a:latin typeface="Times New Roman"/>
                <a:cs typeface="Times New Roman"/>
              </a:rPr>
              <a:t> </a:t>
            </a:r>
            <a:r>
              <a:rPr dirty="0" smtClean="0" sz="2000" spc="0" b="1">
                <a:latin typeface="Times New Roman"/>
                <a:cs typeface="Times New Roman"/>
              </a:rPr>
              <a:t>sa</a:t>
            </a:r>
            <a:r>
              <a:rPr dirty="0" smtClean="0" sz="2000" spc="0" b="1">
                <a:latin typeface="Times New Roman"/>
                <a:cs typeface="Times New Roman"/>
              </a:rPr>
              <a:t>m</a:t>
            </a:r>
            <a:r>
              <a:rPr dirty="0" smtClean="0" sz="2000" spc="0" b="1">
                <a:latin typeface="Times New Roman"/>
                <a:cs typeface="Times New Roman"/>
              </a:rPr>
              <a:t>p</a:t>
            </a:r>
            <a:r>
              <a:rPr dirty="0" smtClean="0" sz="2000" spc="0" b="1">
                <a:latin typeface="Times New Roman"/>
                <a:cs typeface="Times New Roman"/>
              </a:rPr>
              <a:t>i</a:t>
            </a:r>
            <a:r>
              <a:rPr dirty="0" smtClean="0" sz="2000" spc="0" b="1">
                <a:latin typeface="Times New Roman"/>
                <a:cs typeface="Times New Roman"/>
              </a:rPr>
              <a:t>n</a:t>
            </a:r>
            <a:r>
              <a:rPr dirty="0" smtClean="0" sz="2000" spc="0" b="1">
                <a:latin typeface="Times New Roman"/>
                <a:cs typeface="Times New Roman"/>
              </a:rPr>
              <a:t>g,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059610" y="4968957"/>
            <a:ext cx="517467" cy="814959"/>
          </a:xfrm>
          <a:prstGeom prst="rect">
            <a:avLst/>
          </a:prstGeom>
        </p:spPr>
        <p:txBody>
          <a:bodyPr wrap="square" lIns="0" tIns="13589" rIns="0" bIns="0" rtlCol="0">
            <a:noAutofit/>
          </a:bodyPr>
          <a:lstStyle/>
          <a:p>
            <a:pPr marL="62299">
              <a:lnSpc>
                <a:spcPts val="2140"/>
              </a:lnSpc>
            </a:pPr>
            <a:r>
              <a:rPr dirty="0" smtClean="0" sz="2000">
                <a:latin typeface="Times New Roman"/>
                <a:cs typeface="Times New Roman"/>
              </a:rPr>
              <a:t>i=</a:t>
            </a:r>
            <a:r>
              <a:rPr dirty="0" smtClean="0" sz="2000">
                <a:latin typeface="Times New Roman"/>
                <a:cs typeface="Times New Roman"/>
              </a:rPr>
              <a:t> </a:t>
            </a:r>
            <a:r>
              <a:rPr dirty="0" smtClean="0" sz="2000">
                <a:latin typeface="Times New Roman"/>
                <a:cs typeface="Times New Roman"/>
              </a:rPr>
              <a:t>2</a:t>
            </a:r>
            <a:endParaRPr sz="2000">
              <a:latin typeface="Times New Roman"/>
              <a:cs typeface="Times New Roman"/>
            </a:endParaRPr>
          </a:p>
          <a:p>
            <a:pPr marL="12700" marR="11423">
              <a:lnSpc>
                <a:spcPct val="102091"/>
              </a:lnSpc>
              <a:spcBef>
                <a:spcPts val="1365"/>
              </a:spcBef>
            </a:pPr>
            <a:r>
              <a:rPr dirty="0" smtClean="0" sz="2250" spc="-19">
                <a:latin typeface="Times New Roman"/>
                <a:cs typeface="Times New Roman"/>
              </a:rPr>
              <a:t>D</a:t>
            </a:r>
            <a:r>
              <a:rPr dirty="0" smtClean="0" sz="2250" spc="-19">
                <a:latin typeface="Times New Roman"/>
                <a:cs typeface="Times New Roman"/>
              </a:rPr>
              <a:t> </a:t>
            </a:r>
            <a:r>
              <a:rPr dirty="0" smtClean="0" sz="2250" spc="48">
                <a:latin typeface="Symbol"/>
                <a:cs typeface="Symbol"/>
              </a:rPr>
              <a:t></a:t>
            </a:r>
            <a:endParaRPr sz="2250">
              <a:latin typeface="Symbol"/>
              <a:cs typeface="Symbo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703951" y="4968957"/>
            <a:ext cx="1067307" cy="279400"/>
          </a:xfrm>
          <a:prstGeom prst="rect">
            <a:avLst/>
          </a:prstGeom>
        </p:spPr>
        <p:txBody>
          <a:bodyPr wrap="square" lIns="0" tIns="13589" rIns="0" bIns="0" rtlCol="0">
            <a:noAutofit/>
          </a:bodyPr>
          <a:lstStyle/>
          <a:p>
            <a:pPr marL="12700">
              <a:lnSpc>
                <a:spcPts val="2140"/>
              </a:lnSpc>
            </a:pPr>
            <a:r>
              <a:rPr dirty="0" smtClean="0" sz="2000" spc="54" b="1">
                <a:latin typeface="Times New Roman"/>
                <a:cs typeface="Times New Roman"/>
              </a:rPr>
              <a:t>d</a:t>
            </a:r>
            <a:r>
              <a:rPr dirty="0" smtClean="0" sz="2000" spc="54" b="1">
                <a:latin typeface="Times New Roman"/>
                <a:cs typeface="Times New Roman"/>
              </a:rPr>
              <a:t>an</a:t>
            </a:r>
            <a:r>
              <a:rPr dirty="0" smtClean="0" sz="2000" spc="54" b="1">
                <a:latin typeface="Times New Roman"/>
                <a:cs typeface="Times New Roman"/>
              </a:rPr>
              <a:t> </a:t>
            </a:r>
            <a:r>
              <a:rPr dirty="0" smtClean="0" sz="2000" spc="54">
                <a:latin typeface="Times New Roman"/>
                <a:cs typeface="Times New Roman"/>
              </a:rPr>
              <a:t>j</a:t>
            </a:r>
            <a:r>
              <a:rPr dirty="0" smtClean="0" sz="2000" spc="54">
                <a:latin typeface="Times New Roman"/>
                <a:cs typeface="Times New Roman"/>
              </a:rPr>
              <a:t> </a:t>
            </a:r>
            <a:r>
              <a:rPr dirty="0" smtClean="0" sz="2000" spc="54">
                <a:latin typeface="Times New Roman"/>
                <a:cs typeface="Times New Roman"/>
              </a:rPr>
              <a:t>=</a:t>
            </a:r>
            <a:r>
              <a:rPr dirty="0" smtClean="0" sz="2000" spc="54">
                <a:latin typeface="Times New Roman"/>
                <a:cs typeface="Times New Roman"/>
              </a:rPr>
              <a:t> </a:t>
            </a:r>
            <a:r>
              <a:rPr dirty="0" smtClean="0" sz="2000" spc="54"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741804" y="5439889"/>
            <a:ext cx="256400" cy="344027"/>
          </a:xfrm>
          <a:prstGeom prst="rect">
            <a:avLst/>
          </a:prstGeom>
        </p:spPr>
        <p:txBody>
          <a:bodyPr wrap="square" lIns="0" tIns="16795" rIns="0" bIns="0" rtlCol="0">
            <a:noAutofit/>
          </a:bodyPr>
          <a:lstStyle/>
          <a:p>
            <a:pPr marL="12700">
              <a:lnSpc>
                <a:spcPts val="2645"/>
              </a:lnSpc>
            </a:pPr>
            <a:r>
              <a:rPr dirty="0" smtClean="0" sz="2250" spc="80">
                <a:latin typeface="Times New Roman"/>
                <a:cs typeface="Times New Roman"/>
              </a:rPr>
              <a:t>i</a:t>
            </a:r>
            <a:r>
              <a:rPr dirty="0" smtClean="0" baseline="42367" sz="1950" spc="80">
                <a:latin typeface="Times New Roman"/>
                <a:cs typeface="Times New Roman"/>
              </a:rPr>
              <a:t>2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630209" y="5439889"/>
            <a:ext cx="238370" cy="344027"/>
          </a:xfrm>
          <a:prstGeom prst="rect">
            <a:avLst/>
          </a:prstGeom>
        </p:spPr>
        <p:txBody>
          <a:bodyPr wrap="square" lIns="0" tIns="16795" rIns="0" bIns="0" rtlCol="0">
            <a:noAutofit/>
          </a:bodyPr>
          <a:lstStyle/>
          <a:p>
            <a:pPr marL="12700">
              <a:lnSpc>
                <a:spcPts val="2645"/>
              </a:lnSpc>
            </a:pPr>
            <a:r>
              <a:rPr dirty="0" smtClean="0" sz="2250" spc="8">
                <a:latin typeface="Times New Roman"/>
                <a:cs typeface="Times New Roman"/>
              </a:rPr>
              <a:t>j</a:t>
            </a:r>
            <a:r>
              <a:rPr dirty="0" smtClean="0" baseline="42367" sz="1950" spc="8">
                <a:latin typeface="Times New Roman"/>
                <a:cs typeface="Times New Roman"/>
              </a:rPr>
              <a:t>2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328718" y="5439889"/>
            <a:ext cx="314766" cy="344027"/>
          </a:xfrm>
          <a:prstGeom prst="rect">
            <a:avLst/>
          </a:prstGeom>
        </p:spPr>
        <p:txBody>
          <a:bodyPr wrap="square" lIns="0" tIns="16795" rIns="0" bIns="0" rtlCol="0">
            <a:noAutofit/>
          </a:bodyPr>
          <a:lstStyle/>
          <a:p>
            <a:pPr marL="12700">
              <a:lnSpc>
                <a:spcPts val="2645"/>
              </a:lnSpc>
            </a:pPr>
            <a:r>
              <a:rPr dirty="0" smtClean="0" sz="2250" spc="58">
                <a:latin typeface="Times New Roman"/>
                <a:cs typeface="Times New Roman"/>
              </a:rPr>
              <a:t>2</a:t>
            </a:r>
            <a:r>
              <a:rPr dirty="0" smtClean="0" baseline="42367" sz="1950" spc="58">
                <a:latin typeface="Times New Roman"/>
                <a:cs typeface="Times New Roman"/>
              </a:rPr>
              <a:t>2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643303" y="5439889"/>
            <a:ext cx="1062732" cy="344027"/>
          </a:xfrm>
          <a:prstGeom prst="rect">
            <a:avLst/>
          </a:prstGeom>
        </p:spPr>
        <p:txBody>
          <a:bodyPr wrap="square" lIns="0" tIns="16922" rIns="0" bIns="0" rtlCol="0">
            <a:noAutofit/>
          </a:bodyPr>
          <a:lstStyle/>
          <a:p>
            <a:pPr marL="12700">
              <a:lnSpc>
                <a:spcPts val="2665"/>
              </a:lnSpc>
            </a:pPr>
            <a:r>
              <a:rPr dirty="0" smtClean="0" sz="2250" spc="84">
                <a:latin typeface="Symbol"/>
                <a:cs typeface="Symbol"/>
              </a:rPr>
              <a:t></a:t>
            </a:r>
            <a:r>
              <a:rPr dirty="0" smtClean="0" sz="2250" spc="-3">
                <a:latin typeface="Times New Roman"/>
                <a:cs typeface="Times New Roman"/>
              </a:rPr>
              <a:t> </a:t>
            </a:r>
            <a:r>
              <a:rPr dirty="0" smtClean="0" sz="2250" spc="-3">
                <a:latin typeface="Times New Roman"/>
                <a:cs typeface="Times New Roman"/>
              </a:rPr>
              <a:t>2</a:t>
            </a:r>
            <a:r>
              <a:rPr dirty="0" smtClean="0" sz="2250" spc="-3">
                <a:latin typeface="Times New Roman"/>
                <a:cs typeface="Times New Roman"/>
              </a:rPr>
              <a:t>.</a:t>
            </a:r>
            <a:r>
              <a:rPr dirty="0" smtClean="0" sz="2250" spc="-3">
                <a:latin typeface="Times New Roman"/>
                <a:cs typeface="Times New Roman"/>
              </a:rPr>
              <a:t>1</a:t>
            </a:r>
            <a:r>
              <a:rPr dirty="0" smtClean="0" sz="2250" spc="84">
                <a:latin typeface="Symbol"/>
                <a:cs typeface="Symbol"/>
              </a:rPr>
              <a:t></a:t>
            </a:r>
            <a:r>
              <a:rPr dirty="0" smtClean="0" sz="2250" spc="-3">
                <a:latin typeface="Times New Roman"/>
                <a:cs typeface="Times New Roman"/>
              </a:rPr>
              <a:t>1</a:t>
            </a:r>
            <a:r>
              <a:rPr dirty="0" smtClean="0" baseline="42367" sz="1950" spc="-3">
                <a:latin typeface="Times New Roman"/>
                <a:cs typeface="Times New Roman"/>
              </a:rPr>
              <a:t>2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998712" y="5467416"/>
            <a:ext cx="626619" cy="316500"/>
          </a:xfrm>
          <a:prstGeom prst="rect">
            <a:avLst/>
          </a:prstGeom>
        </p:spPr>
        <p:txBody>
          <a:bodyPr wrap="square" lIns="0" tIns="15525" rIns="0" bIns="0" rtlCol="0">
            <a:noAutofit/>
          </a:bodyPr>
          <a:lstStyle/>
          <a:p>
            <a:pPr marL="12700">
              <a:lnSpc>
                <a:spcPts val="2445"/>
              </a:lnSpc>
            </a:pPr>
            <a:r>
              <a:rPr dirty="0" smtClean="0" sz="2250" spc="24">
                <a:latin typeface="Symbol"/>
                <a:cs typeface="Symbol"/>
              </a:rPr>
              <a:t></a:t>
            </a:r>
            <a:r>
              <a:rPr dirty="0" smtClean="0" sz="2250" spc="-130">
                <a:latin typeface="Times New Roman"/>
                <a:cs typeface="Times New Roman"/>
              </a:rPr>
              <a:t> </a:t>
            </a:r>
            <a:r>
              <a:rPr dirty="0" smtClean="0" sz="2250" spc="-130">
                <a:latin typeface="Times New Roman"/>
                <a:cs typeface="Times New Roman"/>
              </a:rPr>
              <a:t>i</a:t>
            </a:r>
            <a:r>
              <a:rPr dirty="0" smtClean="0" sz="2250" spc="-130">
                <a:latin typeface="Times New Roman"/>
                <a:cs typeface="Times New Roman"/>
              </a:rPr>
              <a:t>j</a:t>
            </a:r>
            <a:r>
              <a:rPr dirty="0" smtClean="0" sz="2250" spc="-130">
                <a:latin typeface="Times New Roman"/>
                <a:cs typeface="Times New Roman"/>
              </a:rPr>
              <a:t> </a:t>
            </a:r>
            <a:r>
              <a:rPr dirty="0" smtClean="0" sz="2250" spc="24">
                <a:latin typeface="Symbol"/>
                <a:cs typeface="Symbol"/>
              </a:rPr>
              <a:t></a:t>
            </a:r>
            <a:endParaRPr sz="2250">
              <a:latin typeface="Symbol"/>
              <a:cs typeface="Symbo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910420" y="5467416"/>
            <a:ext cx="232126" cy="311924"/>
          </a:xfrm>
          <a:prstGeom prst="rect">
            <a:avLst/>
          </a:prstGeom>
        </p:spPr>
        <p:txBody>
          <a:bodyPr wrap="square" lIns="0" tIns="15525" rIns="0" bIns="0" rtlCol="0">
            <a:noAutofit/>
          </a:bodyPr>
          <a:lstStyle/>
          <a:p>
            <a:pPr marL="12700">
              <a:lnSpc>
                <a:spcPts val="2445"/>
              </a:lnSpc>
            </a:pPr>
            <a:r>
              <a:rPr dirty="0" smtClean="0" sz="2250" spc="48">
                <a:latin typeface="Symbol"/>
                <a:cs typeface="Symbol"/>
              </a:rPr>
              <a:t></a:t>
            </a:r>
            <a:endParaRPr sz="2250">
              <a:latin typeface="Symbol"/>
              <a:cs typeface="Symbo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747900" y="5467416"/>
            <a:ext cx="799001" cy="316500"/>
          </a:xfrm>
          <a:prstGeom prst="rect">
            <a:avLst/>
          </a:prstGeom>
        </p:spPr>
        <p:txBody>
          <a:bodyPr wrap="square" lIns="0" tIns="15525" rIns="0" bIns="0" rtlCol="0">
            <a:noAutofit/>
          </a:bodyPr>
          <a:lstStyle/>
          <a:p>
            <a:pPr marL="12700">
              <a:lnSpc>
                <a:spcPts val="2445"/>
              </a:lnSpc>
            </a:pPr>
            <a:r>
              <a:rPr dirty="0" smtClean="0" sz="2250">
                <a:latin typeface="Symbol"/>
                <a:cs typeface="Symbol"/>
              </a:rPr>
              <a:t></a:t>
            </a:r>
            <a:r>
              <a:rPr dirty="0" smtClean="0" sz="2250" spc="-2">
                <a:latin typeface="Times New Roman"/>
                <a:cs typeface="Times New Roman"/>
              </a:rPr>
              <a:t> </a:t>
            </a:r>
            <a:r>
              <a:rPr dirty="0" smtClean="0" sz="2250" spc="-2">
                <a:latin typeface="Times New Roman"/>
                <a:cs typeface="Times New Roman"/>
              </a:rPr>
              <a:t>2</a:t>
            </a:r>
            <a:r>
              <a:rPr dirty="0" smtClean="0" sz="2250" spc="-2">
                <a:latin typeface="Times New Roman"/>
                <a:cs typeface="Times New Roman"/>
              </a:rPr>
              <a:t>,</a:t>
            </a:r>
            <a:r>
              <a:rPr dirty="0" smtClean="0" sz="2250" spc="-2">
                <a:latin typeface="Times New Roman"/>
                <a:cs typeface="Times New Roman"/>
              </a:rPr>
              <a:t>65</a:t>
            </a:r>
            <a:endParaRPr sz="22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31140" y="6472848"/>
            <a:ext cx="1024727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b="1">
                <a:latin typeface="Georgia"/>
                <a:cs typeface="Georgia"/>
              </a:rPr>
              <a:t>M</a:t>
            </a:r>
            <a:r>
              <a:rPr dirty="0" smtClean="0" sz="1800" b="1">
                <a:latin typeface="Georgia"/>
                <a:cs typeface="Georgia"/>
              </a:rPr>
              <a:t>o</a:t>
            </a:r>
            <a:r>
              <a:rPr dirty="0" smtClean="0" sz="1800" b="1">
                <a:latin typeface="Georgia"/>
                <a:cs typeface="Georgia"/>
              </a:rPr>
              <a:t>d</a:t>
            </a:r>
            <a:r>
              <a:rPr dirty="0" smtClean="0" sz="1800" b="1">
                <a:latin typeface="Georgia"/>
                <a:cs typeface="Georgia"/>
              </a:rPr>
              <a:t>ul</a:t>
            </a:r>
            <a:r>
              <a:rPr dirty="0" smtClean="0" sz="1800" b="1">
                <a:latin typeface="Georgia"/>
                <a:cs typeface="Georgia"/>
              </a:rPr>
              <a:t> </a:t>
            </a:r>
            <a:r>
              <a:rPr dirty="0" smtClean="0" sz="1800" b="1"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12875" y="6472848"/>
            <a:ext cx="4393493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0" b="1">
                <a:latin typeface="Georgia"/>
                <a:cs typeface="Georgia"/>
              </a:rPr>
              <a:t>S</a:t>
            </a:r>
            <a:r>
              <a:rPr dirty="0" smtClean="0" sz="1800" spc="0" b="1">
                <a:latin typeface="Georgia"/>
                <a:cs typeface="Georgia"/>
              </a:rPr>
              <a:t>istem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K</a:t>
            </a:r>
            <a:r>
              <a:rPr dirty="0" smtClean="0" sz="1800" spc="0" b="1">
                <a:latin typeface="Georgia"/>
                <a:cs typeface="Georgia"/>
              </a:rPr>
              <a:t>o</a:t>
            </a: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unik</a:t>
            </a:r>
            <a:r>
              <a:rPr dirty="0" smtClean="0" sz="1800" spc="0" b="1">
                <a:latin typeface="Georgia"/>
                <a:cs typeface="Georgia"/>
              </a:rPr>
              <a:t>a</a:t>
            </a:r>
            <a:r>
              <a:rPr dirty="0" smtClean="0" sz="1800" spc="0" b="1">
                <a:latin typeface="Georgia"/>
                <a:cs typeface="Georgia"/>
              </a:rPr>
              <a:t>si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B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r>
              <a:rPr dirty="0" smtClean="0" sz="1800" spc="0" b="1">
                <a:latin typeface="Georgia"/>
                <a:cs typeface="Georgia"/>
              </a:rPr>
              <a:t>g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r>
              <a:rPr dirty="0" smtClean="0" sz="1800" spc="0" b="1">
                <a:latin typeface="Georgia"/>
                <a:cs typeface="Georgia"/>
              </a:rPr>
              <a:t>a</a:t>
            </a:r>
            <a:r>
              <a:rPr dirty="0" smtClean="0" sz="1800" spc="0" b="1">
                <a:latin typeface="Georgia"/>
                <a:cs typeface="Georgia"/>
              </a:rPr>
              <a:t>k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S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lul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448800" y="6472848"/>
            <a:ext cx="343936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-4" b="1">
                <a:latin typeface="Georgia"/>
                <a:cs typeface="Georgia"/>
              </a:rPr>
              <a:t>23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00320" y="3881120"/>
            <a:ext cx="2011679" cy="566419"/>
          </a:xfrm>
          <a:prstGeom prst="rect">
            <a:avLst/>
          </a:prstGeom>
        </p:spPr>
        <p:txBody>
          <a:bodyPr wrap="square" lIns="0" tIns="2948" rIns="0" bIns="0" rtlCol="0">
            <a:noAutofit/>
          </a:bodyPr>
          <a:lstStyle/>
          <a:p>
            <a:pPr>
              <a:lnSpc>
                <a:spcPts val="800"/>
              </a:lnSpc>
            </a:pPr>
            <a:endParaRPr sz="800"/>
          </a:p>
          <a:p>
            <a:pPr marL="50793">
              <a:lnSpc>
                <a:spcPts val="1992"/>
              </a:lnSpc>
            </a:pPr>
            <a:r>
              <a:rPr dirty="0" smtClean="0" sz="2400" spc="0">
                <a:latin typeface="Times New Roman"/>
                <a:cs typeface="Times New Roman"/>
              </a:rPr>
              <a:t>D</a:t>
            </a:r>
            <a:r>
              <a:rPr dirty="0" smtClean="0" sz="2400" spc="-72">
                <a:latin typeface="Times New Roman"/>
                <a:cs typeface="Times New Roman"/>
              </a:rPr>
              <a:t> </a:t>
            </a:r>
            <a:r>
              <a:rPr dirty="0" smtClean="0" sz="2400" spc="0">
                <a:latin typeface="Symbol"/>
                <a:cs typeface="Symbol"/>
              </a:rPr>
              <a:t></a:t>
            </a:r>
            <a:r>
              <a:rPr dirty="0" smtClean="0" sz="2400" spc="0">
                <a:latin typeface="Times New Roman"/>
                <a:cs typeface="Times New Roman"/>
              </a:rPr>
              <a:t>  </a:t>
            </a:r>
            <a:r>
              <a:rPr dirty="0" smtClean="0" sz="2400" spc="274">
                <a:latin typeface="Times New Roman"/>
                <a:cs typeface="Times New Roman"/>
              </a:rPr>
              <a:t> </a:t>
            </a:r>
            <a:r>
              <a:rPr dirty="0" smtClean="0" sz="2400" spc="109">
                <a:latin typeface="Times New Roman"/>
                <a:cs typeface="Times New Roman"/>
              </a:rPr>
              <a:t>i</a:t>
            </a:r>
            <a:r>
              <a:rPr dirty="0" smtClean="0" baseline="43481" sz="2100" spc="0">
                <a:latin typeface="Times New Roman"/>
                <a:cs typeface="Times New Roman"/>
              </a:rPr>
              <a:t>2</a:t>
            </a:r>
            <a:r>
              <a:rPr dirty="0" smtClean="0" baseline="43481" sz="2100" spc="302">
                <a:latin typeface="Times New Roman"/>
                <a:cs typeface="Times New Roman"/>
              </a:rPr>
              <a:t> </a:t>
            </a:r>
            <a:r>
              <a:rPr dirty="0" smtClean="0" sz="2400" spc="38">
                <a:latin typeface="Symbol"/>
                <a:cs typeface="Symbol"/>
              </a:rPr>
              <a:t></a:t>
            </a:r>
            <a:r>
              <a:rPr dirty="0" smtClean="0" sz="2400" spc="-294">
                <a:latin typeface="Times New Roman"/>
                <a:cs typeface="Times New Roman"/>
              </a:rPr>
              <a:t> </a:t>
            </a:r>
            <a:r>
              <a:rPr dirty="0" smtClean="0" sz="2400" spc="-164">
                <a:latin typeface="Times New Roman"/>
                <a:cs typeface="Times New Roman"/>
              </a:rPr>
              <a:t>i</a:t>
            </a:r>
            <a:r>
              <a:rPr dirty="0" smtClean="0" sz="2400" spc="0">
                <a:latin typeface="Times New Roman"/>
                <a:cs typeface="Times New Roman"/>
              </a:rPr>
              <a:t>j</a:t>
            </a:r>
            <a:r>
              <a:rPr dirty="0" smtClean="0" sz="2400" spc="-161">
                <a:latin typeface="Times New Roman"/>
                <a:cs typeface="Times New Roman"/>
              </a:rPr>
              <a:t> </a:t>
            </a:r>
            <a:r>
              <a:rPr dirty="0" smtClean="0" sz="2400" spc="0">
                <a:latin typeface="Symbol"/>
                <a:cs typeface="Symbol"/>
              </a:rPr>
              <a:t></a:t>
            </a:r>
            <a:r>
              <a:rPr dirty="0" smtClean="0" sz="2400" spc="49">
                <a:latin typeface="Times New Roman"/>
                <a:cs typeface="Times New Roman"/>
              </a:rPr>
              <a:t> </a:t>
            </a:r>
            <a:r>
              <a:rPr dirty="0" smtClean="0" sz="2400" spc="-13">
                <a:latin typeface="Times New Roman"/>
                <a:cs typeface="Times New Roman"/>
              </a:rPr>
              <a:t>j</a:t>
            </a:r>
            <a:r>
              <a:rPr dirty="0" smtClean="0" baseline="43481" sz="2100" spc="20">
                <a:latin typeface="Times New Roman"/>
                <a:cs typeface="Times New Roman"/>
              </a:rPr>
              <a:t>2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20040" y="1363980"/>
            <a:ext cx="5610860" cy="640079"/>
          </a:xfrm>
          <a:prstGeom prst="rect">
            <a:avLst/>
          </a:prstGeom>
        </p:spPr>
        <p:txBody>
          <a:bodyPr wrap="square" lIns="0" tIns="40640" rIns="0" bIns="0" rtlCol="0">
            <a:noAutofit/>
          </a:bodyPr>
          <a:lstStyle/>
          <a:p>
            <a:pPr marR="78144" algn="r">
              <a:lnSpc>
                <a:spcPct val="95825"/>
              </a:lnSpc>
            </a:pPr>
            <a:r>
              <a:rPr dirty="0" smtClean="0" sz="1300" spc="12">
                <a:latin typeface="Times New Roman"/>
                <a:cs typeface="Times New Roman"/>
              </a:rPr>
              <a:t>1</a:t>
            </a:r>
            <a:endParaRPr sz="1300">
              <a:latin typeface="Times New Roman"/>
              <a:cs typeface="Times New Roman"/>
            </a:endParaRPr>
          </a:p>
          <a:p>
            <a:pPr marL="933237">
              <a:lnSpc>
                <a:spcPct val="95825"/>
              </a:lnSpc>
              <a:spcBef>
                <a:spcPts val="1513"/>
              </a:spcBef>
            </a:pPr>
            <a:r>
              <a:rPr dirty="0" smtClean="0" sz="1300" spc="0">
                <a:latin typeface="Times New Roman"/>
                <a:cs typeface="Times New Roman"/>
              </a:rPr>
              <a:t>2</a:t>
            </a:r>
            <a:r>
              <a:rPr dirty="0" smtClean="0" sz="1300" spc="0">
                <a:latin typeface="Times New Roman"/>
                <a:cs typeface="Times New Roman"/>
              </a:rPr>
              <a:t>         </a:t>
            </a:r>
            <a:r>
              <a:rPr dirty="0" smtClean="0" sz="1300" spc="208">
                <a:latin typeface="Times New Roman"/>
                <a:cs typeface="Times New Roman"/>
              </a:rPr>
              <a:t> </a:t>
            </a:r>
            <a:r>
              <a:rPr dirty="0" smtClean="0" sz="1300" spc="0">
                <a:latin typeface="Times New Roman"/>
                <a:cs typeface="Times New Roman"/>
              </a:rPr>
              <a:t>1</a:t>
            </a:r>
            <a:r>
              <a:rPr dirty="0" smtClean="0" sz="1300" spc="0">
                <a:latin typeface="Times New Roman"/>
                <a:cs typeface="Times New Roman"/>
              </a:rPr>
              <a:t>                 </a:t>
            </a:r>
            <a:r>
              <a:rPr dirty="0" smtClean="0" sz="1300" spc="3">
                <a:latin typeface="Times New Roman"/>
                <a:cs typeface="Times New Roman"/>
              </a:rPr>
              <a:t> </a:t>
            </a:r>
            <a:r>
              <a:rPr dirty="0" smtClean="0" sz="1300" spc="0">
                <a:latin typeface="Times New Roman"/>
                <a:cs typeface="Times New Roman"/>
              </a:rPr>
              <a:t>2</a:t>
            </a:r>
            <a:r>
              <a:rPr dirty="0" smtClean="0" sz="1300" spc="0">
                <a:latin typeface="Times New Roman"/>
                <a:cs typeface="Times New Roman"/>
              </a:rPr>
              <a:t>         </a:t>
            </a:r>
            <a:r>
              <a:rPr dirty="0" smtClean="0" sz="1300" spc="172">
                <a:latin typeface="Times New Roman"/>
                <a:cs typeface="Times New Roman"/>
              </a:rPr>
              <a:t> </a:t>
            </a:r>
            <a:r>
              <a:rPr dirty="0" smtClean="0" sz="1300" spc="0">
                <a:latin typeface="Times New Roman"/>
                <a:cs typeface="Times New Roman"/>
              </a:rPr>
              <a:t>1</a:t>
            </a:r>
            <a:r>
              <a:rPr dirty="0" smtClean="0" sz="1300" spc="0">
                <a:latin typeface="Times New Roman"/>
                <a:cs typeface="Times New Roman"/>
              </a:rPr>
              <a:t>                 </a:t>
            </a:r>
            <a:r>
              <a:rPr dirty="0" smtClean="0" sz="1300" spc="37">
                <a:latin typeface="Times New Roman"/>
                <a:cs typeface="Times New Roman"/>
              </a:rPr>
              <a:t> </a:t>
            </a:r>
            <a:r>
              <a:rPr dirty="0" smtClean="0" sz="1300" spc="0">
                <a:latin typeface="Times New Roman"/>
                <a:cs typeface="Times New Roman"/>
              </a:rPr>
              <a:t>2</a:t>
            </a:r>
            <a:r>
              <a:rPr dirty="0" smtClean="0" sz="1300" spc="0">
                <a:latin typeface="Times New Roman"/>
                <a:cs typeface="Times New Roman"/>
              </a:rPr>
              <a:t>         </a:t>
            </a:r>
            <a:r>
              <a:rPr dirty="0" smtClean="0" sz="1300" spc="203">
                <a:latin typeface="Times New Roman"/>
                <a:cs typeface="Times New Roman"/>
              </a:rPr>
              <a:t> </a:t>
            </a:r>
            <a:r>
              <a:rPr dirty="0" smtClean="0" sz="1300" spc="0">
                <a:latin typeface="Times New Roman"/>
                <a:cs typeface="Times New Roman"/>
              </a:rPr>
              <a:t>1</a:t>
            </a:r>
            <a:r>
              <a:rPr dirty="0" smtClean="0" sz="1300" spc="0">
                <a:latin typeface="Times New Roman"/>
                <a:cs typeface="Times New Roman"/>
              </a:rPr>
              <a:t>       </a:t>
            </a:r>
            <a:r>
              <a:rPr dirty="0" smtClean="0" sz="1300" spc="248">
                <a:latin typeface="Times New Roman"/>
                <a:cs typeface="Times New Roman"/>
              </a:rPr>
              <a:t> </a:t>
            </a:r>
            <a:r>
              <a:rPr dirty="0" smtClean="0" sz="1300" spc="0">
                <a:latin typeface="Times New Roman"/>
                <a:cs typeface="Times New Roman"/>
              </a:rPr>
              <a:t>2</a:t>
            </a:r>
            <a:r>
              <a:rPr dirty="0" smtClean="0" sz="1300" spc="0">
                <a:latin typeface="Times New Roman"/>
                <a:cs typeface="Times New Roman"/>
              </a:rPr>
              <a:t>         </a:t>
            </a:r>
            <a:r>
              <a:rPr dirty="0" smtClean="0" sz="1300" spc="172">
                <a:latin typeface="Times New Roman"/>
                <a:cs typeface="Times New Roman"/>
              </a:rPr>
              <a:t> </a:t>
            </a:r>
            <a:r>
              <a:rPr dirty="0" smtClean="0" sz="1300" spc="12">
                <a:latin typeface="Times New Roman"/>
                <a:cs typeface="Times New Roman"/>
              </a:rPr>
              <a:t>1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038432" y="736779"/>
            <a:ext cx="104743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" name="object 2"/>
          <p:cNvSpPr txBox="1"/>
          <p:nvPr/>
        </p:nvSpPr>
        <p:spPr>
          <a:xfrm>
            <a:off x="5760315" y="1481903"/>
            <a:ext cx="101403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object 81"/>
          <p:cNvSpPr/>
          <p:nvPr/>
        </p:nvSpPr>
        <p:spPr>
          <a:xfrm>
            <a:off x="0" y="6400800"/>
            <a:ext cx="9903460" cy="457196"/>
          </a:xfrm>
          <a:custGeom>
            <a:avLst/>
            <a:gdLst/>
            <a:ahLst/>
            <a:cxnLst/>
            <a:rect l="l" t="t" r="r" b="b"/>
            <a:pathLst>
              <a:path w="9903460" h="457196">
                <a:moveTo>
                  <a:pt x="9903460" y="457196"/>
                </a:moveTo>
                <a:lnTo>
                  <a:pt x="9903460" y="0"/>
                </a:lnTo>
                <a:lnTo>
                  <a:pt x="0" y="0"/>
                </a:lnTo>
                <a:lnTo>
                  <a:pt x="0" y="457196"/>
                </a:lnTo>
                <a:lnTo>
                  <a:pt x="9903460" y="457196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2" name="object 82"/>
          <p:cNvSpPr/>
          <p:nvPr/>
        </p:nvSpPr>
        <p:spPr>
          <a:xfrm>
            <a:off x="153670" y="640207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58419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9" name="object 79"/>
          <p:cNvSpPr/>
          <p:nvPr/>
        </p:nvSpPr>
        <p:spPr>
          <a:xfrm>
            <a:off x="0" y="0"/>
            <a:ext cx="9903460" cy="609600"/>
          </a:xfrm>
          <a:custGeom>
            <a:avLst/>
            <a:gdLst/>
            <a:ahLst/>
            <a:cxnLst/>
            <a:rect l="l" t="t" r="r" b="b"/>
            <a:pathLst>
              <a:path w="9903460" h="609600">
                <a:moveTo>
                  <a:pt x="0" y="609600"/>
                </a:moveTo>
                <a:lnTo>
                  <a:pt x="9903460" y="609600"/>
                </a:lnTo>
                <a:lnTo>
                  <a:pt x="9903460" y="0"/>
                </a:lnTo>
                <a:lnTo>
                  <a:pt x="0" y="0"/>
                </a:lnTo>
                <a:lnTo>
                  <a:pt x="0" y="60960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0" name="object 80"/>
          <p:cNvSpPr/>
          <p:nvPr/>
        </p:nvSpPr>
        <p:spPr>
          <a:xfrm>
            <a:off x="111760" y="60960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76200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4" name="object 44"/>
          <p:cNvSpPr/>
          <p:nvPr/>
        </p:nvSpPr>
        <p:spPr>
          <a:xfrm>
            <a:off x="1535086" y="2084166"/>
            <a:ext cx="769637" cy="846540"/>
          </a:xfrm>
          <a:custGeom>
            <a:avLst/>
            <a:gdLst/>
            <a:ahLst/>
            <a:cxnLst/>
            <a:rect l="l" t="t" r="r" b="b"/>
            <a:pathLst>
              <a:path w="769637" h="846540">
                <a:moveTo>
                  <a:pt x="769637" y="200632"/>
                </a:moveTo>
                <a:lnTo>
                  <a:pt x="382757" y="0"/>
                </a:lnTo>
                <a:lnTo>
                  <a:pt x="0" y="215610"/>
                </a:lnTo>
                <a:lnTo>
                  <a:pt x="0" y="642209"/>
                </a:lnTo>
                <a:lnTo>
                  <a:pt x="379085" y="846540"/>
                </a:lnTo>
                <a:lnTo>
                  <a:pt x="765964" y="627416"/>
                </a:lnTo>
                <a:lnTo>
                  <a:pt x="769637" y="200632"/>
                </a:lnTo>
              </a:path>
            </a:pathLst>
          </a:custGeom>
          <a:ln w="3745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5" name="object 45"/>
          <p:cNvSpPr/>
          <p:nvPr/>
        </p:nvSpPr>
        <p:spPr>
          <a:xfrm>
            <a:off x="2301051" y="2080467"/>
            <a:ext cx="754442" cy="850238"/>
          </a:xfrm>
          <a:custGeom>
            <a:avLst/>
            <a:gdLst/>
            <a:ahLst/>
            <a:cxnLst/>
            <a:rect l="l" t="t" r="r" b="b"/>
            <a:pathLst>
              <a:path w="754442" h="850238">
                <a:moveTo>
                  <a:pt x="754442" y="204330"/>
                </a:moveTo>
                <a:lnTo>
                  <a:pt x="375413" y="0"/>
                </a:lnTo>
                <a:lnTo>
                  <a:pt x="0" y="219309"/>
                </a:lnTo>
                <a:lnTo>
                  <a:pt x="0" y="642394"/>
                </a:lnTo>
                <a:lnTo>
                  <a:pt x="371722" y="850238"/>
                </a:lnTo>
                <a:lnTo>
                  <a:pt x="750882" y="631114"/>
                </a:lnTo>
                <a:lnTo>
                  <a:pt x="754442" y="204330"/>
                </a:lnTo>
              </a:path>
            </a:pathLst>
          </a:custGeom>
          <a:ln w="3746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6" name="object 46"/>
          <p:cNvSpPr/>
          <p:nvPr/>
        </p:nvSpPr>
        <p:spPr>
          <a:xfrm>
            <a:off x="3063362" y="2084166"/>
            <a:ext cx="769674" cy="846540"/>
          </a:xfrm>
          <a:custGeom>
            <a:avLst/>
            <a:gdLst/>
            <a:ahLst/>
            <a:cxnLst/>
            <a:rect l="l" t="t" r="r" b="b"/>
            <a:pathLst>
              <a:path w="769674" h="846540">
                <a:moveTo>
                  <a:pt x="769674" y="200632"/>
                </a:moveTo>
                <a:lnTo>
                  <a:pt x="382776" y="0"/>
                </a:lnTo>
                <a:lnTo>
                  <a:pt x="0" y="215610"/>
                </a:lnTo>
                <a:lnTo>
                  <a:pt x="0" y="642209"/>
                </a:lnTo>
                <a:lnTo>
                  <a:pt x="375469" y="846540"/>
                </a:lnTo>
                <a:lnTo>
                  <a:pt x="762180" y="627416"/>
                </a:lnTo>
                <a:lnTo>
                  <a:pt x="769674" y="200632"/>
                </a:lnTo>
              </a:path>
            </a:pathLst>
          </a:custGeom>
          <a:ln w="3745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7" name="object 47"/>
          <p:cNvSpPr/>
          <p:nvPr/>
        </p:nvSpPr>
        <p:spPr>
          <a:xfrm>
            <a:off x="3821982" y="2080467"/>
            <a:ext cx="769674" cy="850238"/>
          </a:xfrm>
          <a:custGeom>
            <a:avLst/>
            <a:gdLst/>
            <a:ahLst/>
            <a:cxnLst/>
            <a:rect l="l" t="t" r="r" b="b"/>
            <a:pathLst>
              <a:path w="769674" h="850238">
                <a:moveTo>
                  <a:pt x="769674" y="204330"/>
                </a:moveTo>
                <a:lnTo>
                  <a:pt x="382776" y="0"/>
                </a:lnTo>
                <a:lnTo>
                  <a:pt x="0" y="219309"/>
                </a:lnTo>
                <a:lnTo>
                  <a:pt x="0" y="642394"/>
                </a:lnTo>
                <a:lnTo>
                  <a:pt x="379029" y="850238"/>
                </a:lnTo>
                <a:lnTo>
                  <a:pt x="761805" y="631114"/>
                </a:lnTo>
                <a:lnTo>
                  <a:pt x="769674" y="204330"/>
                </a:lnTo>
              </a:path>
            </a:pathLst>
          </a:custGeom>
          <a:ln w="3745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8" name="object 48"/>
          <p:cNvSpPr/>
          <p:nvPr/>
        </p:nvSpPr>
        <p:spPr>
          <a:xfrm>
            <a:off x="4178528" y="2719163"/>
            <a:ext cx="735574" cy="849868"/>
          </a:xfrm>
          <a:custGeom>
            <a:avLst/>
            <a:gdLst/>
            <a:ahLst/>
            <a:cxnLst/>
            <a:rect l="l" t="t" r="r" b="b"/>
            <a:pathLst>
              <a:path w="735574" h="849868">
                <a:moveTo>
                  <a:pt x="735574" y="203961"/>
                </a:moveTo>
                <a:lnTo>
                  <a:pt x="363852" y="0"/>
                </a:lnTo>
                <a:lnTo>
                  <a:pt x="0" y="218754"/>
                </a:lnTo>
                <a:lnTo>
                  <a:pt x="0" y="641839"/>
                </a:lnTo>
                <a:lnTo>
                  <a:pt x="360293" y="849868"/>
                </a:lnTo>
                <a:lnTo>
                  <a:pt x="728267" y="631114"/>
                </a:lnTo>
                <a:lnTo>
                  <a:pt x="735574" y="203961"/>
                </a:lnTo>
              </a:path>
            </a:pathLst>
          </a:custGeom>
          <a:ln w="3746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9" name="object 49"/>
          <p:cNvSpPr/>
          <p:nvPr/>
        </p:nvSpPr>
        <p:spPr>
          <a:xfrm>
            <a:off x="2687949" y="1445839"/>
            <a:ext cx="780672" cy="846170"/>
          </a:xfrm>
          <a:custGeom>
            <a:avLst/>
            <a:gdLst/>
            <a:ahLst/>
            <a:cxnLst/>
            <a:rect l="l" t="t" r="r" b="b"/>
            <a:pathLst>
              <a:path w="780672" h="846170">
                <a:moveTo>
                  <a:pt x="780672" y="204330"/>
                </a:moveTo>
                <a:lnTo>
                  <a:pt x="390589" y="0"/>
                </a:lnTo>
                <a:lnTo>
                  <a:pt x="0" y="215240"/>
                </a:lnTo>
                <a:lnTo>
                  <a:pt x="0" y="638326"/>
                </a:lnTo>
                <a:lnTo>
                  <a:pt x="382720" y="846170"/>
                </a:lnTo>
                <a:lnTo>
                  <a:pt x="773365" y="627416"/>
                </a:lnTo>
                <a:lnTo>
                  <a:pt x="780672" y="204330"/>
                </a:lnTo>
              </a:path>
            </a:pathLst>
          </a:custGeom>
          <a:ln w="3745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0" name="object 50"/>
          <p:cNvSpPr/>
          <p:nvPr/>
        </p:nvSpPr>
        <p:spPr>
          <a:xfrm>
            <a:off x="1125688" y="2719163"/>
            <a:ext cx="765962" cy="849868"/>
          </a:xfrm>
          <a:custGeom>
            <a:avLst/>
            <a:gdLst/>
            <a:ahLst/>
            <a:cxnLst/>
            <a:rect l="l" t="t" r="r" b="b"/>
            <a:pathLst>
              <a:path w="765962" h="849868">
                <a:moveTo>
                  <a:pt x="765962" y="203961"/>
                </a:moveTo>
                <a:lnTo>
                  <a:pt x="383205" y="0"/>
                </a:lnTo>
                <a:lnTo>
                  <a:pt x="0" y="218754"/>
                </a:lnTo>
                <a:lnTo>
                  <a:pt x="0" y="641839"/>
                </a:lnTo>
                <a:lnTo>
                  <a:pt x="375392" y="849868"/>
                </a:lnTo>
                <a:lnTo>
                  <a:pt x="762290" y="631114"/>
                </a:lnTo>
                <a:lnTo>
                  <a:pt x="765962" y="203961"/>
                </a:lnTo>
              </a:path>
            </a:pathLst>
          </a:custGeom>
          <a:ln w="3745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1" name="object 51"/>
          <p:cNvSpPr/>
          <p:nvPr/>
        </p:nvSpPr>
        <p:spPr>
          <a:xfrm>
            <a:off x="1887978" y="2719163"/>
            <a:ext cx="754929" cy="849868"/>
          </a:xfrm>
          <a:custGeom>
            <a:avLst/>
            <a:gdLst/>
            <a:ahLst/>
            <a:cxnLst/>
            <a:rect l="l" t="t" r="r" b="b"/>
            <a:pathLst>
              <a:path w="754929" h="849868">
                <a:moveTo>
                  <a:pt x="754929" y="203961"/>
                </a:moveTo>
                <a:lnTo>
                  <a:pt x="375394" y="0"/>
                </a:lnTo>
                <a:lnTo>
                  <a:pt x="0" y="218754"/>
                </a:lnTo>
                <a:lnTo>
                  <a:pt x="0" y="641839"/>
                </a:lnTo>
                <a:lnTo>
                  <a:pt x="371722" y="849868"/>
                </a:lnTo>
                <a:lnTo>
                  <a:pt x="750807" y="627046"/>
                </a:lnTo>
                <a:lnTo>
                  <a:pt x="754929" y="203961"/>
                </a:lnTo>
              </a:path>
            </a:pathLst>
          </a:custGeom>
          <a:ln w="3746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2" name="object 52"/>
          <p:cNvSpPr/>
          <p:nvPr/>
        </p:nvSpPr>
        <p:spPr>
          <a:xfrm>
            <a:off x="3412601" y="2719163"/>
            <a:ext cx="765927" cy="849868"/>
          </a:xfrm>
          <a:custGeom>
            <a:avLst/>
            <a:gdLst/>
            <a:ahLst/>
            <a:cxnLst/>
            <a:rect l="l" t="t" r="r" b="b"/>
            <a:pathLst>
              <a:path w="765927" h="849868">
                <a:moveTo>
                  <a:pt x="765927" y="203961"/>
                </a:moveTo>
                <a:lnTo>
                  <a:pt x="382776" y="0"/>
                </a:lnTo>
                <a:lnTo>
                  <a:pt x="0" y="218754"/>
                </a:lnTo>
                <a:lnTo>
                  <a:pt x="0" y="641839"/>
                </a:lnTo>
                <a:lnTo>
                  <a:pt x="375281" y="849868"/>
                </a:lnTo>
                <a:lnTo>
                  <a:pt x="762180" y="627046"/>
                </a:lnTo>
                <a:lnTo>
                  <a:pt x="765927" y="203961"/>
                </a:lnTo>
              </a:path>
            </a:pathLst>
          </a:custGeom>
          <a:ln w="3745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3" name="object 53"/>
          <p:cNvSpPr/>
          <p:nvPr/>
        </p:nvSpPr>
        <p:spPr>
          <a:xfrm>
            <a:off x="1478578" y="3361003"/>
            <a:ext cx="770086" cy="850349"/>
          </a:xfrm>
          <a:custGeom>
            <a:avLst/>
            <a:gdLst/>
            <a:ahLst/>
            <a:cxnLst/>
            <a:rect l="l" t="t" r="r" b="b"/>
            <a:pathLst>
              <a:path w="770086" h="850349">
                <a:moveTo>
                  <a:pt x="770086" y="204330"/>
                </a:moveTo>
                <a:lnTo>
                  <a:pt x="383207" y="0"/>
                </a:lnTo>
                <a:lnTo>
                  <a:pt x="0" y="219309"/>
                </a:lnTo>
                <a:lnTo>
                  <a:pt x="0" y="642431"/>
                </a:lnTo>
                <a:lnTo>
                  <a:pt x="379534" y="850349"/>
                </a:lnTo>
                <a:lnTo>
                  <a:pt x="762292" y="631096"/>
                </a:lnTo>
                <a:lnTo>
                  <a:pt x="770086" y="204330"/>
                </a:lnTo>
              </a:path>
            </a:pathLst>
          </a:custGeom>
          <a:ln w="3745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4" name="object 54"/>
          <p:cNvSpPr/>
          <p:nvPr/>
        </p:nvSpPr>
        <p:spPr>
          <a:xfrm>
            <a:off x="2244543" y="3361003"/>
            <a:ext cx="754929" cy="846262"/>
          </a:xfrm>
          <a:custGeom>
            <a:avLst/>
            <a:gdLst/>
            <a:ahLst/>
            <a:cxnLst/>
            <a:rect l="l" t="t" r="r" b="b"/>
            <a:pathLst>
              <a:path w="754929" h="846262">
                <a:moveTo>
                  <a:pt x="754929" y="204330"/>
                </a:moveTo>
                <a:lnTo>
                  <a:pt x="375862" y="0"/>
                </a:lnTo>
                <a:lnTo>
                  <a:pt x="0" y="215240"/>
                </a:lnTo>
                <a:lnTo>
                  <a:pt x="0" y="638806"/>
                </a:lnTo>
                <a:lnTo>
                  <a:pt x="368049" y="846262"/>
                </a:lnTo>
                <a:lnTo>
                  <a:pt x="747622" y="627471"/>
                </a:lnTo>
                <a:lnTo>
                  <a:pt x="754929" y="204330"/>
                </a:lnTo>
              </a:path>
            </a:pathLst>
          </a:custGeom>
          <a:ln w="3746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5" name="object 55"/>
          <p:cNvSpPr/>
          <p:nvPr/>
        </p:nvSpPr>
        <p:spPr>
          <a:xfrm>
            <a:off x="3006779" y="3361003"/>
            <a:ext cx="765927" cy="850349"/>
          </a:xfrm>
          <a:custGeom>
            <a:avLst/>
            <a:gdLst/>
            <a:ahLst/>
            <a:cxnLst/>
            <a:rect l="l" t="t" r="r" b="b"/>
            <a:pathLst>
              <a:path w="765927" h="850349">
                <a:moveTo>
                  <a:pt x="765927" y="204330"/>
                </a:moveTo>
                <a:lnTo>
                  <a:pt x="379591" y="0"/>
                </a:lnTo>
                <a:lnTo>
                  <a:pt x="0" y="219309"/>
                </a:lnTo>
                <a:lnTo>
                  <a:pt x="0" y="642431"/>
                </a:lnTo>
                <a:lnTo>
                  <a:pt x="375469" y="850349"/>
                </a:lnTo>
                <a:lnTo>
                  <a:pt x="762367" y="631096"/>
                </a:lnTo>
                <a:lnTo>
                  <a:pt x="765927" y="204330"/>
                </a:lnTo>
              </a:path>
            </a:pathLst>
          </a:custGeom>
          <a:ln w="3745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6" name="object 56"/>
          <p:cNvSpPr/>
          <p:nvPr/>
        </p:nvSpPr>
        <p:spPr>
          <a:xfrm>
            <a:off x="3765400" y="3361003"/>
            <a:ext cx="739884" cy="846262"/>
          </a:xfrm>
          <a:custGeom>
            <a:avLst/>
            <a:gdLst/>
            <a:ahLst/>
            <a:cxnLst/>
            <a:rect l="l" t="t" r="r" b="b"/>
            <a:pathLst>
              <a:path w="739884" h="846262">
                <a:moveTo>
                  <a:pt x="739884" y="204330"/>
                </a:moveTo>
                <a:lnTo>
                  <a:pt x="368162" y="0"/>
                </a:lnTo>
                <a:lnTo>
                  <a:pt x="0" y="215240"/>
                </a:lnTo>
                <a:lnTo>
                  <a:pt x="0" y="638806"/>
                </a:lnTo>
                <a:lnTo>
                  <a:pt x="364415" y="846262"/>
                </a:lnTo>
                <a:lnTo>
                  <a:pt x="732015" y="627471"/>
                </a:lnTo>
                <a:lnTo>
                  <a:pt x="739884" y="204330"/>
                </a:lnTo>
              </a:path>
            </a:pathLst>
          </a:custGeom>
          <a:ln w="3746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7" name="object 57"/>
          <p:cNvSpPr/>
          <p:nvPr/>
        </p:nvSpPr>
        <p:spPr>
          <a:xfrm>
            <a:off x="1065497" y="3999810"/>
            <a:ext cx="770096" cy="849794"/>
          </a:xfrm>
          <a:custGeom>
            <a:avLst/>
            <a:gdLst/>
            <a:ahLst/>
            <a:cxnLst/>
            <a:rect l="l" t="t" r="r" b="b"/>
            <a:pathLst>
              <a:path w="770096" h="849794">
                <a:moveTo>
                  <a:pt x="770096" y="203831"/>
                </a:moveTo>
                <a:lnTo>
                  <a:pt x="383216" y="0"/>
                </a:lnTo>
                <a:lnTo>
                  <a:pt x="0" y="218791"/>
                </a:lnTo>
                <a:lnTo>
                  <a:pt x="0" y="641876"/>
                </a:lnTo>
                <a:lnTo>
                  <a:pt x="379544" y="849794"/>
                </a:lnTo>
                <a:lnTo>
                  <a:pt x="765955" y="626916"/>
                </a:lnTo>
                <a:lnTo>
                  <a:pt x="770096" y="203831"/>
                </a:lnTo>
              </a:path>
            </a:pathLst>
          </a:custGeom>
          <a:ln w="3745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8" name="object 58"/>
          <p:cNvSpPr/>
          <p:nvPr/>
        </p:nvSpPr>
        <p:spPr>
          <a:xfrm>
            <a:off x="1827780" y="3999810"/>
            <a:ext cx="754947" cy="846170"/>
          </a:xfrm>
          <a:custGeom>
            <a:avLst/>
            <a:gdLst/>
            <a:ahLst/>
            <a:cxnLst/>
            <a:rect l="l" t="t" r="r" b="b"/>
            <a:pathLst>
              <a:path w="754947" h="846170">
                <a:moveTo>
                  <a:pt x="754947" y="203831"/>
                </a:moveTo>
                <a:lnTo>
                  <a:pt x="375862" y="0"/>
                </a:lnTo>
                <a:lnTo>
                  <a:pt x="0" y="215166"/>
                </a:lnTo>
                <a:lnTo>
                  <a:pt x="0" y="638252"/>
                </a:lnTo>
                <a:lnTo>
                  <a:pt x="371722" y="846170"/>
                </a:lnTo>
                <a:lnTo>
                  <a:pt x="751257" y="626916"/>
                </a:lnTo>
                <a:lnTo>
                  <a:pt x="754947" y="203831"/>
                </a:lnTo>
              </a:path>
            </a:pathLst>
          </a:custGeom>
          <a:ln w="3746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9" name="object 59"/>
          <p:cNvSpPr/>
          <p:nvPr/>
        </p:nvSpPr>
        <p:spPr>
          <a:xfrm>
            <a:off x="2965560" y="4641686"/>
            <a:ext cx="765927" cy="846623"/>
          </a:xfrm>
          <a:custGeom>
            <a:avLst/>
            <a:gdLst/>
            <a:ahLst/>
            <a:cxnLst/>
            <a:rect l="l" t="t" r="r" b="b"/>
            <a:pathLst>
              <a:path w="765927" h="846623">
                <a:moveTo>
                  <a:pt x="765927" y="200669"/>
                </a:moveTo>
                <a:lnTo>
                  <a:pt x="383151" y="0"/>
                </a:lnTo>
                <a:lnTo>
                  <a:pt x="0" y="215166"/>
                </a:lnTo>
                <a:lnTo>
                  <a:pt x="0" y="642320"/>
                </a:lnTo>
                <a:lnTo>
                  <a:pt x="375843" y="846623"/>
                </a:lnTo>
                <a:lnTo>
                  <a:pt x="762180" y="627379"/>
                </a:lnTo>
                <a:lnTo>
                  <a:pt x="765927" y="200669"/>
                </a:lnTo>
              </a:path>
            </a:pathLst>
          </a:custGeom>
          <a:ln w="3745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0" name="object 60"/>
          <p:cNvSpPr/>
          <p:nvPr/>
        </p:nvSpPr>
        <p:spPr>
          <a:xfrm>
            <a:off x="2590072" y="3999810"/>
            <a:ext cx="769693" cy="849794"/>
          </a:xfrm>
          <a:custGeom>
            <a:avLst/>
            <a:gdLst/>
            <a:ahLst/>
            <a:cxnLst/>
            <a:rect l="l" t="t" r="r" b="b"/>
            <a:pathLst>
              <a:path w="769693" h="849794">
                <a:moveTo>
                  <a:pt x="769693" y="203831"/>
                </a:moveTo>
                <a:lnTo>
                  <a:pt x="386916" y="0"/>
                </a:lnTo>
                <a:lnTo>
                  <a:pt x="0" y="218791"/>
                </a:lnTo>
                <a:lnTo>
                  <a:pt x="0" y="641876"/>
                </a:lnTo>
                <a:lnTo>
                  <a:pt x="379609" y="849794"/>
                </a:lnTo>
                <a:lnTo>
                  <a:pt x="765946" y="626916"/>
                </a:lnTo>
                <a:lnTo>
                  <a:pt x="769693" y="203831"/>
                </a:lnTo>
              </a:path>
            </a:pathLst>
          </a:custGeom>
          <a:ln w="3745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1" name="object 61"/>
          <p:cNvSpPr/>
          <p:nvPr/>
        </p:nvSpPr>
        <p:spPr>
          <a:xfrm>
            <a:off x="3352271" y="3999810"/>
            <a:ext cx="769674" cy="846170"/>
          </a:xfrm>
          <a:custGeom>
            <a:avLst/>
            <a:gdLst/>
            <a:ahLst/>
            <a:cxnLst/>
            <a:rect l="l" t="t" r="r" b="b"/>
            <a:pathLst>
              <a:path w="769674" h="846170">
                <a:moveTo>
                  <a:pt x="769674" y="203831"/>
                </a:moveTo>
                <a:lnTo>
                  <a:pt x="383338" y="0"/>
                </a:lnTo>
                <a:lnTo>
                  <a:pt x="0" y="215166"/>
                </a:lnTo>
                <a:lnTo>
                  <a:pt x="0" y="638252"/>
                </a:lnTo>
                <a:lnTo>
                  <a:pt x="379216" y="846170"/>
                </a:lnTo>
                <a:lnTo>
                  <a:pt x="766114" y="626916"/>
                </a:lnTo>
                <a:lnTo>
                  <a:pt x="769674" y="203831"/>
                </a:lnTo>
              </a:path>
            </a:pathLst>
          </a:custGeom>
          <a:ln w="3745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2" name="object 62"/>
          <p:cNvSpPr/>
          <p:nvPr/>
        </p:nvSpPr>
        <p:spPr>
          <a:xfrm>
            <a:off x="4118386" y="4003434"/>
            <a:ext cx="769487" cy="846170"/>
          </a:xfrm>
          <a:custGeom>
            <a:avLst/>
            <a:gdLst/>
            <a:ahLst/>
            <a:cxnLst/>
            <a:rect l="l" t="t" r="r" b="b"/>
            <a:pathLst>
              <a:path w="769487" h="846170">
                <a:moveTo>
                  <a:pt x="769487" y="200207"/>
                </a:moveTo>
                <a:lnTo>
                  <a:pt x="383151" y="0"/>
                </a:lnTo>
                <a:lnTo>
                  <a:pt x="0" y="215166"/>
                </a:lnTo>
                <a:lnTo>
                  <a:pt x="0" y="638252"/>
                </a:lnTo>
                <a:lnTo>
                  <a:pt x="375281" y="846170"/>
                </a:lnTo>
                <a:lnTo>
                  <a:pt x="762180" y="627379"/>
                </a:lnTo>
                <a:lnTo>
                  <a:pt x="769487" y="200207"/>
                </a:lnTo>
              </a:path>
            </a:pathLst>
          </a:custGeom>
          <a:ln w="3745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3" name="object 63"/>
          <p:cNvSpPr/>
          <p:nvPr/>
        </p:nvSpPr>
        <p:spPr>
          <a:xfrm>
            <a:off x="2199502" y="4623102"/>
            <a:ext cx="770180" cy="846634"/>
          </a:xfrm>
          <a:custGeom>
            <a:avLst/>
            <a:gdLst/>
            <a:ahLst/>
            <a:cxnLst/>
            <a:rect l="l" t="t" r="r" b="b"/>
            <a:pathLst>
              <a:path w="770180" h="846634">
                <a:moveTo>
                  <a:pt x="770180" y="200688"/>
                </a:moveTo>
                <a:lnTo>
                  <a:pt x="383225" y="0"/>
                </a:lnTo>
                <a:lnTo>
                  <a:pt x="0" y="215166"/>
                </a:lnTo>
                <a:lnTo>
                  <a:pt x="0" y="638714"/>
                </a:lnTo>
                <a:lnTo>
                  <a:pt x="379534" y="846634"/>
                </a:lnTo>
                <a:lnTo>
                  <a:pt x="762311" y="627397"/>
                </a:lnTo>
                <a:lnTo>
                  <a:pt x="770180" y="200688"/>
                </a:lnTo>
              </a:path>
            </a:pathLst>
          </a:custGeom>
          <a:ln w="3745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4" name="object 64"/>
          <p:cNvSpPr/>
          <p:nvPr/>
        </p:nvSpPr>
        <p:spPr>
          <a:xfrm>
            <a:off x="2672773" y="2782219"/>
            <a:ext cx="709475" cy="749644"/>
          </a:xfrm>
          <a:custGeom>
            <a:avLst/>
            <a:gdLst/>
            <a:ahLst/>
            <a:cxnLst/>
            <a:rect l="l" t="t" r="r" b="b"/>
            <a:pathLst>
              <a:path w="709475" h="749644">
                <a:moveTo>
                  <a:pt x="0" y="185654"/>
                </a:moveTo>
                <a:lnTo>
                  <a:pt x="0" y="563990"/>
                </a:lnTo>
                <a:lnTo>
                  <a:pt x="356489" y="749644"/>
                </a:lnTo>
                <a:lnTo>
                  <a:pt x="709475" y="563990"/>
                </a:lnTo>
                <a:lnTo>
                  <a:pt x="709475" y="185654"/>
                </a:lnTo>
                <a:lnTo>
                  <a:pt x="356489" y="0"/>
                </a:lnTo>
                <a:lnTo>
                  <a:pt x="0" y="185654"/>
                </a:lnTo>
                <a:close/>
              </a:path>
            </a:pathLst>
          </a:custGeom>
          <a:solidFill>
            <a:srgbClr val="CDCDCD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5" name="object 65"/>
          <p:cNvSpPr/>
          <p:nvPr/>
        </p:nvSpPr>
        <p:spPr>
          <a:xfrm>
            <a:off x="3029263" y="1995406"/>
            <a:ext cx="405821" cy="1161450"/>
          </a:xfrm>
          <a:custGeom>
            <a:avLst/>
            <a:gdLst/>
            <a:ahLst/>
            <a:cxnLst/>
            <a:rect l="l" t="t" r="r" b="b"/>
            <a:pathLst>
              <a:path w="405821" h="1161450">
                <a:moveTo>
                  <a:pt x="0" y="1161450"/>
                </a:moveTo>
                <a:lnTo>
                  <a:pt x="405821" y="519425"/>
                </a:lnTo>
                <a:lnTo>
                  <a:pt x="109043" y="0"/>
                </a:lnTo>
              </a:path>
            </a:pathLst>
          </a:custGeom>
          <a:ln w="1514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6" name="object 66"/>
          <p:cNvSpPr/>
          <p:nvPr/>
        </p:nvSpPr>
        <p:spPr>
          <a:xfrm>
            <a:off x="3059615" y="1850433"/>
            <a:ext cx="142580" cy="185654"/>
          </a:xfrm>
          <a:custGeom>
            <a:avLst/>
            <a:gdLst/>
            <a:ahLst/>
            <a:cxnLst/>
            <a:rect l="l" t="t" r="r" b="b"/>
            <a:pathLst>
              <a:path w="142580" h="185654">
                <a:moveTo>
                  <a:pt x="33537" y="185654"/>
                </a:moveTo>
                <a:lnTo>
                  <a:pt x="142580" y="129995"/>
                </a:lnTo>
                <a:lnTo>
                  <a:pt x="0" y="0"/>
                </a:lnTo>
                <a:lnTo>
                  <a:pt x="33537" y="18565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7" name="object 67"/>
          <p:cNvSpPr/>
          <p:nvPr/>
        </p:nvSpPr>
        <p:spPr>
          <a:xfrm>
            <a:off x="2090608" y="2511319"/>
            <a:ext cx="938654" cy="645537"/>
          </a:xfrm>
          <a:custGeom>
            <a:avLst/>
            <a:gdLst/>
            <a:ahLst/>
            <a:cxnLst/>
            <a:rect l="l" t="t" r="r" b="b"/>
            <a:pathLst>
              <a:path w="938654" h="645537">
                <a:moveTo>
                  <a:pt x="938654" y="645537"/>
                </a:moveTo>
                <a:lnTo>
                  <a:pt x="582164" y="7211"/>
                </a:lnTo>
                <a:lnTo>
                  <a:pt x="0" y="0"/>
                </a:lnTo>
              </a:path>
            </a:pathLst>
          </a:custGeom>
          <a:ln w="1502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8" name="object 68"/>
          <p:cNvSpPr/>
          <p:nvPr/>
        </p:nvSpPr>
        <p:spPr>
          <a:xfrm>
            <a:off x="1921984" y="2451961"/>
            <a:ext cx="183781" cy="118715"/>
          </a:xfrm>
          <a:custGeom>
            <a:avLst/>
            <a:gdLst/>
            <a:ahLst/>
            <a:cxnLst/>
            <a:rect l="l" t="t" r="r" b="b"/>
            <a:pathLst>
              <a:path w="183781" h="118715">
                <a:moveTo>
                  <a:pt x="183781" y="118715"/>
                </a:moveTo>
                <a:lnTo>
                  <a:pt x="183781" y="0"/>
                </a:lnTo>
                <a:lnTo>
                  <a:pt x="0" y="55289"/>
                </a:lnTo>
                <a:lnTo>
                  <a:pt x="183781" y="1187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9" name="object 69"/>
          <p:cNvSpPr/>
          <p:nvPr/>
        </p:nvSpPr>
        <p:spPr>
          <a:xfrm>
            <a:off x="3029263" y="2677927"/>
            <a:ext cx="1111606" cy="478929"/>
          </a:xfrm>
          <a:custGeom>
            <a:avLst/>
            <a:gdLst/>
            <a:ahLst/>
            <a:cxnLst/>
            <a:rect l="l" t="t" r="r" b="b"/>
            <a:pathLst>
              <a:path w="1111606" h="478929">
                <a:moveTo>
                  <a:pt x="0" y="478929"/>
                </a:moveTo>
                <a:lnTo>
                  <a:pt x="796279" y="468019"/>
                </a:lnTo>
                <a:lnTo>
                  <a:pt x="1111606" y="0"/>
                </a:lnTo>
              </a:path>
            </a:pathLst>
          </a:custGeom>
          <a:ln w="1499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0" name="object 70"/>
          <p:cNvSpPr/>
          <p:nvPr/>
        </p:nvSpPr>
        <p:spPr>
          <a:xfrm>
            <a:off x="4084848" y="2540720"/>
            <a:ext cx="149700" cy="182141"/>
          </a:xfrm>
          <a:custGeom>
            <a:avLst/>
            <a:gdLst/>
            <a:ahLst/>
            <a:cxnLst/>
            <a:rect l="l" t="t" r="r" b="b"/>
            <a:pathLst>
              <a:path w="149700" h="182141">
                <a:moveTo>
                  <a:pt x="0" y="115017"/>
                </a:moveTo>
                <a:lnTo>
                  <a:pt x="100986" y="182141"/>
                </a:lnTo>
                <a:lnTo>
                  <a:pt x="149700" y="0"/>
                </a:lnTo>
                <a:lnTo>
                  <a:pt x="0" y="11501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1" name="object 71"/>
          <p:cNvSpPr/>
          <p:nvPr/>
        </p:nvSpPr>
        <p:spPr>
          <a:xfrm>
            <a:off x="3029263" y="3156857"/>
            <a:ext cx="942420" cy="645889"/>
          </a:xfrm>
          <a:custGeom>
            <a:avLst/>
            <a:gdLst/>
            <a:ahLst/>
            <a:cxnLst/>
            <a:rect l="l" t="t" r="r" b="b"/>
            <a:pathLst>
              <a:path w="942420" h="645889">
                <a:moveTo>
                  <a:pt x="0" y="0"/>
                </a:moveTo>
                <a:lnTo>
                  <a:pt x="360855" y="645889"/>
                </a:lnTo>
                <a:lnTo>
                  <a:pt x="942420" y="645889"/>
                </a:lnTo>
              </a:path>
            </a:pathLst>
          </a:custGeom>
          <a:ln w="1502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2" name="object 72"/>
          <p:cNvSpPr/>
          <p:nvPr/>
        </p:nvSpPr>
        <p:spPr>
          <a:xfrm>
            <a:off x="3957069" y="3743407"/>
            <a:ext cx="183800" cy="118678"/>
          </a:xfrm>
          <a:custGeom>
            <a:avLst/>
            <a:gdLst/>
            <a:ahLst/>
            <a:cxnLst/>
            <a:rect l="l" t="t" r="r" b="b"/>
            <a:pathLst>
              <a:path w="183800" h="118678">
                <a:moveTo>
                  <a:pt x="0" y="0"/>
                </a:moveTo>
                <a:lnTo>
                  <a:pt x="0" y="118678"/>
                </a:lnTo>
                <a:lnTo>
                  <a:pt x="183800" y="5933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3" name="object 73"/>
          <p:cNvSpPr/>
          <p:nvPr/>
        </p:nvSpPr>
        <p:spPr>
          <a:xfrm>
            <a:off x="2631423" y="3156857"/>
            <a:ext cx="397840" cy="1132400"/>
          </a:xfrm>
          <a:custGeom>
            <a:avLst/>
            <a:gdLst/>
            <a:ahLst/>
            <a:cxnLst/>
            <a:rect l="l" t="t" r="r" b="b"/>
            <a:pathLst>
              <a:path w="397840" h="1132400">
                <a:moveTo>
                  <a:pt x="397840" y="0"/>
                </a:moveTo>
                <a:lnTo>
                  <a:pt x="0" y="623699"/>
                </a:lnTo>
                <a:lnTo>
                  <a:pt x="281676" y="1132400"/>
                </a:lnTo>
              </a:path>
            </a:pathLst>
          </a:custGeom>
          <a:ln w="1514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4" name="object 74"/>
          <p:cNvSpPr/>
          <p:nvPr/>
        </p:nvSpPr>
        <p:spPr>
          <a:xfrm>
            <a:off x="2852901" y="4248483"/>
            <a:ext cx="142824" cy="185284"/>
          </a:xfrm>
          <a:custGeom>
            <a:avLst/>
            <a:gdLst/>
            <a:ahLst/>
            <a:cxnLst/>
            <a:rect l="l" t="t" r="r" b="b"/>
            <a:pathLst>
              <a:path w="142824" h="185284">
                <a:moveTo>
                  <a:pt x="108912" y="0"/>
                </a:moveTo>
                <a:lnTo>
                  <a:pt x="0" y="55733"/>
                </a:lnTo>
                <a:lnTo>
                  <a:pt x="142824" y="185284"/>
                </a:lnTo>
                <a:lnTo>
                  <a:pt x="1089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5" name="object 75"/>
          <p:cNvSpPr/>
          <p:nvPr/>
        </p:nvSpPr>
        <p:spPr>
          <a:xfrm>
            <a:off x="1944486" y="3156857"/>
            <a:ext cx="1084776" cy="508700"/>
          </a:xfrm>
          <a:custGeom>
            <a:avLst/>
            <a:gdLst/>
            <a:ahLst/>
            <a:cxnLst/>
            <a:rect l="l" t="t" r="r" b="b"/>
            <a:pathLst>
              <a:path w="1084776" h="508700">
                <a:moveTo>
                  <a:pt x="1084776" y="0"/>
                </a:moveTo>
                <a:lnTo>
                  <a:pt x="334062" y="0"/>
                </a:lnTo>
                <a:lnTo>
                  <a:pt x="0" y="508700"/>
                </a:lnTo>
              </a:path>
            </a:pathLst>
          </a:custGeom>
          <a:ln w="150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6" name="object 76"/>
          <p:cNvSpPr/>
          <p:nvPr/>
        </p:nvSpPr>
        <p:spPr>
          <a:xfrm>
            <a:off x="1854441" y="3617480"/>
            <a:ext cx="149794" cy="185266"/>
          </a:xfrm>
          <a:custGeom>
            <a:avLst/>
            <a:gdLst/>
            <a:ahLst/>
            <a:cxnLst/>
            <a:rect l="l" t="t" r="r" b="b"/>
            <a:pathLst>
              <a:path w="149794" h="185266">
                <a:moveTo>
                  <a:pt x="149794" y="66569"/>
                </a:moveTo>
                <a:lnTo>
                  <a:pt x="48694" y="0"/>
                </a:lnTo>
                <a:lnTo>
                  <a:pt x="0" y="185266"/>
                </a:lnTo>
                <a:lnTo>
                  <a:pt x="149794" y="6656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7" name="object 77"/>
          <p:cNvSpPr/>
          <p:nvPr/>
        </p:nvSpPr>
        <p:spPr>
          <a:xfrm>
            <a:off x="3277870" y="3430270"/>
            <a:ext cx="1676400" cy="1447799"/>
          </a:xfrm>
          <a:custGeom>
            <a:avLst/>
            <a:gdLst/>
            <a:ahLst/>
            <a:cxnLst/>
            <a:rect l="l" t="t" r="r" b="b"/>
            <a:pathLst>
              <a:path w="1676400" h="1447800">
                <a:moveTo>
                  <a:pt x="0" y="723899"/>
                </a:moveTo>
                <a:lnTo>
                  <a:pt x="2778" y="664529"/>
                </a:lnTo>
                <a:lnTo>
                  <a:pt x="10970" y="606480"/>
                </a:lnTo>
                <a:lnTo>
                  <a:pt x="24360" y="549939"/>
                </a:lnTo>
                <a:lnTo>
                  <a:pt x="42732" y="495092"/>
                </a:lnTo>
                <a:lnTo>
                  <a:pt x="65871" y="442126"/>
                </a:lnTo>
                <a:lnTo>
                  <a:pt x="93560" y="391227"/>
                </a:lnTo>
                <a:lnTo>
                  <a:pt x="125584" y="342581"/>
                </a:lnTo>
                <a:lnTo>
                  <a:pt x="161726" y="296375"/>
                </a:lnTo>
                <a:lnTo>
                  <a:pt x="201773" y="252794"/>
                </a:lnTo>
                <a:lnTo>
                  <a:pt x="245506" y="212026"/>
                </a:lnTo>
                <a:lnTo>
                  <a:pt x="292712" y="174256"/>
                </a:lnTo>
                <a:lnTo>
                  <a:pt x="343174" y="139671"/>
                </a:lnTo>
                <a:lnTo>
                  <a:pt x="396676" y="108457"/>
                </a:lnTo>
                <a:lnTo>
                  <a:pt x="453003" y="80800"/>
                </a:lnTo>
                <a:lnTo>
                  <a:pt x="511938" y="56888"/>
                </a:lnTo>
                <a:lnTo>
                  <a:pt x="573267" y="36905"/>
                </a:lnTo>
                <a:lnTo>
                  <a:pt x="636774" y="21038"/>
                </a:lnTo>
                <a:lnTo>
                  <a:pt x="702242" y="9474"/>
                </a:lnTo>
                <a:lnTo>
                  <a:pt x="769455" y="2399"/>
                </a:lnTo>
                <a:lnTo>
                  <a:pt x="838200" y="0"/>
                </a:lnTo>
                <a:lnTo>
                  <a:pt x="906944" y="2399"/>
                </a:lnTo>
                <a:lnTo>
                  <a:pt x="974157" y="9474"/>
                </a:lnTo>
                <a:lnTo>
                  <a:pt x="1039625" y="21038"/>
                </a:lnTo>
                <a:lnTo>
                  <a:pt x="1103132" y="36905"/>
                </a:lnTo>
                <a:lnTo>
                  <a:pt x="1164461" y="56888"/>
                </a:lnTo>
                <a:lnTo>
                  <a:pt x="1223396" y="80800"/>
                </a:lnTo>
                <a:lnTo>
                  <a:pt x="1279723" y="108457"/>
                </a:lnTo>
                <a:lnTo>
                  <a:pt x="1333225" y="139671"/>
                </a:lnTo>
                <a:lnTo>
                  <a:pt x="1383687" y="174256"/>
                </a:lnTo>
                <a:lnTo>
                  <a:pt x="1430893" y="212026"/>
                </a:lnTo>
                <a:lnTo>
                  <a:pt x="1474626" y="252794"/>
                </a:lnTo>
                <a:lnTo>
                  <a:pt x="1514673" y="296375"/>
                </a:lnTo>
                <a:lnTo>
                  <a:pt x="1550815" y="342581"/>
                </a:lnTo>
                <a:lnTo>
                  <a:pt x="1582839" y="391227"/>
                </a:lnTo>
                <a:lnTo>
                  <a:pt x="1610528" y="442126"/>
                </a:lnTo>
                <a:lnTo>
                  <a:pt x="1633667" y="495092"/>
                </a:lnTo>
                <a:lnTo>
                  <a:pt x="1652039" y="549939"/>
                </a:lnTo>
                <a:lnTo>
                  <a:pt x="1665429" y="606480"/>
                </a:lnTo>
                <a:lnTo>
                  <a:pt x="1673621" y="664529"/>
                </a:lnTo>
                <a:lnTo>
                  <a:pt x="1676400" y="723899"/>
                </a:lnTo>
                <a:lnTo>
                  <a:pt x="1673621" y="783270"/>
                </a:lnTo>
                <a:lnTo>
                  <a:pt x="1665429" y="841319"/>
                </a:lnTo>
                <a:lnTo>
                  <a:pt x="1652039" y="897860"/>
                </a:lnTo>
                <a:lnTo>
                  <a:pt x="1633667" y="952707"/>
                </a:lnTo>
                <a:lnTo>
                  <a:pt x="1610528" y="1005673"/>
                </a:lnTo>
                <a:lnTo>
                  <a:pt x="1582839" y="1056572"/>
                </a:lnTo>
                <a:lnTo>
                  <a:pt x="1550815" y="1105218"/>
                </a:lnTo>
                <a:lnTo>
                  <a:pt x="1514673" y="1151424"/>
                </a:lnTo>
                <a:lnTo>
                  <a:pt x="1474626" y="1195005"/>
                </a:lnTo>
                <a:lnTo>
                  <a:pt x="1430893" y="1235773"/>
                </a:lnTo>
                <a:lnTo>
                  <a:pt x="1383687" y="1273543"/>
                </a:lnTo>
                <a:lnTo>
                  <a:pt x="1333225" y="1308128"/>
                </a:lnTo>
                <a:lnTo>
                  <a:pt x="1279723" y="1339342"/>
                </a:lnTo>
                <a:lnTo>
                  <a:pt x="1223396" y="1366999"/>
                </a:lnTo>
                <a:lnTo>
                  <a:pt x="1164461" y="1390911"/>
                </a:lnTo>
                <a:lnTo>
                  <a:pt x="1103132" y="1410894"/>
                </a:lnTo>
                <a:lnTo>
                  <a:pt x="1039625" y="1426761"/>
                </a:lnTo>
                <a:lnTo>
                  <a:pt x="974157" y="1438325"/>
                </a:lnTo>
                <a:lnTo>
                  <a:pt x="906944" y="1445400"/>
                </a:lnTo>
                <a:lnTo>
                  <a:pt x="838200" y="1447799"/>
                </a:lnTo>
                <a:lnTo>
                  <a:pt x="769455" y="1445400"/>
                </a:lnTo>
                <a:lnTo>
                  <a:pt x="702242" y="1438325"/>
                </a:lnTo>
                <a:lnTo>
                  <a:pt x="636774" y="1426761"/>
                </a:lnTo>
                <a:lnTo>
                  <a:pt x="573267" y="1410894"/>
                </a:lnTo>
                <a:lnTo>
                  <a:pt x="511938" y="1390911"/>
                </a:lnTo>
                <a:lnTo>
                  <a:pt x="453003" y="1366999"/>
                </a:lnTo>
                <a:lnTo>
                  <a:pt x="396676" y="1339342"/>
                </a:lnTo>
                <a:lnTo>
                  <a:pt x="343174" y="1308128"/>
                </a:lnTo>
                <a:lnTo>
                  <a:pt x="292712" y="1273543"/>
                </a:lnTo>
                <a:lnTo>
                  <a:pt x="245506" y="1235773"/>
                </a:lnTo>
                <a:lnTo>
                  <a:pt x="201773" y="1195005"/>
                </a:lnTo>
                <a:lnTo>
                  <a:pt x="161726" y="1151424"/>
                </a:lnTo>
                <a:lnTo>
                  <a:pt x="125584" y="1105218"/>
                </a:lnTo>
                <a:lnTo>
                  <a:pt x="93560" y="1056572"/>
                </a:lnTo>
                <a:lnTo>
                  <a:pt x="65871" y="1005673"/>
                </a:lnTo>
                <a:lnTo>
                  <a:pt x="42732" y="952707"/>
                </a:lnTo>
                <a:lnTo>
                  <a:pt x="24360" y="897860"/>
                </a:lnTo>
                <a:lnTo>
                  <a:pt x="10970" y="841319"/>
                </a:lnTo>
                <a:lnTo>
                  <a:pt x="2778" y="783270"/>
                </a:lnTo>
                <a:lnTo>
                  <a:pt x="0" y="723899"/>
                </a:lnTo>
                <a:close/>
              </a:path>
            </a:pathLst>
          </a:custGeom>
          <a:ln w="38100">
            <a:solidFill>
              <a:srgbClr val="FF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8" name="object 78"/>
          <p:cNvSpPr/>
          <p:nvPr/>
        </p:nvSpPr>
        <p:spPr>
          <a:xfrm>
            <a:off x="4954270" y="4135120"/>
            <a:ext cx="1352371" cy="723721"/>
          </a:xfrm>
          <a:custGeom>
            <a:avLst/>
            <a:gdLst/>
            <a:ahLst/>
            <a:cxnLst/>
            <a:rect l="l" t="t" r="r" b="b"/>
            <a:pathLst>
              <a:path w="1352371" h="723721">
                <a:moveTo>
                  <a:pt x="1257807" y="623696"/>
                </a:moveTo>
                <a:lnTo>
                  <a:pt x="1281049" y="679322"/>
                </a:lnTo>
                <a:lnTo>
                  <a:pt x="1268124" y="616522"/>
                </a:lnTo>
                <a:lnTo>
                  <a:pt x="1257807" y="623696"/>
                </a:lnTo>
                <a:close/>
              </a:path>
              <a:path w="1352371" h="723721">
                <a:moveTo>
                  <a:pt x="1245731" y="638959"/>
                </a:moveTo>
                <a:lnTo>
                  <a:pt x="762000" y="76199"/>
                </a:lnTo>
                <a:lnTo>
                  <a:pt x="753316" y="76200"/>
                </a:lnTo>
                <a:lnTo>
                  <a:pt x="1245731" y="638959"/>
                </a:lnTo>
                <a:close/>
              </a:path>
              <a:path w="1352371" h="723721">
                <a:moveTo>
                  <a:pt x="776351" y="44576"/>
                </a:moveTo>
                <a:lnTo>
                  <a:pt x="1246922" y="636496"/>
                </a:lnTo>
                <a:lnTo>
                  <a:pt x="1254608" y="626723"/>
                </a:lnTo>
                <a:lnTo>
                  <a:pt x="776351" y="44576"/>
                </a:lnTo>
                <a:close/>
              </a:path>
              <a:path w="1352371" h="723721">
                <a:moveTo>
                  <a:pt x="747649" y="69722"/>
                </a:moveTo>
                <a:lnTo>
                  <a:pt x="762000" y="38099"/>
                </a:lnTo>
                <a:lnTo>
                  <a:pt x="114300" y="38099"/>
                </a:lnTo>
                <a:lnTo>
                  <a:pt x="747649" y="69722"/>
                </a:lnTo>
                <a:close/>
              </a:path>
              <a:path w="1352371" h="723721">
                <a:moveTo>
                  <a:pt x="114300" y="38099"/>
                </a:moveTo>
                <a:lnTo>
                  <a:pt x="114300" y="0"/>
                </a:lnTo>
                <a:lnTo>
                  <a:pt x="0" y="57149"/>
                </a:lnTo>
                <a:lnTo>
                  <a:pt x="114300" y="114299"/>
                </a:lnTo>
                <a:lnTo>
                  <a:pt x="114300" y="76199"/>
                </a:lnTo>
                <a:lnTo>
                  <a:pt x="95250" y="76199"/>
                </a:lnTo>
                <a:lnTo>
                  <a:pt x="95250" y="38099"/>
                </a:lnTo>
                <a:lnTo>
                  <a:pt x="114300" y="38099"/>
                </a:lnTo>
                <a:close/>
              </a:path>
              <a:path w="1352371" h="723721">
                <a:moveTo>
                  <a:pt x="776351" y="44576"/>
                </a:moveTo>
                <a:lnTo>
                  <a:pt x="772667" y="40512"/>
                </a:lnTo>
                <a:lnTo>
                  <a:pt x="767460" y="38099"/>
                </a:lnTo>
                <a:lnTo>
                  <a:pt x="762000" y="38099"/>
                </a:lnTo>
                <a:lnTo>
                  <a:pt x="747649" y="69722"/>
                </a:lnTo>
                <a:lnTo>
                  <a:pt x="114300" y="38099"/>
                </a:lnTo>
                <a:lnTo>
                  <a:pt x="95250" y="38099"/>
                </a:lnTo>
                <a:lnTo>
                  <a:pt x="95250" y="76199"/>
                </a:lnTo>
                <a:lnTo>
                  <a:pt x="762000" y="76199"/>
                </a:lnTo>
                <a:lnTo>
                  <a:pt x="1245731" y="638959"/>
                </a:lnTo>
                <a:lnTo>
                  <a:pt x="1281049" y="679322"/>
                </a:lnTo>
                <a:lnTo>
                  <a:pt x="1257807" y="623696"/>
                </a:lnTo>
                <a:lnTo>
                  <a:pt x="1268124" y="616522"/>
                </a:lnTo>
                <a:lnTo>
                  <a:pt x="1281049" y="679322"/>
                </a:lnTo>
                <a:lnTo>
                  <a:pt x="1287677" y="723344"/>
                </a:lnTo>
                <a:lnTo>
                  <a:pt x="1299600" y="723721"/>
                </a:lnTo>
                <a:lnTo>
                  <a:pt x="1311405" y="721608"/>
                </a:lnTo>
                <a:lnTo>
                  <a:pt x="1309751" y="654176"/>
                </a:lnTo>
                <a:lnTo>
                  <a:pt x="1314746" y="612995"/>
                </a:lnTo>
                <a:lnTo>
                  <a:pt x="1303122" y="610155"/>
                </a:lnTo>
                <a:lnTo>
                  <a:pt x="1291199" y="609778"/>
                </a:lnTo>
                <a:lnTo>
                  <a:pt x="1279394" y="611891"/>
                </a:lnTo>
                <a:lnTo>
                  <a:pt x="1274507" y="613899"/>
                </a:lnTo>
                <a:lnTo>
                  <a:pt x="776351" y="44576"/>
                </a:lnTo>
                <a:lnTo>
                  <a:pt x="1254608" y="626723"/>
                </a:lnTo>
                <a:lnTo>
                  <a:pt x="1246922" y="636496"/>
                </a:lnTo>
                <a:lnTo>
                  <a:pt x="776351" y="44576"/>
                </a:lnTo>
                <a:close/>
              </a:path>
              <a:path w="1352371" h="723721">
                <a:moveTo>
                  <a:pt x="1309751" y="654176"/>
                </a:moveTo>
                <a:lnTo>
                  <a:pt x="1311405" y="721608"/>
                </a:lnTo>
                <a:lnTo>
                  <a:pt x="1322675" y="716977"/>
                </a:lnTo>
                <a:lnTo>
                  <a:pt x="1332991" y="709802"/>
                </a:lnTo>
                <a:lnTo>
                  <a:pt x="1336191" y="706776"/>
                </a:lnTo>
                <a:lnTo>
                  <a:pt x="1343877" y="697003"/>
                </a:lnTo>
                <a:lnTo>
                  <a:pt x="1349154" y="686096"/>
                </a:lnTo>
                <a:lnTo>
                  <a:pt x="1351994" y="674472"/>
                </a:lnTo>
                <a:lnTo>
                  <a:pt x="1352371" y="662549"/>
                </a:lnTo>
                <a:lnTo>
                  <a:pt x="1350258" y="650744"/>
                </a:lnTo>
                <a:lnTo>
                  <a:pt x="1345627" y="639474"/>
                </a:lnTo>
                <a:lnTo>
                  <a:pt x="1338452" y="629157"/>
                </a:lnTo>
                <a:lnTo>
                  <a:pt x="1335426" y="625958"/>
                </a:lnTo>
                <a:lnTo>
                  <a:pt x="1325653" y="618272"/>
                </a:lnTo>
                <a:lnTo>
                  <a:pt x="1314746" y="612995"/>
                </a:lnTo>
                <a:lnTo>
                  <a:pt x="1309751" y="654176"/>
                </a:lnTo>
                <a:close/>
              </a:path>
              <a:path w="1352371" h="723721">
                <a:moveTo>
                  <a:pt x="1281049" y="679322"/>
                </a:moveTo>
                <a:lnTo>
                  <a:pt x="1245731" y="638959"/>
                </a:lnTo>
                <a:lnTo>
                  <a:pt x="1241645" y="647403"/>
                </a:lnTo>
                <a:lnTo>
                  <a:pt x="1238805" y="659027"/>
                </a:lnTo>
                <a:lnTo>
                  <a:pt x="1238428" y="670950"/>
                </a:lnTo>
                <a:lnTo>
                  <a:pt x="1240541" y="682755"/>
                </a:lnTo>
                <a:lnTo>
                  <a:pt x="1245172" y="694025"/>
                </a:lnTo>
                <a:lnTo>
                  <a:pt x="1252346" y="704341"/>
                </a:lnTo>
                <a:lnTo>
                  <a:pt x="1255373" y="707541"/>
                </a:lnTo>
                <a:lnTo>
                  <a:pt x="1265146" y="715227"/>
                </a:lnTo>
                <a:lnTo>
                  <a:pt x="1276053" y="720504"/>
                </a:lnTo>
                <a:lnTo>
                  <a:pt x="1287677" y="723344"/>
                </a:lnTo>
                <a:lnTo>
                  <a:pt x="1281049" y="67932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3" name="object 43"/>
          <p:cNvSpPr txBox="1"/>
          <p:nvPr/>
        </p:nvSpPr>
        <p:spPr>
          <a:xfrm>
            <a:off x="78740" y="159670"/>
            <a:ext cx="375920" cy="330200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dirty="0" smtClean="0" sz="2400" b="1">
                <a:latin typeface="Arial"/>
                <a:cs typeface="Arial"/>
              </a:rPr>
              <a:t>B.</a:t>
            </a:r>
            <a:endParaRPr sz="24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467359" y="159670"/>
            <a:ext cx="2612542" cy="330200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dirty="0" smtClean="0" sz="2400" spc="0" b="1">
                <a:latin typeface="Arial"/>
                <a:cs typeface="Arial"/>
              </a:rPr>
              <a:t>Freq</a:t>
            </a:r>
            <a:r>
              <a:rPr dirty="0" smtClean="0" sz="2400" spc="0" b="1">
                <a:latin typeface="Arial"/>
                <a:cs typeface="Arial"/>
              </a:rPr>
              <a:t>u</a:t>
            </a:r>
            <a:r>
              <a:rPr dirty="0" smtClean="0" sz="2400" spc="0" b="1">
                <a:latin typeface="Arial"/>
                <a:cs typeface="Arial"/>
              </a:rPr>
              <a:t>ency</a:t>
            </a:r>
            <a:r>
              <a:rPr dirty="0" smtClean="0" sz="2400" spc="0" b="1">
                <a:latin typeface="Arial"/>
                <a:cs typeface="Arial"/>
              </a:rPr>
              <a:t> </a:t>
            </a:r>
            <a:r>
              <a:rPr dirty="0" smtClean="0" sz="2400" spc="0" b="1">
                <a:latin typeface="Arial"/>
                <a:cs typeface="Arial"/>
              </a:rPr>
              <a:t>R</a:t>
            </a:r>
            <a:r>
              <a:rPr dirty="0" smtClean="0" sz="2400" spc="0" b="1">
                <a:latin typeface="Arial"/>
                <a:cs typeface="Arial"/>
              </a:rPr>
              <a:t>e</a:t>
            </a:r>
            <a:r>
              <a:rPr dirty="0" smtClean="0" sz="2400" spc="0" b="1">
                <a:latin typeface="Arial"/>
                <a:cs typeface="Arial"/>
              </a:rPr>
              <a:t>use</a:t>
            </a:r>
            <a:endParaRPr sz="24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6892925" y="710131"/>
            <a:ext cx="2969996" cy="470199"/>
          </a:xfrm>
          <a:prstGeom prst="rect">
            <a:avLst/>
          </a:prstGeom>
        </p:spPr>
        <p:txBody>
          <a:bodyPr wrap="square" lIns="0" tIns="12319" rIns="0" bIns="0" rtlCol="0">
            <a:noAutofit/>
          </a:bodyPr>
          <a:lstStyle/>
          <a:p>
            <a:pPr marL="12700">
              <a:lnSpc>
                <a:spcPts val="1939"/>
              </a:lnSpc>
            </a:pPr>
            <a:r>
              <a:rPr dirty="0" smtClean="0" sz="1800" spc="-1" b="1">
                <a:solidFill>
                  <a:srgbClr val="3333CC"/>
                </a:solidFill>
                <a:latin typeface="Times New Roman"/>
                <a:cs typeface="Times New Roman"/>
              </a:rPr>
              <a:t>Kaidah</a:t>
            </a:r>
            <a:r>
              <a:rPr dirty="0" smtClean="0" sz="1800" spc="-1" b="1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1800" spc="-1" b="1">
                <a:solidFill>
                  <a:srgbClr val="3333CC"/>
                </a:solidFill>
                <a:latin typeface="Times New Roman"/>
                <a:cs typeface="Times New Roman"/>
              </a:rPr>
              <a:t>Penentuan</a:t>
            </a:r>
            <a:r>
              <a:rPr dirty="0" smtClean="0" sz="1800" spc="-1" b="1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1800" spc="-1" b="1">
                <a:solidFill>
                  <a:srgbClr val="3333CC"/>
                </a:solidFill>
                <a:latin typeface="Times New Roman"/>
                <a:cs typeface="Times New Roman"/>
              </a:rPr>
              <a:t>No</a:t>
            </a:r>
            <a:r>
              <a:rPr dirty="0" smtClean="0" sz="1800" spc="-1" b="1">
                <a:solidFill>
                  <a:srgbClr val="3333CC"/>
                </a:solidFill>
                <a:latin typeface="Times New Roman"/>
                <a:cs typeface="Times New Roman"/>
              </a:rPr>
              <a:t>m</a:t>
            </a:r>
            <a:r>
              <a:rPr dirty="0" smtClean="0" sz="1800" spc="-1" b="1">
                <a:solidFill>
                  <a:srgbClr val="3333CC"/>
                </a:solidFill>
                <a:latin typeface="Times New Roman"/>
                <a:cs typeface="Times New Roman"/>
              </a:rPr>
              <a:t>or</a:t>
            </a:r>
            <a:r>
              <a:rPr dirty="0" smtClean="0" sz="1800" spc="-1" b="1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1800" spc="-1" b="1">
                <a:solidFill>
                  <a:srgbClr val="3333CC"/>
                </a:solidFill>
                <a:latin typeface="Times New Roman"/>
                <a:cs typeface="Times New Roman"/>
              </a:rPr>
              <a:t>Sel</a:t>
            </a:r>
            <a:endParaRPr sz="1800">
              <a:latin typeface="Times New Roman"/>
              <a:cs typeface="Times New Roman"/>
            </a:endParaRPr>
          </a:p>
          <a:p>
            <a:pPr marL="802640" marR="5993">
              <a:lnSpc>
                <a:spcPts val="1700"/>
              </a:lnSpc>
            </a:pPr>
            <a:r>
              <a:rPr dirty="0" smtClean="0" sz="1400">
                <a:solidFill>
                  <a:srgbClr val="3333CC"/>
                </a:solidFill>
                <a:latin typeface="Symbol"/>
                <a:cs typeface="Symbol"/>
              </a:rPr>
              <a:t></a:t>
            </a:r>
            <a:r>
              <a:rPr dirty="0" smtClean="0" sz="1400" spc="-2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1400" spc="-2" b="1">
                <a:solidFill>
                  <a:srgbClr val="3333CC"/>
                </a:solidFill>
                <a:latin typeface="Times New Roman"/>
                <a:cs typeface="Times New Roman"/>
              </a:rPr>
              <a:t>K</a:t>
            </a:r>
            <a:r>
              <a:rPr dirty="0" smtClean="0" sz="1400" spc="-2" b="1">
                <a:solidFill>
                  <a:srgbClr val="3333CC"/>
                </a:solidFill>
                <a:latin typeface="Times New Roman"/>
                <a:cs typeface="Times New Roman"/>
              </a:rPr>
              <a:t>a</a:t>
            </a:r>
            <a:r>
              <a:rPr dirty="0" smtClean="0" sz="1400" spc="-2" b="1">
                <a:solidFill>
                  <a:srgbClr val="3333CC"/>
                </a:solidFill>
                <a:latin typeface="Times New Roman"/>
                <a:cs typeface="Times New Roman"/>
              </a:rPr>
              <a:t>i</a:t>
            </a:r>
            <a:r>
              <a:rPr dirty="0" smtClean="0" sz="1400" spc="-2" b="1">
                <a:solidFill>
                  <a:srgbClr val="3333CC"/>
                </a:solidFill>
                <a:latin typeface="Times New Roman"/>
                <a:cs typeface="Times New Roman"/>
              </a:rPr>
              <a:t>dah</a:t>
            </a:r>
            <a:r>
              <a:rPr dirty="0" smtClean="0" sz="1400" spc="-2" b="1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1400" spc="-2" b="1">
                <a:solidFill>
                  <a:srgbClr val="3333CC"/>
                </a:solidFill>
                <a:latin typeface="Times New Roman"/>
                <a:cs typeface="Times New Roman"/>
              </a:rPr>
              <a:t>P</a:t>
            </a:r>
            <a:r>
              <a:rPr dirty="0" smtClean="0" sz="1400" spc="-2" b="1">
                <a:solidFill>
                  <a:srgbClr val="3333CC"/>
                </a:solidFill>
                <a:latin typeface="Times New Roman"/>
                <a:cs typeface="Times New Roman"/>
              </a:rPr>
              <a:t>ar</a:t>
            </a:r>
            <a:r>
              <a:rPr dirty="0" smtClean="0" sz="1400" spc="-2" b="1">
                <a:solidFill>
                  <a:srgbClr val="3333CC"/>
                </a:solidFill>
                <a:latin typeface="Times New Roman"/>
                <a:cs typeface="Times New Roman"/>
              </a:rPr>
              <a:t>a</a:t>
            </a:r>
            <a:r>
              <a:rPr dirty="0" smtClean="0" sz="1400" spc="-2" b="1">
                <a:solidFill>
                  <a:srgbClr val="3333CC"/>
                </a:solidFill>
                <a:latin typeface="Times New Roman"/>
                <a:cs typeface="Times New Roman"/>
              </a:rPr>
              <a:t>m</a:t>
            </a:r>
            <a:r>
              <a:rPr dirty="0" smtClean="0" sz="1400" spc="-2" b="1">
                <a:solidFill>
                  <a:srgbClr val="3333CC"/>
                </a:solidFill>
                <a:latin typeface="Times New Roman"/>
                <a:cs typeface="Times New Roman"/>
              </a:rPr>
              <a:t>e</a:t>
            </a:r>
            <a:r>
              <a:rPr dirty="0" smtClean="0" sz="1400" spc="-2" b="1">
                <a:solidFill>
                  <a:srgbClr val="3333CC"/>
                </a:solidFill>
                <a:latin typeface="Times New Roman"/>
                <a:cs typeface="Times New Roman"/>
              </a:rPr>
              <a:t>t</a:t>
            </a:r>
            <a:r>
              <a:rPr dirty="0" smtClean="0" sz="1400" spc="-2" b="1">
                <a:solidFill>
                  <a:srgbClr val="3333CC"/>
                </a:solidFill>
                <a:latin typeface="Times New Roman"/>
                <a:cs typeface="Times New Roman"/>
              </a:rPr>
              <a:t>er</a:t>
            </a:r>
            <a:r>
              <a:rPr dirty="0" smtClean="0" sz="1400" spc="-2" b="1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1400" spc="-2" b="1">
                <a:solidFill>
                  <a:srgbClr val="3333CC"/>
                </a:solidFill>
                <a:latin typeface="Times New Roman"/>
                <a:cs typeface="Times New Roman"/>
              </a:rPr>
              <a:t>G</a:t>
            </a:r>
            <a:r>
              <a:rPr dirty="0" smtClean="0" sz="1400" spc="-2" b="1">
                <a:solidFill>
                  <a:srgbClr val="3333CC"/>
                </a:solidFill>
                <a:latin typeface="Times New Roman"/>
                <a:cs typeface="Times New Roman"/>
              </a:rPr>
              <a:t>e</a:t>
            </a:r>
            <a:r>
              <a:rPr dirty="0" smtClean="0" sz="1400" spc="-2" b="1">
                <a:solidFill>
                  <a:srgbClr val="3333CC"/>
                </a:solidFill>
                <a:latin typeface="Times New Roman"/>
                <a:cs typeface="Times New Roman"/>
              </a:rPr>
              <a:t>s</a:t>
            </a:r>
            <a:r>
              <a:rPr dirty="0" smtClean="0" sz="1400" spc="-2" b="1">
                <a:solidFill>
                  <a:srgbClr val="3333CC"/>
                </a:solidFill>
                <a:latin typeface="Times New Roman"/>
                <a:cs typeface="Times New Roman"/>
              </a:rPr>
              <a:t>er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59740" y="851776"/>
            <a:ext cx="3052834" cy="381317"/>
          </a:xfrm>
          <a:prstGeom prst="rect">
            <a:avLst/>
          </a:prstGeom>
        </p:spPr>
        <p:txBody>
          <a:bodyPr wrap="square" lIns="0" tIns="18796" rIns="0" bIns="0" rtlCol="0">
            <a:noAutofit/>
          </a:bodyPr>
          <a:lstStyle/>
          <a:p>
            <a:pPr marL="12700">
              <a:lnSpc>
                <a:spcPts val="2960"/>
              </a:lnSpc>
            </a:pPr>
            <a:r>
              <a:rPr dirty="0" smtClean="0" sz="2800" spc="0" b="1" u="heavy">
                <a:solidFill>
                  <a:srgbClr val="3333CC"/>
                </a:solidFill>
                <a:latin typeface="Times New Roman"/>
                <a:cs typeface="Times New Roman"/>
              </a:rPr>
              <a:t>Con</a:t>
            </a:r>
            <a:r>
              <a:rPr dirty="0" smtClean="0" sz="2800" spc="0" b="1" u="heavy">
                <a:solidFill>
                  <a:srgbClr val="3333CC"/>
                </a:solidFill>
                <a:latin typeface="Times New Roman"/>
                <a:cs typeface="Times New Roman"/>
              </a:rPr>
              <a:t>t</a:t>
            </a:r>
            <a:r>
              <a:rPr dirty="0" smtClean="0" sz="2800" spc="0" b="1" u="heavy">
                <a:solidFill>
                  <a:srgbClr val="3333CC"/>
                </a:solidFill>
                <a:latin typeface="Times New Roman"/>
                <a:cs typeface="Times New Roman"/>
              </a:rPr>
              <a:t>oh</a:t>
            </a:r>
            <a:r>
              <a:rPr dirty="0" smtClean="0" sz="2800" spc="0" b="1" u="heavy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2800" spc="0" b="1" u="heavy">
                <a:solidFill>
                  <a:srgbClr val="3333CC"/>
                </a:solidFill>
                <a:latin typeface="Times New Roman"/>
                <a:cs typeface="Times New Roman"/>
              </a:rPr>
              <a:t>#</a:t>
            </a:r>
            <a:r>
              <a:rPr dirty="0" smtClean="0" sz="2800" spc="0" b="1" u="heavy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2800" spc="0" b="1" u="heavy">
                <a:solidFill>
                  <a:srgbClr val="3333CC"/>
                </a:solidFill>
                <a:latin typeface="Times New Roman"/>
                <a:cs typeface="Times New Roman"/>
              </a:rPr>
              <a:t>1</a:t>
            </a:r>
            <a:r>
              <a:rPr dirty="0" smtClean="0" sz="2800" spc="0" b="1" u="heavy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2800" spc="0" b="1" u="heavy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2800" spc="0" b="1" u="heavy">
                <a:solidFill>
                  <a:srgbClr val="3333CC"/>
                </a:solidFill>
                <a:latin typeface="Times New Roman"/>
                <a:cs typeface="Times New Roman"/>
              </a:rPr>
              <a:t>:</a:t>
            </a:r>
            <a:r>
              <a:rPr dirty="0" smtClean="0" sz="2800" spc="0" b="1" u="heavy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2800" spc="0" b="1" u="heavy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2800" spc="0" b="1" u="heavy">
                <a:solidFill>
                  <a:srgbClr val="3333CC"/>
                </a:solidFill>
                <a:latin typeface="Times New Roman"/>
                <a:cs typeface="Times New Roman"/>
              </a:rPr>
              <a:t>K</a:t>
            </a:r>
            <a:r>
              <a:rPr dirty="0" smtClean="0" sz="2800" spc="0" b="1" u="heavy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2800" spc="0" b="1" u="heavy">
                <a:solidFill>
                  <a:srgbClr val="3333CC"/>
                </a:solidFill>
                <a:latin typeface="Times New Roman"/>
                <a:cs typeface="Times New Roman"/>
              </a:rPr>
              <a:t>=</a:t>
            </a:r>
            <a:r>
              <a:rPr dirty="0" smtClean="0" sz="2800" spc="0" b="1" u="heavy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2800" spc="0" b="1" u="heavy">
                <a:solidFill>
                  <a:srgbClr val="3333CC"/>
                </a:solidFill>
                <a:latin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001949" y="1609397"/>
            <a:ext cx="131507" cy="174145"/>
          </a:xfrm>
          <a:prstGeom prst="rect">
            <a:avLst/>
          </a:prstGeom>
        </p:spPr>
        <p:txBody>
          <a:bodyPr wrap="square" lIns="0" tIns="8223" rIns="0" bIns="0" rtlCol="0">
            <a:noAutofit/>
          </a:bodyPr>
          <a:lstStyle/>
          <a:p>
            <a:pPr marL="12700">
              <a:lnSpc>
                <a:spcPts val="1295"/>
              </a:lnSpc>
            </a:pPr>
            <a:r>
              <a:rPr dirty="0" smtClean="0" sz="1150" spc="18" b="1">
                <a:latin typeface="Arial"/>
                <a:cs typeface="Arial"/>
              </a:rPr>
              <a:t>1</a:t>
            </a:r>
            <a:endParaRPr sz="115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422384" y="2210925"/>
            <a:ext cx="131507" cy="174145"/>
          </a:xfrm>
          <a:prstGeom prst="rect">
            <a:avLst/>
          </a:prstGeom>
        </p:spPr>
        <p:txBody>
          <a:bodyPr wrap="square" lIns="0" tIns="8223" rIns="0" bIns="0" rtlCol="0">
            <a:noAutofit/>
          </a:bodyPr>
          <a:lstStyle/>
          <a:p>
            <a:pPr marL="12700">
              <a:lnSpc>
                <a:spcPts val="1295"/>
              </a:lnSpc>
            </a:pPr>
            <a:r>
              <a:rPr dirty="0" smtClean="0" sz="1150" spc="18" b="1">
                <a:latin typeface="Arial"/>
                <a:cs typeface="Arial"/>
              </a:rPr>
              <a:t>3</a:t>
            </a:r>
            <a:endParaRPr sz="115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157959" y="2248093"/>
            <a:ext cx="131507" cy="174145"/>
          </a:xfrm>
          <a:prstGeom prst="rect">
            <a:avLst/>
          </a:prstGeom>
        </p:spPr>
        <p:txBody>
          <a:bodyPr wrap="square" lIns="0" tIns="8223" rIns="0" bIns="0" rtlCol="0">
            <a:noAutofit/>
          </a:bodyPr>
          <a:lstStyle/>
          <a:p>
            <a:pPr marL="12700">
              <a:lnSpc>
                <a:spcPts val="1295"/>
              </a:lnSpc>
            </a:pPr>
            <a:r>
              <a:rPr dirty="0" smtClean="0" sz="1150" spc="18" b="1">
                <a:latin typeface="Arial"/>
                <a:cs typeface="Arial"/>
              </a:rPr>
              <a:t>1</a:t>
            </a:r>
            <a:endParaRPr sz="115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830256" y="2266585"/>
            <a:ext cx="131507" cy="174145"/>
          </a:xfrm>
          <a:prstGeom prst="rect">
            <a:avLst/>
          </a:prstGeom>
        </p:spPr>
        <p:txBody>
          <a:bodyPr wrap="square" lIns="0" tIns="8223" rIns="0" bIns="0" rtlCol="0">
            <a:noAutofit/>
          </a:bodyPr>
          <a:lstStyle/>
          <a:p>
            <a:pPr marL="12700">
              <a:lnSpc>
                <a:spcPts val="1295"/>
              </a:lnSpc>
            </a:pPr>
            <a:r>
              <a:rPr dirty="0" smtClean="0" sz="1150" spc="18" b="1">
                <a:latin typeface="Arial"/>
                <a:cs typeface="Arial"/>
              </a:rPr>
              <a:t>1</a:t>
            </a:r>
            <a:endParaRPr sz="115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660073" y="2288774"/>
            <a:ext cx="131507" cy="174145"/>
          </a:xfrm>
          <a:prstGeom prst="rect">
            <a:avLst/>
          </a:prstGeom>
        </p:spPr>
        <p:txBody>
          <a:bodyPr wrap="square" lIns="0" tIns="8223" rIns="0" bIns="0" rtlCol="0">
            <a:noAutofit/>
          </a:bodyPr>
          <a:lstStyle/>
          <a:p>
            <a:pPr marL="12700">
              <a:lnSpc>
                <a:spcPts val="1295"/>
              </a:lnSpc>
            </a:pPr>
            <a:r>
              <a:rPr dirty="0" smtClean="0" sz="1150" spc="18" b="1">
                <a:latin typeface="Arial"/>
                <a:cs typeface="Arial"/>
              </a:rPr>
              <a:t>2</a:t>
            </a:r>
            <a:endParaRPr sz="115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490464" y="2365307"/>
            <a:ext cx="3516251" cy="733575"/>
          </a:xfrm>
          <a:prstGeom prst="rect">
            <a:avLst/>
          </a:prstGeom>
        </p:spPr>
        <p:txBody>
          <a:bodyPr wrap="square" lIns="0" tIns="16319" rIns="0" bIns="0" rtlCol="0">
            <a:noAutofit/>
          </a:bodyPr>
          <a:lstStyle/>
          <a:p>
            <a:pPr marL="12700">
              <a:lnSpc>
                <a:spcPts val="2570"/>
              </a:lnSpc>
            </a:pPr>
            <a:r>
              <a:rPr dirty="0" smtClean="0" sz="2400" spc="212">
                <a:latin typeface="Arial Narrow"/>
                <a:cs typeface="Arial Narrow"/>
              </a:rPr>
              <a:t>ut</a:t>
            </a:r>
            <a:r>
              <a:rPr dirty="0" smtClean="0" sz="2400" spc="212">
                <a:latin typeface="Arial Narrow"/>
                <a:cs typeface="Arial Narrow"/>
              </a:rPr>
              <a:t>k</a:t>
            </a:r>
            <a:r>
              <a:rPr dirty="0" smtClean="0" sz="2400" spc="212">
                <a:latin typeface="Arial Narrow"/>
                <a:cs typeface="Arial Narrow"/>
              </a:rPr>
              <a:t> </a:t>
            </a:r>
            <a:r>
              <a:rPr dirty="0" smtClean="0" sz="2400" spc="212">
                <a:latin typeface="Arial Narrow"/>
                <a:cs typeface="Arial Narrow"/>
              </a:rPr>
              <a:t>i</a:t>
            </a:r>
            <a:r>
              <a:rPr dirty="0" smtClean="0" sz="2400" spc="212">
                <a:latin typeface="Arial Narrow"/>
                <a:cs typeface="Arial Narrow"/>
              </a:rPr>
              <a:t> </a:t>
            </a:r>
            <a:r>
              <a:rPr dirty="0" smtClean="0" sz="2400" spc="212">
                <a:latin typeface="Arial Narrow"/>
                <a:cs typeface="Arial Narrow"/>
              </a:rPr>
              <a:t>=</a:t>
            </a:r>
            <a:r>
              <a:rPr dirty="0" smtClean="0" sz="2400" spc="212">
                <a:latin typeface="Arial Narrow"/>
                <a:cs typeface="Arial Narrow"/>
              </a:rPr>
              <a:t> </a:t>
            </a:r>
            <a:r>
              <a:rPr dirty="0" smtClean="0" sz="2400" spc="212">
                <a:latin typeface="Arial Narrow"/>
                <a:cs typeface="Arial Narrow"/>
              </a:rPr>
              <a:t>1</a:t>
            </a:r>
            <a:r>
              <a:rPr dirty="0" smtClean="0" sz="2400" spc="212">
                <a:latin typeface="Arial Narrow"/>
                <a:cs typeface="Arial Narrow"/>
              </a:rPr>
              <a:t> </a:t>
            </a:r>
            <a:r>
              <a:rPr dirty="0" smtClean="0" sz="2400" spc="212">
                <a:latin typeface="Arial Narrow"/>
                <a:cs typeface="Arial Narrow"/>
              </a:rPr>
              <a:t>dan</a:t>
            </a:r>
            <a:r>
              <a:rPr dirty="0" smtClean="0" sz="2400" spc="212">
                <a:latin typeface="Arial Narrow"/>
                <a:cs typeface="Arial Narrow"/>
              </a:rPr>
              <a:t> </a:t>
            </a:r>
            <a:r>
              <a:rPr dirty="0" smtClean="0" sz="2400" spc="212">
                <a:latin typeface="Arial Narrow"/>
                <a:cs typeface="Arial Narrow"/>
              </a:rPr>
              <a:t>j</a:t>
            </a:r>
            <a:r>
              <a:rPr dirty="0" smtClean="0" sz="2400" spc="212">
                <a:latin typeface="Arial Narrow"/>
                <a:cs typeface="Arial Narrow"/>
              </a:rPr>
              <a:t> </a:t>
            </a:r>
            <a:r>
              <a:rPr dirty="0" smtClean="0" sz="2400" spc="212">
                <a:latin typeface="Arial Narrow"/>
                <a:cs typeface="Arial Narrow"/>
              </a:rPr>
              <a:t>=</a:t>
            </a:r>
            <a:r>
              <a:rPr dirty="0" smtClean="0" sz="2400" spc="212">
                <a:latin typeface="Arial Narrow"/>
                <a:cs typeface="Arial Narrow"/>
              </a:rPr>
              <a:t> </a:t>
            </a:r>
            <a:r>
              <a:rPr dirty="0" smtClean="0" sz="2400" spc="212">
                <a:latin typeface="Arial Narrow"/>
                <a:cs typeface="Arial Narrow"/>
              </a:rPr>
              <a:t>1</a:t>
            </a:r>
            <a:r>
              <a:rPr dirty="0" smtClean="0" sz="2400" spc="212">
                <a:latin typeface="Arial Narrow"/>
                <a:cs typeface="Arial Narrow"/>
              </a:rPr>
              <a:t> </a:t>
            </a:r>
            <a:r>
              <a:rPr dirty="0" smtClean="0" sz="2400" spc="0">
                <a:latin typeface="Wingdings"/>
                <a:cs typeface="Wingdings"/>
              </a:rPr>
              <a:t></a:t>
            </a:r>
            <a:r>
              <a:rPr dirty="0" smtClean="0" sz="2400" spc="4">
                <a:latin typeface="Times New Roman"/>
                <a:cs typeface="Times New Roman"/>
              </a:rPr>
              <a:t> </a:t>
            </a:r>
            <a:r>
              <a:rPr dirty="0" smtClean="0" sz="2400" spc="4">
                <a:latin typeface="Times New Roman"/>
                <a:cs typeface="Times New Roman"/>
              </a:rPr>
              <a:t> </a:t>
            </a:r>
            <a:r>
              <a:rPr dirty="0" smtClean="0" sz="2400" spc="212">
                <a:latin typeface="Arial Narrow"/>
                <a:cs typeface="Arial Narrow"/>
              </a:rPr>
              <a:t>K</a:t>
            </a:r>
            <a:r>
              <a:rPr dirty="0" smtClean="0" sz="2400" spc="212">
                <a:latin typeface="Arial Narrow"/>
                <a:cs typeface="Arial Narrow"/>
              </a:rPr>
              <a:t> </a:t>
            </a:r>
            <a:r>
              <a:rPr dirty="0" smtClean="0" sz="2400" spc="212">
                <a:latin typeface="Arial Narrow"/>
                <a:cs typeface="Arial Narrow"/>
              </a:rPr>
              <a:t>=</a:t>
            </a:r>
            <a:endParaRPr sz="2400">
              <a:latin typeface="Arial Narrow"/>
              <a:cs typeface="Arial Narrow"/>
            </a:endParaRPr>
          </a:p>
          <a:p>
            <a:pPr marL="12700" marR="46075">
              <a:lnSpc>
                <a:spcPct val="102091"/>
              </a:lnSpc>
              <a:spcBef>
                <a:spcPts val="575"/>
              </a:spcBef>
            </a:pPr>
            <a:r>
              <a:rPr dirty="0" smtClean="0" sz="2000" spc="0">
                <a:latin typeface="Symbol"/>
                <a:cs typeface="Symbol"/>
              </a:rPr>
              <a:t></a:t>
            </a:r>
            <a:r>
              <a:rPr dirty="0" smtClean="0" sz="2000" spc="0">
                <a:latin typeface="Times New Roman"/>
                <a:cs typeface="Times New Roman"/>
              </a:rPr>
              <a:t>  </a:t>
            </a:r>
            <a:r>
              <a:rPr dirty="0" smtClean="0" sz="2000" spc="0">
                <a:latin typeface="Times New Roman"/>
                <a:cs typeface="Times New Roman"/>
              </a:rPr>
              <a:t> </a:t>
            </a:r>
            <a:r>
              <a:rPr dirty="0" smtClean="0" sz="2000" spc="0">
                <a:latin typeface="Times New Roman"/>
                <a:cs typeface="Times New Roman"/>
              </a:rPr>
              <a:t>i</a:t>
            </a:r>
            <a:r>
              <a:rPr dirty="0" smtClean="0" sz="2000" spc="0">
                <a:latin typeface="Times New Roman"/>
                <a:cs typeface="Times New Roman"/>
              </a:rPr>
              <a:t> </a:t>
            </a:r>
            <a:r>
              <a:rPr dirty="0" smtClean="0" sz="2000" spc="0">
                <a:latin typeface="Arial Narrow"/>
                <a:cs typeface="Arial Narrow"/>
              </a:rPr>
              <a:t>=</a:t>
            </a:r>
            <a:r>
              <a:rPr dirty="0" smtClean="0" sz="2000" spc="241">
                <a:latin typeface="Arial Narrow"/>
                <a:cs typeface="Arial Narrow"/>
              </a:rPr>
              <a:t> </a:t>
            </a:r>
            <a:r>
              <a:rPr dirty="0" smtClean="0" sz="2000" spc="345">
                <a:latin typeface="Arial Narrow"/>
                <a:cs typeface="Arial Narrow"/>
              </a:rPr>
              <a:t>1</a:t>
            </a:r>
            <a:r>
              <a:rPr dirty="0" smtClean="0" sz="2000" spc="-38">
                <a:latin typeface="Arial Narrow"/>
                <a:cs typeface="Arial Narrow"/>
              </a:rPr>
              <a:t> </a:t>
            </a:r>
            <a:r>
              <a:rPr dirty="0" smtClean="0" sz="2000" spc="172">
                <a:latin typeface="Arial Narrow"/>
                <a:cs typeface="Arial Narrow"/>
              </a:rPr>
              <a:t>,</a:t>
            </a:r>
            <a:r>
              <a:rPr dirty="0" smtClean="0" sz="2000" spc="55">
                <a:latin typeface="Arial Narrow"/>
                <a:cs typeface="Arial Narrow"/>
              </a:rPr>
              <a:t> </a:t>
            </a:r>
            <a:r>
              <a:rPr dirty="0" smtClean="0" sz="2000" spc="137">
                <a:latin typeface="Arial Narrow"/>
                <a:cs typeface="Arial Narrow"/>
              </a:rPr>
              <a:t>j</a:t>
            </a:r>
            <a:r>
              <a:rPr dirty="0" smtClean="0" sz="2000" spc="61">
                <a:latin typeface="Arial Narrow"/>
                <a:cs typeface="Arial Narrow"/>
              </a:rPr>
              <a:t> </a:t>
            </a:r>
            <a:r>
              <a:rPr dirty="0" smtClean="0" sz="2000" spc="0">
                <a:latin typeface="Arial Narrow"/>
                <a:cs typeface="Arial Narrow"/>
              </a:rPr>
              <a:t>=</a:t>
            </a:r>
            <a:r>
              <a:rPr dirty="0" smtClean="0" sz="2000" spc="261">
                <a:latin typeface="Arial Narrow"/>
                <a:cs typeface="Arial Narrow"/>
              </a:rPr>
              <a:t> </a:t>
            </a:r>
            <a:r>
              <a:rPr dirty="0" smtClean="0" sz="2000" spc="272">
                <a:latin typeface="Arial Narrow"/>
                <a:cs typeface="Arial Narrow"/>
              </a:rPr>
              <a:t>1</a:t>
            </a:r>
            <a:endParaRPr sz="2000">
              <a:latin typeface="Arial Narrow"/>
              <a:cs typeface="Arial Narrow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9087866" y="2365307"/>
            <a:ext cx="252243" cy="330200"/>
          </a:xfrm>
          <a:prstGeom prst="rect">
            <a:avLst/>
          </a:prstGeom>
        </p:spPr>
        <p:txBody>
          <a:bodyPr wrap="square" lIns="0" tIns="16319" rIns="0" bIns="0" rtlCol="0">
            <a:noAutofit/>
          </a:bodyPr>
          <a:lstStyle/>
          <a:p>
            <a:pPr marL="12700">
              <a:lnSpc>
                <a:spcPts val="2570"/>
              </a:lnSpc>
            </a:pPr>
            <a:r>
              <a:rPr dirty="0" smtClean="0" sz="2400" spc="327">
                <a:latin typeface="Arial Narrow"/>
                <a:cs typeface="Arial Narrow"/>
              </a:rPr>
              <a:t>3</a:t>
            </a:r>
            <a:endParaRPr sz="2400">
              <a:latin typeface="Arial Narrow"/>
              <a:cs typeface="Arial Narrow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945366" y="2812083"/>
            <a:ext cx="131507" cy="174145"/>
          </a:xfrm>
          <a:prstGeom prst="rect">
            <a:avLst/>
          </a:prstGeom>
        </p:spPr>
        <p:txBody>
          <a:bodyPr wrap="square" lIns="0" tIns="8223" rIns="0" bIns="0" rtlCol="0">
            <a:noAutofit/>
          </a:bodyPr>
          <a:lstStyle/>
          <a:p>
            <a:pPr marL="12700">
              <a:lnSpc>
                <a:spcPts val="1295"/>
              </a:lnSpc>
            </a:pPr>
            <a:r>
              <a:rPr dirty="0" smtClean="0" sz="1150" spc="18" b="1">
                <a:latin typeface="Arial"/>
                <a:cs typeface="Arial"/>
              </a:rPr>
              <a:t>1</a:t>
            </a:r>
            <a:endParaRPr sz="115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477364" y="2879023"/>
            <a:ext cx="131507" cy="174145"/>
          </a:xfrm>
          <a:prstGeom prst="rect">
            <a:avLst/>
          </a:prstGeom>
        </p:spPr>
        <p:txBody>
          <a:bodyPr wrap="square" lIns="0" tIns="8223" rIns="0" bIns="0" rtlCol="0">
            <a:noAutofit/>
          </a:bodyPr>
          <a:lstStyle/>
          <a:p>
            <a:pPr marL="12700">
              <a:lnSpc>
                <a:spcPts val="1295"/>
              </a:lnSpc>
            </a:pPr>
            <a:r>
              <a:rPr dirty="0" smtClean="0" sz="1150" spc="18" b="1">
                <a:latin typeface="Arial"/>
                <a:cs typeface="Arial"/>
              </a:rPr>
              <a:t>2</a:t>
            </a:r>
            <a:endParaRPr sz="115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651151" y="2897787"/>
            <a:ext cx="118244" cy="155552"/>
          </a:xfrm>
          <a:prstGeom prst="rect">
            <a:avLst/>
          </a:prstGeom>
        </p:spPr>
        <p:txBody>
          <a:bodyPr wrap="square" lIns="0" tIns="7239" rIns="0" bIns="0" rtlCol="0">
            <a:noAutofit/>
          </a:bodyPr>
          <a:lstStyle/>
          <a:p>
            <a:pPr marL="12700">
              <a:lnSpc>
                <a:spcPts val="1140"/>
              </a:lnSpc>
            </a:pPr>
            <a:r>
              <a:rPr dirty="0" smtClean="0" sz="1000" spc="15" b="1">
                <a:latin typeface="Arial"/>
                <a:cs typeface="Arial"/>
              </a:rPr>
              <a:t>2</a:t>
            </a:r>
            <a:endParaRPr sz="10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179457" y="2916279"/>
            <a:ext cx="118244" cy="155552"/>
          </a:xfrm>
          <a:prstGeom prst="rect">
            <a:avLst/>
          </a:prstGeom>
        </p:spPr>
        <p:txBody>
          <a:bodyPr wrap="square" lIns="0" tIns="7239" rIns="0" bIns="0" rtlCol="0">
            <a:noAutofit/>
          </a:bodyPr>
          <a:lstStyle/>
          <a:p>
            <a:pPr marL="12700">
              <a:lnSpc>
                <a:spcPts val="1140"/>
              </a:lnSpc>
            </a:pPr>
            <a:r>
              <a:rPr dirty="0" smtClean="0" sz="1000" spc="15" b="1">
                <a:latin typeface="Arial"/>
                <a:cs typeface="Arial"/>
              </a:rPr>
              <a:t>3</a:t>
            </a:r>
            <a:endParaRPr sz="10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469913" y="2916279"/>
            <a:ext cx="118244" cy="155552"/>
          </a:xfrm>
          <a:prstGeom prst="rect">
            <a:avLst/>
          </a:prstGeom>
        </p:spPr>
        <p:txBody>
          <a:bodyPr wrap="square" lIns="0" tIns="7239" rIns="0" bIns="0" rtlCol="0">
            <a:noAutofit/>
          </a:bodyPr>
          <a:lstStyle/>
          <a:p>
            <a:pPr marL="12700">
              <a:lnSpc>
                <a:spcPts val="1140"/>
              </a:lnSpc>
            </a:pPr>
            <a:r>
              <a:rPr dirty="0" smtClean="0" sz="1000" spc="15" b="1">
                <a:latin typeface="Arial"/>
                <a:cs typeface="Arial"/>
              </a:rPr>
              <a:t>3</a:t>
            </a:r>
            <a:endParaRPr sz="10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777484" y="3265710"/>
            <a:ext cx="1030475" cy="747179"/>
          </a:xfrm>
          <a:prstGeom prst="rect">
            <a:avLst/>
          </a:prstGeom>
        </p:spPr>
        <p:txBody>
          <a:bodyPr wrap="square" lIns="0" tIns="14097" rIns="0" bIns="0" rtlCol="0">
            <a:noAutofit/>
          </a:bodyPr>
          <a:lstStyle/>
          <a:p>
            <a:pPr marL="12700" marR="38100">
              <a:lnSpc>
                <a:spcPts val="2220"/>
              </a:lnSpc>
            </a:pPr>
            <a:r>
              <a:rPr dirty="0" smtClean="0" sz="2000" spc="177">
                <a:latin typeface="Arial Narrow"/>
                <a:cs typeface="Arial Narrow"/>
              </a:rPr>
              <a:t>K</a:t>
            </a:r>
            <a:r>
              <a:rPr dirty="0" smtClean="0" sz="2000" spc="177">
                <a:latin typeface="Arial Narrow"/>
                <a:cs typeface="Arial Narrow"/>
              </a:rPr>
              <a:t> </a:t>
            </a:r>
            <a:r>
              <a:rPr dirty="0" smtClean="0" sz="2000" spc="177">
                <a:latin typeface="Arial Narrow"/>
                <a:cs typeface="Arial Narrow"/>
              </a:rPr>
              <a:t>=</a:t>
            </a:r>
            <a:r>
              <a:rPr dirty="0" smtClean="0" sz="2000" spc="177">
                <a:latin typeface="Arial Narrow"/>
                <a:cs typeface="Arial Narrow"/>
              </a:rPr>
              <a:t> </a:t>
            </a:r>
            <a:r>
              <a:rPr dirty="0" smtClean="0" sz="2000" spc="177">
                <a:latin typeface="Arial Narrow"/>
                <a:cs typeface="Arial Narrow"/>
              </a:rPr>
              <a:t>1</a:t>
            </a:r>
            <a:r>
              <a:rPr dirty="0" smtClean="0" baseline="25821" sz="2025" spc="177">
                <a:latin typeface="Arial Narrow"/>
                <a:cs typeface="Arial Narrow"/>
              </a:rPr>
              <a:t>2</a:t>
            </a:r>
            <a:r>
              <a:rPr dirty="0" smtClean="0" baseline="25821" sz="2025" spc="177">
                <a:latin typeface="Arial Narrow"/>
                <a:cs typeface="Arial Narrow"/>
              </a:rPr>
              <a:t> </a:t>
            </a:r>
            <a:r>
              <a:rPr dirty="0" smtClean="0" sz="2000" spc="177">
                <a:latin typeface="Arial Narrow"/>
                <a:cs typeface="Arial Narrow"/>
              </a:rPr>
              <a:t>+</a:t>
            </a:r>
            <a:endParaRPr sz="2000">
              <a:latin typeface="Arial Narrow"/>
              <a:cs typeface="Arial Narrow"/>
            </a:endParaRPr>
          </a:p>
          <a:p>
            <a:pPr marL="12700">
              <a:lnSpc>
                <a:spcPct val="95621"/>
              </a:lnSpc>
              <a:spcBef>
                <a:spcPts val="1217"/>
              </a:spcBef>
            </a:pPr>
            <a:r>
              <a:rPr dirty="0" smtClean="0" sz="2000" spc="306">
                <a:latin typeface="Arial Narrow"/>
                <a:cs typeface="Arial Narrow"/>
              </a:rPr>
              <a:t>Su</a:t>
            </a:r>
            <a:r>
              <a:rPr dirty="0" smtClean="0" sz="2000" spc="306">
                <a:latin typeface="Arial Narrow"/>
                <a:cs typeface="Arial Narrow"/>
              </a:rPr>
              <a:t>m</a:t>
            </a:r>
            <a:r>
              <a:rPr dirty="0" smtClean="0" sz="2000" spc="306">
                <a:latin typeface="Arial Narrow"/>
                <a:cs typeface="Arial Narrow"/>
              </a:rPr>
              <a:t>b</a:t>
            </a:r>
            <a:r>
              <a:rPr dirty="0" smtClean="0" sz="2000" spc="306">
                <a:latin typeface="Arial Narrow"/>
                <a:cs typeface="Arial Narrow"/>
              </a:rPr>
              <a:t>e</a:t>
            </a:r>
            <a:r>
              <a:rPr dirty="0" smtClean="0" sz="2000" spc="306">
                <a:latin typeface="Arial Narrow"/>
                <a:cs typeface="Arial Narrow"/>
              </a:rPr>
              <a:t>r</a:t>
            </a:r>
            <a:endParaRPr sz="2000">
              <a:latin typeface="Arial Narrow"/>
              <a:cs typeface="Arial Narrow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745605" y="3265710"/>
            <a:ext cx="315636" cy="287058"/>
          </a:xfrm>
          <a:prstGeom prst="rect">
            <a:avLst/>
          </a:prstGeom>
        </p:spPr>
        <p:txBody>
          <a:bodyPr wrap="square" lIns="0" tIns="14097" rIns="0" bIns="0" rtlCol="0">
            <a:noAutofit/>
          </a:bodyPr>
          <a:lstStyle/>
          <a:p>
            <a:pPr marL="12700">
              <a:lnSpc>
                <a:spcPts val="2220"/>
              </a:lnSpc>
            </a:pPr>
            <a:r>
              <a:rPr dirty="0" smtClean="0" sz="2000" spc="235">
                <a:latin typeface="Arial Narrow"/>
                <a:cs typeface="Arial Narrow"/>
              </a:rPr>
              <a:t>1</a:t>
            </a:r>
            <a:r>
              <a:rPr dirty="0" smtClean="0" baseline="25821" sz="2025" spc="235">
                <a:latin typeface="Arial Narrow"/>
                <a:cs typeface="Arial Narrow"/>
              </a:rPr>
              <a:t>2</a:t>
            </a:r>
            <a:endParaRPr sz="1350">
              <a:latin typeface="Arial Narrow"/>
              <a:cs typeface="Arial Narrow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490464" y="3272625"/>
            <a:ext cx="180339" cy="739520"/>
          </a:xfrm>
          <a:prstGeom prst="rect">
            <a:avLst/>
          </a:prstGeom>
        </p:spPr>
        <p:txBody>
          <a:bodyPr wrap="square" lIns="0" tIns="13843" rIns="0" bIns="0" rtlCol="0">
            <a:noAutofit/>
          </a:bodyPr>
          <a:lstStyle/>
          <a:p>
            <a:pPr marL="12700">
              <a:lnSpc>
                <a:spcPts val="2180"/>
              </a:lnSpc>
            </a:pPr>
            <a:r>
              <a:rPr dirty="0" smtClean="0" sz="2000">
                <a:latin typeface="Symbol"/>
                <a:cs typeface="Symbol"/>
              </a:rPr>
              <a:t></a:t>
            </a:r>
            <a:endParaRPr sz="2000">
              <a:latin typeface="Symbol"/>
              <a:cs typeface="Symbol"/>
            </a:endParaRPr>
          </a:p>
          <a:p>
            <a:pPr marL="12700">
              <a:lnSpc>
                <a:spcPct val="102091"/>
              </a:lnSpc>
              <a:spcBef>
                <a:spcPts val="1063"/>
              </a:spcBef>
            </a:pPr>
            <a:r>
              <a:rPr dirty="0" smtClean="0" sz="2000">
                <a:latin typeface="Symbol"/>
                <a:cs typeface="Symbol"/>
              </a:rPr>
              <a:t></a:t>
            </a:r>
            <a:endParaRPr sz="2000">
              <a:latin typeface="Symbol"/>
              <a:cs typeface="Symbo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058025" y="3273368"/>
            <a:ext cx="2504818" cy="739520"/>
          </a:xfrm>
          <a:prstGeom prst="rect">
            <a:avLst/>
          </a:prstGeom>
        </p:spPr>
        <p:txBody>
          <a:bodyPr wrap="square" lIns="0" tIns="13716" rIns="0" bIns="0" rtlCol="0">
            <a:noAutofit/>
          </a:bodyPr>
          <a:lstStyle/>
          <a:p>
            <a:pPr marL="12700" marR="38100">
              <a:lnSpc>
                <a:spcPts val="2160"/>
              </a:lnSpc>
            </a:pPr>
            <a:r>
              <a:rPr dirty="0" smtClean="0" sz="2000" spc="169">
                <a:latin typeface="Arial Narrow"/>
                <a:cs typeface="Arial Narrow"/>
              </a:rPr>
              <a:t>+</a:t>
            </a:r>
            <a:r>
              <a:rPr dirty="0" smtClean="0" sz="2000" spc="169">
                <a:latin typeface="Arial Narrow"/>
                <a:cs typeface="Arial Narrow"/>
              </a:rPr>
              <a:t> </a:t>
            </a:r>
            <a:r>
              <a:rPr dirty="0" smtClean="0" sz="2000" spc="169">
                <a:latin typeface="Arial Narrow"/>
                <a:cs typeface="Arial Narrow"/>
              </a:rPr>
              <a:t>1</a:t>
            </a:r>
            <a:r>
              <a:rPr dirty="0" smtClean="0" sz="2000" spc="169">
                <a:latin typeface="Arial Narrow"/>
                <a:cs typeface="Arial Narrow"/>
              </a:rPr>
              <a:t>.</a:t>
            </a:r>
            <a:r>
              <a:rPr dirty="0" smtClean="0" sz="2000" spc="169">
                <a:latin typeface="Arial Narrow"/>
                <a:cs typeface="Arial Narrow"/>
              </a:rPr>
              <a:t>1</a:t>
            </a:r>
            <a:r>
              <a:rPr dirty="0" smtClean="0" sz="2000" spc="169">
                <a:latin typeface="Arial Narrow"/>
                <a:cs typeface="Arial Narrow"/>
              </a:rPr>
              <a:t> </a:t>
            </a:r>
            <a:r>
              <a:rPr dirty="0" smtClean="0" sz="2000" spc="169">
                <a:latin typeface="Arial Narrow"/>
                <a:cs typeface="Arial Narrow"/>
              </a:rPr>
              <a:t>=</a:t>
            </a:r>
            <a:r>
              <a:rPr dirty="0" smtClean="0" sz="2000" spc="169">
                <a:latin typeface="Arial Narrow"/>
                <a:cs typeface="Arial Narrow"/>
              </a:rPr>
              <a:t> </a:t>
            </a:r>
            <a:r>
              <a:rPr dirty="0" smtClean="0" sz="2000" spc="169">
                <a:latin typeface="Arial Narrow"/>
                <a:cs typeface="Arial Narrow"/>
              </a:rPr>
              <a:t>3</a:t>
            </a:r>
            <a:endParaRPr sz="2000">
              <a:latin typeface="Arial Narrow"/>
              <a:cs typeface="Arial Narrow"/>
            </a:endParaRPr>
          </a:p>
          <a:p>
            <a:pPr marL="1029080">
              <a:lnSpc>
                <a:spcPct val="95621"/>
              </a:lnSpc>
              <a:spcBef>
                <a:spcPts val="1220"/>
              </a:spcBef>
            </a:pPr>
            <a:r>
              <a:rPr dirty="0" smtClean="0" sz="2000" spc="255">
                <a:latin typeface="Arial Narrow"/>
                <a:cs typeface="Arial Narrow"/>
              </a:rPr>
              <a:t>i</a:t>
            </a:r>
            <a:r>
              <a:rPr dirty="0" smtClean="0" sz="2000" spc="255">
                <a:latin typeface="Arial Narrow"/>
                <a:cs typeface="Arial Narrow"/>
              </a:rPr>
              <a:t>n</a:t>
            </a:r>
            <a:r>
              <a:rPr dirty="0" smtClean="0" sz="2000" spc="255">
                <a:latin typeface="Arial Narrow"/>
                <a:cs typeface="Arial Narrow"/>
              </a:rPr>
              <a:t>t</a:t>
            </a:r>
            <a:r>
              <a:rPr dirty="0" smtClean="0" sz="2000" spc="255">
                <a:latin typeface="Arial Narrow"/>
                <a:cs typeface="Arial Narrow"/>
              </a:rPr>
              <a:t>e</a:t>
            </a:r>
            <a:r>
              <a:rPr dirty="0" smtClean="0" sz="2000" spc="255">
                <a:latin typeface="Arial Narrow"/>
                <a:cs typeface="Arial Narrow"/>
              </a:rPr>
              <a:t>r</a:t>
            </a:r>
            <a:r>
              <a:rPr dirty="0" smtClean="0" sz="2000" spc="255">
                <a:latin typeface="Arial Narrow"/>
                <a:cs typeface="Arial Narrow"/>
              </a:rPr>
              <a:t>f</a:t>
            </a:r>
            <a:r>
              <a:rPr dirty="0" smtClean="0" sz="2000" spc="255">
                <a:latin typeface="Arial Narrow"/>
                <a:cs typeface="Arial Narrow"/>
              </a:rPr>
              <a:t>e</a:t>
            </a:r>
            <a:r>
              <a:rPr dirty="0" smtClean="0" sz="2000" spc="255">
                <a:latin typeface="Arial Narrow"/>
                <a:cs typeface="Arial Narrow"/>
              </a:rPr>
              <a:t>r</a:t>
            </a:r>
            <a:r>
              <a:rPr dirty="0" smtClean="0" sz="2000" spc="255">
                <a:latin typeface="Arial Narrow"/>
                <a:cs typeface="Arial Narrow"/>
              </a:rPr>
              <a:t>e</a:t>
            </a:r>
            <a:r>
              <a:rPr dirty="0" smtClean="0" sz="2000" spc="255">
                <a:latin typeface="Arial Narrow"/>
                <a:cs typeface="Arial Narrow"/>
              </a:rPr>
              <a:t>n</a:t>
            </a:r>
            <a:r>
              <a:rPr dirty="0" smtClean="0" sz="2000" spc="255">
                <a:latin typeface="Arial Narrow"/>
                <a:cs typeface="Arial Narrow"/>
              </a:rPr>
              <a:t>si</a:t>
            </a:r>
            <a:endParaRPr sz="2000">
              <a:latin typeface="Arial Narrow"/>
              <a:cs typeface="Arial Narrow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041796" y="3543607"/>
            <a:ext cx="131507" cy="174145"/>
          </a:xfrm>
          <a:prstGeom prst="rect">
            <a:avLst/>
          </a:prstGeom>
        </p:spPr>
        <p:txBody>
          <a:bodyPr wrap="square" lIns="0" tIns="8223" rIns="0" bIns="0" rtlCol="0">
            <a:noAutofit/>
          </a:bodyPr>
          <a:lstStyle/>
          <a:p>
            <a:pPr marL="12700">
              <a:lnSpc>
                <a:spcPts val="1295"/>
              </a:lnSpc>
            </a:pPr>
            <a:r>
              <a:rPr dirty="0" smtClean="0" sz="1150" spc="18" b="1">
                <a:latin typeface="Arial"/>
                <a:cs typeface="Arial"/>
              </a:rPr>
              <a:t>1</a:t>
            </a:r>
            <a:endParaRPr sz="115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397263" y="3688206"/>
            <a:ext cx="118244" cy="155552"/>
          </a:xfrm>
          <a:prstGeom prst="rect">
            <a:avLst/>
          </a:prstGeom>
        </p:spPr>
        <p:txBody>
          <a:bodyPr wrap="square" lIns="0" tIns="7239" rIns="0" bIns="0" rtlCol="0">
            <a:noAutofit/>
          </a:bodyPr>
          <a:lstStyle/>
          <a:p>
            <a:pPr marL="12700">
              <a:lnSpc>
                <a:spcPts val="1140"/>
              </a:lnSpc>
            </a:pPr>
            <a:r>
              <a:rPr dirty="0" smtClean="0" sz="1000" spc="15" b="1">
                <a:latin typeface="Arial"/>
                <a:cs typeface="Arial"/>
              </a:rPr>
              <a:t>2</a:t>
            </a:r>
            <a:endParaRPr sz="10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574772" y="3695792"/>
            <a:ext cx="131507" cy="174145"/>
          </a:xfrm>
          <a:prstGeom prst="rect">
            <a:avLst/>
          </a:prstGeom>
        </p:spPr>
        <p:txBody>
          <a:bodyPr wrap="square" lIns="0" tIns="8223" rIns="0" bIns="0" rtlCol="0">
            <a:noAutofit/>
          </a:bodyPr>
          <a:lstStyle/>
          <a:p>
            <a:pPr marL="12700">
              <a:lnSpc>
                <a:spcPts val="1295"/>
              </a:lnSpc>
            </a:pPr>
            <a:r>
              <a:rPr dirty="0" smtClean="0" sz="1150" spc="18" b="1">
                <a:latin typeface="Arial"/>
                <a:cs typeface="Arial"/>
              </a:rPr>
              <a:t>1</a:t>
            </a:r>
            <a:endParaRPr sz="115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099376" y="3706790"/>
            <a:ext cx="118244" cy="155552"/>
          </a:xfrm>
          <a:prstGeom prst="rect">
            <a:avLst/>
          </a:prstGeom>
        </p:spPr>
        <p:txBody>
          <a:bodyPr wrap="square" lIns="0" tIns="7239" rIns="0" bIns="0" rtlCol="0">
            <a:noAutofit/>
          </a:bodyPr>
          <a:lstStyle/>
          <a:p>
            <a:pPr marL="12700">
              <a:lnSpc>
                <a:spcPts val="1140"/>
              </a:lnSpc>
            </a:pPr>
            <a:r>
              <a:rPr dirty="0" smtClean="0" sz="1000" spc="15" b="1">
                <a:latin typeface="Arial"/>
                <a:cs typeface="Arial"/>
              </a:rPr>
              <a:t>3</a:t>
            </a:r>
            <a:endParaRPr sz="10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777484" y="4035622"/>
            <a:ext cx="1377890" cy="279400"/>
          </a:xfrm>
          <a:prstGeom prst="rect">
            <a:avLst/>
          </a:prstGeom>
        </p:spPr>
        <p:txBody>
          <a:bodyPr wrap="square" lIns="0" tIns="13716" rIns="0" bIns="0" rtlCol="0">
            <a:noAutofit/>
          </a:bodyPr>
          <a:lstStyle/>
          <a:p>
            <a:pPr marL="12700">
              <a:lnSpc>
                <a:spcPts val="2160"/>
              </a:lnSpc>
            </a:pPr>
            <a:r>
              <a:rPr dirty="0" smtClean="0" sz="2000" spc="298">
                <a:latin typeface="Arial Narrow"/>
                <a:cs typeface="Arial Narrow"/>
              </a:rPr>
              <a:t>m</a:t>
            </a:r>
            <a:r>
              <a:rPr dirty="0" smtClean="0" sz="2000" spc="298">
                <a:latin typeface="Arial Narrow"/>
                <a:cs typeface="Arial Narrow"/>
              </a:rPr>
              <a:t>a</a:t>
            </a:r>
            <a:r>
              <a:rPr dirty="0" smtClean="0" sz="2000" spc="298">
                <a:latin typeface="Arial Narrow"/>
                <a:cs typeface="Arial Narrow"/>
              </a:rPr>
              <a:t>k</a:t>
            </a:r>
            <a:r>
              <a:rPr dirty="0" smtClean="0" sz="2000" spc="298">
                <a:latin typeface="Arial Narrow"/>
                <a:cs typeface="Arial Narrow"/>
              </a:rPr>
              <a:t>si</a:t>
            </a:r>
            <a:r>
              <a:rPr dirty="0" smtClean="0" sz="2000" spc="298">
                <a:latin typeface="Arial Narrow"/>
                <a:cs typeface="Arial Narrow"/>
              </a:rPr>
              <a:t>m</a:t>
            </a:r>
            <a:r>
              <a:rPr dirty="0" smtClean="0" sz="2000" spc="298">
                <a:latin typeface="Arial Narrow"/>
                <a:cs typeface="Arial Narrow"/>
              </a:rPr>
              <a:t>u</a:t>
            </a:r>
            <a:r>
              <a:rPr dirty="0" smtClean="0" sz="2000" spc="298">
                <a:latin typeface="Arial Narrow"/>
                <a:cs typeface="Arial Narrow"/>
              </a:rPr>
              <a:t>m</a:t>
            </a:r>
            <a:endParaRPr sz="2000">
              <a:latin typeface="Arial Narrow"/>
              <a:cs typeface="Arial Narro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164705" y="4035622"/>
            <a:ext cx="503679" cy="279400"/>
          </a:xfrm>
          <a:prstGeom prst="rect">
            <a:avLst/>
          </a:prstGeom>
        </p:spPr>
        <p:txBody>
          <a:bodyPr wrap="square" lIns="0" tIns="13716" rIns="0" bIns="0" rtlCol="0">
            <a:noAutofit/>
          </a:bodyPr>
          <a:lstStyle/>
          <a:p>
            <a:pPr marL="12700">
              <a:lnSpc>
                <a:spcPts val="2160"/>
              </a:lnSpc>
            </a:pPr>
            <a:r>
              <a:rPr dirty="0" smtClean="0" sz="2000" spc="167">
                <a:latin typeface="Arial Narrow"/>
                <a:cs typeface="Arial Narrow"/>
              </a:rPr>
              <a:t>=</a:t>
            </a:r>
            <a:r>
              <a:rPr dirty="0" smtClean="0" sz="2000" spc="167">
                <a:latin typeface="Arial Narrow"/>
                <a:cs typeface="Arial Narrow"/>
              </a:rPr>
              <a:t> </a:t>
            </a:r>
            <a:r>
              <a:rPr dirty="0" smtClean="0" sz="2000" spc="167">
                <a:latin typeface="Arial Narrow"/>
                <a:cs typeface="Arial Narrow"/>
              </a:rPr>
              <a:t>6</a:t>
            </a:r>
            <a:r>
              <a:rPr dirty="0" smtClean="0" sz="2000" spc="167">
                <a:latin typeface="Arial Narrow"/>
                <a:cs typeface="Arial Narrow"/>
              </a:rPr>
              <a:t>.</a:t>
            </a:r>
            <a:endParaRPr sz="2000">
              <a:latin typeface="Arial Narrow"/>
              <a:cs typeface="Arial Narro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61107" y="4196907"/>
            <a:ext cx="118244" cy="155552"/>
          </a:xfrm>
          <a:prstGeom prst="rect">
            <a:avLst/>
          </a:prstGeom>
        </p:spPr>
        <p:txBody>
          <a:bodyPr wrap="square" lIns="0" tIns="7239" rIns="0" bIns="0" rtlCol="0">
            <a:noAutofit/>
          </a:bodyPr>
          <a:lstStyle/>
          <a:p>
            <a:pPr marL="12700">
              <a:lnSpc>
                <a:spcPts val="1140"/>
              </a:lnSpc>
            </a:pPr>
            <a:r>
              <a:rPr dirty="0" smtClean="0" sz="1000" spc="15" b="1">
                <a:latin typeface="Arial"/>
                <a:cs typeface="Arial"/>
              </a:rPr>
              <a:t>2</a:t>
            </a:r>
            <a:endParaRPr sz="10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145451" y="4215491"/>
            <a:ext cx="118244" cy="155552"/>
          </a:xfrm>
          <a:prstGeom prst="rect">
            <a:avLst/>
          </a:prstGeom>
        </p:spPr>
        <p:txBody>
          <a:bodyPr wrap="square" lIns="0" tIns="7239" rIns="0" bIns="0" rtlCol="0">
            <a:noAutofit/>
          </a:bodyPr>
          <a:lstStyle/>
          <a:p>
            <a:pPr marL="12700">
              <a:lnSpc>
                <a:spcPts val="1140"/>
              </a:lnSpc>
            </a:pPr>
            <a:r>
              <a:rPr dirty="0" smtClean="0" sz="1000" spc="15" b="1">
                <a:latin typeface="Arial"/>
                <a:cs typeface="Arial"/>
              </a:rPr>
              <a:t>3</a:t>
            </a:r>
            <a:endParaRPr sz="10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628667" y="4252640"/>
            <a:ext cx="118244" cy="155552"/>
          </a:xfrm>
          <a:prstGeom prst="rect">
            <a:avLst/>
          </a:prstGeom>
        </p:spPr>
        <p:txBody>
          <a:bodyPr wrap="square" lIns="0" tIns="7239" rIns="0" bIns="0" rtlCol="0">
            <a:noAutofit/>
          </a:bodyPr>
          <a:lstStyle/>
          <a:p>
            <a:pPr marL="12700">
              <a:lnSpc>
                <a:spcPts val="1140"/>
              </a:lnSpc>
            </a:pPr>
            <a:r>
              <a:rPr dirty="0" smtClean="0" sz="1000" spc="15" b="1">
                <a:latin typeface="Arial"/>
                <a:cs typeface="Arial"/>
              </a:rPr>
              <a:t>2</a:t>
            </a:r>
            <a:endParaRPr sz="10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413518" y="4271206"/>
            <a:ext cx="118244" cy="155552"/>
          </a:xfrm>
          <a:prstGeom prst="rect">
            <a:avLst/>
          </a:prstGeom>
        </p:spPr>
        <p:txBody>
          <a:bodyPr wrap="square" lIns="0" tIns="7239" rIns="0" bIns="0" rtlCol="0">
            <a:noAutofit/>
          </a:bodyPr>
          <a:lstStyle/>
          <a:p>
            <a:pPr marL="12700">
              <a:lnSpc>
                <a:spcPts val="1140"/>
              </a:lnSpc>
            </a:pPr>
            <a:r>
              <a:rPr dirty="0" smtClean="0" sz="1000" spc="15" b="1">
                <a:latin typeface="Arial"/>
                <a:cs typeface="Arial"/>
              </a:rPr>
              <a:t>3</a:t>
            </a:r>
            <a:endParaRPr sz="10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885223" y="4482623"/>
            <a:ext cx="131507" cy="174145"/>
          </a:xfrm>
          <a:prstGeom prst="rect">
            <a:avLst/>
          </a:prstGeom>
        </p:spPr>
        <p:txBody>
          <a:bodyPr wrap="square" lIns="0" tIns="8223" rIns="0" bIns="0" rtlCol="0">
            <a:noAutofit/>
          </a:bodyPr>
          <a:lstStyle/>
          <a:p>
            <a:pPr marL="12700">
              <a:lnSpc>
                <a:spcPts val="1295"/>
              </a:lnSpc>
            </a:pPr>
            <a:r>
              <a:rPr dirty="0" smtClean="0" sz="1150" spc="18" b="1">
                <a:latin typeface="Arial"/>
                <a:cs typeface="Arial"/>
              </a:rPr>
              <a:t>1</a:t>
            </a:r>
            <a:endParaRPr sz="11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472151" y="4835621"/>
            <a:ext cx="118244" cy="155552"/>
          </a:xfrm>
          <a:prstGeom prst="rect">
            <a:avLst/>
          </a:prstGeom>
        </p:spPr>
        <p:txBody>
          <a:bodyPr wrap="square" lIns="0" tIns="7239" rIns="0" bIns="0" rtlCol="0">
            <a:noAutofit/>
          </a:bodyPr>
          <a:lstStyle/>
          <a:p>
            <a:pPr marL="12700">
              <a:lnSpc>
                <a:spcPts val="1140"/>
              </a:lnSpc>
            </a:pPr>
            <a:r>
              <a:rPr dirty="0" smtClean="0" sz="1000" spc="15" b="1">
                <a:latin typeface="Arial"/>
                <a:cs typeface="Arial"/>
              </a:rPr>
              <a:t>2</a:t>
            </a:r>
            <a:endParaRPr sz="10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256945" y="4853743"/>
            <a:ext cx="118244" cy="155552"/>
          </a:xfrm>
          <a:prstGeom prst="rect">
            <a:avLst/>
          </a:prstGeom>
        </p:spPr>
        <p:txBody>
          <a:bodyPr wrap="square" lIns="0" tIns="7239" rIns="0" bIns="0" rtlCol="0">
            <a:noAutofit/>
          </a:bodyPr>
          <a:lstStyle/>
          <a:p>
            <a:pPr marL="12700">
              <a:lnSpc>
                <a:spcPts val="1140"/>
              </a:lnSpc>
            </a:pPr>
            <a:r>
              <a:rPr dirty="0" smtClean="0" sz="1000" spc="15" b="1">
                <a:latin typeface="Arial"/>
                <a:cs typeface="Arial"/>
              </a:rPr>
              <a:t>3</a:t>
            </a:r>
            <a:endParaRPr sz="10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100191" y="4961100"/>
            <a:ext cx="968451" cy="330200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>
                <a:latin typeface="Times New Roman"/>
                <a:cs typeface="Times New Roman"/>
              </a:rPr>
              <a:t>Kluster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1140" y="6472848"/>
            <a:ext cx="5475228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o</a:t>
            </a:r>
            <a:r>
              <a:rPr dirty="0" smtClean="0" sz="1800" spc="0" b="1">
                <a:latin typeface="Georgia"/>
                <a:cs typeface="Georgia"/>
              </a:rPr>
              <a:t>d</a:t>
            </a:r>
            <a:r>
              <a:rPr dirty="0" smtClean="0" sz="1800" spc="0" b="1">
                <a:latin typeface="Georgia"/>
                <a:cs typeface="Georgia"/>
              </a:rPr>
              <a:t>ul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3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S</a:t>
            </a:r>
            <a:r>
              <a:rPr dirty="0" smtClean="0" sz="1800" spc="0" b="1">
                <a:latin typeface="Georgia"/>
                <a:cs typeface="Georgia"/>
              </a:rPr>
              <a:t>istem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K</a:t>
            </a:r>
            <a:r>
              <a:rPr dirty="0" smtClean="0" sz="1800" spc="0" b="1">
                <a:latin typeface="Georgia"/>
                <a:cs typeface="Georgia"/>
              </a:rPr>
              <a:t>o</a:t>
            </a: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unik</a:t>
            </a:r>
            <a:r>
              <a:rPr dirty="0" smtClean="0" sz="1800" spc="0" b="1">
                <a:latin typeface="Georgia"/>
                <a:cs typeface="Georgia"/>
              </a:rPr>
              <a:t>a</a:t>
            </a:r>
            <a:r>
              <a:rPr dirty="0" smtClean="0" sz="1800" spc="0" b="1">
                <a:latin typeface="Georgia"/>
                <a:cs typeface="Georgia"/>
              </a:rPr>
              <a:t>si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B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r>
              <a:rPr dirty="0" smtClean="0" sz="1800" spc="0" b="1">
                <a:latin typeface="Georgia"/>
                <a:cs typeface="Georgia"/>
              </a:rPr>
              <a:t>g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r>
              <a:rPr dirty="0" smtClean="0" sz="1800" spc="0" b="1">
                <a:latin typeface="Georgia"/>
                <a:cs typeface="Georgia"/>
              </a:rPr>
              <a:t>a</a:t>
            </a:r>
            <a:r>
              <a:rPr dirty="0" smtClean="0" sz="1800" spc="0" b="1">
                <a:latin typeface="Georgia"/>
                <a:cs typeface="Georgia"/>
              </a:rPr>
              <a:t>k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S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lul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443720" y="6472848"/>
            <a:ext cx="349628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-4" b="1">
                <a:latin typeface="Georgia"/>
                <a:cs typeface="Georgia"/>
              </a:rPr>
              <a:t>24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01054" y="1011174"/>
            <a:ext cx="88979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6" name="object 6"/>
          <p:cNvSpPr txBox="1"/>
          <p:nvPr/>
        </p:nvSpPr>
        <p:spPr>
          <a:xfrm>
            <a:off x="1867992" y="1011174"/>
            <a:ext cx="88979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" name="object 5"/>
          <p:cNvSpPr txBox="1"/>
          <p:nvPr/>
        </p:nvSpPr>
        <p:spPr>
          <a:xfrm>
            <a:off x="2134930" y="1011174"/>
            <a:ext cx="177958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" name="object 4"/>
          <p:cNvSpPr txBox="1"/>
          <p:nvPr/>
        </p:nvSpPr>
        <p:spPr>
          <a:xfrm>
            <a:off x="2431409" y="1011174"/>
            <a:ext cx="179382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" name="object 3"/>
          <p:cNvSpPr txBox="1"/>
          <p:nvPr/>
        </p:nvSpPr>
        <p:spPr>
          <a:xfrm>
            <a:off x="2887696" y="1011174"/>
            <a:ext cx="88979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" name="object 2"/>
          <p:cNvSpPr txBox="1"/>
          <p:nvPr/>
        </p:nvSpPr>
        <p:spPr>
          <a:xfrm>
            <a:off x="3179548" y="1011174"/>
            <a:ext cx="88979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object 32"/>
          <p:cNvSpPr/>
          <p:nvPr/>
        </p:nvSpPr>
        <p:spPr>
          <a:xfrm>
            <a:off x="0" y="6400800"/>
            <a:ext cx="9903460" cy="457196"/>
          </a:xfrm>
          <a:custGeom>
            <a:avLst/>
            <a:gdLst/>
            <a:ahLst/>
            <a:cxnLst/>
            <a:rect l="l" t="t" r="r" b="b"/>
            <a:pathLst>
              <a:path w="9903460" h="457196">
                <a:moveTo>
                  <a:pt x="9903460" y="457196"/>
                </a:moveTo>
                <a:lnTo>
                  <a:pt x="9903460" y="0"/>
                </a:lnTo>
                <a:lnTo>
                  <a:pt x="0" y="0"/>
                </a:lnTo>
                <a:lnTo>
                  <a:pt x="0" y="457196"/>
                </a:lnTo>
                <a:lnTo>
                  <a:pt x="9903460" y="457196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3" name="object 33"/>
          <p:cNvSpPr/>
          <p:nvPr/>
        </p:nvSpPr>
        <p:spPr>
          <a:xfrm>
            <a:off x="153670" y="640207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58419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0" name="object 30"/>
          <p:cNvSpPr/>
          <p:nvPr/>
        </p:nvSpPr>
        <p:spPr>
          <a:xfrm>
            <a:off x="0" y="0"/>
            <a:ext cx="9903460" cy="609600"/>
          </a:xfrm>
          <a:custGeom>
            <a:avLst/>
            <a:gdLst/>
            <a:ahLst/>
            <a:cxnLst/>
            <a:rect l="l" t="t" r="r" b="b"/>
            <a:pathLst>
              <a:path w="9903460" h="609600">
                <a:moveTo>
                  <a:pt x="0" y="609600"/>
                </a:moveTo>
                <a:lnTo>
                  <a:pt x="9903460" y="609600"/>
                </a:lnTo>
                <a:lnTo>
                  <a:pt x="9903460" y="0"/>
                </a:lnTo>
                <a:lnTo>
                  <a:pt x="0" y="0"/>
                </a:lnTo>
                <a:lnTo>
                  <a:pt x="0" y="60960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1" name="object 31"/>
          <p:cNvSpPr/>
          <p:nvPr/>
        </p:nvSpPr>
        <p:spPr>
          <a:xfrm>
            <a:off x="111760" y="60960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76200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7" name="object 27"/>
          <p:cNvSpPr/>
          <p:nvPr/>
        </p:nvSpPr>
        <p:spPr>
          <a:xfrm>
            <a:off x="609600" y="1371600"/>
            <a:ext cx="4686300" cy="4800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8" name="object 28"/>
          <p:cNvSpPr/>
          <p:nvPr/>
        </p:nvSpPr>
        <p:spPr>
          <a:xfrm>
            <a:off x="3506470" y="4039870"/>
            <a:ext cx="1219200" cy="838200"/>
          </a:xfrm>
          <a:custGeom>
            <a:avLst/>
            <a:gdLst/>
            <a:ahLst/>
            <a:cxnLst/>
            <a:rect l="l" t="t" r="r" b="b"/>
            <a:pathLst>
              <a:path w="1219200" h="838200">
                <a:moveTo>
                  <a:pt x="0" y="419099"/>
                </a:moveTo>
                <a:lnTo>
                  <a:pt x="7978" y="351105"/>
                </a:lnTo>
                <a:lnTo>
                  <a:pt x="31077" y="286609"/>
                </a:lnTo>
                <a:lnTo>
                  <a:pt x="68041" y="226473"/>
                </a:lnTo>
                <a:lnTo>
                  <a:pt x="117616" y="171559"/>
                </a:lnTo>
                <a:lnTo>
                  <a:pt x="146740" y="146330"/>
                </a:lnTo>
                <a:lnTo>
                  <a:pt x="178546" y="122729"/>
                </a:lnTo>
                <a:lnTo>
                  <a:pt x="212877" y="100865"/>
                </a:lnTo>
                <a:lnTo>
                  <a:pt x="249576" y="80845"/>
                </a:lnTo>
                <a:lnTo>
                  <a:pt x="288486" y="62776"/>
                </a:lnTo>
                <a:lnTo>
                  <a:pt x="329451" y="46768"/>
                </a:lnTo>
                <a:lnTo>
                  <a:pt x="372314" y="32926"/>
                </a:lnTo>
                <a:lnTo>
                  <a:pt x="416917" y="21360"/>
                </a:lnTo>
                <a:lnTo>
                  <a:pt x="463104" y="12176"/>
                </a:lnTo>
                <a:lnTo>
                  <a:pt x="510718" y="5483"/>
                </a:lnTo>
                <a:lnTo>
                  <a:pt x="559602" y="1388"/>
                </a:lnTo>
                <a:lnTo>
                  <a:pt x="609600" y="0"/>
                </a:lnTo>
                <a:lnTo>
                  <a:pt x="659597" y="1388"/>
                </a:lnTo>
                <a:lnTo>
                  <a:pt x="708481" y="5483"/>
                </a:lnTo>
                <a:lnTo>
                  <a:pt x="756095" y="12176"/>
                </a:lnTo>
                <a:lnTo>
                  <a:pt x="802282" y="21360"/>
                </a:lnTo>
                <a:lnTo>
                  <a:pt x="846885" y="32926"/>
                </a:lnTo>
                <a:lnTo>
                  <a:pt x="889748" y="46768"/>
                </a:lnTo>
                <a:lnTo>
                  <a:pt x="930713" y="62776"/>
                </a:lnTo>
                <a:lnTo>
                  <a:pt x="969623" y="80845"/>
                </a:lnTo>
                <a:lnTo>
                  <a:pt x="1006322" y="100865"/>
                </a:lnTo>
                <a:lnTo>
                  <a:pt x="1040653" y="122729"/>
                </a:lnTo>
                <a:lnTo>
                  <a:pt x="1072459" y="146330"/>
                </a:lnTo>
                <a:lnTo>
                  <a:pt x="1101583" y="171559"/>
                </a:lnTo>
                <a:lnTo>
                  <a:pt x="1151158" y="226473"/>
                </a:lnTo>
                <a:lnTo>
                  <a:pt x="1188122" y="286609"/>
                </a:lnTo>
                <a:lnTo>
                  <a:pt x="1211221" y="351105"/>
                </a:lnTo>
                <a:lnTo>
                  <a:pt x="1219200" y="419099"/>
                </a:lnTo>
                <a:lnTo>
                  <a:pt x="1217179" y="453480"/>
                </a:lnTo>
                <a:lnTo>
                  <a:pt x="1201483" y="519833"/>
                </a:lnTo>
                <a:lnTo>
                  <a:pt x="1171295" y="582257"/>
                </a:lnTo>
                <a:lnTo>
                  <a:pt x="1127868" y="639889"/>
                </a:lnTo>
                <a:lnTo>
                  <a:pt x="1072459" y="691869"/>
                </a:lnTo>
                <a:lnTo>
                  <a:pt x="1040653" y="715470"/>
                </a:lnTo>
                <a:lnTo>
                  <a:pt x="1006322" y="737334"/>
                </a:lnTo>
                <a:lnTo>
                  <a:pt x="969623" y="757354"/>
                </a:lnTo>
                <a:lnTo>
                  <a:pt x="930713" y="775423"/>
                </a:lnTo>
                <a:lnTo>
                  <a:pt x="889748" y="791431"/>
                </a:lnTo>
                <a:lnTo>
                  <a:pt x="846885" y="805273"/>
                </a:lnTo>
                <a:lnTo>
                  <a:pt x="802282" y="816839"/>
                </a:lnTo>
                <a:lnTo>
                  <a:pt x="756095" y="826023"/>
                </a:lnTo>
                <a:lnTo>
                  <a:pt x="708481" y="832716"/>
                </a:lnTo>
                <a:lnTo>
                  <a:pt x="659597" y="836811"/>
                </a:lnTo>
                <a:lnTo>
                  <a:pt x="609600" y="838199"/>
                </a:lnTo>
                <a:lnTo>
                  <a:pt x="559602" y="836811"/>
                </a:lnTo>
                <a:lnTo>
                  <a:pt x="510718" y="832716"/>
                </a:lnTo>
                <a:lnTo>
                  <a:pt x="463104" y="826023"/>
                </a:lnTo>
                <a:lnTo>
                  <a:pt x="416917" y="816839"/>
                </a:lnTo>
                <a:lnTo>
                  <a:pt x="372314" y="805273"/>
                </a:lnTo>
                <a:lnTo>
                  <a:pt x="329451" y="791431"/>
                </a:lnTo>
                <a:lnTo>
                  <a:pt x="288486" y="775423"/>
                </a:lnTo>
                <a:lnTo>
                  <a:pt x="249576" y="757354"/>
                </a:lnTo>
                <a:lnTo>
                  <a:pt x="212877" y="737334"/>
                </a:lnTo>
                <a:lnTo>
                  <a:pt x="178546" y="715470"/>
                </a:lnTo>
                <a:lnTo>
                  <a:pt x="146740" y="691869"/>
                </a:lnTo>
                <a:lnTo>
                  <a:pt x="117616" y="666640"/>
                </a:lnTo>
                <a:lnTo>
                  <a:pt x="68041" y="611726"/>
                </a:lnTo>
                <a:lnTo>
                  <a:pt x="31077" y="551590"/>
                </a:lnTo>
                <a:lnTo>
                  <a:pt x="7978" y="487094"/>
                </a:lnTo>
                <a:lnTo>
                  <a:pt x="0" y="419099"/>
                </a:lnTo>
                <a:close/>
              </a:path>
            </a:pathLst>
          </a:custGeom>
          <a:ln w="38100">
            <a:solidFill>
              <a:srgbClr val="FF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9" name="object 29"/>
          <p:cNvSpPr/>
          <p:nvPr/>
        </p:nvSpPr>
        <p:spPr>
          <a:xfrm>
            <a:off x="4573270" y="4801870"/>
            <a:ext cx="1733550" cy="590550"/>
          </a:xfrm>
          <a:custGeom>
            <a:avLst/>
            <a:gdLst/>
            <a:ahLst/>
            <a:cxnLst/>
            <a:rect l="l" t="t" r="r" b="b"/>
            <a:pathLst>
              <a:path w="1733550" h="590550">
                <a:moveTo>
                  <a:pt x="59181" y="77088"/>
                </a:moveTo>
                <a:lnTo>
                  <a:pt x="0" y="0"/>
                </a:lnTo>
                <a:lnTo>
                  <a:pt x="48387" y="118236"/>
                </a:lnTo>
                <a:lnTo>
                  <a:pt x="73474" y="89596"/>
                </a:lnTo>
                <a:lnTo>
                  <a:pt x="59181" y="77088"/>
                </a:lnTo>
                <a:close/>
              </a:path>
              <a:path w="1733550" h="590550">
                <a:moveTo>
                  <a:pt x="98563" y="60952"/>
                </a:moveTo>
                <a:lnTo>
                  <a:pt x="609600" y="514349"/>
                </a:lnTo>
                <a:lnTo>
                  <a:pt x="622172" y="519048"/>
                </a:lnTo>
                <a:lnTo>
                  <a:pt x="1621065" y="519019"/>
                </a:lnTo>
                <a:lnTo>
                  <a:pt x="1622520" y="552450"/>
                </a:lnTo>
                <a:lnTo>
                  <a:pt x="1648994" y="583589"/>
                </a:lnTo>
                <a:lnTo>
                  <a:pt x="1676400" y="590549"/>
                </a:lnTo>
                <a:lnTo>
                  <a:pt x="1681762" y="590303"/>
                </a:lnTo>
                <a:lnTo>
                  <a:pt x="1676400" y="552449"/>
                </a:lnTo>
                <a:lnTo>
                  <a:pt x="1622910" y="514349"/>
                </a:lnTo>
                <a:lnTo>
                  <a:pt x="616802" y="514349"/>
                </a:lnTo>
                <a:lnTo>
                  <a:pt x="98563" y="60952"/>
                </a:lnTo>
                <a:close/>
              </a:path>
              <a:path w="1733550" h="590550">
                <a:moveTo>
                  <a:pt x="1733550" y="533399"/>
                </a:moveTo>
                <a:lnTo>
                  <a:pt x="1733303" y="528037"/>
                </a:lnTo>
                <a:lnTo>
                  <a:pt x="1730223" y="514098"/>
                </a:lnTo>
                <a:lnTo>
                  <a:pt x="1723979" y="501679"/>
                </a:lnTo>
                <a:lnTo>
                  <a:pt x="1715022" y="491232"/>
                </a:lnTo>
                <a:lnTo>
                  <a:pt x="1703805" y="483210"/>
                </a:lnTo>
                <a:lnTo>
                  <a:pt x="1690780" y="478065"/>
                </a:lnTo>
                <a:lnTo>
                  <a:pt x="1676400" y="476249"/>
                </a:lnTo>
                <a:lnTo>
                  <a:pt x="1671037" y="476496"/>
                </a:lnTo>
                <a:lnTo>
                  <a:pt x="1657098" y="479576"/>
                </a:lnTo>
                <a:lnTo>
                  <a:pt x="1676400" y="514349"/>
                </a:lnTo>
                <a:lnTo>
                  <a:pt x="1681762" y="590303"/>
                </a:lnTo>
                <a:lnTo>
                  <a:pt x="1695701" y="587223"/>
                </a:lnTo>
                <a:lnTo>
                  <a:pt x="1708120" y="580979"/>
                </a:lnTo>
                <a:lnTo>
                  <a:pt x="1718567" y="572022"/>
                </a:lnTo>
                <a:lnTo>
                  <a:pt x="1726589" y="560805"/>
                </a:lnTo>
                <a:lnTo>
                  <a:pt x="1731734" y="547780"/>
                </a:lnTo>
                <a:lnTo>
                  <a:pt x="1733550" y="533399"/>
                </a:lnTo>
                <a:close/>
              </a:path>
              <a:path w="1733550" h="590550">
                <a:moveTo>
                  <a:pt x="1676400" y="514349"/>
                </a:moveTo>
                <a:lnTo>
                  <a:pt x="1657098" y="479576"/>
                </a:lnTo>
                <a:lnTo>
                  <a:pt x="1644679" y="485820"/>
                </a:lnTo>
                <a:lnTo>
                  <a:pt x="1634232" y="494777"/>
                </a:lnTo>
                <a:lnTo>
                  <a:pt x="1626210" y="505994"/>
                </a:lnTo>
                <a:lnTo>
                  <a:pt x="1622910" y="514349"/>
                </a:lnTo>
                <a:lnTo>
                  <a:pt x="1676400" y="552449"/>
                </a:lnTo>
                <a:lnTo>
                  <a:pt x="1681762" y="590303"/>
                </a:lnTo>
                <a:lnTo>
                  <a:pt x="1676400" y="514349"/>
                </a:lnTo>
                <a:close/>
              </a:path>
              <a:path w="1733550" h="590550">
                <a:moveTo>
                  <a:pt x="622172" y="519048"/>
                </a:moveTo>
                <a:lnTo>
                  <a:pt x="1619496" y="538762"/>
                </a:lnTo>
                <a:lnTo>
                  <a:pt x="1619250" y="533399"/>
                </a:lnTo>
                <a:lnTo>
                  <a:pt x="622172" y="519048"/>
                </a:lnTo>
                <a:close/>
              </a:path>
              <a:path w="1733550" h="590550">
                <a:moveTo>
                  <a:pt x="0" y="0"/>
                </a:moveTo>
                <a:lnTo>
                  <a:pt x="59181" y="77088"/>
                </a:lnTo>
                <a:lnTo>
                  <a:pt x="73474" y="89596"/>
                </a:lnTo>
                <a:lnTo>
                  <a:pt x="597026" y="547750"/>
                </a:lnTo>
                <a:lnTo>
                  <a:pt x="600582" y="550798"/>
                </a:lnTo>
                <a:lnTo>
                  <a:pt x="605027" y="552449"/>
                </a:lnTo>
                <a:lnTo>
                  <a:pt x="1622520" y="552450"/>
                </a:lnTo>
                <a:lnTo>
                  <a:pt x="1621065" y="519019"/>
                </a:lnTo>
                <a:lnTo>
                  <a:pt x="622172" y="519048"/>
                </a:lnTo>
                <a:lnTo>
                  <a:pt x="1619250" y="533399"/>
                </a:lnTo>
                <a:lnTo>
                  <a:pt x="1619496" y="538762"/>
                </a:lnTo>
                <a:lnTo>
                  <a:pt x="622172" y="519048"/>
                </a:lnTo>
                <a:lnTo>
                  <a:pt x="609600" y="514349"/>
                </a:lnTo>
                <a:lnTo>
                  <a:pt x="98563" y="60952"/>
                </a:lnTo>
                <a:lnTo>
                  <a:pt x="84200" y="48386"/>
                </a:lnTo>
                <a:lnTo>
                  <a:pt x="0" y="0"/>
                </a:lnTo>
                <a:close/>
              </a:path>
              <a:path w="1733550" h="590550">
                <a:moveTo>
                  <a:pt x="123697" y="32257"/>
                </a:moveTo>
                <a:lnTo>
                  <a:pt x="0" y="0"/>
                </a:lnTo>
                <a:lnTo>
                  <a:pt x="84200" y="48386"/>
                </a:lnTo>
                <a:lnTo>
                  <a:pt x="98563" y="60952"/>
                </a:lnTo>
                <a:lnTo>
                  <a:pt x="123697" y="3225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3" name="object 23"/>
          <p:cNvSpPr/>
          <p:nvPr/>
        </p:nvSpPr>
        <p:spPr>
          <a:xfrm>
            <a:off x="6361261" y="2555478"/>
            <a:ext cx="39353" cy="22172"/>
          </a:xfrm>
          <a:custGeom>
            <a:avLst/>
            <a:gdLst/>
            <a:ahLst/>
            <a:cxnLst/>
            <a:rect l="l" t="t" r="r" b="b"/>
            <a:pathLst>
              <a:path w="39353" h="22172">
                <a:moveTo>
                  <a:pt x="0" y="22172"/>
                </a:moveTo>
                <a:lnTo>
                  <a:pt x="39353" y="0"/>
                </a:lnTo>
              </a:path>
            </a:pathLst>
          </a:custGeom>
          <a:ln w="1293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4" name="object 24"/>
          <p:cNvSpPr/>
          <p:nvPr/>
        </p:nvSpPr>
        <p:spPr>
          <a:xfrm>
            <a:off x="6400614" y="2561636"/>
            <a:ext cx="56549" cy="102865"/>
          </a:xfrm>
          <a:custGeom>
            <a:avLst/>
            <a:gdLst/>
            <a:ahLst/>
            <a:cxnLst/>
            <a:rect l="l" t="t" r="r" b="b"/>
            <a:pathLst>
              <a:path w="56549" h="102865">
                <a:moveTo>
                  <a:pt x="0" y="0"/>
                </a:moveTo>
                <a:lnTo>
                  <a:pt x="56549" y="102865"/>
                </a:lnTo>
              </a:path>
            </a:pathLst>
          </a:custGeom>
          <a:ln w="2522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5" name="object 25"/>
          <p:cNvSpPr/>
          <p:nvPr/>
        </p:nvSpPr>
        <p:spPr>
          <a:xfrm>
            <a:off x="6463305" y="2358368"/>
            <a:ext cx="74997" cy="306133"/>
          </a:xfrm>
          <a:custGeom>
            <a:avLst/>
            <a:gdLst/>
            <a:ahLst/>
            <a:cxnLst/>
            <a:rect l="l" t="t" r="r" b="b"/>
            <a:pathLst>
              <a:path w="74997" h="306133">
                <a:moveTo>
                  <a:pt x="0" y="306133"/>
                </a:moveTo>
                <a:lnTo>
                  <a:pt x="74997" y="0"/>
                </a:lnTo>
              </a:path>
            </a:pathLst>
          </a:custGeom>
          <a:ln w="1291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6" name="object 26"/>
          <p:cNvSpPr/>
          <p:nvPr/>
        </p:nvSpPr>
        <p:spPr>
          <a:xfrm>
            <a:off x="6538302" y="2358368"/>
            <a:ext cx="403262" cy="0"/>
          </a:xfrm>
          <a:custGeom>
            <a:avLst/>
            <a:gdLst/>
            <a:ahLst/>
            <a:cxnLst/>
            <a:rect l="l" t="t" r="r" b="b"/>
            <a:pathLst>
              <a:path w="403262" h="0">
                <a:moveTo>
                  <a:pt x="0" y="0"/>
                </a:moveTo>
                <a:lnTo>
                  <a:pt x="403262" y="0"/>
                </a:lnTo>
              </a:path>
            </a:pathLst>
          </a:custGeom>
          <a:ln w="1294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78740" y="159670"/>
            <a:ext cx="375920" cy="330200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dirty="0" smtClean="0" sz="2400" b="1">
                <a:latin typeface="Arial"/>
                <a:cs typeface="Arial"/>
              </a:rPr>
              <a:t>B.</a:t>
            </a:r>
            <a:endParaRPr sz="24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67359" y="159670"/>
            <a:ext cx="2612542" cy="330200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dirty="0" smtClean="0" sz="2400" spc="0" b="1">
                <a:latin typeface="Arial"/>
                <a:cs typeface="Arial"/>
              </a:rPr>
              <a:t>Freq</a:t>
            </a:r>
            <a:r>
              <a:rPr dirty="0" smtClean="0" sz="2400" spc="0" b="1">
                <a:latin typeface="Arial"/>
                <a:cs typeface="Arial"/>
              </a:rPr>
              <a:t>u</a:t>
            </a:r>
            <a:r>
              <a:rPr dirty="0" smtClean="0" sz="2400" spc="0" b="1">
                <a:latin typeface="Arial"/>
                <a:cs typeface="Arial"/>
              </a:rPr>
              <a:t>ency</a:t>
            </a:r>
            <a:r>
              <a:rPr dirty="0" smtClean="0" sz="2400" spc="0" b="1">
                <a:latin typeface="Arial"/>
                <a:cs typeface="Arial"/>
              </a:rPr>
              <a:t> </a:t>
            </a:r>
            <a:r>
              <a:rPr dirty="0" smtClean="0" sz="2400" spc="0" b="1">
                <a:latin typeface="Arial"/>
                <a:cs typeface="Arial"/>
              </a:rPr>
              <a:t>R</a:t>
            </a:r>
            <a:r>
              <a:rPr dirty="0" smtClean="0" sz="2400" spc="0" b="1">
                <a:latin typeface="Arial"/>
                <a:cs typeface="Arial"/>
              </a:rPr>
              <a:t>e</a:t>
            </a:r>
            <a:r>
              <a:rPr dirty="0" smtClean="0" sz="2400" spc="0" b="1">
                <a:latin typeface="Arial"/>
                <a:cs typeface="Arial"/>
              </a:rPr>
              <a:t>use</a:t>
            </a:r>
            <a:endParaRPr sz="24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892925" y="710131"/>
            <a:ext cx="2969996" cy="470199"/>
          </a:xfrm>
          <a:prstGeom prst="rect">
            <a:avLst/>
          </a:prstGeom>
        </p:spPr>
        <p:txBody>
          <a:bodyPr wrap="square" lIns="0" tIns="12319" rIns="0" bIns="0" rtlCol="0">
            <a:noAutofit/>
          </a:bodyPr>
          <a:lstStyle/>
          <a:p>
            <a:pPr marL="12700">
              <a:lnSpc>
                <a:spcPts val="1939"/>
              </a:lnSpc>
            </a:pPr>
            <a:r>
              <a:rPr dirty="0" smtClean="0" sz="1800" spc="-1" b="1">
                <a:solidFill>
                  <a:srgbClr val="3333CC"/>
                </a:solidFill>
                <a:latin typeface="Times New Roman"/>
                <a:cs typeface="Times New Roman"/>
              </a:rPr>
              <a:t>Kaidah</a:t>
            </a:r>
            <a:r>
              <a:rPr dirty="0" smtClean="0" sz="1800" spc="-1" b="1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1800" spc="-1" b="1">
                <a:solidFill>
                  <a:srgbClr val="3333CC"/>
                </a:solidFill>
                <a:latin typeface="Times New Roman"/>
                <a:cs typeface="Times New Roman"/>
              </a:rPr>
              <a:t>Penentuan</a:t>
            </a:r>
            <a:r>
              <a:rPr dirty="0" smtClean="0" sz="1800" spc="-1" b="1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1800" spc="-1" b="1">
                <a:solidFill>
                  <a:srgbClr val="3333CC"/>
                </a:solidFill>
                <a:latin typeface="Times New Roman"/>
                <a:cs typeface="Times New Roman"/>
              </a:rPr>
              <a:t>No</a:t>
            </a:r>
            <a:r>
              <a:rPr dirty="0" smtClean="0" sz="1800" spc="-1" b="1">
                <a:solidFill>
                  <a:srgbClr val="3333CC"/>
                </a:solidFill>
                <a:latin typeface="Times New Roman"/>
                <a:cs typeface="Times New Roman"/>
              </a:rPr>
              <a:t>m</a:t>
            </a:r>
            <a:r>
              <a:rPr dirty="0" smtClean="0" sz="1800" spc="-1" b="1">
                <a:solidFill>
                  <a:srgbClr val="3333CC"/>
                </a:solidFill>
                <a:latin typeface="Times New Roman"/>
                <a:cs typeface="Times New Roman"/>
              </a:rPr>
              <a:t>or</a:t>
            </a:r>
            <a:r>
              <a:rPr dirty="0" smtClean="0" sz="1800" spc="-1" b="1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1800" spc="-1" b="1">
                <a:solidFill>
                  <a:srgbClr val="3333CC"/>
                </a:solidFill>
                <a:latin typeface="Times New Roman"/>
                <a:cs typeface="Times New Roman"/>
              </a:rPr>
              <a:t>Sel</a:t>
            </a:r>
            <a:endParaRPr sz="1800">
              <a:latin typeface="Times New Roman"/>
              <a:cs typeface="Times New Roman"/>
            </a:endParaRPr>
          </a:p>
          <a:p>
            <a:pPr marL="802640" marR="5993">
              <a:lnSpc>
                <a:spcPts val="1700"/>
              </a:lnSpc>
            </a:pPr>
            <a:r>
              <a:rPr dirty="0" smtClean="0" sz="1400">
                <a:solidFill>
                  <a:srgbClr val="3333CC"/>
                </a:solidFill>
                <a:latin typeface="Symbol"/>
                <a:cs typeface="Symbol"/>
              </a:rPr>
              <a:t></a:t>
            </a:r>
            <a:r>
              <a:rPr dirty="0" smtClean="0" sz="1400" spc="-2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1400" spc="-2" b="1">
                <a:solidFill>
                  <a:srgbClr val="3333CC"/>
                </a:solidFill>
                <a:latin typeface="Times New Roman"/>
                <a:cs typeface="Times New Roman"/>
              </a:rPr>
              <a:t>K</a:t>
            </a:r>
            <a:r>
              <a:rPr dirty="0" smtClean="0" sz="1400" spc="-2" b="1">
                <a:solidFill>
                  <a:srgbClr val="3333CC"/>
                </a:solidFill>
                <a:latin typeface="Times New Roman"/>
                <a:cs typeface="Times New Roman"/>
              </a:rPr>
              <a:t>a</a:t>
            </a:r>
            <a:r>
              <a:rPr dirty="0" smtClean="0" sz="1400" spc="-2" b="1">
                <a:solidFill>
                  <a:srgbClr val="3333CC"/>
                </a:solidFill>
                <a:latin typeface="Times New Roman"/>
                <a:cs typeface="Times New Roman"/>
              </a:rPr>
              <a:t>i</a:t>
            </a:r>
            <a:r>
              <a:rPr dirty="0" smtClean="0" sz="1400" spc="-2" b="1">
                <a:solidFill>
                  <a:srgbClr val="3333CC"/>
                </a:solidFill>
                <a:latin typeface="Times New Roman"/>
                <a:cs typeface="Times New Roman"/>
              </a:rPr>
              <a:t>dah</a:t>
            </a:r>
            <a:r>
              <a:rPr dirty="0" smtClean="0" sz="1400" spc="-2" b="1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1400" spc="-2" b="1">
                <a:solidFill>
                  <a:srgbClr val="3333CC"/>
                </a:solidFill>
                <a:latin typeface="Times New Roman"/>
                <a:cs typeface="Times New Roman"/>
              </a:rPr>
              <a:t>P</a:t>
            </a:r>
            <a:r>
              <a:rPr dirty="0" smtClean="0" sz="1400" spc="-2" b="1">
                <a:solidFill>
                  <a:srgbClr val="3333CC"/>
                </a:solidFill>
                <a:latin typeface="Times New Roman"/>
                <a:cs typeface="Times New Roman"/>
              </a:rPr>
              <a:t>ar</a:t>
            </a:r>
            <a:r>
              <a:rPr dirty="0" smtClean="0" sz="1400" spc="-2" b="1">
                <a:solidFill>
                  <a:srgbClr val="3333CC"/>
                </a:solidFill>
                <a:latin typeface="Times New Roman"/>
                <a:cs typeface="Times New Roman"/>
              </a:rPr>
              <a:t>a</a:t>
            </a:r>
            <a:r>
              <a:rPr dirty="0" smtClean="0" sz="1400" spc="-2" b="1">
                <a:solidFill>
                  <a:srgbClr val="3333CC"/>
                </a:solidFill>
                <a:latin typeface="Times New Roman"/>
                <a:cs typeface="Times New Roman"/>
              </a:rPr>
              <a:t>m</a:t>
            </a:r>
            <a:r>
              <a:rPr dirty="0" smtClean="0" sz="1400" spc="-2" b="1">
                <a:solidFill>
                  <a:srgbClr val="3333CC"/>
                </a:solidFill>
                <a:latin typeface="Times New Roman"/>
                <a:cs typeface="Times New Roman"/>
              </a:rPr>
              <a:t>e</a:t>
            </a:r>
            <a:r>
              <a:rPr dirty="0" smtClean="0" sz="1400" spc="-2" b="1">
                <a:solidFill>
                  <a:srgbClr val="3333CC"/>
                </a:solidFill>
                <a:latin typeface="Times New Roman"/>
                <a:cs typeface="Times New Roman"/>
              </a:rPr>
              <a:t>t</a:t>
            </a:r>
            <a:r>
              <a:rPr dirty="0" smtClean="0" sz="1400" spc="-2" b="1">
                <a:solidFill>
                  <a:srgbClr val="3333CC"/>
                </a:solidFill>
                <a:latin typeface="Times New Roman"/>
                <a:cs typeface="Times New Roman"/>
              </a:rPr>
              <a:t>er</a:t>
            </a:r>
            <a:r>
              <a:rPr dirty="0" smtClean="0" sz="1400" spc="-2" b="1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1400" spc="-2" b="1">
                <a:solidFill>
                  <a:srgbClr val="3333CC"/>
                </a:solidFill>
                <a:latin typeface="Times New Roman"/>
                <a:cs typeface="Times New Roman"/>
              </a:rPr>
              <a:t>G</a:t>
            </a:r>
            <a:r>
              <a:rPr dirty="0" smtClean="0" sz="1400" spc="-2" b="1">
                <a:solidFill>
                  <a:srgbClr val="3333CC"/>
                </a:solidFill>
                <a:latin typeface="Times New Roman"/>
                <a:cs typeface="Times New Roman"/>
              </a:rPr>
              <a:t>e</a:t>
            </a:r>
            <a:r>
              <a:rPr dirty="0" smtClean="0" sz="1400" spc="-2" b="1">
                <a:solidFill>
                  <a:srgbClr val="3333CC"/>
                </a:solidFill>
                <a:latin typeface="Times New Roman"/>
                <a:cs typeface="Times New Roman"/>
              </a:rPr>
              <a:t>s</a:t>
            </a:r>
            <a:r>
              <a:rPr dirty="0" smtClean="0" sz="1400" spc="-2" b="1">
                <a:solidFill>
                  <a:srgbClr val="3333CC"/>
                </a:solidFill>
                <a:latin typeface="Times New Roman"/>
                <a:cs typeface="Times New Roman"/>
              </a:rPr>
              <a:t>er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59740" y="789927"/>
            <a:ext cx="3052834" cy="381317"/>
          </a:xfrm>
          <a:prstGeom prst="rect">
            <a:avLst/>
          </a:prstGeom>
        </p:spPr>
        <p:txBody>
          <a:bodyPr wrap="square" lIns="0" tIns="18796" rIns="0" bIns="0" rtlCol="0">
            <a:noAutofit/>
          </a:bodyPr>
          <a:lstStyle/>
          <a:p>
            <a:pPr marL="12700">
              <a:lnSpc>
                <a:spcPts val="2960"/>
              </a:lnSpc>
            </a:pPr>
            <a:r>
              <a:rPr dirty="0" smtClean="0" sz="2800" spc="0" b="1" u="heavy">
                <a:solidFill>
                  <a:srgbClr val="3333CC"/>
                </a:solidFill>
                <a:latin typeface="Times New Roman"/>
                <a:cs typeface="Times New Roman"/>
              </a:rPr>
              <a:t>Con</a:t>
            </a:r>
            <a:r>
              <a:rPr dirty="0" smtClean="0" sz="2800" spc="0" b="1" u="heavy">
                <a:solidFill>
                  <a:srgbClr val="3333CC"/>
                </a:solidFill>
                <a:latin typeface="Times New Roman"/>
                <a:cs typeface="Times New Roman"/>
              </a:rPr>
              <a:t>t</a:t>
            </a:r>
            <a:r>
              <a:rPr dirty="0" smtClean="0" sz="2800" spc="0" b="1" u="heavy">
                <a:solidFill>
                  <a:srgbClr val="3333CC"/>
                </a:solidFill>
                <a:latin typeface="Times New Roman"/>
                <a:cs typeface="Times New Roman"/>
              </a:rPr>
              <a:t>oh</a:t>
            </a:r>
            <a:r>
              <a:rPr dirty="0" smtClean="0" sz="2800" spc="0" b="1" u="heavy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2800" spc="0" b="1" u="heavy">
                <a:solidFill>
                  <a:srgbClr val="3333CC"/>
                </a:solidFill>
                <a:latin typeface="Times New Roman"/>
                <a:cs typeface="Times New Roman"/>
              </a:rPr>
              <a:t>#</a:t>
            </a:r>
            <a:r>
              <a:rPr dirty="0" smtClean="0" sz="2800" spc="0" b="1" u="heavy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2800" spc="0" b="1" u="heavy">
                <a:solidFill>
                  <a:srgbClr val="3333CC"/>
                </a:solidFill>
                <a:latin typeface="Times New Roman"/>
                <a:cs typeface="Times New Roman"/>
              </a:rPr>
              <a:t>2</a:t>
            </a:r>
            <a:r>
              <a:rPr dirty="0" smtClean="0" sz="2800" spc="0" b="1" u="heavy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2800" spc="0" b="1" u="heavy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2800" spc="0" b="1" u="heavy">
                <a:solidFill>
                  <a:srgbClr val="3333CC"/>
                </a:solidFill>
                <a:latin typeface="Times New Roman"/>
                <a:cs typeface="Times New Roman"/>
              </a:rPr>
              <a:t>:</a:t>
            </a:r>
            <a:r>
              <a:rPr dirty="0" smtClean="0" sz="2800" spc="0" b="1" u="heavy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2800" spc="0" b="1" u="heavy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2800" spc="0" b="1" u="heavy">
                <a:solidFill>
                  <a:srgbClr val="3333CC"/>
                </a:solidFill>
                <a:latin typeface="Times New Roman"/>
                <a:cs typeface="Times New Roman"/>
              </a:rPr>
              <a:t>K</a:t>
            </a:r>
            <a:r>
              <a:rPr dirty="0" smtClean="0" sz="2800" spc="0" b="1" u="heavy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2800" spc="0" b="1" u="heavy">
                <a:solidFill>
                  <a:srgbClr val="3333CC"/>
                </a:solidFill>
                <a:latin typeface="Times New Roman"/>
                <a:cs typeface="Times New Roman"/>
              </a:rPr>
              <a:t>=</a:t>
            </a:r>
            <a:r>
              <a:rPr dirty="0" smtClean="0" sz="2800" spc="0" b="1" u="heavy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2800" spc="0" b="1" u="heavy">
                <a:solidFill>
                  <a:srgbClr val="3333CC"/>
                </a:solidFill>
                <a:latin typeface="Times New Roman"/>
                <a:cs typeface="Times New Roman"/>
              </a:rPr>
              <a:t>4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802684" y="1374165"/>
            <a:ext cx="1283266" cy="333638"/>
          </a:xfrm>
          <a:prstGeom prst="rect">
            <a:avLst/>
          </a:prstGeom>
        </p:spPr>
        <p:txBody>
          <a:bodyPr wrap="square" lIns="0" tIns="16351" rIns="0" bIns="0" rtlCol="0">
            <a:noAutofit/>
          </a:bodyPr>
          <a:lstStyle/>
          <a:p>
            <a:pPr marL="12700">
              <a:lnSpc>
                <a:spcPts val="2575"/>
              </a:lnSpc>
            </a:pPr>
            <a:r>
              <a:rPr dirty="0" smtClean="0" sz="2400" spc="-31">
                <a:latin typeface="Times New Roman"/>
                <a:cs typeface="Times New Roman"/>
              </a:rPr>
              <a:t>i</a:t>
            </a:r>
            <a:r>
              <a:rPr dirty="0" smtClean="0" sz="2400" spc="-31">
                <a:latin typeface="Times New Roman"/>
                <a:cs typeface="Times New Roman"/>
              </a:rPr>
              <a:t> </a:t>
            </a:r>
            <a:r>
              <a:rPr dirty="0" smtClean="0" sz="2400" spc="0">
                <a:latin typeface="Symbol"/>
                <a:cs typeface="Symbol"/>
              </a:rPr>
              <a:t></a:t>
            </a:r>
            <a:r>
              <a:rPr dirty="0" smtClean="0" sz="2400" spc="-31">
                <a:latin typeface="Times New Roman"/>
                <a:cs typeface="Times New Roman"/>
              </a:rPr>
              <a:t> </a:t>
            </a:r>
            <a:r>
              <a:rPr dirty="0" smtClean="0" sz="2400" spc="-31">
                <a:latin typeface="Times New Roman"/>
                <a:cs typeface="Times New Roman"/>
              </a:rPr>
              <a:t>0</a:t>
            </a:r>
            <a:r>
              <a:rPr dirty="0" smtClean="0" sz="2400" spc="-31">
                <a:latin typeface="Times New Roman"/>
                <a:cs typeface="Times New Roman"/>
              </a:rPr>
              <a:t>,</a:t>
            </a:r>
            <a:r>
              <a:rPr dirty="0" smtClean="0" sz="2400" spc="-31">
                <a:latin typeface="Times New Roman"/>
                <a:cs typeface="Times New Roman"/>
              </a:rPr>
              <a:t> </a:t>
            </a:r>
            <a:r>
              <a:rPr dirty="0" smtClean="0" sz="2400" spc="-31">
                <a:latin typeface="Times New Roman"/>
                <a:cs typeface="Times New Roman"/>
              </a:rPr>
              <a:t>j</a:t>
            </a:r>
            <a:r>
              <a:rPr dirty="0" smtClean="0" sz="2400" spc="-31">
                <a:latin typeface="Times New Roman"/>
                <a:cs typeface="Times New Roman"/>
              </a:rPr>
              <a:t> </a:t>
            </a:r>
            <a:r>
              <a:rPr dirty="0" smtClean="0" sz="2400" spc="0">
                <a:latin typeface="Symbol"/>
                <a:cs typeface="Symbol"/>
              </a:rPr>
              <a:t></a:t>
            </a:r>
            <a:r>
              <a:rPr dirty="0" smtClean="0" sz="2400" spc="-31">
                <a:latin typeface="Times New Roman"/>
                <a:cs typeface="Times New Roman"/>
              </a:rPr>
              <a:t> </a:t>
            </a:r>
            <a:r>
              <a:rPr dirty="0" smtClean="0" sz="2400" spc="-31"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342419" y="1838613"/>
            <a:ext cx="266835" cy="362574"/>
          </a:xfrm>
          <a:prstGeom prst="rect">
            <a:avLst/>
          </a:prstGeom>
        </p:spPr>
        <p:txBody>
          <a:bodyPr wrap="square" lIns="0" tIns="17653" rIns="0" bIns="0" rtlCol="0">
            <a:noAutofit/>
          </a:bodyPr>
          <a:lstStyle/>
          <a:p>
            <a:pPr marL="12700">
              <a:lnSpc>
                <a:spcPts val="2780"/>
              </a:lnSpc>
            </a:pPr>
            <a:r>
              <a:rPr dirty="0" smtClean="0" sz="2400" spc="72">
                <a:latin typeface="Times New Roman"/>
                <a:cs typeface="Times New Roman"/>
              </a:rPr>
              <a:t>i</a:t>
            </a:r>
            <a:r>
              <a:rPr dirty="0" smtClean="0" baseline="41411" sz="2100" spc="72">
                <a:latin typeface="Times New Roman"/>
                <a:cs typeface="Times New Roman"/>
              </a:rPr>
              <a:t>2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290318" y="1838613"/>
            <a:ext cx="247810" cy="362574"/>
          </a:xfrm>
          <a:prstGeom prst="rect">
            <a:avLst/>
          </a:prstGeom>
        </p:spPr>
        <p:txBody>
          <a:bodyPr wrap="square" lIns="0" tIns="17653" rIns="0" bIns="0" rtlCol="0">
            <a:noAutofit/>
          </a:bodyPr>
          <a:lstStyle/>
          <a:p>
            <a:pPr marL="12700">
              <a:lnSpc>
                <a:spcPts val="2780"/>
              </a:lnSpc>
            </a:pPr>
            <a:r>
              <a:rPr dirty="0" smtClean="0" sz="2400" spc="-2">
                <a:latin typeface="Times New Roman"/>
                <a:cs typeface="Times New Roman"/>
              </a:rPr>
              <a:t>j</a:t>
            </a:r>
            <a:r>
              <a:rPr dirty="0" smtClean="0" baseline="41411" sz="2100" spc="-2">
                <a:latin typeface="Times New Roman"/>
                <a:cs typeface="Times New Roman"/>
              </a:rPr>
              <a:t>2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098978" y="1867549"/>
            <a:ext cx="251089" cy="846820"/>
          </a:xfrm>
          <a:prstGeom prst="rect">
            <a:avLst/>
          </a:prstGeom>
        </p:spPr>
        <p:txBody>
          <a:bodyPr wrap="square" lIns="0" tIns="16351" rIns="0" bIns="0" rtlCol="0">
            <a:noAutofit/>
          </a:bodyPr>
          <a:lstStyle/>
          <a:p>
            <a:pPr marL="26837">
              <a:lnSpc>
                <a:spcPts val="2575"/>
              </a:lnSpc>
            </a:pPr>
            <a:r>
              <a:rPr dirty="0" smtClean="0" sz="2400" spc="12">
                <a:latin typeface="Symbol"/>
                <a:cs typeface="Symbol"/>
              </a:rPr>
              <a:t></a:t>
            </a:r>
            <a:endParaRPr sz="2400">
              <a:latin typeface="Symbol"/>
              <a:cs typeface="Symbol"/>
            </a:endParaRPr>
          </a:p>
          <a:p>
            <a:pPr marL="12700" marR="14137">
              <a:lnSpc>
                <a:spcPct val="102091"/>
              </a:lnSpc>
              <a:spcBef>
                <a:spcPts val="1071"/>
              </a:spcBef>
            </a:pPr>
            <a:r>
              <a:rPr dirty="0" smtClean="0" sz="2400" spc="12">
                <a:latin typeface="Symbol"/>
                <a:cs typeface="Symbol"/>
              </a:rPr>
              <a:t>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616592" y="1867549"/>
            <a:ext cx="658137" cy="333638"/>
          </a:xfrm>
          <a:prstGeom prst="rect">
            <a:avLst/>
          </a:prstGeom>
        </p:spPr>
        <p:txBody>
          <a:bodyPr wrap="square" lIns="0" tIns="16351" rIns="0" bIns="0" rtlCol="0">
            <a:noAutofit/>
          </a:bodyPr>
          <a:lstStyle/>
          <a:p>
            <a:pPr marL="12700">
              <a:lnSpc>
                <a:spcPts val="2575"/>
              </a:lnSpc>
            </a:pPr>
            <a:r>
              <a:rPr dirty="0" smtClean="0" sz="2400" spc="6">
                <a:latin typeface="Symbol"/>
                <a:cs typeface="Symbol"/>
              </a:rPr>
              <a:t></a:t>
            </a:r>
            <a:r>
              <a:rPr dirty="0" smtClean="0" sz="2400" spc="-124">
                <a:latin typeface="Times New Roman"/>
                <a:cs typeface="Times New Roman"/>
              </a:rPr>
              <a:t> </a:t>
            </a:r>
            <a:r>
              <a:rPr dirty="0" smtClean="0" sz="2400" spc="-124">
                <a:latin typeface="Times New Roman"/>
                <a:cs typeface="Times New Roman"/>
              </a:rPr>
              <a:t>i</a:t>
            </a:r>
            <a:r>
              <a:rPr dirty="0" smtClean="0" sz="2400" spc="-124">
                <a:latin typeface="Times New Roman"/>
                <a:cs typeface="Times New Roman"/>
              </a:rPr>
              <a:t>j</a:t>
            </a:r>
            <a:r>
              <a:rPr dirty="0" smtClean="0" sz="2400" spc="-124">
                <a:latin typeface="Times New Roman"/>
                <a:cs typeface="Times New Roman"/>
              </a:rPr>
              <a:t> </a:t>
            </a:r>
            <a:r>
              <a:rPr dirty="0" smtClean="0" sz="2400" spc="6">
                <a:latin typeface="Symbol"/>
                <a:cs typeface="Symbol"/>
              </a:rPr>
              <a:t>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563889" y="1867549"/>
            <a:ext cx="461964" cy="333638"/>
          </a:xfrm>
          <a:prstGeom prst="rect">
            <a:avLst/>
          </a:prstGeom>
        </p:spPr>
        <p:txBody>
          <a:bodyPr wrap="square" lIns="0" tIns="16351" rIns="0" bIns="0" rtlCol="0">
            <a:noAutofit/>
          </a:bodyPr>
          <a:lstStyle/>
          <a:p>
            <a:pPr marL="12700">
              <a:lnSpc>
                <a:spcPts val="2575"/>
              </a:lnSpc>
            </a:pPr>
            <a:r>
              <a:rPr dirty="0" smtClean="0" sz="2400">
                <a:latin typeface="Symbol"/>
                <a:cs typeface="Symbol"/>
              </a:rPr>
              <a:t></a:t>
            </a:r>
            <a:r>
              <a:rPr dirty="0" smtClean="0" sz="2400">
                <a:latin typeface="Times New Roman"/>
                <a:cs typeface="Times New Roman"/>
              </a:rPr>
              <a:t> </a:t>
            </a:r>
            <a:r>
              <a:rPr dirty="0" smtClean="0" sz="2400">
                <a:latin typeface="Times New Roman"/>
                <a:cs typeface="Times New Roman"/>
              </a:rPr>
              <a:t>4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806986" y="1872395"/>
            <a:ext cx="294193" cy="846820"/>
          </a:xfrm>
          <a:prstGeom prst="rect">
            <a:avLst/>
          </a:prstGeom>
        </p:spPr>
        <p:txBody>
          <a:bodyPr wrap="square" lIns="0" tIns="16065" rIns="0" bIns="0" rtlCol="0">
            <a:noAutofit/>
          </a:bodyPr>
          <a:lstStyle/>
          <a:p>
            <a:pPr marL="17617">
              <a:lnSpc>
                <a:spcPts val="2530"/>
              </a:lnSpc>
            </a:pPr>
            <a:r>
              <a:rPr dirty="0" smtClean="0" sz="2400" spc="16">
                <a:latin typeface="Times New Roman"/>
                <a:cs typeface="Times New Roman"/>
              </a:rPr>
              <a:t>K</a:t>
            </a:r>
            <a:endParaRPr sz="2400">
              <a:latin typeface="Times New Roman"/>
              <a:cs typeface="Times New Roman"/>
            </a:endParaRPr>
          </a:p>
          <a:p>
            <a:pPr marL="12700" marR="4917">
              <a:lnSpc>
                <a:spcPct val="95825"/>
              </a:lnSpc>
              <a:spcBef>
                <a:spcPts val="1250"/>
              </a:spcBef>
            </a:pPr>
            <a:r>
              <a:rPr dirty="0" smtClean="0" sz="2400" spc="16">
                <a:latin typeface="Times New Roman"/>
                <a:cs typeface="Times New Roman"/>
              </a:rPr>
              <a:t>Q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535428" y="2385577"/>
            <a:ext cx="1308495" cy="333638"/>
          </a:xfrm>
          <a:prstGeom prst="rect">
            <a:avLst/>
          </a:prstGeom>
        </p:spPr>
        <p:txBody>
          <a:bodyPr wrap="square" lIns="0" tIns="16351" rIns="0" bIns="0" rtlCol="0">
            <a:noAutofit/>
          </a:bodyPr>
          <a:lstStyle/>
          <a:p>
            <a:pPr marL="12700">
              <a:lnSpc>
                <a:spcPts val="2575"/>
              </a:lnSpc>
            </a:pPr>
            <a:r>
              <a:rPr dirty="0" smtClean="0" sz="2400" spc="30">
                <a:latin typeface="Times New Roman"/>
                <a:cs typeface="Times New Roman"/>
              </a:rPr>
              <a:t>3</a:t>
            </a:r>
            <a:r>
              <a:rPr dirty="0" smtClean="0" sz="2400" spc="30">
                <a:latin typeface="Times New Roman"/>
                <a:cs typeface="Times New Roman"/>
              </a:rPr>
              <a:t>K</a:t>
            </a:r>
            <a:r>
              <a:rPr dirty="0" smtClean="0" sz="2400" spc="30">
                <a:latin typeface="Times New Roman"/>
                <a:cs typeface="Times New Roman"/>
              </a:rPr>
              <a:t> </a:t>
            </a:r>
            <a:r>
              <a:rPr dirty="0" smtClean="0" sz="2400" spc="0">
                <a:latin typeface="Symbol"/>
                <a:cs typeface="Symbol"/>
              </a:rPr>
              <a:t></a:t>
            </a:r>
            <a:r>
              <a:rPr dirty="0" smtClean="0" sz="2400" spc="30">
                <a:latin typeface="Times New Roman"/>
                <a:cs typeface="Times New Roman"/>
              </a:rPr>
              <a:t> </a:t>
            </a:r>
            <a:r>
              <a:rPr dirty="0" smtClean="0" sz="2400" spc="30">
                <a:latin typeface="Times New Roman"/>
                <a:cs typeface="Times New Roman"/>
              </a:rPr>
              <a:t>3</a:t>
            </a:r>
            <a:r>
              <a:rPr dirty="0" smtClean="0" sz="2400" spc="30">
                <a:latin typeface="Times New Roman"/>
                <a:cs typeface="Times New Roman"/>
              </a:rPr>
              <a:t>,46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557391" y="5189444"/>
            <a:ext cx="969128" cy="330517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>
                <a:latin typeface="Times New Roman"/>
                <a:cs typeface="Times New Roman"/>
              </a:rPr>
              <a:t>K</a:t>
            </a:r>
            <a:r>
              <a:rPr dirty="0" smtClean="0" sz="2400">
                <a:latin typeface="Times New Roman"/>
                <a:cs typeface="Times New Roman"/>
              </a:rPr>
              <a:t>l</a:t>
            </a:r>
            <a:r>
              <a:rPr dirty="0" smtClean="0" sz="2400">
                <a:latin typeface="Times New Roman"/>
                <a:cs typeface="Times New Roman"/>
              </a:rPr>
              <a:t>u</a:t>
            </a:r>
            <a:r>
              <a:rPr dirty="0" smtClean="0" sz="2400">
                <a:latin typeface="Times New Roman"/>
                <a:cs typeface="Times New Roman"/>
              </a:rPr>
              <a:t>s</a:t>
            </a:r>
            <a:r>
              <a:rPr dirty="0" smtClean="0" sz="2400">
                <a:latin typeface="Times New Roman"/>
                <a:cs typeface="Times New Roman"/>
              </a:rPr>
              <a:t>t</a:t>
            </a:r>
            <a:r>
              <a:rPr dirty="0" smtClean="0" sz="2400">
                <a:latin typeface="Times New Roman"/>
                <a:cs typeface="Times New Roman"/>
              </a:rPr>
              <a:t>er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1140" y="6472848"/>
            <a:ext cx="5475228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o</a:t>
            </a:r>
            <a:r>
              <a:rPr dirty="0" smtClean="0" sz="1800" spc="0" b="1">
                <a:latin typeface="Georgia"/>
                <a:cs typeface="Georgia"/>
              </a:rPr>
              <a:t>d</a:t>
            </a:r>
            <a:r>
              <a:rPr dirty="0" smtClean="0" sz="1800" spc="0" b="1">
                <a:latin typeface="Georgia"/>
                <a:cs typeface="Georgia"/>
              </a:rPr>
              <a:t>ul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3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S</a:t>
            </a:r>
            <a:r>
              <a:rPr dirty="0" smtClean="0" sz="1800" spc="0" b="1">
                <a:latin typeface="Georgia"/>
                <a:cs typeface="Georgia"/>
              </a:rPr>
              <a:t>istem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K</a:t>
            </a:r>
            <a:r>
              <a:rPr dirty="0" smtClean="0" sz="1800" spc="0" b="1">
                <a:latin typeface="Georgia"/>
                <a:cs typeface="Georgia"/>
              </a:rPr>
              <a:t>o</a:t>
            </a: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unik</a:t>
            </a:r>
            <a:r>
              <a:rPr dirty="0" smtClean="0" sz="1800" spc="0" b="1">
                <a:latin typeface="Georgia"/>
                <a:cs typeface="Georgia"/>
              </a:rPr>
              <a:t>a</a:t>
            </a:r>
            <a:r>
              <a:rPr dirty="0" smtClean="0" sz="1800" spc="0" b="1">
                <a:latin typeface="Georgia"/>
                <a:cs typeface="Georgia"/>
              </a:rPr>
              <a:t>si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B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r>
              <a:rPr dirty="0" smtClean="0" sz="1800" spc="0" b="1">
                <a:latin typeface="Georgia"/>
                <a:cs typeface="Georgia"/>
              </a:rPr>
              <a:t>g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r>
              <a:rPr dirty="0" smtClean="0" sz="1800" spc="0" b="1">
                <a:latin typeface="Georgia"/>
                <a:cs typeface="Georgia"/>
              </a:rPr>
              <a:t>a</a:t>
            </a:r>
            <a:r>
              <a:rPr dirty="0" smtClean="0" sz="1800" spc="0" b="1">
                <a:latin typeface="Georgia"/>
                <a:cs typeface="Georgia"/>
              </a:rPr>
              <a:t>k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S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lul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453880" y="6472848"/>
            <a:ext cx="338131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-4" b="1">
                <a:latin typeface="Georgia"/>
                <a:cs typeface="Georgia"/>
              </a:rPr>
              <a:t>25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01054" y="949325"/>
            <a:ext cx="88979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6" name="object 6"/>
          <p:cNvSpPr txBox="1"/>
          <p:nvPr/>
        </p:nvSpPr>
        <p:spPr>
          <a:xfrm>
            <a:off x="1867992" y="949325"/>
            <a:ext cx="88979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" name="object 5"/>
          <p:cNvSpPr txBox="1"/>
          <p:nvPr/>
        </p:nvSpPr>
        <p:spPr>
          <a:xfrm>
            <a:off x="2134930" y="949325"/>
            <a:ext cx="177958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" name="object 4"/>
          <p:cNvSpPr txBox="1"/>
          <p:nvPr/>
        </p:nvSpPr>
        <p:spPr>
          <a:xfrm>
            <a:off x="2431409" y="949325"/>
            <a:ext cx="179382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" name="object 3"/>
          <p:cNvSpPr txBox="1"/>
          <p:nvPr/>
        </p:nvSpPr>
        <p:spPr>
          <a:xfrm>
            <a:off x="2887696" y="949325"/>
            <a:ext cx="88979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" name="object 2"/>
          <p:cNvSpPr txBox="1"/>
          <p:nvPr/>
        </p:nvSpPr>
        <p:spPr>
          <a:xfrm>
            <a:off x="3179548" y="949325"/>
            <a:ext cx="88979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object 35"/>
          <p:cNvSpPr/>
          <p:nvPr/>
        </p:nvSpPr>
        <p:spPr>
          <a:xfrm>
            <a:off x="0" y="6400800"/>
            <a:ext cx="9903460" cy="457196"/>
          </a:xfrm>
          <a:custGeom>
            <a:avLst/>
            <a:gdLst/>
            <a:ahLst/>
            <a:cxnLst/>
            <a:rect l="l" t="t" r="r" b="b"/>
            <a:pathLst>
              <a:path w="9903460" h="457196">
                <a:moveTo>
                  <a:pt x="9903460" y="457196"/>
                </a:moveTo>
                <a:lnTo>
                  <a:pt x="9903460" y="0"/>
                </a:lnTo>
                <a:lnTo>
                  <a:pt x="0" y="0"/>
                </a:lnTo>
                <a:lnTo>
                  <a:pt x="0" y="457196"/>
                </a:lnTo>
                <a:lnTo>
                  <a:pt x="9903460" y="457196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6" name="object 36"/>
          <p:cNvSpPr/>
          <p:nvPr/>
        </p:nvSpPr>
        <p:spPr>
          <a:xfrm>
            <a:off x="153670" y="640207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58419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3" name="object 33"/>
          <p:cNvSpPr/>
          <p:nvPr/>
        </p:nvSpPr>
        <p:spPr>
          <a:xfrm>
            <a:off x="0" y="0"/>
            <a:ext cx="9903460" cy="609600"/>
          </a:xfrm>
          <a:custGeom>
            <a:avLst/>
            <a:gdLst/>
            <a:ahLst/>
            <a:cxnLst/>
            <a:rect l="l" t="t" r="r" b="b"/>
            <a:pathLst>
              <a:path w="9903460" h="609600">
                <a:moveTo>
                  <a:pt x="0" y="609600"/>
                </a:moveTo>
                <a:lnTo>
                  <a:pt x="9903460" y="609600"/>
                </a:lnTo>
                <a:lnTo>
                  <a:pt x="9903460" y="0"/>
                </a:lnTo>
                <a:lnTo>
                  <a:pt x="0" y="0"/>
                </a:lnTo>
                <a:lnTo>
                  <a:pt x="0" y="60960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4" name="object 34"/>
          <p:cNvSpPr/>
          <p:nvPr/>
        </p:nvSpPr>
        <p:spPr>
          <a:xfrm>
            <a:off x="111760" y="60960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76200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0" name="object 30"/>
          <p:cNvSpPr/>
          <p:nvPr/>
        </p:nvSpPr>
        <p:spPr>
          <a:xfrm>
            <a:off x="685800" y="1295400"/>
            <a:ext cx="4262120" cy="48768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1" name="object 31"/>
          <p:cNvSpPr/>
          <p:nvPr/>
        </p:nvSpPr>
        <p:spPr>
          <a:xfrm>
            <a:off x="2211070" y="3049270"/>
            <a:ext cx="1219200" cy="1371599"/>
          </a:xfrm>
          <a:custGeom>
            <a:avLst/>
            <a:gdLst/>
            <a:ahLst/>
            <a:cxnLst/>
            <a:rect l="l" t="t" r="r" b="b"/>
            <a:pathLst>
              <a:path w="1219200" h="1371600">
                <a:moveTo>
                  <a:pt x="0" y="685799"/>
                </a:moveTo>
                <a:lnTo>
                  <a:pt x="2020" y="629559"/>
                </a:lnTo>
                <a:lnTo>
                  <a:pt x="7978" y="574570"/>
                </a:lnTo>
                <a:lnTo>
                  <a:pt x="17716" y="521008"/>
                </a:lnTo>
                <a:lnTo>
                  <a:pt x="31077" y="469050"/>
                </a:lnTo>
                <a:lnTo>
                  <a:pt x="47904" y="418873"/>
                </a:lnTo>
                <a:lnTo>
                  <a:pt x="68041" y="370654"/>
                </a:lnTo>
                <a:lnTo>
                  <a:pt x="91331" y="324568"/>
                </a:lnTo>
                <a:lnTo>
                  <a:pt x="117616" y="280793"/>
                </a:lnTo>
                <a:lnTo>
                  <a:pt x="146740" y="239506"/>
                </a:lnTo>
                <a:lnTo>
                  <a:pt x="178546" y="200882"/>
                </a:lnTo>
                <a:lnTo>
                  <a:pt x="212877" y="165098"/>
                </a:lnTo>
                <a:lnTo>
                  <a:pt x="249576" y="132331"/>
                </a:lnTo>
                <a:lnTo>
                  <a:pt x="288486" y="102758"/>
                </a:lnTo>
                <a:lnTo>
                  <a:pt x="329451" y="76555"/>
                </a:lnTo>
                <a:lnTo>
                  <a:pt x="372314" y="53899"/>
                </a:lnTo>
                <a:lnTo>
                  <a:pt x="416917" y="34966"/>
                </a:lnTo>
                <a:lnTo>
                  <a:pt x="463104" y="19933"/>
                </a:lnTo>
                <a:lnTo>
                  <a:pt x="510718" y="8977"/>
                </a:lnTo>
                <a:lnTo>
                  <a:pt x="559602" y="2273"/>
                </a:lnTo>
                <a:lnTo>
                  <a:pt x="609600" y="0"/>
                </a:lnTo>
                <a:lnTo>
                  <a:pt x="659597" y="2273"/>
                </a:lnTo>
                <a:lnTo>
                  <a:pt x="708481" y="8977"/>
                </a:lnTo>
                <a:lnTo>
                  <a:pt x="756095" y="19933"/>
                </a:lnTo>
                <a:lnTo>
                  <a:pt x="802282" y="34966"/>
                </a:lnTo>
                <a:lnTo>
                  <a:pt x="846885" y="53899"/>
                </a:lnTo>
                <a:lnTo>
                  <a:pt x="889748" y="76555"/>
                </a:lnTo>
                <a:lnTo>
                  <a:pt x="930713" y="102758"/>
                </a:lnTo>
                <a:lnTo>
                  <a:pt x="969623" y="132331"/>
                </a:lnTo>
                <a:lnTo>
                  <a:pt x="1006322" y="165098"/>
                </a:lnTo>
                <a:lnTo>
                  <a:pt x="1040653" y="200882"/>
                </a:lnTo>
                <a:lnTo>
                  <a:pt x="1072459" y="239506"/>
                </a:lnTo>
                <a:lnTo>
                  <a:pt x="1101583" y="280793"/>
                </a:lnTo>
                <a:lnTo>
                  <a:pt x="1127868" y="324568"/>
                </a:lnTo>
                <a:lnTo>
                  <a:pt x="1151158" y="370654"/>
                </a:lnTo>
                <a:lnTo>
                  <a:pt x="1171295" y="418873"/>
                </a:lnTo>
                <a:lnTo>
                  <a:pt x="1188122" y="469050"/>
                </a:lnTo>
                <a:lnTo>
                  <a:pt x="1201483" y="521008"/>
                </a:lnTo>
                <a:lnTo>
                  <a:pt x="1211221" y="574570"/>
                </a:lnTo>
                <a:lnTo>
                  <a:pt x="1217179" y="629559"/>
                </a:lnTo>
                <a:lnTo>
                  <a:pt x="1219200" y="685799"/>
                </a:lnTo>
                <a:lnTo>
                  <a:pt x="1217179" y="742040"/>
                </a:lnTo>
                <a:lnTo>
                  <a:pt x="1211221" y="797029"/>
                </a:lnTo>
                <a:lnTo>
                  <a:pt x="1201483" y="850591"/>
                </a:lnTo>
                <a:lnTo>
                  <a:pt x="1188122" y="902549"/>
                </a:lnTo>
                <a:lnTo>
                  <a:pt x="1171295" y="952726"/>
                </a:lnTo>
                <a:lnTo>
                  <a:pt x="1151158" y="1000945"/>
                </a:lnTo>
                <a:lnTo>
                  <a:pt x="1127868" y="1047031"/>
                </a:lnTo>
                <a:lnTo>
                  <a:pt x="1101583" y="1090806"/>
                </a:lnTo>
                <a:lnTo>
                  <a:pt x="1072459" y="1132093"/>
                </a:lnTo>
                <a:lnTo>
                  <a:pt x="1040653" y="1170717"/>
                </a:lnTo>
                <a:lnTo>
                  <a:pt x="1006322" y="1206501"/>
                </a:lnTo>
                <a:lnTo>
                  <a:pt x="969623" y="1239268"/>
                </a:lnTo>
                <a:lnTo>
                  <a:pt x="930713" y="1268841"/>
                </a:lnTo>
                <a:lnTo>
                  <a:pt x="889748" y="1295044"/>
                </a:lnTo>
                <a:lnTo>
                  <a:pt x="846885" y="1317700"/>
                </a:lnTo>
                <a:lnTo>
                  <a:pt x="802282" y="1336633"/>
                </a:lnTo>
                <a:lnTo>
                  <a:pt x="756095" y="1351666"/>
                </a:lnTo>
                <a:lnTo>
                  <a:pt x="708481" y="1362622"/>
                </a:lnTo>
                <a:lnTo>
                  <a:pt x="659597" y="1369326"/>
                </a:lnTo>
                <a:lnTo>
                  <a:pt x="609600" y="1371599"/>
                </a:lnTo>
                <a:lnTo>
                  <a:pt x="559602" y="1369326"/>
                </a:lnTo>
                <a:lnTo>
                  <a:pt x="510718" y="1362622"/>
                </a:lnTo>
                <a:lnTo>
                  <a:pt x="463104" y="1351666"/>
                </a:lnTo>
                <a:lnTo>
                  <a:pt x="416917" y="1336633"/>
                </a:lnTo>
                <a:lnTo>
                  <a:pt x="372314" y="1317700"/>
                </a:lnTo>
                <a:lnTo>
                  <a:pt x="329451" y="1295044"/>
                </a:lnTo>
                <a:lnTo>
                  <a:pt x="288486" y="1268841"/>
                </a:lnTo>
                <a:lnTo>
                  <a:pt x="249576" y="1239268"/>
                </a:lnTo>
                <a:lnTo>
                  <a:pt x="212877" y="1206501"/>
                </a:lnTo>
                <a:lnTo>
                  <a:pt x="178546" y="1170717"/>
                </a:lnTo>
                <a:lnTo>
                  <a:pt x="146740" y="1132093"/>
                </a:lnTo>
                <a:lnTo>
                  <a:pt x="117616" y="1090806"/>
                </a:lnTo>
                <a:lnTo>
                  <a:pt x="91331" y="1047031"/>
                </a:lnTo>
                <a:lnTo>
                  <a:pt x="68041" y="1000945"/>
                </a:lnTo>
                <a:lnTo>
                  <a:pt x="47904" y="952726"/>
                </a:lnTo>
                <a:lnTo>
                  <a:pt x="31077" y="902549"/>
                </a:lnTo>
                <a:lnTo>
                  <a:pt x="17716" y="850591"/>
                </a:lnTo>
                <a:lnTo>
                  <a:pt x="7978" y="797029"/>
                </a:lnTo>
                <a:lnTo>
                  <a:pt x="2020" y="742040"/>
                </a:lnTo>
                <a:lnTo>
                  <a:pt x="0" y="685799"/>
                </a:lnTo>
                <a:close/>
              </a:path>
            </a:pathLst>
          </a:custGeom>
          <a:ln w="38100">
            <a:solidFill>
              <a:srgbClr val="FF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2" name="object 32"/>
          <p:cNvSpPr/>
          <p:nvPr/>
        </p:nvSpPr>
        <p:spPr>
          <a:xfrm>
            <a:off x="3430270" y="4116070"/>
            <a:ext cx="1428750" cy="1657350"/>
          </a:xfrm>
          <a:custGeom>
            <a:avLst/>
            <a:gdLst/>
            <a:ahLst/>
            <a:cxnLst/>
            <a:rect l="l" t="t" r="r" b="b"/>
            <a:pathLst>
              <a:path w="1428750" h="1657350">
                <a:moveTo>
                  <a:pt x="36956" y="89788"/>
                </a:moveTo>
                <a:lnTo>
                  <a:pt x="0" y="0"/>
                </a:lnTo>
                <a:lnTo>
                  <a:pt x="15875" y="126745"/>
                </a:lnTo>
                <a:lnTo>
                  <a:pt x="47533" y="105654"/>
                </a:lnTo>
                <a:lnTo>
                  <a:pt x="36956" y="89788"/>
                </a:lnTo>
                <a:close/>
              </a:path>
              <a:path w="1428750" h="1657350">
                <a:moveTo>
                  <a:pt x="79251" y="84523"/>
                </a:moveTo>
                <a:lnTo>
                  <a:pt x="1066800" y="1581149"/>
                </a:lnTo>
                <a:lnTo>
                  <a:pt x="1082675" y="1589633"/>
                </a:lnTo>
                <a:lnTo>
                  <a:pt x="1316265" y="1585840"/>
                </a:lnTo>
                <a:lnTo>
                  <a:pt x="1317726" y="1619249"/>
                </a:lnTo>
                <a:lnTo>
                  <a:pt x="1324020" y="1631892"/>
                </a:lnTo>
                <a:lnTo>
                  <a:pt x="1332977" y="1642345"/>
                </a:lnTo>
                <a:lnTo>
                  <a:pt x="1344194" y="1650376"/>
                </a:lnTo>
                <a:lnTo>
                  <a:pt x="1357219" y="1655530"/>
                </a:lnTo>
                <a:lnTo>
                  <a:pt x="1371600" y="1657349"/>
                </a:lnTo>
                <a:lnTo>
                  <a:pt x="1376962" y="1657102"/>
                </a:lnTo>
                <a:lnTo>
                  <a:pt x="1371600" y="1619249"/>
                </a:lnTo>
                <a:lnTo>
                  <a:pt x="1318119" y="1581150"/>
                </a:lnTo>
                <a:lnTo>
                  <a:pt x="1077019" y="1581150"/>
                </a:lnTo>
                <a:lnTo>
                  <a:pt x="79251" y="84523"/>
                </a:lnTo>
                <a:close/>
              </a:path>
              <a:path w="1428750" h="1657350">
                <a:moveTo>
                  <a:pt x="1428750" y="1600199"/>
                </a:moveTo>
                <a:lnTo>
                  <a:pt x="1428503" y="1594847"/>
                </a:lnTo>
                <a:lnTo>
                  <a:pt x="1425423" y="1580923"/>
                </a:lnTo>
                <a:lnTo>
                  <a:pt x="1419179" y="1568507"/>
                </a:lnTo>
                <a:lnTo>
                  <a:pt x="1410222" y="1558054"/>
                </a:lnTo>
                <a:lnTo>
                  <a:pt x="1399005" y="1550023"/>
                </a:lnTo>
                <a:lnTo>
                  <a:pt x="1385980" y="1544869"/>
                </a:lnTo>
                <a:lnTo>
                  <a:pt x="1371600" y="1543049"/>
                </a:lnTo>
                <a:lnTo>
                  <a:pt x="1366237" y="1543297"/>
                </a:lnTo>
                <a:lnTo>
                  <a:pt x="1352298" y="1546383"/>
                </a:lnTo>
                <a:lnTo>
                  <a:pt x="1371600" y="1581149"/>
                </a:lnTo>
                <a:lnTo>
                  <a:pt x="1376962" y="1657102"/>
                </a:lnTo>
                <a:lnTo>
                  <a:pt x="1390901" y="1654016"/>
                </a:lnTo>
                <a:lnTo>
                  <a:pt x="1403320" y="1647762"/>
                </a:lnTo>
                <a:lnTo>
                  <a:pt x="1413767" y="1638797"/>
                </a:lnTo>
                <a:lnTo>
                  <a:pt x="1421789" y="1627576"/>
                </a:lnTo>
                <a:lnTo>
                  <a:pt x="1426934" y="1614559"/>
                </a:lnTo>
                <a:lnTo>
                  <a:pt x="1428750" y="1600199"/>
                </a:lnTo>
                <a:close/>
              </a:path>
              <a:path w="1428750" h="1657350">
                <a:moveTo>
                  <a:pt x="1371600" y="1581149"/>
                </a:moveTo>
                <a:lnTo>
                  <a:pt x="1352298" y="1546383"/>
                </a:lnTo>
                <a:lnTo>
                  <a:pt x="1339879" y="1552637"/>
                </a:lnTo>
                <a:lnTo>
                  <a:pt x="1329432" y="1561602"/>
                </a:lnTo>
                <a:lnTo>
                  <a:pt x="1321410" y="1572823"/>
                </a:lnTo>
                <a:lnTo>
                  <a:pt x="1318119" y="1581150"/>
                </a:lnTo>
                <a:lnTo>
                  <a:pt x="1371600" y="1619249"/>
                </a:lnTo>
                <a:lnTo>
                  <a:pt x="1376962" y="1657102"/>
                </a:lnTo>
                <a:lnTo>
                  <a:pt x="1371600" y="1581149"/>
                </a:lnTo>
                <a:close/>
              </a:path>
              <a:path w="1428750" h="1657350">
                <a:moveTo>
                  <a:pt x="1082675" y="1589633"/>
                </a:moveTo>
                <a:lnTo>
                  <a:pt x="1314696" y="1605552"/>
                </a:lnTo>
                <a:lnTo>
                  <a:pt x="1314450" y="1600199"/>
                </a:lnTo>
                <a:lnTo>
                  <a:pt x="1082675" y="1589633"/>
                </a:lnTo>
                <a:close/>
              </a:path>
              <a:path w="1428750" h="1657350">
                <a:moveTo>
                  <a:pt x="0" y="0"/>
                </a:moveTo>
                <a:lnTo>
                  <a:pt x="36956" y="89788"/>
                </a:lnTo>
                <a:lnTo>
                  <a:pt x="1050925" y="1610766"/>
                </a:lnTo>
                <a:lnTo>
                  <a:pt x="1060450" y="1619249"/>
                </a:lnTo>
                <a:lnTo>
                  <a:pt x="1317726" y="1619249"/>
                </a:lnTo>
                <a:lnTo>
                  <a:pt x="1316265" y="1585840"/>
                </a:lnTo>
                <a:lnTo>
                  <a:pt x="1082675" y="1589633"/>
                </a:lnTo>
                <a:lnTo>
                  <a:pt x="1314450" y="1600199"/>
                </a:lnTo>
                <a:lnTo>
                  <a:pt x="1314696" y="1605552"/>
                </a:lnTo>
                <a:lnTo>
                  <a:pt x="1082675" y="1589633"/>
                </a:lnTo>
                <a:lnTo>
                  <a:pt x="1066800" y="1581149"/>
                </a:lnTo>
                <a:lnTo>
                  <a:pt x="79251" y="84523"/>
                </a:lnTo>
                <a:lnTo>
                  <a:pt x="68706" y="68706"/>
                </a:lnTo>
                <a:lnTo>
                  <a:pt x="0" y="0"/>
                </a:lnTo>
                <a:close/>
              </a:path>
              <a:path w="1428750" h="1657350">
                <a:moveTo>
                  <a:pt x="110997" y="63372"/>
                </a:moveTo>
                <a:lnTo>
                  <a:pt x="0" y="0"/>
                </a:lnTo>
                <a:lnTo>
                  <a:pt x="68706" y="68706"/>
                </a:lnTo>
                <a:lnTo>
                  <a:pt x="79251" y="84523"/>
                </a:lnTo>
                <a:lnTo>
                  <a:pt x="110997" y="6337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9" name="object 29"/>
          <p:cNvSpPr/>
          <p:nvPr/>
        </p:nvSpPr>
        <p:spPr>
          <a:xfrm>
            <a:off x="6477000" y="3124200"/>
            <a:ext cx="3048000" cy="30175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5" name="object 25"/>
          <p:cNvSpPr/>
          <p:nvPr/>
        </p:nvSpPr>
        <p:spPr>
          <a:xfrm>
            <a:off x="6361261" y="2555478"/>
            <a:ext cx="39353" cy="22172"/>
          </a:xfrm>
          <a:custGeom>
            <a:avLst/>
            <a:gdLst/>
            <a:ahLst/>
            <a:cxnLst/>
            <a:rect l="l" t="t" r="r" b="b"/>
            <a:pathLst>
              <a:path w="39353" h="22172">
                <a:moveTo>
                  <a:pt x="0" y="22172"/>
                </a:moveTo>
                <a:lnTo>
                  <a:pt x="39353" y="0"/>
                </a:lnTo>
              </a:path>
            </a:pathLst>
          </a:custGeom>
          <a:ln w="1293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6" name="object 26"/>
          <p:cNvSpPr/>
          <p:nvPr/>
        </p:nvSpPr>
        <p:spPr>
          <a:xfrm>
            <a:off x="6400614" y="2561636"/>
            <a:ext cx="56549" cy="102865"/>
          </a:xfrm>
          <a:custGeom>
            <a:avLst/>
            <a:gdLst/>
            <a:ahLst/>
            <a:cxnLst/>
            <a:rect l="l" t="t" r="r" b="b"/>
            <a:pathLst>
              <a:path w="56549" h="102865">
                <a:moveTo>
                  <a:pt x="0" y="0"/>
                </a:moveTo>
                <a:lnTo>
                  <a:pt x="56549" y="102865"/>
                </a:lnTo>
              </a:path>
            </a:pathLst>
          </a:custGeom>
          <a:ln w="2522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7" name="object 27"/>
          <p:cNvSpPr/>
          <p:nvPr/>
        </p:nvSpPr>
        <p:spPr>
          <a:xfrm>
            <a:off x="6463305" y="2358368"/>
            <a:ext cx="74997" cy="306133"/>
          </a:xfrm>
          <a:custGeom>
            <a:avLst/>
            <a:gdLst/>
            <a:ahLst/>
            <a:cxnLst/>
            <a:rect l="l" t="t" r="r" b="b"/>
            <a:pathLst>
              <a:path w="74997" h="306133">
                <a:moveTo>
                  <a:pt x="0" y="306133"/>
                </a:moveTo>
                <a:lnTo>
                  <a:pt x="74997" y="0"/>
                </a:lnTo>
              </a:path>
            </a:pathLst>
          </a:custGeom>
          <a:ln w="1291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8" name="object 28"/>
          <p:cNvSpPr/>
          <p:nvPr/>
        </p:nvSpPr>
        <p:spPr>
          <a:xfrm>
            <a:off x="6538302" y="2358368"/>
            <a:ext cx="403262" cy="0"/>
          </a:xfrm>
          <a:custGeom>
            <a:avLst/>
            <a:gdLst/>
            <a:ahLst/>
            <a:cxnLst/>
            <a:rect l="l" t="t" r="r" b="b"/>
            <a:pathLst>
              <a:path w="403262" h="0">
                <a:moveTo>
                  <a:pt x="0" y="0"/>
                </a:moveTo>
                <a:lnTo>
                  <a:pt x="403262" y="0"/>
                </a:lnTo>
              </a:path>
            </a:pathLst>
          </a:custGeom>
          <a:ln w="1294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78740" y="159670"/>
            <a:ext cx="375920" cy="330200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dirty="0" smtClean="0" sz="2400" b="1">
                <a:latin typeface="Arial"/>
                <a:cs typeface="Arial"/>
              </a:rPr>
              <a:t>B.</a:t>
            </a:r>
            <a:endParaRPr sz="24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67359" y="159670"/>
            <a:ext cx="2612542" cy="330200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dirty="0" smtClean="0" sz="2400" spc="0" b="1">
                <a:latin typeface="Arial"/>
                <a:cs typeface="Arial"/>
              </a:rPr>
              <a:t>Freq</a:t>
            </a:r>
            <a:r>
              <a:rPr dirty="0" smtClean="0" sz="2400" spc="0" b="1">
                <a:latin typeface="Arial"/>
                <a:cs typeface="Arial"/>
              </a:rPr>
              <a:t>u</a:t>
            </a:r>
            <a:r>
              <a:rPr dirty="0" smtClean="0" sz="2400" spc="0" b="1">
                <a:latin typeface="Arial"/>
                <a:cs typeface="Arial"/>
              </a:rPr>
              <a:t>ency</a:t>
            </a:r>
            <a:r>
              <a:rPr dirty="0" smtClean="0" sz="2400" spc="0" b="1">
                <a:latin typeface="Arial"/>
                <a:cs typeface="Arial"/>
              </a:rPr>
              <a:t> </a:t>
            </a:r>
            <a:r>
              <a:rPr dirty="0" smtClean="0" sz="2400" spc="0" b="1">
                <a:latin typeface="Arial"/>
                <a:cs typeface="Arial"/>
              </a:rPr>
              <a:t>R</a:t>
            </a:r>
            <a:r>
              <a:rPr dirty="0" smtClean="0" sz="2400" spc="0" b="1">
                <a:latin typeface="Arial"/>
                <a:cs typeface="Arial"/>
              </a:rPr>
              <a:t>e</a:t>
            </a:r>
            <a:r>
              <a:rPr dirty="0" smtClean="0" sz="2400" spc="0" b="1">
                <a:latin typeface="Arial"/>
                <a:cs typeface="Arial"/>
              </a:rPr>
              <a:t>use</a:t>
            </a:r>
            <a:endParaRPr sz="24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892925" y="679905"/>
            <a:ext cx="2969996" cy="470326"/>
          </a:xfrm>
          <a:prstGeom prst="rect">
            <a:avLst/>
          </a:prstGeom>
        </p:spPr>
        <p:txBody>
          <a:bodyPr wrap="square" lIns="0" tIns="12319" rIns="0" bIns="0" rtlCol="0">
            <a:noAutofit/>
          </a:bodyPr>
          <a:lstStyle/>
          <a:p>
            <a:pPr marL="12700">
              <a:lnSpc>
                <a:spcPts val="1939"/>
              </a:lnSpc>
            </a:pPr>
            <a:r>
              <a:rPr dirty="0" smtClean="0" sz="1800" spc="-1" b="1">
                <a:solidFill>
                  <a:srgbClr val="3333CC"/>
                </a:solidFill>
                <a:latin typeface="Times New Roman"/>
                <a:cs typeface="Times New Roman"/>
              </a:rPr>
              <a:t>Kaidah</a:t>
            </a:r>
            <a:r>
              <a:rPr dirty="0" smtClean="0" sz="1800" spc="-1" b="1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1800" spc="-1" b="1">
                <a:solidFill>
                  <a:srgbClr val="3333CC"/>
                </a:solidFill>
                <a:latin typeface="Times New Roman"/>
                <a:cs typeface="Times New Roman"/>
              </a:rPr>
              <a:t>Penentuan</a:t>
            </a:r>
            <a:r>
              <a:rPr dirty="0" smtClean="0" sz="1800" spc="-1" b="1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1800" spc="-1" b="1">
                <a:solidFill>
                  <a:srgbClr val="3333CC"/>
                </a:solidFill>
                <a:latin typeface="Times New Roman"/>
                <a:cs typeface="Times New Roman"/>
              </a:rPr>
              <a:t>No</a:t>
            </a:r>
            <a:r>
              <a:rPr dirty="0" smtClean="0" sz="1800" spc="-1" b="1">
                <a:solidFill>
                  <a:srgbClr val="3333CC"/>
                </a:solidFill>
                <a:latin typeface="Times New Roman"/>
                <a:cs typeface="Times New Roman"/>
              </a:rPr>
              <a:t>m</a:t>
            </a:r>
            <a:r>
              <a:rPr dirty="0" smtClean="0" sz="1800" spc="-1" b="1">
                <a:solidFill>
                  <a:srgbClr val="3333CC"/>
                </a:solidFill>
                <a:latin typeface="Times New Roman"/>
                <a:cs typeface="Times New Roman"/>
              </a:rPr>
              <a:t>or</a:t>
            </a:r>
            <a:r>
              <a:rPr dirty="0" smtClean="0" sz="1800" spc="-1" b="1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1800" spc="-1" b="1">
                <a:solidFill>
                  <a:srgbClr val="3333CC"/>
                </a:solidFill>
                <a:latin typeface="Times New Roman"/>
                <a:cs typeface="Times New Roman"/>
              </a:rPr>
              <a:t>Sel</a:t>
            </a:r>
            <a:endParaRPr sz="1800">
              <a:latin typeface="Times New Roman"/>
              <a:cs typeface="Times New Roman"/>
            </a:endParaRPr>
          </a:p>
          <a:p>
            <a:pPr marL="802640" marR="5993">
              <a:lnSpc>
                <a:spcPts val="1700"/>
              </a:lnSpc>
            </a:pPr>
            <a:r>
              <a:rPr dirty="0" smtClean="0" sz="1400">
                <a:solidFill>
                  <a:srgbClr val="3333CC"/>
                </a:solidFill>
                <a:latin typeface="Symbol"/>
                <a:cs typeface="Symbol"/>
              </a:rPr>
              <a:t></a:t>
            </a:r>
            <a:r>
              <a:rPr dirty="0" smtClean="0" sz="1400" spc="-2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1400" spc="-2" b="1">
                <a:solidFill>
                  <a:srgbClr val="3333CC"/>
                </a:solidFill>
                <a:latin typeface="Times New Roman"/>
                <a:cs typeface="Times New Roman"/>
              </a:rPr>
              <a:t>K</a:t>
            </a:r>
            <a:r>
              <a:rPr dirty="0" smtClean="0" sz="1400" spc="-2" b="1">
                <a:solidFill>
                  <a:srgbClr val="3333CC"/>
                </a:solidFill>
                <a:latin typeface="Times New Roman"/>
                <a:cs typeface="Times New Roman"/>
              </a:rPr>
              <a:t>a</a:t>
            </a:r>
            <a:r>
              <a:rPr dirty="0" smtClean="0" sz="1400" spc="-2" b="1">
                <a:solidFill>
                  <a:srgbClr val="3333CC"/>
                </a:solidFill>
                <a:latin typeface="Times New Roman"/>
                <a:cs typeface="Times New Roman"/>
              </a:rPr>
              <a:t>i</a:t>
            </a:r>
            <a:r>
              <a:rPr dirty="0" smtClean="0" sz="1400" spc="-2" b="1">
                <a:solidFill>
                  <a:srgbClr val="3333CC"/>
                </a:solidFill>
                <a:latin typeface="Times New Roman"/>
                <a:cs typeface="Times New Roman"/>
              </a:rPr>
              <a:t>dah</a:t>
            </a:r>
            <a:r>
              <a:rPr dirty="0" smtClean="0" sz="1400" spc="-2" b="1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1400" spc="-2" b="1">
                <a:solidFill>
                  <a:srgbClr val="3333CC"/>
                </a:solidFill>
                <a:latin typeface="Times New Roman"/>
                <a:cs typeface="Times New Roman"/>
              </a:rPr>
              <a:t>P</a:t>
            </a:r>
            <a:r>
              <a:rPr dirty="0" smtClean="0" sz="1400" spc="-2" b="1">
                <a:solidFill>
                  <a:srgbClr val="3333CC"/>
                </a:solidFill>
                <a:latin typeface="Times New Roman"/>
                <a:cs typeface="Times New Roman"/>
              </a:rPr>
              <a:t>ar</a:t>
            </a:r>
            <a:r>
              <a:rPr dirty="0" smtClean="0" sz="1400" spc="-2" b="1">
                <a:solidFill>
                  <a:srgbClr val="3333CC"/>
                </a:solidFill>
                <a:latin typeface="Times New Roman"/>
                <a:cs typeface="Times New Roman"/>
              </a:rPr>
              <a:t>a</a:t>
            </a:r>
            <a:r>
              <a:rPr dirty="0" smtClean="0" sz="1400" spc="-2" b="1">
                <a:solidFill>
                  <a:srgbClr val="3333CC"/>
                </a:solidFill>
                <a:latin typeface="Times New Roman"/>
                <a:cs typeface="Times New Roman"/>
              </a:rPr>
              <a:t>m</a:t>
            </a:r>
            <a:r>
              <a:rPr dirty="0" smtClean="0" sz="1400" spc="-2" b="1">
                <a:solidFill>
                  <a:srgbClr val="3333CC"/>
                </a:solidFill>
                <a:latin typeface="Times New Roman"/>
                <a:cs typeface="Times New Roman"/>
              </a:rPr>
              <a:t>e</a:t>
            </a:r>
            <a:r>
              <a:rPr dirty="0" smtClean="0" sz="1400" spc="-2" b="1">
                <a:solidFill>
                  <a:srgbClr val="3333CC"/>
                </a:solidFill>
                <a:latin typeface="Times New Roman"/>
                <a:cs typeface="Times New Roman"/>
              </a:rPr>
              <a:t>t</a:t>
            </a:r>
            <a:r>
              <a:rPr dirty="0" smtClean="0" sz="1400" spc="-2" b="1">
                <a:solidFill>
                  <a:srgbClr val="3333CC"/>
                </a:solidFill>
                <a:latin typeface="Times New Roman"/>
                <a:cs typeface="Times New Roman"/>
              </a:rPr>
              <a:t>er</a:t>
            </a:r>
            <a:r>
              <a:rPr dirty="0" smtClean="0" sz="1400" spc="-2" b="1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1400" spc="-2" b="1">
                <a:solidFill>
                  <a:srgbClr val="3333CC"/>
                </a:solidFill>
                <a:latin typeface="Times New Roman"/>
                <a:cs typeface="Times New Roman"/>
              </a:rPr>
              <a:t>G</a:t>
            </a:r>
            <a:r>
              <a:rPr dirty="0" smtClean="0" sz="1400" spc="-2" b="1">
                <a:solidFill>
                  <a:srgbClr val="3333CC"/>
                </a:solidFill>
                <a:latin typeface="Times New Roman"/>
                <a:cs typeface="Times New Roman"/>
              </a:rPr>
              <a:t>e</a:t>
            </a:r>
            <a:r>
              <a:rPr dirty="0" smtClean="0" sz="1400" spc="-2" b="1">
                <a:solidFill>
                  <a:srgbClr val="3333CC"/>
                </a:solidFill>
                <a:latin typeface="Times New Roman"/>
                <a:cs typeface="Times New Roman"/>
              </a:rPr>
              <a:t>s</a:t>
            </a:r>
            <a:r>
              <a:rPr dirty="0" smtClean="0" sz="1400" spc="-2" b="1">
                <a:solidFill>
                  <a:srgbClr val="3333CC"/>
                </a:solidFill>
                <a:latin typeface="Times New Roman"/>
                <a:cs typeface="Times New Roman"/>
              </a:rPr>
              <a:t>er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59740" y="713727"/>
            <a:ext cx="3052834" cy="381317"/>
          </a:xfrm>
          <a:prstGeom prst="rect">
            <a:avLst/>
          </a:prstGeom>
        </p:spPr>
        <p:txBody>
          <a:bodyPr wrap="square" lIns="0" tIns="18796" rIns="0" bIns="0" rtlCol="0">
            <a:noAutofit/>
          </a:bodyPr>
          <a:lstStyle/>
          <a:p>
            <a:pPr marL="12700">
              <a:lnSpc>
                <a:spcPts val="2960"/>
              </a:lnSpc>
            </a:pPr>
            <a:r>
              <a:rPr dirty="0" smtClean="0" sz="2800" spc="0" b="1" u="heavy">
                <a:solidFill>
                  <a:srgbClr val="3333CC"/>
                </a:solidFill>
                <a:latin typeface="Times New Roman"/>
                <a:cs typeface="Times New Roman"/>
              </a:rPr>
              <a:t>Con</a:t>
            </a:r>
            <a:r>
              <a:rPr dirty="0" smtClean="0" sz="2800" spc="0" b="1" u="heavy">
                <a:solidFill>
                  <a:srgbClr val="3333CC"/>
                </a:solidFill>
                <a:latin typeface="Times New Roman"/>
                <a:cs typeface="Times New Roman"/>
              </a:rPr>
              <a:t>t</a:t>
            </a:r>
            <a:r>
              <a:rPr dirty="0" smtClean="0" sz="2800" spc="0" b="1" u="heavy">
                <a:solidFill>
                  <a:srgbClr val="3333CC"/>
                </a:solidFill>
                <a:latin typeface="Times New Roman"/>
                <a:cs typeface="Times New Roman"/>
              </a:rPr>
              <a:t>oh</a:t>
            </a:r>
            <a:r>
              <a:rPr dirty="0" smtClean="0" sz="2800" spc="0" b="1" u="heavy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2800" spc="0" b="1" u="heavy">
                <a:solidFill>
                  <a:srgbClr val="3333CC"/>
                </a:solidFill>
                <a:latin typeface="Times New Roman"/>
                <a:cs typeface="Times New Roman"/>
              </a:rPr>
              <a:t>#</a:t>
            </a:r>
            <a:r>
              <a:rPr dirty="0" smtClean="0" sz="2800" spc="0" b="1" u="heavy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2800" spc="0" b="1" u="heavy">
                <a:solidFill>
                  <a:srgbClr val="3333CC"/>
                </a:solidFill>
                <a:latin typeface="Times New Roman"/>
                <a:cs typeface="Times New Roman"/>
              </a:rPr>
              <a:t>3</a:t>
            </a:r>
            <a:r>
              <a:rPr dirty="0" smtClean="0" sz="2800" spc="0" b="1" u="heavy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2800" spc="0" b="1" u="heavy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2800" spc="0" b="1" u="heavy">
                <a:solidFill>
                  <a:srgbClr val="3333CC"/>
                </a:solidFill>
                <a:latin typeface="Times New Roman"/>
                <a:cs typeface="Times New Roman"/>
              </a:rPr>
              <a:t>:</a:t>
            </a:r>
            <a:r>
              <a:rPr dirty="0" smtClean="0" sz="2800" spc="0" b="1" u="heavy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2800" spc="0" b="1" u="heavy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2800" spc="0" b="1" u="heavy">
                <a:solidFill>
                  <a:srgbClr val="3333CC"/>
                </a:solidFill>
                <a:latin typeface="Times New Roman"/>
                <a:cs typeface="Times New Roman"/>
              </a:rPr>
              <a:t>K</a:t>
            </a:r>
            <a:r>
              <a:rPr dirty="0" smtClean="0" sz="2800" spc="0" b="1" u="heavy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2800" spc="0" b="1" u="heavy">
                <a:solidFill>
                  <a:srgbClr val="3333CC"/>
                </a:solidFill>
                <a:latin typeface="Times New Roman"/>
                <a:cs typeface="Times New Roman"/>
              </a:rPr>
              <a:t>=</a:t>
            </a:r>
            <a:r>
              <a:rPr dirty="0" smtClean="0" sz="2800" spc="0" b="1" u="heavy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2800" spc="0" b="1" u="heavy">
                <a:solidFill>
                  <a:srgbClr val="3333CC"/>
                </a:solidFill>
                <a:latin typeface="Times New Roman"/>
                <a:cs typeface="Times New Roman"/>
              </a:rPr>
              <a:t>7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802684" y="1374165"/>
            <a:ext cx="1231004" cy="333638"/>
          </a:xfrm>
          <a:prstGeom prst="rect">
            <a:avLst/>
          </a:prstGeom>
        </p:spPr>
        <p:txBody>
          <a:bodyPr wrap="square" lIns="0" tIns="16351" rIns="0" bIns="0" rtlCol="0">
            <a:noAutofit/>
          </a:bodyPr>
          <a:lstStyle/>
          <a:p>
            <a:pPr marL="12700">
              <a:lnSpc>
                <a:spcPts val="2575"/>
              </a:lnSpc>
            </a:pPr>
            <a:r>
              <a:rPr dirty="0" smtClean="0" sz="2400" spc="-73">
                <a:latin typeface="Times New Roman"/>
                <a:cs typeface="Times New Roman"/>
              </a:rPr>
              <a:t>i</a:t>
            </a:r>
            <a:r>
              <a:rPr dirty="0" smtClean="0" sz="2400" spc="-73">
                <a:latin typeface="Times New Roman"/>
                <a:cs typeface="Times New Roman"/>
              </a:rPr>
              <a:t> </a:t>
            </a:r>
            <a:r>
              <a:rPr dirty="0" smtClean="0" sz="2400" spc="6">
                <a:latin typeface="Symbol"/>
                <a:cs typeface="Symbol"/>
              </a:rPr>
              <a:t></a:t>
            </a:r>
            <a:r>
              <a:rPr dirty="0" smtClean="0" sz="2400" spc="-73">
                <a:latin typeface="Times New Roman"/>
                <a:cs typeface="Times New Roman"/>
              </a:rPr>
              <a:t> </a:t>
            </a:r>
            <a:r>
              <a:rPr dirty="0" smtClean="0" sz="2400" spc="-73">
                <a:latin typeface="Times New Roman"/>
                <a:cs typeface="Times New Roman"/>
              </a:rPr>
              <a:t>1</a:t>
            </a:r>
            <a:r>
              <a:rPr dirty="0" smtClean="0" sz="2400" spc="-73">
                <a:latin typeface="Times New Roman"/>
                <a:cs typeface="Times New Roman"/>
              </a:rPr>
              <a:t>,</a:t>
            </a:r>
            <a:r>
              <a:rPr dirty="0" smtClean="0" sz="2400" spc="-73">
                <a:latin typeface="Times New Roman"/>
                <a:cs typeface="Times New Roman"/>
              </a:rPr>
              <a:t> </a:t>
            </a:r>
            <a:r>
              <a:rPr dirty="0" smtClean="0" sz="2400" spc="-73">
                <a:latin typeface="Times New Roman"/>
                <a:cs typeface="Times New Roman"/>
              </a:rPr>
              <a:t>j</a:t>
            </a:r>
            <a:r>
              <a:rPr dirty="0" smtClean="0" sz="2400" spc="-73">
                <a:latin typeface="Times New Roman"/>
                <a:cs typeface="Times New Roman"/>
              </a:rPr>
              <a:t> </a:t>
            </a:r>
            <a:r>
              <a:rPr dirty="0" smtClean="0" sz="2400" spc="6">
                <a:latin typeface="Symbol"/>
                <a:cs typeface="Symbol"/>
              </a:rPr>
              <a:t></a:t>
            </a:r>
            <a:r>
              <a:rPr dirty="0" smtClean="0" sz="2400" spc="-73">
                <a:latin typeface="Times New Roman"/>
                <a:cs typeface="Times New Roman"/>
              </a:rPr>
              <a:t> </a:t>
            </a:r>
            <a:r>
              <a:rPr dirty="0" smtClean="0" sz="2400" spc="-73"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342419" y="1838613"/>
            <a:ext cx="266835" cy="362574"/>
          </a:xfrm>
          <a:prstGeom prst="rect">
            <a:avLst/>
          </a:prstGeom>
        </p:spPr>
        <p:txBody>
          <a:bodyPr wrap="square" lIns="0" tIns="17653" rIns="0" bIns="0" rtlCol="0">
            <a:noAutofit/>
          </a:bodyPr>
          <a:lstStyle/>
          <a:p>
            <a:pPr marL="12700">
              <a:lnSpc>
                <a:spcPts val="2780"/>
              </a:lnSpc>
            </a:pPr>
            <a:r>
              <a:rPr dirty="0" smtClean="0" sz="2400" spc="72">
                <a:latin typeface="Times New Roman"/>
                <a:cs typeface="Times New Roman"/>
              </a:rPr>
              <a:t>i</a:t>
            </a:r>
            <a:r>
              <a:rPr dirty="0" smtClean="0" baseline="41411" sz="2100" spc="72">
                <a:latin typeface="Times New Roman"/>
                <a:cs typeface="Times New Roman"/>
              </a:rPr>
              <a:t>2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290318" y="1838613"/>
            <a:ext cx="247810" cy="362574"/>
          </a:xfrm>
          <a:prstGeom prst="rect">
            <a:avLst/>
          </a:prstGeom>
        </p:spPr>
        <p:txBody>
          <a:bodyPr wrap="square" lIns="0" tIns="17653" rIns="0" bIns="0" rtlCol="0">
            <a:noAutofit/>
          </a:bodyPr>
          <a:lstStyle/>
          <a:p>
            <a:pPr marL="12700">
              <a:lnSpc>
                <a:spcPts val="2780"/>
              </a:lnSpc>
            </a:pPr>
            <a:r>
              <a:rPr dirty="0" smtClean="0" sz="2400" spc="-2">
                <a:latin typeface="Times New Roman"/>
                <a:cs typeface="Times New Roman"/>
              </a:rPr>
              <a:t>j</a:t>
            </a:r>
            <a:r>
              <a:rPr dirty="0" smtClean="0" baseline="41411" sz="2100" spc="-2">
                <a:latin typeface="Times New Roman"/>
                <a:cs typeface="Times New Roman"/>
              </a:rPr>
              <a:t>2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098978" y="1867549"/>
            <a:ext cx="251089" cy="846820"/>
          </a:xfrm>
          <a:prstGeom prst="rect">
            <a:avLst/>
          </a:prstGeom>
        </p:spPr>
        <p:txBody>
          <a:bodyPr wrap="square" lIns="0" tIns="16351" rIns="0" bIns="0" rtlCol="0">
            <a:noAutofit/>
          </a:bodyPr>
          <a:lstStyle/>
          <a:p>
            <a:pPr marL="26837">
              <a:lnSpc>
                <a:spcPts val="2575"/>
              </a:lnSpc>
            </a:pPr>
            <a:r>
              <a:rPr dirty="0" smtClean="0" sz="2400" spc="12">
                <a:latin typeface="Symbol"/>
                <a:cs typeface="Symbol"/>
              </a:rPr>
              <a:t></a:t>
            </a:r>
            <a:endParaRPr sz="2400">
              <a:latin typeface="Symbol"/>
              <a:cs typeface="Symbol"/>
            </a:endParaRPr>
          </a:p>
          <a:p>
            <a:pPr marL="12700" marR="14137">
              <a:lnSpc>
                <a:spcPct val="102091"/>
              </a:lnSpc>
              <a:spcBef>
                <a:spcPts val="1071"/>
              </a:spcBef>
            </a:pPr>
            <a:r>
              <a:rPr dirty="0" smtClean="0" sz="2400" spc="12">
                <a:latin typeface="Symbol"/>
                <a:cs typeface="Symbol"/>
              </a:rPr>
              <a:t>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616592" y="1867549"/>
            <a:ext cx="658137" cy="333638"/>
          </a:xfrm>
          <a:prstGeom prst="rect">
            <a:avLst/>
          </a:prstGeom>
        </p:spPr>
        <p:txBody>
          <a:bodyPr wrap="square" lIns="0" tIns="16351" rIns="0" bIns="0" rtlCol="0">
            <a:noAutofit/>
          </a:bodyPr>
          <a:lstStyle/>
          <a:p>
            <a:pPr marL="12700">
              <a:lnSpc>
                <a:spcPts val="2575"/>
              </a:lnSpc>
            </a:pPr>
            <a:r>
              <a:rPr dirty="0" smtClean="0" sz="2400" spc="6">
                <a:latin typeface="Symbol"/>
                <a:cs typeface="Symbol"/>
              </a:rPr>
              <a:t></a:t>
            </a:r>
            <a:r>
              <a:rPr dirty="0" smtClean="0" sz="2400" spc="-124">
                <a:latin typeface="Times New Roman"/>
                <a:cs typeface="Times New Roman"/>
              </a:rPr>
              <a:t> </a:t>
            </a:r>
            <a:r>
              <a:rPr dirty="0" smtClean="0" sz="2400" spc="-124">
                <a:latin typeface="Times New Roman"/>
                <a:cs typeface="Times New Roman"/>
              </a:rPr>
              <a:t>i</a:t>
            </a:r>
            <a:r>
              <a:rPr dirty="0" smtClean="0" sz="2400" spc="-124">
                <a:latin typeface="Times New Roman"/>
                <a:cs typeface="Times New Roman"/>
              </a:rPr>
              <a:t>j</a:t>
            </a:r>
            <a:r>
              <a:rPr dirty="0" smtClean="0" sz="2400" spc="-124">
                <a:latin typeface="Times New Roman"/>
                <a:cs typeface="Times New Roman"/>
              </a:rPr>
              <a:t> </a:t>
            </a:r>
            <a:r>
              <a:rPr dirty="0" smtClean="0" sz="2400" spc="6">
                <a:latin typeface="Symbol"/>
                <a:cs typeface="Symbol"/>
              </a:rPr>
              <a:t>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563889" y="1867549"/>
            <a:ext cx="457051" cy="333638"/>
          </a:xfrm>
          <a:prstGeom prst="rect">
            <a:avLst/>
          </a:prstGeom>
        </p:spPr>
        <p:txBody>
          <a:bodyPr wrap="square" lIns="0" tIns="16351" rIns="0" bIns="0" rtlCol="0">
            <a:noAutofit/>
          </a:bodyPr>
          <a:lstStyle/>
          <a:p>
            <a:pPr marL="12700">
              <a:lnSpc>
                <a:spcPts val="2575"/>
              </a:lnSpc>
            </a:pPr>
            <a:r>
              <a:rPr dirty="0" smtClean="0" sz="2400">
                <a:latin typeface="Symbol"/>
                <a:cs typeface="Symbol"/>
              </a:rPr>
              <a:t></a:t>
            </a:r>
            <a:r>
              <a:rPr dirty="0" smtClean="0" sz="2400" spc="-19">
                <a:latin typeface="Times New Roman"/>
                <a:cs typeface="Times New Roman"/>
              </a:rPr>
              <a:t> </a:t>
            </a:r>
            <a:r>
              <a:rPr dirty="0" smtClean="0" sz="2400" spc="-19">
                <a:latin typeface="Times New Roman"/>
                <a:cs typeface="Times New Roman"/>
              </a:rPr>
              <a:t>7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806986" y="1872395"/>
            <a:ext cx="294193" cy="846820"/>
          </a:xfrm>
          <a:prstGeom prst="rect">
            <a:avLst/>
          </a:prstGeom>
        </p:spPr>
        <p:txBody>
          <a:bodyPr wrap="square" lIns="0" tIns="16065" rIns="0" bIns="0" rtlCol="0">
            <a:noAutofit/>
          </a:bodyPr>
          <a:lstStyle/>
          <a:p>
            <a:pPr marL="17617">
              <a:lnSpc>
                <a:spcPts val="2530"/>
              </a:lnSpc>
            </a:pPr>
            <a:r>
              <a:rPr dirty="0" smtClean="0" sz="2400" spc="16">
                <a:latin typeface="Times New Roman"/>
                <a:cs typeface="Times New Roman"/>
              </a:rPr>
              <a:t>K</a:t>
            </a:r>
            <a:endParaRPr sz="2400">
              <a:latin typeface="Times New Roman"/>
              <a:cs typeface="Times New Roman"/>
            </a:endParaRPr>
          </a:p>
          <a:p>
            <a:pPr marL="12700" marR="4917">
              <a:lnSpc>
                <a:spcPct val="95825"/>
              </a:lnSpc>
              <a:spcBef>
                <a:spcPts val="1250"/>
              </a:spcBef>
            </a:pPr>
            <a:r>
              <a:rPr dirty="0" smtClean="0" sz="2400" spc="16">
                <a:latin typeface="Times New Roman"/>
                <a:cs typeface="Times New Roman"/>
              </a:rPr>
              <a:t>Q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010004" y="2385577"/>
            <a:ext cx="236952" cy="328792"/>
          </a:xfrm>
          <a:prstGeom prst="rect">
            <a:avLst/>
          </a:prstGeom>
        </p:spPr>
        <p:txBody>
          <a:bodyPr wrap="square" lIns="0" tIns="16351" rIns="0" bIns="0" rtlCol="0">
            <a:noAutofit/>
          </a:bodyPr>
          <a:lstStyle/>
          <a:p>
            <a:pPr marL="12700">
              <a:lnSpc>
                <a:spcPts val="2575"/>
              </a:lnSpc>
            </a:pPr>
            <a:r>
              <a:rPr dirty="0" smtClean="0" sz="2400" spc="12">
                <a:latin typeface="Symbol"/>
                <a:cs typeface="Symbol"/>
              </a:rPr>
              <a:t>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535428" y="2390423"/>
            <a:ext cx="437441" cy="328792"/>
          </a:xfrm>
          <a:prstGeom prst="rect">
            <a:avLst/>
          </a:prstGeom>
        </p:spPr>
        <p:txBody>
          <a:bodyPr wrap="square" lIns="0" tIns="16065" rIns="0" bIns="0" rtlCol="0">
            <a:noAutofit/>
          </a:bodyPr>
          <a:lstStyle/>
          <a:p>
            <a:pPr marL="12700">
              <a:lnSpc>
                <a:spcPts val="2530"/>
              </a:lnSpc>
            </a:pPr>
            <a:r>
              <a:rPr dirty="0" smtClean="0" sz="2400" spc="1">
                <a:latin typeface="Times New Roman"/>
                <a:cs typeface="Times New Roman"/>
              </a:rPr>
              <a:t>3</a:t>
            </a:r>
            <a:r>
              <a:rPr dirty="0" smtClean="0" sz="2400" spc="1">
                <a:latin typeface="Times New Roman"/>
                <a:cs typeface="Times New Roman"/>
              </a:rPr>
              <a:t>K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248533" y="2390423"/>
            <a:ext cx="604490" cy="328792"/>
          </a:xfrm>
          <a:prstGeom prst="rect">
            <a:avLst/>
          </a:prstGeom>
        </p:spPr>
        <p:txBody>
          <a:bodyPr wrap="square" lIns="0" tIns="16065" rIns="0" bIns="0" rtlCol="0">
            <a:noAutofit/>
          </a:bodyPr>
          <a:lstStyle/>
          <a:p>
            <a:pPr marL="12700">
              <a:lnSpc>
                <a:spcPts val="2530"/>
              </a:lnSpc>
            </a:pPr>
            <a:r>
              <a:rPr dirty="0" smtClean="0" sz="2400" spc="19">
                <a:latin typeface="Times New Roman"/>
                <a:cs typeface="Times New Roman"/>
              </a:rPr>
              <a:t>4</a:t>
            </a:r>
            <a:r>
              <a:rPr dirty="0" smtClean="0" sz="2400" spc="19">
                <a:latin typeface="Times New Roman"/>
                <a:cs typeface="Times New Roman"/>
              </a:rPr>
              <a:t>,</a:t>
            </a:r>
            <a:r>
              <a:rPr dirty="0" smtClean="0" sz="2400" spc="19">
                <a:latin typeface="Times New Roman"/>
                <a:cs typeface="Times New Roman"/>
              </a:rPr>
              <a:t>58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033010" y="5571017"/>
            <a:ext cx="968451" cy="330200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>
                <a:latin typeface="Times New Roman"/>
                <a:cs typeface="Times New Roman"/>
              </a:rPr>
              <a:t>Kluster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1140" y="6472848"/>
            <a:ext cx="5475228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o</a:t>
            </a:r>
            <a:r>
              <a:rPr dirty="0" smtClean="0" sz="1800" spc="0" b="1">
                <a:latin typeface="Georgia"/>
                <a:cs typeface="Georgia"/>
              </a:rPr>
              <a:t>d</a:t>
            </a:r>
            <a:r>
              <a:rPr dirty="0" smtClean="0" sz="1800" spc="0" b="1">
                <a:latin typeface="Georgia"/>
                <a:cs typeface="Georgia"/>
              </a:rPr>
              <a:t>ul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3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S</a:t>
            </a:r>
            <a:r>
              <a:rPr dirty="0" smtClean="0" sz="1800" spc="0" b="1">
                <a:latin typeface="Georgia"/>
                <a:cs typeface="Georgia"/>
              </a:rPr>
              <a:t>istem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K</a:t>
            </a:r>
            <a:r>
              <a:rPr dirty="0" smtClean="0" sz="1800" spc="0" b="1">
                <a:latin typeface="Georgia"/>
                <a:cs typeface="Georgia"/>
              </a:rPr>
              <a:t>o</a:t>
            </a: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unik</a:t>
            </a:r>
            <a:r>
              <a:rPr dirty="0" smtClean="0" sz="1800" spc="0" b="1">
                <a:latin typeface="Georgia"/>
                <a:cs typeface="Georgia"/>
              </a:rPr>
              <a:t>a</a:t>
            </a:r>
            <a:r>
              <a:rPr dirty="0" smtClean="0" sz="1800" spc="0" b="1">
                <a:latin typeface="Georgia"/>
                <a:cs typeface="Georgia"/>
              </a:rPr>
              <a:t>si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B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r>
              <a:rPr dirty="0" smtClean="0" sz="1800" spc="0" b="1">
                <a:latin typeface="Georgia"/>
                <a:cs typeface="Georgia"/>
              </a:rPr>
              <a:t>g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r>
              <a:rPr dirty="0" smtClean="0" sz="1800" spc="0" b="1">
                <a:latin typeface="Georgia"/>
                <a:cs typeface="Georgia"/>
              </a:rPr>
              <a:t>a</a:t>
            </a:r>
            <a:r>
              <a:rPr dirty="0" smtClean="0" sz="1800" spc="0" b="1">
                <a:latin typeface="Georgia"/>
                <a:cs typeface="Georgia"/>
              </a:rPr>
              <a:t>k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S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lul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443720" y="6472848"/>
            <a:ext cx="349293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-4" b="1">
                <a:latin typeface="Georgia"/>
                <a:cs typeface="Georgia"/>
              </a:rPr>
              <a:t>26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01054" y="873125"/>
            <a:ext cx="88979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6" name="object 6"/>
          <p:cNvSpPr txBox="1"/>
          <p:nvPr/>
        </p:nvSpPr>
        <p:spPr>
          <a:xfrm>
            <a:off x="1867992" y="873125"/>
            <a:ext cx="88979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" name="object 5"/>
          <p:cNvSpPr txBox="1"/>
          <p:nvPr/>
        </p:nvSpPr>
        <p:spPr>
          <a:xfrm>
            <a:off x="2134930" y="873125"/>
            <a:ext cx="177958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" name="object 4"/>
          <p:cNvSpPr txBox="1"/>
          <p:nvPr/>
        </p:nvSpPr>
        <p:spPr>
          <a:xfrm>
            <a:off x="2431409" y="873125"/>
            <a:ext cx="179382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" name="object 3"/>
          <p:cNvSpPr txBox="1"/>
          <p:nvPr/>
        </p:nvSpPr>
        <p:spPr>
          <a:xfrm>
            <a:off x="2887696" y="873125"/>
            <a:ext cx="88979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" name="object 2"/>
          <p:cNvSpPr txBox="1"/>
          <p:nvPr/>
        </p:nvSpPr>
        <p:spPr>
          <a:xfrm>
            <a:off x="3179548" y="873125"/>
            <a:ext cx="88979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object 33"/>
          <p:cNvSpPr/>
          <p:nvPr/>
        </p:nvSpPr>
        <p:spPr>
          <a:xfrm>
            <a:off x="0" y="6400800"/>
            <a:ext cx="9903460" cy="457196"/>
          </a:xfrm>
          <a:custGeom>
            <a:avLst/>
            <a:gdLst/>
            <a:ahLst/>
            <a:cxnLst/>
            <a:rect l="l" t="t" r="r" b="b"/>
            <a:pathLst>
              <a:path w="9903460" h="457196">
                <a:moveTo>
                  <a:pt x="9903460" y="457196"/>
                </a:moveTo>
                <a:lnTo>
                  <a:pt x="9903460" y="0"/>
                </a:lnTo>
                <a:lnTo>
                  <a:pt x="0" y="0"/>
                </a:lnTo>
                <a:lnTo>
                  <a:pt x="0" y="457196"/>
                </a:lnTo>
                <a:lnTo>
                  <a:pt x="9903460" y="457196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4" name="object 34"/>
          <p:cNvSpPr/>
          <p:nvPr/>
        </p:nvSpPr>
        <p:spPr>
          <a:xfrm>
            <a:off x="153670" y="640207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58419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1" name="object 31"/>
          <p:cNvSpPr/>
          <p:nvPr/>
        </p:nvSpPr>
        <p:spPr>
          <a:xfrm>
            <a:off x="0" y="0"/>
            <a:ext cx="9903460" cy="609600"/>
          </a:xfrm>
          <a:custGeom>
            <a:avLst/>
            <a:gdLst/>
            <a:ahLst/>
            <a:cxnLst/>
            <a:rect l="l" t="t" r="r" b="b"/>
            <a:pathLst>
              <a:path w="9903460" h="609600">
                <a:moveTo>
                  <a:pt x="0" y="609600"/>
                </a:moveTo>
                <a:lnTo>
                  <a:pt x="9903460" y="609600"/>
                </a:lnTo>
                <a:lnTo>
                  <a:pt x="9903460" y="0"/>
                </a:lnTo>
                <a:lnTo>
                  <a:pt x="0" y="0"/>
                </a:lnTo>
                <a:lnTo>
                  <a:pt x="0" y="60960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2" name="object 32"/>
          <p:cNvSpPr/>
          <p:nvPr/>
        </p:nvSpPr>
        <p:spPr>
          <a:xfrm>
            <a:off x="111760" y="60960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76200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8" name="object 28"/>
          <p:cNvSpPr/>
          <p:nvPr/>
        </p:nvSpPr>
        <p:spPr>
          <a:xfrm>
            <a:off x="533400" y="1219200"/>
            <a:ext cx="4838700" cy="4648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9" name="object 29"/>
          <p:cNvSpPr/>
          <p:nvPr/>
        </p:nvSpPr>
        <p:spPr>
          <a:xfrm>
            <a:off x="1601470" y="1601470"/>
            <a:ext cx="1524000" cy="1600200"/>
          </a:xfrm>
          <a:custGeom>
            <a:avLst/>
            <a:gdLst/>
            <a:ahLst/>
            <a:cxnLst/>
            <a:rect l="l" t="t" r="r" b="b"/>
            <a:pathLst>
              <a:path w="1524000" h="1600200">
                <a:moveTo>
                  <a:pt x="0" y="800100"/>
                </a:moveTo>
                <a:lnTo>
                  <a:pt x="2525" y="734486"/>
                </a:lnTo>
                <a:lnTo>
                  <a:pt x="9972" y="670331"/>
                </a:lnTo>
                <a:lnTo>
                  <a:pt x="22143" y="607842"/>
                </a:lnTo>
                <a:lnTo>
                  <a:pt x="38843" y="547225"/>
                </a:lnTo>
                <a:lnTo>
                  <a:pt x="59876" y="488686"/>
                </a:lnTo>
                <a:lnTo>
                  <a:pt x="85046" y="432430"/>
                </a:lnTo>
                <a:lnTo>
                  <a:pt x="114156" y="378663"/>
                </a:lnTo>
                <a:lnTo>
                  <a:pt x="147011" y="327592"/>
                </a:lnTo>
                <a:lnTo>
                  <a:pt x="183414" y="279423"/>
                </a:lnTo>
                <a:lnTo>
                  <a:pt x="223170" y="234362"/>
                </a:lnTo>
                <a:lnTo>
                  <a:pt x="266083" y="192615"/>
                </a:lnTo>
                <a:lnTo>
                  <a:pt x="311956" y="154387"/>
                </a:lnTo>
                <a:lnTo>
                  <a:pt x="360594" y="119885"/>
                </a:lnTo>
                <a:lnTo>
                  <a:pt x="411800" y="89315"/>
                </a:lnTo>
                <a:lnTo>
                  <a:pt x="465379" y="62882"/>
                </a:lnTo>
                <a:lnTo>
                  <a:pt x="521134" y="40794"/>
                </a:lnTo>
                <a:lnTo>
                  <a:pt x="578870" y="23255"/>
                </a:lnTo>
                <a:lnTo>
                  <a:pt x="638390" y="10473"/>
                </a:lnTo>
                <a:lnTo>
                  <a:pt x="699499" y="2652"/>
                </a:lnTo>
                <a:lnTo>
                  <a:pt x="762000" y="0"/>
                </a:lnTo>
                <a:lnTo>
                  <a:pt x="824500" y="2652"/>
                </a:lnTo>
                <a:lnTo>
                  <a:pt x="885609" y="10473"/>
                </a:lnTo>
                <a:lnTo>
                  <a:pt x="945129" y="23255"/>
                </a:lnTo>
                <a:lnTo>
                  <a:pt x="1002865" y="40794"/>
                </a:lnTo>
                <a:lnTo>
                  <a:pt x="1058620" y="62882"/>
                </a:lnTo>
                <a:lnTo>
                  <a:pt x="1112199" y="89315"/>
                </a:lnTo>
                <a:lnTo>
                  <a:pt x="1163405" y="119885"/>
                </a:lnTo>
                <a:lnTo>
                  <a:pt x="1212043" y="154387"/>
                </a:lnTo>
                <a:lnTo>
                  <a:pt x="1257916" y="192615"/>
                </a:lnTo>
                <a:lnTo>
                  <a:pt x="1300829" y="234362"/>
                </a:lnTo>
                <a:lnTo>
                  <a:pt x="1340585" y="279423"/>
                </a:lnTo>
                <a:lnTo>
                  <a:pt x="1376988" y="327592"/>
                </a:lnTo>
                <a:lnTo>
                  <a:pt x="1409843" y="378663"/>
                </a:lnTo>
                <a:lnTo>
                  <a:pt x="1438953" y="432430"/>
                </a:lnTo>
                <a:lnTo>
                  <a:pt x="1464123" y="488686"/>
                </a:lnTo>
                <a:lnTo>
                  <a:pt x="1485156" y="547225"/>
                </a:lnTo>
                <a:lnTo>
                  <a:pt x="1501856" y="607842"/>
                </a:lnTo>
                <a:lnTo>
                  <a:pt x="1514027" y="670331"/>
                </a:lnTo>
                <a:lnTo>
                  <a:pt x="1521474" y="734486"/>
                </a:lnTo>
                <a:lnTo>
                  <a:pt x="1524000" y="800100"/>
                </a:lnTo>
                <a:lnTo>
                  <a:pt x="1521474" y="865713"/>
                </a:lnTo>
                <a:lnTo>
                  <a:pt x="1514027" y="929868"/>
                </a:lnTo>
                <a:lnTo>
                  <a:pt x="1501856" y="992357"/>
                </a:lnTo>
                <a:lnTo>
                  <a:pt x="1485156" y="1052974"/>
                </a:lnTo>
                <a:lnTo>
                  <a:pt x="1464123" y="1111513"/>
                </a:lnTo>
                <a:lnTo>
                  <a:pt x="1438953" y="1167769"/>
                </a:lnTo>
                <a:lnTo>
                  <a:pt x="1409843" y="1221536"/>
                </a:lnTo>
                <a:lnTo>
                  <a:pt x="1376988" y="1272607"/>
                </a:lnTo>
                <a:lnTo>
                  <a:pt x="1340585" y="1320776"/>
                </a:lnTo>
                <a:lnTo>
                  <a:pt x="1300829" y="1365837"/>
                </a:lnTo>
                <a:lnTo>
                  <a:pt x="1257916" y="1407584"/>
                </a:lnTo>
                <a:lnTo>
                  <a:pt x="1212043" y="1445812"/>
                </a:lnTo>
                <a:lnTo>
                  <a:pt x="1163405" y="1480314"/>
                </a:lnTo>
                <a:lnTo>
                  <a:pt x="1112199" y="1510884"/>
                </a:lnTo>
                <a:lnTo>
                  <a:pt x="1058620" y="1537317"/>
                </a:lnTo>
                <a:lnTo>
                  <a:pt x="1002865" y="1559405"/>
                </a:lnTo>
                <a:lnTo>
                  <a:pt x="945129" y="1576944"/>
                </a:lnTo>
                <a:lnTo>
                  <a:pt x="885609" y="1589726"/>
                </a:lnTo>
                <a:lnTo>
                  <a:pt x="824500" y="1597547"/>
                </a:lnTo>
                <a:lnTo>
                  <a:pt x="762000" y="1600200"/>
                </a:lnTo>
                <a:lnTo>
                  <a:pt x="699499" y="1597547"/>
                </a:lnTo>
                <a:lnTo>
                  <a:pt x="638390" y="1589726"/>
                </a:lnTo>
                <a:lnTo>
                  <a:pt x="578870" y="1576944"/>
                </a:lnTo>
                <a:lnTo>
                  <a:pt x="521134" y="1559405"/>
                </a:lnTo>
                <a:lnTo>
                  <a:pt x="465379" y="1537317"/>
                </a:lnTo>
                <a:lnTo>
                  <a:pt x="411800" y="1510884"/>
                </a:lnTo>
                <a:lnTo>
                  <a:pt x="360594" y="1480314"/>
                </a:lnTo>
                <a:lnTo>
                  <a:pt x="311956" y="1445812"/>
                </a:lnTo>
                <a:lnTo>
                  <a:pt x="266083" y="1407584"/>
                </a:lnTo>
                <a:lnTo>
                  <a:pt x="223170" y="1365837"/>
                </a:lnTo>
                <a:lnTo>
                  <a:pt x="183414" y="1320776"/>
                </a:lnTo>
                <a:lnTo>
                  <a:pt x="147011" y="1272607"/>
                </a:lnTo>
                <a:lnTo>
                  <a:pt x="114156" y="1221536"/>
                </a:lnTo>
                <a:lnTo>
                  <a:pt x="85046" y="1167769"/>
                </a:lnTo>
                <a:lnTo>
                  <a:pt x="59876" y="1111513"/>
                </a:lnTo>
                <a:lnTo>
                  <a:pt x="38843" y="1052974"/>
                </a:lnTo>
                <a:lnTo>
                  <a:pt x="22143" y="992357"/>
                </a:lnTo>
                <a:lnTo>
                  <a:pt x="9972" y="929868"/>
                </a:lnTo>
                <a:lnTo>
                  <a:pt x="2525" y="865713"/>
                </a:lnTo>
                <a:lnTo>
                  <a:pt x="0" y="800100"/>
                </a:lnTo>
                <a:close/>
              </a:path>
            </a:pathLst>
          </a:custGeom>
          <a:ln w="38100">
            <a:solidFill>
              <a:srgbClr val="FF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0" name="object 30"/>
          <p:cNvSpPr/>
          <p:nvPr/>
        </p:nvSpPr>
        <p:spPr>
          <a:xfrm>
            <a:off x="3201670" y="1925320"/>
            <a:ext cx="3181350" cy="514350"/>
          </a:xfrm>
          <a:custGeom>
            <a:avLst/>
            <a:gdLst/>
            <a:ahLst/>
            <a:cxnLst/>
            <a:rect l="l" t="t" r="r" b="b"/>
            <a:pathLst>
              <a:path w="3181350" h="514350">
                <a:moveTo>
                  <a:pt x="3124200" y="38100"/>
                </a:moveTo>
                <a:lnTo>
                  <a:pt x="3104898" y="3326"/>
                </a:lnTo>
                <a:lnTo>
                  <a:pt x="3092479" y="9570"/>
                </a:lnTo>
                <a:lnTo>
                  <a:pt x="3082032" y="18527"/>
                </a:lnTo>
                <a:lnTo>
                  <a:pt x="3074010" y="29744"/>
                </a:lnTo>
                <a:lnTo>
                  <a:pt x="3070710" y="38099"/>
                </a:lnTo>
                <a:lnTo>
                  <a:pt x="3124200" y="76200"/>
                </a:lnTo>
                <a:lnTo>
                  <a:pt x="3129562" y="114053"/>
                </a:lnTo>
                <a:lnTo>
                  <a:pt x="3124200" y="38100"/>
                </a:lnTo>
                <a:close/>
              </a:path>
              <a:path w="3181350" h="514350">
                <a:moveTo>
                  <a:pt x="3124200" y="76200"/>
                </a:moveTo>
                <a:lnTo>
                  <a:pt x="3070710" y="38099"/>
                </a:lnTo>
                <a:lnTo>
                  <a:pt x="681990" y="38100"/>
                </a:lnTo>
                <a:lnTo>
                  <a:pt x="678307" y="39242"/>
                </a:lnTo>
                <a:lnTo>
                  <a:pt x="685800" y="76200"/>
                </a:lnTo>
                <a:lnTo>
                  <a:pt x="696341" y="73025"/>
                </a:lnTo>
                <a:lnTo>
                  <a:pt x="3068865" y="42769"/>
                </a:lnTo>
                <a:lnTo>
                  <a:pt x="3067296" y="62512"/>
                </a:lnTo>
                <a:lnTo>
                  <a:pt x="3067050" y="57150"/>
                </a:lnTo>
                <a:lnTo>
                  <a:pt x="3067296" y="62512"/>
                </a:lnTo>
                <a:lnTo>
                  <a:pt x="3068865" y="42769"/>
                </a:lnTo>
                <a:lnTo>
                  <a:pt x="696341" y="73025"/>
                </a:lnTo>
                <a:lnTo>
                  <a:pt x="3070320" y="76199"/>
                </a:lnTo>
                <a:lnTo>
                  <a:pt x="3070376" y="76451"/>
                </a:lnTo>
                <a:lnTo>
                  <a:pt x="3076620" y="88870"/>
                </a:lnTo>
                <a:lnTo>
                  <a:pt x="3085577" y="99317"/>
                </a:lnTo>
                <a:lnTo>
                  <a:pt x="3096794" y="107339"/>
                </a:lnTo>
                <a:lnTo>
                  <a:pt x="3109819" y="112484"/>
                </a:lnTo>
                <a:lnTo>
                  <a:pt x="3124200" y="114300"/>
                </a:lnTo>
                <a:lnTo>
                  <a:pt x="3129562" y="114053"/>
                </a:lnTo>
                <a:lnTo>
                  <a:pt x="3124200" y="76200"/>
                </a:lnTo>
                <a:close/>
              </a:path>
              <a:path w="3181350" h="514350">
                <a:moveTo>
                  <a:pt x="68706" y="445642"/>
                </a:moveTo>
                <a:lnTo>
                  <a:pt x="89789" y="477392"/>
                </a:lnTo>
                <a:lnTo>
                  <a:pt x="105654" y="466816"/>
                </a:lnTo>
                <a:lnTo>
                  <a:pt x="691578" y="76200"/>
                </a:lnTo>
                <a:lnTo>
                  <a:pt x="3070320" y="76199"/>
                </a:lnTo>
                <a:lnTo>
                  <a:pt x="696341" y="73025"/>
                </a:lnTo>
                <a:lnTo>
                  <a:pt x="685800" y="76200"/>
                </a:lnTo>
                <a:lnTo>
                  <a:pt x="678307" y="39242"/>
                </a:lnTo>
                <a:lnTo>
                  <a:pt x="675258" y="41275"/>
                </a:lnTo>
                <a:lnTo>
                  <a:pt x="84523" y="435098"/>
                </a:lnTo>
                <a:lnTo>
                  <a:pt x="68706" y="445642"/>
                </a:lnTo>
                <a:close/>
              </a:path>
              <a:path w="3181350" h="514350">
                <a:moveTo>
                  <a:pt x="84523" y="435098"/>
                </a:moveTo>
                <a:lnTo>
                  <a:pt x="63372" y="403351"/>
                </a:lnTo>
                <a:lnTo>
                  <a:pt x="0" y="514350"/>
                </a:lnTo>
                <a:lnTo>
                  <a:pt x="126745" y="498475"/>
                </a:lnTo>
                <a:lnTo>
                  <a:pt x="105654" y="466816"/>
                </a:lnTo>
                <a:lnTo>
                  <a:pt x="89789" y="477392"/>
                </a:lnTo>
                <a:lnTo>
                  <a:pt x="68706" y="445642"/>
                </a:lnTo>
                <a:lnTo>
                  <a:pt x="84523" y="435098"/>
                </a:lnTo>
                <a:close/>
              </a:path>
              <a:path w="3181350" h="514350">
                <a:moveTo>
                  <a:pt x="3181350" y="57150"/>
                </a:moveTo>
                <a:lnTo>
                  <a:pt x="3181103" y="51787"/>
                </a:lnTo>
                <a:lnTo>
                  <a:pt x="3178023" y="37848"/>
                </a:lnTo>
                <a:lnTo>
                  <a:pt x="3171779" y="25429"/>
                </a:lnTo>
                <a:lnTo>
                  <a:pt x="3162822" y="14982"/>
                </a:lnTo>
                <a:lnTo>
                  <a:pt x="3151605" y="6960"/>
                </a:lnTo>
                <a:lnTo>
                  <a:pt x="3138580" y="1815"/>
                </a:lnTo>
                <a:lnTo>
                  <a:pt x="3124200" y="0"/>
                </a:lnTo>
                <a:lnTo>
                  <a:pt x="3118837" y="246"/>
                </a:lnTo>
                <a:lnTo>
                  <a:pt x="3104898" y="3326"/>
                </a:lnTo>
                <a:lnTo>
                  <a:pt x="3124200" y="38100"/>
                </a:lnTo>
                <a:lnTo>
                  <a:pt x="3129562" y="114053"/>
                </a:lnTo>
                <a:lnTo>
                  <a:pt x="3143501" y="110973"/>
                </a:lnTo>
                <a:lnTo>
                  <a:pt x="3155920" y="104729"/>
                </a:lnTo>
                <a:lnTo>
                  <a:pt x="3166367" y="95772"/>
                </a:lnTo>
                <a:lnTo>
                  <a:pt x="3174389" y="84555"/>
                </a:lnTo>
                <a:lnTo>
                  <a:pt x="3179534" y="71530"/>
                </a:lnTo>
                <a:lnTo>
                  <a:pt x="3181350" y="571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4" name="object 24"/>
          <p:cNvSpPr/>
          <p:nvPr/>
        </p:nvSpPr>
        <p:spPr>
          <a:xfrm>
            <a:off x="6446809" y="3774678"/>
            <a:ext cx="38997" cy="22172"/>
          </a:xfrm>
          <a:custGeom>
            <a:avLst/>
            <a:gdLst/>
            <a:ahLst/>
            <a:cxnLst/>
            <a:rect l="l" t="t" r="r" b="b"/>
            <a:pathLst>
              <a:path w="38997" h="22172">
                <a:moveTo>
                  <a:pt x="0" y="22172"/>
                </a:moveTo>
                <a:lnTo>
                  <a:pt x="38997" y="0"/>
                </a:lnTo>
              </a:path>
            </a:pathLst>
          </a:custGeom>
          <a:ln w="1234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5" name="object 25"/>
          <p:cNvSpPr/>
          <p:nvPr/>
        </p:nvSpPr>
        <p:spPr>
          <a:xfrm>
            <a:off x="6485806" y="3780836"/>
            <a:ext cx="55707" cy="102865"/>
          </a:xfrm>
          <a:custGeom>
            <a:avLst/>
            <a:gdLst/>
            <a:ahLst/>
            <a:cxnLst/>
            <a:rect l="l" t="t" r="r" b="b"/>
            <a:pathLst>
              <a:path w="55707" h="102865">
                <a:moveTo>
                  <a:pt x="0" y="0"/>
                </a:moveTo>
                <a:lnTo>
                  <a:pt x="55707" y="102865"/>
                </a:lnTo>
              </a:path>
            </a:pathLst>
          </a:custGeom>
          <a:ln w="2535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6" name="object 26"/>
          <p:cNvSpPr/>
          <p:nvPr/>
        </p:nvSpPr>
        <p:spPr>
          <a:xfrm>
            <a:off x="6548328" y="3577568"/>
            <a:ext cx="74284" cy="306133"/>
          </a:xfrm>
          <a:custGeom>
            <a:avLst/>
            <a:gdLst/>
            <a:ahLst/>
            <a:cxnLst/>
            <a:rect l="l" t="t" r="r" b="b"/>
            <a:pathLst>
              <a:path w="74284" h="306133">
                <a:moveTo>
                  <a:pt x="0" y="306133"/>
                </a:moveTo>
                <a:lnTo>
                  <a:pt x="74284" y="0"/>
                </a:lnTo>
              </a:path>
            </a:pathLst>
          </a:custGeom>
          <a:ln w="1237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7" name="object 27"/>
          <p:cNvSpPr/>
          <p:nvPr/>
        </p:nvSpPr>
        <p:spPr>
          <a:xfrm>
            <a:off x="6622613" y="3577568"/>
            <a:ext cx="400500" cy="0"/>
          </a:xfrm>
          <a:custGeom>
            <a:avLst/>
            <a:gdLst/>
            <a:ahLst/>
            <a:cxnLst/>
            <a:rect l="l" t="t" r="r" b="b"/>
            <a:pathLst>
              <a:path w="400500" h="0">
                <a:moveTo>
                  <a:pt x="0" y="0"/>
                </a:moveTo>
                <a:lnTo>
                  <a:pt x="400500" y="0"/>
                </a:lnTo>
              </a:path>
            </a:pathLst>
          </a:custGeom>
          <a:ln w="1233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78740" y="159670"/>
            <a:ext cx="375920" cy="330200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dirty="0" smtClean="0" sz="2400" b="1">
                <a:latin typeface="Arial"/>
                <a:cs typeface="Arial"/>
              </a:rPr>
              <a:t>B.</a:t>
            </a:r>
            <a:endParaRPr sz="24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67359" y="159670"/>
            <a:ext cx="2612542" cy="330200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dirty="0" smtClean="0" sz="2400" spc="0" b="1">
                <a:latin typeface="Arial"/>
                <a:cs typeface="Arial"/>
              </a:rPr>
              <a:t>Freq</a:t>
            </a:r>
            <a:r>
              <a:rPr dirty="0" smtClean="0" sz="2400" spc="0" b="1">
                <a:latin typeface="Arial"/>
                <a:cs typeface="Arial"/>
              </a:rPr>
              <a:t>u</a:t>
            </a:r>
            <a:r>
              <a:rPr dirty="0" smtClean="0" sz="2400" spc="0" b="1">
                <a:latin typeface="Arial"/>
                <a:cs typeface="Arial"/>
              </a:rPr>
              <a:t>ency</a:t>
            </a:r>
            <a:r>
              <a:rPr dirty="0" smtClean="0" sz="2400" spc="0" b="1">
                <a:latin typeface="Arial"/>
                <a:cs typeface="Arial"/>
              </a:rPr>
              <a:t> </a:t>
            </a:r>
            <a:r>
              <a:rPr dirty="0" smtClean="0" sz="2400" spc="0" b="1">
                <a:latin typeface="Arial"/>
                <a:cs typeface="Arial"/>
              </a:rPr>
              <a:t>R</a:t>
            </a:r>
            <a:r>
              <a:rPr dirty="0" smtClean="0" sz="2400" spc="0" b="1">
                <a:latin typeface="Arial"/>
                <a:cs typeface="Arial"/>
              </a:rPr>
              <a:t>e</a:t>
            </a:r>
            <a:r>
              <a:rPr dirty="0" smtClean="0" sz="2400" spc="0" b="1">
                <a:latin typeface="Arial"/>
                <a:cs typeface="Arial"/>
              </a:rPr>
              <a:t>use</a:t>
            </a:r>
            <a:endParaRPr sz="24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892925" y="679905"/>
            <a:ext cx="2969996" cy="470326"/>
          </a:xfrm>
          <a:prstGeom prst="rect">
            <a:avLst/>
          </a:prstGeom>
        </p:spPr>
        <p:txBody>
          <a:bodyPr wrap="square" lIns="0" tIns="12319" rIns="0" bIns="0" rtlCol="0">
            <a:noAutofit/>
          </a:bodyPr>
          <a:lstStyle/>
          <a:p>
            <a:pPr marL="12700">
              <a:lnSpc>
                <a:spcPts val="1939"/>
              </a:lnSpc>
            </a:pPr>
            <a:r>
              <a:rPr dirty="0" smtClean="0" sz="1800" spc="-1" b="1">
                <a:solidFill>
                  <a:srgbClr val="3333CC"/>
                </a:solidFill>
                <a:latin typeface="Times New Roman"/>
                <a:cs typeface="Times New Roman"/>
              </a:rPr>
              <a:t>Kaidah</a:t>
            </a:r>
            <a:r>
              <a:rPr dirty="0" smtClean="0" sz="1800" spc="-1" b="1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1800" spc="-1" b="1">
                <a:solidFill>
                  <a:srgbClr val="3333CC"/>
                </a:solidFill>
                <a:latin typeface="Times New Roman"/>
                <a:cs typeface="Times New Roman"/>
              </a:rPr>
              <a:t>Penentuan</a:t>
            </a:r>
            <a:r>
              <a:rPr dirty="0" smtClean="0" sz="1800" spc="-1" b="1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1800" spc="-1" b="1">
                <a:solidFill>
                  <a:srgbClr val="3333CC"/>
                </a:solidFill>
                <a:latin typeface="Times New Roman"/>
                <a:cs typeface="Times New Roman"/>
              </a:rPr>
              <a:t>No</a:t>
            </a:r>
            <a:r>
              <a:rPr dirty="0" smtClean="0" sz="1800" spc="-1" b="1">
                <a:solidFill>
                  <a:srgbClr val="3333CC"/>
                </a:solidFill>
                <a:latin typeface="Times New Roman"/>
                <a:cs typeface="Times New Roman"/>
              </a:rPr>
              <a:t>m</a:t>
            </a:r>
            <a:r>
              <a:rPr dirty="0" smtClean="0" sz="1800" spc="-1" b="1">
                <a:solidFill>
                  <a:srgbClr val="3333CC"/>
                </a:solidFill>
                <a:latin typeface="Times New Roman"/>
                <a:cs typeface="Times New Roman"/>
              </a:rPr>
              <a:t>or</a:t>
            </a:r>
            <a:r>
              <a:rPr dirty="0" smtClean="0" sz="1800" spc="-1" b="1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1800" spc="-1" b="1">
                <a:solidFill>
                  <a:srgbClr val="3333CC"/>
                </a:solidFill>
                <a:latin typeface="Times New Roman"/>
                <a:cs typeface="Times New Roman"/>
              </a:rPr>
              <a:t>Sel</a:t>
            </a:r>
            <a:endParaRPr sz="1800">
              <a:latin typeface="Times New Roman"/>
              <a:cs typeface="Times New Roman"/>
            </a:endParaRPr>
          </a:p>
          <a:p>
            <a:pPr marL="802640" marR="5993">
              <a:lnSpc>
                <a:spcPts val="1700"/>
              </a:lnSpc>
            </a:pPr>
            <a:r>
              <a:rPr dirty="0" smtClean="0" sz="1400">
                <a:solidFill>
                  <a:srgbClr val="3333CC"/>
                </a:solidFill>
                <a:latin typeface="Symbol"/>
                <a:cs typeface="Symbol"/>
              </a:rPr>
              <a:t></a:t>
            </a:r>
            <a:r>
              <a:rPr dirty="0" smtClean="0" sz="1400" spc="-2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1400" spc="-2" b="1">
                <a:solidFill>
                  <a:srgbClr val="3333CC"/>
                </a:solidFill>
                <a:latin typeface="Times New Roman"/>
                <a:cs typeface="Times New Roman"/>
              </a:rPr>
              <a:t>K</a:t>
            </a:r>
            <a:r>
              <a:rPr dirty="0" smtClean="0" sz="1400" spc="-2" b="1">
                <a:solidFill>
                  <a:srgbClr val="3333CC"/>
                </a:solidFill>
                <a:latin typeface="Times New Roman"/>
                <a:cs typeface="Times New Roman"/>
              </a:rPr>
              <a:t>a</a:t>
            </a:r>
            <a:r>
              <a:rPr dirty="0" smtClean="0" sz="1400" spc="-2" b="1">
                <a:solidFill>
                  <a:srgbClr val="3333CC"/>
                </a:solidFill>
                <a:latin typeface="Times New Roman"/>
                <a:cs typeface="Times New Roman"/>
              </a:rPr>
              <a:t>i</a:t>
            </a:r>
            <a:r>
              <a:rPr dirty="0" smtClean="0" sz="1400" spc="-2" b="1">
                <a:solidFill>
                  <a:srgbClr val="3333CC"/>
                </a:solidFill>
                <a:latin typeface="Times New Roman"/>
                <a:cs typeface="Times New Roman"/>
              </a:rPr>
              <a:t>dah</a:t>
            </a:r>
            <a:r>
              <a:rPr dirty="0" smtClean="0" sz="1400" spc="-2" b="1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1400" spc="-2" b="1">
                <a:solidFill>
                  <a:srgbClr val="3333CC"/>
                </a:solidFill>
                <a:latin typeface="Times New Roman"/>
                <a:cs typeface="Times New Roman"/>
              </a:rPr>
              <a:t>P</a:t>
            </a:r>
            <a:r>
              <a:rPr dirty="0" smtClean="0" sz="1400" spc="-2" b="1">
                <a:solidFill>
                  <a:srgbClr val="3333CC"/>
                </a:solidFill>
                <a:latin typeface="Times New Roman"/>
                <a:cs typeface="Times New Roman"/>
              </a:rPr>
              <a:t>ar</a:t>
            </a:r>
            <a:r>
              <a:rPr dirty="0" smtClean="0" sz="1400" spc="-2" b="1">
                <a:solidFill>
                  <a:srgbClr val="3333CC"/>
                </a:solidFill>
                <a:latin typeface="Times New Roman"/>
                <a:cs typeface="Times New Roman"/>
              </a:rPr>
              <a:t>a</a:t>
            </a:r>
            <a:r>
              <a:rPr dirty="0" smtClean="0" sz="1400" spc="-2" b="1">
                <a:solidFill>
                  <a:srgbClr val="3333CC"/>
                </a:solidFill>
                <a:latin typeface="Times New Roman"/>
                <a:cs typeface="Times New Roman"/>
              </a:rPr>
              <a:t>m</a:t>
            </a:r>
            <a:r>
              <a:rPr dirty="0" smtClean="0" sz="1400" spc="-2" b="1">
                <a:solidFill>
                  <a:srgbClr val="3333CC"/>
                </a:solidFill>
                <a:latin typeface="Times New Roman"/>
                <a:cs typeface="Times New Roman"/>
              </a:rPr>
              <a:t>e</a:t>
            </a:r>
            <a:r>
              <a:rPr dirty="0" smtClean="0" sz="1400" spc="-2" b="1">
                <a:solidFill>
                  <a:srgbClr val="3333CC"/>
                </a:solidFill>
                <a:latin typeface="Times New Roman"/>
                <a:cs typeface="Times New Roman"/>
              </a:rPr>
              <a:t>t</a:t>
            </a:r>
            <a:r>
              <a:rPr dirty="0" smtClean="0" sz="1400" spc="-2" b="1">
                <a:solidFill>
                  <a:srgbClr val="3333CC"/>
                </a:solidFill>
                <a:latin typeface="Times New Roman"/>
                <a:cs typeface="Times New Roman"/>
              </a:rPr>
              <a:t>er</a:t>
            </a:r>
            <a:r>
              <a:rPr dirty="0" smtClean="0" sz="1400" spc="-2" b="1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1400" spc="-2" b="1">
                <a:solidFill>
                  <a:srgbClr val="3333CC"/>
                </a:solidFill>
                <a:latin typeface="Times New Roman"/>
                <a:cs typeface="Times New Roman"/>
              </a:rPr>
              <a:t>G</a:t>
            </a:r>
            <a:r>
              <a:rPr dirty="0" smtClean="0" sz="1400" spc="-2" b="1">
                <a:solidFill>
                  <a:srgbClr val="3333CC"/>
                </a:solidFill>
                <a:latin typeface="Times New Roman"/>
                <a:cs typeface="Times New Roman"/>
              </a:rPr>
              <a:t>e</a:t>
            </a:r>
            <a:r>
              <a:rPr dirty="0" smtClean="0" sz="1400" spc="-2" b="1">
                <a:solidFill>
                  <a:srgbClr val="3333CC"/>
                </a:solidFill>
                <a:latin typeface="Times New Roman"/>
                <a:cs typeface="Times New Roman"/>
              </a:rPr>
              <a:t>s</a:t>
            </a:r>
            <a:r>
              <a:rPr dirty="0" smtClean="0" sz="1400" spc="-2" b="1">
                <a:solidFill>
                  <a:srgbClr val="3333CC"/>
                </a:solidFill>
                <a:latin typeface="Times New Roman"/>
                <a:cs typeface="Times New Roman"/>
              </a:rPr>
              <a:t>er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12457" y="775576"/>
            <a:ext cx="3227945" cy="381317"/>
          </a:xfrm>
          <a:prstGeom prst="rect">
            <a:avLst/>
          </a:prstGeom>
        </p:spPr>
        <p:txBody>
          <a:bodyPr wrap="square" lIns="0" tIns="18796" rIns="0" bIns="0" rtlCol="0">
            <a:noAutofit/>
          </a:bodyPr>
          <a:lstStyle/>
          <a:p>
            <a:pPr marL="12700">
              <a:lnSpc>
                <a:spcPts val="2960"/>
              </a:lnSpc>
            </a:pPr>
            <a:r>
              <a:rPr dirty="0" smtClean="0" sz="2800" b="1" u="heavy">
                <a:solidFill>
                  <a:srgbClr val="3333CC"/>
                </a:solidFill>
                <a:latin typeface="Times New Roman"/>
                <a:cs typeface="Times New Roman"/>
              </a:rPr>
              <a:t>Contoh</a:t>
            </a:r>
            <a:r>
              <a:rPr dirty="0" smtClean="0" sz="2800" b="1" u="heavy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2800" b="1" u="heavy">
                <a:solidFill>
                  <a:srgbClr val="3333CC"/>
                </a:solidFill>
                <a:latin typeface="Times New Roman"/>
                <a:cs typeface="Times New Roman"/>
              </a:rPr>
              <a:t>#</a:t>
            </a:r>
            <a:r>
              <a:rPr dirty="0" smtClean="0" sz="2800" b="1" u="heavy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2800" b="1" u="heavy">
                <a:solidFill>
                  <a:srgbClr val="3333CC"/>
                </a:solidFill>
                <a:latin typeface="Times New Roman"/>
                <a:cs typeface="Times New Roman"/>
              </a:rPr>
              <a:t>4</a:t>
            </a:r>
            <a:r>
              <a:rPr dirty="0" smtClean="0" sz="2800" b="1" u="heavy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2800" b="1" u="heavy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2800" b="1" u="heavy">
                <a:solidFill>
                  <a:srgbClr val="3333CC"/>
                </a:solidFill>
                <a:latin typeface="Times New Roman"/>
                <a:cs typeface="Times New Roman"/>
              </a:rPr>
              <a:t>:</a:t>
            </a:r>
            <a:r>
              <a:rPr dirty="0" smtClean="0" sz="2800" b="1" u="heavy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2800" b="1" u="heavy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2800" b="1" u="heavy">
                <a:solidFill>
                  <a:srgbClr val="3333CC"/>
                </a:solidFill>
                <a:latin typeface="Times New Roman"/>
                <a:cs typeface="Times New Roman"/>
              </a:rPr>
              <a:t>K</a:t>
            </a:r>
            <a:r>
              <a:rPr dirty="0" smtClean="0" sz="2800" b="1" u="heavy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2800" b="1" u="heavy">
                <a:solidFill>
                  <a:srgbClr val="3333CC"/>
                </a:solidFill>
                <a:latin typeface="Times New Roman"/>
                <a:cs typeface="Times New Roman"/>
              </a:rPr>
              <a:t>=</a:t>
            </a:r>
            <a:r>
              <a:rPr dirty="0" smtClean="0" sz="2800" b="1" u="heavy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2800" b="1" u="heavy">
                <a:solidFill>
                  <a:srgbClr val="3333CC"/>
                </a:solidFill>
                <a:latin typeface="Times New Roman"/>
                <a:cs typeface="Times New Roman"/>
              </a:rPr>
              <a:t>12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557391" y="1835374"/>
            <a:ext cx="969128" cy="330517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>
                <a:latin typeface="Times New Roman"/>
                <a:cs typeface="Times New Roman"/>
              </a:rPr>
              <a:t>K</a:t>
            </a:r>
            <a:r>
              <a:rPr dirty="0" smtClean="0" sz="2400">
                <a:latin typeface="Times New Roman"/>
                <a:cs typeface="Times New Roman"/>
              </a:rPr>
              <a:t>l</a:t>
            </a:r>
            <a:r>
              <a:rPr dirty="0" smtClean="0" sz="2400">
                <a:latin typeface="Times New Roman"/>
                <a:cs typeface="Times New Roman"/>
              </a:rPr>
              <a:t>u</a:t>
            </a:r>
            <a:r>
              <a:rPr dirty="0" smtClean="0" sz="2400">
                <a:latin typeface="Times New Roman"/>
                <a:cs typeface="Times New Roman"/>
              </a:rPr>
              <a:t>s</a:t>
            </a:r>
            <a:r>
              <a:rPr dirty="0" smtClean="0" sz="2400">
                <a:latin typeface="Times New Roman"/>
                <a:cs typeface="Times New Roman"/>
              </a:rPr>
              <a:t>t</a:t>
            </a:r>
            <a:r>
              <a:rPr dirty="0" smtClean="0" sz="2400">
                <a:latin typeface="Times New Roman"/>
                <a:cs typeface="Times New Roman"/>
              </a:rPr>
              <a:t>er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891221" y="2593365"/>
            <a:ext cx="1282428" cy="333638"/>
          </a:xfrm>
          <a:prstGeom prst="rect">
            <a:avLst/>
          </a:prstGeom>
        </p:spPr>
        <p:txBody>
          <a:bodyPr wrap="square" lIns="0" tIns="16351" rIns="0" bIns="0" rtlCol="0">
            <a:noAutofit/>
          </a:bodyPr>
          <a:lstStyle/>
          <a:p>
            <a:pPr marL="12700">
              <a:lnSpc>
                <a:spcPts val="2575"/>
              </a:lnSpc>
            </a:pPr>
            <a:r>
              <a:rPr dirty="0" smtClean="0" sz="2400" spc="-29">
                <a:latin typeface="Times New Roman"/>
                <a:cs typeface="Times New Roman"/>
              </a:rPr>
              <a:t>i</a:t>
            </a:r>
            <a:r>
              <a:rPr dirty="0" smtClean="0" sz="2400" spc="-29">
                <a:latin typeface="Times New Roman"/>
                <a:cs typeface="Times New Roman"/>
              </a:rPr>
              <a:t> </a:t>
            </a:r>
            <a:r>
              <a:rPr dirty="0" smtClean="0" sz="2400" spc="0">
                <a:latin typeface="Symbol"/>
                <a:cs typeface="Symbol"/>
              </a:rPr>
              <a:t></a:t>
            </a:r>
            <a:r>
              <a:rPr dirty="0" smtClean="0" sz="2400" spc="-29">
                <a:latin typeface="Times New Roman"/>
                <a:cs typeface="Times New Roman"/>
              </a:rPr>
              <a:t> </a:t>
            </a:r>
            <a:r>
              <a:rPr dirty="0" smtClean="0" sz="2400" spc="-29">
                <a:latin typeface="Times New Roman"/>
                <a:cs typeface="Times New Roman"/>
              </a:rPr>
              <a:t>2</a:t>
            </a:r>
            <a:r>
              <a:rPr dirty="0" smtClean="0" sz="2400" spc="-29">
                <a:latin typeface="Times New Roman"/>
                <a:cs typeface="Times New Roman"/>
              </a:rPr>
              <a:t>,</a:t>
            </a:r>
            <a:r>
              <a:rPr dirty="0" smtClean="0" sz="2400" spc="-29">
                <a:latin typeface="Times New Roman"/>
                <a:cs typeface="Times New Roman"/>
              </a:rPr>
              <a:t> </a:t>
            </a:r>
            <a:r>
              <a:rPr dirty="0" smtClean="0" sz="2400" spc="-29">
                <a:latin typeface="Times New Roman"/>
                <a:cs typeface="Times New Roman"/>
              </a:rPr>
              <a:t>j</a:t>
            </a:r>
            <a:r>
              <a:rPr dirty="0" smtClean="0" sz="2400" spc="-29">
                <a:latin typeface="Times New Roman"/>
                <a:cs typeface="Times New Roman"/>
              </a:rPr>
              <a:t> </a:t>
            </a:r>
            <a:r>
              <a:rPr dirty="0" smtClean="0" sz="2400" spc="0">
                <a:latin typeface="Symbol"/>
                <a:cs typeface="Symbol"/>
              </a:rPr>
              <a:t></a:t>
            </a:r>
            <a:r>
              <a:rPr dirty="0" smtClean="0" sz="2400" spc="-29">
                <a:latin typeface="Times New Roman"/>
                <a:cs typeface="Times New Roman"/>
              </a:rPr>
              <a:t> </a:t>
            </a:r>
            <a:r>
              <a:rPr dirty="0" smtClean="0" sz="2400" spc="-29"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427899" y="3057813"/>
            <a:ext cx="266956" cy="362574"/>
          </a:xfrm>
          <a:prstGeom prst="rect">
            <a:avLst/>
          </a:prstGeom>
        </p:spPr>
        <p:txBody>
          <a:bodyPr wrap="square" lIns="0" tIns="17653" rIns="0" bIns="0" rtlCol="0">
            <a:noAutofit/>
          </a:bodyPr>
          <a:lstStyle/>
          <a:p>
            <a:pPr marL="12700">
              <a:lnSpc>
                <a:spcPts val="2780"/>
              </a:lnSpc>
            </a:pPr>
            <a:r>
              <a:rPr dirty="0" smtClean="0" sz="2400" spc="72">
                <a:latin typeface="Times New Roman"/>
                <a:cs typeface="Times New Roman"/>
              </a:rPr>
              <a:t>i</a:t>
            </a:r>
            <a:r>
              <a:rPr dirty="0" smtClean="0" baseline="41411" sz="2100" spc="72">
                <a:latin typeface="Times New Roman"/>
                <a:cs typeface="Times New Roman"/>
              </a:rPr>
              <a:t>2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323630" y="3057813"/>
            <a:ext cx="293560" cy="880602"/>
          </a:xfrm>
          <a:prstGeom prst="rect">
            <a:avLst/>
          </a:prstGeom>
        </p:spPr>
        <p:txBody>
          <a:bodyPr wrap="square" lIns="0" tIns="17653" rIns="0" bIns="0" rtlCol="0">
            <a:noAutofit/>
          </a:bodyPr>
          <a:lstStyle/>
          <a:p>
            <a:pPr marL="58512">
              <a:lnSpc>
                <a:spcPts val="2780"/>
              </a:lnSpc>
            </a:pPr>
            <a:r>
              <a:rPr dirty="0" smtClean="0" sz="2400" spc="-4">
                <a:latin typeface="Times New Roman"/>
                <a:cs typeface="Times New Roman"/>
              </a:rPr>
              <a:t>j</a:t>
            </a:r>
            <a:r>
              <a:rPr dirty="0" smtClean="0" baseline="41411" sz="2100" spc="-4">
                <a:latin typeface="Times New Roman"/>
                <a:cs typeface="Times New Roman"/>
              </a:rPr>
              <a:t>2</a:t>
            </a:r>
            <a:endParaRPr sz="1400">
              <a:latin typeface="Times New Roman"/>
              <a:cs typeface="Times New Roman"/>
            </a:endParaRPr>
          </a:p>
          <a:p>
            <a:pPr marL="12700" marR="50576">
              <a:lnSpc>
                <a:spcPct val="95825"/>
              </a:lnSpc>
              <a:spcBef>
                <a:spcPts val="1254"/>
              </a:spcBef>
            </a:pPr>
            <a:r>
              <a:rPr dirty="0" smtClean="0" sz="2400" spc="23">
                <a:latin typeface="Times New Roman"/>
                <a:cs typeface="Times New Roman"/>
              </a:rPr>
              <a:t>6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185257" y="3086749"/>
            <a:ext cx="252347" cy="846820"/>
          </a:xfrm>
          <a:prstGeom prst="rect">
            <a:avLst/>
          </a:prstGeom>
        </p:spPr>
        <p:txBody>
          <a:bodyPr wrap="square" lIns="0" tIns="16351" rIns="0" bIns="0" rtlCol="0">
            <a:noAutofit/>
          </a:bodyPr>
          <a:lstStyle/>
          <a:p>
            <a:pPr marL="26935">
              <a:lnSpc>
                <a:spcPts val="2575"/>
              </a:lnSpc>
            </a:pPr>
            <a:r>
              <a:rPr dirty="0" smtClean="0" sz="2400" spc="25">
                <a:latin typeface="Symbol"/>
                <a:cs typeface="Symbol"/>
              </a:rPr>
              <a:t></a:t>
            </a:r>
            <a:endParaRPr sz="2400">
              <a:latin typeface="Symbol"/>
              <a:cs typeface="Symbol"/>
            </a:endParaRPr>
          </a:p>
          <a:p>
            <a:pPr marL="12700" marR="14235">
              <a:lnSpc>
                <a:spcPct val="102091"/>
              </a:lnSpc>
              <a:spcBef>
                <a:spcPts val="1071"/>
              </a:spcBef>
            </a:pPr>
            <a:r>
              <a:rPr dirty="0" smtClean="0" sz="2400" spc="25">
                <a:latin typeface="Symbol"/>
                <a:cs typeface="Symbol"/>
              </a:rPr>
              <a:t>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699670" y="3086749"/>
            <a:ext cx="656679" cy="333638"/>
          </a:xfrm>
          <a:prstGeom prst="rect">
            <a:avLst/>
          </a:prstGeom>
        </p:spPr>
        <p:txBody>
          <a:bodyPr wrap="square" lIns="0" tIns="16351" rIns="0" bIns="0" rtlCol="0">
            <a:noAutofit/>
          </a:bodyPr>
          <a:lstStyle/>
          <a:p>
            <a:pPr marL="12700">
              <a:lnSpc>
                <a:spcPts val="2575"/>
              </a:lnSpc>
            </a:pPr>
            <a:r>
              <a:rPr dirty="0" smtClean="0" sz="2400" spc="12">
                <a:latin typeface="Symbol"/>
                <a:cs typeface="Symbol"/>
              </a:rPr>
              <a:t></a:t>
            </a:r>
            <a:r>
              <a:rPr dirty="0" smtClean="0" sz="2400" spc="-126">
                <a:latin typeface="Times New Roman"/>
                <a:cs typeface="Times New Roman"/>
              </a:rPr>
              <a:t> </a:t>
            </a:r>
            <a:r>
              <a:rPr dirty="0" smtClean="0" sz="2400" spc="-126">
                <a:latin typeface="Times New Roman"/>
                <a:cs typeface="Times New Roman"/>
              </a:rPr>
              <a:t>i</a:t>
            </a:r>
            <a:r>
              <a:rPr dirty="0" smtClean="0" sz="2400" spc="-126">
                <a:latin typeface="Times New Roman"/>
                <a:cs typeface="Times New Roman"/>
              </a:rPr>
              <a:t>j</a:t>
            </a:r>
            <a:r>
              <a:rPr dirty="0" smtClean="0" sz="2400" spc="-126">
                <a:latin typeface="Times New Roman"/>
                <a:cs typeface="Times New Roman"/>
              </a:rPr>
              <a:t> </a:t>
            </a:r>
            <a:r>
              <a:rPr dirty="0" smtClean="0" sz="2400" spc="12">
                <a:latin typeface="Symbol"/>
                <a:cs typeface="Symbol"/>
              </a:rPr>
              <a:t>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641819" y="3086749"/>
            <a:ext cx="589153" cy="333638"/>
          </a:xfrm>
          <a:prstGeom prst="rect">
            <a:avLst/>
          </a:prstGeom>
        </p:spPr>
        <p:txBody>
          <a:bodyPr wrap="square" lIns="0" tIns="16351" rIns="0" bIns="0" rtlCol="0">
            <a:noAutofit/>
          </a:bodyPr>
          <a:lstStyle/>
          <a:p>
            <a:pPr marL="12700">
              <a:lnSpc>
                <a:spcPts val="2575"/>
              </a:lnSpc>
            </a:pPr>
            <a:r>
              <a:rPr dirty="0" smtClean="0" sz="2400" spc="25">
                <a:latin typeface="Symbol"/>
                <a:cs typeface="Symbol"/>
              </a:rPr>
              <a:t></a:t>
            </a:r>
            <a:r>
              <a:rPr dirty="0" smtClean="0" sz="2400" spc="-64">
                <a:latin typeface="Times New Roman"/>
                <a:cs typeface="Times New Roman"/>
              </a:rPr>
              <a:t> </a:t>
            </a:r>
            <a:r>
              <a:rPr dirty="0" smtClean="0" sz="2400" spc="-64">
                <a:latin typeface="Times New Roman"/>
                <a:cs typeface="Times New Roman"/>
              </a:rPr>
              <a:t>12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896173" y="3091595"/>
            <a:ext cx="295134" cy="846820"/>
          </a:xfrm>
          <a:prstGeom prst="rect">
            <a:avLst/>
          </a:prstGeom>
        </p:spPr>
        <p:txBody>
          <a:bodyPr wrap="square" lIns="0" tIns="16065" rIns="0" bIns="0" rtlCol="0">
            <a:noAutofit/>
          </a:bodyPr>
          <a:lstStyle/>
          <a:p>
            <a:pPr marL="17033">
              <a:lnSpc>
                <a:spcPts val="2530"/>
              </a:lnSpc>
            </a:pPr>
            <a:r>
              <a:rPr dirty="0" smtClean="0" sz="2400" spc="33">
                <a:latin typeface="Times New Roman"/>
                <a:cs typeface="Times New Roman"/>
              </a:rPr>
              <a:t>K</a:t>
            </a:r>
            <a:endParaRPr sz="2400">
              <a:latin typeface="Times New Roman"/>
              <a:cs typeface="Times New Roman"/>
            </a:endParaRPr>
          </a:p>
          <a:p>
            <a:pPr marL="12700" marR="4333">
              <a:lnSpc>
                <a:spcPct val="95825"/>
              </a:lnSpc>
              <a:spcBef>
                <a:spcPts val="1250"/>
              </a:spcBef>
            </a:pPr>
            <a:r>
              <a:rPr dirty="0" smtClean="0" sz="2400" spc="33">
                <a:latin typeface="Times New Roman"/>
                <a:cs typeface="Times New Roman"/>
              </a:rPr>
              <a:t>Q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090882" y="3604777"/>
            <a:ext cx="238111" cy="328792"/>
          </a:xfrm>
          <a:prstGeom prst="rect">
            <a:avLst/>
          </a:prstGeom>
        </p:spPr>
        <p:txBody>
          <a:bodyPr wrap="square" lIns="0" tIns="16351" rIns="0" bIns="0" rtlCol="0">
            <a:noAutofit/>
          </a:bodyPr>
          <a:lstStyle/>
          <a:p>
            <a:pPr marL="12700">
              <a:lnSpc>
                <a:spcPts val="2575"/>
              </a:lnSpc>
            </a:pPr>
            <a:r>
              <a:rPr dirty="0" smtClean="0" sz="2400" spc="25">
                <a:latin typeface="Symbol"/>
                <a:cs typeface="Symbol"/>
              </a:rPr>
              <a:t>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619177" y="3609623"/>
            <a:ext cx="438132" cy="328792"/>
          </a:xfrm>
          <a:prstGeom prst="rect">
            <a:avLst/>
          </a:prstGeom>
        </p:spPr>
        <p:txBody>
          <a:bodyPr wrap="square" lIns="0" tIns="16065" rIns="0" bIns="0" rtlCol="0">
            <a:noAutofit/>
          </a:bodyPr>
          <a:lstStyle/>
          <a:p>
            <a:pPr marL="12700">
              <a:lnSpc>
                <a:spcPts val="2530"/>
              </a:lnSpc>
            </a:pPr>
            <a:r>
              <a:rPr dirty="0" smtClean="0" sz="2400" spc="8">
                <a:latin typeface="Times New Roman"/>
                <a:cs typeface="Times New Roman"/>
              </a:rPr>
              <a:t>3</a:t>
            </a:r>
            <a:r>
              <a:rPr dirty="0" smtClean="0" sz="2400" spc="8">
                <a:latin typeface="Times New Roman"/>
                <a:cs typeface="Times New Roman"/>
              </a:rPr>
              <a:t>K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1140" y="6472848"/>
            <a:ext cx="5475228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o</a:t>
            </a:r>
            <a:r>
              <a:rPr dirty="0" smtClean="0" sz="1800" spc="0" b="1">
                <a:latin typeface="Georgia"/>
                <a:cs typeface="Georgia"/>
              </a:rPr>
              <a:t>d</a:t>
            </a:r>
            <a:r>
              <a:rPr dirty="0" smtClean="0" sz="1800" spc="0" b="1">
                <a:latin typeface="Georgia"/>
                <a:cs typeface="Georgia"/>
              </a:rPr>
              <a:t>ul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3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S</a:t>
            </a:r>
            <a:r>
              <a:rPr dirty="0" smtClean="0" sz="1800" spc="0" b="1">
                <a:latin typeface="Georgia"/>
                <a:cs typeface="Georgia"/>
              </a:rPr>
              <a:t>istem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K</a:t>
            </a:r>
            <a:r>
              <a:rPr dirty="0" smtClean="0" sz="1800" spc="0" b="1">
                <a:latin typeface="Georgia"/>
                <a:cs typeface="Georgia"/>
              </a:rPr>
              <a:t>o</a:t>
            </a: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unik</a:t>
            </a:r>
            <a:r>
              <a:rPr dirty="0" smtClean="0" sz="1800" spc="0" b="1">
                <a:latin typeface="Georgia"/>
                <a:cs typeface="Georgia"/>
              </a:rPr>
              <a:t>a</a:t>
            </a:r>
            <a:r>
              <a:rPr dirty="0" smtClean="0" sz="1800" spc="0" b="1">
                <a:latin typeface="Georgia"/>
                <a:cs typeface="Georgia"/>
              </a:rPr>
              <a:t>si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B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r>
              <a:rPr dirty="0" smtClean="0" sz="1800" spc="0" b="1">
                <a:latin typeface="Georgia"/>
                <a:cs typeface="Georgia"/>
              </a:rPr>
              <a:t>g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r>
              <a:rPr dirty="0" smtClean="0" sz="1800" spc="0" b="1">
                <a:latin typeface="Georgia"/>
                <a:cs typeface="Georgia"/>
              </a:rPr>
              <a:t>a</a:t>
            </a:r>
            <a:r>
              <a:rPr dirty="0" smtClean="0" sz="1800" spc="0" b="1">
                <a:latin typeface="Georgia"/>
                <a:cs typeface="Georgia"/>
              </a:rPr>
              <a:t>k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S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lul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464040" y="6472848"/>
            <a:ext cx="327862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-4" b="1">
                <a:latin typeface="Georgia"/>
                <a:cs typeface="Georgia"/>
              </a:rPr>
              <a:t>27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52348" y="934974"/>
            <a:ext cx="88979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6" name="object 6"/>
          <p:cNvSpPr txBox="1"/>
          <p:nvPr/>
        </p:nvSpPr>
        <p:spPr>
          <a:xfrm>
            <a:off x="2019286" y="934974"/>
            <a:ext cx="88979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" name="object 5"/>
          <p:cNvSpPr txBox="1"/>
          <p:nvPr/>
        </p:nvSpPr>
        <p:spPr>
          <a:xfrm>
            <a:off x="2286224" y="934974"/>
            <a:ext cx="177958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" name="object 4"/>
          <p:cNvSpPr txBox="1"/>
          <p:nvPr/>
        </p:nvSpPr>
        <p:spPr>
          <a:xfrm>
            <a:off x="2582703" y="934974"/>
            <a:ext cx="177958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" name="object 3"/>
          <p:cNvSpPr txBox="1"/>
          <p:nvPr/>
        </p:nvSpPr>
        <p:spPr>
          <a:xfrm>
            <a:off x="3037566" y="934974"/>
            <a:ext cx="88979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" name="object 2"/>
          <p:cNvSpPr txBox="1"/>
          <p:nvPr/>
        </p:nvSpPr>
        <p:spPr>
          <a:xfrm>
            <a:off x="3329418" y="934974"/>
            <a:ext cx="88979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object 33"/>
          <p:cNvSpPr/>
          <p:nvPr/>
        </p:nvSpPr>
        <p:spPr>
          <a:xfrm>
            <a:off x="0" y="6400800"/>
            <a:ext cx="9903460" cy="457196"/>
          </a:xfrm>
          <a:custGeom>
            <a:avLst/>
            <a:gdLst/>
            <a:ahLst/>
            <a:cxnLst/>
            <a:rect l="l" t="t" r="r" b="b"/>
            <a:pathLst>
              <a:path w="9903460" h="457196">
                <a:moveTo>
                  <a:pt x="9903460" y="457196"/>
                </a:moveTo>
                <a:lnTo>
                  <a:pt x="9903460" y="0"/>
                </a:lnTo>
                <a:lnTo>
                  <a:pt x="0" y="0"/>
                </a:lnTo>
                <a:lnTo>
                  <a:pt x="0" y="457196"/>
                </a:lnTo>
                <a:lnTo>
                  <a:pt x="9903460" y="457196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4" name="object 34"/>
          <p:cNvSpPr/>
          <p:nvPr/>
        </p:nvSpPr>
        <p:spPr>
          <a:xfrm>
            <a:off x="153670" y="640207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58419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1" name="object 31"/>
          <p:cNvSpPr/>
          <p:nvPr/>
        </p:nvSpPr>
        <p:spPr>
          <a:xfrm>
            <a:off x="0" y="0"/>
            <a:ext cx="9903460" cy="609600"/>
          </a:xfrm>
          <a:custGeom>
            <a:avLst/>
            <a:gdLst/>
            <a:ahLst/>
            <a:cxnLst/>
            <a:rect l="l" t="t" r="r" b="b"/>
            <a:pathLst>
              <a:path w="9903460" h="609600">
                <a:moveTo>
                  <a:pt x="0" y="609600"/>
                </a:moveTo>
                <a:lnTo>
                  <a:pt x="9903460" y="609600"/>
                </a:lnTo>
                <a:lnTo>
                  <a:pt x="9903460" y="0"/>
                </a:lnTo>
                <a:lnTo>
                  <a:pt x="0" y="0"/>
                </a:lnTo>
                <a:lnTo>
                  <a:pt x="0" y="60960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2" name="object 32"/>
          <p:cNvSpPr/>
          <p:nvPr/>
        </p:nvSpPr>
        <p:spPr>
          <a:xfrm>
            <a:off x="111760" y="60960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76200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8" name="object 28"/>
          <p:cNvSpPr/>
          <p:nvPr/>
        </p:nvSpPr>
        <p:spPr>
          <a:xfrm>
            <a:off x="609600" y="1295400"/>
            <a:ext cx="5087620" cy="48666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9" name="object 29"/>
          <p:cNvSpPr/>
          <p:nvPr/>
        </p:nvSpPr>
        <p:spPr>
          <a:xfrm>
            <a:off x="3811270" y="3201670"/>
            <a:ext cx="1752600" cy="1828799"/>
          </a:xfrm>
          <a:custGeom>
            <a:avLst/>
            <a:gdLst/>
            <a:ahLst/>
            <a:cxnLst/>
            <a:rect l="l" t="t" r="r" b="b"/>
            <a:pathLst>
              <a:path w="1752600" h="1828800">
                <a:moveTo>
                  <a:pt x="0" y="914399"/>
                </a:moveTo>
                <a:lnTo>
                  <a:pt x="2904" y="839412"/>
                </a:lnTo>
                <a:lnTo>
                  <a:pt x="11468" y="766093"/>
                </a:lnTo>
                <a:lnTo>
                  <a:pt x="25465" y="694677"/>
                </a:lnTo>
                <a:lnTo>
                  <a:pt x="44671" y="625400"/>
                </a:lnTo>
                <a:lnTo>
                  <a:pt x="68859" y="558498"/>
                </a:lnTo>
                <a:lnTo>
                  <a:pt x="97805" y="494205"/>
                </a:lnTo>
                <a:lnTo>
                  <a:pt x="131282" y="432758"/>
                </a:lnTo>
                <a:lnTo>
                  <a:pt x="169066" y="374391"/>
                </a:lnTo>
                <a:lnTo>
                  <a:pt x="210931" y="319341"/>
                </a:lnTo>
                <a:lnTo>
                  <a:pt x="256651" y="267843"/>
                </a:lnTo>
                <a:lnTo>
                  <a:pt x="306001" y="220131"/>
                </a:lnTo>
                <a:lnTo>
                  <a:pt x="358755" y="176442"/>
                </a:lnTo>
                <a:lnTo>
                  <a:pt x="414689" y="137011"/>
                </a:lnTo>
                <a:lnTo>
                  <a:pt x="473576" y="102074"/>
                </a:lnTo>
                <a:lnTo>
                  <a:pt x="535191" y="71866"/>
                </a:lnTo>
                <a:lnTo>
                  <a:pt x="599309" y="46622"/>
                </a:lnTo>
                <a:lnTo>
                  <a:pt x="665705" y="26578"/>
                </a:lnTo>
                <a:lnTo>
                  <a:pt x="734152" y="11969"/>
                </a:lnTo>
                <a:lnTo>
                  <a:pt x="804425" y="3031"/>
                </a:lnTo>
                <a:lnTo>
                  <a:pt x="876300" y="0"/>
                </a:lnTo>
                <a:lnTo>
                  <a:pt x="948174" y="3031"/>
                </a:lnTo>
                <a:lnTo>
                  <a:pt x="1018447" y="11969"/>
                </a:lnTo>
                <a:lnTo>
                  <a:pt x="1086894" y="26578"/>
                </a:lnTo>
                <a:lnTo>
                  <a:pt x="1153290" y="46622"/>
                </a:lnTo>
                <a:lnTo>
                  <a:pt x="1217408" y="71866"/>
                </a:lnTo>
                <a:lnTo>
                  <a:pt x="1279023" y="102074"/>
                </a:lnTo>
                <a:lnTo>
                  <a:pt x="1337910" y="137011"/>
                </a:lnTo>
                <a:lnTo>
                  <a:pt x="1393844" y="176442"/>
                </a:lnTo>
                <a:lnTo>
                  <a:pt x="1446598" y="220131"/>
                </a:lnTo>
                <a:lnTo>
                  <a:pt x="1495948" y="267843"/>
                </a:lnTo>
                <a:lnTo>
                  <a:pt x="1541668" y="319341"/>
                </a:lnTo>
                <a:lnTo>
                  <a:pt x="1583533" y="374391"/>
                </a:lnTo>
                <a:lnTo>
                  <a:pt x="1621317" y="432758"/>
                </a:lnTo>
                <a:lnTo>
                  <a:pt x="1654794" y="494205"/>
                </a:lnTo>
                <a:lnTo>
                  <a:pt x="1683740" y="558498"/>
                </a:lnTo>
                <a:lnTo>
                  <a:pt x="1707928" y="625400"/>
                </a:lnTo>
                <a:lnTo>
                  <a:pt x="1727134" y="694677"/>
                </a:lnTo>
                <a:lnTo>
                  <a:pt x="1741131" y="766093"/>
                </a:lnTo>
                <a:lnTo>
                  <a:pt x="1749695" y="839412"/>
                </a:lnTo>
                <a:lnTo>
                  <a:pt x="1752600" y="914399"/>
                </a:lnTo>
                <a:lnTo>
                  <a:pt x="1749695" y="989387"/>
                </a:lnTo>
                <a:lnTo>
                  <a:pt x="1741131" y="1062706"/>
                </a:lnTo>
                <a:lnTo>
                  <a:pt x="1727134" y="1134122"/>
                </a:lnTo>
                <a:lnTo>
                  <a:pt x="1707928" y="1203399"/>
                </a:lnTo>
                <a:lnTo>
                  <a:pt x="1683740" y="1270301"/>
                </a:lnTo>
                <a:lnTo>
                  <a:pt x="1654794" y="1334594"/>
                </a:lnTo>
                <a:lnTo>
                  <a:pt x="1621317" y="1396041"/>
                </a:lnTo>
                <a:lnTo>
                  <a:pt x="1583533" y="1454408"/>
                </a:lnTo>
                <a:lnTo>
                  <a:pt x="1541668" y="1509458"/>
                </a:lnTo>
                <a:lnTo>
                  <a:pt x="1495948" y="1560957"/>
                </a:lnTo>
                <a:lnTo>
                  <a:pt x="1446598" y="1608668"/>
                </a:lnTo>
                <a:lnTo>
                  <a:pt x="1393844" y="1652357"/>
                </a:lnTo>
                <a:lnTo>
                  <a:pt x="1337910" y="1691788"/>
                </a:lnTo>
                <a:lnTo>
                  <a:pt x="1279023" y="1726725"/>
                </a:lnTo>
                <a:lnTo>
                  <a:pt x="1217408" y="1756933"/>
                </a:lnTo>
                <a:lnTo>
                  <a:pt x="1153290" y="1782177"/>
                </a:lnTo>
                <a:lnTo>
                  <a:pt x="1086894" y="1802221"/>
                </a:lnTo>
                <a:lnTo>
                  <a:pt x="1018447" y="1816830"/>
                </a:lnTo>
                <a:lnTo>
                  <a:pt x="948174" y="1825768"/>
                </a:lnTo>
                <a:lnTo>
                  <a:pt x="876300" y="1828799"/>
                </a:lnTo>
                <a:lnTo>
                  <a:pt x="804425" y="1825768"/>
                </a:lnTo>
                <a:lnTo>
                  <a:pt x="734152" y="1816830"/>
                </a:lnTo>
                <a:lnTo>
                  <a:pt x="665705" y="1802221"/>
                </a:lnTo>
                <a:lnTo>
                  <a:pt x="599309" y="1782177"/>
                </a:lnTo>
                <a:lnTo>
                  <a:pt x="535191" y="1756933"/>
                </a:lnTo>
                <a:lnTo>
                  <a:pt x="473576" y="1726725"/>
                </a:lnTo>
                <a:lnTo>
                  <a:pt x="414689" y="1691788"/>
                </a:lnTo>
                <a:lnTo>
                  <a:pt x="358755" y="1652357"/>
                </a:lnTo>
                <a:lnTo>
                  <a:pt x="306001" y="1608668"/>
                </a:lnTo>
                <a:lnTo>
                  <a:pt x="256651" y="1560957"/>
                </a:lnTo>
                <a:lnTo>
                  <a:pt x="210931" y="1509458"/>
                </a:lnTo>
                <a:lnTo>
                  <a:pt x="169066" y="1454408"/>
                </a:lnTo>
                <a:lnTo>
                  <a:pt x="131282" y="1396041"/>
                </a:lnTo>
                <a:lnTo>
                  <a:pt x="97805" y="1334594"/>
                </a:lnTo>
                <a:lnTo>
                  <a:pt x="68859" y="1270301"/>
                </a:lnTo>
                <a:lnTo>
                  <a:pt x="44671" y="1203399"/>
                </a:lnTo>
                <a:lnTo>
                  <a:pt x="25465" y="1134122"/>
                </a:lnTo>
                <a:lnTo>
                  <a:pt x="11468" y="1062706"/>
                </a:lnTo>
                <a:lnTo>
                  <a:pt x="2904" y="989387"/>
                </a:lnTo>
                <a:lnTo>
                  <a:pt x="0" y="914399"/>
                </a:lnTo>
                <a:close/>
              </a:path>
            </a:pathLst>
          </a:custGeom>
          <a:ln w="38100">
            <a:solidFill>
              <a:srgbClr val="FF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0" name="object 30"/>
          <p:cNvSpPr/>
          <p:nvPr/>
        </p:nvSpPr>
        <p:spPr>
          <a:xfrm>
            <a:off x="5563870" y="4167251"/>
            <a:ext cx="843152" cy="272034"/>
          </a:xfrm>
          <a:custGeom>
            <a:avLst/>
            <a:gdLst/>
            <a:ahLst/>
            <a:cxnLst/>
            <a:rect l="l" t="t" r="r" b="b"/>
            <a:pathLst>
              <a:path w="843152" h="272034">
                <a:moveTo>
                  <a:pt x="105286" y="73476"/>
                </a:moveTo>
                <a:lnTo>
                  <a:pt x="833246" y="272034"/>
                </a:lnTo>
                <a:lnTo>
                  <a:pt x="843152" y="235204"/>
                </a:lnTo>
                <a:lnTo>
                  <a:pt x="115309" y="36768"/>
                </a:lnTo>
                <a:lnTo>
                  <a:pt x="96900" y="31750"/>
                </a:lnTo>
                <a:lnTo>
                  <a:pt x="86867" y="68453"/>
                </a:lnTo>
                <a:lnTo>
                  <a:pt x="105286" y="73476"/>
                </a:lnTo>
                <a:close/>
              </a:path>
              <a:path w="843152" h="272034">
                <a:moveTo>
                  <a:pt x="115309" y="36768"/>
                </a:moveTo>
                <a:lnTo>
                  <a:pt x="125349" y="0"/>
                </a:lnTo>
                <a:lnTo>
                  <a:pt x="0" y="25018"/>
                </a:lnTo>
                <a:lnTo>
                  <a:pt x="95250" y="110236"/>
                </a:lnTo>
                <a:lnTo>
                  <a:pt x="105286" y="73476"/>
                </a:lnTo>
                <a:lnTo>
                  <a:pt x="86867" y="68453"/>
                </a:lnTo>
                <a:lnTo>
                  <a:pt x="96900" y="31750"/>
                </a:lnTo>
                <a:lnTo>
                  <a:pt x="115309" y="3676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4" name="object 24"/>
          <p:cNvSpPr/>
          <p:nvPr/>
        </p:nvSpPr>
        <p:spPr>
          <a:xfrm>
            <a:off x="6675409" y="2860278"/>
            <a:ext cx="38997" cy="22172"/>
          </a:xfrm>
          <a:custGeom>
            <a:avLst/>
            <a:gdLst/>
            <a:ahLst/>
            <a:cxnLst/>
            <a:rect l="l" t="t" r="r" b="b"/>
            <a:pathLst>
              <a:path w="38997" h="22172">
                <a:moveTo>
                  <a:pt x="0" y="22172"/>
                </a:moveTo>
                <a:lnTo>
                  <a:pt x="38997" y="0"/>
                </a:lnTo>
              </a:path>
            </a:pathLst>
          </a:custGeom>
          <a:ln w="1234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5" name="object 25"/>
          <p:cNvSpPr/>
          <p:nvPr/>
        </p:nvSpPr>
        <p:spPr>
          <a:xfrm>
            <a:off x="6714406" y="2866436"/>
            <a:ext cx="55707" cy="102865"/>
          </a:xfrm>
          <a:custGeom>
            <a:avLst/>
            <a:gdLst/>
            <a:ahLst/>
            <a:cxnLst/>
            <a:rect l="l" t="t" r="r" b="b"/>
            <a:pathLst>
              <a:path w="55707" h="102865">
                <a:moveTo>
                  <a:pt x="0" y="0"/>
                </a:moveTo>
                <a:lnTo>
                  <a:pt x="55707" y="102865"/>
                </a:lnTo>
              </a:path>
            </a:pathLst>
          </a:custGeom>
          <a:ln w="2535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6" name="object 26"/>
          <p:cNvSpPr/>
          <p:nvPr/>
        </p:nvSpPr>
        <p:spPr>
          <a:xfrm>
            <a:off x="6776928" y="2663168"/>
            <a:ext cx="74284" cy="306133"/>
          </a:xfrm>
          <a:custGeom>
            <a:avLst/>
            <a:gdLst/>
            <a:ahLst/>
            <a:cxnLst/>
            <a:rect l="l" t="t" r="r" b="b"/>
            <a:pathLst>
              <a:path w="74284" h="306133">
                <a:moveTo>
                  <a:pt x="0" y="306133"/>
                </a:moveTo>
                <a:lnTo>
                  <a:pt x="74284" y="0"/>
                </a:lnTo>
              </a:path>
            </a:pathLst>
          </a:custGeom>
          <a:ln w="1237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7" name="object 27"/>
          <p:cNvSpPr/>
          <p:nvPr/>
        </p:nvSpPr>
        <p:spPr>
          <a:xfrm>
            <a:off x="6851213" y="2663168"/>
            <a:ext cx="400500" cy="0"/>
          </a:xfrm>
          <a:custGeom>
            <a:avLst/>
            <a:gdLst/>
            <a:ahLst/>
            <a:cxnLst/>
            <a:rect l="l" t="t" r="r" b="b"/>
            <a:pathLst>
              <a:path w="400500" h="0">
                <a:moveTo>
                  <a:pt x="0" y="0"/>
                </a:moveTo>
                <a:lnTo>
                  <a:pt x="400500" y="0"/>
                </a:lnTo>
              </a:path>
            </a:pathLst>
          </a:custGeom>
          <a:ln w="1233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78740" y="159670"/>
            <a:ext cx="375920" cy="330200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dirty="0" smtClean="0" sz="2400" b="1">
                <a:latin typeface="Arial"/>
                <a:cs typeface="Arial"/>
              </a:rPr>
              <a:t>B.</a:t>
            </a:r>
            <a:endParaRPr sz="24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67359" y="159670"/>
            <a:ext cx="2612542" cy="330200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dirty="0" smtClean="0" sz="2400" spc="0" b="1">
                <a:latin typeface="Arial"/>
                <a:cs typeface="Arial"/>
              </a:rPr>
              <a:t>Freq</a:t>
            </a:r>
            <a:r>
              <a:rPr dirty="0" smtClean="0" sz="2400" spc="0" b="1">
                <a:latin typeface="Arial"/>
                <a:cs typeface="Arial"/>
              </a:rPr>
              <a:t>u</a:t>
            </a:r>
            <a:r>
              <a:rPr dirty="0" smtClean="0" sz="2400" spc="0" b="1">
                <a:latin typeface="Arial"/>
                <a:cs typeface="Arial"/>
              </a:rPr>
              <a:t>ency</a:t>
            </a:r>
            <a:r>
              <a:rPr dirty="0" smtClean="0" sz="2400" spc="0" b="1">
                <a:latin typeface="Arial"/>
                <a:cs typeface="Arial"/>
              </a:rPr>
              <a:t> </a:t>
            </a:r>
            <a:r>
              <a:rPr dirty="0" smtClean="0" sz="2400" spc="0" b="1">
                <a:latin typeface="Arial"/>
                <a:cs typeface="Arial"/>
              </a:rPr>
              <a:t>R</a:t>
            </a:r>
            <a:r>
              <a:rPr dirty="0" smtClean="0" sz="2400" spc="0" b="1">
                <a:latin typeface="Arial"/>
                <a:cs typeface="Arial"/>
              </a:rPr>
              <a:t>e</a:t>
            </a:r>
            <a:r>
              <a:rPr dirty="0" smtClean="0" sz="2400" spc="0" b="1">
                <a:latin typeface="Arial"/>
                <a:cs typeface="Arial"/>
              </a:rPr>
              <a:t>use</a:t>
            </a:r>
            <a:endParaRPr sz="24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59740" y="713727"/>
            <a:ext cx="3230793" cy="381317"/>
          </a:xfrm>
          <a:prstGeom prst="rect">
            <a:avLst/>
          </a:prstGeom>
        </p:spPr>
        <p:txBody>
          <a:bodyPr wrap="square" lIns="0" tIns="18796" rIns="0" bIns="0" rtlCol="0">
            <a:noAutofit/>
          </a:bodyPr>
          <a:lstStyle/>
          <a:p>
            <a:pPr marL="12700">
              <a:lnSpc>
                <a:spcPts val="2960"/>
              </a:lnSpc>
            </a:pPr>
            <a:r>
              <a:rPr dirty="0" smtClean="0" sz="2800" spc="0" b="1" u="heavy">
                <a:solidFill>
                  <a:srgbClr val="3333CC"/>
                </a:solidFill>
                <a:latin typeface="Times New Roman"/>
                <a:cs typeface="Times New Roman"/>
              </a:rPr>
              <a:t>Con</a:t>
            </a:r>
            <a:r>
              <a:rPr dirty="0" smtClean="0" sz="2800" spc="0" b="1" u="heavy">
                <a:solidFill>
                  <a:srgbClr val="3333CC"/>
                </a:solidFill>
                <a:latin typeface="Times New Roman"/>
                <a:cs typeface="Times New Roman"/>
              </a:rPr>
              <a:t>t</a:t>
            </a:r>
            <a:r>
              <a:rPr dirty="0" smtClean="0" sz="2800" spc="0" b="1" u="heavy">
                <a:solidFill>
                  <a:srgbClr val="3333CC"/>
                </a:solidFill>
                <a:latin typeface="Times New Roman"/>
                <a:cs typeface="Times New Roman"/>
              </a:rPr>
              <a:t>oh</a:t>
            </a:r>
            <a:r>
              <a:rPr dirty="0" smtClean="0" sz="2800" spc="0" b="1" u="heavy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2800" spc="0" b="1" u="heavy">
                <a:solidFill>
                  <a:srgbClr val="3333CC"/>
                </a:solidFill>
                <a:latin typeface="Times New Roman"/>
                <a:cs typeface="Times New Roman"/>
              </a:rPr>
              <a:t>#</a:t>
            </a:r>
            <a:r>
              <a:rPr dirty="0" smtClean="0" sz="2800" spc="0" b="1" u="heavy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2800" spc="0" b="1" u="heavy">
                <a:solidFill>
                  <a:srgbClr val="3333CC"/>
                </a:solidFill>
                <a:latin typeface="Times New Roman"/>
                <a:cs typeface="Times New Roman"/>
              </a:rPr>
              <a:t>5</a:t>
            </a:r>
            <a:r>
              <a:rPr dirty="0" smtClean="0" sz="2800" spc="0" b="1" u="heavy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2800" spc="0" b="1" u="heavy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2800" spc="0" b="1" u="heavy">
                <a:solidFill>
                  <a:srgbClr val="3333CC"/>
                </a:solidFill>
                <a:latin typeface="Times New Roman"/>
                <a:cs typeface="Times New Roman"/>
              </a:rPr>
              <a:t>:</a:t>
            </a:r>
            <a:r>
              <a:rPr dirty="0" smtClean="0" sz="2800" spc="0" b="1" u="heavy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2800" spc="0" b="1" u="heavy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2800" spc="0" b="1" u="heavy">
                <a:solidFill>
                  <a:srgbClr val="3333CC"/>
                </a:solidFill>
                <a:latin typeface="Times New Roman"/>
                <a:cs typeface="Times New Roman"/>
              </a:rPr>
              <a:t>K</a:t>
            </a:r>
            <a:r>
              <a:rPr dirty="0" smtClean="0" sz="2800" spc="0" b="1" u="heavy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2800" spc="0" b="1" u="heavy">
                <a:solidFill>
                  <a:srgbClr val="3333CC"/>
                </a:solidFill>
                <a:latin typeface="Times New Roman"/>
                <a:cs typeface="Times New Roman"/>
              </a:rPr>
              <a:t>=</a:t>
            </a:r>
            <a:r>
              <a:rPr dirty="0" smtClean="0" sz="2800" spc="0" b="1" u="heavy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2800" spc="0" b="1" u="heavy">
                <a:solidFill>
                  <a:srgbClr val="3333CC"/>
                </a:solidFill>
                <a:latin typeface="Times New Roman"/>
                <a:cs typeface="Times New Roman"/>
              </a:rPr>
              <a:t>19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892925" y="710131"/>
            <a:ext cx="2969996" cy="470199"/>
          </a:xfrm>
          <a:prstGeom prst="rect">
            <a:avLst/>
          </a:prstGeom>
        </p:spPr>
        <p:txBody>
          <a:bodyPr wrap="square" lIns="0" tIns="12319" rIns="0" bIns="0" rtlCol="0">
            <a:noAutofit/>
          </a:bodyPr>
          <a:lstStyle/>
          <a:p>
            <a:pPr marL="12700">
              <a:lnSpc>
                <a:spcPts val="1939"/>
              </a:lnSpc>
            </a:pPr>
            <a:r>
              <a:rPr dirty="0" smtClean="0" sz="1800" spc="-1" b="1">
                <a:solidFill>
                  <a:srgbClr val="3333CC"/>
                </a:solidFill>
                <a:latin typeface="Times New Roman"/>
                <a:cs typeface="Times New Roman"/>
              </a:rPr>
              <a:t>Kaidah</a:t>
            </a:r>
            <a:r>
              <a:rPr dirty="0" smtClean="0" sz="1800" spc="-1" b="1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1800" spc="-1" b="1">
                <a:solidFill>
                  <a:srgbClr val="3333CC"/>
                </a:solidFill>
                <a:latin typeface="Times New Roman"/>
                <a:cs typeface="Times New Roman"/>
              </a:rPr>
              <a:t>Penentuan</a:t>
            </a:r>
            <a:r>
              <a:rPr dirty="0" smtClean="0" sz="1800" spc="-1" b="1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1800" spc="-1" b="1">
                <a:solidFill>
                  <a:srgbClr val="3333CC"/>
                </a:solidFill>
                <a:latin typeface="Times New Roman"/>
                <a:cs typeface="Times New Roman"/>
              </a:rPr>
              <a:t>No</a:t>
            </a:r>
            <a:r>
              <a:rPr dirty="0" smtClean="0" sz="1800" spc="-1" b="1">
                <a:solidFill>
                  <a:srgbClr val="3333CC"/>
                </a:solidFill>
                <a:latin typeface="Times New Roman"/>
                <a:cs typeface="Times New Roman"/>
              </a:rPr>
              <a:t>m</a:t>
            </a:r>
            <a:r>
              <a:rPr dirty="0" smtClean="0" sz="1800" spc="-1" b="1">
                <a:solidFill>
                  <a:srgbClr val="3333CC"/>
                </a:solidFill>
                <a:latin typeface="Times New Roman"/>
                <a:cs typeface="Times New Roman"/>
              </a:rPr>
              <a:t>or</a:t>
            </a:r>
            <a:r>
              <a:rPr dirty="0" smtClean="0" sz="1800" spc="-1" b="1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1800" spc="-1" b="1">
                <a:solidFill>
                  <a:srgbClr val="3333CC"/>
                </a:solidFill>
                <a:latin typeface="Times New Roman"/>
                <a:cs typeface="Times New Roman"/>
              </a:rPr>
              <a:t>Sel</a:t>
            </a:r>
            <a:endParaRPr sz="1800">
              <a:latin typeface="Times New Roman"/>
              <a:cs typeface="Times New Roman"/>
            </a:endParaRPr>
          </a:p>
          <a:p>
            <a:pPr marL="802640" marR="5993">
              <a:lnSpc>
                <a:spcPts val="1700"/>
              </a:lnSpc>
            </a:pPr>
            <a:r>
              <a:rPr dirty="0" smtClean="0" sz="1400">
                <a:solidFill>
                  <a:srgbClr val="3333CC"/>
                </a:solidFill>
                <a:latin typeface="Symbol"/>
                <a:cs typeface="Symbol"/>
              </a:rPr>
              <a:t></a:t>
            </a:r>
            <a:r>
              <a:rPr dirty="0" smtClean="0" sz="1400" spc="-2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1400" spc="-2" b="1">
                <a:solidFill>
                  <a:srgbClr val="3333CC"/>
                </a:solidFill>
                <a:latin typeface="Times New Roman"/>
                <a:cs typeface="Times New Roman"/>
              </a:rPr>
              <a:t>K</a:t>
            </a:r>
            <a:r>
              <a:rPr dirty="0" smtClean="0" sz="1400" spc="-2" b="1">
                <a:solidFill>
                  <a:srgbClr val="3333CC"/>
                </a:solidFill>
                <a:latin typeface="Times New Roman"/>
                <a:cs typeface="Times New Roman"/>
              </a:rPr>
              <a:t>a</a:t>
            </a:r>
            <a:r>
              <a:rPr dirty="0" smtClean="0" sz="1400" spc="-2" b="1">
                <a:solidFill>
                  <a:srgbClr val="3333CC"/>
                </a:solidFill>
                <a:latin typeface="Times New Roman"/>
                <a:cs typeface="Times New Roman"/>
              </a:rPr>
              <a:t>i</a:t>
            </a:r>
            <a:r>
              <a:rPr dirty="0" smtClean="0" sz="1400" spc="-2" b="1">
                <a:solidFill>
                  <a:srgbClr val="3333CC"/>
                </a:solidFill>
                <a:latin typeface="Times New Roman"/>
                <a:cs typeface="Times New Roman"/>
              </a:rPr>
              <a:t>dah</a:t>
            </a:r>
            <a:r>
              <a:rPr dirty="0" smtClean="0" sz="1400" spc="-2" b="1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1400" spc="-2" b="1">
                <a:solidFill>
                  <a:srgbClr val="3333CC"/>
                </a:solidFill>
                <a:latin typeface="Times New Roman"/>
                <a:cs typeface="Times New Roman"/>
              </a:rPr>
              <a:t>P</a:t>
            </a:r>
            <a:r>
              <a:rPr dirty="0" smtClean="0" sz="1400" spc="-2" b="1">
                <a:solidFill>
                  <a:srgbClr val="3333CC"/>
                </a:solidFill>
                <a:latin typeface="Times New Roman"/>
                <a:cs typeface="Times New Roman"/>
              </a:rPr>
              <a:t>ar</a:t>
            </a:r>
            <a:r>
              <a:rPr dirty="0" smtClean="0" sz="1400" spc="-2" b="1">
                <a:solidFill>
                  <a:srgbClr val="3333CC"/>
                </a:solidFill>
                <a:latin typeface="Times New Roman"/>
                <a:cs typeface="Times New Roman"/>
              </a:rPr>
              <a:t>a</a:t>
            </a:r>
            <a:r>
              <a:rPr dirty="0" smtClean="0" sz="1400" spc="-2" b="1">
                <a:solidFill>
                  <a:srgbClr val="3333CC"/>
                </a:solidFill>
                <a:latin typeface="Times New Roman"/>
                <a:cs typeface="Times New Roman"/>
              </a:rPr>
              <a:t>m</a:t>
            </a:r>
            <a:r>
              <a:rPr dirty="0" smtClean="0" sz="1400" spc="-2" b="1">
                <a:solidFill>
                  <a:srgbClr val="3333CC"/>
                </a:solidFill>
                <a:latin typeface="Times New Roman"/>
                <a:cs typeface="Times New Roman"/>
              </a:rPr>
              <a:t>e</a:t>
            </a:r>
            <a:r>
              <a:rPr dirty="0" smtClean="0" sz="1400" spc="-2" b="1">
                <a:solidFill>
                  <a:srgbClr val="3333CC"/>
                </a:solidFill>
                <a:latin typeface="Times New Roman"/>
                <a:cs typeface="Times New Roman"/>
              </a:rPr>
              <a:t>t</a:t>
            </a:r>
            <a:r>
              <a:rPr dirty="0" smtClean="0" sz="1400" spc="-2" b="1">
                <a:solidFill>
                  <a:srgbClr val="3333CC"/>
                </a:solidFill>
                <a:latin typeface="Times New Roman"/>
                <a:cs typeface="Times New Roman"/>
              </a:rPr>
              <a:t>er</a:t>
            </a:r>
            <a:r>
              <a:rPr dirty="0" smtClean="0" sz="1400" spc="-2" b="1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1400" spc="-2" b="1">
                <a:solidFill>
                  <a:srgbClr val="3333CC"/>
                </a:solidFill>
                <a:latin typeface="Times New Roman"/>
                <a:cs typeface="Times New Roman"/>
              </a:rPr>
              <a:t>G</a:t>
            </a:r>
            <a:r>
              <a:rPr dirty="0" smtClean="0" sz="1400" spc="-2" b="1">
                <a:solidFill>
                  <a:srgbClr val="3333CC"/>
                </a:solidFill>
                <a:latin typeface="Times New Roman"/>
                <a:cs typeface="Times New Roman"/>
              </a:rPr>
              <a:t>e</a:t>
            </a:r>
            <a:r>
              <a:rPr dirty="0" smtClean="0" sz="1400" spc="-2" b="1">
                <a:solidFill>
                  <a:srgbClr val="3333CC"/>
                </a:solidFill>
                <a:latin typeface="Times New Roman"/>
                <a:cs typeface="Times New Roman"/>
              </a:rPr>
              <a:t>s</a:t>
            </a:r>
            <a:r>
              <a:rPr dirty="0" smtClean="0" sz="1400" spc="-2" b="1">
                <a:solidFill>
                  <a:srgbClr val="3333CC"/>
                </a:solidFill>
                <a:latin typeface="Times New Roman"/>
                <a:cs typeface="Times New Roman"/>
              </a:rPr>
              <a:t>er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119821" y="1678965"/>
            <a:ext cx="1263876" cy="333638"/>
          </a:xfrm>
          <a:prstGeom prst="rect">
            <a:avLst/>
          </a:prstGeom>
        </p:spPr>
        <p:txBody>
          <a:bodyPr wrap="square" lIns="0" tIns="16351" rIns="0" bIns="0" rtlCol="0">
            <a:noAutofit/>
          </a:bodyPr>
          <a:lstStyle/>
          <a:p>
            <a:pPr marL="12700">
              <a:lnSpc>
                <a:spcPts val="2575"/>
              </a:lnSpc>
            </a:pPr>
            <a:r>
              <a:rPr dirty="0" smtClean="0" sz="2400" spc="-43">
                <a:latin typeface="Times New Roman"/>
                <a:cs typeface="Times New Roman"/>
              </a:rPr>
              <a:t>i</a:t>
            </a:r>
            <a:r>
              <a:rPr dirty="0" smtClean="0" sz="2400" spc="-43">
                <a:latin typeface="Times New Roman"/>
                <a:cs typeface="Times New Roman"/>
              </a:rPr>
              <a:t> </a:t>
            </a:r>
            <a:r>
              <a:rPr dirty="0" smtClean="0" sz="2400" spc="0">
                <a:latin typeface="Symbol"/>
                <a:cs typeface="Symbol"/>
              </a:rPr>
              <a:t></a:t>
            </a:r>
            <a:r>
              <a:rPr dirty="0" smtClean="0" sz="2400" spc="-43">
                <a:latin typeface="Times New Roman"/>
                <a:cs typeface="Times New Roman"/>
              </a:rPr>
              <a:t> </a:t>
            </a:r>
            <a:r>
              <a:rPr dirty="0" smtClean="0" sz="2400" spc="-43">
                <a:latin typeface="Times New Roman"/>
                <a:cs typeface="Times New Roman"/>
              </a:rPr>
              <a:t>3</a:t>
            </a:r>
            <a:r>
              <a:rPr dirty="0" smtClean="0" sz="2400" spc="-43">
                <a:latin typeface="Times New Roman"/>
                <a:cs typeface="Times New Roman"/>
              </a:rPr>
              <a:t>,</a:t>
            </a:r>
            <a:r>
              <a:rPr dirty="0" smtClean="0" sz="2400" spc="-43">
                <a:latin typeface="Times New Roman"/>
                <a:cs typeface="Times New Roman"/>
              </a:rPr>
              <a:t> </a:t>
            </a:r>
            <a:r>
              <a:rPr dirty="0" smtClean="0" sz="2400" spc="-43">
                <a:latin typeface="Times New Roman"/>
                <a:cs typeface="Times New Roman"/>
              </a:rPr>
              <a:t>j</a:t>
            </a:r>
            <a:r>
              <a:rPr dirty="0" smtClean="0" sz="2400" spc="-43">
                <a:latin typeface="Times New Roman"/>
                <a:cs typeface="Times New Roman"/>
              </a:rPr>
              <a:t> </a:t>
            </a:r>
            <a:r>
              <a:rPr dirty="0" smtClean="0" sz="2400" spc="0">
                <a:latin typeface="Symbol"/>
                <a:cs typeface="Symbol"/>
              </a:rPr>
              <a:t></a:t>
            </a:r>
            <a:r>
              <a:rPr dirty="0" smtClean="0" sz="2400" spc="-43">
                <a:latin typeface="Times New Roman"/>
                <a:cs typeface="Times New Roman"/>
              </a:rPr>
              <a:t> </a:t>
            </a:r>
            <a:r>
              <a:rPr dirty="0" smtClean="0" sz="2400" spc="-43"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656499" y="2143413"/>
            <a:ext cx="266956" cy="362574"/>
          </a:xfrm>
          <a:prstGeom prst="rect">
            <a:avLst/>
          </a:prstGeom>
        </p:spPr>
        <p:txBody>
          <a:bodyPr wrap="square" lIns="0" tIns="17653" rIns="0" bIns="0" rtlCol="0">
            <a:noAutofit/>
          </a:bodyPr>
          <a:lstStyle/>
          <a:p>
            <a:pPr marL="12700">
              <a:lnSpc>
                <a:spcPts val="2780"/>
              </a:lnSpc>
            </a:pPr>
            <a:r>
              <a:rPr dirty="0" smtClean="0" sz="2400" spc="72">
                <a:latin typeface="Times New Roman"/>
                <a:cs typeface="Times New Roman"/>
              </a:rPr>
              <a:t>i</a:t>
            </a:r>
            <a:r>
              <a:rPr dirty="0" smtClean="0" baseline="41411" sz="2100" spc="72">
                <a:latin typeface="Times New Roman"/>
                <a:cs typeface="Times New Roman"/>
              </a:rPr>
              <a:t>2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598043" y="2143413"/>
            <a:ext cx="247748" cy="362574"/>
          </a:xfrm>
          <a:prstGeom prst="rect">
            <a:avLst/>
          </a:prstGeom>
        </p:spPr>
        <p:txBody>
          <a:bodyPr wrap="square" lIns="0" tIns="17653" rIns="0" bIns="0" rtlCol="0">
            <a:noAutofit/>
          </a:bodyPr>
          <a:lstStyle/>
          <a:p>
            <a:pPr marL="12700">
              <a:lnSpc>
                <a:spcPts val="2780"/>
              </a:lnSpc>
            </a:pPr>
            <a:r>
              <a:rPr dirty="0" smtClean="0" sz="2400" spc="-4">
                <a:latin typeface="Times New Roman"/>
                <a:cs typeface="Times New Roman"/>
              </a:rPr>
              <a:t>j</a:t>
            </a:r>
            <a:r>
              <a:rPr dirty="0" smtClean="0" baseline="41411" sz="2100" spc="-4">
                <a:latin typeface="Times New Roman"/>
                <a:cs typeface="Times New Roman"/>
              </a:rPr>
              <a:t>2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413857" y="2172349"/>
            <a:ext cx="252347" cy="846820"/>
          </a:xfrm>
          <a:prstGeom prst="rect">
            <a:avLst/>
          </a:prstGeom>
        </p:spPr>
        <p:txBody>
          <a:bodyPr wrap="square" lIns="0" tIns="16351" rIns="0" bIns="0" rtlCol="0">
            <a:noAutofit/>
          </a:bodyPr>
          <a:lstStyle/>
          <a:p>
            <a:pPr marL="26935">
              <a:lnSpc>
                <a:spcPts val="2575"/>
              </a:lnSpc>
            </a:pPr>
            <a:r>
              <a:rPr dirty="0" smtClean="0" sz="2400" spc="25">
                <a:latin typeface="Symbol"/>
                <a:cs typeface="Symbol"/>
              </a:rPr>
              <a:t></a:t>
            </a:r>
            <a:endParaRPr sz="2400">
              <a:latin typeface="Symbol"/>
              <a:cs typeface="Symbol"/>
            </a:endParaRPr>
          </a:p>
          <a:p>
            <a:pPr marL="12700" marR="14235">
              <a:lnSpc>
                <a:spcPct val="102091"/>
              </a:lnSpc>
              <a:spcBef>
                <a:spcPts val="1071"/>
              </a:spcBef>
            </a:pPr>
            <a:r>
              <a:rPr dirty="0" smtClean="0" sz="2400" spc="25">
                <a:latin typeface="Symbol"/>
                <a:cs typeface="Symbol"/>
              </a:rPr>
              <a:t>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928270" y="2172349"/>
            <a:ext cx="656679" cy="333638"/>
          </a:xfrm>
          <a:prstGeom prst="rect">
            <a:avLst/>
          </a:prstGeom>
        </p:spPr>
        <p:txBody>
          <a:bodyPr wrap="square" lIns="0" tIns="16351" rIns="0" bIns="0" rtlCol="0">
            <a:noAutofit/>
          </a:bodyPr>
          <a:lstStyle/>
          <a:p>
            <a:pPr marL="12700">
              <a:lnSpc>
                <a:spcPts val="2575"/>
              </a:lnSpc>
            </a:pPr>
            <a:r>
              <a:rPr dirty="0" smtClean="0" sz="2400" spc="12">
                <a:latin typeface="Symbol"/>
                <a:cs typeface="Symbol"/>
              </a:rPr>
              <a:t></a:t>
            </a:r>
            <a:r>
              <a:rPr dirty="0" smtClean="0" sz="2400" spc="-126">
                <a:latin typeface="Times New Roman"/>
                <a:cs typeface="Times New Roman"/>
              </a:rPr>
              <a:t> </a:t>
            </a:r>
            <a:r>
              <a:rPr dirty="0" smtClean="0" sz="2400" spc="-126">
                <a:latin typeface="Times New Roman"/>
                <a:cs typeface="Times New Roman"/>
              </a:rPr>
              <a:t>i</a:t>
            </a:r>
            <a:r>
              <a:rPr dirty="0" smtClean="0" sz="2400" spc="-126">
                <a:latin typeface="Times New Roman"/>
                <a:cs typeface="Times New Roman"/>
              </a:rPr>
              <a:t>j</a:t>
            </a:r>
            <a:r>
              <a:rPr dirty="0" smtClean="0" sz="2400" spc="-126">
                <a:latin typeface="Times New Roman"/>
                <a:cs typeface="Times New Roman"/>
              </a:rPr>
              <a:t> </a:t>
            </a:r>
            <a:r>
              <a:rPr dirty="0" smtClean="0" sz="2400" spc="12">
                <a:latin typeface="Symbol"/>
                <a:cs typeface="Symbol"/>
              </a:rPr>
              <a:t>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870419" y="2172349"/>
            <a:ext cx="589153" cy="333638"/>
          </a:xfrm>
          <a:prstGeom prst="rect">
            <a:avLst/>
          </a:prstGeom>
        </p:spPr>
        <p:txBody>
          <a:bodyPr wrap="square" lIns="0" tIns="16351" rIns="0" bIns="0" rtlCol="0">
            <a:noAutofit/>
          </a:bodyPr>
          <a:lstStyle/>
          <a:p>
            <a:pPr marL="12700">
              <a:lnSpc>
                <a:spcPts val="2575"/>
              </a:lnSpc>
            </a:pPr>
            <a:r>
              <a:rPr dirty="0" smtClean="0" sz="2400" spc="25">
                <a:latin typeface="Symbol"/>
                <a:cs typeface="Symbol"/>
              </a:rPr>
              <a:t></a:t>
            </a:r>
            <a:r>
              <a:rPr dirty="0" smtClean="0" sz="2400" spc="-64">
                <a:latin typeface="Times New Roman"/>
                <a:cs typeface="Times New Roman"/>
              </a:rPr>
              <a:t> </a:t>
            </a:r>
            <a:r>
              <a:rPr dirty="0" smtClean="0" sz="2400" spc="-64">
                <a:latin typeface="Times New Roman"/>
                <a:cs typeface="Times New Roman"/>
              </a:rPr>
              <a:t>19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124773" y="2177195"/>
            <a:ext cx="295134" cy="846820"/>
          </a:xfrm>
          <a:prstGeom prst="rect">
            <a:avLst/>
          </a:prstGeom>
        </p:spPr>
        <p:txBody>
          <a:bodyPr wrap="square" lIns="0" tIns="16065" rIns="0" bIns="0" rtlCol="0">
            <a:noAutofit/>
          </a:bodyPr>
          <a:lstStyle/>
          <a:p>
            <a:pPr marL="17033">
              <a:lnSpc>
                <a:spcPts val="2530"/>
              </a:lnSpc>
            </a:pPr>
            <a:r>
              <a:rPr dirty="0" smtClean="0" sz="2400" spc="33">
                <a:latin typeface="Times New Roman"/>
                <a:cs typeface="Times New Roman"/>
              </a:rPr>
              <a:t>K</a:t>
            </a:r>
            <a:endParaRPr sz="2400">
              <a:latin typeface="Times New Roman"/>
              <a:cs typeface="Times New Roman"/>
            </a:endParaRPr>
          </a:p>
          <a:p>
            <a:pPr marL="12700" marR="4333">
              <a:lnSpc>
                <a:spcPct val="95825"/>
              </a:lnSpc>
              <a:spcBef>
                <a:spcPts val="1250"/>
              </a:spcBef>
            </a:pPr>
            <a:r>
              <a:rPr dirty="0" smtClean="0" sz="2400" spc="33">
                <a:latin typeface="Times New Roman"/>
                <a:cs typeface="Times New Roman"/>
              </a:rPr>
              <a:t>Q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847777" y="2690377"/>
            <a:ext cx="710544" cy="333638"/>
          </a:xfrm>
          <a:prstGeom prst="rect">
            <a:avLst/>
          </a:prstGeom>
        </p:spPr>
        <p:txBody>
          <a:bodyPr wrap="square" lIns="0" tIns="16351" rIns="0" bIns="0" rtlCol="0">
            <a:noAutofit/>
          </a:bodyPr>
          <a:lstStyle/>
          <a:p>
            <a:pPr marL="12700">
              <a:lnSpc>
                <a:spcPts val="2575"/>
              </a:lnSpc>
            </a:pPr>
            <a:r>
              <a:rPr dirty="0" smtClean="0" sz="2400" spc="81">
                <a:latin typeface="Times New Roman"/>
                <a:cs typeface="Times New Roman"/>
              </a:rPr>
              <a:t>3</a:t>
            </a:r>
            <a:r>
              <a:rPr dirty="0" smtClean="0" sz="2400" spc="81">
                <a:latin typeface="Times New Roman"/>
                <a:cs typeface="Times New Roman"/>
              </a:rPr>
              <a:t>K</a:t>
            </a:r>
            <a:r>
              <a:rPr dirty="0" smtClean="0" sz="2400" spc="81">
                <a:latin typeface="Times New Roman"/>
                <a:cs typeface="Times New Roman"/>
              </a:rPr>
              <a:t> </a:t>
            </a:r>
            <a:r>
              <a:rPr dirty="0" smtClean="0" sz="2400" spc="25">
                <a:latin typeface="Symbol"/>
                <a:cs typeface="Symbol"/>
              </a:rPr>
              <a:t>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552230" y="2695223"/>
            <a:ext cx="607004" cy="328792"/>
          </a:xfrm>
          <a:prstGeom prst="rect">
            <a:avLst/>
          </a:prstGeom>
        </p:spPr>
        <p:txBody>
          <a:bodyPr wrap="square" lIns="0" tIns="16065" rIns="0" bIns="0" rtlCol="0">
            <a:noAutofit/>
          </a:bodyPr>
          <a:lstStyle/>
          <a:p>
            <a:pPr marL="12700">
              <a:lnSpc>
                <a:spcPts val="2530"/>
              </a:lnSpc>
            </a:pPr>
            <a:r>
              <a:rPr dirty="0" smtClean="0" sz="2400" spc="27">
                <a:latin typeface="Times New Roman"/>
                <a:cs typeface="Times New Roman"/>
              </a:rPr>
              <a:t>7</a:t>
            </a:r>
            <a:r>
              <a:rPr dirty="0" smtClean="0" sz="2400" spc="27">
                <a:latin typeface="Times New Roman"/>
                <a:cs typeface="Times New Roman"/>
              </a:rPr>
              <a:t>,</a:t>
            </a:r>
            <a:r>
              <a:rPr dirty="0" smtClean="0" sz="2400" spc="27">
                <a:latin typeface="Times New Roman"/>
                <a:cs typeface="Times New Roman"/>
              </a:rPr>
              <a:t>55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557391" y="4274663"/>
            <a:ext cx="969128" cy="330517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>
                <a:latin typeface="Times New Roman"/>
                <a:cs typeface="Times New Roman"/>
              </a:rPr>
              <a:t>K</a:t>
            </a:r>
            <a:r>
              <a:rPr dirty="0" smtClean="0" sz="2400">
                <a:latin typeface="Times New Roman"/>
                <a:cs typeface="Times New Roman"/>
              </a:rPr>
              <a:t>l</a:t>
            </a:r>
            <a:r>
              <a:rPr dirty="0" smtClean="0" sz="2400">
                <a:latin typeface="Times New Roman"/>
                <a:cs typeface="Times New Roman"/>
              </a:rPr>
              <a:t>u</a:t>
            </a:r>
            <a:r>
              <a:rPr dirty="0" smtClean="0" sz="2400">
                <a:latin typeface="Times New Roman"/>
                <a:cs typeface="Times New Roman"/>
              </a:rPr>
              <a:t>s</a:t>
            </a:r>
            <a:r>
              <a:rPr dirty="0" smtClean="0" sz="2400">
                <a:latin typeface="Times New Roman"/>
                <a:cs typeface="Times New Roman"/>
              </a:rPr>
              <a:t>t</a:t>
            </a:r>
            <a:r>
              <a:rPr dirty="0" smtClean="0" sz="2400">
                <a:latin typeface="Times New Roman"/>
                <a:cs typeface="Times New Roman"/>
              </a:rPr>
              <a:t>er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1140" y="6472848"/>
            <a:ext cx="5475228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o</a:t>
            </a:r>
            <a:r>
              <a:rPr dirty="0" smtClean="0" sz="1800" spc="0" b="1">
                <a:latin typeface="Georgia"/>
                <a:cs typeface="Georgia"/>
              </a:rPr>
              <a:t>d</a:t>
            </a:r>
            <a:r>
              <a:rPr dirty="0" smtClean="0" sz="1800" spc="0" b="1">
                <a:latin typeface="Georgia"/>
                <a:cs typeface="Georgia"/>
              </a:rPr>
              <a:t>ul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3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S</a:t>
            </a:r>
            <a:r>
              <a:rPr dirty="0" smtClean="0" sz="1800" spc="0" b="1">
                <a:latin typeface="Georgia"/>
                <a:cs typeface="Georgia"/>
              </a:rPr>
              <a:t>istem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K</a:t>
            </a:r>
            <a:r>
              <a:rPr dirty="0" smtClean="0" sz="1800" spc="0" b="1">
                <a:latin typeface="Georgia"/>
                <a:cs typeface="Georgia"/>
              </a:rPr>
              <a:t>o</a:t>
            </a: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unik</a:t>
            </a:r>
            <a:r>
              <a:rPr dirty="0" smtClean="0" sz="1800" spc="0" b="1">
                <a:latin typeface="Georgia"/>
                <a:cs typeface="Georgia"/>
              </a:rPr>
              <a:t>a</a:t>
            </a:r>
            <a:r>
              <a:rPr dirty="0" smtClean="0" sz="1800" spc="0" b="1">
                <a:latin typeface="Georgia"/>
                <a:cs typeface="Georgia"/>
              </a:rPr>
              <a:t>si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B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r>
              <a:rPr dirty="0" smtClean="0" sz="1800" spc="0" b="1">
                <a:latin typeface="Georgia"/>
                <a:cs typeface="Georgia"/>
              </a:rPr>
              <a:t>g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r>
              <a:rPr dirty="0" smtClean="0" sz="1800" spc="0" b="1">
                <a:latin typeface="Georgia"/>
                <a:cs typeface="Georgia"/>
              </a:rPr>
              <a:t>a</a:t>
            </a:r>
            <a:r>
              <a:rPr dirty="0" smtClean="0" sz="1800" spc="0" b="1">
                <a:latin typeface="Georgia"/>
                <a:cs typeface="Georgia"/>
              </a:rPr>
              <a:t>k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S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lul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436100" y="6472848"/>
            <a:ext cx="355767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-4" b="1">
                <a:latin typeface="Georgia"/>
                <a:cs typeface="Georgia"/>
              </a:rPr>
              <a:t>28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01054" y="873125"/>
            <a:ext cx="88979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6" name="object 6"/>
          <p:cNvSpPr txBox="1"/>
          <p:nvPr/>
        </p:nvSpPr>
        <p:spPr>
          <a:xfrm>
            <a:off x="1867992" y="873125"/>
            <a:ext cx="88979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" name="object 5"/>
          <p:cNvSpPr txBox="1"/>
          <p:nvPr/>
        </p:nvSpPr>
        <p:spPr>
          <a:xfrm>
            <a:off x="2134930" y="873125"/>
            <a:ext cx="177958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" name="object 4"/>
          <p:cNvSpPr txBox="1"/>
          <p:nvPr/>
        </p:nvSpPr>
        <p:spPr>
          <a:xfrm>
            <a:off x="2431409" y="873125"/>
            <a:ext cx="179382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" name="object 3"/>
          <p:cNvSpPr txBox="1"/>
          <p:nvPr/>
        </p:nvSpPr>
        <p:spPr>
          <a:xfrm>
            <a:off x="2887696" y="873125"/>
            <a:ext cx="88979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" name="object 2"/>
          <p:cNvSpPr txBox="1"/>
          <p:nvPr/>
        </p:nvSpPr>
        <p:spPr>
          <a:xfrm>
            <a:off x="3179548" y="873125"/>
            <a:ext cx="88979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object 24"/>
          <p:cNvSpPr/>
          <p:nvPr/>
        </p:nvSpPr>
        <p:spPr>
          <a:xfrm>
            <a:off x="0" y="6400800"/>
            <a:ext cx="9903460" cy="457196"/>
          </a:xfrm>
          <a:custGeom>
            <a:avLst/>
            <a:gdLst/>
            <a:ahLst/>
            <a:cxnLst/>
            <a:rect l="l" t="t" r="r" b="b"/>
            <a:pathLst>
              <a:path w="9903460" h="457196">
                <a:moveTo>
                  <a:pt x="9903460" y="457196"/>
                </a:moveTo>
                <a:lnTo>
                  <a:pt x="9903460" y="0"/>
                </a:lnTo>
                <a:lnTo>
                  <a:pt x="0" y="0"/>
                </a:lnTo>
                <a:lnTo>
                  <a:pt x="0" y="457196"/>
                </a:lnTo>
                <a:lnTo>
                  <a:pt x="9903460" y="457196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5" name="object 25"/>
          <p:cNvSpPr/>
          <p:nvPr/>
        </p:nvSpPr>
        <p:spPr>
          <a:xfrm>
            <a:off x="153670" y="640207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58419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2" name="object 22"/>
          <p:cNvSpPr/>
          <p:nvPr/>
        </p:nvSpPr>
        <p:spPr>
          <a:xfrm>
            <a:off x="0" y="0"/>
            <a:ext cx="9903460" cy="609600"/>
          </a:xfrm>
          <a:custGeom>
            <a:avLst/>
            <a:gdLst/>
            <a:ahLst/>
            <a:cxnLst/>
            <a:rect l="l" t="t" r="r" b="b"/>
            <a:pathLst>
              <a:path w="9903460" h="609600">
                <a:moveTo>
                  <a:pt x="0" y="609600"/>
                </a:moveTo>
                <a:lnTo>
                  <a:pt x="9903460" y="609600"/>
                </a:lnTo>
                <a:lnTo>
                  <a:pt x="9903460" y="0"/>
                </a:lnTo>
                <a:lnTo>
                  <a:pt x="0" y="0"/>
                </a:lnTo>
                <a:lnTo>
                  <a:pt x="0" y="60960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3" name="object 23"/>
          <p:cNvSpPr/>
          <p:nvPr/>
        </p:nvSpPr>
        <p:spPr>
          <a:xfrm>
            <a:off x="111760" y="60960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76200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" name="object 21"/>
          <p:cNvSpPr/>
          <p:nvPr/>
        </p:nvSpPr>
        <p:spPr>
          <a:xfrm>
            <a:off x="228600" y="1371600"/>
            <a:ext cx="4282440" cy="4495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78740" y="159670"/>
            <a:ext cx="375920" cy="330200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dirty="0" smtClean="0" sz="2400" b="1">
                <a:latin typeface="Arial"/>
                <a:cs typeface="Arial"/>
              </a:rPr>
              <a:t>B.</a:t>
            </a:r>
            <a:endParaRPr sz="24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67359" y="159670"/>
            <a:ext cx="2612542" cy="330200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dirty="0" smtClean="0" sz="2400" spc="0" b="1">
                <a:latin typeface="Arial"/>
                <a:cs typeface="Arial"/>
              </a:rPr>
              <a:t>Freq</a:t>
            </a:r>
            <a:r>
              <a:rPr dirty="0" smtClean="0" sz="2400" spc="0" b="1">
                <a:latin typeface="Arial"/>
                <a:cs typeface="Arial"/>
              </a:rPr>
              <a:t>u</a:t>
            </a:r>
            <a:r>
              <a:rPr dirty="0" smtClean="0" sz="2400" spc="0" b="1">
                <a:latin typeface="Arial"/>
                <a:cs typeface="Arial"/>
              </a:rPr>
              <a:t>ency</a:t>
            </a:r>
            <a:r>
              <a:rPr dirty="0" smtClean="0" sz="2400" spc="0" b="1">
                <a:latin typeface="Arial"/>
                <a:cs typeface="Arial"/>
              </a:rPr>
              <a:t> </a:t>
            </a:r>
            <a:r>
              <a:rPr dirty="0" smtClean="0" sz="2400" spc="0" b="1">
                <a:latin typeface="Arial"/>
                <a:cs typeface="Arial"/>
              </a:rPr>
              <a:t>R</a:t>
            </a:r>
            <a:r>
              <a:rPr dirty="0" smtClean="0" sz="2400" spc="0" b="1">
                <a:latin typeface="Arial"/>
                <a:cs typeface="Arial"/>
              </a:rPr>
              <a:t>e</a:t>
            </a:r>
            <a:r>
              <a:rPr dirty="0" smtClean="0" sz="2400" spc="0" b="1">
                <a:latin typeface="Arial"/>
                <a:cs typeface="Arial"/>
              </a:rPr>
              <a:t>use</a:t>
            </a:r>
            <a:endParaRPr sz="24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59740" y="775576"/>
            <a:ext cx="5008600" cy="381317"/>
          </a:xfrm>
          <a:prstGeom prst="rect">
            <a:avLst/>
          </a:prstGeom>
        </p:spPr>
        <p:txBody>
          <a:bodyPr wrap="square" lIns="0" tIns="18796" rIns="0" bIns="0" rtlCol="0">
            <a:noAutofit/>
          </a:bodyPr>
          <a:lstStyle/>
          <a:p>
            <a:pPr marL="12700">
              <a:lnSpc>
                <a:spcPts val="2960"/>
              </a:lnSpc>
            </a:pPr>
            <a:r>
              <a:rPr dirty="0" smtClean="0" sz="2800" spc="0" b="1" u="heavy">
                <a:solidFill>
                  <a:srgbClr val="3333CC"/>
                </a:solidFill>
                <a:latin typeface="Times New Roman"/>
                <a:cs typeface="Times New Roman"/>
              </a:rPr>
              <a:t>Konsepsi</a:t>
            </a:r>
            <a:r>
              <a:rPr dirty="0" smtClean="0" sz="2800" spc="0" b="1" u="heavy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2800" spc="0" b="1" u="heavy">
                <a:solidFill>
                  <a:srgbClr val="3333CC"/>
                </a:solidFill>
                <a:latin typeface="Times New Roman"/>
                <a:cs typeface="Times New Roman"/>
              </a:rPr>
              <a:t>k</a:t>
            </a:r>
            <a:r>
              <a:rPr dirty="0" smtClean="0" sz="2800" spc="0" b="1" u="heavy">
                <a:solidFill>
                  <a:srgbClr val="3333CC"/>
                </a:solidFill>
                <a:latin typeface="Times New Roman"/>
                <a:cs typeface="Times New Roman"/>
              </a:rPr>
              <a:t>luster</a:t>
            </a:r>
            <a:r>
              <a:rPr dirty="0" smtClean="0" sz="2800" spc="0" b="1" u="heavy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2800" spc="0" b="1" u="heavy">
                <a:solidFill>
                  <a:srgbClr val="3333CC"/>
                </a:solidFill>
                <a:latin typeface="Times New Roman"/>
                <a:cs typeface="Times New Roman"/>
              </a:rPr>
              <a:t>pa</a:t>
            </a:r>
            <a:r>
              <a:rPr dirty="0" smtClean="0" sz="2800" spc="0" b="1" u="heavy">
                <a:solidFill>
                  <a:srgbClr val="3333CC"/>
                </a:solidFill>
                <a:latin typeface="Times New Roman"/>
                <a:cs typeface="Times New Roman"/>
              </a:rPr>
              <a:t>d</a:t>
            </a:r>
            <a:r>
              <a:rPr dirty="0" smtClean="0" sz="2800" spc="0" b="1" u="heavy">
                <a:solidFill>
                  <a:srgbClr val="3333CC"/>
                </a:solidFill>
                <a:latin typeface="Times New Roman"/>
                <a:cs typeface="Times New Roman"/>
              </a:rPr>
              <a:t>a</a:t>
            </a:r>
            <a:r>
              <a:rPr dirty="0" smtClean="0" sz="2800" spc="0" b="1" u="heavy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2800" spc="0" b="1" u="heavy">
                <a:solidFill>
                  <a:srgbClr val="3333CC"/>
                </a:solidFill>
                <a:latin typeface="Times New Roman"/>
                <a:cs typeface="Times New Roman"/>
              </a:rPr>
              <a:t>CDMA…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652010" y="1416530"/>
            <a:ext cx="5144211" cy="660462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 spc="-1">
                <a:latin typeface="Times New Roman"/>
                <a:cs typeface="Times New Roman"/>
              </a:rPr>
              <a:t>Dal</a:t>
            </a:r>
            <a:r>
              <a:rPr dirty="0" smtClean="0" sz="2400" spc="-1">
                <a:latin typeface="Times New Roman"/>
                <a:cs typeface="Times New Roman"/>
              </a:rPr>
              <a:t>a</a:t>
            </a:r>
            <a:r>
              <a:rPr dirty="0" smtClean="0" sz="2400" spc="-1">
                <a:latin typeface="Times New Roman"/>
                <a:cs typeface="Times New Roman"/>
              </a:rPr>
              <a:t>m</a:t>
            </a:r>
            <a:r>
              <a:rPr dirty="0" smtClean="0" sz="2400" spc="-1">
                <a:latin typeface="Times New Roman"/>
                <a:cs typeface="Times New Roman"/>
              </a:rPr>
              <a:t> </a:t>
            </a:r>
            <a:r>
              <a:rPr dirty="0" smtClean="0" sz="2400" spc="-1">
                <a:latin typeface="Times New Roman"/>
                <a:cs typeface="Times New Roman"/>
              </a:rPr>
              <a:t>peng</a:t>
            </a:r>
            <a:r>
              <a:rPr dirty="0" smtClean="0" sz="2400" spc="-1">
                <a:latin typeface="Times New Roman"/>
                <a:cs typeface="Times New Roman"/>
              </a:rPr>
              <a:t>e</a:t>
            </a:r>
            <a:r>
              <a:rPr dirty="0" smtClean="0" sz="2400" spc="-1">
                <a:latin typeface="Times New Roman"/>
                <a:cs typeface="Times New Roman"/>
              </a:rPr>
              <a:t>rt</a:t>
            </a:r>
            <a:r>
              <a:rPr dirty="0" smtClean="0" sz="2400" spc="-1">
                <a:latin typeface="Times New Roman"/>
                <a:cs typeface="Times New Roman"/>
              </a:rPr>
              <a:t>i</a:t>
            </a:r>
            <a:r>
              <a:rPr dirty="0" smtClean="0" sz="2400" spc="-1">
                <a:latin typeface="Times New Roman"/>
                <a:cs typeface="Times New Roman"/>
              </a:rPr>
              <a:t>an</a:t>
            </a:r>
            <a:r>
              <a:rPr dirty="0" smtClean="0" sz="2400" spc="-1">
                <a:latin typeface="Times New Roman"/>
                <a:cs typeface="Times New Roman"/>
              </a:rPr>
              <a:t> </a:t>
            </a:r>
            <a:r>
              <a:rPr dirty="0" smtClean="0" sz="2400" spc="-1">
                <a:latin typeface="Times New Roman"/>
                <a:cs typeface="Times New Roman"/>
              </a:rPr>
              <a:t>y</a:t>
            </a:r>
            <a:r>
              <a:rPr dirty="0" smtClean="0" sz="2400" spc="-1">
                <a:latin typeface="Times New Roman"/>
                <a:cs typeface="Times New Roman"/>
              </a:rPr>
              <a:t>ang</a:t>
            </a:r>
            <a:r>
              <a:rPr dirty="0" smtClean="0" sz="2400" spc="-1">
                <a:latin typeface="Times New Roman"/>
                <a:cs typeface="Times New Roman"/>
              </a:rPr>
              <a:t> </a:t>
            </a:r>
            <a:r>
              <a:rPr dirty="0" smtClean="0" sz="2400" spc="-1">
                <a:latin typeface="Times New Roman"/>
                <a:cs typeface="Times New Roman"/>
              </a:rPr>
              <a:t>sa</a:t>
            </a:r>
            <a:r>
              <a:rPr dirty="0" smtClean="0" sz="2400" spc="-1">
                <a:latin typeface="Times New Roman"/>
                <a:cs typeface="Times New Roman"/>
              </a:rPr>
              <a:t>m</a:t>
            </a:r>
            <a:r>
              <a:rPr dirty="0" smtClean="0" sz="2400" spc="-1">
                <a:latin typeface="Times New Roman"/>
                <a:cs typeface="Times New Roman"/>
              </a:rPr>
              <a:t>a,</a:t>
            </a:r>
            <a:r>
              <a:rPr dirty="0" smtClean="0" sz="2400" spc="-1">
                <a:latin typeface="Times New Roman"/>
                <a:cs typeface="Times New Roman"/>
              </a:rPr>
              <a:t> </a:t>
            </a:r>
            <a:r>
              <a:rPr dirty="0" smtClean="0" sz="2400" spc="-1">
                <a:latin typeface="Times New Roman"/>
                <a:cs typeface="Times New Roman"/>
              </a:rPr>
              <a:t>y</a:t>
            </a:r>
            <a:r>
              <a:rPr dirty="0" smtClean="0" sz="2400" spc="-1">
                <a:latin typeface="Times New Roman"/>
                <a:cs typeface="Times New Roman"/>
              </a:rPr>
              <a:t>ang</a:t>
            </a:r>
            <a:r>
              <a:rPr dirty="0" smtClean="0" sz="2400" spc="-1">
                <a:latin typeface="Times New Roman"/>
                <a:cs typeface="Times New Roman"/>
              </a:rPr>
              <a:t> </a:t>
            </a:r>
            <a:r>
              <a:rPr dirty="0" smtClean="0" sz="2400" spc="-1">
                <a:latin typeface="Times New Roman"/>
                <a:cs typeface="Times New Roman"/>
              </a:rPr>
              <a:t>sudah</a:t>
            </a:r>
            <a:endParaRPr sz="2400">
              <a:latin typeface="Times New Roman"/>
              <a:cs typeface="Times New Roman"/>
            </a:endParaRPr>
          </a:p>
          <a:p>
            <a:pPr marL="12700" marR="45720">
              <a:lnSpc>
                <a:spcPts val="2600"/>
              </a:lnSpc>
              <a:spcBef>
                <a:spcPts val="2"/>
              </a:spcBef>
            </a:pPr>
            <a:r>
              <a:rPr dirty="0" smtClean="0" sz="2400" spc="-2">
                <a:latin typeface="Times New Roman"/>
                <a:cs typeface="Times New Roman"/>
              </a:rPr>
              <a:t>k</a:t>
            </a:r>
            <a:r>
              <a:rPr dirty="0" smtClean="0" sz="2400" spc="-2">
                <a:latin typeface="Times New Roman"/>
                <a:cs typeface="Times New Roman"/>
              </a:rPr>
              <a:t>i</a:t>
            </a:r>
            <a:r>
              <a:rPr dirty="0" smtClean="0" sz="2400" spc="-2">
                <a:latin typeface="Times New Roman"/>
                <a:cs typeface="Times New Roman"/>
              </a:rPr>
              <a:t>t</a:t>
            </a:r>
            <a:r>
              <a:rPr dirty="0" smtClean="0" sz="2400" spc="-2">
                <a:latin typeface="Times New Roman"/>
                <a:cs typeface="Times New Roman"/>
              </a:rPr>
              <a:t>a</a:t>
            </a:r>
            <a:r>
              <a:rPr dirty="0" smtClean="0" sz="2400" spc="-2">
                <a:latin typeface="Times New Roman"/>
                <a:cs typeface="Times New Roman"/>
              </a:rPr>
              <a:t> </a:t>
            </a:r>
            <a:r>
              <a:rPr dirty="0" smtClean="0" sz="2400" spc="-2">
                <a:latin typeface="Times New Roman"/>
                <a:cs typeface="Times New Roman"/>
              </a:rPr>
              <a:t>p</a:t>
            </a:r>
            <a:r>
              <a:rPr dirty="0" smtClean="0" sz="2400" spc="-2">
                <a:latin typeface="Times New Roman"/>
                <a:cs typeface="Times New Roman"/>
              </a:rPr>
              <a:t>a</a:t>
            </a:r>
            <a:r>
              <a:rPr dirty="0" smtClean="0" sz="2400" spc="-2">
                <a:latin typeface="Times New Roman"/>
                <a:cs typeface="Times New Roman"/>
              </a:rPr>
              <a:t>h</a:t>
            </a:r>
            <a:r>
              <a:rPr dirty="0" smtClean="0" sz="2400" spc="-2">
                <a:latin typeface="Times New Roman"/>
                <a:cs typeface="Times New Roman"/>
              </a:rPr>
              <a:t>a</a:t>
            </a:r>
            <a:r>
              <a:rPr dirty="0" smtClean="0" sz="2400" spc="-2">
                <a:latin typeface="Times New Roman"/>
                <a:cs typeface="Times New Roman"/>
              </a:rPr>
              <a:t>m</a:t>
            </a:r>
            <a:r>
              <a:rPr dirty="0" smtClean="0" sz="2400" spc="-2">
                <a:latin typeface="Times New Roman"/>
                <a:cs typeface="Times New Roman"/>
              </a:rPr>
              <a:t>i</a:t>
            </a:r>
            <a:r>
              <a:rPr dirty="0" smtClean="0" sz="2400" spc="-2">
                <a:latin typeface="Times New Roman"/>
                <a:cs typeface="Times New Roman"/>
              </a:rPr>
              <a:t>…ukur</a:t>
            </a:r>
            <a:r>
              <a:rPr dirty="0" smtClean="0" sz="2400" spc="-2">
                <a:latin typeface="Times New Roman"/>
                <a:cs typeface="Times New Roman"/>
              </a:rPr>
              <a:t>a</a:t>
            </a:r>
            <a:r>
              <a:rPr dirty="0" smtClean="0" sz="2400" spc="-2">
                <a:latin typeface="Times New Roman"/>
                <a:cs typeface="Times New Roman"/>
              </a:rPr>
              <a:t>n</a:t>
            </a:r>
            <a:r>
              <a:rPr dirty="0" smtClean="0" sz="2400" spc="-2">
                <a:latin typeface="Times New Roman"/>
                <a:cs typeface="Times New Roman"/>
              </a:rPr>
              <a:t> </a:t>
            </a:r>
            <a:r>
              <a:rPr dirty="0" smtClean="0" sz="2400" spc="-2">
                <a:latin typeface="Times New Roman"/>
                <a:cs typeface="Times New Roman"/>
              </a:rPr>
              <a:t>k</a:t>
            </a:r>
            <a:r>
              <a:rPr dirty="0" smtClean="0" sz="2400" spc="-2">
                <a:latin typeface="Times New Roman"/>
                <a:cs typeface="Times New Roman"/>
              </a:rPr>
              <a:t>l</a:t>
            </a:r>
            <a:r>
              <a:rPr dirty="0" smtClean="0" sz="2400" spc="-2">
                <a:latin typeface="Times New Roman"/>
                <a:cs typeface="Times New Roman"/>
              </a:rPr>
              <a:t>ust</a:t>
            </a:r>
            <a:r>
              <a:rPr dirty="0" smtClean="0" sz="2400" spc="-2">
                <a:latin typeface="Times New Roman"/>
                <a:cs typeface="Times New Roman"/>
              </a:rPr>
              <a:t>e</a:t>
            </a:r>
            <a:r>
              <a:rPr dirty="0" smtClean="0" sz="2400" spc="-2">
                <a:latin typeface="Times New Roman"/>
                <a:cs typeface="Times New Roman"/>
              </a:rPr>
              <a:t>r</a:t>
            </a:r>
            <a:r>
              <a:rPr dirty="0" smtClean="0" sz="2400" spc="-2">
                <a:latin typeface="Times New Roman"/>
                <a:cs typeface="Times New Roman"/>
              </a:rPr>
              <a:t> </a:t>
            </a:r>
            <a:r>
              <a:rPr dirty="0" smtClean="0" sz="2400" spc="-2">
                <a:latin typeface="Times New Roman"/>
                <a:cs typeface="Times New Roman"/>
              </a:rPr>
              <a:t>di</a:t>
            </a:r>
            <a:r>
              <a:rPr dirty="0" smtClean="0" sz="2400" spc="-2">
                <a:latin typeface="Times New Roman"/>
                <a:cs typeface="Times New Roman"/>
              </a:rPr>
              <a:t> </a:t>
            </a:r>
            <a:r>
              <a:rPr dirty="0" smtClean="0" sz="2400" spc="-2">
                <a:latin typeface="Times New Roman"/>
                <a:cs typeface="Times New Roman"/>
              </a:rPr>
              <a:t>j</a:t>
            </a:r>
            <a:r>
              <a:rPr dirty="0" smtClean="0" sz="2400" spc="-2">
                <a:latin typeface="Times New Roman"/>
                <a:cs typeface="Times New Roman"/>
              </a:rPr>
              <a:t>ar</a:t>
            </a:r>
            <a:r>
              <a:rPr dirty="0" smtClean="0" sz="2400" spc="-2">
                <a:latin typeface="Times New Roman"/>
                <a:cs typeface="Times New Roman"/>
              </a:rPr>
              <a:t>i</a:t>
            </a:r>
            <a:r>
              <a:rPr dirty="0" smtClean="0" sz="2400" spc="-2">
                <a:latin typeface="Times New Roman"/>
                <a:cs typeface="Times New Roman"/>
              </a:rPr>
              <a:t>ng</a:t>
            </a:r>
            <a:r>
              <a:rPr dirty="0" smtClean="0" sz="2400" spc="-2">
                <a:latin typeface="Times New Roman"/>
                <a:cs typeface="Times New Roman"/>
              </a:rPr>
              <a:t>a</a:t>
            </a:r>
            <a:r>
              <a:rPr dirty="0" smtClean="0" sz="2400" spc="-2">
                <a:latin typeface="Times New Roman"/>
                <a:cs typeface="Times New Roman"/>
              </a:rPr>
              <a:t>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652010" y="2077184"/>
            <a:ext cx="1949297" cy="330200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 spc="0">
                <a:latin typeface="Times New Roman"/>
                <a:cs typeface="Times New Roman"/>
              </a:rPr>
              <a:t>selu</a:t>
            </a:r>
            <a:r>
              <a:rPr dirty="0" smtClean="0" sz="2400" spc="0">
                <a:latin typeface="Times New Roman"/>
                <a:cs typeface="Times New Roman"/>
              </a:rPr>
              <a:t>l</a:t>
            </a:r>
            <a:r>
              <a:rPr dirty="0" smtClean="0" sz="2400" spc="0">
                <a:latin typeface="Times New Roman"/>
                <a:cs typeface="Times New Roman"/>
              </a:rPr>
              <a:t>ar</a:t>
            </a:r>
            <a:r>
              <a:rPr dirty="0" smtClean="0" sz="2400" spc="0">
                <a:latin typeface="Times New Roman"/>
                <a:cs typeface="Times New Roman"/>
              </a:rPr>
              <a:t> </a:t>
            </a:r>
            <a:r>
              <a:rPr dirty="0" smtClean="0" sz="2400" spc="0">
                <a:latin typeface="Times New Roman"/>
                <a:cs typeface="Times New Roman"/>
              </a:rPr>
              <a:t>CD</a:t>
            </a:r>
            <a:r>
              <a:rPr dirty="0" smtClean="0" sz="2400" spc="0">
                <a:latin typeface="Times New Roman"/>
                <a:cs typeface="Times New Roman"/>
              </a:rPr>
              <a:t>M</a:t>
            </a:r>
            <a:r>
              <a:rPr dirty="0" smtClean="0" sz="2400" spc="0">
                <a:latin typeface="Times New Roman"/>
                <a:cs typeface="Times New Roman"/>
              </a:rPr>
              <a:t>A,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606387" y="2077184"/>
            <a:ext cx="911423" cy="384014"/>
          </a:xfrm>
          <a:prstGeom prst="rect">
            <a:avLst/>
          </a:prstGeom>
        </p:spPr>
        <p:txBody>
          <a:bodyPr wrap="square" lIns="0" tIns="18764" rIns="0" bIns="0" rtlCol="0">
            <a:noAutofit/>
          </a:bodyPr>
          <a:lstStyle/>
          <a:p>
            <a:pPr marL="12700">
              <a:lnSpc>
                <a:spcPts val="2955"/>
              </a:lnSpc>
            </a:pPr>
            <a:r>
              <a:rPr dirty="0" smtClean="0" baseline="8454" sz="3600" spc="4">
                <a:latin typeface="Times New Roman"/>
                <a:cs typeface="Times New Roman"/>
              </a:rPr>
              <a:t>K</a:t>
            </a:r>
            <a:r>
              <a:rPr dirty="0" smtClean="0" baseline="-9058" sz="2400" spc="4">
                <a:latin typeface="Times New Roman"/>
                <a:cs typeface="Times New Roman"/>
              </a:rPr>
              <a:t>C</a:t>
            </a:r>
            <a:r>
              <a:rPr dirty="0" smtClean="0" baseline="-9058" sz="2400" spc="4">
                <a:latin typeface="Times New Roman"/>
                <a:cs typeface="Times New Roman"/>
              </a:rPr>
              <a:t>D</a:t>
            </a:r>
            <a:r>
              <a:rPr dirty="0" smtClean="0" baseline="-9058" sz="2400" spc="4">
                <a:latin typeface="Times New Roman"/>
                <a:cs typeface="Times New Roman"/>
              </a:rPr>
              <a:t>MA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502525" y="2077184"/>
            <a:ext cx="1458569" cy="330200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 spc="-7">
                <a:latin typeface="Times New Roman"/>
                <a:cs typeface="Times New Roman"/>
              </a:rPr>
              <a:t>=</a:t>
            </a:r>
            <a:r>
              <a:rPr dirty="0" smtClean="0" sz="2400" spc="-7">
                <a:latin typeface="Times New Roman"/>
                <a:cs typeface="Times New Roman"/>
              </a:rPr>
              <a:t> </a:t>
            </a:r>
            <a:r>
              <a:rPr dirty="0" smtClean="0" sz="2400" spc="-7">
                <a:latin typeface="Times New Roman"/>
                <a:cs typeface="Times New Roman"/>
              </a:rPr>
              <a:t>1,</a:t>
            </a:r>
            <a:r>
              <a:rPr dirty="0" smtClean="0" sz="2400" spc="-7">
                <a:latin typeface="Times New Roman"/>
                <a:cs typeface="Times New Roman"/>
              </a:rPr>
              <a:t> </a:t>
            </a:r>
            <a:r>
              <a:rPr dirty="0" smtClean="0" sz="2400" spc="-7">
                <a:latin typeface="Times New Roman"/>
                <a:cs typeface="Times New Roman"/>
              </a:rPr>
              <a:t>ar</a:t>
            </a:r>
            <a:r>
              <a:rPr dirty="0" smtClean="0" sz="2400" spc="-7">
                <a:latin typeface="Times New Roman"/>
                <a:cs typeface="Times New Roman"/>
              </a:rPr>
              <a:t>t</a:t>
            </a:r>
            <a:r>
              <a:rPr dirty="0" smtClean="0" sz="2400" spc="-7">
                <a:latin typeface="Times New Roman"/>
                <a:cs typeface="Times New Roman"/>
              </a:rPr>
              <a:t>i</a:t>
            </a:r>
            <a:r>
              <a:rPr dirty="0" smtClean="0" sz="2400" spc="-7">
                <a:latin typeface="Times New Roman"/>
                <a:cs typeface="Times New Roman"/>
              </a:rPr>
              <a:t>n</a:t>
            </a:r>
            <a:r>
              <a:rPr dirty="0" smtClean="0" sz="2400" spc="-7">
                <a:latin typeface="Times New Roman"/>
                <a:cs typeface="Times New Roman"/>
              </a:rPr>
              <a:t>y</a:t>
            </a:r>
            <a:r>
              <a:rPr dirty="0" smtClean="0" sz="2400" spc="-7"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652010" y="2404588"/>
            <a:ext cx="4888667" cy="661036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 spc="-2">
                <a:latin typeface="Times New Roman"/>
                <a:cs typeface="Times New Roman"/>
              </a:rPr>
              <a:t>fre</a:t>
            </a:r>
            <a:r>
              <a:rPr dirty="0" smtClean="0" sz="2400" spc="-2">
                <a:latin typeface="Times New Roman"/>
                <a:cs typeface="Times New Roman"/>
              </a:rPr>
              <a:t>k</a:t>
            </a:r>
            <a:r>
              <a:rPr dirty="0" smtClean="0" sz="2400" spc="-2">
                <a:latin typeface="Times New Roman"/>
                <a:cs typeface="Times New Roman"/>
              </a:rPr>
              <a:t>u</a:t>
            </a:r>
            <a:r>
              <a:rPr dirty="0" smtClean="0" sz="2400" spc="-2">
                <a:latin typeface="Times New Roman"/>
                <a:cs typeface="Times New Roman"/>
              </a:rPr>
              <a:t>e</a:t>
            </a:r>
            <a:r>
              <a:rPr dirty="0" smtClean="0" sz="2400" spc="-2">
                <a:latin typeface="Times New Roman"/>
                <a:cs typeface="Times New Roman"/>
              </a:rPr>
              <a:t>nsi</a:t>
            </a:r>
            <a:r>
              <a:rPr dirty="0" smtClean="0" sz="2400" spc="-2">
                <a:latin typeface="Times New Roman"/>
                <a:cs typeface="Times New Roman"/>
              </a:rPr>
              <a:t> </a:t>
            </a:r>
            <a:r>
              <a:rPr dirty="0" smtClean="0" sz="2400" spc="-2">
                <a:latin typeface="Times New Roman"/>
                <a:cs typeface="Times New Roman"/>
              </a:rPr>
              <a:t>op</a:t>
            </a:r>
            <a:r>
              <a:rPr dirty="0" smtClean="0" sz="2400" spc="-2">
                <a:latin typeface="Times New Roman"/>
                <a:cs typeface="Times New Roman"/>
              </a:rPr>
              <a:t>e</a:t>
            </a:r>
            <a:r>
              <a:rPr dirty="0" smtClean="0" sz="2400" spc="-2">
                <a:latin typeface="Times New Roman"/>
                <a:cs typeface="Times New Roman"/>
              </a:rPr>
              <a:t>rasi</a:t>
            </a:r>
            <a:r>
              <a:rPr dirty="0" smtClean="0" sz="2400" spc="-2">
                <a:latin typeface="Times New Roman"/>
                <a:cs typeface="Times New Roman"/>
              </a:rPr>
              <a:t> </a:t>
            </a:r>
            <a:r>
              <a:rPr dirty="0" smtClean="0" sz="2400" spc="-2">
                <a:latin typeface="Times New Roman"/>
                <a:cs typeface="Times New Roman"/>
              </a:rPr>
              <a:t>y</a:t>
            </a:r>
            <a:r>
              <a:rPr dirty="0" smtClean="0" sz="2400" spc="-2">
                <a:latin typeface="Times New Roman"/>
                <a:cs typeface="Times New Roman"/>
              </a:rPr>
              <a:t>a</a:t>
            </a:r>
            <a:r>
              <a:rPr dirty="0" smtClean="0" sz="2400" spc="-2">
                <a:latin typeface="Times New Roman"/>
                <a:cs typeface="Times New Roman"/>
              </a:rPr>
              <a:t>n</a:t>
            </a:r>
            <a:r>
              <a:rPr dirty="0" smtClean="0" sz="2400" spc="-2">
                <a:latin typeface="Times New Roman"/>
                <a:cs typeface="Times New Roman"/>
              </a:rPr>
              <a:t>g</a:t>
            </a:r>
            <a:r>
              <a:rPr dirty="0" smtClean="0" sz="2400" spc="-2">
                <a:latin typeface="Times New Roman"/>
                <a:cs typeface="Times New Roman"/>
              </a:rPr>
              <a:t> </a:t>
            </a:r>
            <a:r>
              <a:rPr dirty="0" smtClean="0" sz="2400" spc="-2">
                <a:latin typeface="Times New Roman"/>
                <a:cs typeface="Times New Roman"/>
              </a:rPr>
              <a:t>sa</a:t>
            </a:r>
            <a:r>
              <a:rPr dirty="0" smtClean="0" sz="2400" spc="-2">
                <a:latin typeface="Times New Roman"/>
                <a:cs typeface="Times New Roman"/>
              </a:rPr>
              <a:t>m</a:t>
            </a:r>
            <a:r>
              <a:rPr dirty="0" smtClean="0" sz="2400" spc="-2">
                <a:latin typeface="Times New Roman"/>
                <a:cs typeface="Times New Roman"/>
              </a:rPr>
              <a:t>a</a:t>
            </a:r>
            <a:r>
              <a:rPr dirty="0" smtClean="0" sz="2400" spc="-2">
                <a:latin typeface="Times New Roman"/>
                <a:cs typeface="Times New Roman"/>
              </a:rPr>
              <a:t> </a:t>
            </a:r>
            <a:r>
              <a:rPr dirty="0" smtClean="0" sz="2400" spc="-2">
                <a:latin typeface="Times New Roman"/>
                <a:cs typeface="Times New Roman"/>
              </a:rPr>
              <a:t>d</a:t>
            </a:r>
            <a:r>
              <a:rPr dirty="0" smtClean="0" sz="2400" spc="-2">
                <a:latin typeface="Times New Roman"/>
                <a:cs typeface="Times New Roman"/>
              </a:rPr>
              <a:t>i</a:t>
            </a:r>
            <a:r>
              <a:rPr dirty="0" smtClean="0" sz="2400" spc="-2">
                <a:latin typeface="Times New Roman"/>
                <a:cs typeface="Times New Roman"/>
              </a:rPr>
              <a:t>t</a:t>
            </a:r>
            <a:r>
              <a:rPr dirty="0" smtClean="0" sz="2400" spc="-2">
                <a:latin typeface="Times New Roman"/>
                <a:cs typeface="Times New Roman"/>
              </a:rPr>
              <a:t>er</a:t>
            </a:r>
            <a:r>
              <a:rPr dirty="0" smtClean="0" sz="2400" spc="-2">
                <a:latin typeface="Times New Roman"/>
                <a:cs typeface="Times New Roman"/>
              </a:rPr>
              <a:t>a</a:t>
            </a:r>
            <a:r>
              <a:rPr dirty="0" smtClean="0" sz="2400" spc="-2">
                <a:latin typeface="Times New Roman"/>
                <a:cs typeface="Times New Roman"/>
              </a:rPr>
              <a:t>pk</a:t>
            </a:r>
            <a:r>
              <a:rPr dirty="0" smtClean="0" sz="2400" spc="-2">
                <a:latin typeface="Times New Roman"/>
                <a:cs typeface="Times New Roman"/>
              </a:rPr>
              <a:t>a</a:t>
            </a:r>
            <a:r>
              <a:rPr dirty="0" smtClean="0" sz="2400" spc="-2">
                <a:latin typeface="Times New Roman"/>
                <a:cs typeface="Times New Roman"/>
              </a:rPr>
              <a:t>n</a:t>
            </a:r>
            <a:endParaRPr sz="2400">
              <a:latin typeface="Times New Roman"/>
              <a:cs typeface="Times New Roman"/>
            </a:endParaRPr>
          </a:p>
          <a:p>
            <a:pPr marL="12700" marR="45767">
              <a:lnSpc>
                <a:spcPts val="2605"/>
              </a:lnSpc>
              <a:spcBef>
                <a:spcPts val="2"/>
              </a:spcBef>
            </a:pPr>
            <a:r>
              <a:rPr dirty="0" smtClean="0" sz="2400" spc="-1">
                <a:latin typeface="Times New Roman"/>
                <a:cs typeface="Times New Roman"/>
              </a:rPr>
              <a:t>d</a:t>
            </a:r>
            <a:r>
              <a:rPr dirty="0" smtClean="0" sz="2400" spc="-1">
                <a:latin typeface="Times New Roman"/>
                <a:cs typeface="Times New Roman"/>
              </a:rPr>
              <a:t>i</a:t>
            </a:r>
            <a:r>
              <a:rPr dirty="0" smtClean="0" sz="2400" spc="-1">
                <a:latin typeface="Times New Roman"/>
                <a:cs typeface="Times New Roman"/>
              </a:rPr>
              <a:t>se</a:t>
            </a:r>
            <a:r>
              <a:rPr dirty="0" smtClean="0" sz="2400" spc="-1">
                <a:latin typeface="Times New Roman"/>
                <a:cs typeface="Times New Roman"/>
              </a:rPr>
              <a:t>m</a:t>
            </a:r>
            <a:r>
              <a:rPr dirty="0" smtClean="0" sz="2400" spc="-1">
                <a:latin typeface="Times New Roman"/>
                <a:cs typeface="Times New Roman"/>
              </a:rPr>
              <a:t>ua</a:t>
            </a:r>
            <a:r>
              <a:rPr dirty="0" smtClean="0" sz="2400" spc="-1">
                <a:latin typeface="Times New Roman"/>
                <a:cs typeface="Times New Roman"/>
              </a:rPr>
              <a:t> </a:t>
            </a:r>
            <a:r>
              <a:rPr dirty="0" smtClean="0" sz="2400" spc="-1">
                <a:latin typeface="Times New Roman"/>
                <a:cs typeface="Times New Roman"/>
              </a:rPr>
              <a:t>sel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652010" y="3703419"/>
            <a:ext cx="4868448" cy="990662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 marR="45767">
              <a:lnSpc>
                <a:spcPts val="2550"/>
              </a:lnSpc>
            </a:pPr>
            <a:r>
              <a:rPr dirty="0" smtClean="0" sz="2400" spc="10">
                <a:latin typeface="Times New Roman"/>
                <a:cs typeface="Times New Roman"/>
              </a:rPr>
              <a:t>T</a:t>
            </a:r>
            <a:r>
              <a:rPr dirty="0" smtClean="0" sz="2400" spc="10">
                <a:latin typeface="Times New Roman"/>
                <a:cs typeface="Times New Roman"/>
              </a:rPr>
              <a:t>e</a:t>
            </a:r>
            <a:r>
              <a:rPr dirty="0" smtClean="0" sz="2400" spc="10">
                <a:latin typeface="Times New Roman"/>
                <a:cs typeface="Times New Roman"/>
              </a:rPr>
              <a:t>t</a:t>
            </a:r>
            <a:r>
              <a:rPr dirty="0" smtClean="0" sz="2400" spc="10">
                <a:latin typeface="Times New Roman"/>
                <a:cs typeface="Times New Roman"/>
              </a:rPr>
              <a:t>api</a:t>
            </a:r>
            <a:r>
              <a:rPr dirty="0" smtClean="0" sz="2400" spc="10">
                <a:latin typeface="Times New Roman"/>
                <a:cs typeface="Times New Roman"/>
              </a:rPr>
              <a:t> </a:t>
            </a:r>
            <a:r>
              <a:rPr dirty="0" smtClean="0" sz="2400" spc="10">
                <a:latin typeface="Times New Roman"/>
                <a:cs typeface="Times New Roman"/>
              </a:rPr>
              <a:t>CD</a:t>
            </a:r>
            <a:r>
              <a:rPr dirty="0" smtClean="0" sz="2400" spc="10">
                <a:latin typeface="Times New Roman"/>
                <a:cs typeface="Times New Roman"/>
              </a:rPr>
              <a:t>M</a:t>
            </a:r>
            <a:r>
              <a:rPr dirty="0" smtClean="0" sz="2400" spc="10">
                <a:latin typeface="Times New Roman"/>
                <a:cs typeface="Times New Roman"/>
              </a:rPr>
              <a:t>A</a:t>
            </a:r>
            <a:r>
              <a:rPr dirty="0" smtClean="0" sz="2400" spc="10">
                <a:latin typeface="Times New Roman"/>
                <a:cs typeface="Times New Roman"/>
              </a:rPr>
              <a:t> </a:t>
            </a:r>
            <a:r>
              <a:rPr dirty="0" smtClean="0" sz="2400" spc="10">
                <a:latin typeface="Times New Roman"/>
                <a:cs typeface="Times New Roman"/>
              </a:rPr>
              <a:t>m</a:t>
            </a:r>
            <a:r>
              <a:rPr dirty="0" smtClean="0" sz="2400" spc="10">
                <a:latin typeface="Times New Roman"/>
                <a:cs typeface="Times New Roman"/>
              </a:rPr>
              <a:t>e</a:t>
            </a:r>
            <a:r>
              <a:rPr dirty="0" smtClean="0" sz="2400" spc="10">
                <a:latin typeface="Times New Roman"/>
                <a:cs typeface="Times New Roman"/>
              </a:rPr>
              <a:t>m</a:t>
            </a:r>
            <a:r>
              <a:rPr dirty="0" smtClean="0" sz="2400" spc="10">
                <a:latin typeface="Times New Roman"/>
                <a:cs typeface="Times New Roman"/>
              </a:rPr>
              <a:t>ak</a:t>
            </a:r>
            <a:r>
              <a:rPr dirty="0" smtClean="0" sz="2400" spc="10">
                <a:latin typeface="Times New Roman"/>
                <a:cs typeface="Times New Roman"/>
              </a:rPr>
              <a:t>a</a:t>
            </a:r>
            <a:r>
              <a:rPr dirty="0" smtClean="0" sz="2400" spc="10">
                <a:latin typeface="Times New Roman"/>
                <a:cs typeface="Times New Roman"/>
              </a:rPr>
              <a:t>i</a:t>
            </a:r>
            <a:r>
              <a:rPr dirty="0" smtClean="0" sz="2400" spc="10">
                <a:latin typeface="Times New Roman"/>
                <a:cs typeface="Times New Roman"/>
              </a:rPr>
              <a:t> </a:t>
            </a:r>
            <a:r>
              <a:rPr dirty="0" smtClean="0" sz="2400" spc="10">
                <a:latin typeface="Times New Roman"/>
                <a:cs typeface="Times New Roman"/>
              </a:rPr>
              <a:t>konsep</a:t>
            </a:r>
            <a:endParaRPr sz="2400">
              <a:latin typeface="Times New Roman"/>
              <a:cs typeface="Times New Roman"/>
            </a:endParaRPr>
          </a:p>
          <a:p>
            <a:pPr marL="12700" marR="11211">
              <a:lnSpc>
                <a:spcPts val="2600"/>
              </a:lnSpc>
              <a:spcBef>
                <a:spcPts val="2"/>
              </a:spcBef>
            </a:pPr>
            <a:r>
              <a:rPr dirty="0" smtClean="0" sz="2400" spc="0">
                <a:latin typeface="Times New Roman"/>
                <a:cs typeface="Times New Roman"/>
              </a:rPr>
              <a:t>c</a:t>
            </a:r>
            <a:r>
              <a:rPr dirty="0" smtClean="0" sz="2400" spc="0">
                <a:latin typeface="Times New Roman"/>
                <a:cs typeface="Times New Roman"/>
              </a:rPr>
              <a:t>l</a:t>
            </a:r>
            <a:r>
              <a:rPr dirty="0" smtClean="0" sz="2400" spc="0">
                <a:latin typeface="Times New Roman"/>
                <a:cs typeface="Times New Roman"/>
              </a:rPr>
              <a:t>uster</a:t>
            </a:r>
            <a:r>
              <a:rPr dirty="0" smtClean="0" sz="2400" spc="0">
                <a:latin typeface="Times New Roman"/>
                <a:cs typeface="Times New Roman"/>
              </a:rPr>
              <a:t>i</a:t>
            </a:r>
            <a:r>
              <a:rPr dirty="0" smtClean="0" sz="2400" spc="0">
                <a:latin typeface="Times New Roman"/>
                <a:cs typeface="Times New Roman"/>
              </a:rPr>
              <a:t>ng</a:t>
            </a:r>
            <a:r>
              <a:rPr dirty="0" smtClean="0" sz="2400" spc="0">
                <a:latin typeface="Times New Roman"/>
                <a:cs typeface="Times New Roman"/>
              </a:rPr>
              <a:t> </a:t>
            </a:r>
            <a:r>
              <a:rPr dirty="0" smtClean="0" sz="2400" spc="0">
                <a:latin typeface="Times New Roman"/>
                <a:cs typeface="Times New Roman"/>
              </a:rPr>
              <a:t>un</a:t>
            </a:r>
            <a:r>
              <a:rPr dirty="0" smtClean="0" sz="2400" spc="0">
                <a:latin typeface="Times New Roman"/>
                <a:cs typeface="Times New Roman"/>
              </a:rPr>
              <a:t>t</a:t>
            </a:r>
            <a:r>
              <a:rPr dirty="0" smtClean="0" sz="2400" spc="0">
                <a:latin typeface="Times New Roman"/>
                <a:cs typeface="Times New Roman"/>
              </a:rPr>
              <a:t>uk</a:t>
            </a:r>
            <a:r>
              <a:rPr dirty="0" smtClean="0" sz="2400" spc="0">
                <a:latin typeface="Times New Roman"/>
                <a:cs typeface="Times New Roman"/>
              </a:rPr>
              <a:t> </a:t>
            </a:r>
            <a:r>
              <a:rPr dirty="0" smtClean="0" sz="2400" spc="0">
                <a:latin typeface="Times New Roman"/>
                <a:cs typeface="Times New Roman"/>
              </a:rPr>
              <a:t>per</a:t>
            </a:r>
            <a:r>
              <a:rPr dirty="0" smtClean="0" sz="2400" spc="0">
                <a:latin typeface="Times New Roman"/>
                <a:cs typeface="Times New Roman"/>
              </a:rPr>
              <a:t>e</a:t>
            </a:r>
            <a:r>
              <a:rPr dirty="0" smtClean="0" sz="2400" spc="0">
                <a:latin typeface="Times New Roman"/>
                <a:cs typeface="Times New Roman"/>
              </a:rPr>
              <a:t>nc</a:t>
            </a:r>
            <a:r>
              <a:rPr dirty="0" smtClean="0" sz="2400" spc="0">
                <a:latin typeface="Times New Roman"/>
                <a:cs typeface="Times New Roman"/>
              </a:rPr>
              <a:t>a</a:t>
            </a:r>
            <a:r>
              <a:rPr dirty="0" smtClean="0" sz="2400" spc="0">
                <a:latin typeface="Times New Roman"/>
                <a:cs typeface="Times New Roman"/>
              </a:rPr>
              <a:t>na</a:t>
            </a:r>
            <a:r>
              <a:rPr dirty="0" smtClean="0" sz="2400" spc="0">
                <a:latin typeface="Times New Roman"/>
                <a:cs typeface="Times New Roman"/>
              </a:rPr>
              <a:t>a</a:t>
            </a:r>
            <a:r>
              <a:rPr dirty="0" smtClean="0" sz="2400" spc="0">
                <a:latin typeface="Times New Roman"/>
                <a:cs typeface="Times New Roman"/>
              </a:rPr>
              <a:t>n</a:t>
            </a:r>
            <a:r>
              <a:rPr dirty="0" smtClean="0" sz="2400" spc="0">
                <a:latin typeface="Times New Roman"/>
                <a:cs typeface="Times New Roman"/>
              </a:rPr>
              <a:t> </a:t>
            </a:r>
            <a:r>
              <a:rPr dirty="0" smtClean="0" sz="2400" spc="0">
                <a:latin typeface="Times New Roman"/>
                <a:cs typeface="Times New Roman"/>
              </a:rPr>
              <a:t>kode</a:t>
            </a:r>
            <a:r>
              <a:rPr dirty="0" smtClean="0" sz="2400" spc="0">
                <a:latin typeface="Times New Roman"/>
                <a:cs typeface="Times New Roman"/>
              </a:rPr>
              <a:t> </a:t>
            </a:r>
            <a:r>
              <a:rPr dirty="0" smtClean="0" sz="2400" spc="0">
                <a:latin typeface="Times New Roman"/>
                <a:cs typeface="Times New Roman"/>
              </a:rPr>
              <a:t>P</a:t>
            </a:r>
            <a:r>
              <a:rPr dirty="0" smtClean="0" sz="2400" spc="0">
                <a:latin typeface="Times New Roman"/>
                <a:cs typeface="Times New Roman"/>
              </a:rPr>
              <a:t>N</a:t>
            </a:r>
            <a:r>
              <a:rPr dirty="0" smtClean="0" sz="2400" spc="0">
                <a:latin typeface="Times New Roman"/>
                <a:cs typeface="Times New Roman"/>
              </a:rPr>
              <a:t>,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ts val="2600"/>
              </a:lnSpc>
            </a:pPr>
            <a:r>
              <a:rPr dirty="0" smtClean="0" sz="2400">
                <a:latin typeface="Times New Roman"/>
                <a:cs typeface="Times New Roman"/>
              </a:rPr>
              <a:t>h</a:t>
            </a:r>
            <a:r>
              <a:rPr dirty="0" smtClean="0" sz="2400">
                <a:latin typeface="Times New Roman"/>
                <a:cs typeface="Times New Roman"/>
              </a:rPr>
              <a:t>a</a:t>
            </a:r>
            <a:r>
              <a:rPr dirty="0" smtClean="0" sz="2400">
                <a:latin typeface="Times New Roman"/>
                <a:cs typeface="Times New Roman"/>
              </a:rPr>
              <a:t>l</a:t>
            </a:r>
            <a:r>
              <a:rPr dirty="0" smtClean="0" sz="2400">
                <a:latin typeface="Times New Roman"/>
                <a:cs typeface="Times New Roman"/>
              </a:rPr>
              <a:t> </a:t>
            </a:r>
            <a:r>
              <a:rPr dirty="0" smtClean="0" sz="2400">
                <a:latin typeface="Times New Roman"/>
                <a:cs typeface="Times New Roman"/>
              </a:rPr>
              <a:t>i</a:t>
            </a:r>
            <a:r>
              <a:rPr dirty="0" smtClean="0" sz="2400">
                <a:latin typeface="Times New Roman"/>
                <a:cs typeface="Times New Roman"/>
              </a:rPr>
              <a:t>ni</a:t>
            </a:r>
            <a:r>
              <a:rPr dirty="0" smtClean="0" sz="2400">
                <a:latin typeface="Times New Roman"/>
                <a:cs typeface="Times New Roman"/>
              </a:rPr>
              <a:t> </a:t>
            </a:r>
            <a:r>
              <a:rPr dirty="0" smtClean="0" sz="2400">
                <a:latin typeface="Times New Roman"/>
                <a:cs typeface="Times New Roman"/>
              </a:rPr>
              <a:t>un</a:t>
            </a:r>
            <a:r>
              <a:rPr dirty="0" smtClean="0" sz="2400">
                <a:latin typeface="Times New Roman"/>
                <a:cs typeface="Times New Roman"/>
              </a:rPr>
              <a:t>t</a:t>
            </a:r>
            <a:r>
              <a:rPr dirty="0" smtClean="0" sz="2400">
                <a:latin typeface="Times New Roman"/>
                <a:cs typeface="Times New Roman"/>
              </a:rPr>
              <a:t>uk</a:t>
            </a:r>
            <a:r>
              <a:rPr dirty="0" smtClean="0" sz="2400">
                <a:latin typeface="Times New Roman"/>
                <a:cs typeface="Times New Roman"/>
              </a:rPr>
              <a:t> </a:t>
            </a:r>
            <a:r>
              <a:rPr dirty="0" smtClean="0" sz="2400" b="1" u="heavy">
                <a:latin typeface="Times New Roman"/>
                <a:cs typeface="Times New Roman"/>
              </a:rPr>
              <a:t>m</a:t>
            </a:r>
            <a:r>
              <a:rPr dirty="0" smtClean="0" sz="2400" spc="0" b="1" u="heavy">
                <a:latin typeface="Times New Roman"/>
                <a:cs typeface="Times New Roman"/>
              </a:rPr>
              <a:t>en</a:t>
            </a:r>
            <a:r>
              <a:rPr dirty="0" smtClean="0" sz="2400" spc="0" b="1" u="heavy">
                <a:latin typeface="Times New Roman"/>
                <a:cs typeface="Times New Roman"/>
              </a:rPr>
              <a:t>c</a:t>
            </a:r>
            <a:r>
              <a:rPr dirty="0" smtClean="0" sz="2400" spc="0" b="1" u="heavy">
                <a:latin typeface="Times New Roman"/>
                <a:cs typeface="Times New Roman"/>
              </a:rPr>
              <a:t>e</a:t>
            </a:r>
            <a:r>
              <a:rPr dirty="0" smtClean="0" sz="2400" spc="0" b="1" u="heavy">
                <a:latin typeface="Times New Roman"/>
                <a:cs typeface="Times New Roman"/>
              </a:rPr>
              <a:t>g</a:t>
            </a:r>
            <a:r>
              <a:rPr dirty="0" smtClean="0" sz="2400" spc="0" b="1" u="heavy">
                <a:latin typeface="Times New Roman"/>
                <a:cs typeface="Times New Roman"/>
              </a:rPr>
              <a:t>ah</a:t>
            </a:r>
            <a:r>
              <a:rPr dirty="0" smtClean="0" sz="2400" spc="0" b="1" u="heavy">
                <a:latin typeface="Times New Roman"/>
                <a:cs typeface="Times New Roman"/>
              </a:rPr>
              <a:t> </a:t>
            </a:r>
            <a:r>
              <a:rPr dirty="0" smtClean="0" sz="2400" spc="0" b="1" u="heavy">
                <a:latin typeface="Times New Roman"/>
                <a:cs typeface="Times New Roman"/>
              </a:rPr>
              <a:t>ke</a:t>
            </a:r>
            <a:r>
              <a:rPr dirty="0" smtClean="0" sz="2400" spc="0" b="1" u="heavy">
                <a:latin typeface="Times New Roman"/>
                <a:cs typeface="Times New Roman"/>
              </a:rPr>
              <a:t>m</a:t>
            </a:r>
            <a:r>
              <a:rPr dirty="0" smtClean="0" sz="2400" spc="0" b="1" u="heavy">
                <a:latin typeface="Times New Roman"/>
                <a:cs typeface="Times New Roman"/>
              </a:rPr>
              <a:t>u</a:t>
            </a:r>
            <a:r>
              <a:rPr dirty="0" smtClean="0" sz="2400" spc="0" b="1" u="heavy">
                <a:latin typeface="Times New Roman"/>
                <a:cs typeface="Times New Roman"/>
              </a:rPr>
              <a:t>n</a:t>
            </a:r>
            <a:r>
              <a:rPr dirty="0" smtClean="0" sz="2400" spc="0" b="1" u="heavy">
                <a:latin typeface="Times New Roman"/>
                <a:cs typeface="Times New Roman"/>
              </a:rPr>
              <a:t>gkinan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652010" y="4691860"/>
            <a:ext cx="3854221" cy="330200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 spc="0" b="1" u="heavy">
                <a:latin typeface="Times New Roman"/>
                <a:cs typeface="Times New Roman"/>
              </a:rPr>
              <a:t>te</a:t>
            </a:r>
            <a:r>
              <a:rPr dirty="0" smtClean="0" sz="2400" spc="0" b="1" u="heavy">
                <a:latin typeface="Times New Roman"/>
                <a:cs typeface="Times New Roman"/>
              </a:rPr>
              <a:t>r</a:t>
            </a:r>
            <a:r>
              <a:rPr dirty="0" smtClean="0" sz="2400" spc="0" b="1" u="heavy">
                <a:latin typeface="Times New Roman"/>
                <a:cs typeface="Times New Roman"/>
              </a:rPr>
              <a:t>jadin</a:t>
            </a:r>
            <a:r>
              <a:rPr dirty="0" smtClean="0" sz="2400" spc="0" b="1" u="heavy">
                <a:latin typeface="Times New Roman"/>
                <a:cs typeface="Times New Roman"/>
              </a:rPr>
              <a:t>y</a:t>
            </a:r>
            <a:r>
              <a:rPr dirty="0" smtClean="0" sz="2400" spc="0" b="1" u="heavy">
                <a:latin typeface="Times New Roman"/>
                <a:cs typeface="Times New Roman"/>
              </a:rPr>
              <a:t>a</a:t>
            </a:r>
            <a:r>
              <a:rPr dirty="0" smtClean="0" sz="2400" spc="0" b="1" u="heavy">
                <a:latin typeface="Times New Roman"/>
                <a:cs typeface="Times New Roman"/>
              </a:rPr>
              <a:t> </a:t>
            </a:r>
            <a:r>
              <a:rPr dirty="0" smtClean="0" sz="2400" spc="0" b="1" u="heavy">
                <a:latin typeface="Times New Roman"/>
                <a:cs typeface="Times New Roman"/>
              </a:rPr>
              <a:t>a</a:t>
            </a:r>
            <a:r>
              <a:rPr dirty="0" smtClean="0" sz="2400" spc="0" b="1" u="heavy">
                <a:latin typeface="Times New Roman"/>
                <a:cs typeface="Times New Roman"/>
              </a:rPr>
              <a:t>l</a:t>
            </a:r>
            <a:r>
              <a:rPr dirty="0" smtClean="0" sz="2400" spc="0" b="1" u="heavy">
                <a:latin typeface="Times New Roman"/>
                <a:cs typeface="Times New Roman"/>
              </a:rPr>
              <a:t>i</a:t>
            </a:r>
            <a:r>
              <a:rPr dirty="0" smtClean="0" sz="2400" spc="0" b="1" u="heavy">
                <a:latin typeface="Times New Roman"/>
                <a:cs typeface="Times New Roman"/>
              </a:rPr>
              <a:t>a</a:t>
            </a:r>
            <a:r>
              <a:rPr dirty="0" smtClean="0" sz="2400" spc="0" b="1" u="heavy">
                <a:latin typeface="Times New Roman"/>
                <a:cs typeface="Times New Roman"/>
              </a:rPr>
              <a:t>sing</a:t>
            </a:r>
            <a:r>
              <a:rPr dirty="0" smtClean="0" sz="2400" spc="0" b="1">
                <a:latin typeface="Times New Roman"/>
                <a:cs typeface="Times New Roman"/>
              </a:rPr>
              <a:t> </a:t>
            </a:r>
            <a:r>
              <a:rPr dirty="0" smtClean="0" sz="2400" spc="0">
                <a:latin typeface="Times New Roman"/>
                <a:cs typeface="Times New Roman"/>
              </a:rPr>
              <a:t>an</a:t>
            </a:r>
            <a:r>
              <a:rPr dirty="0" smtClean="0" sz="2400" spc="0">
                <a:latin typeface="Times New Roman"/>
                <a:cs typeface="Times New Roman"/>
              </a:rPr>
              <a:t>t</a:t>
            </a:r>
            <a:r>
              <a:rPr dirty="0" smtClean="0" sz="2400" spc="0">
                <a:latin typeface="Times New Roman"/>
                <a:cs typeface="Times New Roman"/>
              </a:rPr>
              <a:t>ar</a:t>
            </a:r>
            <a:r>
              <a:rPr dirty="0" smtClean="0" sz="2400" spc="0">
                <a:latin typeface="Times New Roman"/>
                <a:cs typeface="Times New Roman"/>
              </a:rPr>
              <a:t> </a:t>
            </a:r>
            <a:r>
              <a:rPr dirty="0" smtClean="0" sz="2400" spc="0">
                <a:latin typeface="Times New Roman"/>
                <a:cs typeface="Times New Roman"/>
              </a:rPr>
              <a:t>kode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511311" y="4691860"/>
            <a:ext cx="1050137" cy="660462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 spc="-2">
                <a:latin typeface="Times New Roman"/>
                <a:cs typeface="Times New Roman"/>
              </a:rPr>
              <a:t>d</a:t>
            </a:r>
            <a:r>
              <a:rPr dirty="0" smtClean="0" sz="2400" spc="-2">
                <a:latin typeface="Times New Roman"/>
                <a:cs typeface="Times New Roman"/>
              </a:rPr>
              <a:t>i</a:t>
            </a:r>
            <a:r>
              <a:rPr dirty="0" smtClean="0" sz="2400" spc="-2">
                <a:latin typeface="Times New Roman"/>
                <a:cs typeface="Times New Roman"/>
              </a:rPr>
              <a:t>da</a:t>
            </a:r>
            <a:r>
              <a:rPr dirty="0" smtClean="0" sz="2400" spc="-2">
                <a:latin typeface="Times New Roman"/>
                <a:cs typeface="Times New Roman"/>
              </a:rPr>
              <a:t>l</a:t>
            </a:r>
            <a:r>
              <a:rPr dirty="0" smtClean="0" sz="2400" spc="-2">
                <a:latin typeface="Times New Roman"/>
                <a:cs typeface="Times New Roman"/>
              </a:rPr>
              <a:t>am</a:t>
            </a:r>
            <a:endParaRPr sz="2400">
              <a:latin typeface="Times New Roman"/>
              <a:cs typeface="Times New Roman"/>
            </a:endParaRPr>
          </a:p>
          <a:p>
            <a:pPr marL="21068" marR="45720">
              <a:lnSpc>
                <a:spcPts val="2600"/>
              </a:lnSpc>
              <a:spcBef>
                <a:spcPts val="2"/>
              </a:spcBef>
            </a:pPr>
            <a:r>
              <a:rPr dirty="0" smtClean="0" sz="2400" spc="-2">
                <a:latin typeface="Times New Roman"/>
                <a:cs typeface="Times New Roman"/>
              </a:rPr>
              <a:t>d</a:t>
            </a:r>
            <a:r>
              <a:rPr dirty="0" smtClean="0" sz="2400" spc="-2">
                <a:latin typeface="Times New Roman"/>
                <a:cs typeface="Times New Roman"/>
              </a:rPr>
              <a:t>i</a:t>
            </a:r>
            <a:r>
              <a:rPr dirty="0" smtClean="0" sz="2400" spc="-2">
                <a:latin typeface="Times New Roman"/>
                <a:cs typeface="Times New Roman"/>
              </a:rPr>
              <a:t>k</a:t>
            </a:r>
            <a:r>
              <a:rPr dirty="0" smtClean="0" sz="2400" spc="-2">
                <a:latin typeface="Times New Roman"/>
                <a:cs typeface="Times New Roman"/>
              </a:rPr>
              <a:t>e</a:t>
            </a:r>
            <a:r>
              <a:rPr dirty="0" smtClean="0" sz="2400" spc="-2">
                <a:latin typeface="Times New Roman"/>
                <a:cs typeface="Times New Roman"/>
              </a:rPr>
              <a:t>n</a:t>
            </a:r>
            <a:r>
              <a:rPr dirty="0" smtClean="0" sz="2400" spc="-2">
                <a:latin typeface="Times New Roman"/>
                <a:cs typeface="Times New Roman"/>
              </a:rPr>
              <a:t>a</a:t>
            </a:r>
            <a:r>
              <a:rPr dirty="0" smtClean="0" sz="2400" spc="-2">
                <a:latin typeface="Times New Roman"/>
                <a:cs typeface="Times New Roman"/>
              </a:rPr>
              <a:t>l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652010" y="5021804"/>
            <a:ext cx="3862557" cy="658432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 spc="-1">
                <a:latin typeface="Times New Roman"/>
                <a:cs typeface="Times New Roman"/>
              </a:rPr>
              <a:t>sa</a:t>
            </a:r>
            <a:r>
              <a:rPr dirty="0" smtClean="0" sz="2400" spc="-1">
                <a:latin typeface="Times New Roman"/>
                <a:cs typeface="Times New Roman"/>
              </a:rPr>
              <a:t>t</a:t>
            </a:r>
            <a:r>
              <a:rPr dirty="0" smtClean="0" sz="2400" spc="-1">
                <a:latin typeface="Times New Roman"/>
                <a:cs typeface="Times New Roman"/>
              </a:rPr>
              <a:t>u</a:t>
            </a:r>
            <a:r>
              <a:rPr dirty="0" smtClean="0" sz="2400" spc="-1">
                <a:latin typeface="Times New Roman"/>
                <a:cs typeface="Times New Roman"/>
              </a:rPr>
              <a:t> </a:t>
            </a:r>
            <a:r>
              <a:rPr dirty="0" smtClean="0" sz="2400" spc="-1">
                <a:latin typeface="Times New Roman"/>
                <a:cs typeface="Times New Roman"/>
              </a:rPr>
              <a:t>se</a:t>
            </a:r>
            <a:r>
              <a:rPr dirty="0" smtClean="0" sz="2400" spc="-1">
                <a:latin typeface="Times New Roman"/>
                <a:cs typeface="Times New Roman"/>
              </a:rPr>
              <a:t>l</a:t>
            </a:r>
            <a:r>
              <a:rPr dirty="0" smtClean="0" sz="2400" spc="-1">
                <a:latin typeface="Times New Roman"/>
                <a:cs typeface="Times New Roman"/>
              </a:rPr>
              <a:t>.</a:t>
            </a:r>
            <a:r>
              <a:rPr dirty="0" smtClean="0" sz="2400" spc="-1">
                <a:latin typeface="Times New Roman"/>
                <a:cs typeface="Times New Roman"/>
              </a:rPr>
              <a:t> </a:t>
            </a:r>
            <a:r>
              <a:rPr dirty="0" smtClean="0" sz="2400" spc="-1">
                <a:latin typeface="Times New Roman"/>
                <a:cs typeface="Times New Roman"/>
              </a:rPr>
              <a:t>Pada</a:t>
            </a:r>
            <a:r>
              <a:rPr dirty="0" smtClean="0" sz="2400" spc="-1">
                <a:latin typeface="Times New Roman"/>
                <a:cs typeface="Times New Roman"/>
              </a:rPr>
              <a:t> </a:t>
            </a:r>
            <a:r>
              <a:rPr dirty="0" smtClean="0" sz="2400" spc="-1">
                <a:latin typeface="Times New Roman"/>
                <a:cs typeface="Times New Roman"/>
              </a:rPr>
              <a:t>j</a:t>
            </a:r>
            <a:r>
              <a:rPr dirty="0" smtClean="0" sz="2400" spc="-1">
                <a:latin typeface="Times New Roman"/>
                <a:cs typeface="Times New Roman"/>
              </a:rPr>
              <a:t>ar</a:t>
            </a:r>
            <a:r>
              <a:rPr dirty="0" smtClean="0" sz="2400" spc="-1">
                <a:latin typeface="Times New Roman"/>
                <a:cs typeface="Times New Roman"/>
              </a:rPr>
              <a:t>i</a:t>
            </a:r>
            <a:r>
              <a:rPr dirty="0" smtClean="0" sz="2400" spc="-1">
                <a:latin typeface="Times New Roman"/>
                <a:cs typeface="Times New Roman"/>
              </a:rPr>
              <a:t>ng</a:t>
            </a:r>
            <a:r>
              <a:rPr dirty="0" smtClean="0" sz="2400" spc="-1">
                <a:latin typeface="Times New Roman"/>
                <a:cs typeface="Times New Roman"/>
              </a:rPr>
              <a:t>a</a:t>
            </a:r>
            <a:r>
              <a:rPr dirty="0" smtClean="0" sz="2400" spc="-1">
                <a:latin typeface="Times New Roman"/>
                <a:cs typeface="Times New Roman"/>
              </a:rPr>
              <a:t>n</a:t>
            </a:r>
            <a:r>
              <a:rPr dirty="0" smtClean="0" sz="2400" spc="-1">
                <a:latin typeface="Times New Roman"/>
                <a:cs typeface="Times New Roman"/>
              </a:rPr>
              <a:t> </a:t>
            </a:r>
            <a:r>
              <a:rPr dirty="0" smtClean="0" sz="2400" spc="-1">
                <a:latin typeface="Times New Roman"/>
                <a:cs typeface="Times New Roman"/>
              </a:rPr>
              <a:t>CDM</a:t>
            </a:r>
            <a:r>
              <a:rPr dirty="0" smtClean="0" sz="2400" spc="-1">
                <a:latin typeface="Times New Roman"/>
                <a:cs typeface="Times New Roman"/>
              </a:rPr>
              <a:t>A</a:t>
            </a:r>
            <a:r>
              <a:rPr dirty="0" smtClean="0" sz="2400" spc="-1">
                <a:latin typeface="Times New Roman"/>
                <a:cs typeface="Times New Roman"/>
              </a:rPr>
              <a:t>,</a:t>
            </a:r>
            <a:endParaRPr sz="2400">
              <a:latin typeface="Times New Roman"/>
              <a:cs typeface="Times New Roman"/>
            </a:endParaRPr>
          </a:p>
          <a:p>
            <a:pPr marL="12700" marR="45767">
              <a:lnSpc>
                <a:spcPts val="2585"/>
              </a:lnSpc>
              <a:spcBef>
                <a:spcPts val="1"/>
              </a:spcBef>
            </a:pPr>
            <a:r>
              <a:rPr dirty="0" smtClean="0" sz="2400" spc="-1">
                <a:latin typeface="Times New Roman"/>
                <a:cs typeface="Times New Roman"/>
              </a:rPr>
              <a:t>is</a:t>
            </a:r>
            <a:r>
              <a:rPr dirty="0" smtClean="0" sz="2400" spc="-1">
                <a:latin typeface="Times New Roman"/>
                <a:cs typeface="Times New Roman"/>
              </a:rPr>
              <a:t>t</a:t>
            </a:r>
            <a:r>
              <a:rPr dirty="0" smtClean="0" sz="2400" spc="-1">
                <a:latin typeface="Times New Roman"/>
                <a:cs typeface="Times New Roman"/>
              </a:rPr>
              <a:t>i</a:t>
            </a:r>
            <a:r>
              <a:rPr dirty="0" smtClean="0" sz="2400" spc="-1">
                <a:latin typeface="Times New Roman"/>
                <a:cs typeface="Times New Roman"/>
              </a:rPr>
              <a:t>l</a:t>
            </a:r>
            <a:r>
              <a:rPr dirty="0" smtClean="0" sz="2400" spc="-1">
                <a:latin typeface="Times New Roman"/>
                <a:cs typeface="Times New Roman"/>
              </a:rPr>
              <a:t>ah</a:t>
            </a:r>
            <a:r>
              <a:rPr dirty="0" smtClean="0" sz="2400" spc="-1">
                <a:latin typeface="Times New Roman"/>
                <a:cs typeface="Times New Roman"/>
              </a:rPr>
              <a:t> </a:t>
            </a:r>
            <a:r>
              <a:rPr dirty="0" smtClean="0" sz="2400" spc="-1" b="1" i="1">
                <a:latin typeface="Times New Roman"/>
                <a:cs typeface="Times New Roman"/>
              </a:rPr>
              <a:t>PN</a:t>
            </a:r>
            <a:r>
              <a:rPr dirty="0" smtClean="0" sz="2400" spc="-1" b="1" i="1">
                <a:latin typeface="Times New Roman"/>
                <a:cs typeface="Times New Roman"/>
              </a:rPr>
              <a:t> </a:t>
            </a:r>
            <a:r>
              <a:rPr dirty="0" smtClean="0" sz="2400" spc="-1" b="1" i="1">
                <a:latin typeface="Times New Roman"/>
                <a:cs typeface="Times New Roman"/>
              </a:rPr>
              <a:t>r</a:t>
            </a:r>
            <a:r>
              <a:rPr dirty="0" smtClean="0" sz="2400" spc="-1" b="1" i="1">
                <a:latin typeface="Times New Roman"/>
                <a:cs typeface="Times New Roman"/>
              </a:rPr>
              <a:t>euse</a:t>
            </a:r>
            <a:r>
              <a:rPr dirty="0" smtClean="0" sz="2400" spc="-1" b="1" i="1">
                <a:latin typeface="Times New Roman"/>
                <a:cs typeface="Times New Roman"/>
              </a:rPr>
              <a:t> </a:t>
            </a:r>
            <a:r>
              <a:rPr dirty="0" smtClean="0" sz="2400" spc="-1" b="1" i="1">
                <a:latin typeface="Times New Roman"/>
                <a:cs typeface="Times New Roman"/>
              </a:rPr>
              <a:t>fac</a:t>
            </a:r>
            <a:r>
              <a:rPr dirty="0" smtClean="0" sz="2400" spc="-1" b="1" i="1">
                <a:latin typeface="Times New Roman"/>
                <a:cs typeface="Times New Roman"/>
              </a:rPr>
              <a:t>t</a:t>
            </a:r>
            <a:r>
              <a:rPr dirty="0" smtClean="0" sz="2400" spc="-1" b="1" i="1">
                <a:latin typeface="Times New Roman"/>
                <a:cs typeface="Times New Roman"/>
              </a:rPr>
              <a:t>or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31140" y="6472848"/>
            <a:ext cx="5475228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o</a:t>
            </a:r>
            <a:r>
              <a:rPr dirty="0" smtClean="0" sz="1800" spc="0" b="1">
                <a:latin typeface="Georgia"/>
                <a:cs typeface="Georgia"/>
              </a:rPr>
              <a:t>d</a:t>
            </a:r>
            <a:r>
              <a:rPr dirty="0" smtClean="0" sz="1800" spc="0" b="1">
                <a:latin typeface="Georgia"/>
                <a:cs typeface="Georgia"/>
              </a:rPr>
              <a:t>ul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3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S</a:t>
            </a:r>
            <a:r>
              <a:rPr dirty="0" smtClean="0" sz="1800" spc="0" b="1">
                <a:latin typeface="Georgia"/>
                <a:cs typeface="Georgia"/>
              </a:rPr>
              <a:t>istem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K</a:t>
            </a:r>
            <a:r>
              <a:rPr dirty="0" smtClean="0" sz="1800" spc="0" b="1">
                <a:latin typeface="Georgia"/>
                <a:cs typeface="Georgia"/>
              </a:rPr>
              <a:t>o</a:t>
            </a: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unik</a:t>
            </a:r>
            <a:r>
              <a:rPr dirty="0" smtClean="0" sz="1800" spc="0" b="1">
                <a:latin typeface="Georgia"/>
                <a:cs typeface="Georgia"/>
              </a:rPr>
              <a:t>a</a:t>
            </a:r>
            <a:r>
              <a:rPr dirty="0" smtClean="0" sz="1800" spc="0" b="1">
                <a:latin typeface="Georgia"/>
                <a:cs typeface="Georgia"/>
              </a:rPr>
              <a:t>si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B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r>
              <a:rPr dirty="0" smtClean="0" sz="1800" spc="0" b="1">
                <a:latin typeface="Georgia"/>
                <a:cs typeface="Georgia"/>
              </a:rPr>
              <a:t>g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r>
              <a:rPr dirty="0" smtClean="0" sz="1800" spc="0" b="1">
                <a:latin typeface="Georgia"/>
                <a:cs typeface="Georgia"/>
              </a:rPr>
              <a:t>a</a:t>
            </a:r>
            <a:r>
              <a:rPr dirty="0" smtClean="0" sz="1800" spc="0" b="1">
                <a:latin typeface="Georgia"/>
                <a:cs typeface="Georgia"/>
              </a:rPr>
              <a:t>k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S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lul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443720" y="6472848"/>
            <a:ext cx="349293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-4" b="1">
                <a:latin typeface="Georgia"/>
                <a:cs typeface="Georgia"/>
              </a:rPr>
              <a:t>29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56959" y="934974"/>
            <a:ext cx="88979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" name="object 5"/>
          <p:cNvSpPr txBox="1"/>
          <p:nvPr/>
        </p:nvSpPr>
        <p:spPr>
          <a:xfrm>
            <a:off x="3008708" y="934974"/>
            <a:ext cx="88979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" name="object 4"/>
          <p:cNvSpPr txBox="1"/>
          <p:nvPr/>
        </p:nvSpPr>
        <p:spPr>
          <a:xfrm>
            <a:off x="3850452" y="934974"/>
            <a:ext cx="88979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" name="object 3"/>
          <p:cNvSpPr txBox="1"/>
          <p:nvPr/>
        </p:nvSpPr>
        <p:spPr>
          <a:xfrm>
            <a:off x="7587959" y="4482083"/>
            <a:ext cx="71397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" name="object 2"/>
          <p:cNvSpPr txBox="1"/>
          <p:nvPr/>
        </p:nvSpPr>
        <p:spPr>
          <a:xfrm>
            <a:off x="6020765" y="4810125"/>
            <a:ext cx="73761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object 45"/>
          <p:cNvSpPr/>
          <p:nvPr/>
        </p:nvSpPr>
        <p:spPr>
          <a:xfrm>
            <a:off x="0" y="6400800"/>
            <a:ext cx="9903460" cy="457196"/>
          </a:xfrm>
          <a:custGeom>
            <a:avLst/>
            <a:gdLst/>
            <a:ahLst/>
            <a:cxnLst/>
            <a:rect l="l" t="t" r="r" b="b"/>
            <a:pathLst>
              <a:path w="9903460" h="457196">
                <a:moveTo>
                  <a:pt x="9903460" y="457196"/>
                </a:moveTo>
                <a:lnTo>
                  <a:pt x="9903460" y="0"/>
                </a:lnTo>
                <a:lnTo>
                  <a:pt x="0" y="0"/>
                </a:lnTo>
                <a:lnTo>
                  <a:pt x="0" y="457196"/>
                </a:lnTo>
                <a:lnTo>
                  <a:pt x="9903460" y="457196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6" name="object 46"/>
          <p:cNvSpPr/>
          <p:nvPr/>
        </p:nvSpPr>
        <p:spPr>
          <a:xfrm>
            <a:off x="153670" y="640207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58419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3" name="object 43"/>
          <p:cNvSpPr/>
          <p:nvPr/>
        </p:nvSpPr>
        <p:spPr>
          <a:xfrm>
            <a:off x="0" y="0"/>
            <a:ext cx="9903460" cy="609600"/>
          </a:xfrm>
          <a:custGeom>
            <a:avLst/>
            <a:gdLst/>
            <a:ahLst/>
            <a:cxnLst/>
            <a:rect l="l" t="t" r="r" b="b"/>
            <a:pathLst>
              <a:path w="9903460" h="609600">
                <a:moveTo>
                  <a:pt x="0" y="609600"/>
                </a:moveTo>
                <a:lnTo>
                  <a:pt x="9903460" y="609600"/>
                </a:lnTo>
                <a:lnTo>
                  <a:pt x="9903460" y="0"/>
                </a:lnTo>
                <a:lnTo>
                  <a:pt x="0" y="0"/>
                </a:lnTo>
                <a:lnTo>
                  <a:pt x="0" y="60960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4" name="object 44"/>
          <p:cNvSpPr/>
          <p:nvPr/>
        </p:nvSpPr>
        <p:spPr>
          <a:xfrm>
            <a:off x="111760" y="60960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76200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7" name="object 37"/>
          <p:cNvSpPr/>
          <p:nvPr/>
        </p:nvSpPr>
        <p:spPr>
          <a:xfrm>
            <a:off x="1694180" y="4160520"/>
            <a:ext cx="1490980" cy="1358900"/>
          </a:xfrm>
          <a:custGeom>
            <a:avLst/>
            <a:gdLst/>
            <a:ahLst/>
            <a:cxnLst/>
            <a:rect l="l" t="t" r="r" b="b"/>
            <a:pathLst>
              <a:path w="1490980" h="1358900">
                <a:moveTo>
                  <a:pt x="0" y="679449"/>
                </a:moveTo>
                <a:lnTo>
                  <a:pt x="2471" y="623719"/>
                </a:lnTo>
                <a:lnTo>
                  <a:pt x="9756" y="569231"/>
                </a:lnTo>
                <a:lnTo>
                  <a:pt x="21665" y="516158"/>
                </a:lnTo>
                <a:lnTo>
                  <a:pt x="38004" y="464677"/>
                </a:lnTo>
                <a:lnTo>
                  <a:pt x="58582" y="414962"/>
                </a:lnTo>
                <a:lnTo>
                  <a:pt x="83208" y="367188"/>
                </a:lnTo>
                <a:lnTo>
                  <a:pt x="111688" y="321529"/>
                </a:lnTo>
                <a:lnTo>
                  <a:pt x="143833" y="278160"/>
                </a:lnTo>
                <a:lnTo>
                  <a:pt x="179448" y="237256"/>
                </a:lnTo>
                <a:lnTo>
                  <a:pt x="218344" y="198993"/>
                </a:lnTo>
                <a:lnTo>
                  <a:pt x="260328" y="163544"/>
                </a:lnTo>
                <a:lnTo>
                  <a:pt x="305208" y="131084"/>
                </a:lnTo>
                <a:lnTo>
                  <a:pt x="352792" y="101788"/>
                </a:lnTo>
                <a:lnTo>
                  <a:pt x="402889" y="75832"/>
                </a:lnTo>
                <a:lnTo>
                  <a:pt x="455306" y="53389"/>
                </a:lnTo>
                <a:lnTo>
                  <a:pt x="509853" y="34635"/>
                </a:lnTo>
                <a:lnTo>
                  <a:pt x="566336" y="19744"/>
                </a:lnTo>
                <a:lnTo>
                  <a:pt x="624564" y="8891"/>
                </a:lnTo>
                <a:lnTo>
                  <a:pt x="684346" y="2252"/>
                </a:lnTo>
                <a:lnTo>
                  <a:pt x="745489" y="0"/>
                </a:lnTo>
                <a:lnTo>
                  <a:pt x="806633" y="2252"/>
                </a:lnTo>
                <a:lnTo>
                  <a:pt x="866415" y="8891"/>
                </a:lnTo>
                <a:lnTo>
                  <a:pt x="924643" y="19744"/>
                </a:lnTo>
                <a:lnTo>
                  <a:pt x="981126" y="34635"/>
                </a:lnTo>
                <a:lnTo>
                  <a:pt x="1035673" y="53389"/>
                </a:lnTo>
                <a:lnTo>
                  <a:pt x="1088090" y="75832"/>
                </a:lnTo>
                <a:lnTo>
                  <a:pt x="1138187" y="101788"/>
                </a:lnTo>
                <a:lnTo>
                  <a:pt x="1185771" y="131084"/>
                </a:lnTo>
                <a:lnTo>
                  <a:pt x="1230651" y="163544"/>
                </a:lnTo>
                <a:lnTo>
                  <a:pt x="1272635" y="198993"/>
                </a:lnTo>
                <a:lnTo>
                  <a:pt x="1311531" y="237256"/>
                </a:lnTo>
                <a:lnTo>
                  <a:pt x="1347146" y="278160"/>
                </a:lnTo>
                <a:lnTo>
                  <a:pt x="1379291" y="321529"/>
                </a:lnTo>
                <a:lnTo>
                  <a:pt x="1407771" y="367188"/>
                </a:lnTo>
                <a:lnTo>
                  <a:pt x="1432397" y="414962"/>
                </a:lnTo>
                <a:lnTo>
                  <a:pt x="1452975" y="464677"/>
                </a:lnTo>
                <a:lnTo>
                  <a:pt x="1469314" y="516158"/>
                </a:lnTo>
                <a:lnTo>
                  <a:pt x="1481223" y="569231"/>
                </a:lnTo>
                <a:lnTo>
                  <a:pt x="1488508" y="623719"/>
                </a:lnTo>
                <a:lnTo>
                  <a:pt x="1490980" y="679449"/>
                </a:lnTo>
                <a:lnTo>
                  <a:pt x="1488508" y="735180"/>
                </a:lnTo>
                <a:lnTo>
                  <a:pt x="1481223" y="789668"/>
                </a:lnTo>
                <a:lnTo>
                  <a:pt x="1469314" y="842741"/>
                </a:lnTo>
                <a:lnTo>
                  <a:pt x="1452975" y="894222"/>
                </a:lnTo>
                <a:lnTo>
                  <a:pt x="1432397" y="943937"/>
                </a:lnTo>
                <a:lnTo>
                  <a:pt x="1407771" y="991711"/>
                </a:lnTo>
                <a:lnTo>
                  <a:pt x="1379291" y="1037370"/>
                </a:lnTo>
                <a:lnTo>
                  <a:pt x="1347146" y="1080739"/>
                </a:lnTo>
                <a:lnTo>
                  <a:pt x="1311531" y="1121643"/>
                </a:lnTo>
                <a:lnTo>
                  <a:pt x="1272635" y="1159906"/>
                </a:lnTo>
                <a:lnTo>
                  <a:pt x="1230651" y="1195355"/>
                </a:lnTo>
                <a:lnTo>
                  <a:pt x="1185771" y="1227815"/>
                </a:lnTo>
                <a:lnTo>
                  <a:pt x="1138187" y="1257111"/>
                </a:lnTo>
                <a:lnTo>
                  <a:pt x="1088090" y="1283067"/>
                </a:lnTo>
                <a:lnTo>
                  <a:pt x="1035673" y="1305510"/>
                </a:lnTo>
                <a:lnTo>
                  <a:pt x="981126" y="1324264"/>
                </a:lnTo>
                <a:lnTo>
                  <a:pt x="924643" y="1339155"/>
                </a:lnTo>
                <a:lnTo>
                  <a:pt x="866415" y="1350008"/>
                </a:lnTo>
                <a:lnTo>
                  <a:pt x="806633" y="1356647"/>
                </a:lnTo>
                <a:lnTo>
                  <a:pt x="745489" y="1358899"/>
                </a:lnTo>
                <a:lnTo>
                  <a:pt x="684346" y="1356647"/>
                </a:lnTo>
                <a:lnTo>
                  <a:pt x="624564" y="1350008"/>
                </a:lnTo>
                <a:lnTo>
                  <a:pt x="566336" y="1339155"/>
                </a:lnTo>
                <a:lnTo>
                  <a:pt x="509853" y="1324264"/>
                </a:lnTo>
                <a:lnTo>
                  <a:pt x="455306" y="1305510"/>
                </a:lnTo>
                <a:lnTo>
                  <a:pt x="402889" y="1283067"/>
                </a:lnTo>
                <a:lnTo>
                  <a:pt x="352792" y="1257111"/>
                </a:lnTo>
                <a:lnTo>
                  <a:pt x="305208" y="1227815"/>
                </a:lnTo>
                <a:lnTo>
                  <a:pt x="260328" y="1195355"/>
                </a:lnTo>
                <a:lnTo>
                  <a:pt x="218344" y="1159906"/>
                </a:lnTo>
                <a:lnTo>
                  <a:pt x="179448" y="1121643"/>
                </a:lnTo>
                <a:lnTo>
                  <a:pt x="143833" y="1080739"/>
                </a:lnTo>
                <a:lnTo>
                  <a:pt x="111688" y="1037370"/>
                </a:lnTo>
                <a:lnTo>
                  <a:pt x="83208" y="991711"/>
                </a:lnTo>
                <a:lnTo>
                  <a:pt x="58582" y="943937"/>
                </a:lnTo>
                <a:lnTo>
                  <a:pt x="38004" y="894222"/>
                </a:lnTo>
                <a:lnTo>
                  <a:pt x="21665" y="842741"/>
                </a:lnTo>
                <a:lnTo>
                  <a:pt x="9756" y="789668"/>
                </a:lnTo>
                <a:lnTo>
                  <a:pt x="2471" y="735180"/>
                </a:lnTo>
                <a:lnTo>
                  <a:pt x="0" y="67944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8" name="object 38"/>
          <p:cNvSpPr/>
          <p:nvPr/>
        </p:nvSpPr>
        <p:spPr>
          <a:xfrm>
            <a:off x="3065526" y="5011420"/>
            <a:ext cx="50800" cy="508000"/>
          </a:xfrm>
          <a:custGeom>
            <a:avLst/>
            <a:gdLst/>
            <a:ahLst/>
            <a:cxnLst/>
            <a:rect l="l" t="t" r="r" b="b"/>
            <a:pathLst>
              <a:path w="50800" h="508000">
                <a:moveTo>
                  <a:pt x="19050" y="469899"/>
                </a:moveTo>
                <a:lnTo>
                  <a:pt x="18988" y="457232"/>
                </a:lnTo>
                <a:lnTo>
                  <a:pt x="0" y="457326"/>
                </a:lnTo>
                <a:lnTo>
                  <a:pt x="25654" y="507999"/>
                </a:lnTo>
                <a:lnTo>
                  <a:pt x="19050" y="469899"/>
                </a:lnTo>
                <a:close/>
              </a:path>
              <a:path w="50800" h="508000">
                <a:moveTo>
                  <a:pt x="50800" y="457072"/>
                </a:moveTo>
                <a:lnTo>
                  <a:pt x="31687" y="457168"/>
                </a:lnTo>
                <a:lnTo>
                  <a:pt x="31750" y="469899"/>
                </a:lnTo>
                <a:lnTo>
                  <a:pt x="50800" y="457072"/>
                </a:lnTo>
                <a:close/>
              </a:path>
              <a:path w="50800" h="508000">
                <a:moveTo>
                  <a:pt x="29463" y="0"/>
                </a:moveTo>
                <a:lnTo>
                  <a:pt x="16763" y="0"/>
                </a:lnTo>
                <a:lnTo>
                  <a:pt x="18988" y="457232"/>
                </a:lnTo>
                <a:lnTo>
                  <a:pt x="19050" y="469899"/>
                </a:lnTo>
                <a:lnTo>
                  <a:pt x="25654" y="507999"/>
                </a:lnTo>
                <a:lnTo>
                  <a:pt x="50800" y="457072"/>
                </a:lnTo>
                <a:lnTo>
                  <a:pt x="31750" y="469899"/>
                </a:lnTo>
                <a:lnTo>
                  <a:pt x="31687" y="457168"/>
                </a:lnTo>
                <a:lnTo>
                  <a:pt x="294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9" name="object 39"/>
          <p:cNvSpPr/>
          <p:nvPr/>
        </p:nvSpPr>
        <p:spPr>
          <a:xfrm>
            <a:off x="2997200" y="4160520"/>
            <a:ext cx="1490979" cy="1358900"/>
          </a:xfrm>
          <a:custGeom>
            <a:avLst/>
            <a:gdLst/>
            <a:ahLst/>
            <a:cxnLst/>
            <a:rect l="l" t="t" r="r" b="b"/>
            <a:pathLst>
              <a:path w="1490979" h="1358900">
                <a:moveTo>
                  <a:pt x="0" y="679449"/>
                </a:moveTo>
                <a:lnTo>
                  <a:pt x="2471" y="623719"/>
                </a:lnTo>
                <a:lnTo>
                  <a:pt x="9756" y="569231"/>
                </a:lnTo>
                <a:lnTo>
                  <a:pt x="21665" y="516158"/>
                </a:lnTo>
                <a:lnTo>
                  <a:pt x="38004" y="464677"/>
                </a:lnTo>
                <a:lnTo>
                  <a:pt x="58582" y="414962"/>
                </a:lnTo>
                <a:lnTo>
                  <a:pt x="83208" y="367188"/>
                </a:lnTo>
                <a:lnTo>
                  <a:pt x="111688" y="321529"/>
                </a:lnTo>
                <a:lnTo>
                  <a:pt x="143833" y="278160"/>
                </a:lnTo>
                <a:lnTo>
                  <a:pt x="179448" y="237256"/>
                </a:lnTo>
                <a:lnTo>
                  <a:pt x="218344" y="198993"/>
                </a:lnTo>
                <a:lnTo>
                  <a:pt x="260328" y="163544"/>
                </a:lnTo>
                <a:lnTo>
                  <a:pt x="305208" y="131084"/>
                </a:lnTo>
                <a:lnTo>
                  <a:pt x="352792" y="101788"/>
                </a:lnTo>
                <a:lnTo>
                  <a:pt x="402889" y="75832"/>
                </a:lnTo>
                <a:lnTo>
                  <a:pt x="455306" y="53389"/>
                </a:lnTo>
                <a:lnTo>
                  <a:pt x="509853" y="34635"/>
                </a:lnTo>
                <a:lnTo>
                  <a:pt x="566336" y="19744"/>
                </a:lnTo>
                <a:lnTo>
                  <a:pt x="624564" y="8891"/>
                </a:lnTo>
                <a:lnTo>
                  <a:pt x="684346" y="2252"/>
                </a:lnTo>
                <a:lnTo>
                  <a:pt x="745489" y="0"/>
                </a:lnTo>
                <a:lnTo>
                  <a:pt x="806633" y="2252"/>
                </a:lnTo>
                <a:lnTo>
                  <a:pt x="866415" y="8891"/>
                </a:lnTo>
                <a:lnTo>
                  <a:pt x="924643" y="19744"/>
                </a:lnTo>
                <a:lnTo>
                  <a:pt x="981126" y="34635"/>
                </a:lnTo>
                <a:lnTo>
                  <a:pt x="1035673" y="53389"/>
                </a:lnTo>
                <a:lnTo>
                  <a:pt x="1088090" y="75832"/>
                </a:lnTo>
                <a:lnTo>
                  <a:pt x="1138187" y="101788"/>
                </a:lnTo>
                <a:lnTo>
                  <a:pt x="1185771" y="131084"/>
                </a:lnTo>
                <a:lnTo>
                  <a:pt x="1230651" y="163544"/>
                </a:lnTo>
                <a:lnTo>
                  <a:pt x="1272635" y="198993"/>
                </a:lnTo>
                <a:lnTo>
                  <a:pt x="1311531" y="237256"/>
                </a:lnTo>
                <a:lnTo>
                  <a:pt x="1347146" y="278160"/>
                </a:lnTo>
                <a:lnTo>
                  <a:pt x="1379291" y="321529"/>
                </a:lnTo>
                <a:lnTo>
                  <a:pt x="1407771" y="367188"/>
                </a:lnTo>
                <a:lnTo>
                  <a:pt x="1432397" y="414962"/>
                </a:lnTo>
                <a:lnTo>
                  <a:pt x="1452975" y="464677"/>
                </a:lnTo>
                <a:lnTo>
                  <a:pt x="1469314" y="516158"/>
                </a:lnTo>
                <a:lnTo>
                  <a:pt x="1481223" y="569231"/>
                </a:lnTo>
                <a:lnTo>
                  <a:pt x="1488508" y="623719"/>
                </a:lnTo>
                <a:lnTo>
                  <a:pt x="1490979" y="679449"/>
                </a:lnTo>
                <a:lnTo>
                  <a:pt x="1488508" y="735180"/>
                </a:lnTo>
                <a:lnTo>
                  <a:pt x="1481223" y="789668"/>
                </a:lnTo>
                <a:lnTo>
                  <a:pt x="1469314" y="842741"/>
                </a:lnTo>
                <a:lnTo>
                  <a:pt x="1452975" y="894222"/>
                </a:lnTo>
                <a:lnTo>
                  <a:pt x="1432397" y="943937"/>
                </a:lnTo>
                <a:lnTo>
                  <a:pt x="1407771" y="991711"/>
                </a:lnTo>
                <a:lnTo>
                  <a:pt x="1379291" y="1037370"/>
                </a:lnTo>
                <a:lnTo>
                  <a:pt x="1347146" y="1080739"/>
                </a:lnTo>
                <a:lnTo>
                  <a:pt x="1311531" y="1121643"/>
                </a:lnTo>
                <a:lnTo>
                  <a:pt x="1272635" y="1159906"/>
                </a:lnTo>
                <a:lnTo>
                  <a:pt x="1230651" y="1195355"/>
                </a:lnTo>
                <a:lnTo>
                  <a:pt x="1185771" y="1227815"/>
                </a:lnTo>
                <a:lnTo>
                  <a:pt x="1138187" y="1257111"/>
                </a:lnTo>
                <a:lnTo>
                  <a:pt x="1088090" y="1283067"/>
                </a:lnTo>
                <a:lnTo>
                  <a:pt x="1035673" y="1305510"/>
                </a:lnTo>
                <a:lnTo>
                  <a:pt x="981126" y="1324264"/>
                </a:lnTo>
                <a:lnTo>
                  <a:pt x="924643" y="1339155"/>
                </a:lnTo>
                <a:lnTo>
                  <a:pt x="866415" y="1350008"/>
                </a:lnTo>
                <a:lnTo>
                  <a:pt x="806633" y="1356647"/>
                </a:lnTo>
                <a:lnTo>
                  <a:pt x="745489" y="1358899"/>
                </a:lnTo>
                <a:lnTo>
                  <a:pt x="684346" y="1356647"/>
                </a:lnTo>
                <a:lnTo>
                  <a:pt x="624564" y="1350008"/>
                </a:lnTo>
                <a:lnTo>
                  <a:pt x="566336" y="1339155"/>
                </a:lnTo>
                <a:lnTo>
                  <a:pt x="509853" y="1324264"/>
                </a:lnTo>
                <a:lnTo>
                  <a:pt x="455306" y="1305510"/>
                </a:lnTo>
                <a:lnTo>
                  <a:pt x="402889" y="1283067"/>
                </a:lnTo>
                <a:lnTo>
                  <a:pt x="352792" y="1257111"/>
                </a:lnTo>
                <a:lnTo>
                  <a:pt x="305208" y="1227815"/>
                </a:lnTo>
                <a:lnTo>
                  <a:pt x="260328" y="1195355"/>
                </a:lnTo>
                <a:lnTo>
                  <a:pt x="218344" y="1159906"/>
                </a:lnTo>
                <a:lnTo>
                  <a:pt x="179448" y="1121643"/>
                </a:lnTo>
                <a:lnTo>
                  <a:pt x="143833" y="1080739"/>
                </a:lnTo>
                <a:lnTo>
                  <a:pt x="111688" y="1037370"/>
                </a:lnTo>
                <a:lnTo>
                  <a:pt x="83208" y="991711"/>
                </a:lnTo>
                <a:lnTo>
                  <a:pt x="58582" y="943937"/>
                </a:lnTo>
                <a:lnTo>
                  <a:pt x="38004" y="894222"/>
                </a:lnTo>
                <a:lnTo>
                  <a:pt x="21665" y="842741"/>
                </a:lnTo>
                <a:lnTo>
                  <a:pt x="9756" y="789668"/>
                </a:lnTo>
                <a:lnTo>
                  <a:pt x="2471" y="735180"/>
                </a:lnTo>
                <a:lnTo>
                  <a:pt x="0" y="67944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0" name="object 40"/>
          <p:cNvSpPr/>
          <p:nvPr/>
        </p:nvSpPr>
        <p:spPr>
          <a:xfrm>
            <a:off x="4368546" y="5011420"/>
            <a:ext cx="50800" cy="508000"/>
          </a:xfrm>
          <a:custGeom>
            <a:avLst/>
            <a:gdLst/>
            <a:ahLst/>
            <a:cxnLst/>
            <a:rect l="l" t="t" r="r" b="b"/>
            <a:pathLst>
              <a:path w="50800" h="508000">
                <a:moveTo>
                  <a:pt x="19050" y="469899"/>
                </a:moveTo>
                <a:lnTo>
                  <a:pt x="18988" y="457232"/>
                </a:lnTo>
                <a:lnTo>
                  <a:pt x="0" y="457326"/>
                </a:lnTo>
                <a:lnTo>
                  <a:pt x="25653" y="507999"/>
                </a:lnTo>
                <a:lnTo>
                  <a:pt x="19050" y="469899"/>
                </a:lnTo>
                <a:close/>
              </a:path>
              <a:path w="50800" h="508000">
                <a:moveTo>
                  <a:pt x="50800" y="457072"/>
                </a:moveTo>
                <a:lnTo>
                  <a:pt x="31687" y="457168"/>
                </a:lnTo>
                <a:lnTo>
                  <a:pt x="31750" y="469899"/>
                </a:lnTo>
                <a:lnTo>
                  <a:pt x="50800" y="457072"/>
                </a:lnTo>
                <a:close/>
              </a:path>
              <a:path w="50800" h="508000">
                <a:moveTo>
                  <a:pt x="29463" y="0"/>
                </a:moveTo>
                <a:lnTo>
                  <a:pt x="16763" y="0"/>
                </a:lnTo>
                <a:lnTo>
                  <a:pt x="18988" y="457232"/>
                </a:lnTo>
                <a:lnTo>
                  <a:pt x="19050" y="469899"/>
                </a:lnTo>
                <a:lnTo>
                  <a:pt x="25653" y="507999"/>
                </a:lnTo>
                <a:lnTo>
                  <a:pt x="50800" y="457072"/>
                </a:lnTo>
                <a:lnTo>
                  <a:pt x="31750" y="469899"/>
                </a:lnTo>
                <a:lnTo>
                  <a:pt x="31687" y="457168"/>
                </a:lnTo>
                <a:lnTo>
                  <a:pt x="294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1" name="object 41"/>
          <p:cNvSpPr/>
          <p:nvPr/>
        </p:nvSpPr>
        <p:spPr>
          <a:xfrm>
            <a:off x="1600200" y="4802251"/>
            <a:ext cx="4655820" cy="77978"/>
          </a:xfrm>
          <a:custGeom>
            <a:avLst/>
            <a:gdLst/>
            <a:ahLst/>
            <a:cxnLst/>
            <a:rect l="l" t="t" r="r" b="b"/>
            <a:pathLst>
              <a:path w="4655820" h="77977">
                <a:moveTo>
                  <a:pt x="4640453" y="33655"/>
                </a:moveTo>
                <a:lnTo>
                  <a:pt x="4631918" y="38988"/>
                </a:lnTo>
                <a:lnTo>
                  <a:pt x="4640453" y="44323"/>
                </a:lnTo>
                <a:lnTo>
                  <a:pt x="4640453" y="33655"/>
                </a:lnTo>
                <a:close/>
              </a:path>
              <a:path w="4655820" h="77977">
                <a:moveTo>
                  <a:pt x="4596384" y="76073"/>
                </a:moveTo>
                <a:lnTo>
                  <a:pt x="4655820" y="38988"/>
                </a:lnTo>
                <a:lnTo>
                  <a:pt x="4644009" y="32638"/>
                </a:lnTo>
                <a:lnTo>
                  <a:pt x="0" y="32638"/>
                </a:lnTo>
                <a:lnTo>
                  <a:pt x="0" y="45338"/>
                </a:lnTo>
                <a:lnTo>
                  <a:pt x="4644009" y="45338"/>
                </a:lnTo>
                <a:lnTo>
                  <a:pt x="4640453" y="33655"/>
                </a:lnTo>
                <a:lnTo>
                  <a:pt x="4640453" y="44323"/>
                </a:lnTo>
                <a:lnTo>
                  <a:pt x="4631918" y="38988"/>
                </a:lnTo>
                <a:lnTo>
                  <a:pt x="4640453" y="33655"/>
                </a:lnTo>
                <a:lnTo>
                  <a:pt x="4644009" y="45338"/>
                </a:lnTo>
                <a:lnTo>
                  <a:pt x="4596384" y="76073"/>
                </a:lnTo>
                <a:close/>
              </a:path>
              <a:path w="4655820" h="77977">
                <a:moveTo>
                  <a:pt x="4589526" y="888"/>
                </a:moveTo>
                <a:lnTo>
                  <a:pt x="4587748" y="3810"/>
                </a:lnTo>
                <a:lnTo>
                  <a:pt x="4585843" y="6857"/>
                </a:lnTo>
                <a:lnTo>
                  <a:pt x="4586732" y="10794"/>
                </a:lnTo>
                <a:lnTo>
                  <a:pt x="4589653" y="12573"/>
                </a:lnTo>
                <a:lnTo>
                  <a:pt x="4621758" y="32638"/>
                </a:lnTo>
                <a:lnTo>
                  <a:pt x="4644009" y="32638"/>
                </a:lnTo>
                <a:lnTo>
                  <a:pt x="4655820" y="38988"/>
                </a:lnTo>
                <a:lnTo>
                  <a:pt x="4596384" y="1905"/>
                </a:lnTo>
                <a:lnTo>
                  <a:pt x="4593463" y="0"/>
                </a:lnTo>
                <a:lnTo>
                  <a:pt x="4589526" y="888"/>
                </a:lnTo>
                <a:close/>
              </a:path>
              <a:path w="4655820" h="77977">
                <a:moveTo>
                  <a:pt x="4587748" y="74041"/>
                </a:moveTo>
                <a:lnTo>
                  <a:pt x="4589526" y="77088"/>
                </a:lnTo>
                <a:lnTo>
                  <a:pt x="4593463" y="77978"/>
                </a:lnTo>
                <a:lnTo>
                  <a:pt x="4596384" y="76073"/>
                </a:lnTo>
                <a:lnTo>
                  <a:pt x="4644009" y="45338"/>
                </a:lnTo>
                <a:lnTo>
                  <a:pt x="4621758" y="45338"/>
                </a:lnTo>
                <a:lnTo>
                  <a:pt x="4589653" y="65405"/>
                </a:lnTo>
                <a:lnTo>
                  <a:pt x="4586732" y="67182"/>
                </a:lnTo>
                <a:lnTo>
                  <a:pt x="4585843" y="71119"/>
                </a:lnTo>
                <a:lnTo>
                  <a:pt x="4587748" y="7404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2" name="object 42"/>
          <p:cNvSpPr/>
          <p:nvPr/>
        </p:nvSpPr>
        <p:spPr>
          <a:xfrm>
            <a:off x="4300220" y="4160520"/>
            <a:ext cx="1490979" cy="1358900"/>
          </a:xfrm>
          <a:custGeom>
            <a:avLst/>
            <a:gdLst/>
            <a:ahLst/>
            <a:cxnLst/>
            <a:rect l="l" t="t" r="r" b="b"/>
            <a:pathLst>
              <a:path w="1490979" h="1358900">
                <a:moveTo>
                  <a:pt x="0" y="679449"/>
                </a:moveTo>
                <a:lnTo>
                  <a:pt x="2471" y="623719"/>
                </a:lnTo>
                <a:lnTo>
                  <a:pt x="9756" y="569231"/>
                </a:lnTo>
                <a:lnTo>
                  <a:pt x="21665" y="516158"/>
                </a:lnTo>
                <a:lnTo>
                  <a:pt x="38004" y="464677"/>
                </a:lnTo>
                <a:lnTo>
                  <a:pt x="58582" y="414962"/>
                </a:lnTo>
                <a:lnTo>
                  <a:pt x="83208" y="367188"/>
                </a:lnTo>
                <a:lnTo>
                  <a:pt x="111688" y="321529"/>
                </a:lnTo>
                <a:lnTo>
                  <a:pt x="143833" y="278160"/>
                </a:lnTo>
                <a:lnTo>
                  <a:pt x="179448" y="237256"/>
                </a:lnTo>
                <a:lnTo>
                  <a:pt x="218344" y="198993"/>
                </a:lnTo>
                <a:lnTo>
                  <a:pt x="260328" y="163544"/>
                </a:lnTo>
                <a:lnTo>
                  <a:pt x="305208" y="131084"/>
                </a:lnTo>
                <a:lnTo>
                  <a:pt x="352792" y="101788"/>
                </a:lnTo>
                <a:lnTo>
                  <a:pt x="402889" y="75832"/>
                </a:lnTo>
                <a:lnTo>
                  <a:pt x="455306" y="53389"/>
                </a:lnTo>
                <a:lnTo>
                  <a:pt x="509853" y="34635"/>
                </a:lnTo>
                <a:lnTo>
                  <a:pt x="566336" y="19744"/>
                </a:lnTo>
                <a:lnTo>
                  <a:pt x="624564" y="8891"/>
                </a:lnTo>
                <a:lnTo>
                  <a:pt x="684346" y="2252"/>
                </a:lnTo>
                <a:lnTo>
                  <a:pt x="745489" y="0"/>
                </a:lnTo>
                <a:lnTo>
                  <a:pt x="806633" y="2252"/>
                </a:lnTo>
                <a:lnTo>
                  <a:pt x="866415" y="8891"/>
                </a:lnTo>
                <a:lnTo>
                  <a:pt x="924643" y="19744"/>
                </a:lnTo>
                <a:lnTo>
                  <a:pt x="981126" y="34635"/>
                </a:lnTo>
                <a:lnTo>
                  <a:pt x="1035673" y="53389"/>
                </a:lnTo>
                <a:lnTo>
                  <a:pt x="1088090" y="75832"/>
                </a:lnTo>
                <a:lnTo>
                  <a:pt x="1138187" y="101788"/>
                </a:lnTo>
                <a:lnTo>
                  <a:pt x="1185771" y="131084"/>
                </a:lnTo>
                <a:lnTo>
                  <a:pt x="1230651" y="163544"/>
                </a:lnTo>
                <a:lnTo>
                  <a:pt x="1272635" y="198993"/>
                </a:lnTo>
                <a:lnTo>
                  <a:pt x="1311531" y="237256"/>
                </a:lnTo>
                <a:lnTo>
                  <a:pt x="1347146" y="278160"/>
                </a:lnTo>
                <a:lnTo>
                  <a:pt x="1379291" y="321529"/>
                </a:lnTo>
                <a:lnTo>
                  <a:pt x="1407771" y="367188"/>
                </a:lnTo>
                <a:lnTo>
                  <a:pt x="1432397" y="414962"/>
                </a:lnTo>
                <a:lnTo>
                  <a:pt x="1452975" y="464677"/>
                </a:lnTo>
                <a:lnTo>
                  <a:pt x="1469314" y="516158"/>
                </a:lnTo>
                <a:lnTo>
                  <a:pt x="1481223" y="569231"/>
                </a:lnTo>
                <a:lnTo>
                  <a:pt x="1488508" y="623719"/>
                </a:lnTo>
                <a:lnTo>
                  <a:pt x="1490979" y="679449"/>
                </a:lnTo>
                <a:lnTo>
                  <a:pt x="1488508" y="735180"/>
                </a:lnTo>
                <a:lnTo>
                  <a:pt x="1481223" y="789668"/>
                </a:lnTo>
                <a:lnTo>
                  <a:pt x="1469314" y="842741"/>
                </a:lnTo>
                <a:lnTo>
                  <a:pt x="1452975" y="894222"/>
                </a:lnTo>
                <a:lnTo>
                  <a:pt x="1432397" y="943937"/>
                </a:lnTo>
                <a:lnTo>
                  <a:pt x="1407771" y="991711"/>
                </a:lnTo>
                <a:lnTo>
                  <a:pt x="1379291" y="1037370"/>
                </a:lnTo>
                <a:lnTo>
                  <a:pt x="1347146" y="1080739"/>
                </a:lnTo>
                <a:lnTo>
                  <a:pt x="1311531" y="1121643"/>
                </a:lnTo>
                <a:lnTo>
                  <a:pt x="1272635" y="1159906"/>
                </a:lnTo>
                <a:lnTo>
                  <a:pt x="1230651" y="1195355"/>
                </a:lnTo>
                <a:lnTo>
                  <a:pt x="1185771" y="1227815"/>
                </a:lnTo>
                <a:lnTo>
                  <a:pt x="1138187" y="1257111"/>
                </a:lnTo>
                <a:lnTo>
                  <a:pt x="1088090" y="1283067"/>
                </a:lnTo>
                <a:lnTo>
                  <a:pt x="1035673" y="1305510"/>
                </a:lnTo>
                <a:lnTo>
                  <a:pt x="981126" y="1324264"/>
                </a:lnTo>
                <a:lnTo>
                  <a:pt x="924643" y="1339155"/>
                </a:lnTo>
                <a:lnTo>
                  <a:pt x="866415" y="1350008"/>
                </a:lnTo>
                <a:lnTo>
                  <a:pt x="806633" y="1356647"/>
                </a:lnTo>
                <a:lnTo>
                  <a:pt x="745489" y="1358899"/>
                </a:lnTo>
                <a:lnTo>
                  <a:pt x="684346" y="1356647"/>
                </a:lnTo>
                <a:lnTo>
                  <a:pt x="624564" y="1350008"/>
                </a:lnTo>
                <a:lnTo>
                  <a:pt x="566336" y="1339155"/>
                </a:lnTo>
                <a:lnTo>
                  <a:pt x="509853" y="1324264"/>
                </a:lnTo>
                <a:lnTo>
                  <a:pt x="455306" y="1305510"/>
                </a:lnTo>
                <a:lnTo>
                  <a:pt x="402889" y="1283067"/>
                </a:lnTo>
                <a:lnTo>
                  <a:pt x="352792" y="1257111"/>
                </a:lnTo>
                <a:lnTo>
                  <a:pt x="305208" y="1227815"/>
                </a:lnTo>
                <a:lnTo>
                  <a:pt x="260328" y="1195355"/>
                </a:lnTo>
                <a:lnTo>
                  <a:pt x="218344" y="1159906"/>
                </a:lnTo>
                <a:lnTo>
                  <a:pt x="179448" y="1121643"/>
                </a:lnTo>
                <a:lnTo>
                  <a:pt x="143833" y="1080739"/>
                </a:lnTo>
                <a:lnTo>
                  <a:pt x="111688" y="1037370"/>
                </a:lnTo>
                <a:lnTo>
                  <a:pt x="83208" y="991711"/>
                </a:lnTo>
                <a:lnTo>
                  <a:pt x="58582" y="943937"/>
                </a:lnTo>
                <a:lnTo>
                  <a:pt x="38004" y="894222"/>
                </a:lnTo>
                <a:lnTo>
                  <a:pt x="21665" y="842741"/>
                </a:lnTo>
                <a:lnTo>
                  <a:pt x="9756" y="789668"/>
                </a:lnTo>
                <a:lnTo>
                  <a:pt x="2471" y="735180"/>
                </a:lnTo>
                <a:lnTo>
                  <a:pt x="0" y="67944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78740" y="100329"/>
            <a:ext cx="2140712" cy="431800"/>
          </a:xfrm>
          <a:prstGeom prst="rect">
            <a:avLst/>
          </a:prstGeom>
        </p:spPr>
        <p:txBody>
          <a:bodyPr wrap="square" lIns="0" tIns="21399" rIns="0" bIns="0" rtlCol="0">
            <a:noAutofit/>
          </a:bodyPr>
          <a:lstStyle/>
          <a:p>
            <a:pPr marL="12700">
              <a:lnSpc>
                <a:spcPts val="3370"/>
              </a:lnSpc>
            </a:pPr>
            <a:r>
              <a:rPr dirty="0" smtClean="0" sz="3200" b="1">
                <a:latin typeface="Arial"/>
                <a:cs typeface="Arial"/>
              </a:rPr>
              <a:t>C</a:t>
            </a:r>
            <a:r>
              <a:rPr dirty="0" smtClean="0" sz="3200" b="1">
                <a:latin typeface="Arial"/>
                <a:cs typeface="Arial"/>
              </a:rPr>
              <a:t>.</a:t>
            </a:r>
            <a:r>
              <a:rPr dirty="0" smtClean="0" sz="3200" b="1">
                <a:latin typeface="Arial"/>
                <a:cs typeface="Arial"/>
              </a:rPr>
              <a:t> </a:t>
            </a:r>
            <a:r>
              <a:rPr dirty="0" smtClean="0" sz="3200" b="1">
                <a:latin typeface="Arial"/>
                <a:cs typeface="Arial"/>
              </a:rPr>
              <a:t>H</a:t>
            </a:r>
            <a:r>
              <a:rPr dirty="0" smtClean="0" sz="3200" b="1">
                <a:latin typeface="Arial"/>
                <a:cs typeface="Arial"/>
              </a:rPr>
              <a:t>an</a:t>
            </a:r>
            <a:r>
              <a:rPr dirty="0" smtClean="0" sz="3200" b="1">
                <a:latin typeface="Arial"/>
                <a:cs typeface="Arial"/>
              </a:rPr>
              <a:t>d</a:t>
            </a:r>
            <a:r>
              <a:rPr dirty="0" smtClean="0" sz="3200" b="1">
                <a:latin typeface="Arial"/>
                <a:cs typeface="Arial"/>
              </a:rPr>
              <a:t>off</a:t>
            </a:r>
            <a:endParaRPr sz="32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59740" y="775576"/>
            <a:ext cx="1246552" cy="381317"/>
          </a:xfrm>
          <a:prstGeom prst="rect">
            <a:avLst/>
          </a:prstGeom>
        </p:spPr>
        <p:txBody>
          <a:bodyPr wrap="square" lIns="0" tIns="18796" rIns="0" bIns="0" rtlCol="0">
            <a:noAutofit/>
          </a:bodyPr>
          <a:lstStyle/>
          <a:p>
            <a:pPr marL="12700">
              <a:lnSpc>
                <a:spcPts val="2960"/>
              </a:lnSpc>
            </a:pPr>
            <a:r>
              <a:rPr dirty="0" smtClean="0" sz="2800" spc="1" b="1" u="heavy">
                <a:solidFill>
                  <a:srgbClr val="3333CC"/>
                </a:solidFill>
                <a:latin typeface="Times New Roman"/>
                <a:cs typeface="Times New Roman"/>
              </a:rPr>
              <a:t>Defi</a:t>
            </a:r>
            <a:r>
              <a:rPr dirty="0" smtClean="0" sz="2800" spc="1" b="1" u="heavy">
                <a:solidFill>
                  <a:srgbClr val="3333CC"/>
                </a:solidFill>
                <a:latin typeface="Times New Roman"/>
                <a:cs typeface="Times New Roman"/>
              </a:rPr>
              <a:t>n</a:t>
            </a:r>
            <a:r>
              <a:rPr dirty="0" smtClean="0" sz="2800" spc="1" b="1" u="heavy">
                <a:solidFill>
                  <a:srgbClr val="3333CC"/>
                </a:solidFill>
                <a:latin typeface="Times New Roman"/>
                <a:cs typeface="Times New Roman"/>
              </a:rPr>
              <a:t>isi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83540" y="1410890"/>
            <a:ext cx="152400" cy="279400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dirty="0" smtClean="0" sz="2000">
                <a:latin typeface="Arial"/>
                <a:cs typeface="Arial"/>
              </a:rPr>
              <a:t>•</a:t>
            </a:r>
            <a:endParaRPr sz="20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70877" y="1410890"/>
            <a:ext cx="948944" cy="279400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dirty="0" smtClean="0" sz="2000" spc="-4">
                <a:latin typeface="Arial"/>
                <a:cs typeface="Arial"/>
              </a:rPr>
              <a:t>Ha</a:t>
            </a:r>
            <a:r>
              <a:rPr dirty="0" smtClean="0" sz="2000" spc="-4">
                <a:latin typeface="Arial"/>
                <a:cs typeface="Arial"/>
              </a:rPr>
              <a:t>n</a:t>
            </a:r>
            <a:r>
              <a:rPr dirty="0" smtClean="0" sz="2000" spc="-4">
                <a:latin typeface="Arial"/>
                <a:cs typeface="Arial"/>
              </a:rPr>
              <a:t>d</a:t>
            </a:r>
            <a:r>
              <a:rPr dirty="0" smtClean="0" sz="2000" spc="-4">
                <a:latin typeface="Arial"/>
                <a:cs typeface="Arial"/>
              </a:rPr>
              <a:t>o</a:t>
            </a:r>
            <a:r>
              <a:rPr dirty="0" smtClean="0" sz="2000" spc="-4">
                <a:latin typeface="Arial"/>
                <a:cs typeface="Arial"/>
              </a:rPr>
              <a:t>f</a:t>
            </a:r>
            <a:r>
              <a:rPr dirty="0" smtClean="0" sz="2000" spc="-4">
                <a:latin typeface="Arial"/>
                <a:cs typeface="Arial"/>
              </a:rPr>
              <a:t>f</a:t>
            </a:r>
            <a:endParaRPr sz="20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740154" y="1410890"/>
            <a:ext cx="7742046" cy="279400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dirty="0" smtClean="0" sz="2000" spc="20">
                <a:latin typeface="Arial"/>
                <a:cs typeface="Arial"/>
              </a:rPr>
              <a:t>a</a:t>
            </a:r>
            <a:r>
              <a:rPr dirty="0" smtClean="0" sz="2000" spc="20">
                <a:latin typeface="Arial"/>
                <a:cs typeface="Arial"/>
              </a:rPr>
              <a:t>d</a:t>
            </a:r>
            <a:r>
              <a:rPr dirty="0" smtClean="0" sz="2000" spc="20">
                <a:latin typeface="Arial"/>
                <a:cs typeface="Arial"/>
              </a:rPr>
              <a:t>a</a:t>
            </a:r>
            <a:r>
              <a:rPr dirty="0" smtClean="0" sz="2000" spc="20">
                <a:latin typeface="Arial"/>
                <a:cs typeface="Arial"/>
              </a:rPr>
              <a:t>l</a:t>
            </a:r>
            <a:r>
              <a:rPr dirty="0" smtClean="0" sz="2000" spc="20">
                <a:latin typeface="Arial"/>
                <a:cs typeface="Arial"/>
              </a:rPr>
              <a:t>a</a:t>
            </a:r>
            <a:r>
              <a:rPr dirty="0" smtClean="0" sz="2000" spc="20">
                <a:latin typeface="Arial"/>
                <a:cs typeface="Arial"/>
              </a:rPr>
              <a:t>h</a:t>
            </a:r>
            <a:r>
              <a:rPr dirty="0" smtClean="0" sz="2000" spc="20">
                <a:latin typeface="Arial"/>
                <a:cs typeface="Arial"/>
              </a:rPr>
              <a:t> </a:t>
            </a:r>
            <a:r>
              <a:rPr dirty="0" smtClean="0" sz="2000" spc="20">
                <a:latin typeface="Arial"/>
                <a:cs typeface="Arial"/>
              </a:rPr>
              <a:t>s</a:t>
            </a:r>
            <a:r>
              <a:rPr dirty="0" smtClean="0" sz="2000" spc="20">
                <a:latin typeface="Arial"/>
                <a:cs typeface="Arial"/>
              </a:rPr>
              <a:t>u</a:t>
            </a:r>
            <a:r>
              <a:rPr dirty="0" smtClean="0" sz="2000" spc="20">
                <a:latin typeface="Arial"/>
                <a:cs typeface="Arial"/>
              </a:rPr>
              <a:t>a</a:t>
            </a:r>
            <a:r>
              <a:rPr dirty="0" smtClean="0" sz="2000" spc="20">
                <a:latin typeface="Arial"/>
                <a:cs typeface="Arial"/>
              </a:rPr>
              <a:t>t</a:t>
            </a:r>
            <a:r>
              <a:rPr dirty="0" smtClean="0" sz="2000" spc="20">
                <a:latin typeface="Arial"/>
                <a:cs typeface="Arial"/>
              </a:rPr>
              <a:t>u</a:t>
            </a:r>
            <a:r>
              <a:rPr dirty="0" smtClean="0" sz="2000" spc="20">
                <a:latin typeface="Arial"/>
                <a:cs typeface="Arial"/>
              </a:rPr>
              <a:t> </a:t>
            </a:r>
            <a:r>
              <a:rPr dirty="0" smtClean="0" sz="2000" spc="20">
                <a:latin typeface="Arial"/>
                <a:cs typeface="Arial"/>
              </a:rPr>
              <a:t>p</a:t>
            </a:r>
            <a:r>
              <a:rPr dirty="0" smtClean="0" sz="2000" spc="20">
                <a:latin typeface="Arial"/>
                <a:cs typeface="Arial"/>
              </a:rPr>
              <a:t>e</a:t>
            </a:r>
            <a:r>
              <a:rPr dirty="0" smtClean="0" sz="2000" spc="20">
                <a:latin typeface="Arial"/>
                <a:cs typeface="Arial"/>
              </a:rPr>
              <a:t>r</a:t>
            </a:r>
            <a:r>
              <a:rPr dirty="0" smtClean="0" sz="2000" spc="20">
                <a:latin typeface="Arial"/>
                <a:cs typeface="Arial"/>
              </a:rPr>
              <a:t>i</a:t>
            </a:r>
            <a:r>
              <a:rPr dirty="0" smtClean="0" sz="2000" spc="20">
                <a:latin typeface="Arial"/>
                <a:cs typeface="Arial"/>
              </a:rPr>
              <a:t>sti</a:t>
            </a:r>
            <a:r>
              <a:rPr dirty="0" smtClean="0" sz="2000" spc="20">
                <a:latin typeface="Arial"/>
                <a:cs typeface="Arial"/>
              </a:rPr>
              <a:t>w</a:t>
            </a:r>
            <a:r>
              <a:rPr dirty="0" smtClean="0" sz="2000" spc="20">
                <a:latin typeface="Arial"/>
                <a:cs typeface="Arial"/>
              </a:rPr>
              <a:t>a</a:t>
            </a:r>
            <a:r>
              <a:rPr dirty="0" smtClean="0" sz="2000" spc="20">
                <a:latin typeface="Arial"/>
                <a:cs typeface="Arial"/>
              </a:rPr>
              <a:t> </a:t>
            </a:r>
            <a:r>
              <a:rPr dirty="0" smtClean="0" sz="2000" spc="20">
                <a:latin typeface="Arial"/>
                <a:cs typeface="Arial"/>
              </a:rPr>
              <a:t>p</a:t>
            </a:r>
            <a:r>
              <a:rPr dirty="0" smtClean="0" sz="2000" spc="20">
                <a:latin typeface="Arial"/>
                <a:cs typeface="Arial"/>
              </a:rPr>
              <a:t>e</a:t>
            </a:r>
            <a:r>
              <a:rPr dirty="0" smtClean="0" sz="2000" spc="20">
                <a:latin typeface="Arial"/>
                <a:cs typeface="Arial"/>
              </a:rPr>
              <a:t>rpi</a:t>
            </a:r>
            <a:r>
              <a:rPr dirty="0" smtClean="0" sz="2000" spc="20">
                <a:latin typeface="Arial"/>
                <a:cs typeface="Arial"/>
              </a:rPr>
              <a:t>n</a:t>
            </a:r>
            <a:r>
              <a:rPr dirty="0" smtClean="0" sz="2000" spc="20">
                <a:latin typeface="Arial"/>
                <a:cs typeface="Arial"/>
              </a:rPr>
              <a:t>d</a:t>
            </a:r>
            <a:r>
              <a:rPr dirty="0" smtClean="0" sz="2000" spc="20">
                <a:latin typeface="Arial"/>
                <a:cs typeface="Arial"/>
              </a:rPr>
              <a:t>a</a:t>
            </a:r>
            <a:r>
              <a:rPr dirty="0" smtClean="0" sz="2000" spc="20">
                <a:latin typeface="Arial"/>
                <a:cs typeface="Arial"/>
              </a:rPr>
              <a:t>h</a:t>
            </a:r>
            <a:r>
              <a:rPr dirty="0" smtClean="0" sz="2000" spc="20">
                <a:latin typeface="Arial"/>
                <a:cs typeface="Arial"/>
              </a:rPr>
              <a:t>a</a:t>
            </a:r>
            <a:r>
              <a:rPr dirty="0" smtClean="0" sz="2000" spc="20">
                <a:latin typeface="Arial"/>
                <a:cs typeface="Arial"/>
              </a:rPr>
              <a:t>n</a:t>
            </a:r>
            <a:r>
              <a:rPr dirty="0" smtClean="0" sz="2000" spc="20">
                <a:latin typeface="Arial"/>
                <a:cs typeface="Arial"/>
              </a:rPr>
              <a:t> </a:t>
            </a:r>
            <a:r>
              <a:rPr dirty="0" smtClean="0" sz="2000" spc="20">
                <a:latin typeface="Arial"/>
                <a:cs typeface="Arial"/>
              </a:rPr>
              <a:t>k</a:t>
            </a:r>
            <a:r>
              <a:rPr dirty="0" smtClean="0" sz="2000" spc="20">
                <a:latin typeface="Arial"/>
                <a:cs typeface="Arial"/>
              </a:rPr>
              <a:t>a</a:t>
            </a:r>
            <a:r>
              <a:rPr dirty="0" smtClean="0" sz="2000" spc="20">
                <a:latin typeface="Arial"/>
                <a:cs typeface="Arial"/>
              </a:rPr>
              <a:t>n</a:t>
            </a:r>
            <a:r>
              <a:rPr dirty="0" smtClean="0" sz="2000" spc="20">
                <a:latin typeface="Arial"/>
                <a:cs typeface="Arial"/>
              </a:rPr>
              <a:t>a</a:t>
            </a:r>
            <a:r>
              <a:rPr dirty="0" smtClean="0" sz="2000" spc="20">
                <a:latin typeface="Arial"/>
                <a:cs typeface="Arial"/>
              </a:rPr>
              <a:t>l</a:t>
            </a:r>
            <a:r>
              <a:rPr dirty="0" smtClean="0" sz="2000" spc="20">
                <a:latin typeface="Arial"/>
                <a:cs typeface="Arial"/>
              </a:rPr>
              <a:t> </a:t>
            </a:r>
            <a:r>
              <a:rPr dirty="0" smtClean="0" sz="2000" spc="20">
                <a:latin typeface="Arial"/>
                <a:cs typeface="Arial"/>
              </a:rPr>
              <a:t>d</a:t>
            </a:r>
            <a:r>
              <a:rPr dirty="0" smtClean="0" sz="2000" spc="20">
                <a:latin typeface="Arial"/>
                <a:cs typeface="Arial"/>
              </a:rPr>
              <a:t>a</a:t>
            </a:r>
            <a:r>
              <a:rPr dirty="0" smtClean="0" sz="2000" spc="20">
                <a:latin typeface="Arial"/>
                <a:cs typeface="Arial"/>
              </a:rPr>
              <a:t>ri</a:t>
            </a:r>
            <a:r>
              <a:rPr dirty="0" smtClean="0" sz="2000" spc="20">
                <a:latin typeface="Arial"/>
                <a:cs typeface="Arial"/>
              </a:rPr>
              <a:t> </a:t>
            </a:r>
            <a:r>
              <a:rPr dirty="0" smtClean="0" sz="2000" spc="20">
                <a:latin typeface="Arial"/>
                <a:cs typeface="Arial"/>
              </a:rPr>
              <a:t>M</a:t>
            </a:r>
            <a:r>
              <a:rPr dirty="0" smtClean="0" sz="2000" spc="20">
                <a:latin typeface="Arial"/>
                <a:cs typeface="Arial"/>
              </a:rPr>
              <a:t>S</a:t>
            </a:r>
            <a:r>
              <a:rPr dirty="0" smtClean="0" sz="2000" spc="20">
                <a:latin typeface="Arial"/>
                <a:cs typeface="Arial"/>
              </a:rPr>
              <a:t> </a:t>
            </a:r>
            <a:r>
              <a:rPr dirty="0" smtClean="0" sz="2000" spc="20">
                <a:latin typeface="Arial"/>
                <a:cs typeface="Arial"/>
              </a:rPr>
              <a:t>t</a:t>
            </a:r>
            <a:r>
              <a:rPr dirty="0" smtClean="0" sz="2000" spc="20">
                <a:latin typeface="Arial"/>
                <a:cs typeface="Arial"/>
              </a:rPr>
              <a:t>a</a:t>
            </a:r>
            <a:r>
              <a:rPr dirty="0" smtClean="0" sz="2000" spc="20">
                <a:latin typeface="Arial"/>
                <a:cs typeface="Arial"/>
              </a:rPr>
              <a:t>n</a:t>
            </a:r>
            <a:r>
              <a:rPr dirty="0" smtClean="0" sz="2000" spc="20">
                <a:latin typeface="Arial"/>
                <a:cs typeface="Arial"/>
              </a:rPr>
              <a:t>p</a:t>
            </a:r>
            <a:r>
              <a:rPr dirty="0" smtClean="0" sz="2000" spc="20">
                <a:latin typeface="Arial"/>
                <a:cs typeface="Arial"/>
              </a:rPr>
              <a:t>a</a:t>
            </a:r>
            <a:r>
              <a:rPr dirty="0" smtClean="0" sz="2000" spc="20">
                <a:latin typeface="Arial"/>
                <a:cs typeface="Arial"/>
              </a:rPr>
              <a:t> </a:t>
            </a:r>
            <a:r>
              <a:rPr dirty="0" smtClean="0" sz="2000" spc="20">
                <a:latin typeface="Arial"/>
                <a:cs typeface="Arial"/>
              </a:rPr>
              <a:t>t</a:t>
            </a:r>
            <a:r>
              <a:rPr dirty="0" smtClean="0" sz="2000" spc="20">
                <a:latin typeface="Arial"/>
                <a:cs typeface="Arial"/>
              </a:rPr>
              <a:t>e</a:t>
            </a:r>
            <a:r>
              <a:rPr dirty="0" smtClean="0" sz="2000" spc="20">
                <a:latin typeface="Arial"/>
                <a:cs typeface="Arial"/>
              </a:rPr>
              <a:t>r</a:t>
            </a:r>
            <a:r>
              <a:rPr dirty="0" smtClean="0" sz="2000" spc="20">
                <a:latin typeface="Arial"/>
                <a:cs typeface="Arial"/>
              </a:rPr>
              <a:t>j</a:t>
            </a:r>
            <a:r>
              <a:rPr dirty="0" smtClean="0" sz="2000" spc="20">
                <a:latin typeface="Arial"/>
                <a:cs typeface="Arial"/>
              </a:rPr>
              <a:t>a</a:t>
            </a:r>
            <a:r>
              <a:rPr dirty="0" smtClean="0" sz="2000" spc="20">
                <a:latin typeface="Arial"/>
                <a:cs typeface="Arial"/>
              </a:rPr>
              <a:t>d</a:t>
            </a:r>
            <a:r>
              <a:rPr dirty="0" smtClean="0" sz="2000" spc="20">
                <a:latin typeface="Arial"/>
                <a:cs typeface="Arial"/>
              </a:rPr>
              <a:t>in</a:t>
            </a:r>
            <a:r>
              <a:rPr dirty="0" smtClean="0" sz="2000" spc="20">
                <a:latin typeface="Arial"/>
                <a:cs typeface="Arial"/>
              </a:rPr>
              <a:t>y</a:t>
            </a:r>
            <a:r>
              <a:rPr dirty="0" smtClean="0" sz="2000" spc="20">
                <a:latin typeface="Arial"/>
                <a:cs typeface="Arial"/>
              </a:rPr>
              <a:t>a</a:t>
            </a:r>
            <a:endParaRPr sz="20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70877" y="1715432"/>
            <a:ext cx="7956749" cy="279717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dirty="0" smtClean="0" sz="2000" spc="0">
                <a:latin typeface="Arial"/>
                <a:cs typeface="Arial"/>
              </a:rPr>
              <a:t>p</a:t>
            </a:r>
            <a:r>
              <a:rPr dirty="0" smtClean="0" sz="2000" spc="0">
                <a:latin typeface="Arial"/>
                <a:cs typeface="Arial"/>
              </a:rPr>
              <a:t>e</a:t>
            </a:r>
            <a:r>
              <a:rPr dirty="0" smtClean="0" sz="2000" spc="0">
                <a:latin typeface="Arial"/>
                <a:cs typeface="Arial"/>
              </a:rPr>
              <a:t>m</a:t>
            </a:r>
            <a:r>
              <a:rPr dirty="0" smtClean="0" sz="2000" spc="0">
                <a:latin typeface="Arial"/>
                <a:cs typeface="Arial"/>
              </a:rPr>
              <a:t>u</a:t>
            </a:r>
            <a:r>
              <a:rPr dirty="0" smtClean="0" sz="2000" spc="0">
                <a:latin typeface="Arial"/>
                <a:cs typeface="Arial"/>
              </a:rPr>
              <a:t>t</a:t>
            </a:r>
            <a:r>
              <a:rPr dirty="0" smtClean="0" sz="2000" spc="0">
                <a:latin typeface="Arial"/>
                <a:cs typeface="Arial"/>
              </a:rPr>
              <a:t>u</a:t>
            </a:r>
            <a:r>
              <a:rPr dirty="0" smtClean="0" sz="2000" spc="0">
                <a:latin typeface="Arial"/>
                <a:cs typeface="Arial"/>
              </a:rPr>
              <a:t>san</a:t>
            </a:r>
            <a:r>
              <a:rPr dirty="0" smtClean="0" sz="2000" spc="0">
                <a:latin typeface="Arial"/>
                <a:cs typeface="Arial"/>
              </a:rPr>
              <a:t> </a:t>
            </a:r>
            <a:r>
              <a:rPr dirty="0" smtClean="0" sz="2000" spc="0">
                <a:latin typeface="Arial"/>
                <a:cs typeface="Arial"/>
              </a:rPr>
              <a:t>h</a:t>
            </a:r>
            <a:r>
              <a:rPr dirty="0" smtClean="0" sz="2000" spc="0">
                <a:latin typeface="Arial"/>
                <a:cs typeface="Arial"/>
              </a:rPr>
              <a:t>u</a:t>
            </a:r>
            <a:r>
              <a:rPr dirty="0" smtClean="0" sz="2000" spc="0">
                <a:latin typeface="Arial"/>
                <a:cs typeface="Arial"/>
              </a:rPr>
              <a:t>b</a:t>
            </a:r>
            <a:r>
              <a:rPr dirty="0" smtClean="0" sz="2000" spc="0">
                <a:latin typeface="Arial"/>
                <a:cs typeface="Arial"/>
              </a:rPr>
              <a:t>u</a:t>
            </a:r>
            <a:r>
              <a:rPr dirty="0" smtClean="0" sz="2000" spc="0">
                <a:latin typeface="Arial"/>
                <a:cs typeface="Arial"/>
              </a:rPr>
              <a:t>n</a:t>
            </a:r>
            <a:r>
              <a:rPr dirty="0" smtClean="0" sz="2000" spc="0">
                <a:latin typeface="Arial"/>
                <a:cs typeface="Arial"/>
              </a:rPr>
              <a:t>g</a:t>
            </a:r>
            <a:r>
              <a:rPr dirty="0" smtClean="0" sz="2000" spc="0">
                <a:latin typeface="Arial"/>
                <a:cs typeface="Arial"/>
              </a:rPr>
              <a:t>a</a:t>
            </a:r>
            <a:r>
              <a:rPr dirty="0" smtClean="0" sz="2000" spc="0">
                <a:latin typeface="Arial"/>
                <a:cs typeface="Arial"/>
              </a:rPr>
              <a:t>n</a:t>
            </a:r>
            <a:r>
              <a:rPr dirty="0" smtClean="0" sz="2000" spc="0">
                <a:latin typeface="Arial"/>
                <a:cs typeface="Arial"/>
              </a:rPr>
              <a:t> </a:t>
            </a:r>
            <a:r>
              <a:rPr dirty="0" smtClean="0" sz="2000" spc="0">
                <a:latin typeface="Arial"/>
                <a:cs typeface="Arial"/>
              </a:rPr>
              <a:t>da</a:t>
            </a:r>
            <a:r>
              <a:rPr dirty="0" smtClean="0" sz="2000" spc="0">
                <a:latin typeface="Arial"/>
                <a:cs typeface="Arial"/>
              </a:rPr>
              <a:t>n</a:t>
            </a:r>
            <a:r>
              <a:rPr dirty="0" smtClean="0" sz="2000" spc="0">
                <a:latin typeface="Arial"/>
                <a:cs typeface="Arial"/>
              </a:rPr>
              <a:t> </a:t>
            </a:r>
            <a:r>
              <a:rPr dirty="0" smtClean="0" sz="2000" spc="0" u="heavy">
                <a:latin typeface="Arial"/>
                <a:cs typeface="Arial"/>
              </a:rPr>
              <a:t>t</a:t>
            </a:r>
            <a:r>
              <a:rPr dirty="0" smtClean="0" sz="2000" spc="0" u="heavy">
                <a:latin typeface="Arial"/>
                <a:cs typeface="Arial"/>
              </a:rPr>
              <a:t>a</a:t>
            </a:r>
            <a:r>
              <a:rPr dirty="0" smtClean="0" sz="2000" spc="0" u="heavy">
                <a:latin typeface="Arial"/>
                <a:cs typeface="Arial"/>
              </a:rPr>
              <a:t>n</a:t>
            </a:r>
            <a:r>
              <a:rPr dirty="0" smtClean="0" sz="2000" spc="0" u="heavy">
                <a:latin typeface="Arial"/>
                <a:cs typeface="Arial"/>
              </a:rPr>
              <a:t>p</a:t>
            </a:r>
            <a:r>
              <a:rPr dirty="0" smtClean="0" sz="2000" spc="0" u="heavy">
                <a:latin typeface="Arial"/>
                <a:cs typeface="Arial"/>
              </a:rPr>
              <a:t>a</a:t>
            </a:r>
            <a:r>
              <a:rPr dirty="0" smtClean="0" sz="2000" spc="0">
                <a:latin typeface="Arial"/>
                <a:cs typeface="Arial"/>
              </a:rPr>
              <a:t> </a:t>
            </a:r>
            <a:r>
              <a:rPr dirty="0" smtClean="0" sz="2000" spc="0">
                <a:latin typeface="Arial"/>
                <a:cs typeface="Arial"/>
              </a:rPr>
              <a:t>m</a:t>
            </a:r>
            <a:r>
              <a:rPr dirty="0" smtClean="0" sz="2000" spc="0">
                <a:latin typeface="Arial"/>
                <a:cs typeface="Arial"/>
              </a:rPr>
              <a:t>e</a:t>
            </a:r>
            <a:r>
              <a:rPr dirty="0" smtClean="0" sz="2000" spc="0">
                <a:latin typeface="Arial"/>
                <a:cs typeface="Arial"/>
              </a:rPr>
              <a:t>lalui</a:t>
            </a:r>
            <a:r>
              <a:rPr dirty="0" smtClean="0" sz="2000" spc="0">
                <a:latin typeface="Arial"/>
                <a:cs typeface="Arial"/>
              </a:rPr>
              <a:t> </a:t>
            </a:r>
            <a:r>
              <a:rPr dirty="0" smtClean="0" sz="2000" spc="0">
                <a:latin typeface="Arial"/>
                <a:cs typeface="Arial"/>
              </a:rPr>
              <a:t>ca</a:t>
            </a:r>
            <a:r>
              <a:rPr dirty="0" smtClean="0" sz="2000" spc="0">
                <a:latin typeface="Arial"/>
                <a:cs typeface="Arial"/>
              </a:rPr>
              <a:t>m</a:t>
            </a:r>
            <a:r>
              <a:rPr dirty="0" smtClean="0" sz="2000" spc="0">
                <a:latin typeface="Arial"/>
                <a:cs typeface="Arial"/>
              </a:rPr>
              <a:t>p</a:t>
            </a:r>
            <a:r>
              <a:rPr dirty="0" smtClean="0" sz="2000" spc="0">
                <a:latin typeface="Arial"/>
                <a:cs typeface="Arial"/>
              </a:rPr>
              <a:t>u</a:t>
            </a:r>
            <a:r>
              <a:rPr dirty="0" smtClean="0" sz="2000" spc="0">
                <a:latin typeface="Arial"/>
                <a:cs typeface="Arial"/>
              </a:rPr>
              <a:t>r</a:t>
            </a:r>
            <a:r>
              <a:rPr dirty="0" smtClean="0" sz="2000" spc="0">
                <a:latin typeface="Arial"/>
                <a:cs typeface="Arial"/>
              </a:rPr>
              <a:t> </a:t>
            </a:r>
            <a:r>
              <a:rPr dirty="0" smtClean="0" sz="2000" spc="0">
                <a:latin typeface="Arial"/>
                <a:cs typeface="Arial"/>
              </a:rPr>
              <a:t>t</a:t>
            </a:r>
            <a:r>
              <a:rPr dirty="0" smtClean="0" sz="2000" spc="0">
                <a:latin typeface="Arial"/>
                <a:cs typeface="Arial"/>
              </a:rPr>
              <a:t>a</a:t>
            </a:r>
            <a:r>
              <a:rPr dirty="0" smtClean="0" sz="2000" spc="0">
                <a:latin typeface="Arial"/>
                <a:cs typeface="Arial"/>
              </a:rPr>
              <a:t>n</a:t>
            </a:r>
            <a:r>
              <a:rPr dirty="0" smtClean="0" sz="2000" spc="0">
                <a:latin typeface="Arial"/>
                <a:cs typeface="Arial"/>
              </a:rPr>
              <a:t>g</a:t>
            </a:r>
            <a:r>
              <a:rPr dirty="0" smtClean="0" sz="2000" spc="0">
                <a:latin typeface="Arial"/>
                <a:cs typeface="Arial"/>
              </a:rPr>
              <a:t>a</a:t>
            </a:r>
            <a:r>
              <a:rPr dirty="0" smtClean="0" sz="2000" spc="0">
                <a:latin typeface="Arial"/>
                <a:cs typeface="Arial"/>
              </a:rPr>
              <a:t>n</a:t>
            </a:r>
            <a:r>
              <a:rPr dirty="0" smtClean="0" sz="2000" spc="0">
                <a:latin typeface="Arial"/>
                <a:cs typeface="Arial"/>
              </a:rPr>
              <a:t> </a:t>
            </a:r>
            <a:r>
              <a:rPr dirty="0" smtClean="0" sz="2000" spc="0">
                <a:latin typeface="Arial"/>
                <a:cs typeface="Arial"/>
              </a:rPr>
              <a:t>d</a:t>
            </a:r>
            <a:r>
              <a:rPr dirty="0" smtClean="0" sz="2000" spc="0">
                <a:latin typeface="Arial"/>
                <a:cs typeface="Arial"/>
              </a:rPr>
              <a:t>a</a:t>
            </a:r>
            <a:r>
              <a:rPr dirty="0" smtClean="0" sz="2000" spc="0">
                <a:latin typeface="Arial"/>
                <a:cs typeface="Arial"/>
              </a:rPr>
              <a:t>r</a:t>
            </a:r>
            <a:r>
              <a:rPr dirty="0" smtClean="0" sz="2000" spc="0">
                <a:latin typeface="Arial"/>
                <a:cs typeface="Arial"/>
              </a:rPr>
              <a:t>i</a:t>
            </a:r>
            <a:r>
              <a:rPr dirty="0" smtClean="0" sz="2000" spc="0">
                <a:latin typeface="Arial"/>
                <a:cs typeface="Arial"/>
              </a:rPr>
              <a:t> </a:t>
            </a:r>
            <a:r>
              <a:rPr dirty="0" smtClean="0" sz="2000" spc="0">
                <a:latin typeface="Arial"/>
                <a:cs typeface="Arial"/>
              </a:rPr>
              <a:t>p</a:t>
            </a:r>
            <a:r>
              <a:rPr dirty="0" smtClean="0" sz="2000" spc="0">
                <a:latin typeface="Arial"/>
                <a:cs typeface="Arial"/>
              </a:rPr>
              <a:t>e</a:t>
            </a:r>
            <a:r>
              <a:rPr dirty="0" smtClean="0" sz="2000" spc="0">
                <a:latin typeface="Arial"/>
                <a:cs typeface="Arial"/>
              </a:rPr>
              <a:t>m</a:t>
            </a:r>
            <a:r>
              <a:rPr dirty="0" smtClean="0" sz="2000" spc="0">
                <a:latin typeface="Arial"/>
                <a:cs typeface="Arial"/>
              </a:rPr>
              <a:t>a</a:t>
            </a:r>
            <a:r>
              <a:rPr dirty="0" smtClean="0" sz="2000" spc="0">
                <a:latin typeface="Arial"/>
                <a:cs typeface="Arial"/>
              </a:rPr>
              <a:t>ka</a:t>
            </a:r>
            <a:r>
              <a:rPr dirty="0" smtClean="0" sz="2000" spc="0">
                <a:latin typeface="Arial"/>
                <a:cs typeface="Arial"/>
              </a:rPr>
              <a:t>i</a:t>
            </a:r>
            <a:r>
              <a:rPr dirty="0" smtClean="0" sz="2000" spc="0"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83540" y="2173271"/>
            <a:ext cx="152400" cy="279400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dirty="0" smtClean="0" sz="2000">
                <a:latin typeface="Arial"/>
                <a:cs typeface="Arial"/>
              </a:rPr>
              <a:t>•</a:t>
            </a:r>
            <a:endParaRPr sz="20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70877" y="2173271"/>
            <a:ext cx="948944" cy="279400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dirty="0" smtClean="0" sz="2000" spc="-4">
                <a:latin typeface="Arial"/>
                <a:cs typeface="Arial"/>
              </a:rPr>
              <a:t>Ha</a:t>
            </a:r>
            <a:r>
              <a:rPr dirty="0" smtClean="0" sz="2000" spc="-4">
                <a:latin typeface="Arial"/>
                <a:cs typeface="Arial"/>
              </a:rPr>
              <a:t>n</a:t>
            </a:r>
            <a:r>
              <a:rPr dirty="0" smtClean="0" sz="2000" spc="-4">
                <a:latin typeface="Arial"/>
                <a:cs typeface="Arial"/>
              </a:rPr>
              <a:t>d</a:t>
            </a:r>
            <a:r>
              <a:rPr dirty="0" smtClean="0" sz="2000" spc="-4">
                <a:latin typeface="Arial"/>
                <a:cs typeface="Arial"/>
              </a:rPr>
              <a:t>o</a:t>
            </a:r>
            <a:r>
              <a:rPr dirty="0" smtClean="0" sz="2000" spc="-4">
                <a:latin typeface="Arial"/>
                <a:cs typeface="Arial"/>
              </a:rPr>
              <a:t>f</a:t>
            </a:r>
            <a:r>
              <a:rPr dirty="0" smtClean="0" sz="2000" spc="-4">
                <a:latin typeface="Arial"/>
                <a:cs typeface="Arial"/>
              </a:rPr>
              <a:t>f</a:t>
            </a:r>
            <a:endParaRPr sz="20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737741" y="2173271"/>
            <a:ext cx="602234" cy="279400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dirty="0" smtClean="0" sz="2000" spc="3">
                <a:latin typeface="Arial"/>
                <a:cs typeface="Arial"/>
              </a:rPr>
              <a:t>t</a:t>
            </a:r>
            <a:r>
              <a:rPr dirty="0" smtClean="0" sz="2000" spc="3">
                <a:latin typeface="Arial"/>
                <a:cs typeface="Arial"/>
              </a:rPr>
              <a:t>i</a:t>
            </a:r>
            <a:r>
              <a:rPr dirty="0" smtClean="0" sz="2000" spc="3">
                <a:latin typeface="Arial"/>
                <a:cs typeface="Arial"/>
              </a:rPr>
              <a:t>d</a:t>
            </a:r>
            <a:r>
              <a:rPr dirty="0" smtClean="0" sz="2000" spc="3">
                <a:latin typeface="Arial"/>
                <a:cs typeface="Arial"/>
              </a:rPr>
              <a:t>a</a:t>
            </a:r>
            <a:r>
              <a:rPr dirty="0" smtClean="0" sz="2000" spc="3">
                <a:latin typeface="Arial"/>
                <a:cs typeface="Arial"/>
              </a:rPr>
              <a:t>k</a:t>
            </a:r>
            <a:endParaRPr sz="20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456815" y="2173271"/>
            <a:ext cx="993901" cy="279400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dirty="0" smtClean="0" sz="2000" spc="-2">
                <a:latin typeface="Arial"/>
                <a:cs typeface="Arial"/>
              </a:rPr>
              <a:t>b</a:t>
            </a:r>
            <a:r>
              <a:rPr dirty="0" smtClean="0" sz="2000" spc="-2">
                <a:latin typeface="Arial"/>
                <a:cs typeface="Arial"/>
              </a:rPr>
              <a:t>e</a:t>
            </a:r>
            <a:r>
              <a:rPr dirty="0" smtClean="0" sz="2000" spc="-2">
                <a:latin typeface="Arial"/>
                <a:cs typeface="Arial"/>
              </a:rPr>
              <a:t>r</a:t>
            </a:r>
            <a:r>
              <a:rPr dirty="0" smtClean="0" sz="2000" spc="-2">
                <a:latin typeface="Arial"/>
                <a:cs typeface="Arial"/>
              </a:rPr>
              <a:t>b</a:t>
            </a:r>
            <a:r>
              <a:rPr dirty="0" smtClean="0" sz="2000" spc="-2">
                <a:latin typeface="Arial"/>
                <a:cs typeface="Arial"/>
              </a:rPr>
              <a:t>e</a:t>
            </a:r>
            <a:r>
              <a:rPr dirty="0" smtClean="0" sz="2000" spc="-2">
                <a:latin typeface="Arial"/>
                <a:cs typeface="Arial"/>
              </a:rPr>
              <a:t>d</a:t>
            </a:r>
            <a:r>
              <a:rPr dirty="0" smtClean="0" sz="2000" spc="-2">
                <a:latin typeface="Arial"/>
                <a:cs typeface="Arial"/>
              </a:rPr>
              <a:t>a</a:t>
            </a:r>
            <a:endParaRPr sz="20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572129" y="2173271"/>
            <a:ext cx="2151253" cy="279400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dirty="0" smtClean="0" sz="2000" spc="19">
                <a:latin typeface="Arial"/>
                <a:cs typeface="Arial"/>
              </a:rPr>
              <a:t>d</a:t>
            </a:r>
            <a:r>
              <a:rPr dirty="0" smtClean="0" sz="2000" spc="19">
                <a:latin typeface="Arial"/>
                <a:cs typeface="Arial"/>
              </a:rPr>
              <a:t>e</a:t>
            </a:r>
            <a:r>
              <a:rPr dirty="0" smtClean="0" sz="2000" spc="19">
                <a:latin typeface="Arial"/>
                <a:cs typeface="Arial"/>
              </a:rPr>
              <a:t>n</a:t>
            </a:r>
            <a:r>
              <a:rPr dirty="0" smtClean="0" sz="2000" spc="19">
                <a:latin typeface="Arial"/>
                <a:cs typeface="Arial"/>
              </a:rPr>
              <a:t>g</a:t>
            </a:r>
            <a:r>
              <a:rPr dirty="0" smtClean="0" sz="2000" spc="19">
                <a:latin typeface="Arial"/>
                <a:cs typeface="Arial"/>
              </a:rPr>
              <a:t>a</a:t>
            </a:r>
            <a:r>
              <a:rPr dirty="0" smtClean="0" sz="2000" spc="19">
                <a:latin typeface="Arial"/>
                <a:cs typeface="Arial"/>
              </a:rPr>
              <a:t>n</a:t>
            </a:r>
            <a:r>
              <a:rPr dirty="0" smtClean="0" sz="2000" spc="19">
                <a:latin typeface="Arial"/>
                <a:cs typeface="Arial"/>
              </a:rPr>
              <a:t> </a:t>
            </a:r>
            <a:r>
              <a:rPr dirty="0" smtClean="0" sz="2000" spc="19">
                <a:latin typeface="Arial"/>
                <a:cs typeface="Arial"/>
              </a:rPr>
              <a:t> </a:t>
            </a:r>
            <a:r>
              <a:rPr dirty="0" smtClean="0" sz="2000" spc="19">
                <a:latin typeface="Arial"/>
                <a:cs typeface="Arial"/>
              </a:rPr>
              <a:t>h</a:t>
            </a:r>
            <a:r>
              <a:rPr dirty="0" smtClean="0" sz="2000" spc="19">
                <a:latin typeface="Arial"/>
                <a:cs typeface="Arial"/>
              </a:rPr>
              <a:t>a</a:t>
            </a:r>
            <a:r>
              <a:rPr dirty="0" smtClean="0" sz="2000" spc="19">
                <a:latin typeface="Arial"/>
                <a:cs typeface="Arial"/>
              </a:rPr>
              <a:t>n</a:t>
            </a:r>
            <a:r>
              <a:rPr dirty="0" smtClean="0" sz="2000" spc="19">
                <a:latin typeface="Arial"/>
                <a:cs typeface="Arial"/>
              </a:rPr>
              <a:t>d</a:t>
            </a:r>
            <a:r>
              <a:rPr dirty="0" smtClean="0" sz="2000" spc="19">
                <a:latin typeface="Arial"/>
                <a:cs typeface="Arial"/>
              </a:rPr>
              <a:t>o</a:t>
            </a:r>
            <a:r>
              <a:rPr dirty="0" smtClean="0" sz="2000" spc="19">
                <a:latin typeface="Arial"/>
                <a:cs typeface="Arial"/>
              </a:rPr>
              <a:t>v</a:t>
            </a:r>
            <a:r>
              <a:rPr dirty="0" smtClean="0" sz="2000" spc="19">
                <a:latin typeface="Arial"/>
                <a:cs typeface="Arial"/>
              </a:rPr>
              <a:t>e</a:t>
            </a:r>
            <a:r>
              <a:rPr dirty="0" smtClean="0" sz="2000" spc="19">
                <a:latin typeface="Arial"/>
                <a:cs typeface="Arial"/>
              </a:rPr>
              <a:t>r</a:t>
            </a:r>
            <a:endParaRPr sz="20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841111" y="2173271"/>
            <a:ext cx="856233" cy="279400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dirty="0" smtClean="0" sz="2000" spc="2">
                <a:latin typeface="Arial"/>
                <a:cs typeface="Arial"/>
              </a:rPr>
              <a:t>k</a:t>
            </a:r>
            <a:r>
              <a:rPr dirty="0" smtClean="0" sz="2000" spc="2">
                <a:latin typeface="Arial"/>
                <a:cs typeface="Arial"/>
              </a:rPr>
              <a:t>e</a:t>
            </a:r>
            <a:r>
              <a:rPr dirty="0" smtClean="0" sz="2000" spc="2">
                <a:latin typeface="Arial"/>
                <a:cs typeface="Arial"/>
              </a:rPr>
              <a:t>c</a:t>
            </a:r>
            <a:r>
              <a:rPr dirty="0" smtClean="0" sz="2000" spc="2">
                <a:latin typeface="Arial"/>
                <a:cs typeface="Arial"/>
              </a:rPr>
              <a:t>u</a:t>
            </a:r>
            <a:r>
              <a:rPr dirty="0" smtClean="0" sz="2000" spc="2">
                <a:latin typeface="Arial"/>
                <a:cs typeface="Arial"/>
              </a:rPr>
              <a:t>a</a:t>
            </a:r>
            <a:r>
              <a:rPr dirty="0" smtClean="0" sz="2000" spc="2">
                <a:latin typeface="Arial"/>
                <a:cs typeface="Arial"/>
              </a:rPr>
              <a:t>li</a:t>
            </a:r>
            <a:endParaRPr sz="20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816725" y="2173271"/>
            <a:ext cx="1642364" cy="279400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dirty="0" smtClean="0" sz="2000" spc="22">
                <a:latin typeface="Arial"/>
                <a:cs typeface="Arial"/>
              </a:rPr>
              <a:t>b</a:t>
            </a:r>
            <a:r>
              <a:rPr dirty="0" smtClean="0" sz="2000" spc="22">
                <a:latin typeface="Arial"/>
                <a:cs typeface="Arial"/>
              </a:rPr>
              <a:t>a</a:t>
            </a:r>
            <a:r>
              <a:rPr dirty="0" smtClean="0" sz="2000" spc="22">
                <a:latin typeface="Arial"/>
                <a:cs typeface="Arial"/>
              </a:rPr>
              <a:t>h</a:t>
            </a:r>
            <a:r>
              <a:rPr dirty="0" smtClean="0" sz="2000" spc="22">
                <a:latin typeface="Arial"/>
                <a:cs typeface="Arial"/>
              </a:rPr>
              <a:t>w</a:t>
            </a:r>
            <a:r>
              <a:rPr dirty="0" smtClean="0" sz="2000" spc="22">
                <a:latin typeface="Arial"/>
                <a:cs typeface="Arial"/>
              </a:rPr>
              <a:t>a</a:t>
            </a:r>
            <a:r>
              <a:rPr dirty="0" smtClean="0" sz="2000" spc="22">
                <a:latin typeface="Arial"/>
                <a:cs typeface="Arial"/>
              </a:rPr>
              <a:t> </a:t>
            </a:r>
            <a:r>
              <a:rPr dirty="0" smtClean="0" sz="2000" spc="22">
                <a:latin typeface="Arial"/>
                <a:cs typeface="Arial"/>
              </a:rPr>
              <a:t> </a:t>
            </a:r>
            <a:r>
              <a:rPr dirty="0" smtClean="0" sz="2000" spc="22">
                <a:latin typeface="Arial"/>
                <a:cs typeface="Arial"/>
              </a:rPr>
              <a:t>istilah</a:t>
            </a:r>
            <a:endParaRPr sz="20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582279" y="2173271"/>
            <a:ext cx="903223" cy="279400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dirty="0" smtClean="0" sz="2000" spc="-7">
                <a:latin typeface="Arial"/>
                <a:cs typeface="Arial"/>
              </a:rPr>
              <a:t>h</a:t>
            </a:r>
            <a:r>
              <a:rPr dirty="0" smtClean="0" sz="2000" spc="-7">
                <a:latin typeface="Arial"/>
                <a:cs typeface="Arial"/>
              </a:rPr>
              <a:t>a</a:t>
            </a:r>
            <a:r>
              <a:rPr dirty="0" smtClean="0" sz="2000" spc="-7">
                <a:latin typeface="Arial"/>
                <a:cs typeface="Arial"/>
              </a:rPr>
              <a:t>n</a:t>
            </a:r>
            <a:r>
              <a:rPr dirty="0" smtClean="0" sz="2000" spc="-7">
                <a:latin typeface="Arial"/>
                <a:cs typeface="Arial"/>
              </a:rPr>
              <a:t>d</a:t>
            </a:r>
            <a:r>
              <a:rPr dirty="0" smtClean="0" sz="2000" spc="-7">
                <a:latin typeface="Arial"/>
                <a:cs typeface="Arial"/>
              </a:rPr>
              <a:t>o</a:t>
            </a:r>
            <a:r>
              <a:rPr dirty="0" smtClean="0" sz="2000" spc="-7">
                <a:latin typeface="Arial"/>
                <a:cs typeface="Arial"/>
              </a:rPr>
              <a:t>f</a:t>
            </a:r>
            <a:r>
              <a:rPr dirty="0" smtClean="0" sz="2000" spc="-7">
                <a:latin typeface="Arial"/>
                <a:cs typeface="Arial"/>
              </a:rPr>
              <a:t>f</a:t>
            </a:r>
            <a:endParaRPr sz="20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70877" y="2478071"/>
            <a:ext cx="8058340" cy="279400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dirty="0" smtClean="0" sz="2000" spc="-1">
                <a:latin typeface="Arial"/>
                <a:cs typeface="Arial"/>
              </a:rPr>
              <a:t>d</a:t>
            </a:r>
            <a:r>
              <a:rPr dirty="0" smtClean="0" sz="2000" spc="-1">
                <a:latin typeface="Arial"/>
                <a:cs typeface="Arial"/>
              </a:rPr>
              <a:t>i</a:t>
            </a:r>
            <a:r>
              <a:rPr dirty="0" smtClean="0" sz="2000" spc="-1">
                <a:latin typeface="Arial"/>
                <a:cs typeface="Arial"/>
              </a:rPr>
              <a:t>g</a:t>
            </a:r>
            <a:r>
              <a:rPr dirty="0" smtClean="0" sz="2000" spc="-1">
                <a:latin typeface="Arial"/>
                <a:cs typeface="Arial"/>
              </a:rPr>
              <a:t>u</a:t>
            </a:r>
            <a:r>
              <a:rPr dirty="0" smtClean="0" sz="2000" spc="-1">
                <a:latin typeface="Arial"/>
                <a:cs typeface="Arial"/>
              </a:rPr>
              <a:t>n</a:t>
            </a:r>
            <a:r>
              <a:rPr dirty="0" smtClean="0" sz="2000" spc="-1">
                <a:latin typeface="Arial"/>
                <a:cs typeface="Arial"/>
              </a:rPr>
              <a:t>a</a:t>
            </a:r>
            <a:r>
              <a:rPr dirty="0" smtClean="0" sz="2000" spc="-1">
                <a:latin typeface="Arial"/>
                <a:cs typeface="Arial"/>
              </a:rPr>
              <a:t>k</a:t>
            </a:r>
            <a:r>
              <a:rPr dirty="0" smtClean="0" sz="2000" spc="-1">
                <a:latin typeface="Arial"/>
                <a:cs typeface="Arial"/>
              </a:rPr>
              <a:t>a</a:t>
            </a:r>
            <a:r>
              <a:rPr dirty="0" smtClean="0" sz="2000" spc="-1">
                <a:latin typeface="Arial"/>
                <a:cs typeface="Arial"/>
              </a:rPr>
              <a:t>n</a:t>
            </a:r>
            <a:r>
              <a:rPr dirty="0" smtClean="0" sz="2000" spc="-1">
                <a:latin typeface="Arial"/>
                <a:cs typeface="Arial"/>
              </a:rPr>
              <a:t> </a:t>
            </a:r>
            <a:r>
              <a:rPr dirty="0" smtClean="0" sz="2000" spc="-1">
                <a:latin typeface="Arial"/>
                <a:cs typeface="Arial"/>
              </a:rPr>
              <a:t>d</a:t>
            </a:r>
            <a:r>
              <a:rPr dirty="0" smtClean="0" sz="2000" spc="-1">
                <a:latin typeface="Arial"/>
                <a:cs typeface="Arial"/>
              </a:rPr>
              <a:t>i</a:t>
            </a:r>
            <a:r>
              <a:rPr dirty="0" smtClean="0" sz="2000" spc="-1">
                <a:latin typeface="Arial"/>
                <a:cs typeface="Arial"/>
              </a:rPr>
              <a:t> </a:t>
            </a:r>
            <a:r>
              <a:rPr dirty="0" smtClean="0" sz="2000" spc="-1">
                <a:latin typeface="Arial"/>
                <a:cs typeface="Arial"/>
              </a:rPr>
              <a:t>A</a:t>
            </a:r>
            <a:r>
              <a:rPr dirty="0" smtClean="0" sz="2000" spc="-1">
                <a:latin typeface="Arial"/>
                <a:cs typeface="Arial"/>
              </a:rPr>
              <a:t>m</a:t>
            </a:r>
            <a:r>
              <a:rPr dirty="0" smtClean="0" sz="2000" spc="-1">
                <a:latin typeface="Arial"/>
                <a:cs typeface="Arial"/>
              </a:rPr>
              <a:t>e</a:t>
            </a:r>
            <a:r>
              <a:rPr dirty="0" smtClean="0" sz="2000" spc="-1">
                <a:latin typeface="Arial"/>
                <a:cs typeface="Arial"/>
              </a:rPr>
              <a:t>r</a:t>
            </a:r>
            <a:r>
              <a:rPr dirty="0" smtClean="0" sz="2000" spc="-1">
                <a:latin typeface="Arial"/>
                <a:cs typeface="Arial"/>
              </a:rPr>
              <a:t>i</a:t>
            </a:r>
            <a:r>
              <a:rPr dirty="0" smtClean="0" sz="2000" spc="-1">
                <a:latin typeface="Arial"/>
                <a:cs typeface="Arial"/>
              </a:rPr>
              <a:t>k</a:t>
            </a:r>
            <a:r>
              <a:rPr dirty="0" smtClean="0" sz="2000" spc="-1">
                <a:latin typeface="Arial"/>
                <a:cs typeface="Arial"/>
              </a:rPr>
              <a:t>a</a:t>
            </a:r>
            <a:r>
              <a:rPr dirty="0" smtClean="0" sz="2000" spc="-1">
                <a:latin typeface="Arial"/>
                <a:cs typeface="Arial"/>
              </a:rPr>
              <a:t>,</a:t>
            </a:r>
            <a:r>
              <a:rPr dirty="0" smtClean="0" sz="2000" spc="-1">
                <a:latin typeface="Arial"/>
                <a:cs typeface="Arial"/>
              </a:rPr>
              <a:t> </a:t>
            </a:r>
            <a:r>
              <a:rPr dirty="0" smtClean="0" sz="2000" spc="-1">
                <a:latin typeface="Arial"/>
                <a:cs typeface="Arial"/>
              </a:rPr>
              <a:t>s</a:t>
            </a:r>
            <a:r>
              <a:rPr dirty="0" smtClean="0" sz="2000" spc="-1">
                <a:latin typeface="Arial"/>
                <a:cs typeface="Arial"/>
              </a:rPr>
              <a:t>e</a:t>
            </a:r>
            <a:r>
              <a:rPr dirty="0" smtClean="0" sz="2000" spc="-1">
                <a:latin typeface="Arial"/>
                <a:cs typeface="Arial"/>
              </a:rPr>
              <a:t>d</a:t>
            </a:r>
            <a:r>
              <a:rPr dirty="0" smtClean="0" sz="2000" spc="-1">
                <a:latin typeface="Arial"/>
                <a:cs typeface="Arial"/>
              </a:rPr>
              <a:t>a</a:t>
            </a:r>
            <a:r>
              <a:rPr dirty="0" smtClean="0" sz="2000" spc="-1">
                <a:latin typeface="Arial"/>
                <a:cs typeface="Arial"/>
              </a:rPr>
              <a:t>n</a:t>
            </a:r>
            <a:r>
              <a:rPr dirty="0" smtClean="0" sz="2000" spc="-1">
                <a:latin typeface="Arial"/>
                <a:cs typeface="Arial"/>
              </a:rPr>
              <a:t>g</a:t>
            </a:r>
            <a:r>
              <a:rPr dirty="0" smtClean="0" sz="2000" spc="-1">
                <a:latin typeface="Arial"/>
                <a:cs typeface="Arial"/>
              </a:rPr>
              <a:t>k</a:t>
            </a:r>
            <a:r>
              <a:rPr dirty="0" smtClean="0" sz="2000" spc="-1">
                <a:latin typeface="Arial"/>
                <a:cs typeface="Arial"/>
              </a:rPr>
              <a:t>a</a:t>
            </a:r>
            <a:r>
              <a:rPr dirty="0" smtClean="0" sz="2000" spc="-1">
                <a:latin typeface="Arial"/>
                <a:cs typeface="Arial"/>
              </a:rPr>
              <a:t>n</a:t>
            </a:r>
            <a:r>
              <a:rPr dirty="0" smtClean="0" sz="2000" spc="-1">
                <a:latin typeface="Arial"/>
                <a:cs typeface="Arial"/>
              </a:rPr>
              <a:t> </a:t>
            </a:r>
            <a:r>
              <a:rPr dirty="0" smtClean="0" sz="2000" spc="-1">
                <a:latin typeface="Arial"/>
                <a:cs typeface="Arial"/>
              </a:rPr>
              <a:t>isti</a:t>
            </a:r>
            <a:r>
              <a:rPr dirty="0" smtClean="0" sz="2000" spc="-1">
                <a:latin typeface="Arial"/>
                <a:cs typeface="Arial"/>
              </a:rPr>
              <a:t>l</a:t>
            </a:r>
            <a:r>
              <a:rPr dirty="0" smtClean="0" sz="2000" spc="-1">
                <a:latin typeface="Arial"/>
                <a:cs typeface="Arial"/>
              </a:rPr>
              <a:t>a</a:t>
            </a:r>
            <a:r>
              <a:rPr dirty="0" smtClean="0" sz="2000" spc="-1">
                <a:latin typeface="Arial"/>
                <a:cs typeface="Arial"/>
              </a:rPr>
              <a:t>h</a:t>
            </a:r>
            <a:r>
              <a:rPr dirty="0" smtClean="0" sz="2000" spc="-1">
                <a:latin typeface="Arial"/>
                <a:cs typeface="Arial"/>
              </a:rPr>
              <a:t> </a:t>
            </a:r>
            <a:r>
              <a:rPr dirty="0" smtClean="0" sz="2000" spc="-1">
                <a:latin typeface="Arial"/>
                <a:cs typeface="Arial"/>
              </a:rPr>
              <a:t>h</a:t>
            </a:r>
            <a:r>
              <a:rPr dirty="0" smtClean="0" sz="2000" spc="-1">
                <a:latin typeface="Arial"/>
                <a:cs typeface="Arial"/>
              </a:rPr>
              <a:t>a</a:t>
            </a:r>
            <a:r>
              <a:rPr dirty="0" smtClean="0" sz="2000" spc="-1">
                <a:latin typeface="Arial"/>
                <a:cs typeface="Arial"/>
              </a:rPr>
              <a:t>n</a:t>
            </a:r>
            <a:r>
              <a:rPr dirty="0" smtClean="0" sz="2000" spc="-1">
                <a:latin typeface="Arial"/>
                <a:cs typeface="Arial"/>
              </a:rPr>
              <a:t>d</a:t>
            </a:r>
            <a:r>
              <a:rPr dirty="0" smtClean="0" sz="2000" spc="-1">
                <a:latin typeface="Arial"/>
                <a:cs typeface="Arial"/>
              </a:rPr>
              <a:t>o</a:t>
            </a:r>
            <a:r>
              <a:rPr dirty="0" smtClean="0" sz="2000" spc="-1">
                <a:latin typeface="Arial"/>
                <a:cs typeface="Arial"/>
              </a:rPr>
              <a:t>v</a:t>
            </a:r>
            <a:r>
              <a:rPr dirty="0" smtClean="0" sz="2000" spc="-1">
                <a:latin typeface="Arial"/>
                <a:cs typeface="Arial"/>
              </a:rPr>
              <a:t>e</a:t>
            </a:r>
            <a:r>
              <a:rPr dirty="0" smtClean="0" sz="2000" spc="-1">
                <a:latin typeface="Arial"/>
                <a:cs typeface="Arial"/>
              </a:rPr>
              <a:t>r</a:t>
            </a:r>
            <a:r>
              <a:rPr dirty="0" smtClean="0" sz="2000" spc="-1">
                <a:latin typeface="Arial"/>
                <a:cs typeface="Arial"/>
              </a:rPr>
              <a:t> </a:t>
            </a:r>
            <a:r>
              <a:rPr dirty="0" smtClean="0" sz="2000" spc="-1">
                <a:latin typeface="Arial"/>
                <a:cs typeface="Arial"/>
              </a:rPr>
              <a:t>d</a:t>
            </a:r>
            <a:r>
              <a:rPr dirty="0" smtClean="0" sz="2000" spc="-1">
                <a:latin typeface="Arial"/>
                <a:cs typeface="Arial"/>
              </a:rPr>
              <a:t>i</a:t>
            </a:r>
            <a:r>
              <a:rPr dirty="0" smtClean="0" sz="2000" spc="-1">
                <a:latin typeface="Arial"/>
                <a:cs typeface="Arial"/>
              </a:rPr>
              <a:t>g</a:t>
            </a:r>
            <a:r>
              <a:rPr dirty="0" smtClean="0" sz="2000" spc="-1">
                <a:latin typeface="Arial"/>
                <a:cs typeface="Arial"/>
              </a:rPr>
              <a:t>u</a:t>
            </a:r>
            <a:r>
              <a:rPr dirty="0" smtClean="0" sz="2000" spc="-1">
                <a:latin typeface="Arial"/>
                <a:cs typeface="Arial"/>
              </a:rPr>
              <a:t>n</a:t>
            </a:r>
            <a:r>
              <a:rPr dirty="0" smtClean="0" sz="2000" spc="-1">
                <a:latin typeface="Arial"/>
                <a:cs typeface="Arial"/>
              </a:rPr>
              <a:t>a</a:t>
            </a:r>
            <a:r>
              <a:rPr dirty="0" smtClean="0" sz="2000" spc="-1">
                <a:latin typeface="Arial"/>
                <a:cs typeface="Arial"/>
              </a:rPr>
              <a:t>k</a:t>
            </a:r>
            <a:r>
              <a:rPr dirty="0" smtClean="0" sz="2000" spc="-1">
                <a:latin typeface="Arial"/>
                <a:cs typeface="Arial"/>
              </a:rPr>
              <a:t>a</a:t>
            </a:r>
            <a:r>
              <a:rPr dirty="0" smtClean="0" sz="2000" spc="-1">
                <a:latin typeface="Arial"/>
                <a:cs typeface="Arial"/>
              </a:rPr>
              <a:t>n</a:t>
            </a:r>
            <a:r>
              <a:rPr dirty="0" smtClean="0" sz="2000" spc="-1">
                <a:latin typeface="Arial"/>
                <a:cs typeface="Arial"/>
              </a:rPr>
              <a:t> </a:t>
            </a:r>
            <a:r>
              <a:rPr dirty="0" smtClean="0" sz="2000" spc="-1">
                <a:latin typeface="Arial"/>
                <a:cs typeface="Arial"/>
              </a:rPr>
              <a:t>d</a:t>
            </a:r>
            <a:r>
              <a:rPr dirty="0" smtClean="0" sz="2000" spc="-1">
                <a:latin typeface="Arial"/>
                <a:cs typeface="Arial"/>
              </a:rPr>
              <a:t>i</a:t>
            </a:r>
            <a:r>
              <a:rPr dirty="0" smtClean="0" sz="2000" spc="-1">
                <a:latin typeface="Arial"/>
                <a:cs typeface="Arial"/>
              </a:rPr>
              <a:t> </a:t>
            </a:r>
            <a:r>
              <a:rPr dirty="0" smtClean="0" sz="2000" spc="-1">
                <a:latin typeface="Arial"/>
                <a:cs typeface="Arial"/>
              </a:rPr>
              <a:t>Er</a:t>
            </a:r>
            <a:r>
              <a:rPr dirty="0" smtClean="0" sz="2000" spc="-1">
                <a:latin typeface="Arial"/>
                <a:cs typeface="Arial"/>
              </a:rPr>
              <a:t>o</a:t>
            </a:r>
            <a:r>
              <a:rPr dirty="0" smtClean="0" sz="2000" spc="-1">
                <a:latin typeface="Arial"/>
                <a:cs typeface="Arial"/>
              </a:rPr>
              <a:t>p</a:t>
            </a:r>
            <a:r>
              <a:rPr dirty="0" smtClean="0" sz="2000" spc="-1">
                <a:latin typeface="Arial"/>
                <a:cs typeface="Arial"/>
              </a:rPr>
              <a:t>a</a:t>
            </a:r>
            <a:r>
              <a:rPr dirty="0" smtClean="0" sz="2000" spc="-1"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83540" y="2935525"/>
            <a:ext cx="152400" cy="279400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dirty="0" smtClean="0" sz="2000">
                <a:latin typeface="Arial"/>
                <a:cs typeface="Arial"/>
              </a:rPr>
              <a:t>•</a:t>
            </a:r>
            <a:endParaRPr sz="20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70877" y="2935525"/>
            <a:ext cx="7231887" cy="279400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dirty="0" smtClean="0" sz="2000" spc="-2">
                <a:latin typeface="Arial"/>
                <a:cs typeface="Arial"/>
              </a:rPr>
              <a:t>P</a:t>
            </a:r>
            <a:r>
              <a:rPr dirty="0" smtClean="0" sz="2000" spc="-2">
                <a:latin typeface="Arial"/>
                <a:cs typeface="Arial"/>
              </a:rPr>
              <a:t>e</a:t>
            </a:r>
            <a:r>
              <a:rPr dirty="0" smtClean="0" sz="2000" spc="-2">
                <a:latin typeface="Arial"/>
                <a:cs typeface="Arial"/>
              </a:rPr>
              <a:t>r</a:t>
            </a:r>
            <a:r>
              <a:rPr dirty="0" smtClean="0" sz="2000" spc="-2">
                <a:latin typeface="Arial"/>
                <a:cs typeface="Arial"/>
              </a:rPr>
              <a:t>i</a:t>
            </a:r>
            <a:r>
              <a:rPr dirty="0" smtClean="0" sz="2000" spc="-2">
                <a:latin typeface="Arial"/>
                <a:cs typeface="Arial"/>
              </a:rPr>
              <a:t>sti</a:t>
            </a:r>
            <a:r>
              <a:rPr dirty="0" smtClean="0" sz="2000" spc="-2">
                <a:latin typeface="Arial"/>
                <a:cs typeface="Arial"/>
              </a:rPr>
              <a:t>w</a:t>
            </a:r>
            <a:r>
              <a:rPr dirty="0" smtClean="0" sz="2000" spc="-2">
                <a:latin typeface="Arial"/>
                <a:cs typeface="Arial"/>
              </a:rPr>
              <a:t>a</a:t>
            </a:r>
            <a:r>
              <a:rPr dirty="0" smtClean="0" sz="2000" spc="-2">
                <a:latin typeface="Arial"/>
                <a:cs typeface="Arial"/>
              </a:rPr>
              <a:t> </a:t>
            </a:r>
            <a:r>
              <a:rPr dirty="0" smtClean="0" sz="2000" spc="-2">
                <a:latin typeface="Arial"/>
                <a:cs typeface="Arial"/>
              </a:rPr>
              <a:t>h</a:t>
            </a:r>
            <a:r>
              <a:rPr dirty="0" smtClean="0" sz="2000" spc="-2">
                <a:latin typeface="Arial"/>
                <a:cs typeface="Arial"/>
              </a:rPr>
              <a:t>a</a:t>
            </a:r>
            <a:r>
              <a:rPr dirty="0" smtClean="0" sz="2000" spc="-2">
                <a:latin typeface="Arial"/>
                <a:cs typeface="Arial"/>
              </a:rPr>
              <a:t>n</a:t>
            </a:r>
            <a:r>
              <a:rPr dirty="0" smtClean="0" sz="2000" spc="-2">
                <a:latin typeface="Arial"/>
                <a:cs typeface="Arial"/>
              </a:rPr>
              <a:t>d</a:t>
            </a:r>
            <a:r>
              <a:rPr dirty="0" smtClean="0" sz="2000" spc="-2">
                <a:latin typeface="Arial"/>
                <a:cs typeface="Arial"/>
              </a:rPr>
              <a:t> </a:t>
            </a:r>
            <a:r>
              <a:rPr dirty="0" smtClean="0" sz="2000" spc="-2">
                <a:latin typeface="Arial"/>
                <a:cs typeface="Arial"/>
              </a:rPr>
              <a:t>o</a:t>
            </a:r>
            <a:r>
              <a:rPr dirty="0" smtClean="0" sz="2000" spc="-2">
                <a:latin typeface="Arial"/>
                <a:cs typeface="Arial"/>
              </a:rPr>
              <a:t>v</a:t>
            </a:r>
            <a:r>
              <a:rPr dirty="0" smtClean="0" sz="2000" spc="-2">
                <a:latin typeface="Arial"/>
                <a:cs typeface="Arial"/>
              </a:rPr>
              <a:t>e</a:t>
            </a:r>
            <a:r>
              <a:rPr dirty="0" smtClean="0" sz="2000" spc="-2">
                <a:latin typeface="Arial"/>
                <a:cs typeface="Arial"/>
              </a:rPr>
              <a:t>r</a:t>
            </a:r>
            <a:r>
              <a:rPr dirty="0" smtClean="0" sz="2000" spc="-2">
                <a:latin typeface="Arial"/>
                <a:cs typeface="Arial"/>
              </a:rPr>
              <a:t> </a:t>
            </a:r>
            <a:r>
              <a:rPr dirty="0" smtClean="0" sz="2000" spc="-2">
                <a:latin typeface="Arial"/>
                <a:cs typeface="Arial"/>
              </a:rPr>
              <a:t>(</a:t>
            </a:r>
            <a:r>
              <a:rPr dirty="0" smtClean="0" sz="2000" spc="-2">
                <a:latin typeface="Arial"/>
                <a:cs typeface="Arial"/>
              </a:rPr>
              <a:t>H.O)</a:t>
            </a:r>
            <a:r>
              <a:rPr dirty="0" smtClean="0" sz="2000" spc="-2">
                <a:latin typeface="Arial"/>
                <a:cs typeface="Arial"/>
              </a:rPr>
              <a:t> </a:t>
            </a:r>
            <a:r>
              <a:rPr dirty="0" smtClean="0" sz="2000" spc="-2">
                <a:latin typeface="Arial"/>
                <a:cs typeface="Arial"/>
              </a:rPr>
              <a:t>‘u</a:t>
            </a:r>
            <a:r>
              <a:rPr dirty="0" smtClean="0" sz="2000" spc="-2">
                <a:latin typeface="Arial"/>
                <a:cs typeface="Arial"/>
              </a:rPr>
              <a:t>m</a:t>
            </a:r>
            <a:r>
              <a:rPr dirty="0" smtClean="0" sz="2000" spc="-2">
                <a:latin typeface="Arial"/>
                <a:cs typeface="Arial"/>
              </a:rPr>
              <a:t>u</a:t>
            </a:r>
            <a:r>
              <a:rPr dirty="0" smtClean="0" sz="2000" spc="-2">
                <a:latin typeface="Arial"/>
                <a:cs typeface="Arial"/>
              </a:rPr>
              <a:t>m</a:t>
            </a:r>
            <a:r>
              <a:rPr dirty="0" smtClean="0" sz="2000" spc="-2">
                <a:latin typeface="Arial"/>
                <a:cs typeface="Arial"/>
              </a:rPr>
              <a:t>n</a:t>
            </a:r>
            <a:r>
              <a:rPr dirty="0" smtClean="0" sz="2000" spc="-2">
                <a:latin typeface="Arial"/>
                <a:cs typeface="Arial"/>
              </a:rPr>
              <a:t>y</a:t>
            </a:r>
            <a:r>
              <a:rPr dirty="0" smtClean="0" sz="2000" spc="-2">
                <a:latin typeface="Arial"/>
                <a:cs typeface="Arial"/>
              </a:rPr>
              <a:t>a</a:t>
            </a:r>
            <a:r>
              <a:rPr dirty="0" smtClean="0" sz="2000" spc="-2">
                <a:latin typeface="Arial"/>
                <a:cs typeface="Arial"/>
              </a:rPr>
              <a:t>’</a:t>
            </a:r>
            <a:r>
              <a:rPr dirty="0" smtClean="0" sz="2000" spc="-2">
                <a:latin typeface="Arial"/>
                <a:cs typeface="Arial"/>
              </a:rPr>
              <a:t> </a:t>
            </a:r>
            <a:r>
              <a:rPr dirty="0" smtClean="0" sz="2000" spc="-2">
                <a:latin typeface="Arial"/>
                <a:cs typeface="Arial"/>
              </a:rPr>
              <a:t>t</a:t>
            </a:r>
            <a:r>
              <a:rPr dirty="0" smtClean="0" sz="2000" spc="-2">
                <a:latin typeface="Arial"/>
                <a:cs typeface="Arial"/>
              </a:rPr>
              <a:t>e</a:t>
            </a:r>
            <a:r>
              <a:rPr dirty="0" smtClean="0" sz="2000" spc="-2">
                <a:latin typeface="Arial"/>
                <a:cs typeface="Arial"/>
              </a:rPr>
              <a:t>r</a:t>
            </a:r>
            <a:r>
              <a:rPr dirty="0" smtClean="0" sz="2000" spc="-2">
                <a:latin typeface="Arial"/>
                <a:cs typeface="Arial"/>
              </a:rPr>
              <a:t>j</a:t>
            </a:r>
            <a:r>
              <a:rPr dirty="0" smtClean="0" sz="2000" spc="-2">
                <a:latin typeface="Arial"/>
                <a:cs typeface="Arial"/>
              </a:rPr>
              <a:t>a</a:t>
            </a:r>
            <a:r>
              <a:rPr dirty="0" smtClean="0" sz="2000" spc="-2">
                <a:latin typeface="Arial"/>
                <a:cs typeface="Arial"/>
              </a:rPr>
              <a:t>d</a:t>
            </a:r>
            <a:r>
              <a:rPr dirty="0" smtClean="0" sz="2000" spc="-2">
                <a:latin typeface="Arial"/>
                <a:cs typeface="Arial"/>
              </a:rPr>
              <a:t>i</a:t>
            </a:r>
            <a:r>
              <a:rPr dirty="0" smtClean="0" sz="2000" spc="-2">
                <a:latin typeface="Arial"/>
                <a:cs typeface="Arial"/>
              </a:rPr>
              <a:t> </a:t>
            </a:r>
            <a:r>
              <a:rPr dirty="0" smtClean="0" sz="2000" spc="-2">
                <a:latin typeface="Arial"/>
                <a:cs typeface="Arial"/>
              </a:rPr>
              <a:t>k</a:t>
            </a:r>
            <a:r>
              <a:rPr dirty="0" smtClean="0" sz="2000" spc="-2">
                <a:latin typeface="Arial"/>
                <a:cs typeface="Arial"/>
              </a:rPr>
              <a:t>a</a:t>
            </a:r>
            <a:r>
              <a:rPr dirty="0" smtClean="0" sz="2000" spc="-2">
                <a:latin typeface="Arial"/>
                <a:cs typeface="Arial"/>
              </a:rPr>
              <a:t>re</a:t>
            </a:r>
            <a:r>
              <a:rPr dirty="0" smtClean="0" sz="2000" spc="-2">
                <a:latin typeface="Arial"/>
                <a:cs typeface="Arial"/>
              </a:rPr>
              <a:t>n</a:t>
            </a:r>
            <a:r>
              <a:rPr dirty="0" smtClean="0" sz="2000" spc="-2">
                <a:latin typeface="Arial"/>
                <a:cs typeface="Arial"/>
              </a:rPr>
              <a:t>a</a:t>
            </a:r>
            <a:r>
              <a:rPr dirty="0" smtClean="0" sz="2000" spc="-2">
                <a:latin typeface="Arial"/>
                <a:cs typeface="Arial"/>
              </a:rPr>
              <a:t> </a:t>
            </a:r>
            <a:r>
              <a:rPr dirty="0" smtClean="0" sz="2000" spc="-2">
                <a:latin typeface="Arial"/>
                <a:cs typeface="Arial"/>
              </a:rPr>
              <a:t>p</a:t>
            </a:r>
            <a:r>
              <a:rPr dirty="0" smtClean="0" sz="2000" spc="-2">
                <a:latin typeface="Arial"/>
                <a:cs typeface="Arial"/>
              </a:rPr>
              <a:t>e</a:t>
            </a:r>
            <a:r>
              <a:rPr dirty="0" smtClean="0" sz="2000" spc="-2">
                <a:latin typeface="Arial"/>
                <a:cs typeface="Arial"/>
              </a:rPr>
              <a:t>r</a:t>
            </a:r>
            <a:r>
              <a:rPr dirty="0" smtClean="0" sz="2000" spc="-2">
                <a:latin typeface="Arial"/>
                <a:cs typeface="Arial"/>
              </a:rPr>
              <a:t>g</a:t>
            </a:r>
            <a:r>
              <a:rPr dirty="0" smtClean="0" sz="2000" spc="-2">
                <a:latin typeface="Arial"/>
                <a:cs typeface="Arial"/>
              </a:rPr>
              <a:t>e</a:t>
            </a:r>
            <a:r>
              <a:rPr dirty="0" smtClean="0" sz="2000" spc="-2">
                <a:latin typeface="Arial"/>
                <a:cs typeface="Arial"/>
              </a:rPr>
              <a:t>rak</a:t>
            </a:r>
            <a:r>
              <a:rPr dirty="0" smtClean="0" sz="2000" spc="-2">
                <a:latin typeface="Arial"/>
                <a:cs typeface="Arial"/>
              </a:rPr>
              <a:t>a</a:t>
            </a:r>
            <a:r>
              <a:rPr dirty="0" smtClean="0" sz="2000" spc="-2">
                <a:latin typeface="Arial"/>
                <a:cs typeface="Arial"/>
              </a:rPr>
              <a:t>n</a:t>
            </a:r>
            <a:endParaRPr sz="20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906067" y="2935525"/>
            <a:ext cx="444500" cy="279400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dirty="0" smtClean="0" sz="2000">
                <a:latin typeface="Arial"/>
                <a:cs typeface="Arial"/>
              </a:rPr>
              <a:t>MS</a:t>
            </a:r>
            <a:endParaRPr sz="20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355647" y="2935525"/>
            <a:ext cx="1093215" cy="279400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dirty="0" smtClean="0" sz="2000" spc="-1">
                <a:latin typeface="Arial"/>
                <a:cs typeface="Arial"/>
              </a:rPr>
              <a:t>s</a:t>
            </a:r>
            <a:r>
              <a:rPr dirty="0" smtClean="0" sz="2000" spc="-1">
                <a:latin typeface="Arial"/>
                <a:cs typeface="Arial"/>
              </a:rPr>
              <a:t>e</a:t>
            </a:r>
            <a:r>
              <a:rPr dirty="0" smtClean="0" sz="2000" spc="-1">
                <a:latin typeface="Arial"/>
                <a:cs typeface="Arial"/>
              </a:rPr>
              <a:t>h</a:t>
            </a:r>
            <a:r>
              <a:rPr dirty="0" smtClean="0" sz="2000" spc="-1">
                <a:latin typeface="Arial"/>
                <a:cs typeface="Arial"/>
              </a:rPr>
              <a:t>in</a:t>
            </a:r>
            <a:r>
              <a:rPr dirty="0" smtClean="0" sz="2000" spc="-1">
                <a:latin typeface="Arial"/>
                <a:cs typeface="Arial"/>
              </a:rPr>
              <a:t>g</a:t>
            </a:r>
            <a:r>
              <a:rPr dirty="0" smtClean="0" sz="2000" spc="-1">
                <a:latin typeface="Arial"/>
                <a:cs typeface="Arial"/>
              </a:rPr>
              <a:t>g</a:t>
            </a:r>
            <a:r>
              <a:rPr dirty="0" smtClean="0" sz="2000" spc="-1">
                <a:latin typeface="Arial"/>
                <a:cs typeface="Arial"/>
              </a:rPr>
              <a:t>a</a:t>
            </a:r>
            <a:endParaRPr sz="20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70877" y="3240325"/>
            <a:ext cx="757174" cy="279400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dirty="0" smtClean="0" sz="2000" spc="2">
                <a:latin typeface="Arial"/>
                <a:cs typeface="Arial"/>
              </a:rPr>
              <a:t>k</a:t>
            </a:r>
            <a:r>
              <a:rPr dirty="0" smtClean="0" sz="2000" spc="2">
                <a:latin typeface="Arial"/>
                <a:cs typeface="Arial"/>
              </a:rPr>
              <a:t>e</a:t>
            </a:r>
            <a:r>
              <a:rPr dirty="0" smtClean="0" sz="2000" spc="2">
                <a:latin typeface="Arial"/>
                <a:cs typeface="Arial"/>
              </a:rPr>
              <a:t>lu</a:t>
            </a:r>
            <a:r>
              <a:rPr dirty="0" smtClean="0" sz="2000" spc="2">
                <a:latin typeface="Arial"/>
                <a:cs typeface="Arial"/>
              </a:rPr>
              <a:t>a</a:t>
            </a:r>
            <a:r>
              <a:rPr dirty="0" smtClean="0" sz="2000" spc="2">
                <a:latin typeface="Arial"/>
                <a:cs typeface="Arial"/>
              </a:rPr>
              <a:t>r</a:t>
            </a:r>
            <a:endParaRPr sz="20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432369" y="3240325"/>
            <a:ext cx="488441" cy="279400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dirty="0" smtClean="0" sz="2000" spc="2">
                <a:latin typeface="Arial"/>
                <a:cs typeface="Arial"/>
              </a:rPr>
              <a:t>d</a:t>
            </a:r>
            <a:r>
              <a:rPr dirty="0" smtClean="0" sz="2000" spc="2">
                <a:latin typeface="Arial"/>
                <a:cs typeface="Arial"/>
              </a:rPr>
              <a:t>a</a:t>
            </a:r>
            <a:r>
              <a:rPr dirty="0" smtClean="0" sz="2000" spc="2">
                <a:latin typeface="Arial"/>
                <a:cs typeface="Arial"/>
              </a:rPr>
              <a:t>ri</a:t>
            </a:r>
            <a:endParaRPr sz="20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924621" y="3240325"/>
            <a:ext cx="1418844" cy="279400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dirty="0" smtClean="0" sz="2000" spc="0">
                <a:latin typeface="Arial"/>
                <a:cs typeface="Arial"/>
              </a:rPr>
              <a:t>c</a:t>
            </a:r>
            <a:r>
              <a:rPr dirty="0" smtClean="0" sz="2000" spc="0">
                <a:latin typeface="Arial"/>
                <a:cs typeface="Arial"/>
              </a:rPr>
              <a:t>a</a:t>
            </a:r>
            <a:r>
              <a:rPr dirty="0" smtClean="0" sz="2000" spc="0">
                <a:latin typeface="Arial"/>
                <a:cs typeface="Arial"/>
              </a:rPr>
              <a:t>k</a:t>
            </a:r>
            <a:r>
              <a:rPr dirty="0" smtClean="0" sz="2000" spc="0">
                <a:latin typeface="Arial"/>
                <a:cs typeface="Arial"/>
              </a:rPr>
              <a:t>u</a:t>
            </a:r>
            <a:r>
              <a:rPr dirty="0" smtClean="0" sz="2000" spc="0">
                <a:latin typeface="Arial"/>
                <a:cs typeface="Arial"/>
              </a:rPr>
              <a:t>p</a:t>
            </a:r>
            <a:r>
              <a:rPr dirty="0" smtClean="0" sz="2000" spc="0">
                <a:latin typeface="Arial"/>
                <a:cs typeface="Arial"/>
              </a:rPr>
              <a:t>a</a:t>
            </a:r>
            <a:r>
              <a:rPr dirty="0" smtClean="0" sz="2000" spc="0">
                <a:latin typeface="Arial"/>
                <a:cs typeface="Arial"/>
              </a:rPr>
              <a:t>n</a:t>
            </a:r>
            <a:r>
              <a:rPr dirty="0" smtClean="0" sz="2000" spc="0">
                <a:latin typeface="Arial"/>
                <a:cs typeface="Arial"/>
              </a:rPr>
              <a:t> </a:t>
            </a:r>
            <a:r>
              <a:rPr dirty="0" smtClean="0" sz="2000" spc="0">
                <a:latin typeface="Arial"/>
                <a:cs typeface="Arial"/>
              </a:rPr>
              <a:t>s</a:t>
            </a:r>
            <a:r>
              <a:rPr dirty="0" smtClean="0" sz="2000" spc="0">
                <a:latin typeface="Arial"/>
                <a:cs typeface="Arial"/>
              </a:rPr>
              <a:t>e</a:t>
            </a:r>
            <a:r>
              <a:rPr dirty="0" smtClean="0" sz="2000" spc="0">
                <a:latin typeface="Arial"/>
                <a:cs typeface="Arial"/>
              </a:rPr>
              <a:t>l</a:t>
            </a:r>
            <a:endParaRPr sz="20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350577" y="3240325"/>
            <a:ext cx="1024128" cy="279400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dirty="0" smtClean="0" sz="2000">
                <a:latin typeface="Arial"/>
                <a:cs typeface="Arial"/>
              </a:rPr>
              <a:t>a</a:t>
            </a:r>
            <a:r>
              <a:rPr dirty="0" smtClean="0" sz="2000">
                <a:latin typeface="Arial"/>
                <a:cs typeface="Arial"/>
              </a:rPr>
              <a:t>s</a:t>
            </a:r>
            <a:r>
              <a:rPr dirty="0" smtClean="0" sz="2000">
                <a:latin typeface="Arial"/>
                <a:cs typeface="Arial"/>
              </a:rPr>
              <a:t>a</a:t>
            </a:r>
            <a:r>
              <a:rPr dirty="0" smtClean="0" sz="2000">
                <a:latin typeface="Arial"/>
                <a:cs typeface="Arial"/>
              </a:rPr>
              <a:t>l</a:t>
            </a:r>
            <a:r>
              <a:rPr dirty="0" smtClean="0" sz="2000">
                <a:latin typeface="Arial"/>
                <a:cs typeface="Arial"/>
              </a:rPr>
              <a:t> </a:t>
            </a:r>
            <a:r>
              <a:rPr dirty="0" smtClean="0" sz="2000">
                <a:latin typeface="Arial"/>
                <a:cs typeface="Arial"/>
              </a:rPr>
              <a:t>d</a:t>
            </a:r>
            <a:r>
              <a:rPr dirty="0" smtClean="0" sz="2000">
                <a:latin typeface="Arial"/>
                <a:cs typeface="Arial"/>
              </a:rPr>
              <a:t>a</a:t>
            </a:r>
            <a:r>
              <a:rPr dirty="0" smtClean="0" sz="2000">
                <a:latin typeface="Arial"/>
                <a:cs typeface="Arial"/>
              </a:rPr>
              <a:t>n</a:t>
            </a:r>
            <a:endParaRPr sz="20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378007" y="3240325"/>
            <a:ext cx="1843786" cy="279400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dirty="0" smtClean="0" sz="2000" spc="0">
                <a:latin typeface="Arial"/>
                <a:cs typeface="Arial"/>
              </a:rPr>
              <a:t>m</a:t>
            </a:r>
            <a:r>
              <a:rPr dirty="0" smtClean="0" sz="2000" spc="0">
                <a:latin typeface="Arial"/>
                <a:cs typeface="Arial"/>
              </a:rPr>
              <a:t>a</a:t>
            </a:r>
            <a:r>
              <a:rPr dirty="0" smtClean="0" sz="2000" spc="0">
                <a:latin typeface="Arial"/>
                <a:cs typeface="Arial"/>
              </a:rPr>
              <a:t>s</a:t>
            </a:r>
            <a:r>
              <a:rPr dirty="0" smtClean="0" sz="2000" spc="0">
                <a:latin typeface="Arial"/>
                <a:cs typeface="Arial"/>
              </a:rPr>
              <a:t>u</a:t>
            </a:r>
            <a:r>
              <a:rPr dirty="0" smtClean="0" sz="2000" spc="0">
                <a:latin typeface="Arial"/>
                <a:cs typeface="Arial"/>
              </a:rPr>
              <a:t>k</a:t>
            </a:r>
            <a:r>
              <a:rPr dirty="0" smtClean="0" sz="2000" spc="0">
                <a:latin typeface="Arial"/>
                <a:cs typeface="Arial"/>
              </a:rPr>
              <a:t> </a:t>
            </a:r>
            <a:r>
              <a:rPr dirty="0" smtClean="0" sz="2000" spc="0">
                <a:latin typeface="Arial"/>
                <a:cs typeface="Arial"/>
              </a:rPr>
              <a:t>c</a:t>
            </a:r>
            <a:r>
              <a:rPr dirty="0" smtClean="0" sz="2000" spc="0">
                <a:latin typeface="Arial"/>
                <a:cs typeface="Arial"/>
              </a:rPr>
              <a:t>a</a:t>
            </a:r>
            <a:r>
              <a:rPr dirty="0" smtClean="0" sz="2000" spc="0">
                <a:latin typeface="Arial"/>
                <a:cs typeface="Arial"/>
              </a:rPr>
              <a:t>k</a:t>
            </a:r>
            <a:r>
              <a:rPr dirty="0" smtClean="0" sz="2000" spc="0">
                <a:latin typeface="Arial"/>
                <a:cs typeface="Arial"/>
              </a:rPr>
              <a:t>u</a:t>
            </a:r>
            <a:r>
              <a:rPr dirty="0" smtClean="0" sz="2000" spc="0">
                <a:latin typeface="Arial"/>
                <a:cs typeface="Arial"/>
              </a:rPr>
              <a:t>p</a:t>
            </a:r>
            <a:r>
              <a:rPr dirty="0" smtClean="0" sz="2000" spc="0">
                <a:latin typeface="Arial"/>
                <a:cs typeface="Arial"/>
              </a:rPr>
              <a:t>a</a:t>
            </a:r>
            <a:r>
              <a:rPr dirty="0" smtClean="0" sz="2000" spc="0">
                <a:latin typeface="Arial"/>
                <a:cs typeface="Arial"/>
              </a:rPr>
              <a:t>n</a:t>
            </a:r>
            <a:endParaRPr sz="20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225095" y="3240325"/>
            <a:ext cx="1037335" cy="279400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dirty="0" smtClean="0" sz="2000" spc="0">
                <a:latin typeface="Arial"/>
                <a:cs typeface="Arial"/>
              </a:rPr>
              <a:t>s</a:t>
            </a:r>
            <a:r>
              <a:rPr dirty="0" smtClean="0" sz="2000" spc="0">
                <a:latin typeface="Arial"/>
                <a:cs typeface="Arial"/>
              </a:rPr>
              <a:t>e</a:t>
            </a:r>
            <a:r>
              <a:rPr dirty="0" smtClean="0" sz="2000" spc="0">
                <a:latin typeface="Arial"/>
                <a:cs typeface="Arial"/>
              </a:rPr>
              <a:t>l</a:t>
            </a:r>
            <a:r>
              <a:rPr dirty="0" smtClean="0" sz="2000" spc="0">
                <a:latin typeface="Arial"/>
                <a:cs typeface="Arial"/>
              </a:rPr>
              <a:t> </a:t>
            </a:r>
            <a:r>
              <a:rPr dirty="0" smtClean="0" sz="2000" spc="0">
                <a:latin typeface="Arial"/>
                <a:cs typeface="Arial"/>
              </a:rPr>
              <a:t>b</a:t>
            </a:r>
            <a:r>
              <a:rPr dirty="0" smtClean="0" sz="2000" spc="0">
                <a:latin typeface="Arial"/>
                <a:cs typeface="Arial"/>
              </a:rPr>
              <a:t>a</a:t>
            </a:r>
            <a:r>
              <a:rPr dirty="0" smtClean="0" sz="2000" spc="0">
                <a:latin typeface="Arial"/>
                <a:cs typeface="Arial"/>
              </a:rPr>
              <a:t>ru.</a:t>
            </a:r>
            <a:endParaRPr sz="20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472815" y="3857945"/>
            <a:ext cx="571195" cy="228600"/>
          </a:xfrm>
          <a:prstGeom prst="rect">
            <a:avLst/>
          </a:prstGeom>
        </p:spPr>
        <p:txBody>
          <a:bodyPr wrap="square" lIns="0" tIns="11017" rIns="0" bIns="0" rtlCol="0">
            <a:noAutofit/>
          </a:bodyPr>
          <a:lstStyle/>
          <a:p>
            <a:pPr marL="12700">
              <a:lnSpc>
                <a:spcPts val="1735"/>
              </a:lnSpc>
            </a:pPr>
            <a:r>
              <a:rPr dirty="0" smtClean="0" sz="1600" spc="2" b="1">
                <a:latin typeface="Times New Roman"/>
                <a:cs typeface="Times New Roman"/>
              </a:rPr>
              <a:t>S</a:t>
            </a:r>
            <a:r>
              <a:rPr dirty="0" smtClean="0" sz="1600" spc="2" b="1">
                <a:latin typeface="Times New Roman"/>
                <a:cs typeface="Times New Roman"/>
              </a:rPr>
              <a:t>e</a:t>
            </a:r>
            <a:r>
              <a:rPr dirty="0" smtClean="0" sz="1600" spc="2" b="1">
                <a:latin typeface="Times New Roman"/>
                <a:cs typeface="Times New Roman"/>
              </a:rPr>
              <a:t>l</a:t>
            </a:r>
            <a:r>
              <a:rPr dirty="0" smtClean="0" sz="1600" spc="2" b="1">
                <a:latin typeface="Times New Roman"/>
                <a:cs typeface="Times New Roman"/>
              </a:rPr>
              <a:t> </a:t>
            </a:r>
            <a:r>
              <a:rPr dirty="0" smtClean="0" sz="1600" spc="2" b="1">
                <a:latin typeface="Times New Roman"/>
                <a:cs typeface="Times New Roman"/>
              </a:rPr>
              <a:t>#2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774946" y="3857945"/>
            <a:ext cx="571195" cy="228600"/>
          </a:xfrm>
          <a:prstGeom prst="rect">
            <a:avLst/>
          </a:prstGeom>
        </p:spPr>
        <p:txBody>
          <a:bodyPr wrap="square" lIns="0" tIns="11017" rIns="0" bIns="0" rtlCol="0">
            <a:noAutofit/>
          </a:bodyPr>
          <a:lstStyle/>
          <a:p>
            <a:pPr marL="12700">
              <a:lnSpc>
                <a:spcPts val="1735"/>
              </a:lnSpc>
            </a:pPr>
            <a:r>
              <a:rPr dirty="0" smtClean="0" sz="1600" spc="2" b="1">
                <a:latin typeface="Times New Roman"/>
                <a:cs typeface="Times New Roman"/>
              </a:rPr>
              <a:t>S</a:t>
            </a:r>
            <a:r>
              <a:rPr dirty="0" smtClean="0" sz="1600" spc="2" b="1">
                <a:latin typeface="Times New Roman"/>
                <a:cs typeface="Times New Roman"/>
              </a:rPr>
              <a:t>e</a:t>
            </a:r>
            <a:r>
              <a:rPr dirty="0" smtClean="0" sz="1600" spc="2" b="1">
                <a:latin typeface="Times New Roman"/>
                <a:cs typeface="Times New Roman"/>
              </a:rPr>
              <a:t>l</a:t>
            </a:r>
            <a:r>
              <a:rPr dirty="0" smtClean="0" sz="1600" spc="2" b="1">
                <a:latin typeface="Times New Roman"/>
                <a:cs typeface="Times New Roman"/>
              </a:rPr>
              <a:t> </a:t>
            </a:r>
            <a:r>
              <a:rPr dirty="0" smtClean="0" sz="1600" spc="2" b="1">
                <a:latin typeface="Times New Roman"/>
                <a:cs typeface="Times New Roman"/>
              </a:rPr>
              <a:t>#3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181860" y="3883345"/>
            <a:ext cx="571195" cy="625475"/>
          </a:xfrm>
          <a:prstGeom prst="rect">
            <a:avLst/>
          </a:prstGeom>
        </p:spPr>
        <p:txBody>
          <a:bodyPr wrap="square" lIns="0" tIns="11017" rIns="0" bIns="0" rtlCol="0">
            <a:noAutofit/>
          </a:bodyPr>
          <a:lstStyle/>
          <a:p>
            <a:pPr marL="12700">
              <a:lnSpc>
                <a:spcPts val="1735"/>
              </a:lnSpc>
            </a:pPr>
            <a:r>
              <a:rPr dirty="0" smtClean="0" sz="1600" spc="2" b="1">
                <a:latin typeface="Times New Roman"/>
                <a:cs typeface="Times New Roman"/>
              </a:rPr>
              <a:t>S</a:t>
            </a:r>
            <a:r>
              <a:rPr dirty="0" smtClean="0" sz="1600" spc="2" b="1">
                <a:latin typeface="Times New Roman"/>
                <a:cs typeface="Times New Roman"/>
              </a:rPr>
              <a:t>e</a:t>
            </a:r>
            <a:r>
              <a:rPr dirty="0" smtClean="0" sz="1600" spc="2" b="1">
                <a:latin typeface="Times New Roman"/>
                <a:cs typeface="Times New Roman"/>
              </a:rPr>
              <a:t>l</a:t>
            </a:r>
            <a:r>
              <a:rPr dirty="0" smtClean="0" sz="1600" spc="2" b="1">
                <a:latin typeface="Times New Roman"/>
                <a:cs typeface="Times New Roman"/>
              </a:rPr>
              <a:t> </a:t>
            </a:r>
            <a:r>
              <a:rPr dirty="0" smtClean="0" sz="1600" spc="2" b="1">
                <a:latin typeface="Times New Roman"/>
                <a:cs typeface="Times New Roman"/>
              </a:rPr>
              <a:t>#1</a:t>
            </a:r>
            <a:endParaRPr sz="1600">
              <a:latin typeface="Times New Roman"/>
              <a:cs typeface="Times New Roman"/>
            </a:endParaRPr>
          </a:p>
          <a:p>
            <a:pPr marL="84200" marR="30480">
              <a:lnSpc>
                <a:spcPct val="95825"/>
              </a:lnSpc>
              <a:spcBef>
                <a:spcPts val="1198"/>
              </a:spcBef>
            </a:pPr>
            <a:r>
              <a:rPr dirty="0" smtClean="0" sz="1600" spc="-19" b="1">
                <a:solidFill>
                  <a:srgbClr val="CC0000"/>
                </a:solidFill>
                <a:latin typeface="Times New Roman"/>
                <a:cs typeface="Times New Roman"/>
              </a:rPr>
              <a:t>F1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557016" y="4280220"/>
            <a:ext cx="277164" cy="228600"/>
          </a:xfrm>
          <a:prstGeom prst="rect">
            <a:avLst/>
          </a:prstGeom>
        </p:spPr>
        <p:txBody>
          <a:bodyPr wrap="square" lIns="0" tIns="11017" rIns="0" bIns="0" rtlCol="0">
            <a:noAutofit/>
          </a:bodyPr>
          <a:lstStyle/>
          <a:p>
            <a:pPr marL="12700">
              <a:lnSpc>
                <a:spcPts val="1735"/>
              </a:lnSpc>
            </a:pPr>
            <a:r>
              <a:rPr dirty="0" smtClean="0" sz="1600" spc="-19" b="1">
                <a:solidFill>
                  <a:srgbClr val="CC0000"/>
                </a:solidFill>
                <a:latin typeface="Times New Roman"/>
                <a:cs typeface="Times New Roman"/>
              </a:rPr>
              <a:t>F2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59020" y="4280220"/>
            <a:ext cx="277164" cy="228600"/>
          </a:xfrm>
          <a:prstGeom prst="rect">
            <a:avLst/>
          </a:prstGeom>
        </p:spPr>
        <p:txBody>
          <a:bodyPr wrap="square" lIns="0" tIns="11017" rIns="0" bIns="0" rtlCol="0">
            <a:noAutofit/>
          </a:bodyPr>
          <a:lstStyle/>
          <a:p>
            <a:pPr marL="12700">
              <a:lnSpc>
                <a:spcPts val="1735"/>
              </a:lnSpc>
            </a:pPr>
            <a:r>
              <a:rPr dirty="0" smtClean="0" sz="1600" spc="-19" b="1">
                <a:solidFill>
                  <a:srgbClr val="CC0000"/>
                </a:solidFill>
                <a:latin typeface="Times New Roman"/>
                <a:cs typeface="Times New Roman"/>
              </a:rPr>
              <a:t>F3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350000" y="4706051"/>
            <a:ext cx="1417320" cy="228600"/>
          </a:xfrm>
          <a:prstGeom prst="rect">
            <a:avLst/>
          </a:prstGeom>
        </p:spPr>
        <p:txBody>
          <a:bodyPr wrap="square" lIns="0" tIns="11017" rIns="0" bIns="0" rtlCol="0">
            <a:noAutofit/>
          </a:bodyPr>
          <a:lstStyle/>
          <a:p>
            <a:pPr marL="12700">
              <a:lnSpc>
                <a:spcPts val="1735"/>
              </a:lnSpc>
            </a:pPr>
            <a:r>
              <a:rPr dirty="0" smtClean="0" sz="1600" spc="1" b="1">
                <a:latin typeface="Times New Roman"/>
                <a:cs typeface="Times New Roman"/>
              </a:rPr>
              <a:t>p</a:t>
            </a:r>
            <a:r>
              <a:rPr dirty="0" smtClean="0" sz="1600" spc="1" b="1">
                <a:latin typeface="Times New Roman"/>
                <a:cs typeface="Times New Roman"/>
              </a:rPr>
              <a:t>e</a:t>
            </a:r>
            <a:r>
              <a:rPr dirty="0" smtClean="0" sz="1600" spc="1" b="1">
                <a:latin typeface="Times New Roman"/>
                <a:cs typeface="Times New Roman"/>
              </a:rPr>
              <a:t>r</a:t>
            </a:r>
            <a:r>
              <a:rPr dirty="0" smtClean="0" sz="1600" spc="1" b="1">
                <a:latin typeface="Times New Roman"/>
                <a:cs typeface="Times New Roman"/>
              </a:rPr>
              <a:t>g</a:t>
            </a:r>
            <a:r>
              <a:rPr dirty="0" smtClean="0" sz="1600" spc="1" b="1">
                <a:latin typeface="Times New Roman"/>
                <a:cs typeface="Times New Roman"/>
              </a:rPr>
              <a:t>e</a:t>
            </a:r>
            <a:r>
              <a:rPr dirty="0" smtClean="0" sz="1600" spc="1" b="1">
                <a:latin typeface="Times New Roman"/>
                <a:cs typeface="Times New Roman"/>
              </a:rPr>
              <a:t>r</a:t>
            </a:r>
            <a:r>
              <a:rPr dirty="0" smtClean="0" sz="1600" spc="1" b="1">
                <a:latin typeface="Times New Roman"/>
                <a:cs typeface="Times New Roman"/>
              </a:rPr>
              <a:t>a</a:t>
            </a:r>
            <a:r>
              <a:rPr dirty="0" smtClean="0" sz="1600" spc="1" b="1">
                <a:latin typeface="Times New Roman"/>
                <a:cs typeface="Times New Roman"/>
              </a:rPr>
              <a:t>k</a:t>
            </a:r>
            <a:r>
              <a:rPr dirty="0" smtClean="0" sz="1600" spc="1" b="1">
                <a:latin typeface="Times New Roman"/>
                <a:cs typeface="Times New Roman"/>
              </a:rPr>
              <a:t>an</a:t>
            </a:r>
            <a:r>
              <a:rPr dirty="0" smtClean="0" sz="1600" spc="1" b="1">
                <a:latin typeface="Times New Roman"/>
                <a:cs typeface="Times New Roman"/>
              </a:rPr>
              <a:t> </a:t>
            </a:r>
            <a:r>
              <a:rPr dirty="0" smtClean="0" sz="1600" spc="1" b="1">
                <a:latin typeface="Times New Roman"/>
                <a:cs typeface="Times New Roman"/>
              </a:rPr>
              <a:t>M</a:t>
            </a:r>
            <a:r>
              <a:rPr dirty="0" smtClean="0" sz="1600" spc="1" b="1">
                <a:latin typeface="Times New Roman"/>
                <a:cs typeface="Times New Roman"/>
              </a:rPr>
              <a:t>S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91435" y="5638167"/>
            <a:ext cx="809548" cy="457200"/>
          </a:xfrm>
          <a:prstGeom prst="rect">
            <a:avLst/>
          </a:prstGeom>
        </p:spPr>
        <p:txBody>
          <a:bodyPr wrap="square" lIns="0" tIns="11017" rIns="0" bIns="0" rtlCol="0">
            <a:noAutofit/>
          </a:bodyPr>
          <a:lstStyle/>
          <a:p>
            <a:pPr marL="325373" marR="30479">
              <a:lnSpc>
                <a:spcPts val="1735"/>
              </a:lnSpc>
            </a:pPr>
            <a:r>
              <a:rPr dirty="0" smtClean="0" sz="1600" b="1">
                <a:latin typeface="Times New Roman"/>
                <a:cs typeface="Times New Roman"/>
              </a:rPr>
              <a:t>HO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ts val="1800"/>
              </a:lnSpc>
              <a:spcBef>
                <a:spcPts val="3"/>
              </a:spcBef>
            </a:pPr>
            <a:r>
              <a:rPr dirty="0" smtClean="0" sz="1600" spc="-3" b="1">
                <a:latin typeface="Times New Roman"/>
                <a:cs typeface="Times New Roman"/>
              </a:rPr>
              <a:t>F</a:t>
            </a:r>
            <a:r>
              <a:rPr dirty="0" smtClean="0" sz="1600" spc="-3" b="1">
                <a:latin typeface="Times New Roman"/>
                <a:cs typeface="Times New Roman"/>
              </a:rPr>
              <a:t>1</a:t>
            </a:r>
            <a:r>
              <a:rPr dirty="0" smtClean="0" sz="1600" spc="-3" b="1">
                <a:latin typeface="Times New Roman"/>
                <a:cs typeface="Times New Roman"/>
              </a:rPr>
              <a:t> </a:t>
            </a:r>
            <a:r>
              <a:rPr dirty="0" smtClean="0" sz="1600" spc="-3" b="1">
                <a:latin typeface="Times New Roman"/>
                <a:cs typeface="Times New Roman"/>
              </a:rPr>
              <a:t>k</a:t>
            </a:r>
            <a:r>
              <a:rPr dirty="0" smtClean="0" sz="1600" spc="-3" b="1">
                <a:latin typeface="Times New Roman"/>
                <a:cs typeface="Times New Roman"/>
              </a:rPr>
              <a:t>e</a:t>
            </a:r>
            <a:r>
              <a:rPr dirty="0" smtClean="0" sz="1600" spc="-3" b="1">
                <a:latin typeface="Times New Roman"/>
                <a:cs typeface="Times New Roman"/>
              </a:rPr>
              <a:t> </a:t>
            </a:r>
            <a:r>
              <a:rPr dirty="0" smtClean="0" sz="1600" spc="-3" b="1">
                <a:latin typeface="Times New Roman"/>
                <a:cs typeface="Times New Roman"/>
              </a:rPr>
              <a:t>F</a:t>
            </a:r>
            <a:r>
              <a:rPr dirty="0" smtClean="0" sz="1600" spc="-3" b="1">
                <a:latin typeface="Times New Roman"/>
                <a:cs typeface="Times New Roman"/>
              </a:rPr>
              <a:t>2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63289" y="5638167"/>
            <a:ext cx="794308" cy="457200"/>
          </a:xfrm>
          <a:prstGeom prst="rect">
            <a:avLst/>
          </a:prstGeom>
        </p:spPr>
        <p:txBody>
          <a:bodyPr wrap="square" lIns="0" tIns="11017" rIns="0" bIns="0" rtlCol="0">
            <a:noAutofit/>
          </a:bodyPr>
          <a:lstStyle/>
          <a:p>
            <a:pPr marL="229235" marR="193598" algn="ctr">
              <a:lnSpc>
                <a:spcPts val="1735"/>
              </a:lnSpc>
            </a:pPr>
            <a:r>
              <a:rPr dirty="0" smtClean="0" sz="1600" b="1">
                <a:latin typeface="Times New Roman"/>
                <a:cs typeface="Times New Roman"/>
              </a:rPr>
              <a:t>HO</a:t>
            </a:r>
            <a:endParaRPr sz="1600">
              <a:latin typeface="Times New Roman"/>
              <a:cs typeface="Times New Roman"/>
            </a:endParaRPr>
          </a:p>
          <a:p>
            <a:pPr algn="ctr">
              <a:lnSpc>
                <a:spcPts val="1800"/>
              </a:lnSpc>
              <a:spcBef>
                <a:spcPts val="3"/>
              </a:spcBef>
            </a:pPr>
            <a:r>
              <a:rPr dirty="0" smtClean="0" sz="1600" spc="-3" b="1">
                <a:latin typeface="Times New Roman"/>
                <a:cs typeface="Times New Roman"/>
              </a:rPr>
              <a:t>F</a:t>
            </a:r>
            <a:r>
              <a:rPr dirty="0" smtClean="0" sz="1600" spc="-3" b="1">
                <a:latin typeface="Times New Roman"/>
                <a:cs typeface="Times New Roman"/>
              </a:rPr>
              <a:t>2</a:t>
            </a:r>
            <a:r>
              <a:rPr dirty="0" smtClean="0" sz="1600" spc="-3" b="1">
                <a:latin typeface="Times New Roman"/>
                <a:cs typeface="Times New Roman"/>
              </a:rPr>
              <a:t> </a:t>
            </a:r>
            <a:r>
              <a:rPr dirty="0" smtClean="0" sz="1600" spc="-3" b="1">
                <a:latin typeface="Times New Roman"/>
                <a:cs typeface="Times New Roman"/>
              </a:rPr>
              <a:t>k</a:t>
            </a:r>
            <a:r>
              <a:rPr dirty="0" smtClean="0" sz="1600" spc="-3" b="1">
                <a:latin typeface="Times New Roman"/>
                <a:cs typeface="Times New Roman"/>
              </a:rPr>
              <a:t>e</a:t>
            </a:r>
            <a:r>
              <a:rPr dirty="0" smtClean="0" sz="1600" spc="-3" b="1">
                <a:latin typeface="Times New Roman"/>
                <a:cs typeface="Times New Roman"/>
              </a:rPr>
              <a:t> </a:t>
            </a:r>
            <a:r>
              <a:rPr dirty="0" smtClean="0" sz="1600" spc="-3" b="1">
                <a:latin typeface="Times New Roman"/>
                <a:cs typeface="Times New Roman"/>
              </a:rPr>
              <a:t>F</a:t>
            </a:r>
            <a:r>
              <a:rPr dirty="0" smtClean="0" sz="1600" spc="-3" b="1">
                <a:latin typeface="Times New Roman"/>
                <a:cs typeface="Times New Roman"/>
              </a:rPr>
              <a:t>3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1140" y="6472848"/>
            <a:ext cx="5475228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o</a:t>
            </a:r>
            <a:r>
              <a:rPr dirty="0" smtClean="0" sz="1800" spc="0" b="1">
                <a:latin typeface="Georgia"/>
                <a:cs typeface="Georgia"/>
              </a:rPr>
              <a:t>d</a:t>
            </a:r>
            <a:r>
              <a:rPr dirty="0" smtClean="0" sz="1800" spc="0" b="1">
                <a:latin typeface="Georgia"/>
                <a:cs typeface="Georgia"/>
              </a:rPr>
              <a:t>ul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3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S</a:t>
            </a:r>
            <a:r>
              <a:rPr dirty="0" smtClean="0" sz="1800" spc="0" b="1">
                <a:latin typeface="Georgia"/>
                <a:cs typeface="Georgia"/>
              </a:rPr>
              <a:t>istem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K</a:t>
            </a:r>
            <a:r>
              <a:rPr dirty="0" smtClean="0" sz="1800" spc="0" b="1">
                <a:latin typeface="Georgia"/>
                <a:cs typeface="Georgia"/>
              </a:rPr>
              <a:t>o</a:t>
            </a: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unik</a:t>
            </a:r>
            <a:r>
              <a:rPr dirty="0" smtClean="0" sz="1800" spc="0" b="1">
                <a:latin typeface="Georgia"/>
                <a:cs typeface="Georgia"/>
              </a:rPr>
              <a:t>a</a:t>
            </a:r>
            <a:r>
              <a:rPr dirty="0" smtClean="0" sz="1800" spc="0" b="1">
                <a:latin typeface="Georgia"/>
                <a:cs typeface="Georgia"/>
              </a:rPr>
              <a:t>si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B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r>
              <a:rPr dirty="0" smtClean="0" sz="1800" spc="0" b="1">
                <a:latin typeface="Georgia"/>
                <a:cs typeface="Georgia"/>
              </a:rPr>
              <a:t>g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r>
              <a:rPr dirty="0" smtClean="0" sz="1800" spc="0" b="1">
                <a:latin typeface="Georgia"/>
                <a:cs typeface="Georgia"/>
              </a:rPr>
              <a:t>a</a:t>
            </a:r>
            <a:r>
              <a:rPr dirty="0" smtClean="0" sz="1800" spc="0" b="1">
                <a:latin typeface="Georgia"/>
                <a:cs typeface="Georgia"/>
              </a:rPr>
              <a:t>k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S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lul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9431020" y="6472848"/>
            <a:ext cx="361471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-4" b="1">
                <a:latin typeface="Georgia"/>
                <a:cs typeface="Georgia"/>
              </a:rPr>
              <a:t>30</a:t>
            </a:r>
            <a:endParaRPr sz="1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object 24"/>
          <p:cNvSpPr/>
          <p:nvPr/>
        </p:nvSpPr>
        <p:spPr>
          <a:xfrm>
            <a:off x="0" y="6400800"/>
            <a:ext cx="9903460" cy="457196"/>
          </a:xfrm>
          <a:custGeom>
            <a:avLst/>
            <a:gdLst/>
            <a:ahLst/>
            <a:cxnLst/>
            <a:rect l="l" t="t" r="r" b="b"/>
            <a:pathLst>
              <a:path w="9903460" h="457196">
                <a:moveTo>
                  <a:pt x="9903460" y="457196"/>
                </a:moveTo>
                <a:lnTo>
                  <a:pt x="9903460" y="0"/>
                </a:lnTo>
                <a:lnTo>
                  <a:pt x="0" y="0"/>
                </a:lnTo>
                <a:lnTo>
                  <a:pt x="0" y="457196"/>
                </a:lnTo>
                <a:lnTo>
                  <a:pt x="9903460" y="457196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5" name="object 25"/>
          <p:cNvSpPr/>
          <p:nvPr/>
        </p:nvSpPr>
        <p:spPr>
          <a:xfrm>
            <a:off x="153670" y="640207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58419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2" name="object 22"/>
          <p:cNvSpPr/>
          <p:nvPr/>
        </p:nvSpPr>
        <p:spPr>
          <a:xfrm>
            <a:off x="0" y="0"/>
            <a:ext cx="9903460" cy="609600"/>
          </a:xfrm>
          <a:custGeom>
            <a:avLst/>
            <a:gdLst/>
            <a:ahLst/>
            <a:cxnLst/>
            <a:rect l="l" t="t" r="r" b="b"/>
            <a:pathLst>
              <a:path w="9903460" h="609600">
                <a:moveTo>
                  <a:pt x="0" y="609600"/>
                </a:moveTo>
                <a:lnTo>
                  <a:pt x="9903460" y="609600"/>
                </a:lnTo>
                <a:lnTo>
                  <a:pt x="9903460" y="0"/>
                </a:lnTo>
                <a:lnTo>
                  <a:pt x="0" y="0"/>
                </a:lnTo>
                <a:lnTo>
                  <a:pt x="0" y="60960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3" name="object 23"/>
          <p:cNvSpPr/>
          <p:nvPr/>
        </p:nvSpPr>
        <p:spPr>
          <a:xfrm>
            <a:off x="111760" y="60960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76200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" name="object 21"/>
          <p:cNvSpPr/>
          <p:nvPr/>
        </p:nvSpPr>
        <p:spPr>
          <a:xfrm>
            <a:off x="1905000" y="3276600"/>
            <a:ext cx="6858000" cy="375919"/>
          </a:xfrm>
          <a:custGeom>
            <a:avLst/>
            <a:gdLst/>
            <a:ahLst/>
            <a:cxnLst/>
            <a:rect l="l" t="t" r="r" b="b"/>
            <a:pathLst>
              <a:path w="6858000" h="375920">
                <a:moveTo>
                  <a:pt x="0" y="375919"/>
                </a:moveTo>
                <a:lnTo>
                  <a:pt x="6858000" y="375919"/>
                </a:lnTo>
                <a:lnTo>
                  <a:pt x="6858000" y="0"/>
                </a:lnTo>
                <a:lnTo>
                  <a:pt x="0" y="0"/>
                </a:lnTo>
                <a:lnTo>
                  <a:pt x="0" y="37591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78740" y="159670"/>
            <a:ext cx="375920" cy="330200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dirty="0" smtClean="0" sz="2400" b="1">
                <a:latin typeface="Arial"/>
                <a:cs typeface="Arial"/>
              </a:rPr>
              <a:t>C.</a:t>
            </a:r>
            <a:endParaRPr sz="24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67359" y="159670"/>
            <a:ext cx="1222044" cy="330200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dirty="0" smtClean="0" sz="2400" b="1">
                <a:latin typeface="Arial"/>
                <a:cs typeface="Arial"/>
              </a:rPr>
              <a:t>H</a:t>
            </a:r>
            <a:r>
              <a:rPr dirty="0" smtClean="0" sz="2400" b="1">
                <a:latin typeface="Arial"/>
                <a:cs typeface="Arial"/>
              </a:rPr>
              <a:t>a</a:t>
            </a:r>
            <a:r>
              <a:rPr dirty="0" smtClean="0" sz="2400" b="1">
                <a:latin typeface="Arial"/>
                <a:cs typeface="Arial"/>
              </a:rPr>
              <a:t>n</a:t>
            </a:r>
            <a:r>
              <a:rPr dirty="0" smtClean="0" sz="2400" b="1">
                <a:latin typeface="Arial"/>
                <a:cs typeface="Arial"/>
              </a:rPr>
              <a:t>d</a:t>
            </a:r>
            <a:r>
              <a:rPr dirty="0" smtClean="0" sz="2400" b="1">
                <a:latin typeface="Arial"/>
                <a:cs typeface="Arial"/>
              </a:rPr>
              <a:t>off</a:t>
            </a:r>
            <a:endParaRPr sz="24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59740" y="776235"/>
            <a:ext cx="276677" cy="381317"/>
          </a:xfrm>
          <a:prstGeom prst="rect">
            <a:avLst/>
          </a:prstGeom>
        </p:spPr>
        <p:txBody>
          <a:bodyPr wrap="square" lIns="0" tIns="18827" rIns="0" bIns="0" rtlCol="0">
            <a:noAutofit/>
          </a:bodyPr>
          <a:lstStyle/>
          <a:p>
            <a:pPr marL="12700">
              <a:lnSpc>
                <a:spcPts val="2965"/>
              </a:lnSpc>
            </a:pPr>
            <a:r>
              <a:rPr dirty="0" smtClean="0" sz="2800" b="1">
                <a:latin typeface="Arial"/>
                <a:cs typeface="Arial"/>
              </a:rPr>
              <a:t>2</a:t>
            </a:r>
            <a:endParaRPr sz="28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44474" y="776235"/>
            <a:ext cx="5165204" cy="381317"/>
          </a:xfrm>
          <a:prstGeom prst="rect">
            <a:avLst/>
          </a:prstGeom>
        </p:spPr>
        <p:txBody>
          <a:bodyPr wrap="square" lIns="0" tIns="18827" rIns="0" bIns="0" rtlCol="0">
            <a:noAutofit/>
          </a:bodyPr>
          <a:lstStyle/>
          <a:p>
            <a:pPr marL="12700">
              <a:lnSpc>
                <a:spcPts val="2965"/>
              </a:lnSpc>
            </a:pPr>
            <a:r>
              <a:rPr dirty="0" smtClean="0" sz="2800" spc="1" b="1">
                <a:latin typeface="Arial"/>
                <a:cs typeface="Arial"/>
              </a:rPr>
              <a:t>A</a:t>
            </a:r>
            <a:r>
              <a:rPr dirty="0" smtClean="0" sz="2800" spc="1" b="1">
                <a:latin typeface="Arial"/>
                <a:cs typeface="Arial"/>
              </a:rPr>
              <a:t>la</a:t>
            </a:r>
            <a:r>
              <a:rPr dirty="0" smtClean="0" sz="2800" spc="1" b="1">
                <a:latin typeface="Arial"/>
                <a:cs typeface="Arial"/>
              </a:rPr>
              <a:t>s</a:t>
            </a:r>
            <a:r>
              <a:rPr dirty="0" smtClean="0" sz="2800" spc="1" b="1">
                <a:latin typeface="Arial"/>
                <a:cs typeface="Arial"/>
              </a:rPr>
              <a:t>an</a:t>
            </a:r>
            <a:r>
              <a:rPr dirty="0" smtClean="0" sz="2800" spc="1" b="1">
                <a:latin typeface="Arial"/>
                <a:cs typeface="Arial"/>
              </a:rPr>
              <a:t> </a:t>
            </a:r>
            <a:r>
              <a:rPr dirty="0" smtClean="0" sz="2800" spc="1" b="1">
                <a:latin typeface="Arial"/>
                <a:cs typeface="Arial"/>
              </a:rPr>
              <a:t>d</a:t>
            </a:r>
            <a:r>
              <a:rPr dirty="0" smtClean="0" sz="2800" spc="1" b="1">
                <a:latin typeface="Arial"/>
                <a:cs typeface="Arial"/>
              </a:rPr>
              <a:t>a</a:t>
            </a:r>
            <a:r>
              <a:rPr dirty="0" smtClean="0" sz="2800" spc="1" b="1">
                <a:latin typeface="Arial"/>
                <a:cs typeface="Arial"/>
              </a:rPr>
              <a:t>s</a:t>
            </a:r>
            <a:r>
              <a:rPr dirty="0" smtClean="0" sz="2800" spc="1" b="1">
                <a:latin typeface="Arial"/>
                <a:cs typeface="Arial"/>
              </a:rPr>
              <a:t>ar</a:t>
            </a:r>
            <a:r>
              <a:rPr dirty="0" smtClean="0" sz="2800" spc="1" b="1">
                <a:latin typeface="Arial"/>
                <a:cs typeface="Arial"/>
              </a:rPr>
              <a:t> </a:t>
            </a:r>
            <a:r>
              <a:rPr dirty="0" smtClean="0" sz="2800" spc="1" b="1">
                <a:latin typeface="Arial"/>
                <a:cs typeface="Arial"/>
              </a:rPr>
              <a:t>u</a:t>
            </a:r>
            <a:r>
              <a:rPr dirty="0" smtClean="0" sz="2800" spc="1" b="1">
                <a:latin typeface="Arial"/>
                <a:cs typeface="Arial"/>
              </a:rPr>
              <a:t>n</a:t>
            </a:r>
            <a:r>
              <a:rPr dirty="0" smtClean="0" sz="2800" spc="1" b="1">
                <a:latin typeface="Arial"/>
                <a:cs typeface="Arial"/>
              </a:rPr>
              <a:t>t</a:t>
            </a:r>
            <a:r>
              <a:rPr dirty="0" smtClean="0" sz="2800" spc="1" b="1">
                <a:latin typeface="Arial"/>
                <a:cs typeface="Arial"/>
              </a:rPr>
              <a:t>u</a:t>
            </a:r>
            <a:r>
              <a:rPr dirty="0" smtClean="0" sz="2800" spc="1" b="1">
                <a:latin typeface="Arial"/>
                <a:cs typeface="Arial"/>
              </a:rPr>
              <a:t>k</a:t>
            </a:r>
            <a:r>
              <a:rPr dirty="0" smtClean="0" sz="2800" spc="1" b="1">
                <a:latin typeface="Arial"/>
                <a:cs typeface="Arial"/>
              </a:rPr>
              <a:t> </a:t>
            </a:r>
            <a:r>
              <a:rPr dirty="0" smtClean="0" sz="2800" spc="1" b="1">
                <a:latin typeface="Arial"/>
                <a:cs typeface="Arial"/>
              </a:rPr>
              <a:t>h</a:t>
            </a:r>
            <a:r>
              <a:rPr dirty="0" smtClean="0" sz="2800" spc="1" b="1">
                <a:latin typeface="Arial"/>
                <a:cs typeface="Arial"/>
              </a:rPr>
              <a:t>a</a:t>
            </a:r>
            <a:r>
              <a:rPr dirty="0" smtClean="0" sz="2800" spc="1" b="1">
                <a:latin typeface="Arial"/>
                <a:cs typeface="Arial"/>
              </a:rPr>
              <a:t>n</a:t>
            </a:r>
            <a:r>
              <a:rPr dirty="0" smtClean="0" sz="2800" spc="1" b="1">
                <a:latin typeface="Arial"/>
                <a:cs typeface="Arial"/>
              </a:rPr>
              <a:t>d</a:t>
            </a:r>
            <a:r>
              <a:rPr dirty="0" smtClean="0" sz="2800" spc="1" b="1">
                <a:latin typeface="Arial"/>
                <a:cs typeface="Arial"/>
              </a:rPr>
              <a:t>o</a:t>
            </a:r>
            <a:r>
              <a:rPr dirty="0" smtClean="0" sz="2800" spc="1" b="1">
                <a:latin typeface="Arial"/>
                <a:cs typeface="Arial"/>
              </a:rPr>
              <a:t>f</a:t>
            </a:r>
            <a:r>
              <a:rPr dirty="0" smtClean="0" sz="2800" spc="1" b="1">
                <a:latin typeface="Arial"/>
                <a:cs typeface="Arial"/>
              </a:rPr>
              <a:t>f</a:t>
            </a:r>
            <a:r>
              <a:rPr dirty="0" smtClean="0" sz="2800" spc="1" b="1">
                <a:latin typeface="Arial"/>
                <a:cs typeface="Arial"/>
              </a:rPr>
              <a:t> </a:t>
            </a:r>
            <a:r>
              <a:rPr dirty="0" smtClean="0" sz="2800" spc="1" b="1">
                <a:latin typeface="Arial"/>
                <a:cs typeface="Arial"/>
              </a:rPr>
              <a:t>...</a:t>
            </a:r>
            <a:endParaRPr sz="2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69657" y="1264951"/>
            <a:ext cx="177800" cy="330200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dirty="0" smtClean="0" sz="2400">
                <a:latin typeface="Arial"/>
                <a:cs typeface="Arial"/>
              </a:rPr>
              <a:t>•</a:t>
            </a:r>
            <a:endParaRPr sz="24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56614" y="1264951"/>
            <a:ext cx="6503009" cy="1356614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dirty="0" smtClean="0" sz="2400" spc="0" b="1">
                <a:latin typeface="Arial"/>
                <a:cs typeface="Arial"/>
              </a:rPr>
              <a:t>MS</a:t>
            </a:r>
            <a:r>
              <a:rPr dirty="0" smtClean="0" sz="2400" spc="0" b="1">
                <a:latin typeface="Arial"/>
                <a:cs typeface="Arial"/>
              </a:rPr>
              <a:t> </a:t>
            </a:r>
            <a:r>
              <a:rPr dirty="0" smtClean="0" sz="2400" spc="0" b="1">
                <a:latin typeface="Arial"/>
                <a:cs typeface="Arial"/>
              </a:rPr>
              <a:t>k</a:t>
            </a:r>
            <a:r>
              <a:rPr dirty="0" smtClean="0" sz="2400" spc="0" b="1">
                <a:latin typeface="Arial"/>
                <a:cs typeface="Arial"/>
              </a:rPr>
              <a:t>e</a:t>
            </a:r>
            <a:r>
              <a:rPr dirty="0" smtClean="0" sz="2400" spc="0" b="1">
                <a:latin typeface="Arial"/>
                <a:cs typeface="Arial"/>
              </a:rPr>
              <a:t>l</a:t>
            </a:r>
            <a:r>
              <a:rPr dirty="0" smtClean="0" sz="2400" spc="0" b="1">
                <a:latin typeface="Arial"/>
                <a:cs typeface="Arial"/>
              </a:rPr>
              <a:t>u</a:t>
            </a:r>
            <a:r>
              <a:rPr dirty="0" smtClean="0" sz="2400" spc="0" b="1">
                <a:latin typeface="Arial"/>
                <a:cs typeface="Arial"/>
              </a:rPr>
              <a:t>ar</a:t>
            </a:r>
            <a:r>
              <a:rPr dirty="0" smtClean="0" sz="2400" spc="0" b="1">
                <a:latin typeface="Arial"/>
                <a:cs typeface="Arial"/>
              </a:rPr>
              <a:t> </a:t>
            </a:r>
            <a:r>
              <a:rPr dirty="0" smtClean="0" sz="2400" spc="0" b="1">
                <a:latin typeface="Arial"/>
                <a:cs typeface="Arial"/>
              </a:rPr>
              <a:t>d</a:t>
            </a:r>
            <a:r>
              <a:rPr dirty="0" smtClean="0" sz="2400" spc="0" b="1">
                <a:latin typeface="Arial"/>
                <a:cs typeface="Arial"/>
              </a:rPr>
              <a:t>a</a:t>
            </a:r>
            <a:r>
              <a:rPr dirty="0" smtClean="0" sz="2400" spc="0" b="1">
                <a:latin typeface="Arial"/>
                <a:cs typeface="Arial"/>
              </a:rPr>
              <a:t>r</a:t>
            </a:r>
            <a:r>
              <a:rPr dirty="0" smtClean="0" sz="2400" spc="0" b="1">
                <a:latin typeface="Arial"/>
                <a:cs typeface="Arial"/>
              </a:rPr>
              <a:t>i</a:t>
            </a:r>
            <a:r>
              <a:rPr dirty="0" smtClean="0" sz="2400" spc="0" b="1">
                <a:latin typeface="Arial"/>
                <a:cs typeface="Arial"/>
              </a:rPr>
              <a:t> </a:t>
            </a:r>
            <a:r>
              <a:rPr dirty="0" smtClean="0" sz="2400" spc="0" b="1">
                <a:latin typeface="Arial"/>
                <a:cs typeface="Arial"/>
              </a:rPr>
              <a:t>c</a:t>
            </a:r>
            <a:r>
              <a:rPr dirty="0" smtClean="0" sz="2400" spc="0" b="1">
                <a:latin typeface="Arial"/>
                <a:cs typeface="Arial"/>
              </a:rPr>
              <a:t>a</a:t>
            </a:r>
            <a:r>
              <a:rPr dirty="0" smtClean="0" sz="2400" spc="0" b="1">
                <a:latin typeface="Arial"/>
                <a:cs typeface="Arial"/>
              </a:rPr>
              <a:t>ku</a:t>
            </a:r>
            <a:r>
              <a:rPr dirty="0" smtClean="0" sz="2400" spc="0" b="1">
                <a:latin typeface="Arial"/>
                <a:cs typeface="Arial"/>
              </a:rPr>
              <a:t>p</a:t>
            </a:r>
            <a:r>
              <a:rPr dirty="0" smtClean="0" sz="2400" spc="0" b="1">
                <a:latin typeface="Arial"/>
                <a:cs typeface="Arial"/>
              </a:rPr>
              <a:t>an</a:t>
            </a:r>
            <a:r>
              <a:rPr dirty="0" smtClean="0" sz="2400" spc="0" b="1">
                <a:latin typeface="Arial"/>
                <a:cs typeface="Arial"/>
              </a:rPr>
              <a:t> </a:t>
            </a:r>
            <a:r>
              <a:rPr dirty="0" smtClean="0" sz="2400" spc="0" b="1">
                <a:latin typeface="Arial"/>
                <a:cs typeface="Arial"/>
              </a:rPr>
              <a:t>B</a:t>
            </a:r>
            <a:r>
              <a:rPr dirty="0" smtClean="0" sz="2400" spc="0" b="1">
                <a:latin typeface="Arial"/>
                <a:cs typeface="Arial"/>
              </a:rPr>
              <a:t>T</a:t>
            </a:r>
            <a:r>
              <a:rPr dirty="0" smtClean="0" sz="2400" spc="0" b="1">
                <a:latin typeface="Arial"/>
                <a:cs typeface="Arial"/>
              </a:rPr>
              <a:t>S</a:t>
            </a:r>
            <a:r>
              <a:rPr dirty="0" smtClean="0" sz="2400" spc="0" b="1">
                <a:latin typeface="Arial"/>
                <a:cs typeface="Arial"/>
              </a:rPr>
              <a:t> </a:t>
            </a:r>
            <a:r>
              <a:rPr dirty="0" smtClean="0" sz="2400" spc="0" b="1">
                <a:latin typeface="Arial"/>
                <a:cs typeface="Arial"/>
              </a:rPr>
              <a:t>(</a:t>
            </a:r>
            <a:r>
              <a:rPr dirty="0" smtClean="0" sz="2400" spc="0" b="1">
                <a:latin typeface="Arial"/>
                <a:cs typeface="Arial"/>
              </a:rPr>
              <a:t> </a:t>
            </a:r>
            <a:r>
              <a:rPr dirty="0" smtClean="0" sz="2400" spc="0" b="1">
                <a:latin typeface="Arial"/>
                <a:cs typeface="Arial"/>
              </a:rPr>
              <a:t>a</a:t>
            </a:r>
            <a:r>
              <a:rPr dirty="0" smtClean="0" sz="2400" spc="0" b="1">
                <a:latin typeface="Arial"/>
                <a:cs typeface="Arial"/>
              </a:rPr>
              <a:t>l</a:t>
            </a:r>
            <a:r>
              <a:rPr dirty="0" smtClean="0" sz="2400" spc="0" b="1">
                <a:latin typeface="Arial"/>
                <a:cs typeface="Arial"/>
              </a:rPr>
              <a:t>a</a:t>
            </a:r>
            <a:r>
              <a:rPr dirty="0" smtClean="0" sz="2400" spc="0" b="1">
                <a:latin typeface="Arial"/>
                <a:cs typeface="Arial"/>
              </a:rPr>
              <a:t>s</a:t>
            </a:r>
            <a:r>
              <a:rPr dirty="0" smtClean="0" sz="2400" spc="0" b="1">
                <a:latin typeface="Arial"/>
                <a:cs typeface="Arial"/>
              </a:rPr>
              <a:t>an</a:t>
            </a:r>
            <a:r>
              <a:rPr dirty="0" smtClean="0" sz="2400" spc="0" b="1">
                <a:latin typeface="Arial"/>
                <a:cs typeface="Arial"/>
              </a:rPr>
              <a:t> </a:t>
            </a:r>
            <a:r>
              <a:rPr dirty="0" smtClean="0" sz="2400" spc="0" b="1">
                <a:latin typeface="Arial"/>
                <a:cs typeface="Arial"/>
              </a:rPr>
              <a:t>kla</a:t>
            </a:r>
            <a:r>
              <a:rPr dirty="0" smtClean="0" sz="2400" spc="0" b="1">
                <a:latin typeface="Arial"/>
                <a:cs typeface="Arial"/>
              </a:rPr>
              <a:t>s</a:t>
            </a:r>
            <a:r>
              <a:rPr dirty="0" smtClean="0" sz="2400" spc="0" b="1">
                <a:latin typeface="Arial"/>
                <a:cs typeface="Arial"/>
              </a:rPr>
              <a:t>ik</a:t>
            </a:r>
            <a:r>
              <a:rPr dirty="0" smtClean="0" sz="2400" spc="0" b="1">
                <a:latin typeface="Arial"/>
                <a:cs typeface="Arial"/>
              </a:rPr>
              <a:t> </a:t>
            </a:r>
            <a:r>
              <a:rPr dirty="0" smtClean="0" sz="2400" spc="0" b="1">
                <a:latin typeface="Arial"/>
                <a:cs typeface="Arial"/>
              </a:rPr>
              <a:t>!</a:t>
            </a:r>
            <a:endParaRPr sz="2400">
              <a:latin typeface="Arial"/>
              <a:cs typeface="Arial"/>
            </a:endParaRPr>
          </a:p>
          <a:p>
            <a:pPr marL="335406" marR="45720">
              <a:lnSpc>
                <a:spcPct val="95825"/>
              </a:lnSpc>
              <a:spcBef>
                <a:spcPts val="367"/>
              </a:spcBef>
            </a:pPr>
            <a:r>
              <a:rPr dirty="0" smtClean="0" sz="2000" spc="-1">
                <a:latin typeface="Arial"/>
                <a:cs typeface="Arial"/>
              </a:rPr>
              <a:t>-</a:t>
            </a:r>
            <a:r>
              <a:rPr dirty="0" smtClean="0" sz="2000" spc="-1">
                <a:latin typeface="Arial"/>
                <a:cs typeface="Arial"/>
              </a:rPr>
              <a:t> </a:t>
            </a:r>
            <a:r>
              <a:rPr dirty="0" smtClean="0" sz="2000" spc="-1">
                <a:latin typeface="Arial"/>
                <a:cs typeface="Arial"/>
              </a:rPr>
              <a:t>L</a:t>
            </a:r>
            <a:r>
              <a:rPr dirty="0" smtClean="0" sz="2000" spc="-1">
                <a:latin typeface="Arial"/>
                <a:cs typeface="Arial"/>
              </a:rPr>
              <a:t>e</a:t>
            </a:r>
            <a:r>
              <a:rPr dirty="0" smtClean="0" sz="2000" spc="-1">
                <a:latin typeface="Arial"/>
                <a:cs typeface="Arial"/>
              </a:rPr>
              <a:t>v</a:t>
            </a:r>
            <a:r>
              <a:rPr dirty="0" smtClean="0" sz="2000" spc="-1">
                <a:latin typeface="Arial"/>
                <a:cs typeface="Arial"/>
              </a:rPr>
              <a:t>e</a:t>
            </a:r>
            <a:r>
              <a:rPr dirty="0" smtClean="0" sz="2000" spc="-1">
                <a:latin typeface="Arial"/>
                <a:cs typeface="Arial"/>
              </a:rPr>
              <a:t>l</a:t>
            </a:r>
            <a:r>
              <a:rPr dirty="0" smtClean="0" sz="2000" spc="-1">
                <a:latin typeface="Arial"/>
                <a:cs typeface="Arial"/>
              </a:rPr>
              <a:t> </a:t>
            </a:r>
            <a:r>
              <a:rPr dirty="0" smtClean="0" sz="2000" spc="-1">
                <a:latin typeface="Arial"/>
                <a:cs typeface="Arial"/>
              </a:rPr>
              <a:t>s</a:t>
            </a:r>
            <a:r>
              <a:rPr dirty="0" smtClean="0" sz="2000" spc="-1">
                <a:latin typeface="Arial"/>
                <a:cs typeface="Arial"/>
              </a:rPr>
              <a:t>i</a:t>
            </a:r>
            <a:r>
              <a:rPr dirty="0" smtClean="0" sz="2000" spc="-1">
                <a:latin typeface="Arial"/>
                <a:cs typeface="Arial"/>
              </a:rPr>
              <a:t>n</a:t>
            </a:r>
            <a:r>
              <a:rPr dirty="0" smtClean="0" sz="2000" spc="-1">
                <a:latin typeface="Arial"/>
                <a:cs typeface="Arial"/>
              </a:rPr>
              <a:t>y</a:t>
            </a:r>
            <a:r>
              <a:rPr dirty="0" smtClean="0" sz="2000" spc="-1">
                <a:latin typeface="Arial"/>
                <a:cs typeface="Arial"/>
              </a:rPr>
              <a:t>a</a:t>
            </a:r>
            <a:r>
              <a:rPr dirty="0" smtClean="0" sz="2000" spc="-1">
                <a:latin typeface="Arial"/>
                <a:cs typeface="Arial"/>
              </a:rPr>
              <a:t>l</a:t>
            </a:r>
            <a:r>
              <a:rPr dirty="0" smtClean="0" sz="2000" spc="-1">
                <a:latin typeface="Arial"/>
                <a:cs typeface="Arial"/>
              </a:rPr>
              <a:t> </a:t>
            </a:r>
            <a:r>
              <a:rPr dirty="0" smtClean="0" sz="2000" spc="-1">
                <a:latin typeface="Arial"/>
                <a:cs typeface="Arial"/>
              </a:rPr>
              <a:t>t</a:t>
            </a:r>
            <a:r>
              <a:rPr dirty="0" smtClean="0" sz="2000" spc="-1">
                <a:latin typeface="Arial"/>
                <a:cs typeface="Arial"/>
              </a:rPr>
              <a:t>e</a:t>
            </a:r>
            <a:r>
              <a:rPr dirty="0" smtClean="0" sz="2000" spc="-1">
                <a:latin typeface="Arial"/>
                <a:cs typeface="Arial"/>
              </a:rPr>
              <a:t>r</a:t>
            </a:r>
            <a:r>
              <a:rPr dirty="0" smtClean="0" sz="2000" spc="-1">
                <a:latin typeface="Arial"/>
                <a:cs typeface="Arial"/>
              </a:rPr>
              <a:t>i</a:t>
            </a:r>
            <a:r>
              <a:rPr dirty="0" smtClean="0" sz="2000" spc="-1">
                <a:latin typeface="Arial"/>
                <a:cs typeface="Arial"/>
              </a:rPr>
              <a:t>m</a:t>
            </a:r>
            <a:r>
              <a:rPr dirty="0" smtClean="0" sz="2000" spc="-1">
                <a:latin typeface="Arial"/>
                <a:cs typeface="Arial"/>
              </a:rPr>
              <a:t>a</a:t>
            </a:r>
            <a:r>
              <a:rPr dirty="0" smtClean="0" sz="2000" spc="-1">
                <a:latin typeface="Arial"/>
                <a:cs typeface="Arial"/>
              </a:rPr>
              <a:t> </a:t>
            </a:r>
            <a:r>
              <a:rPr dirty="0" smtClean="0" sz="2000" spc="-1">
                <a:latin typeface="Arial"/>
                <a:cs typeface="Arial"/>
              </a:rPr>
              <a:t>t</a:t>
            </a:r>
            <a:r>
              <a:rPr dirty="0" smtClean="0" sz="2000" spc="-1">
                <a:latin typeface="Arial"/>
                <a:cs typeface="Arial"/>
              </a:rPr>
              <a:t>e</a:t>
            </a:r>
            <a:r>
              <a:rPr dirty="0" smtClean="0" sz="2000" spc="-1">
                <a:latin typeface="Arial"/>
                <a:cs typeface="Arial"/>
              </a:rPr>
              <a:t>r</a:t>
            </a:r>
            <a:r>
              <a:rPr dirty="0" smtClean="0" sz="2000" spc="-1">
                <a:latin typeface="Arial"/>
                <a:cs typeface="Arial"/>
              </a:rPr>
              <a:t>lalu</a:t>
            </a:r>
            <a:r>
              <a:rPr dirty="0" smtClean="0" sz="2000" spc="-1">
                <a:latin typeface="Arial"/>
                <a:cs typeface="Arial"/>
              </a:rPr>
              <a:t> </a:t>
            </a:r>
            <a:r>
              <a:rPr dirty="0" smtClean="0" sz="2000" spc="-1">
                <a:latin typeface="Arial"/>
                <a:cs typeface="Arial"/>
              </a:rPr>
              <a:t>r</a:t>
            </a:r>
            <a:r>
              <a:rPr dirty="0" smtClean="0" sz="2000" spc="-1">
                <a:latin typeface="Arial"/>
                <a:cs typeface="Arial"/>
              </a:rPr>
              <a:t>e</a:t>
            </a:r>
            <a:r>
              <a:rPr dirty="0" smtClean="0" sz="2000" spc="-1">
                <a:latin typeface="Arial"/>
                <a:cs typeface="Arial"/>
              </a:rPr>
              <a:t>n</a:t>
            </a:r>
            <a:r>
              <a:rPr dirty="0" smtClean="0" sz="2000" spc="-1">
                <a:latin typeface="Arial"/>
                <a:cs typeface="Arial"/>
              </a:rPr>
              <a:t>d</a:t>
            </a:r>
            <a:r>
              <a:rPr dirty="0" smtClean="0" sz="2000" spc="-1">
                <a:latin typeface="Arial"/>
                <a:cs typeface="Arial"/>
              </a:rPr>
              <a:t>a</a:t>
            </a:r>
            <a:r>
              <a:rPr dirty="0" smtClean="0" sz="2000" spc="-1">
                <a:latin typeface="Arial"/>
                <a:cs typeface="Arial"/>
              </a:rPr>
              <a:t>h</a:t>
            </a:r>
            <a:endParaRPr sz="2000">
              <a:latin typeface="Arial"/>
              <a:cs typeface="Arial"/>
            </a:endParaRPr>
          </a:p>
          <a:p>
            <a:pPr marL="335406" marR="45720">
              <a:lnSpc>
                <a:spcPts val="2165"/>
              </a:lnSpc>
              <a:spcBef>
                <a:spcPts val="108"/>
              </a:spcBef>
            </a:pPr>
            <a:r>
              <a:rPr dirty="0" smtClean="0" sz="2000" spc="-1">
                <a:latin typeface="Arial"/>
                <a:cs typeface="Arial"/>
              </a:rPr>
              <a:t>-</a:t>
            </a:r>
            <a:r>
              <a:rPr dirty="0" smtClean="0" sz="2000" spc="-1">
                <a:latin typeface="Arial"/>
                <a:cs typeface="Arial"/>
              </a:rPr>
              <a:t> </a:t>
            </a:r>
            <a:r>
              <a:rPr dirty="0" smtClean="0" sz="2000" spc="-1">
                <a:latin typeface="Arial"/>
                <a:cs typeface="Arial"/>
              </a:rPr>
              <a:t>Bit</a:t>
            </a:r>
            <a:r>
              <a:rPr dirty="0" smtClean="0" sz="2000" spc="-1">
                <a:latin typeface="Arial"/>
                <a:cs typeface="Arial"/>
              </a:rPr>
              <a:t> </a:t>
            </a:r>
            <a:r>
              <a:rPr dirty="0" smtClean="0" sz="2000" spc="-1">
                <a:latin typeface="Arial"/>
                <a:cs typeface="Arial"/>
              </a:rPr>
              <a:t>e</a:t>
            </a:r>
            <a:r>
              <a:rPr dirty="0" smtClean="0" sz="2000" spc="-1">
                <a:latin typeface="Arial"/>
                <a:cs typeface="Arial"/>
              </a:rPr>
              <a:t>r</a:t>
            </a:r>
            <a:r>
              <a:rPr dirty="0" smtClean="0" sz="2000" spc="-1">
                <a:latin typeface="Arial"/>
                <a:cs typeface="Arial"/>
              </a:rPr>
              <a:t>r</a:t>
            </a:r>
            <a:r>
              <a:rPr dirty="0" smtClean="0" sz="2000" spc="-1">
                <a:latin typeface="Arial"/>
                <a:cs typeface="Arial"/>
              </a:rPr>
              <a:t>o</a:t>
            </a:r>
            <a:r>
              <a:rPr dirty="0" smtClean="0" sz="2000" spc="-1">
                <a:latin typeface="Arial"/>
                <a:cs typeface="Arial"/>
              </a:rPr>
              <a:t>r</a:t>
            </a:r>
            <a:r>
              <a:rPr dirty="0" smtClean="0" sz="2000" spc="-1">
                <a:latin typeface="Arial"/>
                <a:cs typeface="Arial"/>
              </a:rPr>
              <a:t> </a:t>
            </a:r>
            <a:r>
              <a:rPr dirty="0" smtClean="0" sz="2000" spc="-1">
                <a:latin typeface="Arial"/>
                <a:cs typeface="Arial"/>
              </a:rPr>
              <a:t>ra</a:t>
            </a:r>
            <a:r>
              <a:rPr dirty="0" smtClean="0" sz="2000" spc="-1">
                <a:latin typeface="Arial"/>
                <a:cs typeface="Arial"/>
              </a:rPr>
              <a:t>t</a:t>
            </a:r>
            <a:r>
              <a:rPr dirty="0" smtClean="0" sz="2000" spc="-1">
                <a:latin typeface="Arial"/>
                <a:cs typeface="Arial"/>
              </a:rPr>
              <a:t>e</a:t>
            </a:r>
            <a:r>
              <a:rPr dirty="0" smtClean="0" sz="2000" spc="-1">
                <a:latin typeface="Arial"/>
                <a:cs typeface="Arial"/>
              </a:rPr>
              <a:t> </a:t>
            </a:r>
            <a:r>
              <a:rPr dirty="0" smtClean="0" sz="2000" spc="-1">
                <a:latin typeface="Arial"/>
                <a:cs typeface="Arial"/>
              </a:rPr>
              <a:t>(BER)</a:t>
            </a:r>
            <a:r>
              <a:rPr dirty="0" smtClean="0" sz="2000" spc="-1">
                <a:latin typeface="Arial"/>
                <a:cs typeface="Arial"/>
              </a:rPr>
              <a:t> </a:t>
            </a:r>
            <a:r>
              <a:rPr dirty="0" smtClean="0" sz="2000" spc="-1">
                <a:latin typeface="Arial"/>
                <a:cs typeface="Arial"/>
              </a:rPr>
              <a:t>t</a:t>
            </a:r>
            <a:r>
              <a:rPr dirty="0" smtClean="0" sz="2000" spc="-1">
                <a:latin typeface="Arial"/>
                <a:cs typeface="Arial"/>
              </a:rPr>
              <a:t>e</a:t>
            </a:r>
            <a:r>
              <a:rPr dirty="0" smtClean="0" sz="2000" spc="-1">
                <a:latin typeface="Arial"/>
                <a:cs typeface="Arial"/>
              </a:rPr>
              <a:t>r</a:t>
            </a:r>
            <a:r>
              <a:rPr dirty="0" smtClean="0" sz="2000" spc="-1">
                <a:latin typeface="Arial"/>
                <a:cs typeface="Arial"/>
              </a:rPr>
              <a:t>l</a:t>
            </a:r>
            <a:r>
              <a:rPr dirty="0" smtClean="0" sz="2000" spc="-1">
                <a:latin typeface="Arial"/>
                <a:cs typeface="Arial"/>
              </a:rPr>
              <a:t>a</a:t>
            </a:r>
            <a:r>
              <a:rPr dirty="0" smtClean="0" sz="2000" spc="-1">
                <a:latin typeface="Arial"/>
                <a:cs typeface="Arial"/>
              </a:rPr>
              <a:t>lu</a:t>
            </a:r>
            <a:r>
              <a:rPr dirty="0" smtClean="0" sz="2000" spc="-1">
                <a:latin typeface="Arial"/>
                <a:cs typeface="Arial"/>
              </a:rPr>
              <a:t> </a:t>
            </a:r>
            <a:r>
              <a:rPr dirty="0" smtClean="0" sz="2000" spc="-1">
                <a:latin typeface="Arial"/>
                <a:cs typeface="Arial"/>
              </a:rPr>
              <a:t>ti</a:t>
            </a:r>
            <a:r>
              <a:rPr dirty="0" smtClean="0" sz="2000" spc="-1">
                <a:latin typeface="Arial"/>
                <a:cs typeface="Arial"/>
              </a:rPr>
              <a:t>n</a:t>
            </a:r>
            <a:r>
              <a:rPr dirty="0" smtClean="0" sz="2000" spc="-1">
                <a:latin typeface="Arial"/>
                <a:cs typeface="Arial"/>
              </a:rPr>
              <a:t>g</a:t>
            </a:r>
            <a:r>
              <a:rPr dirty="0" smtClean="0" sz="2000" spc="-1">
                <a:latin typeface="Arial"/>
                <a:cs typeface="Arial"/>
              </a:rPr>
              <a:t>g</a:t>
            </a:r>
            <a:r>
              <a:rPr dirty="0" smtClean="0" sz="2000" spc="-1">
                <a:latin typeface="Arial"/>
                <a:cs typeface="Arial"/>
              </a:rPr>
              <a:t>i</a:t>
            </a:r>
            <a:endParaRPr sz="2000">
              <a:latin typeface="Arial"/>
              <a:cs typeface="Arial"/>
            </a:endParaRPr>
          </a:p>
          <a:p>
            <a:pPr marL="12700" marR="45720">
              <a:lnSpc>
                <a:spcPct val="95825"/>
              </a:lnSpc>
              <a:spcBef>
                <a:spcPts val="251"/>
              </a:spcBef>
            </a:pPr>
            <a:r>
              <a:rPr dirty="0" smtClean="0" sz="2400" spc="0" b="1">
                <a:latin typeface="Arial"/>
                <a:cs typeface="Arial"/>
              </a:rPr>
              <a:t>Untuk</a:t>
            </a:r>
            <a:r>
              <a:rPr dirty="0" smtClean="0" sz="2400" spc="0" b="1">
                <a:latin typeface="Arial"/>
                <a:cs typeface="Arial"/>
              </a:rPr>
              <a:t> </a:t>
            </a:r>
            <a:r>
              <a:rPr dirty="0" smtClean="0" sz="2400" spc="0" b="1">
                <a:latin typeface="Arial"/>
                <a:cs typeface="Arial"/>
              </a:rPr>
              <a:t>ke</a:t>
            </a:r>
            <a:r>
              <a:rPr dirty="0" smtClean="0" sz="2400" spc="0" b="1">
                <a:latin typeface="Arial"/>
                <a:cs typeface="Arial"/>
              </a:rPr>
              <a:t>s</a:t>
            </a:r>
            <a:r>
              <a:rPr dirty="0" smtClean="0" sz="2400" spc="0" b="1">
                <a:latin typeface="Arial"/>
                <a:cs typeface="Arial"/>
              </a:rPr>
              <a:t>eimban</a:t>
            </a:r>
            <a:r>
              <a:rPr dirty="0" smtClean="0" sz="2400" spc="0" b="1">
                <a:latin typeface="Arial"/>
                <a:cs typeface="Arial"/>
              </a:rPr>
              <a:t>g</a:t>
            </a:r>
            <a:r>
              <a:rPr dirty="0" smtClean="0" sz="2400" spc="0" b="1">
                <a:latin typeface="Arial"/>
                <a:cs typeface="Arial"/>
              </a:rPr>
              <a:t>an</a:t>
            </a:r>
            <a:r>
              <a:rPr dirty="0" smtClean="0" sz="2400" spc="0" b="1">
                <a:latin typeface="Arial"/>
                <a:cs typeface="Arial"/>
              </a:rPr>
              <a:t> </a:t>
            </a:r>
            <a:r>
              <a:rPr dirty="0" smtClean="0" sz="2400" spc="0" b="1">
                <a:latin typeface="Arial"/>
                <a:cs typeface="Arial"/>
              </a:rPr>
              <a:t>be</a:t>
            </a:r>
            <a:r>
              <a:rPr dirty="0" smtClean="0" sz="2400" spc="0" b="1">
                <a:latin typeface="Arial"/>
                <a:cs typeface="Arial"/>
              </a:rPr>
              <a:t>b</a:t>
            </a:r>
            <a:r>
              <a:rPr dirty="0" smtClean="0" sz="2400" spc="0" b="1">
                <a:latin typeface="Arial"/>
                <a:cs typeface="Arial"/>
              </a:rPr>
              <a:t>an</a:t>
            </a:r>
            <a:r>
              <a:rPr dirty="0" smtClean="0" sz="2400" spc="0" b="1">
                <a:latin typeface="Arial"/>
                <a:cs typeface="Arial"/>
              </a:rPr>
              <a:t> </a:t>
            </a:r>
            <a:r>
              <a:rPr dirty="0" smtClean="0" sz="2400" spc="0" b="1">
                <a:latin typeface="Arial"/>
                <a:cs typeface="Arial"/>
              </a:rPr>
              <a:t>jari</a:t>
            </a:r>
            <a:r>
              <a:rPr dirty="0" smtClean="0" sz="2400" spc="0" b="1">
                <a:latin typeface="Arial"/>
                <a:cs typeface="Arial"/>
              </a:rPr>
              <a:t>n</a:t>
            </a:r>
            <a:r>
              <a:rPr dirty="0" smtClean="0" sz="2400" spc="0" b="1">
                <a:latin typeface="Arial"/>
                <a:cs typeface="Arial"/>
              </a:rPr>
              <a:t>gan</a:t>
            </a:r>
            <a:endParaRPr sz="24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872323" y="1264951"/>
            <a:ext cx="172618" cy="330200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dirty="0" smtClean="0" sz="2400" b="1">
                <a:latin typeface="Arial"/>
                <a:cs typeface="Arial"/>
              </a:rPr>
              <a:t>)</a:t>
            </a:r>
            <a:endParaRPr sz="24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69657" y="2291365"/>
            <a:ext cx="177800" cy="330200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dirty="0" smtClean="0" sz="2400">
                <a:latin typeface="Arial"/>
                <a:cs typeface="Arial"/>
              </a:rPr>
              <a:t>•</a:t>
            </a:r>
            <a:endParaRPr sz="24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79320" y="2680378"/>
            <a:ext cx="5666991" cy="523751"/>
          </a:xfrm>
          <a:prstGeom prst="rect">
            <a:avLst/>
          </a:prstGeom>
        </p:spPr>
        <p:txBody>
          <a:bodyPr wrap="square" lIns="0" tIns="13239" rIns="0" bIns="0" rtlCol="0">
            <a:noAutofit/>
          </a:bodyPr>
          <a:lstStyle/>
          <a:p>
            <a:pPr marL="12700">
              <a:lnSpc>
                <a:spcPts val="2085"/>
              </a:lnSpc>
            </a:pPr>
            <a:r>
              <a:rPr dirty="0" smtClean="0" sz="2000" spc="-2">
                <a:latin typeface="Arial"/>
                <a:cs typeface="Arial"/>
              </a:rPr>
              <a:t>-</a:t>
            </a:r>
            <a:r>
              <a:rPr dirty="0" smtClean="0" sz="2000" spc="-2">
                <a:latin typeface="Arial"/>
                <a:cs typeface="Arial"/>
              </a:rPr>
              <a:t> </a:t>
            </a:r>
            <a:r>
              <a:rPr dirty="0" smtClean="0" sz="2000" spc="-2">
                <a:latin typeface="Arial"/>
                <a:cs typeface="Arial"/>
              </a:rPr>
              <a:t>T</a:t>
            </a:r>
            <a:r>
              <a:rPr dirty="0" smtClean="0" sz="2000" spc="-2">
                <a:latin typeface="Arial"/>
                <a:cs typeface="Arial"/>
              </a:rPr>
              <a:t>r</a:t>
            </a:r>
            <a:r>
              <a:rPr dirty="0" smtClean="0" sz="2000" spc="-2">
                <a:latin typeface="Arial"/>
                <a:cs typeface="Arial"/>
              </a:rPr>
              <a:t>a</a:t>
            </a:r>
            <a:r>
              <a:rPr dirty="0" smtClean="0" sz="2000" spc="-2">
                <a:latin typeface="Arial"/>
                <a:cs typeface="Arial"/>
              </a:rPr>
              <a:t>f</a:t>
            </a:r>
            <a:r>
              <a:rPr dirty="0" smtClean="0" sz="2000" spc="-2">
                <a:latin typeface="Arial"/>
                <a:cs typeface="Arial"/>
              </a:rPr>
              <a:t>ik</a:t>
            </a:r>
            <a:r>
              <a:rPr dirty="0" smtClean="0" sz="2000" spc="-2">
                <a:latin typeface="Arial"/>
                <a:cs typeface="Arial"/>
              </a:rPr>
              <a:t> </a:t>
            </a:r>
            <a:r>
              <a:rPr dirty="0" smtClean="0" sz="2000" spc="-2">
                <a:latin typeface="Arial"/>
                <a:cs typeface="Arial"/>
              </a:rPr>
              <a:t>d</a:t>
            </a:r>
            <a:r>
              <a:rPr dirty="0" smtClean="0" sz="2000" spc="-2">
                <a:latin typeface="Arial"/>
                <a:cs typeface="Arial"/>
              </a:rPr>
              <a:t>isatu</a:t>
            </a:r>
            <a:r>
              <a:rPr dirty="0" smtClean="0" sz="2000" spc="-2">
                <a:latin typeface="Arial"/>
                <a:cs typeface="Arial"/>
              </a:rPr>
              <a:t> </a:t>
            </a:r>
            <a:r>
              <a:rPr dirty="0" smtClean="0" sz="2000" spc="-2">
                <a:latin typeface="Arial"/>
                <a:cs typeface="Arial"/>
              </a:rPr>
              <a:t>sel</a:t>
            </a:r>
            <a:r>
              <a:rPr dirty="0" smtClean="0" sz="2000" spc="-2">
                <a:latin typeface="Arial"/>
                <a:cs typeface="Arial"/>
              </a:rPr>
              <a:t> </a:t>
            </a:r>
            <a:r>
              <a:rPr dirty="0" smtClean="0" sz="2000" spc="-2">
                <a:latin typeface="Arial"/>
                <a:cs typeface="Arial"/>
              </a:rPr>
              <a:t>t</a:t>
            </a:r>
            <a:r>
              <a:rPr dirty="0" smtClean="0" sz="2000" spc="-2">
                <a:latin typeface="Arial"/>
                <a:cs typeface="Arial"/>
              </a:rPr>
              <a:t>e</a:t>
            </a:r>
            <a:r>
              <a:rPr dirty="0" smtClean="0" sz="2000" spc="-2">
                <a:latin typeface="Arial"/>
                <a:cs typeface="Arial"/>
              </a:rPr>
              <a:t>r</a:t>
            </a:r>
            <a:r>
              <a:rPr dirty="0" smtClean="0" sz="2000" spc="-2">
                <a:latin typeface="Arial"/>
                <a:cs typeface="Arial"/>
              </a:rPr>
              <a:t>lalu</a:t>
            </a:r>
            <a:r>
              <a:rPr dirty="0" smtClean="0" sz="2000" spc="-2">
                <a:latin typeface="Arial"/>
                <a:cs typeface="Arial"/>
              </a:rPr>
              <a:t> </a:t>
            </a:r>
            <a:r>
              <a:rPr dirty="0" smtClean="0" sz="2000" spc="-2">
                <a:latin typeface="Arial"/>
                <a:cs typeface="Arial"/>
              </a:rPr>
              <a:t>tin</a:t>
            </a:r>
            <a:r>
              <a:rPr dirty="0" smtClean="0" sz="2000" spc="-2">
                <a:latin typeface="Arial"/>
                <a:cs typeface="Arial"/>
              </a:rPr>
              <a:t>g</a:t>
            </a:r>
            <a:r>
              <a:rPr dirty="0" smtClean="0" sz="2000" spc="-2">
                <a:latin typeface="Arial"/>
                <a:cs typeface="Arial"/>
              </a:rPr>
              <a:t>g</a:t>
            </a:r>
            <a:r>
              <a:rPr dirty="0" smtClean="0" sz="2000" spc="-2">
                <a:latin typeface="Arial"/>
                <a:cs typeface="Arial"/>
              </a:rPr>
              <a:t>i</a:t>
            </a:r>
            <a:r>
              <a:rPr dirty="0" smtClean="0" sz="2000" spc="-2">
                <a:latin typeface="Arial"/>
                <a:cs typeface="Arial"/>
              </a:rPr>
              <a:t> </a:t>
            </a:r>
            <a:r>
              <a:rPr dirty="0" smtClean="0" sz="2000" spc="-2">
                <a:latin typeface="Arial"/>
                <a:cs typeface="Arial"/>
              </a:rPr>
              <a:t>se</a:t>
            </a:r>
            <a:r>
              <a:rPr dirty="0" smtClean="0" sz="2000" spc="-2">
                <a:latin typeface="Arial"/>
                <a:cs typeface="Arial"/>
              </a:rPr>
              <a:t>h</a:t>
            </a:r>
            <a:r>
              <a:rPr dirty="0" smtClean="0" sz="2000" spc="-2">
                <a:latin typeface="Arial"/>
                <a:cs typeface="Arial"/>
              </a:rPr>
              <a:t>in</a:t>
            </a:r>
            <a:r>
              <a:rPr dirty="0" smtClean="0" sz="2000" spc="-2">
                <a:latin typeface="Arial"/>
                <a:cs typeface="Arial"/>
              </a:rPr>
              <a:t>g</a:t>
            </a:r>
            <a:r>
              <a:rPr dirty="0" smtClean="0" sz="2000" spc="-2">
                <a:latin typeface="Arial"/>
                <a:cs typeface="Arial"/>
              </a:rPr>
              <a:t>g</a:t>
            </a:r>
            <a:r>
              <a:rPr dirty="0" smtClean="0" sz="2000" spc="-2">
                <a:latin typeface="Arial"/>
                <a:cs typeface="Arial"/>
              </a:rPr>
              <a:t>a</a:t>
            </a:r>
            <a:r>
              <a:rPr dirty="0" smtClean="0" sz="2000" spc="-2">
                <a:latin typeface="Arial"/>
                <a:cs typeface="Arial"/>
              </a:rPr>
              <a:t> </a:t>
            </a:r>
            <a:r>
              <a:rPr dirty="0" smtClean="0" sz="2000" spc="-2">
                <a:latin typeface="Arial"/>
                <a:cs typeface="Arial"/>
              </a:rPr>
              <a:t>b</a:t>
            </a:r>
            <a:r>
              <a:rPr dirty="0" smtClean="0" sz="2000" spc="-2">
                <a:latin typeface="Arial"/>
                <a:cs typeface="Arial"/>
              </a:rPr>
              <a:t>e</a:t>
            </a:r>
            <a:r>
              <a:rPr dirty="0" smtClean="0" sz="2000" spc="-2">
                <a:latin typeface="Arial"/>
                <a:cs typeface="Arial"/>
              </a:rPr>
              <a:t>b</a:t>
            </a:r>
            <a:r>
              <a:rPr dirty="0" smtClean="0" sz="2000" spc="-2">
                <a:latin typeface="Arial"/>
                <a:cs typeface="Arial"/>
              </a:rPr>
              <a:t>e</a:t>
            </a:r>
            <a:r>
              <a:rPr dirty="0" smtClean="0" sz="2000" spc="-2">
                <a:latin typeface="Arial"/>
                <a:cs typeface="Arial"/>
              </a:rPr>
              <a:t>r</a:t>
            </a:r>
            <a:r>
              <a:rPr dirty="0" smtClean="0" sz="2000" spc="-2">
                <a:latin typeface="Arial"/>
                <a:cs typeface="Arial"/>
              </a:rPr>
              <a:t>a</a:t>
            </a:r>
            <a:r>
              <a:rPr dirty="0" smtClean="0" sz="2000" spc="-2">
                <a:latin typeface="Arial"/>
                <a:cs typeface="Arial"/>
              </a:rPr>
              <a:t>p</a:t>
            </a:r>
            <a:r>
              <a:rPr dirty="0" smtClean="0" sz="2000" spc="-2">
                <a:latin typeface="Arial"/>
                <a:cs typeface="Arial"/>
              </a:rPr>
              <a:t>a</a:t>
            </a:r>
            <a:endParaRPr sz="2000">
              <a:latin typeface="Arial"/>
              <a:cs typeface="Arial"/>
            </a:endParaRPr>
          </a:p>
          <a:p>
            <a:pPr marL="185674" marR="38147">
              <a:lnSpc>
                <a:spcPts val="1985"/>
              </a:lnSpc>
            </a:pPr>
            <a:r>
              <a:rPr dirty="0" smtClean="0" sz="2000" spc="-3">
                <a:latin typeface="Arial"/>
                <a:cs typeface="Arial"/>
              </a:rPr>
              <a:t>‘dis</a:t>
            </a:r>
            <a:r>
              <a:rPr dirty="0" smtClean="0" sz="2000" spc="-3">
                <a:latin typeface="Arial"/>
                <a:cs typeface="Arial"/>
              </a:rPr>
              <a:t>e</a:t>
            </a:r>
            <a:r>
              <a:rPr dirty="0" smtClean="0" sz="2000" spc="-3">
                <a:latin typeface="Arial"/>
                <a:cs typeface="Arial"/>
              </a:rPr>
              <a:t>ra</a:t>
            </a:r>
            <a:r>
              <a:rPr dirty="0" smtClean="0" sz="2000" spc="-3">
                <a:latin typeface="Arial"/>
                <a:cs typeface="Arial"/>
              </a:rPr>
              <a:t>h</a:t>
            </a:r>
            <a:r>
              <a:rPr dirty="0" smtClean="0" sz="2000" spc="-3">
                <a:latin typeface="Arial"/>
                <a:cs typeface="Arial"/>
              </a:rPr>
              <a:t>k</a:t>
            </a:r>
            <a:r>
              <a:rPr dirty="0" smtClean="0" sz="2000" spc="-3">
                <a:latin typeface="Arial"/>
                <a:cs typeface="Arial"/>
              </a:rPr>
              <a:t>a</a:t>
            </a:r>
            <a:r>
              <a:rPr dirty="0" smtClean="0" sz="2000" spc="-3">
                <a:latin typeface="Arial"/>
                <a:cs typeface="Arial"/>
              </a:rPr>
              <a:t>n</a:t>
            </a:r>
            <a:r>
              <a:rPr dirty="0" smtClean="0" sz="2000" spc="-3">
                <a:latin typeface="Arial"/>
                <a:cs typeface="Arial"/>
              </a:rPr>
              <a:t>’</a:t>
            </a:r>
            <a:r>
              <a:rPr dirty="0" smtClean="0" sz="2000" spc="-3">
                <a:latin typeface="Arial"/>
                <a:cs typeface="Arial"/>
              </a:rPr>
              <a:t> </a:t>
            </a:r>
            <a:r>
              <a:rPr dirty="0" smtClean="0" sz="2000" spc="-3">
                <a:latin typeface="Arial"/>
                <a:cs typeface="Arial"/>
              </a:rPr>
              <a:t>ke</a:t>
            </a:r>
            <a:r>
              <a:rPr dirty="0" smtClean="0" sz="2000" spc="-3">
                <a:latin typeface="Arial"/>
                <a:cs typeface="Arial"/>
              </a:rPr>
              <a:t> </a:t>
            </a:r>
            <a:r>
              <a:rPr dirty="0" smtClean="0" sz="2000" spc="-3">
                <a:latin typeface="Arial"/>
                <a:cs typeface="Arial"/>
              </a:rPr>
              <a:t>s</a:t>
            </a:r>
            <a:r>
              <a:rPr dirty="0" smtClean="0" sz="2000" spc="-3">
                <a:latin typeface="Arial"/>
                <a:cs typeface="Arial"/>
              </a:rPr>
              <a:t>e</a:t>
            </a:r>
            <a:r>
              <a:rPr dirty="0" smtClean="0" sz="2000" spc="-3">
                <a:latin typeface="Arial"/>
                <a:cs typeface="Arial"/>
              </a:rPr>
              <a:t>l</a:t>
            </a:r>
            <a:r>
              <a:rPr dirty="0" smtClean="0" sz="2000" spc="-3">
                <a:latin typeface="Arial"/>
                <a:cs typeface="Arial"/>
              </a:rPr>
              <a:t> </a:t>
            </a:r>
            <a:r>
              <a:rPr dirty="0" smtClean="0" sz="2000" spc="-3">
                <a:latin typeface="Arial"/>
                <a:cs typeface="Arial"/>
              </a:rPr>
              <a:t>y</a:t>
            </a:r>
            <a:r>
              <a:rPr dirty="0" smtClean="0" sz="2000" spc="-3">
                <a:latin typeface="Arial"/>
                <a:cs typeface="Arial"/>
              </a:rPr>
              <a:t>a</a:t>
            </a:r>
            <a:r>
              <a:rPr dirty="0" smtClean="0" sz="2000" spc="-3">
                <a:latin typeface="Arial"/>
                <a:cs typeface="Arial"/>
              </a:rPr>
              <a:t>n</a:t>
            </a:r>
            <a:r>
              <a:rPr dirty="0" smtClean="0" sz="2000" spc="-3">
                <a:latin typeface="Arial"/>
                <a:cs typeface="Arial"/>
              </a:rPr>
              <a:t>g</a:t>
            </a:r>
            <a:r>
              <a:rPr dirty="0" smtClean="0" sz="2000" spc="-3">
                <a:latin typeface="Arial"/>
                <a:cs typeface="Arial"/>
              </a:rPr>
              <a:t> </a:t>
            </a:r>
            <a:r>
              <a:rPr dirty="0" smtClean="0" sz="2000" spc="-3">
                <a:latin typeface="Arial"/>
                <a:cs typeface="Arial"/>
              </a:rPr>
              <a:t>l</a:t>
            </a:r>
            <a:r>
              <a:rPr dirty="0" smtClean="0" sz="2000" spc="-3">
                <a:latin typeface="Arial"/>
                <a:cs typeface="Arial"/>
              </a:rPr>
              <a:t>a</a:t>
            </a:r>
            <a:r>
              <a:rPr dirty="0" smtClean="0" sz="2000" spc="-3">
                <a:latin typeface="Arial"/>
                <a:cs typeface="Arial"/>
              </a:rPr>
              <a:t>in</a:t>
            </a:r>
            <a:endParaRPr sz="20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346853" y="2680378"/>
            <a:ext cx="444006" cy="279717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dirty="0" smtClean="0" sz="2000" spc="-4">
                <a:latin typeface="Arial"/>
                <a:cs typeface="Arial"/>
              </a:rPr>
              <a:t>M</a:t>
            </a:r>
            <a:r>
              <a:rPr dirty="0" smtClean="0" sz="2000" spc="-4">
                <a:latin typeface="Arial"/>
                <a:cs typeface="Arial"/>
              </a:rPr>
              <a:t>S</a:t>
            </a:r>
            <a:endParaRPr sz="20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59740" y="3901836"/>
            <a:ext cx="276453" cy="381000"/>
          </a:xfrm>
          <a:prstGeom prst="rect">
            <a:avLst/>
          </a:prstGeom>
        </p:spPr>
        <p:txBody>
          <a:bodyPr wrap="square" lIns="0" tIns="18796" rIns="0" bIns="0" rtlCol="0">
            <a:noAutofit/>
          </a:bodyPr>
          <a:lstStyle/>
          <a:p>
            <a:pPr marL="12700">
              <a:lnSpc>
                <a:spcPts val="2960"/>
              </a:lnSpc>
            </a:pPr>
            <a:r>
              <a:rPr dirty="0" smtClean="0" sz="2800" b="1">
                <a:latin typeface="Arial"/>
                <a:cs typeface="Arial"/>
              </a:rPr>
              <a:t>2</a:t>
            </a:r>
            <a:endParaRPr sz="2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56310" y="3901836"/>
            <a:ext cx="2693466" cy="381000"/>
          </a:xfrm>
          <a:prstGeom prst="rect">
            <a:avLst/>
          </a:prstGeom>
        </p:spPr>
        <p:txBody>
          <a:bodyPr wrap="square" lIns="0" tIns="18796" rIns="0" bIns="0" rtlCol="0">
            <a:noAutofit/>
          </a:bodyPr>
          <a:lstStyle/>
          <a:p>
            <a:pPr marL="12700">
              <a:lnSpc>
                <a:spcPts val="2960"/>
              </a:lnSpc>
            </a:pPr>
            <a:r>
              <a:rPr dirty="0" smtClean="0" sz="2800" spc="3" b="1">
                <a:latin typeface="Arial"/>
                <a:cs typeface="Arial"/>
              </a:rPr>
              <a:t>F</a:t>
            </a:r>
            <a:r>
              <a:rPr dirty="0" smtClean="0" sz="2800" spc="3" b="1">
                <a:latin typeface="Arial"/>
                <a:cs typeface="Arial"/>
              </a:rPr>
              <a:t>a</a:t>
            </a:r>
            <a:r>
              <a:rPr dirty="0" smtClean="0" sz="2800" spc="3" b="1">
                <a:latin typeface="Arial"/>
                <a:cs typeface="Arial"/>
              </a:rPr>
              <a:t>s</a:t>
            </a:r>
            <a:r>
              <a:rPr dirty="0" smtClean="0" sz="2800" spc="3" b="1">
                <a:latin typeface="Arial"/>
                <a:cs typeface="Arial"/>
              </a:rPr>
              <a:t>e</a:t>
            </a:r>
            <a:r>
              <a:rPr dirty="0" smtClean="0" sz="2800" spc="3" b="1">
                <a:latin typeface="Arial"/>
                <a:cs typeface="Arial"/>
              </a:rPr>
              <a:t> </a:t>
            </a:r>
            <a:r>
              <a:rPr dirty="0" smtClean="0" sz="2800" spc="3" b="1">
                <a:latin typeface="Arial"/>
                <a:cs typeface="Arial"/>
              </a:rPr>
              <a:t>h</a:t>
            </a:r>
            <a:r>
              <a:rPr dirty="0" smtClean="0" sz="2800" spc="3" b="1">
                <a:latin typeface="Arial"/>
                <a:cs typeface="Arial"/>
              </a:rPr>
              <a:t>a</a:t>
            </a:r>
            <a:r>
              <a:rPr dirty="0" smtClean="0" sz="2800" spc="3" b="1">
                <a:latin typeface="Arial"/>
                <a:cs typeface="Arial"/>
              </a:rPr>
              <a:t>n</a:t>
            </a:r>
            <a:r>
              <a:rPr dirty="0" smtClean="0" sz="2800" spc="3" b="1">
                <a:latin typeface="Arial"/>
                <a:cs typeface="Arial"/>
              </a:rPr>
              <a:t>d</a:t>
            </a:r>
            <a:r>
              <a:rPr dirty="0" smtClean="0" sz="2800" spc="3" b="1">
                <a:latin typeface="Arial"/>
                <a:cs typeface="Arial"/>
              </a:rPr>
              <a:t>o</a:t>
            </a:r>
            <a:r>
              <a:rPr dirty="0" smtClean="0" sz="2800" spc="3" b="1">
                <a:latin typeface="Arial"/>
                <a:cs typeface="Arial"/>
              </a:rPr>
              <a:t>f</a:t>
            </a:r>
            <a:r>
              <a:rPr dirty="0" smtClean="0" sz="2800" spc="3" b="1">
                <a:latin typeface="Arial"/>
                <a:cs typeface="Arial"/>
              </a:rPr>
              <a:t>f</a:t>
            </a:r>
            <a:r>
              <a:rPr dirty="0" smtClean="0" sz="2800" spc="3" b="1">
                <a:latin typeface="Arial"/>
                <a:cs typeface="Arial"/>
              </a:rPr>
              <a:t> </a:t>
            </a:r>
            <a:r>
              <a:rPr dirty="0" smtClean="0" sz="2800" spc="3" b="1">
                <a:latin typeface="Arial"/>
                <a:cs typeface="Arial"/>
              </a:rPr>
              <a:t>...</a:t>
            </a:r>
            <a:endParaRPr sz="2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17257" y="4359191"/>
            <a:ext cx="276157" cy="279717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dirty="0" smtClean="0" sz="2000" spc="2" b="1">
                <a:latin typeface="Arial"/>
                <a:cs typeface="Arial"/>
              </a:rPr>
              <a:t>1</a:t>
            </a:r>
            <a:r>
              <a:rPr dirty="0" smtClean="0" sz="2000" spc="2" b="1"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98786" y="4359191"/>
            <a:ext cx="6961090" cy="1777050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 marR="38100">
              <a:lnSpc>
                <a:spcPts val="2145"/>
              </a:lnSpc>
            </a:pPr>
            <a:r>
              <a:rPr dirty="0" smtClean="0" sz="2000" spc="-8" b="1">
                <a:latin typeface="Arial"/>
                <a:cs typeface="Arial"/>
              </a:rPr>
              <a:t>M</a:t>
            </a:r>
            <a:r>
              <a:rPr dirty="0" smtClean="0" sz="2000" spc="-8" b="1">
                <a:latin typeface="Arial"/>
                <a:cs typeface="Arial"/>
              </a:rPr>
              <a:t>ONI</a:t>
            </a:r>
            <a:r>
              <a:rPr dirty="0" smtClean="0" sz="2000" spc="-8" b="1">
                <a:latin typeface="Arial"/>
                <a:cs typeface="Arial"/>
              </a:rPr>
              <a:t>T</a:t>
            </a:r>
            <a:r>
              <a:rPr dirty="0" smtClean="0" sz="2000" spc="-8" b="1">
                <a:latin typeface="Arial"/>
                <a:cs typeface="Arial"/>
              </a:rPr>
              <a:t>ORI</a:t>
            </a:r>
            <a:r>
              <a:rPr dirty="0" smtClean="0" sz="2000" spc="-8" b="1">
                <a:latin typeface="Arial"/>
                <a:cs typeface="Arial"/>
              </a:rPr>
              <a:t>N</a:t>
            </a:r>
            <a:r>
              <a:rPr dirty="0" smtClean="0" sz="2000" spc="-8" b="1">
                <a:latin typeface="Arial"/>
                <a:cs typeface="Arial"/>
              </a:rPr>
              <a:t>G</a:t>
            </a:r>
            <a:r>
              <a:rPr dirty="0" smtClean="0" sz="2000" spc="-8" b="1">
                <a:latin typeface="Arial"/>
                <a:cs typeface="Arial"/>
              </a:rPr>
              <a:t> </a:t>
            </a:r>
            <a:r>
              <a:rPr dirty="0" smtClean="0" sz="2000" spc="-8" b="1">
                <a:latin typeface="Arial"/>
                <a:cs typeface="Arial"/>
              </a:rPr>
              <a:t>PH</a:t>
            </a:r>
            <a:r>
              <a:rPr dirty="0" smtClean="0" sz="2000" spc="-8" b="1">
                <a:latin typeface="Arial"/>
                <a:cs typeface="Arial"/>
              </a:rPr>
              <a:t>A</a:t>
            </a:r>
            <a:r>
              <a:rPr dirty="0" smtClean="0" sz="2000" spc="-8" b="1">
                <a:latin typeface="Arial"/>
                <a:cs typeface="Arial"/>
              </a:rPr>
              <a:t>SE</a:t>
            </a:r>
            <a:endParaRPr sz="2000">
              <a:latin typeface="Arial"/>
              <a:cs typeface="Arial"/>
            </a:endParaRPr>
          </a:p>
          <a:p>
            <a:pPr marL="35970">
              <a:lnSpc>
                <a:spcPts val="2250"/>
              </a:lnSpc>
              <a:spcBef>
                <a:spcPts val="5"/>
              </a:spcBef>
            </a:pPr>
            <a:r>
              <a:rPr dirty="0" smtClean="0" sz="2000" spc="-1">
                <a:latin typeface="Arial"/>
                <a:cs typeface="Arial"/>
              </a:rPr>
              <a:t>-</a:t>
            </a:r>
            <a:r>
              <a:rPr dirty="0" smtClean="0" sz="2000" spc="-1">
                <a:latin typeface="Arial"/>
                <a:cs typeface="Arial"/>
              </a:rPr>
              <a:t> </a:t>
            </a:r>
            <a:r>
              <a:rPr dirty="0" smtClean="0" sz="2000" spc="-1">
                <a:latin typeface="Arial"/>
                <a:cs typeface="Arial"/>
              </a:rPr>
              <a:t>P</a:t>
            </a:r>
            <a:r>
              <a:rPr dirty="0" smtClean="0" sz="2000" spc="-1">
                <a:latin typeface="Arial"/>
                <a:cs typeface="Arial"/>
              </a:rPr>
              <a:t>e</a:t>
            </a:r>
            <a:r>
              <a:rPr dirty="0" smtClean="0" sz="2000" spc="-1">
                <a:latin typeface="Arial"/>
                <a:cs typeface="Arial"/>
              </a:rPr>
              <a:t>n</a:t>
            </a:r>
            <a:r>
              <a:rPr dirty="0" smtClean="0" sz="2000" spc="-1">
                <a:latin typeface="Arial"/>
                <a:cs typeface="Arial"/>
              </a:rPr>
              <a:t>g</a:t>
            </a:r>
            <a:r>
              <a:rPr dirty="0" smtClean="0" sz="2000" spc="-1">
                <a:latin typeface="Arial"/>
                <a:cs typeface="Arial"/>
              </a:rPr>
              <a:t>u</a:t>
            </a:r>
            <a:r>
              <a:rPr dirty="0" smtClean="0" sz="2000" spc="-1">
                <a:latin typeface="Arial"/>
                <a:cs typeface="Arial"/>
              </a:rPr>
              <a:t>k</a:t>
            </a:r>
            <a:r>
              <a:rPr dirty="0" smtClean="0" sz="2000" spc="-1">
                <a:latin typeface="Arial"/>
                <a:cs typeface="Arial"/>
              </a:rPr>
              <a:t>u</a:t>
            </a:r>
            <a:r>
              <a:rPr dirty="0" smtClean="0" sz="2000" spc="-1">
                <a:latin typeface="Arial"/>
                <a:cs typeface="Arial"/>
              </a:rPr>
              <a:t>ran</a:t>
            </a:r>
            <a:r>
              <a:rPr dirty="0" smtClean="0" sz="2000" spc="-1">
                <a:latin typeface="Arial"/>
                <a:cs typeface="Arial"/>
              </a:rPr>
              <a:t> </a:t>
            </a:r>
            <a:r>
              <a:rPr dirty="0" smtClean="0" sz="2000" spc="-1">
                <a:latin typeface="Arial"/>
                <a:cs typeface="Arial"/>
              </a:rPr>
              <a:t>k</a:t>
            </a:r>
            <a:r>
              <a:rPr dirty="0" smtClean="0" sz="2000" spc="-1">
                <a:latin typeface="Arial"/>
                <a:cs typeface="Arial"/>
              </a:rPr>
              <a:t>u</a:t>
            </a:r>
            <a:r>
              <a:rPr dirty="0" smtClean="0" sz="2000" spc="-1">
                <a:latin typeface="Arial"/>
                <a:cs typeface="Arial"/>
              </a:rPr>
              <a:t>a</a:t>
            </a:r>
            <a:r>
              <a:rPr dirty="0" smtClean="0" sz="2000" spc="-1">
                <a:latin typeface="Arial"/>
                <a:cs typeface="Arial"/>
              </a:rPr>
              <a:t>l</a:t>
            </a:r>
            <a:r>
              <a:rPr dirty="0" smtClean="0" sz="2000" spc="-1">
                <a:latin typeface="Arial"/>
                <a:cs typeface="Arial"/>
              </a:rPr>
              <a:t>i</a:t>
            </a:r>
            <a:r>
              <a:rPr dirty="0" smtClean="0" sz="2000" spc="-1">
                <a:latin typeface="Arial"/>
                <a:cs typeface="Arial"/>
              </a:rPr>
              <a:t>t</a:t>
            </a:r>
            <a:r>
              <a:rPr dirty="0" smtClean="0" sz="2000" spc="-1">
                <a:latin typeface="Arial"/>
                <a:cs typeface="Arial"/>
              </a:rPr>
              <a:t>a</a:t>
            </a:r>
            <a:r>
              <a:rPr dirty="0" smtClean="0" sz="2000" spc="-1">
                <a:latin typeface="Arial"/>
                <a:cs typeface="Arial"/>
              </a:rPr>
              <a:t>s</a:t>
            </a:r>
            <a:r>
              <a:rPr dirty="0" smtClean="0" sz="2000" spc="-1">
                <a:latin typeface="Arial"/>
                <a:cs typeface="Arial"/>
              </a:rPr>
              <a:t> </a:t>
            </a:r>
            <a:r>
              <a:rPr dirty="0" smtClean="0" sz="2000" spc="-1">
                <a:latin typeface="Arial"/>
                <a:cs typeface="Arial"/>
              </a:rPr>
              <a:t>sin</a:t>
            </a:r>
            <a:r>
              <a:rPr dirty="0" smtClean="0" sz="2000" spc="-1">
                <a:latin typeface="Arial"/>
                <a:cs typeface="Arial"/>
              </a:rPr>
              <a:t>y</a:t>
            </a:r>
            <a:r>
              <a:rPr dirty="0" smtClean="0" sz="2000" spc="-1">
                <a:latin typeface="Arial"/>
                <a:cs typeface="Arial"/>
              </a:rPr>
              <a:t>a</a:t>
            </a:r>
            <a:r>
              <a:rPr dirty="0" smtClean="0" sz="2000" spc="-1">
                <a:latin typeface="Arial"/>
                <a:cs typeface="Arial"/>
              </a:rPr>
              <a:t>l</a:t>
            </a:r>
            <a:r>
              <a:rPr dirty="0" smtClean="0" sz="2000" spc="-1">
                <a:latin typeface="Arial"/>
                <a:cs typeface="Arial"/>
              </a:rPr>
              <a:t> </a:t>
            </a:r>
            <a:r>
              <a:rPr dirty="0" smtClean="0" sz="2000" spc="-1">
                <a:latin typeface="Arial"/>
                <a:cs typeface="Arial"/>
              </a:rPr>
              <a:t>d</a:t>
            </a:r>
            <a:r>
              <a:rPr dirty="0" smtClean="0" sz="2000" spc="-1">
                <a:latin typeface="Arial"/>
                <a:cs typeface="Arial"/>
              </a:rPr>
              <a:t>a</a:t>
            </a:r>
            <a:r>
              <a:rPr dirty="0" smtClean="0" sz="2000" spc="-1">
                <a:latin typeface="Arial"/>
                <a:cs typeface="Arial"/>
              </a:rPr>
              <a:t>n</a:t>
            </a:r>
            <a:r>
              <a:rPr dirty="0" smtClean="0" sz="2000" spc="-1">
                <a:latin typeface="Arial"/>
                <a:cs typeface="Arial"/>
              </a:rPr>
              <a:t> </a:t>
            </a:r>
            <a:r>
              <a:rPr dirty="0" smtClean="0" sz="2000" spc="-1">
                <a:latin typeface="Arial"/>
                <a:cs typeface="Arial"/>
              </a:rPr>
              <a:t>‘</a:t>
            </a:r>
            <a:r>
              <a:rPr dirty="0" smtClean="0" sz="2000" spc="-1">
                <a:latin typeface="Arial"/>
                <a:cs typeface="Arial"/>
              </a:rPr>
              <a:t>m</a:t>
            </a:r>
            <a:r>
              <a:rPr dirty="0" smtClean="0" sz="2000" spc="-1">
                <a:latin typeface="Arial"/>
                <a:cs typeface="Arial"/>
              </a:rPr>
              <a:t>e</a:t>
            </a:r>
            <a:r>
              <a:rPr dirty="0" smtClean="0" sz="2000" spc="-1">
                <a:latin typeface="Arial"/>
                <a:cs typeface="Arial"/>
              </a:rPr>
              <a:t>l</a:t>
            </a:r>
            <a:r>
              <a:rPr dirty="0" smtClean="0" sz="2000" spc="-1">
                <a:latin typeface="Arial"/>
                <a:cs typeface="Arial"/>
              </a:rPr>
              <a:t>i</a:t>
            </a:r>
            <a:r>
              <a:rPr dirty="0" smtClean="0" sz="2000" spc="-1">
                <a:latin typeface="Arial"/>
                <a:cs typeface="Arial"/>
              </a:rPr>
              <a:t>h</a:t>
            </a:r>
            <a:r>
              <a:rPr dirty="0" smtClean="0" sz="2000" spc="-1">
                <a:latin typeface="Arial"/>
                <a:cs typeface="Arial"/>
              </a:rPr>
              <a:t>a</a:t>
            </a:r>
            <a:r>
              <a:rPr dirty="0" smtClean="0" sz="2000" spc="-1">
                <a:latin typeface="Arial"/>
                <a:cs typeface="Arial"/>
              </a:rPr>
              <a:t>t’</a:t>
            </a:r>
            <a:r>
              <a:rPr dirty="0" smtClean="0" sz="2000" spc="-1">
                <a:latin typeface="Arial"/>
                <a:cs typeface="Arial"/>
              </a:rPr>
              <a:t> </a:t>
            </a:r>
            <a:r>
              <a:rPr dirty="0" smtClean="0" sz="2000" spc="-1">
                <a:latin typeface="Arial"/>
                <a:cs typeface="Arial"/>
              </a:rPr>
              <a:t>k</a:t>
            </a:r>
            <a:r>
              <a:rPr dirty="0" smtClean="0" sz="2000" spc="-1">
                <a:latin typeface="Arial"/>
                <a:cs typeface="Arial"/>
              </a:rPr>
              <a:t>e</a:t>
            </a:r>
            <a:r>
              <a:rPr dirty="0" smtClean="0" sz="2000" spc="-1">
                <a:latin typeface="Arial"/>
                <a:cs typeface="Arial"/>
              </a:rPr>
              <a:t>m</a:t>
            </a:r>
            <a:r>
              <a:rPr dirty="0" smtClean="0" sz="2000" spc="-1">
                <a:latin typeface="Arial"/>
                <a:cs typeface="Arial"/>
              </a:rPr>
              <a:t>u</a:t>
            </a:r>
            <a:r>
              <a:rPr dirty="0" smtClean="0" sz="2000" spc="-1">
                <a:latin typeface="Arial"/>
                <a:cs typeface="Arial"/>
              </a:rPr>
              <a:t>n</a:t>
            </a:r>
            <a:r>
              <a:rPr dirty="0" smtClean="0" sz="2000" spc="-1">
                <a:latin typeface="Arial"/>
                <a:cs typeface="Arial"/>
              </a:rPr>
              <a:t>g</a:t>
            </a:r>
            <a:r>
              <a:rPr dirty="0" smtClean="0" sz="2000" spc="-1">
                <a:latin typeface="Arial"/>
                <a:cs typeface="Arial"/>
              </a:rPr>
              <a:t>kin</a:t>
            </a:r>
            <a:r>
              <a:rPr dirty="0" smtClean="0" sz="2000" spc="-1">
                <a:latin typeface="Arial"/>
                <a:cs typeface="Arial"/>
              </a:rPr>
              <a:t>a</a:t>
            </a:r>
            <a:r>
              <a:rPr dirty="0" smtClean="0" sz="2000" spc="-1">
                <a:latin typeface="Arial"/>
                <a:cs typeface="Arial"/>
              </a:rPr>
              <a:t>n</a:t>
            </a:r>
            <a:r>
              <a:rPr dirty="0" smtClean="0" sz="2000" spc="-1">
                <a:latin typeface="Arial"/>
                <a:cs typeface="Arial"/>
              </a:rPr>
              <a:t> </a:t>
            </a:r>
            <a:r>
              <a:rPr dirty="0" smtClean="0" sz="2000" spc="-1">
                <a:latin typeface="Arial"/>
                <a:cs typeface="Arial"/>
              </a:rPr>
              <a:t>ra</a:t>
            </a:r>
            <a:r>
              <a:rPr dirty="0" smtClean="0" sz="2000" spc="-1">
                <a:latin typeface="Arial"/>
                <a:cs typeface="Arial"/>
              </a:rPr>
              <a:t>d</a:t>
            </a:r>
            <a:r>
              <a:rPr dirty="0" smtClean="0" sz="2000" spc="-1">
                <a:latin typeface="Arial"/>
                <a:cs typeface="Arial"/>
              </a:rPr>
              <a:t>io</a:t>
            </a:r>
            <a:endParaRPr sz="2000">
              <a:latin typeface="Arial"/>
              <a:cs typeface="Arial"/>
            </a:endParaRPr>
          </a:p>
          <a:p>
            <a:pPr marL="35970" marR="38100">
              <a:lnSpc>
                <a:spcPts val="2160"/>
              </a:lnSpc>
            </a:pPr>
            <a:r>
              <a:rPr dirty="0" smtClean="0" sz="2000" spc="-1">
                <a:latin typeface="Arial"/>
                <a:cs typeface="Arial"/>
              </a:rPr>
              <a:t>-</a:t>
            </a:r>
            <a:r>
              <a:rPr dirty="0" smtClean="0" sz="2000" spc="-1">
                <a:latin typeface="Arial"/>
                <a:cs typeface="Arial"/>
              </a:rPr>
              <a:t> </a:t>
            </a:r>
            <a:r>
              <a:rPr dirty="0" smtClean="0" sz="2000" spc="-1">
                <a:latin typeface="Arial"/>
                <a:cs typeface="Arial"/>
              </a:rPr>
              <a:t>I</a:t>
            </a:r>
            <a:r>
              <a:rPr dirty="0" smtClean="0" sz="2000" spc="-1">
                <a:latin typeface="Arial"/>
                <a:cs typeface="Arial"/>
              </a:rPr>
              <a:t>n</a:t>
            </a:r>
            <a:r>
              <a:rPr dirty="0" smtClean="0" sz="2000" spc="-1">
                <a:latin typeface="Arial"/>
                <a:cs typeface="Arial"/>
              </a:rPr>
              <a:t>is</a:t>
            </a:r>
            <a:r>
              <a:rPr dirty="0" smtClean="0" sz="2000" spc="-1">
                <a:latin typeface="Arial"/>
                <a:cs typeface="Arial"/>
              </a:rPr>
              <a:t>i</a:t>
            </a:r>
            <a:r>
              <a:rPr dirty="0" smtClean="0" sz="2000" spc="-1">
                <a:latin typeface="Arial"/>
                <a:cs typeface="Arial"/>
              </a:rPr>
              <a:t>a</a:t>
            </a:r>
            <a:r>
              <a:rPr dirty="0" smtClean="0" sz="2000" spc="-1">
                <a:latin typeface="Arial"/>
                <a:cs typeface="Arial"/>
              </a:rPr>
              <a:t>si</a:t>
            </a:r>
            <a:r>
              <a:rPr dirty="0" smtClean="0" sz="2000" spc="-1">
                <a:latin typeface="Arial"/>
                <a:cs typeface="Arial"/>
              </a:rPr>
              <a:t> </a:t>
            </a:r>
            <a:r>
              <a:rPr dirty="0" smtClean="0" sz="2000" spc="-1">
                <a:latin typeface="Arial"/>
                <a:cs typeface="Arial"/>
              </a:rPr>
              <a:t>h</a:t>
            </a:r>
            <a:r>
              <a:rPr dirty="0" smtClean="0" sz="2000" spc="-1">
                <a:latin typeface="Arial"/>
                <a:cs typeface="Arial"/>
              </a:rPr>
              <a:t>a</a:t>
            </a:r>
            <a:r>
              <a:rPr dirty="0" smtClean="0" sz="2000" spc="-1">
                <a:latin typeface="Arial"/>
                <a:cs typeface="Arial"/>
              </a:rPr>
              <a:t>n</a:t>
            </a:r>
            <a:r>
              <a:rPr dirty="0" smtClean="0" sz="2000" spc="-1">
                <a:latin typeface="Arial"/>
                <a:cs typeface="Arial"/>
              </a:rPr>
              <a:t>d</a:t>
            </a:r>
            <a:r>
              <a:rPr dirty="0" smtClean="0" sz="2000" spc="-1">
                <a:latin typeface="Arial"/>
                <a:cs typeface="Arial"/>
              </a:rPr>
              <a:t>o</a:t>
            </a:r>
            <a:r>
              <a:rPr dirty="0" smtClean="0" sz="2000" spc="-1">
                <a:latin typeface="Arial"/>
                <a:cs typeface="Arial"/>
              </a:rPr>
              <a:t>f</a:t>
            </a:r>
            <a:r>
              <a:rPr dirty="0" smtClean="0" sz="2000" spc="-1">
                <a:latin typeface="Arial"/>
                <a:cs typeface="Arial"/>
              </a:rPr>
              <a:t>f</a:t>
            </a:r>
            <a:r>
              <a:rPr dirty="0" smtClean="0" sz="2000" spc="-1">
                <a:latin typeface="Arial"/>
                <a:cs typeface="Arial"/>
              </a:rPr>
              <a:t> </a:t>
            </a:r>
            <a:r>
              <a:rPr dirty="0" smtClean="0" sz="2000" spc="-1">
                <a:latin typeface="Arial"/>
                <a:cs typeface="Arial"/>
              </a:rPr>
              <a:t>j</a:t>
            </a:r>
            <a:r>
              <a:rPr dirty="0" smtClean="0" sz="2000" spc="-1">
                <a:latin typeface="Arial"/>
                <a:cs typeface="Arial"/>
              </a:rPr>
              <a:t>i</a:t>
            </a:r>
            <a:r>
              <a:rPr dirty="0" smtClean="0" sz="2000" spc="-1">
                <a:latin typeface="Arial"/>
                <a:cs typeface="Arial"/>
              </a:rPr>
              <a:t>ka</a:t>
            </a:r>
            <a:r>
              <a:rPr dirty="0" smtClean="0" sz="2000" spc="-1">
                <a:latin typeface="Arial"/>
                <a:cs typeface="Arial"/>
              </a:rPr>
              <a:t> </a:t>
            </a:r>
            <a:r>
              <a:rPr dirty="0" smtClean="0" sz="2000" spc="-1">
                <a:latin typeface="Arial"/>
                <a:cs typeface="Arial"/>
              </a:rPr>
              <a:t>d</a:t>
            </a:r>
            <a:r>
              <a:rPr dirty="0" smtClean="0" sz="2000" spc="-1">
                <a:latin typeface="Arial"/>
                <a:cs typeface="Arial"/>
              </a:rPr>
              <a:t>ip</a:t>
            </a:r>
            <a:r>
              <a:rPr dirty="0" smtClean="0" sz="2000" spc="-1">
                <a:latin typeface="Arial"/>
                <a:cs typeface="Arial"/>
              </a:rPr>
              <a:t>e</a:t>
            </a:r>
            <a:r>
              <a:rPr dirty="0" smtClean="0" sz="2000" spc="-1">
                <a:latin typeface="Arial"/>
                <a:cs typeface="Arial"/>
              </a:rPr>
              <a:t>r</a:t>
            </a:r>
            <a:r>
              <a:rPr dirty="0" smtClean="0" sz="2000" spc="-1">
                <a:latin typeface="Arial"/>
                <a:cs typeface="Arial"/>
              </a:rPr>
              <a:t>l</a:t>
            </a:r>
            <a:r>
              <a:rPr dirty="0" smtClean="0" sz="2000" spc="-1">
                <a:latin typeface="Arial"/>
                <a:cs typeface="Arial"/>
              </a:rPr>
              <a:t>u</a:t>
            </a:r>
            <a:r>
              <a:rPr dirty="0" smtClean="0" sz="2000" spc="-1">
                <a:latin typeface="Arial"/>
                <a:cs typeface="Arial"/>
              </a:rPr>
              <a:t>k</a:t>
            </a:r>
            <a:r>
              <a:rPr dirty="0" smtClean="0" sz="2000" spc="-1">
                <a:latin typeface="Arial"/>
                <a:cs typeface="Arial"/>
              </a:rPr>
              <a:t>a</a:t>
            </a:r>
            <a:r>
              <a:rPr dirty="0" smtClean="0" sz="2000" spc="-1">
                <a:latin typeface="Arial"/>
                <a:cs typeface="Arial"/>
              </a:rPr>
              <a:t>n</a:t>
            </a:r>
            <a:endParaRPr sz="2000">
              <a:latin typeface="Arial"/>
              <a:cs typeface="Arial"/>
            </a:endParaRPr>
          </a:p>
          <a:p>
            <a:pPr marL="12700" marR="38100">
              <a:lnSpc>
                <a:spcPct val="95825"/>
              </a:lnSpc>
              <a:spcBef>
                <a:spcPts val="387"/>
              </a:spcBef>
            </a:pPr>
            <a:r>
              <a:rPr dirty="0" smtClean="0" sz="2000" spc="-2" b="1">
                <a:latin typeface="Arial"/>
                <a:cs typeface="Arial"/>
              </a:rPr>
              <a:t>H</a:t>
            </a:r>
            <a:r>
              <a:rPr dirty="0" smtClean="0" sz="2000" spc="-2" b="1">
                <a:latin typeface="Arial"/>
                <a:cs typeface="Arial"/>
              </a:rPr>
              <a:t>A</a:t>
            </a:r>
            <a:r>
              <a:rPr dirty="0" smtClean="0" sz="2000" spc="-2" b="1">
                <a:latin typeface="Arial"/>
                <a:cs typeface="Arial"/>
              </a:rPr>
              <a:t>N</a:t>
            </a:r>
            <a:r>
              <a:rPr dirty="0" smtClean="0" sz="2000" spc="-2" b="1">
                <a:latin typeface="Arial"/>
                <a:cs typeface="Arial"/>
              </a:rPr>
              <a:t>D</a:t>
            </a:r>
            <a:r>
              <a:rPr dirty="0" smtClean="0" sz="2000" spc="-2" b="1">
                <a:latin typeface="Arial"/>
                <a:cs typeface="Arial"/>
              </a:rPr>
              <a:t>O</a:t>
            </a:r>
            <a:r>
              <a:rPr dirty="0" smtClean="0" sz="2000" spc="-2" b="1">
                <a:latin typeface="Arial"/>
                <a:cs typeface="Arial"/>
              </a:rPr>
              <a:t>V</a:t>
            </a:r>
            <a:r>
              <a:rPr dirty="0" smtClean="0" sz="2000" spc="-2" b="1">
                <a:latin typeface="Arial"/>
                <a:cs typeface="Arial"/>
              </a:rPr>
              <a:t>ER</a:t>
            </a:r>
            <a:r>
              <a:rPr dirty="0" smtClean="0" sz="2000" spc="-2" b="1">
                <a:latin typeface="Arial"/>
                <a:cs typeface="Arial"/>
              </a:rPr>
              <a:t> </a:t>
            </a:r>
            <a:r>
              <a:rPr dirty="0" smtClean="0" sz="2000" spc="-2" b="1">
                <a:latin typeface="Arial"/>
                <a:cs typeface="Arial"/>
              </a:rPr>
              <a:t>H</a:t>
            </a:r>
            <a:r>
              <a:rPr dirty="0" smtClean="0" sz="2000" spc="-2" b="1">
                <a:latin typeface="Arial"/>
                <a:cs typeface="Arial"/>
              </a:rPr>
              <a:t>A</a:t>
            </a:r>
            <a:r>
              <a:rPr dirty="0" smtClean="0" sz="2000" spc="-2" b="1">
                <a:latin typeface="Arial"/>
                <a:cs typeface="Arial"/>
              </a:rPr>
              <a:t>N</a:t>
            </a:r>
            <a:r>
              <a:rPr dirty="0" smtClean="0" sz="2000" spc="-2" b="1">
                <a:latin typeface="Arial"/>
                <a:cs typeface="Arial"/>
              </a:rPr>
              <a:t>D</a:t>
            </a:r>
            <a:r>
              <a:rPr dirty="0" smtClean="0" sz="2000" spc="-2" b="1">
                <a:latin typeface="Arial"/>
                <a:cs typeface="Arial"/>
              </a:rPr>
              <a:t>LI</a:t>
            </a:r>
            <a:r>
              <a:rPr dirty="0" smtClean="0" sz="2000" spc="-2" b="1">
                <a:latin typeface="Arial"/>
                <a:cs typeface="Arial"/>
              </a:rPr>
              <a:t>N</a:t>
            </a:r>
            <a:r>
              <a:rPr dirty="0" smtClean="0" sz="2000" spc="-2" b="1">
                <a:latin typeface="Arial"/>
                <a:cs typeface="Arial"/>
              </a:rPr>
              <a:t>G</a:t>
            </a:r>
            <a:r>
              <a:rPr dirty="0" smtClean="0" sz="2000" spc="-2" b="1">
                <a:latin typeface="Arial"/>
                <a:cs typeface="Arial"/>
              </a:rPr>
              <a:t> </a:t>
            </a:r>
            <a:r>
              <a:rPr dirty="0" smtClean="0" sz="2000" spc="-2" b="1">
                <a:latin typeface="Arial"/>
                <a:cs typeface="Arial"/>
              </a:rPr>
              <a:t>PH</a:t>
            </a:r>
            <a:r>
              <a:rPr dirty="0" smtClean="0" sz="2000" spc="-2" b="1">
                <a:latin typeface="Arial"/>
                <a:cs typeface="Arial"/>
              </a:rPr>
              <a:t>A</a:t>
            </a:r>
            <a:r>
              <a:rPr dirty="0" smtClean="0" sz="2000" spc="-2" b="1">
                <a:latin typeface="Arial"/>
                <a:cs typeface="Arial"/>
              </a:rPr>
              <a:t>SE</a:t>
            </a:r>
            <a:endParaRPr sz="2000">
              <a:latin typeface="Arial"/>
              <a:cs typeface="Arial"/>
            </a:endParaRPr>
          </a:p>
          <a:p>
            <a:pPr marL="35970" marR="38100">
              <a:lnSpc>
                <a:spcPts val="2240"/>
              </a:lnSpc>
              <a:spcBef>
                <a:spcPts val="476"/>
              </a:spcBef>
            </a:pPr>
            <a:r>
              <a:rPr dirty="0" smtClean="0" sz="2000" spc="-1">
                <a:latin typeface="Arial"/>
                <a:cs typeface="Arial"/>
              </a:rPr>
              <a:t>-</a:t>
            </a:r>
            <a:r>
              <a:rPr dirty="0" smtClean="0" sz="2000" spc="-1">
                <a:latin typeface="Arial"/>
                <a:cs typeface="Arial"/>
              </a:rPr>
              <a:t> </a:t>
            </a:r>
            <a:r>
              <a:rPr dirty="0" smtClean="0" sz="2000" spc="-1">
                <a:latin typeface="Arial"/>
                <a:cs typeface="Arial"/>
              </a:rPr>
              <a:t>P</a:t>
            </a:r>
            <a:r>
              <a:rPr dirty="0" smtClean="0" sz="2000" spc="-1">
                <a:latin typeface="Arial"/>
                <a:cs typeface="Arial"/>
              </a:rPr>
              <a:t>e</a:t>
            </a:r>
            <a:r>
              <a:rPr dirty="0" smtClean="0" sz="2000" spc="-1">
                <a:latin typeface="Arial"/>
                <a:cs typeface="Arial"/>
              </a:rPr>
              <a:t>n</a:t>
            </a:r>
            <a:r>
              <a:rPr dirty="0" smtClean="0" sz="2000" spc="-1">
                <a:latin typeface="Arial"/>
                <a:cs typeface="Arial"/>
              </a:rPr>
              <a:t>e</a:t>
            </a:r>
            <a:r>
              <a:rPr dirty="0" smtClean="0" sz="2000" spc="-1">
                <a:latin typeface="Arial"/>
                <a:cs typeface="Arial"/>
              </a:rPr>
              <a:t>n</a:t>
            </a:r>
            <a:r>
              <a:rPr dirty="0" smtClean="0" sz="2000" spc="-1">
                <a:latin typeface="Arial"/>
                <a:cs typeface="Arial"/>
              </a:rPr>
              <a:t>t</a:t>
            </a:r>
            <a:r>
              <a:rPr dirty="0" smtClean="0" sz="2000" spc="-1">
                <a:latin typeface="Arial"/>
                <a:cs typeface="Arial"/>
              </a:rPr>
              <a:t>u</a:t>
            </a:r>
            <a:r>
              <a:rPr dirty="0" smtClean="0" sz="2000" spc="-1">
                <a:latin typeface="Arial"/>
                <a:cs typeface="Arial"/>
              </a:rPr>
              <a:t>a</a:t>
            </a:r>
            <a:r>
              <a:rPr dirty="0" smtClean="0" sz="2000" spc="-1">
                <a:latin typeface="Arial"/>
                <a:cs typeface="Arial"/>
              </a:rPr>
              <a:t>n</a:t>
            </a:r>
            <a:r>
              <a:rPr dirty="0" smtClean="0" sz="2000" spc="-1">
                <a:latin typeface="Arial"/>
                <a:cs typeface="Arial"/>
              </a:rPr>
              <a:t> </a:t>
            </a:r>
            <a:r>
              <a:rPr dirty="0" smtClean="0" sz="2000" spc="-1" i="1">
                <a:latin typeface="Arial"/>
                <a:cs typeface="Arial"/>
              </a:rPr>
              <a:t>p</a:t>
            </a:r>
            <a:r>
              <a:rPr dirty="0" smtClean="0" sz="2000" spc="-1" i="1">
                <a:latin typeface="Arial"/>
                <a:cs typeface="Arial"/>
              </a:rPr>
              <a:t>o</a:t>
            </a:r>
            <a:r>
              <a:rPr dirty="0" smtClean="0" sz="2000" spc="-1" i="1">
                <a:latin typeface="Arial"/>
                <a:cs typeface="Arial"/>
              </a:rPr>
              <a:t>int</a:t>
            </a:r>
            <a:r>
              <a:rPr dirty="0" smtClean="0" sz="2000" spc="-1" i="1">
                <a:latin typeface="Arial"/>
                <a:cs typeface="Arial"/>
              </a:rPr>
              <a:t> </a:t>
            </a:r>
            <a:r>
              <a:rPr dirty="0" smtClean="0" sz="2000" spc="-1" i="1">
                <a:latin typeface="Arial"/>
                <a:cs typeface="Arial"/>
              </a:rPr>
              <a:t>o</a:t>
            </a:r>
            <a:r>
              <a:rPr dirty="0" smtClean="0" sz="2000" spc="-1" i="1">
                <a:latin typeface="Arial"/>
                <a:cs typeface="Arial"/>
              </a:rPr>
              <a:t>f</a:t>
            </a:r>
            <a:r>
              <a:rPr dirty="0" smtClean="0" sz="2000" spc="-1" i="1">
                <a:latin typeface="Arial"/>
                <a:cs typeface="Arial"/>
              </a:rPr>
              <a:t> </a:t>
            </a:r>
            <a:r>
              <a:rPr dirty="0" smtClean="0" sz="2000" spc="-1" i="1">
                <a:latin typeface="Arial"/>
                <a:cs typeface="Arial"/>
              </a:rPr>
              <a:t>a</a:t>
            </a:r>
            <a:r>
              <a:rPr dirty="0" smtClean="0" sz="2000" spc="-1" i="1">
                <a:latin typeface="Arial"/>
                <a:cs typeface="Arial"/>
              </a:rPr>
              <a:t>t</a:t>
            </a:r>
            <a:r>
              <a:rPr dirty="0" smtClean="0" sz="2000" spc="-1" i="1">
                <a:latin typeface="Arial"/>
                <a:cs typeface="Arial"/>
              </a:rPr>
              <a:t>t</a:t>
            </a:r>
            <a:r>
              <a:rPr dirty="0" smtClean="0" sz="2000" spc="-1" i="1">
                <a:latin typeface="Arial"/>
                <a:cs typeface="Arial"/>
              </a:rPr>
              <a:t>a</a:t>
            </a:r>
            <a:r>
              <a:rPr dirty="0" smtClean="0" sz="2000" spc="-1" i="1">
                <a:latin typeface="Arial"/>
                <a:cs typeface="Arial"/>
              </a:rPr>
              <a:t>c</a:t>
            </a:r>
            <a:r>
              <a:rPr dirty="0" smtClean="0" sz="2000" spc="-1" i="1">
                <a:latin typeface="Arial"/>
                <a:cs typeface="Arial"/>
              </a:rPr>
              <a:t>h</a:t>
            </a:r>
            <a:r>
              <a:rPr dirty="0" smtClean="0" sz="2000" spc="-1" i="1">
                <a:latin typeface="Arial"/>
                <a:cs typeface="Arial"/>
              </a:rPr>
              <a:t>m</a:t>
            </a:r>
            <a:r>
              <a:rPr dirty="0" smtClean="0" sz="2000" spc="-1" i="1">
                <a:latin typeface="Arial"/>
                <a:cs typeface="Arial"/>
              </a:rPr>
              <a:t>e</a:t>
            </a:r>
            <a:r>
              <a:rPr dirty="0" smtClean="0" sz="2000" spc="-1" i="1">
                <a:latin typeface="Arial"/>
                <a:cs typeface="Arial"/>
              </a:rPr>
              <a:t>n</a:t>
            </a:r>
            <a:r>
              <a:rPr dirty="0" smtClean="0" sz="2000" spc="-1" i="1">
                <a:latin typeface="Arial"/>
                <a:cs typeface="Arial"/>
              </a:rPr>
              <a:t>t</a:t>
            </a:r>
            <a:r>
              <a:rPr dirty="0" smtClean="0" sz="2000" spc="-1" i="1">
                <a:latin typeface="Arial"/>
                <a:cs typeface="Arial"/>
              </a:rPr>
              <a:t> </a:t>
            </a:r>
            <a:r>
              <a:rPr dirty="0" smtClean="0" sz="2000" spc="-1">
                <a:latin typeface="Arial"/>
                <a:cs typeface="Arial"/>
              </a:rPr>
              <a:t>(P</a:t>
            </a:r>
            <a:r>
              <a:rPr dirty="0" smtClean="0" sz="2000" spc="-1">
                <a:latin typeface="Arial"/>
                <a:cs typeface="Arial"/>
              </a:rPr>
              <a:t>o</a:t>
            </a:r>
            <a:r>
              <a:rPr dirty="0" smtClean="0" sz="2000" spc="-1">
                <a:latin typeface="Arial"/>
                <a:cs typeface="Arial"/>
              </a:rPr>
              <a:t>A)</a:t>
            </a:r>
            <a:r>
              <a:rPr dirty="0" smtClean="0" sz="2000" spc="-1">
                <a:latin typeface="Arial"/>
                <a:cs typeface="Arial"/>
              </a:rPr>
              <a:t> </a:t>
            </a:r>
            <a:r>
              <a:rPr dirty="0" smtClean="0" sz="2000" spc="-1">
                <a:latin typeface="Arial"/>
                <a:cs typeface="Arial"/>
              </a:rPr>
              <a:t>y</a:t>
            </a:r>
            <a:r>
              <a:rPr dirty="0" smtClean="0" sz="2000" spc="-1">
                <a:latin typeface="Arial"/>
                <a:cs typeface="Arial"/>
              </a:rPr>
              <a:t>a</a:t>
            </a:r>
            <a:r>
              <a:rPr dirty="0" smtClean="0" sz="2000" spc="-1">
                <a:latin typeface="Arial"/>
                <a:cs typeface="Arial"/>
              </a:rPr>
              <a:t>n</a:t>
            </a:r>
            <a:r>
              <a:rPr dirty="0" smtClean="0" sz="2000" spc="-1">
                <a:latin typeface="Arial"/>
                <a:cs typeface="Arial"/>
              </a:rPr>
              <a:t>g</a:t>
            </a:r>
            <a:r>
              <a:rPr dirty="0" smtClean="0" sz="2000" spc="-1">
                <a:latin typeface="Arial"/>
                <a:cs typeface="Arial"/>
              </a:rPr>
              <a:t> </a:t>
            </a:r>
            <a:r>
              <a:rPr dirty="0" smtClean="0" sz="2000" spc="-1">
                <a:latin typeface="Arial"/>
                <a:cs typeface="Arial"/>
              </a:rPr>
              <a:t>b</a:t>
            </a:r>
            <a:r>
              <a:rPr dirty="0" smtClean="0" sz="2000" spc="-1">
                <a:latin typeface="Arial"/>
                <a:cs typeface="Arial"/>
              </a:rPr>
              <a:t>a</a:t>
            </a:r>
            <a:r>
              <a:rPr dirty="0" smtClean="0" sz="2000" spc="-1">
                <a:latin typeface="Arial"/>
                <a:cs typeface="Arial"/>
              </a:rPr>
              <a:t>ru</a:t>
            </a:r>
            <a:endParaRPr sz="2000">
              <a:latin typeface="Arial"/>
              <a:cs typeface="Arial"/>
            </a:endParaRPr>
          </a:p>
          <a:p>
            <a:pPr marL="35970" marR="38100">
              <a:lnSpc>
                <a:spcPts val="1980"/>
              </a:lnSpc>
            </a:pPr>
            <a:r>
              <a:rPr dirty="0" smtClean="0" sz="2000" spc="0">
                <a:latin typeface="Arial"/>
                <a:cs typeface="Arial"/>
              </a:rPr>
              <a:t>-</a:t>
            </a:r>
            <a:r>
              <a:rPr dirty="0" smtClean="0" sz="2000" spc="0">
                <a:latin typeface="Arial"/>
                <a:cs typeface="Arial"/>
              </a:rPr>
              <a:t> </a:t>
            </a:r>
            <a:r>
              <a:rPr dirty="0" smtClean="0" sz="2000" spc="0">
                <a:latin typeface="Arial"/>
                <a:cs typeface="Arial"/>
              </a:rPr>
              <a:t>I</a:t>
            </a:r>
            <a:r>
              <a:rPr dirty="0" smtClean="0" sz="2000" spc="0">
                <a:latin typeface="Arial"/>
                <a:cs typeface="Arial"/>
              </a:rPr>
              <a:t>n</a:t>
            </a:r>
            <a:r>
              <a:rPr dirty="0" smtClean="0" sz="2000" spc="0">
                <a:latin typeface="Arial"/>
                <a:cs typeface="Arial"/>
              </a:rPr>
              <a:t>is</a:t>
            </a:r>
            <a:r>
              <a:rPr dirty="0" smtClean="0" sz="2000" spc="0">
                <a:latin typeface="Arial"/>
                <a:cs typeface="Arial"/>
              </a:rPr>
              <a:t>i</a:t>
            </a:r>
            <a:r>
              <a:rPr dirty="0" smtClean="0" sz="2000" spc="0">
                <a:latin typeface="Arial"/>
                <a:cs typeface="Arial"/>
              </a:rPr>
              <a:t>a</a:t>
            </a:r>
            <a:r>
              <a:rPr dirty="0" smtClean="0" sz="2000" spc="0">
                <a:latin typeface="Arial"/>
                <a:cs typeface="Arial"/>
              </a:rPr>
              <a:t>si</a:t>
            </a:r>
            <a:r>
              <a:rPr dirty="0" smtClean="0" sz="2000" spc="0">
                <a:latin typeface="Arial"/>
                <a:cs typeface="Arial"/>
              </a:rPr>
              <a:t> </a:t>
            </a:r>
            <a:r>
              <a:rPr dirty="0" smtClean="0" sz="2000" spc="0">
                <a:latin typeface="Arial"/>
                <a:cs typeface="Arial"/>
              </a:rPr>
              <a:t>k</a:t>
            </a:r>
            <a:r>
              <a:rPr dirty="0" smtClean="0" sz="2000" spc="0">
                <a:latin typeface="Arial"/>
                <a:cs typeface="Arial"/>
              </a:rPr>
              <a:t>e</a:t>
            </a:r>
            <a:r>
              <a:rPr dirty="0" smtClean="0" sz="2000" spc="0">
                <a:latin typeface="Arial"/>
                <a:cs typeface="Arial"/>
              </a:rPr>
              <a:t>m</a:t>
            </a:r>
            <a:r>
              <a:rPr dirty="0" smtClean="0" sz="2000" spc="0">
                <a:latin typeface="Arial"/>
                <a:cs typeface="Arial"/>
              </a:rPr>
              <a:t>u</a:t>
            </a:r>
            <a:r>
              <a:rPr dirty="0" smtClean="0" sz="2000" spc="0">
                <a:latin typeface="Arial"/>
                <a:cs typeface="Arial"/>
              </a:rPr>
              <a:t>n</a:t>
            </a:r>
            <a:r>
              <a:rPr dirty="0" smtClean="0" sz="2000" spc="0">
                <a:latin typeface="Arial"/>
                <a:cs typeface="Arial"/>
              </a:rPr>
              <a:t>g</a:t>
            </a:r>
            <a:r>
              <a:rPr dirty="0" smtClean="0" sz="2000" spc="0">
                <a:latin typeface="Arial"/>
                <a:cs typeface="Arial"/>
              </a:rPr>
              <a:t>kin</a:t>
            </a:r>
            <a:r>
              <a:rPr dirty="0" smtClean="0" sz="2000" spc="0">
                <a:latin typeface="Arial"/>
                <a:cs typeface="Arial"/>
              </a:rPr>
              <a:t>a</a:t>
            </a:r>
            <a:r>
              <a:rPr dirty="0" smtClean="0" sz="2000" spc="0">
                <a:latin typeface="Arial"/>
                <a:cs typeface="Arial"/>
              </a:rPr>
              <a:t>n</a:t>
            </a:r>
            <a:r>
              <a:rPr dirty="0" smtClean="0" sz="2000" spc="0">
                <a:latin typeface="Arial"/>
                <a:cs typeface="Arial"/>
              </a:rPr>
              <a:t> </a:t>
            </a:r>
            <a:r>
              <a:rPr dirty="0" smtClean="0" sz="2000" spc="0">
                <a:latin typeface="Arial"/>
                <a:cs typeface="Arial"/>
              </a:rPr>
              <a:t>p</a:t>
            </a:r>
            <a:r>
              <a:rPr dirty="0" smtClean="0" sz="2000" spc="0">
                <a:latin typeface="Arial"/>
                <a:cs typeface="Arial"/>
              </a:rPr>
              <a:t>ros</a:t>
            </a:r>
            <a:r>
              <a:rPr dirty="0" smtClean="0" sz="2000" spc="0">
                <a:latin typeface="Arial"/>
                <a:cs typeface="Arial"/>
              </a:rPr>
              <a:t>e</a:t>
            </a:r>
            <a:r>
              <a:rPr dirty="0" smtClean="0" sz="2000" spc="0">
                <a:latin typeface="Arial"/>
                <a:cs typeface="Arial"/>
              </a:rPr>
              <a:t>d</a:t>
            </a:r>
            <a:r>
              <a:rPr dirty="0" smtClean="0" sz="2000" spc="0">
                <a:latin typeface="Arial"/>
                <a:cs typeface="Arial"/>
              </a:rPr>
              <a:t>u</a:t>
            </a:r>
            <a:r>
              <a:rPr dirty="0" smtClean="0" sz="2000" spc="0">
                <a:latin typeface="Arial"/>
                <a:cs typeface="Arial"/>
              </a:rPr>
              <a:t>r</a:t>
            </a:r>
            <a:r>
              <a:rPr dirty="0" smtClean="0" sz="2000" spc="0">
                <a:latin typeface="Arial"/>
                <a:cs typeface="Arial"/>
              </a:rPr>
              <a:t> </a:t>
            </a:r>
            <a:r>
              <a:rPr dirty="0" smtClean="0" sz="2000" spc="0" i="1">
                <a:latin typeface="Arial"/>
                <a:cs typeface="Arial"/>
              </a:rPr>
              <a:t>r</a:t>
            </a:r>
            <a:r>
              <a:rPr dirty="0" smtClean="0" sz="2000" spc="0" i="1">
                <a:latin typeface="Arial"/>
                <a:cs typeface="Arial"/>
              </a:rPr>
              <a:t>e</a:t>
            </a:r>
            <a:r>
              <a:rPr dirty="0" smtClean="0" sz="2000" spc="0" i="1">
                <a:latin typeface="Arial"/>
                <a:cs typeface="Arial"/>
              </a:rPr>
              <a:t>-</a:t>
            </a:r>
            <a:r>
              <a:rPr dirty="0" smtClean="0" sz="2000" spc="0" i="1">
                <a:latin typeface="Arial"/>
                <a:cs typeface="Arial"/>
              </a:rPr>
              <a:t>ro</a:t>
            </a:r>
            <a:r>
              <a:rPr dirty="0" smtClean="0" sz="2000" spc="0" i="1">
                <a:latin typeface="Arial"/>
                <a:cs typeface="Arial"/>
              </a:rPr>
              <a:t>u</a:t>
            </a:r>
            <a:r>
              <a:rPr dirty="0" smtClean="0" sz="2000" spc="0" i="1">
                <a:latin typeface="Arial"/>
                <a:cs typeface="Arial"/>
              </a:rPr>
              <a:t>ti</a:t>
            </a:r>
            <a:r>
              <a:rPr dirty="0" smtClean="0" sz="2000" spc="0" i="1">
                <a:latin typeface="Arial"/>
                <a:cs typeface="Arial"/>
              </a:rPr>
              <a:t>n</a:t>
            </a:r>
            <a:r>
              <a:rPr dirty="0" smtClean="0" sz="2000" spc="0" i="1">
                <a:latin typeface="Arial"/>
                <a:cs typeface="Arial"/>
              </a:rPr>
              <a:t>g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165464" y="4644945"/>
            <a:ext cx="1562861" cy="279400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dirty="0" smtClean="0" sz="2000" spc="1">
                <a:latin typeface="Arial"/>
                <a:cs typeface="Arial"/>
              </a:rPr>
              <a:t>l</a:t>
            </a:r>
            <a:r>
              <a:rPr dirty="0" smtClean="0" sz="2000" spc="1">
                <a:latin typeface="Arial"/>
                <a:cs typeface="Arial"/>
              </a:rPr>
              <a:t>i</a:t>
            </a:r>
            <a:r>
              <a:rPr dirty="0" smtClean="0" sz="2000" spc="1">
                <a:latin typeface="Arial"/>
                <a:cs typeface="Arial"/>
              </a:rPr>
              <a:t>n</a:t>
            </a:r>
            <a:r>
              <a:rPr dirty="0" smtClean="0" sz="2000" spc="1">
                <a:latin typeface="Arial"/>
                <a:cs typeface="Arial"/>
              </a:rPr>
              <a:t>k</a:t>
            </a:r>
            <a:r>
              <a:rPr dirty="0" smtClean="0" sz="2000" spc="1">
                <a:latin typeface="Arial"/>
                <a:cs typeface="Arial"/>
              </a:rPr>
              <a:t> </a:t>
            </a:r>
            <a:r>
              <a:rPr dirty="0" smtClean="0" sz="2000" spc="1">
                <a:latin typeface="Arial"/>
                <a:cs typeface="Arial"/>
              </a:rPr>
              <a:t> </a:t>
            </a:r>
            <a:r>
              <a:rPr dirty="0" smtClean="0" sz="2000" spc="1">
                <a:latin typeface="Arial"/>
                <a:cs typeface="Arial"/>
              </a:rPr>
              <a:t>a</a:t>
            </a:r>
            <a:r>
              <a:rPr dirty="0" smtClean="0" sz="2000" spc="1">
                <a:latin typeface="Arial"/>
                <a:cs typeface="Arial"/>
              </a:rPr>
              <a:t>lt</a:t>
            </a:r>
            <a:r>
              <a:rPr dirty="0" smtClean="0" sz="2000" spc="1">
                <a:latin typeface="Arial"/>
                <a:cs typeface="Arial"/>
              </a:rPr>
              <a:t>e</a:t>
            </a:r>
            <a:r>
              <a:rPr dirty="0" smtClean="0" sz="2000" spc="1">
                <a:latin typeface="Arial"/>
                <a:cs typeface="Arial"/>
              </a:rPr>
              <a:t>rn</a:t>
            </a:r>
            <a:r>
              <a:rPr dirty="0" smtClean="0" sz="2000" spc="1">
                <a:latin typeface="Arial"/>
                <a:cs typeface="Arial"/>
              </a:rPr>
              <a:t>a</a:t>
            </a:r>
            <a:r>
              <a:rPr dirty="0" smtClean="0" sz="2000" spc="1">
                <a:latin typeface="Arial"/>
                <a:cs typeface="Arial"/>
              </a:rPr>
              <a:t>tif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7257" y="5273972"/>
            <a:ext cx="276157" cy="279717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dirty="0" smtClean="0" sz="2000" spc="2" b="1">
                <a:latin typeface="Arial"/>
                <a:cs typeface="Arial"/>
              </a:rPr>
              <a:t>2</a:t>
            </a:r>
            <a:r>
              <a:rPr dirty="0" smtClean="0" sz="2000" spc="2" b="1"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1140" y="6472848"/>
            <a:ext cx="5475228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o</a:t>
            </a:r>
            <a:r>
              <a:rPr dirty="0" smtClean="0" sz="1800" spc="0" b="1">
                <a:latin typeface="Georgia"/>
                <a:cs typeface="Georgia"/>
              </a:rPr>
              <a:t>d</a:t>
            </a:r>
            <a:r>
              <a:rPr dirty="0" smtClean="0" sz="1800" spc="0" b="1">
                <a:latin typeface="Georgia"/>
                <a:cs typeface="Georgia"/>
              </a:rPr>
              <a:t>ul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3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S</a:t>
            </a:r>
            <a:r>
              <a:rPr dirty="0" smtClean="0" sz="1800" spc="0" b="1">
                <a:latin typeface="Georgia"/>
                <a:cs typeface="Georgia"/>
              </a:rPr>
              <a:t>istem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K</a:t>
            </a:r>
            <a:r>
              <a:rPr dirty="0" smtClean="0" sz="1800" spc="0" b="1">
                <a:latin typeface="Georgia"/>
                <a:cs typeface="Georgia"/>
              </a:rPr>
              <a:t>o</a:t>
            </a: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unik</a:t>
            </a:r>
            <a:r>
              <a:rPr dirty="0" smtClean="0" sz="1800" spc="0" b="1">
                <a:latin typeface="Georgia"/>
                <a:cs typeface="Georgia"/>
              </a:rPr>
              <a:t>a</a:t>
            </a:r>
            <a:r>
              <a:rPr dirty="0" smtClean="0" sz="1800" spc="0" b="1">
                <a:latin typeface="Georgia"/>
                <a:cs typeface="Georgia"/>
              </a:rPr>
              <a:t>si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B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r>
              <a:rPr dirty="0" smtClean="0" sz="1800" spc="0" b="1">
                <a:latin typeface="Georgia"/>
                <a:cs typeface="Georgia"/>
              </a:rPr>
              <a:t>g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r>
              <a:rPr dirty="0" smtClean="0" sz="1800" spc="0" b="1">
                <a:latin typeface="Georgia"/>
                <a:cs typeface="Georgia"/>
              </a:rPr>
              <a:t>a</a:t>
            </a:r>
            <a:r>
              <a:rPr dirty="0" smtClean="0" sz="1800" spc="0" b="1">
                <a:latin typeface="Georgia"/>
                <a:cs typeface="Georgia"/>
              </a:rPr>
              <a:t>k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S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lul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479280" y="6472848"/>
            <a:ext cx="313139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-4" b="1">
                <a:latin typeface="Georgia"/>
                <a:cs typeface="Georgia"/>
              </a:rPr>
              <a:t>31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905000" y="3276600"/>
            <a:ext cx="6858000" cy="375919"/>
          </a:xfrm>
          <a:prstGeom prst="rect">
            <a:avLst/>
          </a:prstGeom>
        </p:spPr>
        <p:txBody>
          <a:bodyPr wrap="square" lIns="0" tIns="55880" rIns="0" bIns="0" rtlCol="0">
            <a:noAutofit/>
          </a:bodyPr>
          <a:lstStyle/>
          <a:p>
            <a:pPr marL="120650">
              <a:lnSpc>
                <a:spcPct val="95825"/>
              </a:lnSpc>
            </a:pPr>
            <a:r>
              <a:rPr dirty="0" smtClean="0" sz="1800" spc="-1" b="1">
                <a:latin typeface="Arial"/>
                <a:cs typeface="Arial"/>
              </a:rPr>
              <a:t>Catatan</a:t>
            </a:r>
            <a:r>
              <a:rPr dirty="0" smtClean="0" sz="1800" spc="-1" b="1">
                <a:latin typeface="Arial"/>
                <a:cs typeface="Arial"/>
              </a:rPr>
              <a:t> </a:t>
            </a:r>
            <a:r>
              <a:rPr dirty="0" smtClean="0" sz="1800" spc="-1" b="1">
                <a:latin typeface="Arial"/>
                <a:cs typeface="Arial"/>
              </a:rPr>
              <a:t>:</a:t>
            </a:r>
            <a:r>
              <a:rPr dirty="0" smtClean="0" sz="1800" spc="-1" b="1">
                <a:latin typeface="Arial"/>
                <a:cs typeface="Arial"/>
              </a:rPr>
              <a:t> </a:t>
            </a:r>
            <a:r>
              <a:rPr dirty="0" smtClean="0" sz="1800" spc="-1" b="1">
                <a:latin typeface="Arial"/>
                <a:cs typeface="Arial"/>
              </a:rPr>
              <a:t>Standar</a:t>
            </a:r>
            <a:r>
              <a:rPr dirty="0" smtClean="0" sz="1800" spc="-1" b="1">
                <a:latin typeface="Arial"/>
                <a:cs typeface="Arial"/>
              </a:rPr>
              <a:t> </a:t>
            </a:r>
            <a:r>
              <a:rPr dirty="0" smtClean="0" sz="1800" spc="-1" b="1">
                <a:latin typeface="Arial"/>
                <a:cs typeface="Arial"/>
              </a:rPr>
              <a:t>GSM</a:t>
            </a:r>
            <a:r>
              <a:rPr dirty="0" smtClean="0" sz="1800" spc="-1" b="1">
                <a:latin typeface="Arial"/>
                <a:cs typeface="Arial"/>
              </a:rPr>
              <a:t> </a:t>
            </a:r>
            <a:r>
              <a:rPr dirty="0" smtClean="0" sz="1800" spc="-1" b="1">
                <a:latin typeface="Arial"/>
                <a:cs typeface="Arial"/>
              </a:rPr>
              <a:t>menc</a:t>
            </a:r>
            <a:r>
              <a:rPr dirty="0" smtClean="0" sz="1800" spc="-1" b="1">
                <a:latin typeface="Arial"/>
                <a:cs typeface="Arial"/>
              </a:rPr>
              <a:t>a</a:t>
            </a:r>
            <a:r>
              <a:rPr dirty="0" smtClean="0" sz="1800" spc="-1" b="1">
                <a:latin typeface="Arial"/>
                <a:cs typeface="Arial"/>
              </a:rPr>
              <a:t>tat</a:t>
            </a:r>
            <a:r>
              <a:rPr dirty="0" smtClean="0" sz="1800" spc="-1" b="1">
                <a:latin typeface="Arial"/>
                <a:cs typeface="Arial"/>
              </a:rPr>
              <a:t> </a:t>
            </a:r>
            <a:r>
              <a:rPr dirty="0" smtClean="0" sz="1800" spc="-1" b="1">
                <a:latin typeface="Arial"/>
                <a:cs typeface="Arial"/>
              </a:rPr>
              <a:t>40</a:t>
            </a:r>
            <a:r>
              <a:rPr dirty="0" smtClean="0" sz="1800" spc="-1" b="1">
                <a:latin typeface="Arial"/>
                <a:cs typeface="Arial"/>
              </a:rPr>
              <a:t> </a:t>
            </a:r>
            <a:r>
              <a:rPr dirty="0" smtClean="0" sz="1800" spc="-1" b="1">
                <a:latin typeface="Arial"/>
                <a:cs typeface="Arial"/>
              </a:rPr>
              <a:t>alas</a:t>
            </a:r>
            <a:r>
              <a:rPr dirty="0" smtClean="0" sz="1800" spc="-1" b="1">
                <a:latin typeface="Arial"/>
                <a:cs typeface="Arial"/>
              </a:rPr>
              <a:t>a</a:t>
            </a:r>
            <a:r>
              <a:rPr dirty="0" smtClean="0" sz="1800" spc="-1" b="1">
                <a:latin typeface="Arial"/>
                <a:cs typeface="Arial"/>
              </a:rPr>
              <a:t>n</a:t>
            </a:r>
            <a:r>
              <a:rPr dirty="0" smtClean="0" sz="1800" spc="-1" b="1">
                <a:latin typeface="Arial"/>
                <a:cs typeface="Arial"/>
              </a:rPr>
              <a:t> </a:t>
            </a:r>
            <a:r>
              <a:rPr dirty="0" smtClean="0" sz="1800" spc="-1" b="1">
                <a:latin typeface="Arial"/>
                <a:cs typeface="Arial"/>
              </a:rPr>
              <a:t>untuk</a:t>
            </a:r>
            <a:r>
              <a:rPr dirty="0" smtClean="0" sz="1800" spc="-1" b="1">
                <a:latin typeface="Arial"/>
                <a:cs typeface="Arial"/>
              </a:rPr>
              <a:t> </a:t>
            </a:r>
            <a:r>
              <a:rPr dirty="0" smtClean="0" sz="1800" spc="-1" b="1">
                <a:latin typeface="Arial"/>
                <a:cs typeface="Arial"/>
              </a:rPr>
              <a:t>handover</a:t>
            </a:r>
            <a:r>
              <a:rPr dirty="0" smtClean="0" sz="1800" spc="-1" b="1">
                <a:latin typeface="Arial"/>
                <a:cs typeface="Arial"/>
              </a:rPr>
              <a:t> </a:t>
            </a:r>
            <a:r>
              <a:rPr dirty="0" smtClean="0" sz="1800" spc="-1" b="1">
                <a:latin typeface="Arial"/>
                <a:cs typeface="Arial"/>
              </a:rPr>
              <a:t>!</a:t>
            </a:r>
            <a:r>
              <a:rPr dirty="0" smtClean="0" sz="1800" spc="-1" b="1">
                <a:latin typeface="Arial"/>
                <a:cs typeface="Arial"/>
              </a:rPr>
              <a:t>!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object 32"/>
          <p:cNvSpPr/>
          <p:nvPr/>
        </p:nvSpPr>
        <p:spPr>
          <a:xfrm>
            <a:off x="0" y="6400800"/>
            <a:ext cx="9903460" cy="457196"/>
          </a:xfrm>
          <a:custGeom>
            <a:avLst/>
            <a:gdLst/>
            <a:ahLst/>
            <a:cxnLst/>
            <a:rect l="l" t="t" r="r" b="b"/>
            <a:pathLst>
              <a:path w="9903460" h="457196">
                <a:moveTo>
                  <a:pt x="9903460" y="457196"/>
                </a:moveTo>
                <a:lnTo>
                  <a:pt x="9903460" y="0"/>
                </a:lnTo>
                <a:lnTo>
                  <a:pt x="0" y="0"/>
                </a:lnTo>
                <a:lnTo>
                  <a:pt x="0" y="457196"/>
                </a:lnTo>
                <a:lnTo>
                  <a:pt x="9903460" y="457196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3" name="object 33"/>
          <p:cNvSpPr/>
          <p:nvPr/>
        </p:nvSpPr>
        <p:spPr>
          <a:xfrm>
            <a:off x="153670" y="640207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58419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0" name="object 30"/>
          <p:cNvSpPr/>
          <p:nvPr/>
        </p:nvSpPr>
        <p:spPr>
          <a:xfrm>
            <a:off x="0" y="0"/>
            <a:ext cx="9903460" cy="609600"/>
          </a:xfrm>
          <a:custGeom>
            <a:avLst/>
            <a:gdLst/>
            <a:ahLst/>
            <a:cxnLst/>
            <a:rect l="l" t="t" r="r" b="b"/>
            <a:pathLst>
              <a:path w="9903460" h="609600">
                <a:moveTo>
                  <a:pt x="0" y="609600"/>
                </a:moveTo>
                <a:lnTo>
                  <a:pt x="9903460" y="609600"/>
                </a:lnTo>
                <a:lnTo>
                  <a:pt x="9903460" y="0"/>
                </a:lnTo>
                <a:lnTo>
                  <a:pt x="0" y="0"/>
                </a:lnTo>
                <a:lnTo>
                  <a:pt x="0" y="60960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1" name="object 31"/>
          <p:cNvSpPr/>
          <p:nvPr/>
        </p:nvSpPr>
        <p:spPr>
          <a:xfrm>
            <a:off x="111760" y="60960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76200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8" name="object 28"/>
          <p:cNvSpPr/>
          <p:nvPr/>
        </p:nvSpPr>
        <p:spPr>
          <a:xfrm>
            <a:off x="609600" y="1828800"/>
            <a:ext cx="3733800" cy="396239"/>
          </a:xfrm>
          <a:custGeom>
            <a:avLst/>
            <a:gdLst/>
            <a:ahLst/>
            <a:cxnLst/>
            <a:rect l="l" t="t" r="r" b="b"/>
            <a:pathLst>
              <a:path w="3733800" h="396239">
                <a:moveTo>
                  <a:pt x="0" y="396239"/>
                </a:moveTo>
                <a:lnTo>
                  <a:pt x="3733800" y="396239"/>
                </a:lnTo>
                <a:lnTo>
                  <a:pt x="3733800" y="0"/>
                </a:lnTo>
                <a:lnTo>
                  <a:pt x="0" y="0"/>
                </a:lnTo>
                <a:lnTo>
                  <a:pt x="0" y="396239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9" name="object 29"/>
          <p:cNvSpPr/>
          <p:nvPr/>
        </p:nvSpPr>
        <p:spPr>
          <a:xfrm>
            <a:off x="609600" y="2286000"/>
            <a:ext cx="3733800" cy="2994660"/>
          </a:xfrm>
          <a:custGeom>
            <a:avLst/>
            <a:gdLst/>
            <a:ahLst/>
            <a:cxnLst/>
            <a:rect l="l" t="t" r="r" b="b"/>
            <a:pathLst>
              <a:path w="3733800" h="2994660">
                <a:moveTo>
                  <a:pt x="0" y="2994660"/>
                </a:moveTo>
                <a:lnTo>
                  <a:pt x="3733800" y="2994660"/>
                </a:lnTo>
                <a:lnTo>
                  <a:pt x="3733800" y="0"/>
                </a:lnTo>
                <a:lnTo>
                  <a:pt x="0" y="0"/>
                </a:lnTo>
                <a:lnTo>
                  <a:pt x="0" y="2994660"/>
                </a:lnTo>
                <a:close/>
              </a:path>
            </a:pathLst>
          </a:custGeom>
          <a:solidFill>
            <a:srgbClr val="CCCC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6" name="object 26"/>
          <p:cNvSpPr/>
          <p:nvPr/>
        </p:nvSpPr>
        <p:spPr>
          <a:xfrm>
            <a:off x="5257800" y="1193800"/>
            <a:ext cx="4267200" cy="396239"/>
          </a:xfrm>
          <a:custGeom>
            <a:avLst/>
            <a:gdLst/>
            <a:ahLst/>
            <a:cxnLst/>
            <a:rect l="l" t="t" r="r" b="b"/>
            <a:pathLst>
              <a:path w="4267200" h="396239">
                <a:moveTo>
                  <a:pt x="0" y="396239"/>
                </a:moveTo>
                <a:lnTo>
                  <a:pt x="4267200" y="396239"/>
                </a:lnTo>
                <a:lnTo>
                  <a:pt x="4267200" y="0"/>
                </a:lnTo>
                <a:lnTo>
                  <a:pt x="0" y="0"/>
                </a:lnTo>
                <a:lnTo>
                  <a:pt x="0" y="396239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7" name="object 27"/>
          <p:cNvSpPr/>
          <p:nvPr/>
        </p:nvSpPr>
        <p:spPr>
          <a:xfrm>
            <a:off x="5257800" y="1651000"/>
            <a:ext cx="4267200" cy="4368800"/>
          </a:xfrm>
          <a:custGeom>
            <a:avLst/>
            <a:gdLst/>
            <a:ahLst/>
            <a:cxnLst/>
            <a:rect l="l" t="t" r="r" b="b"/>
            <a:pathLst>
              <a:path w="4267200" h="4368800">
                <a:moveTo>
                  <a:pt x="0" y="4368800"/>
                </a:moveTo>
                <a:lnTo>
                  <a:pt x="4267200" y="4368800"/>
                </a:lnTo>
                <a:lnTo>
                  <a:pt x="4267200" y="0"/>
                </a:lnTo>
                <a:lnTo>
                  <a:pt x="0" y="0"/>
                </a:lnTo>
                <a:lnTo>
                  <a:pt x="0" y="4368800"/>
                </a:lnTo>
                <a:close/>
              </a:path>
            </a:pathLst>
          </a:custGeom>
          <a:solidFill>
            <a:srgbClr val="CCCC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78740" y="159670"/>
            <a:ext cx="375920" cy="330200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dirty="0" smtClean="0" sz="2400" b="1">
                <a:latin typeface="Arial"/>
                <a:cs typeface="Arial"/>
              </a:rPr>
              <a:t>C.</a:t>
            </a:r>
            <a:endParaRPr sz="24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67359" y="159670"/>
            <a:ext cx="1222044" cy="330200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dirty="0" smtClean="0" sz="2400" b="1">
                <a:latin typeface="Arial"/>
                <a:cs typeface="Arial"/>
              </a:rPr>
              <a:t>H</a:t>
            </a:r>
            <a:r>
              <a:rPr dirty="0" smtClean="0" sz="2400" b="1">
                <a:latin typeface="Arial"/>
                <a:cs typeface="Arial"/>
              </a:rPr>
              <a:t>a</a:t>
            </a:r>
            <a:r>
              <a:rPr dirty="0" smtClean="0" sz="2400" b="1">
                <a:latin typeface="Arial"/>
                <a:cs typeface="Arial"/>
              </a:rPr>
              <a:t>n</a:t>
            </a:r>
            <a:r>
              <a:rPr dirty="0" smtClean="0" sz="2400" b="1">
                <a:latin typeface="Arial"/>
                <a:cs typeface="Arial"/>
              </a:rPr>
              <a:t>d</a:t>
            </a:r>
            <a:r>
              <a:rPr dirty="0" smtClean="0" sz="2400" b="1">
                <a:latin typeface="Arial"/>
                <a:cs typeface="Arial"/>
              </a:rPr>
              <a:t>off</a:t>
            </a:r>
            <a:endParaRPr sz="24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59740" y="770733"/>
            <a:ext cx="4114584" cy="330517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 spc="0" b="1" u="heavy">
                <a:solidFill>
                  <a:srgbClr val="3333CC"/>
                </a:solidFill>
                <a:latin typeface="Times New Roman"/>
                <a:cs typeface="Times New Roman"/>
              </a:rPr>
              <a:t>P</a:t>
            </a:r>
            <a:r>
              <a:rPr dirty="0" smtClean="0" sz="2400" spc="0" b="1" u="heavy">
                <a:solidFill>
                  <a:srgbClr val="3333CC"/>
                </a:solidFill>
                <a:latin typeface="Times New Roman"/>
                <a:cs typeface="Times New Roman"/>
              </a:rPr>
              <a:t>e</a:t>
            </a:r>
            <a:r>
              <a:rPr dirty="0" smtClean="0" sz="2400" spc="0" b="1" u="heavy">
                <a:solidFill>
                  <a:srgbClr val="3333CC"/>
                </a:solidFill>
                <a:latin typeface="Times New Roman"/>
                <a:cs typeface="Times New Roman"/>
              </a:rPr>
              <a:t>rbeda</a:t>
            </a:r>
            <a:r>
              <a:rPr dirty="0" smtClean="0" sz="2400" spc="0" b="1" u="heavy">
                <a:solidFill>
                  <a:srgbClr val="3333CC"/>
                </a:solidFill>
                <a:latin typeface="Times New Roman"/>
                <a:cs typeface="Times New Roman"/>
              </a:rPr>
              <a:t>a</a:t>
            </a:r>
            <a:r>
              <a:rPr dirty="0" smtClean="0" sz="2400" spc="0" b="1" u="heavy">
                <a:solidFill>
                  <a:srgbClr val="3333CC"/>
                </a:solidFill>
                <a:latin typeface="Times New Roman"/>
                <a:cs typeface="Times New Roman"/>
              </a:rPr>
              <a:t>n</a:t>
            </a:r>
            <a:r>
              <a:rPr dirty="0" smtClean="0" sz="2400" spc="0" b="1" u="heavy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2400" spc="0" b="1" u="heavy">
                <a:solidFill>
                  <a:srgbClr val="3333CC"/>
                </a:solidFill>
                <a:latin typeface="Times New Roman"/>
                <a:cs typeface="Times New Roman"/>
              </a:rPr>
              <a:t>k</a:t>
            </a:r>
            <a:r>
              <a:rPr dirty="0" smtClean="0" sz="2400" spc="0" b="1" u="heavy">
                <a:solidFill>
                  <a:srgbClr val="3333CC"/>
                </a:solidFill>
                <a:latin typeface="Times New Roman"/>
                <a:cs typeface="Times New Roman"/>
              </a:rPr>
              <a:t>o</a:t>
            </a:r>
            <a:r>
              <a:rPr dirty="0" smtClean="0" sz="2400" spc="0" b="1" u="heavy">
                <a:solidFill>
                  <a:srgbClr val="3333CC"/>
                </a:solidFill>
                <a:latin typeface="Times New Roman"/>
                <a:cs typeface="Times New Roman"/>
              </a:rPr>
              <a:t>n</a:t>
            </a:r>
            <a:r>
              <a:rPr dirty="0" smtClean="0" sz="2400" spc="0" b="1" u="heavy">
                <a:solidFill>
                  <a:srgbClr val="3333CC"/>
                </a:solidFill>
                <a:latin typeface="Times New Roman"/>
                <a:cs typeface="Times New Roman"/>
              </a:rPr>
              <a:t>s</a:t>
            </a:r>
            <a:r>
              <a:rPr dirty="0" smtClean="0" sz="2400" spc="0" b="1" u="heavy">
                <a:solidFill>
                  <a:srgbClr val="3333CC"/>
                </a:solidFill>
                <a:latin typeface="Times New Roman"/>
                <a:cs typeface="Times New Roman"/>
              </a:rPr>
              <a:t>ep</a:t>
            </a:r>
            <a:r>
              <a:rPr dirty="0" smtClean="0" sz="2400" spc="0" b="1" u="heavy">
                <a:solidFill>
                  <a:srgbClr val="3333CC"/>
                </a:solidFill>
                <a:latin typeface="Times New Roman"/>
                <a:cs typeface="Times New Roman"/>
              </a:rPr>
              <a:t>s</a:t>
            </a:r>
            <a:r>
              <a:rPr dirty="0" smtClean="0" sz="2400" spc="0" b="1" u="heavy">
                <a:solidFill>
                  <a:srgbClr val="3333CC"/>
                </a:solidFill>
                <a:latin typeface="Times New Roman"/>
                <a:cs typeface="Times New Roman"/>
              </a:rPr>
              <a:t>i</a:t>
            </a:r>
            <a:r>
              <a:rPr dirty="0" smtClean="0" sz="2400" spc="0" b="1" u="heavy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2400" spc="0" b="1" u="heavy">
                <a:solidFill>
                  <a:srgbClr val="3333CC"/>
                </a:solidFill>
                <a:latin typeface="Times New Roman"/>
                <a:cs typeface="Times New Roman"/>
              </a:rPr>
              <a:t>H</a:t>
            </a:r>
            <a:r>
              <a:rPr dirty="0" smtClean="0" sz="2400" spc="0" b="1" u="heavy">
                <a:solidFill>
                  <a:srgbClr val="3333CC"/>
                </a:solidFill>
                <a:latin typeface="Times New Roman"/>
                <a:cs typeface="Times New Roman"/>
              </a:rPr>
              <a:t>O</a:t>
            </a:r>
            <a:r>
              <a:rPr dirty="0" smtClean="0" sz="2400" spc="0" b="1" u="heavy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2400" spc="0" b="1" u="heavy">
                <a:solidFill>
                  <a:srgbClr val="3333CC"/>
                </a:solidFill>
                <a:latin typeface="Times New Roman"/>
                <a:cs typeface="Times New Roman"/>
              </a:rPr>
              <a:t>s</a:t>
            </a:r>
            <a:r>
              <a:rPr dirty="0" smtClean="0" sz="2400" spc="0" b="1" u="heavy">
                <a:solidFill>
                  <a:srgbClr val="3333CC"/>
                </a:solidFill>
                <a:latin typeface="Times New Roman"/>
                <a:cs typeface="Times New Roman"/>
              </a:rPr>
              <a:t>i</a:t>
            </a:r>
            <a:r>
              <a:rPr dirty="0" smtClean="0" sz="2400" spc="0" b="1" u="heavy">
                <a:solidFill>
                  <a:srgbClr val="3333CC"/>
                </a:solidFill>
                <a:latin typeface="Times New Roman"/>
                <a:cs typeface="Times New Roman"/>
              </a:rPr>
              <a:t>s</a:t>
            </a:r>
            <a:r>
              <a:rPr dirty="0" smtClean="0" sz="2400" spc="0" b="1" u="heavy">
                <a:solidFill>
                  <a:srgbClr val="3333CC"/>
                </a:solidFill>
                <a:latin typeface="Times New Roman"/>
                <a:cs typeface="Times New Roman"/>
              </a:rPr>
              <a:t>tem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59740" y="1063470"/>
            <a:ext cx="3836619" cy="330200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 spc="0" b="1" u="heavy">
                <a:solidFill>
                  <a:srgbClr val="3333CC"/>
                </a:solidFill>
                <a:latin typeface="Times New Roman"/>
                <a:cs typeface="Times New Roman"/>
              </a:rPr>
              <a:t>s</a:t>
            </a:r>
            <a:r>
              <a:rPr dirty="0" smtClean="0" sz="2400" spc="0" b="1" u="heavy">
                <a:solidFill>
                  <a:srgbClr val="3333CC"/>
                </a:solidFill>
                <a:latin typeface="Times New Roman"/>
                <a:cs typeface="Times New Roman"/>
              </a:rPr>
              <a:t>e</a:t>
            </a:r>
            <a:r>
              <a:rPr dirty="0" smtClean="0" sz="2400" spc="0" b="1" u="heavy">
                <a:solidFill>
                  <a:srgbClr val="3333CC"/>
                </a:solidFill>
                <a:latin typeface="Times New Roman"/>
                <a:cs typeface="Times New Roman"/>
              </a:rPr>
              <a:t>l</a:t>
            </a:r>
            <a:r>
              <a:rPr dirty="0" smtClean="0" sz="2400" spc="0" b="1" u="heavy">
                <a:solidFill>
                  <a:srgbClr val="3333CC"/>
                </a:solidFill>
                <a:latin typeface="Times New Roman"/>
                <a:cs typeface="Times New Roman"/>
              </a:rPr>
              <a:t>u</a:t>
            </a:r>
            <a:r>
              <a:rPr dirty="0" smtClean="0" sz="2400" spc="0" b="1" u="heavy">
                <a:solidFill>
                  <a:srgbClr val="3333CC"/>
                </a:solidFill>
                <a:latin typeface="Times New Roman"/>
                <a:cs typeface="Times New Roman"/>
              </a:rPr>
              <a:t>l</a:t>
            </a:r>
            <a:r>
              <a:rPr dirty="0" smtClean="0" sz="2400" spc="0" b="1" u="heavy">
                <a:solidFill>
                  <a:srgbClr val="3333CC"/>
                </a:solidFill>
                <a:latin typeface="Times New Roman"/>
                <a:cs typeface="Times New Roman"/>
              </a:rPr>
              <a:t>e</a:t>
            </a:r>
            <a:r>
              <a:rPr dirty="0" smtClean="0" sz="2400" spc="0" b="1" u="heavy">
                <a:solidFill>
                  <a:srgbClr val="3333CC"/>
                </a:solidFill>
                <a:latin typeface="Times New Roman"/>
                <a:cs typeface="Times New Roman"/>
              </a:rPr>
              <a:t>r</a:t>
            </a:r>
            <a:r>
              <a:rPr dirty="0" smtClean="0" sz="2400" spc="0" b="1" u="heavy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2400" spc="0" b="1" u="heavy">
                <a:solidFill>
                  <a:srgbClr val="3333CC"/>
                </a:solidFill>
                <a:latin typeface="Times New Roman"/>
                <a:cs typeface="Times New Roman"/>
              </a:rPr>
              <a:t>ge</a:t>
            </a:r>
            <a:r>
              <a:rPr dirty="0" smtClean="0" sz="2400" spc="0" b="1" u="heavy">
                <a:solidFill>
                  <a:srgbClr val="3333CC"/>
                </a:solidFill>
                <a:latin typeface="Times New Roman"/>
                <a:cs typeface="Times New Roman"/>
              </a:rPr>
              <a:t>n</a:t>
            </a:r>
            <a:r>
              <a:rPr dirty="0" smtClean="0" sz="2400" spc="0" b="1" u="heavy">
                <a:solidFill>
                  <a:srgbClr val="3333CC"/>
                </a:solidFill>
                <a:latin typeface="Times New Roman"/>
                <a:cs typeface="Times New Roman"/>
              </a:rPr>
              <a:t>erasi</a:t>
            </a:r>
            <a:r>
              <a:rPr dirty="0" smtClean="0" sz="2400" spc="0" b="1" u="heavy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2400" spc="0" b="1" u="heavy">
                <a:solidFill>
                  <a:srgbClr val="3333CC"/>
                </a:solidFill>
                <a:latin typeface="Times New Roman"/>
                <a:cs typeface="Times New Roman"/>
              </a:rPr>
              <a:t>perta</a:t>
            </a:r>
            <a:r>
              <a:rPr dirty="0" smtClean="0" sz="2400" spc="0" b="1" u="heavy">
                <a:solidFill>
                  <a:srgbClr val="3333CC"/>
                </a:solidFill>
                <a:latin typeface="Times New Roman"/>
                <a:cs typeface="Times New Roman"/>
              </a:rPr>
              <a:t>m</a:t>
            </a:r>
            <a:r>
              <a:rPr dirty="0" smtClean="0" sz="2400" spc="0" b="1" u="heavy">
                <a:solidFill>
                  <a:srgbClr val="3333CC"/>
                </a:solidFill>
                <a:latin typeface="Times New Roman"/>
                <a:cs typeface="Times New Roman"/>
              </a:rPr>
              <a:t>a</a:t>
            </a:r>
            <a:r>
              <a:rPr dirty="0" smtClean="0" sz="2400" spc="0" b="1" u="heavy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2400" spc="0" b="1" u="heavy">
                <a:solidFill>
                  <a:srgbClr val="3333CC"/>
                </a:solidFill>
                <a:latin typeface="Times New Roman"/>
                <a:cs typeface="Times New Roman"/>
              </a:rPr>
              <a:t>d</a:t>
            </a:r>
            <a:r>
              <a:rPr dirty="0" smtClean="0" sz="2400" spc="0" b="1" u="heavy">
                <a:solidFill>
                  <a:srgbClr val="3333CC"/>
                </a:solidFill>
                <a:latin typeface="Times New Roman"/>
                <a:cs typeface="Times New Roman"/>
              </a:rPr>
              <a:t>an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59740" y="1355570"/>
            <a:ext cx="1173886" cy="330200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 spc="1" b="1" u="heavy">
                <a:solidFill>
                  <a:srgbClr val="3333CC"/>
                </a:solidFill>
                <a:latin typeface="Times New Roman"/>
                <a:cs typeface="Times New Roman"/>
              </a:rPr>
              <a:t>k</a:t>
            </a:r>
            <a:r>
              <a:rPr dirty="0" smtClean="0" sz="2400" spc="1" b="1" u="heavy">
                <a:solidFill>
                  <a:srgbClr val="3333CC"/>
                </a:solidFill>
                <a:latin typeface="Times New Roman"/>
                <a:cs typeface="Times New Roman"/>
              </a:rPr>
              <a:t>ed</a:t>
            </a:r>
            <a:r>
              <a:rPr dirty="0" smtClean="0" sz="2400" spc="1" b="1" u="heavy">
                <a:solidFill>
                  <a:srgbClr val="3333CC"/>
                </a:solidFill>
                <a:latin typeface="Times New Roman"/>
                <a:cs typeface="Times New Roman"/>
              </a:rPr>
              <a:t>u</a:t>
            </a:r>
            <a:r>
              <a:rPr dirty="0" smtClean="0" sz="2400" spc="1" b="1" u="heavy">
                <a:solidFill>
                  <a:srgbClr val="3333CC"/>
                </a:solidFill>
                <a:latin typeface="Times New Roman"/>
                <a:cs typeface="Times New Roman"/>
              </a:rPr>
              <a:t>a</a:t>
            </a:r>
            <a:r>
              <a:rPr dirty="0" smtClean="0" sz="2400" spc="1" b="1" u="heavy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2400" spc="1" b="1" u="heavy">
                <a:solidFill>
                  <a:srgbClr val="3333CC"/>
                </a:solidFill>
                <a:latin typeface="Times New Roman"/>
                <a:cs typeface="Times New Roman"/>
              </a:rPr>
              <a:t>...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61377" y="2544653"/>
            <a:ext cx="2367409" cy="279717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dirty="0" smtClean="0" sz="2000" spc="-2">
                <a:latin typeface="Times New Roman"/>
                <a:cs typeface="Times New Roman"/>
              </a:rPr>
              <a:t>dilak</a:t>
            </a:r>
            <a:r>
              <a:rPr dirty="0" smtClean="0" sz="2000" spc="-2">
                <a:latin typeface="Times New Roman"/>
                <a:cs typeface="Times New Roman"/>
              </a:rPr>
              <a:t>u</a:t>
            </a:r>
            <a:r>
              <a:rPr dirty="0" smtClean="0" sz="2000" spc="-2">
                <a:latin typeface="Times New Roman"/>
                <a:cs typeface="Times New Roman"/>
              </a:rPr>
              <a:t>k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n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ol</a:t>
            </a:r>
            <a:r>
              <a:rPr dirty="0" smtClean="0" sz="2000" spc="-2">
                <a:latin typeface="Times New Roman"/>
                <a:cs typeface="Times New Roman"/>
              </a:rPr>
              <a:t>e</a:t>
            </a:r>
            <a:r>
              <a:rPr dirty="0" smtClean="0" sz="2000" spc="-2">
                <a:latin typeface="Times New Roman"/>
                <a:cs typeface="Times New Roman"/>
              </a:rPr>
              <a:t>h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B</a:t>
            </a:r>
            <a:r>
              <a:rPr dirty="0" smtClean="0" sz="2000" spc="-2">
                <a:latin typeface="Times New Roman"/>
                <a:cs typeface="Times New Roman"/>
              </a:rPr>
              <a:t>S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d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n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88657" y="3185242"/>
            <a:ext cx="3247644" cy="767333"/>
          </a:xfrm>
          <a:prstGeom prst="rect">
            <a:avLst/>
          </a:prstGeom>
        </p:spPr>
        <p:txBody>
          <a:bodyPr wrap="square" lIns="0" tIns="13589" rIns="0" bIns="0" rtlCol="0">
            <a:noAutofit/>
          </a:bodyPr>
          <a:lstStyle/>
          <a:p>
            <a:pPr marL="12700">
              <a:lnSpc>
                <a:spcPts val="2140"/>
              </a:lnSpc>
            </a:pPr>
            <a:r>
              <a:rPr dirty="0" smtClean="0" sz="2000" spc="-1">
                <a:latin typeface="Times New Roman"/>
                <a:cs typeface="Times New Roman"/>
              </a:rPr>
              <a:t>-</a:t>
            </a:r>
            <a:r>
              <a:rPr dirty="0" smtClean="0" sz="2000" spc="-1">
                <a:latin typeface="Times New Roman"/>
                <a:cs typeface="Times New Roman"/>
              </a:rPr>
              <a:t> </a:t>
            </a:r>
            <a:r>
              <a:rPr dirty="0" smtClean="0" sz="2000" spc="-1">
                <a:latin typeface="Times New Roman"/>
                <a:cs typeface="Times New Roman"/>
              </a:rPr>
              <a:t>B</a:t>
            </a:r>
            <a:r>
              <a:rPr dirty="0" smtClean="0" sz="2000" spc="-1">
                <a:latin typeface="Times New Roman"/>
                <a:cs typeface="Times New Roman"/>
              </a:rPr>
              <a:t>S</a:t>
            </a:r>
            <a:r>
              <a:rPr dirty="0" smtClean="0" sz="2000" spc="-1">
                <a:latin typeface="Times New Roman"/>
                <a:cs typeface="Times New Roman"/>
              </a:rPr>
              <a:t> </a:t>
            </a:r>
            <a:r>
              <a:rPr dirty="0" smtClean="0" sz="2000" spc="-1">
                <a:latin typeface="Times New Roman"/>
                <a:cs typeface="Times New Roman"/>
              </a:rPr>
              <a:t>se</a:t>
            </a:r>
            <a:r>
              <a:rPr dirty="0" smtClean="0" sz="2000" spc="-1">
                <a:latin typeface="Times New Roman"/>
                <a:cs typeface="Times New Roman"/>
              </a:rPr>
              <a:t>c</a:t>
            </a:r>
            <a:r>
              <a:rPr dirty="0" smtClean="0" sz="2000" spc="-1">
                <a:latin typeface="Times New Roman"/>
                <a:cs typeface="Times New Roman"/>
              </a:rPr>
              <a:t>a</a:t>
            </a:r>
            <a:r>
              <a:rPr dirty="0" smtClean="0" sz="2000" spc="-1">
                <a:latin typeface="Times New Roman"/>
                <a:cs typeface="Times New Roman"/>
              </a:rPr>
              <a:t>ra</a:t>
            </a:r>
            <a:r>
              <a:rPr dirty="0" smtClean="0" sz="2000" spc="-1">
                <a:latin typeface="Times New Roman"/>
                <a:cs typeface="Times New Roman"/>
              </a:rPr>
              <a:t> </a:t>
            </a:r>
            <a:r>
              <a:rPr dirty="0" smtClean="0" sz="2000" spc="-1">
                <a:latin typeface="Times New Roman"/>
                <a:cs typeface="Times New Roman"/>
              </a:rPr>
              <a:t>kons</a:t>
            </a:r>
            <a:r>
              <a:rPr dirty="0" smtClean="0" sz="2000" spc="-1">
                <a:latin typeface="Times New Roman"/>
                <a:cs typeface="Times New Roman"/>
              </a:rPr>
              <a:t>t</a:t>
            </a:r>
            <a:r>
              <a:rPr dirty="0" smtClean="0" sz="2000" spc="-1">
                <a:latin typeface="Times New Roman"/>
                <a:cs typeface="Times New Roman"/>
              </a:rPr>
              <a:t>a</a:t>
            </a:r>
            <a:r>
              <a:rPr dirty="0" smtClean="0" sz="2000" spc="-1">
                <a:latin typeface="Times New Roman"/>
                <a:cs typeface="Times New Roman"/>
              </a:rPr>
              <a:t>n</a:t>
            </a:r>
            <a:r>
              <a:rPr dirty="0" smtClean="0" sz="2000" spc="-1">
                <a:latin typeface="Times New Roman"/>
                <a:cs typeface="Times New Roman"/>
              </a:rPr>
              <a:t> </a:t>
            </a:r>
            <a:r>
              <a:rPr dirty="0" smtClean="0" sz="2000" spc="-1">
                <a:latin typeface="Times New Roman"/>
                <a:cs typeface="Times New Roman"/>
              </a:rPr>
              <a:t>mel</a:t>
            </a:r>
            <a:r>
              <a:rPr dirty="0" smtClean="0" sz="2000" spc="-1">
                <a:latin typeface="Times New Roman"/>
                <a:cs typeface="Times New Roman"/>
              </a:rPr>
              <a:t>a</a:t>
            </a:r>
            <a:r>
              <a:rPr dirty="0" smtClean="0" sz="2000" spc="-1">
                <a:latin typeface="Times New Roman"/>
                <a:cs typeface="Times New Roman"/>
              </a:rPr>
              <a:t>kuk</a:t>
            </a:r>
            <a:r>
              <a:rPr dirty="0" smtClean="0" sz="2000" spc="-1">
                <a:latin typeface="Times New Roman"/>
                <a:cs typeface="Times New Roman"/>
              </a:rPr>
              <a:t>a</a:t>
            </a:r>
            <a:r>
              <a:rPr dirty="0" smtClean="0" sz="2000" spc="-1">
                <a:latin typeface="Times New Roman"/>
                <a:cs typeface="Times New Roman"/>
              </a:rPr>
              <a:t>n</a:t>
            </a:r>
            <a:endParaRPr sz="2000">
              <a:latin typeface="Times New Roman"/>
              <a:cs typeface="Times New Roman"/>
            </a:endParaRPr>
          </a:p>
          <a:p>
            <a:pPr marL="185420" marR="38100">
              <a:lnSpc>
                <a:spcPct val="95825"/>
              </a:lnSpc>
              <a:spcBef>
                <a:spcPts val="1435"/>
              </a:spcBef>
            </a:pPr>
            <a:r>
              <a:rPr dirty="0" smtClean="0" sz="2000" spc="-2">
                <a:latin typeface="Times New Roman"/>
                <a:cs typeface="Times New Roman"/>
              </a:rPr>
              <a:t>k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n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l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vo</a:t>
            </a:r>
            <a:r>
              <a:rPr dirty="0" smtClean="0" sz="2000" spc="-2">
                <a:latin typeface="Times New Roman"/>
                <a:cs typeface="Times New Roman"/>
              </a:rPr>
              <a:t>i</a:t>
            </a:r>
            <a:r>
              <a:rPr dirty="0" smtClean="0" sz="2000" spc="-2">
                <a:latin typeface="Times New Roman"/>
                <a:cs typeface="Times New Roman"/>
              </a:rPr>
              <a:t>c</a:t>
            </a:r>
            <a:r>
              <a:rPr dirty="0" smtClean="0" sz="2000" spc="-2">
                <a:latin typeface="Times New Roman"/>
                <a:cs typeface="Times New Roman"/>
              </a:rPr>
              <a:t>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61377" y="4313128"/>
            <a:ext cx="2904019" cy="279717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dirty="0" smtClean="0" sz="2000" spc="-4">
                <a:latin typeface="Times New Roman"/>
                <a:cs typeface="Times New Roman"/>
              </a:rPr>
              <a:t>sin</a:t>
            </a:r>
            <a:r>
              <a:rPr dirty="0" smtClean="0" sz="2000" spc="-4">
                <a:latin typeface="Times New Roman"/>
                <a:cs typeface="Times New Roman"/>
              </a:rPr>
              <a:t>y</a:t>
            </a:r>
            <a:r>
              <a:rPr dirty="0" smtClean="0" sz="2000" spc="-4">
                <a:latin typeface="Times New Roman"/>
                <a:cs typeface="Times New Roman"/>
              </a:rPr>
              <a:t>a</a:t>
            </a:r>
            <a:r>
              <a:rPr dirty="0" smtClean="0" sz="2000" spc="-4">
                <a:latin typeface="Times New Roman"/>
                <a:cs typeface="Times New Roman"/>
              </a:rPr>
              <a:t>l</a:t>
            </a:r>
            <a:r>
              <a:rPr dirty="0" smtClean="0" sz="2000" spc="-4">
                <a:latin typeface="Times New Roman"/>
                <a:cs typeface="Times New Roman"/>
              </a:rPr>
              <a:t> </a:t>
            </a:r>
            <a:r>
              <a:rPr dirty="0" smtClean="0" sz="2000" spc="-4">
                <a:latin typeface="Times New Roman"/>
                <a:cs typeface="Times New Roman"/>
              </a:rPr>
              <a:t>MS</a:t>
            </a:r>
            <a:r>
              <a:rPr dirty="0" smtClean="0" sz="2000" spc="-4">
                <a:latin typeface="Times New Roman"/>
                <a:cs typeface="Times New Roman"/>
              </a:rPr>
              <a:t> </a:t>
            </a:r>
            <a:r>
              <a:rPr dirty="0" smtClean="0" sz="2000" spc="-4">
                <a:latin typeface="Times New Roman"/>
                <a:cs typeface="Times New Roman"/>
              </a:rPr>
              <a:t>p</a:t>
            </a:r>
            <a:r>
              <a:rPr dirty="0" smtClean="0" sz="2000" spc="-4">
                <a:latin typeface="Times New Roman"/>
                <a:cs typeface="Times New Roman"/>
              </a:rPr>
              <a:t>a</a:t>
            </a:r>
            <a:r>
              <a:rPr dirty="0" smtClean="0" sz="2000" spc="-4">
                <a:latin typeface="Times New Roman"/>
                <a:cs typeface="Times New Roman"/>
              </a:rPr>
              <a:t>da</a:t>
            </a:r>
            <a:r>
              <a:rPr dirty="0" smtClean="0" sz="2000" spc="-4">
                <a:latin typeface="Times New Roman"/>
                <a:cs typeface="Times New Roman"/>
              </a:rPr>
              <a:t> </a:t>
            </a:r>
            <a:r>
              <a:rPr dirty="0" smtClean="0" sz="2000" spc="-4">
                <a:latin typeface="Times New Roman"/>
                <a:cs typeface="Times New Roman"/>
              </a:rPr>
              <a:t>s</a:t>
            </a:r>
            <a:r>
              <a:rPr dirty="0" smtClean="0" sz="2000" spc="-4">
                <a:latin typeface="Times New Roman"/>
                <a:cs typeface="Times New Roman"/>
              </a:rPr>
              <a:t>e</a:t>
            </a:r>
            <a:r>
              <a:rPr dirty="0" smtClean="0" sz="2000" spc="-4">
                <a:latin typeface="Times New Roman"/>
                <a:cs typeface="Times New Roman"/>
              </a:rPr>
              <a:t>l</a:t>
            </a:r>
            <a:r>
              <a:rPr dirty="0" smtClean="0" sz="2000" spc="-4">
                <a:latin typeface="Times New Roman"/>
                <a:cs typeface="Times New Roman"/>
              </a:rPr>
              <a:t> </a:t>
            </a:r>
            <a:r>
              <a:rPr dirty="0" smtClean="0" sz="2000" spc="-4">
                <a:latin typeface="Times New Roman"/>
                <a:cs typeface="Times New Roman"/>
              </a:rPr>
              <a:t>tet</a:t>
            </a:r>
            <a:r>
              <a:rPr dirty="0" smtClean="0" sz="2000" spc="-4">
                <a:latin typeface="Times New Roman"/>
                <a:cs typeface="Times New Roman"/>
              </a:rPr>
              <a:t>a</a:t>
            </a:r>
            <a:r>
              <a:rPr dirty="0" smtClean="0" sz="2000" spc="-4">
                <a:latin typeface="Times New Roman"/>
                <a:cs typeface="Times New Roman"/>
              </a:rPr>
              <a:t>n</a:t>
            </a:r>
            <a:r>
              <a:rPr dirty="0" smtClean="0" sz="2000" spc="-4">
                <a:latin typeface="Times New Roman"/>
                <a:cs typeface="Times New Roman"/>
              </a:rPr>
              <a:t>g</a:t>
            </a:r>
            <a:r>
              <a:rPr dirty="0" smtClean="0" sz="2000" spc="-4">
                <a:latin typeface="Times New Roman"/>
                <a:cs typeface="Times New Roman"/>
              </a:rPr>
              <a:t>g</a:t>
            </a:r>
            <a:r>
              <a:rPr dirty="0" smtClean="0" sz="2000" spc="-4">
                <a:latin typeface="Times New Roman"/>
                <a:cs typeface="Times New Roman"/>
              </a:rPr>
              <a:t>a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61377" y="4953717"/>
            <a:ext cx="1057148" cy="279400"/>
          </a:xfrm>
          <a:prstGeom prst="rect">
            <a:avLst/>
          </a:prstGeom>
        </p:spPr>
        <p:txBody>
          <a:bodyPr wrap="square" lIns="0" tIns="13589" rIns="0" bIns="0" rtlCol="0">
            <a:noAutofit/>
          </a:bodyPr>
          <a:lstStyle/>
          <a:p>
            <a:pPr marL="12700">
              <a:lnSpc>
                <a:spcPts val="2140"/>
              </a:lnSpc>
            </a:pPr>
            <a:r>
              <a:rPr dirty="0" smtClean="0" sz="2000" spc="0">
                <a:latin typeface="Times New Roman"/>
                <a:cs typeface="Times New Roman"/>
              </a:rPr>
              <a:t>a</a:t>
            </a:r>
            <a:r>
              <a:rPr dirty="0" smtClean="0" sz="2000" spc="0">
                <a:latin typeface="Times New Roman"/>
                <a:cs typeface="Times New Roman"/>
              </a:rPr>
              <a:t>tau</a:t>
            </a:r>
            <a:r>
              <a:rPr dirty="0" smtClean="0" sz="2000" spc="0">
                <a:latin typeface="Times New Roman"/>
                <a:cs typeface="Times New Roman"/>
              </a:rPr>
              <a:t> </a:t>
            </a:r>
            <a:r>
              <a:rPr dirty="0" smtClean="0" sz="2000" spc="0">
                <a:latin typeface="Times New Roman"/>
                <a:cs typeface="Times New Roman"/>
              </a:rPr>
              <a:t>tidak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510911" y="5050237"/>
            <a:ext cx="513334" cy="279399"/>
          </a:xfrm>
          <a:prstGeom prst="rect">
            <a:avLst/>
          </a:prstGeom>
        </p:spPr>
        <p:txBody>
          <a:bodyPr wrap="square" lIns="0" tIns="13589" rIns="0" bIns="0" rtlCol="0">
            <a:noAutofit/>
          </a:bodyPr>
          <a:lstStyle/>
          <a:p>
            <a:pPr marL="12700">
              <a:lnSpc>
                <a:spcPts val="2140"/>
              </a:lnSpc>
            </a:pPr>
            <a:r>
              <a:rPr dirty="0" smtClean="0" sz="2000" spc="-4">
                <a:latin typeface="Times New Roman"/>
                <a:cs typeface="Times New Roman"/>
              </a:rPr>
              <a:t>HO)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510911" y="5690635"/>
            <a:ext cx="571246" cy="279400"/>
          </a:xfrm>
          <a:prstGeom prst="rect">
            <a:avLst/>
          </a:prstGeom>
        </p:spPr>
        <p:txBody>
          <a:bodyPr wrap="square" lIns="0" tIns="13589" rIns="0" bIns="0" rtlCol="0">
            <a:noAutofit/>
          </a:bodyPr>
          <a:lstStyle/>
          <a:p>
            <a:pPr marL="12700">
              <a:lnSpc>
                <a:spcPts val="2140"/>
              </a:lnSpc>
            </a:pPr>
            <a:r>
              <a:rPr dirty="0" smtClean="0" sz="2000" spc="0">
                <a:latin typeface="Times New Roman"/>
                <a:cs typeface="Times New Roman"/>
              </a:rPr>
              <a:t>t</a:t>
            </a:r>
            <a:r>
              <a:rPr dirty="0" smtClean="0" sz="2000" spc="0">
                <a:latin typeface="Times New Roman"/>
                <a:cs typeface="Times New Roman"/>
              </a:rPr>
              <a:t>i</a:t>
            </a:r>
            <a:r>
              <a:rPr dirty="0" smtClean="0" sz="2000" spc="0">
                <a:latin typeface="Times New Roman"/>
                <a:cs typeface="Times New Roman"/>
              </a:rPr>
              <a:t>d</a:t>
            </a:r>
            <a:r>
              <a:rPr dirty="0" smtClean="0" sz="2000" spc="0">
                <a:latin typeface="Times New Roman"/>
                <a:cs typeface="Times New Roman"/>
              </a:rPr>
              <a:t>a</a:t>
            </a:r>
            <a:r>
              <a:rPr dirty="0" smtClean="0" sz="2000" spc="0">
                <a:latin typeface="Times New Roman"/>
                <a:cs typeface="Times New Roman"/>
              </a:rPr>
              <a:t>k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31140" y="6472848"/>
            <a:ext cx="5475228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o</a:t>
            </a:r>
            <a:r>
              <a:rPr dirty="0" smtClean="0" sz="1800" spc="0" b="1">
                <a:latin typeface="Georgia"/>
                <a:cs typeface="Georgia"/>
              </a:rPr>
              <a:t>d</a:t>
            </a:r>
            <a:r>
              <a:rPr dirty="0" smtClean="0" sz="1800" spc="0" b="1">
                <a:latin typeface="Georgia"/>
                <a:cs typeface="Georgia"/>
              </a:rPr>
              <a:t>ul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3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S</a:t>
            </a:r>
            <a:r>
              <a:rPr dirty="0" smtClean="0" sz="1800" spc="0" b="1">
                <a:latin typeface="Georgia"/>
                <a:cs typeface="Georgia"/>
              </a:rPr>
              <a:t>istem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K</a:t>
            </a:r>
            <a:r>
              <a:rPr dirty="0" smtClean="0" sz="1800" spc="0" b="1">
                <a:latin typeface="Georgia"/>
                <a:cs typeface="Georgia"/>
              </a:rPr>
              <a:t>o</a:t>
            </a: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unik</a:t>
            </a:r>
            <a:r>
              <a:rPr dirty="0" smtClean="0" sz="1800" spc="0" b="1">
                <a:latin typeface="Georgia"/>
                <a:cs typeface="Georgia"/>
              </a:rPr>
              <a:t>a</a:t>
            </a:r>
            <a:r>
              <a:rPr dirty="0" smtClean="0" sz="1800" spc="0" b="1">
                <a:latin typeface="Georgia"/>
                <a:cs typeface="Georgia"/>
              </a:rPr>
              <a:t>si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B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r>
              <a:rPr dirty="0" smtClean="0" sz="1800" spc="0" b="1">
                <a:latin typeface="Georgia"/>
                <a:cs typeface="Georgia"/>
              </a:rPr>
              <a:t>g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r>
              <a:rPr dirty="0" smtClean="0" sz="1800" spc="0" b="1">
                <a:latin typeface="Georgia"/>
                <a:cs typeface="Georgia"/>
              </a:rPr>
              <a:t>a</a:t>
            </a:r>
            <a:r>
              <a:rPr dirty="0" smtClean="0" sz="1800" spc="0" b="1">
                <a:latin typeface="Georgia"/>
                <a:cs typeface="Georgia"/>
              </a:rPr>
              <a:t>k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S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lul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448800" y="6472848"/>
            <a:ext cx="344393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-4" b="1">
                <a:latin typeface="Georgia"/>
                <a:cs typeface="Georgia"/>
              </a:rPr>
              <a:t>32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09600" y="2286000"/>
            <a:ext cx="3733800" cy="2994660"/>
          </a:xfrm>
          <a:prstGeom prst="rect">
            <a:avLst/>
          </a:prstGeom>
        </p:spPr>
        <p:txBody>
          <a:bodyPr wrap="square" lIns="0" tIns="14351" rIns="0" bIns="0" rtlCol="0">
            <a:noAutofit/>
          </a:bodyPr>
          <a:lstStyle/>
          <a:p>
            <a:pPr marL="91757">
              <a:lnSpc>
                <a:spcPts val="2260"/>
              </a:lnSpc>
            </a:pPr>
            <a:r>
              <a:rPr dirty="0" smtClean="0" sz="2000" spc="-3" b="1">
                <a:latin typeface="Times New Roman"/>
                <a:cs typeface="Times New Roman"/>
              </a:rPr>
              <a:t>-</a:t>
            </a:r>
            <a:r>
              <a:rPr dirty="0" smtClean="0" sz="2000" spc="-3" b="1">
                <a:latin typeface="Times New Roman"/>
                <a:cs typeface="Times New Roman"/>
              </a:rPr>
              <a:t> </a:t>
            </a:r>
            <a:r>
              <a:rPr dirty="0" smtClean="0" sz="2000" spc="-3">
                <a:latin typeface="Times New Roman"/>
                <a:cs typeface="Times New Roman"/>
              </a:rPr>
              <a:t>P</a:t>
            </a:r>
            <a:r>
              <a:rPr dirty="0" smtClean="0" sz="2000" spc="-3">
                <a:latin typeface="Times New Roman"/>
                <a:cs typeface="Times New Roman"/>
              </a:rPr>
              <a:t>e</a:t>
            </a:r>
            <a:r>
              <a:rPr dirty="0" smtClean="0" sz="2000" spc="-3">
                <a:latin typeface="Times New Roman"/>
                <a:cs typeface="Times New Roman"/>
              </a:rPr>
              <a:t>n</a:t>
            </a:r>
            <a:r>
              <a:rPr dirty="0" smtClean="0" sz="2000" spc="-3">
                <a:latin typeface="Times New Roman"/>
                <a:cs typeface="Times New Roman"/>
              </a:rPr>
              <a:t>g</a:t>
            </a:r>
            <a:r>
              <a:rPr dirty="0" smtClean="0" sz="2000" spc="-3">
                <a:latin typeface="Times New Roman"/>
                <a:cs typeface="Times New Roman"/>
              </a:rPr>
              <a:t>ukur</a:t>
            </a:r>
            <a:r>
              <a:rPr dirty="0" smtClean="0" sz="2000" spc="-3">
                <a:latin typeface="Times New Roman"/>
                <a:cs typeface="Times New Roman"/>
              </a:rPr>
              <a:t>a</a:t>
            </a:r>
            <a:r>
              <a:rPr dirty="0" smtClean="0" sz="2000" spc="-3">
                <a:latin typeface="Times New Roman"/>
                <a:cs typeface="Times New Roman"/>
              </a:rPr>
              <a:t>n</a:t>
            </a:r>
            <a:r>
              <a:rPr dirty="0" smtClean="0" sz="2000" spc="-3">
                <a:latin typeface="Times New Roman"/>
                <a:cs typeface="Times New Roman"/>
              </a:rPr>
              <a:t> </a:t>
            </a:r>
            <a:r>
              <a:rPr dirty="0" smtClean="0" sz="2000" spc="-3">
                <a:latin typeface="Times New Roman"/>
                <a:cs typeface="Times New Roman"/>
              </a:rPr>
              <a:t>ku</a:t>
            </a:r>
            <a:r>
              <a:rPr dirty="0" smtClean="0" sz="2000" spc="-3">
                <a:latin typeface="Times New Roman"/>
                <a:cs typeface="Times New Roman"/>
              </a:rPr>
              <a:t>a</a:t>
            </a:r>
            <a:r>
              <a:rPr dirty="0" smtClean="0" sz="2000" spc="-3">
                <a:latin typeface="Times New Roman"/>
                <a:cs typeface="Times New Roman"/>
              </a:rPr>
              <a:t>t</a:t>
            </a:r>
            <a:r>
              <a:rPr dirty="0" smtClean="0" sz="2000" spc="-3">
                <a:latin typeface="Times New Roman"/>
                <a:cs typeface="Times New Roman"/>
              </a:rPr>
              <a:t> </a:t>
            </a:r>
            <a:r>
              <a:rPr dirty="0" smtClean="0" sz="2000" spc="-3">
                <a:latin typeface="Times New Roman"/>
                <a:cs typeface="Times New Roman"/>
              </a:rPr>
              <a:t>s</a:t>
            </a:r>
            <a:r>
              <a:rPr dirty="0" smtClean="0" sz="2000" spc="-3">
                <a:latin typeface="Times New Roman"/>
                <a:cs typeface="Times New Roman"/>
              </a:rPr>
              <a:t>in</a:t>
            </a:r>
            <a:r>
              <a:rPr dirty="0" smtClean="0" sz="2000" spc="-3">
                <a:latin typeface="Times New Roman"/>
                <a:cs typeface="Times New Roman"/>
              </a:rPr>
              <a:t>y</a:t>
            </a:r>
            <a:r>
              <a:rPr dirty="0" smtClean="0" sz="2000" spc="-3">
                <a:latin typeface="Times New Roman"/>
                <a:cs typeface="Times New Roman"/>
              </a:rPr>
              <a:t>a</a:t>
            </a:r>
            <a:r>
              <a:rPr dirty="0" smtClean="0" sz="2000" spc="-3">
                <a:latin typeface="Times New Roman"/>
                <a:cs typeface="Times New Roman"/>
              </a:rPr>
              <a:t>l</a:t>
            </a:r>
            <a:endParaRPr sz="2000">
              <a:latin typeface="Times New Roman"/>
              <a:cs typeface="Times New Roman"/>
            </a:endParaRPr>
          </a:p>
          <a:p>
            <a:pPr marL="264477">
              <a:lnSpc>
                <a:spcPct val="95825"/>
              </a:lnSpc>
              <a:spcBef>
                <a:spcPts val="1430"/>
              </a:spcBef>
            </a:pPr>
            <a:r>
              <a:rPr dirty="0" smtClean="0" sz="2000" spc="-1">
                <a:latin typeface="Times New Roman"/>
                <a:cs typeface="Times New Roman"/>
              </a:rPr>
              <a:t>di</a:t>
            </a:r>
            <a:r>
              <a:rPr dirty="0" smtClean="0" sz="2000" spc="-1">
                <a:latin typeface="Times New Roman"/>
                <a:cs typeface="Times New Roman"/>
              </a:rPr>
              <a:t>s</a:t>
            </a:r>
            <a:r>
              <a:rPr dirty="0" smtClean="0" sz="2000" spc="-1">
                <a:latin typeface="Times New Roman"/>
                <a:cs typeface="Times New Roman"/>
              </a:rPr>
              <a:t>up</a:t>
            </a:r>
            <a:r>
              <a:rPr dirty="0" smtClean="0" sz="2000" spc="-1">
                <a:latin typeface="Times New Roman"/>
                <a:cs typeface="Times New Roman"/>
              </a:rPr>
              <a:t>e</a:t>
            </a:r>
            <a:r>
              <a:rPr dirty="0" smtClean="0" sz="2000" spc="-1">
                <a:latin typeface="Times New Roman"/>
                <a:cs typeface="Times New Roman"/>
              </a:rPr>
              <a:t>rvisi</a:t>
            </a:r>
            <a:r>
              <a:rPr dirty="0" smtClean="0" sz="2000" spc="-1">
                <a:latin typeface="Times New Roman"/>
                <a:cs typeface="Times New Roman"/>
              </a:rPr>
              <a:t> </a:t>
            </a:r>
            <a:r>
              <a:rPr dirty="0" smtClean="0" sz="2000" spc="-1">
                <a:latin typeface="Times New Roman"/>
                <a:cs typeface="Times New Roman"/>
              </a:rPr>
              <a:t>oleh</a:t>
            </a:r>
            <a:r>
              <a:rPr dirty="0" smtClean="0" sz="2000" spc="-1">
                <a:latin typeface="Times New Roman"/>
                <a:cs typeface="Times New Roman"/>
              </a:rPr>
              <a:t> </a:t>
            </a:r>
            <a:r>
              <a:rPr dirty="0" smtClean="0" sz="2000" spc="-1">
                <a:latin typeface="Times New Roman"/>
                <a:cs typeface="Times New Roman"/>
              </a:rPr>
              <a:t>M</a:t>
            </a:r>
            <a:r>
              <a:rPr dirty="0" smtClean="0" sz="2000" spc="-1">
                <a:latin typeface="Times New Roman"/>
                <a:cs typeface="Times New Roman"/>
              </a:rPr>
              <a:t>S</a:t>
            </a:r>
            <a:r>
              <a:rPr dirty="0" smtClean="0" sz="2000" spc="-1">
                <a:latin typeface="Times New Roman"/>
                <a:cs typeface="Times New Roman"/>
              </a:rPr>
              <a:t>C</a:t>
            </a:r>
            <a:endParaRPr sz="2000">
              <a:latin typeface="Times New Roman"/>
              <a:cs typeface="Times New Roman"/>
            </a:endParaRPr>
          </a:p>
          <a:p>
            <a:pPr marL="264477">
              <a:lnSpc>
                <a:spcPct val="95825"/>
              </a:lnSpc>
              <a:spcBef>
                <a:spcPts val="2740"/>
              </a:spcBef>
            </a:pPr>
            <a:r>
              <a:rPr dirty="0" smtClean="0" sz="2000" spc="-2">
                <a:latin typeface="Times New Roman"/>
                <a:cs typeface="Times New Roman"/>
              </a:rPr>
              <a:t>p</a:t>
            </a:r>
            <a:r>
              <a:rPr dirty="0" smtClean="0" sz="2000" spc="-2">
                <a:latin typeface="Times New Roman"/>
                <a:cs typeface="Times New Roman"/>
              </a:rPr>
              <a:t>e</a:t>
            </a:r>
            <a:r>
              <a:rPr dirty="0" smtClean="0" sz="2000" spc="-2">
                <a:latin typeface="Times New Roman"/>
                <a:cs typeface="Times New Roman"/>
              </a:rPr>
              <a:t>n</a:t>
            </a:r>
            <a:r>
              <a:rPr dirty="0" smtClean="0" sz="2000" spc="-2">
                <a:latin typeface="Times New Roman"/>
                <a:cs typeface="Times New Roman"/>
              </a:rPr>
              <a:t>g</a:t>
            </a:r>
            <a:r>
              <a:rPr dirty="0" smtClean="0" sz="2000" spc="-2">
                <a:latin typeface="Times New Roman"/>
                <a:cs typeface="Times New Roman"/>
              </a:rPr>
              <a:t>uku</a:t>
            </a:r>
            <a:r>
              <a:rPr dirty="0" smtClean="0" sz="2000" spc="-2">
                <a:latin typeface="Times New Roman"/>
                <a:cs typeface="Times New Roman"/>
              </a:rPr>
              <a:t>r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n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sin</a:t>
            </a:r>
            <a:r>
              <a:rPr dirty="0" smtClean="0" sz="2000" spc="-2">
                <a:latin typeface="Times New Roman"/>
                <a:cs typeface="Times New Roman"/>
              </a:rPr>
              <a:t>y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l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d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r</a:t>
            </a:r>
            <a:r>
              <a:rPr dirty="0" smtClean="0" sz="2000" spc="-2">
                <a:latin typeface="Times New Roman"/>
                <a:cs typeface="Times New Roman"/>
              </a:rPr>
              <a:t>i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t</a:t>
            </a:r>
            <a:r>
              <a:rPr dirty="0" smtClean="0" sz="2000" spc="-2">
                <a:latin typeface="Times New Roman"/>
                <a:cs typeface="Times New Roman"/>
              </a:rPr>
              <a:t>i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p</a:t>
            </a:r>
            <a:endParaRPr sz="2000">
              <a:latin typeface="Times New Roman"/>
              <a:cs typeface="Times New Roman"/>
            </a:endParaRPr>
          </a:p>
          <a:p>
            <a:pPr marL="91757">
              <a:lnSpc>
                <a:spcPct val="95825"/>
              </a:lnSpc>
              <a:spcBef>
                <a:spcPts val="2742"/>
              </a:spcBef>
            </a:pPr>
            <a:r>
              <a:rPr dirty="0" smtClean="0" sz="2000" spc="-1">
                <a:latin typeface="Times New Roman"/>
                <a:cs typeface="Times New Roman"/>
              </a:rPr>
              <a:t>-</a:t>
            </a:r>
            <a:r>
              <a:rPr dirty="0" smtClean="0" sz="2000" spc="-1">
                <a:latin typeface="Times New Roman"/>
                <a:cs typeface="Times New Roman"/>
              </a:rPr>
              <a:t> </a:t>
            </a:r>
            <a:r>
              <a:rPr dirty="0" smtClean="0" sz="2000" spc="-1">
                <a:latin typeface="Times New Roman"/>
                <a:cs typeface="Times New Roman"/>
              </a:rPr>
              <a:t>L</a:t>
            </a:r>
            <a:r>
              <a:rPr dirty="0" smtClean="0" sz="2000" spc="-1">
                <a:latin typeface="Times New Roman"/>
                <a:cs typeface="Times New Roman"/>
              </a:rPr>
              <a:t>o</a:t>
            </a:r>
            <a:r>
              <a:rPr dirty="0" smtClean="0" sz="2000" spc="-1">
                <a:latin typeface="Times New Roman"/>
                <a:cs typeface="Times New Roman"/>
              </a:rPr>
              <a:t>c</a:t>
            </a:r>
            <a:r>
              <a:rPr dirty="0" smtClean="0" sz="2000" spc="-1">
                <a:latin typeface="Times New Roman"/>
                <a:cs typeface="Times New Roman"/>
              </a:rPr>
              <a:t>a</a:t>
            </a:r>
            <a:r>
              <a:rPr dirty="0" smtClean="0" sz="2000" spc="-1">
                <a:latin typeface="Times New Roman"/>
                <a:cs typeface="Times New Roman"/>
              </a:rPr>
              <a:t>tor</a:t>
            </a:r>
            <a:r>
              <a:rPr dirty="0" smtClean="0" sz="2000" spc="-1">
                <a:latin typeface="Times New Roman"/>
                <a:cs typeface="Times New Roman"/>
              </a:rPr>
              <a:t> </a:t>
            </a:r>
            <a:r>
              <a:rPr dirty="0" smtClean="0" sz="2000" spc="-1">
                <a:latin typeface="Times New Roman"/>
                <a:cs typeface="Times New Roman"/>
              </a:rPr>
              <a:t>r</a:t>
            </a:r>
            <a:r>
              <a:rPr dirty="0" smtClean="0" sz="2000" spc="-1">
                <a:latin typeface="Times New Roman"/>
                <a:cs typeface="Times New Roman"/>
              </a:rPr>
              <a:t>e</a:t>
            </a:r>
            <a:r>
              <a:rPr dirty="0" smtClean="0" sz="2000" spc="-1">
                <a:latin typeface="Times New Roman"/>
                <a:cs typeface="Times New Roman"/>
              </a:rPr>
              <a:t>c</a:t>
            </a:r>
            <a:r>
              <a:rPr dirty="0" smtClean="0" sz="2000" spc="-1">
                <a:latin typeface="Times New Roman"/>
                <a:cs typeface="Times New Roman"/>
              </a:rPr>
              <a:t>e</a:t>
            </a:r>
            <a:r>
              <a:rPr dirty="0" smtClean="0" sz="2000" spc="-1">
                <a:latin typeface="Times New Roman"/>
                <a:cs typeface="Times New Roman"/>
              </a:rPr>
              <a:t>iver</a:t>
            </a:r>
            <a:r>
              <a:rPr dirty="0" smtClean="0" sz="2000" spc="-1">
                <a:latin typeface="Times New Roman"/>
                <a:cs typeface="Times New Roman"/>
              </a:rPr>
              <a:t> </a:t>
            </a:r>
            <a:r>
              <a:rPr dirty="0" smtClean="0" sz="2000" spc="-1">
                <a:latin typeface="Times New Roman"/>
                <a:cs typeface="Times New Roman"/>
              </a:rPr>
              <a:t>men</a:t>
            </a:r>
            <a:r>
              <a:rPr dirty="0" smtClean="0" sz="2000" spc="-1">
                <a:latin typeface="Times New Roman"/>
                <a:cs typeface="Times New Roman"/>
              </a:rPr>
              <a:t>g</a:t>
            </a:r>
            <a:r>
              <a:rPr dirty="0" smtClean="0" sz="2000" spc="-1">
                <a:latin typeface="Times New Roman"/>
                <a:cs typeface="Times New Roman"/>
              </a:rPr>
              <a:t>ukur</a:t>
            </a:r>
            <a:r>
              <a:rPr dirty="0" smtClean="0" sz="2000" spc="-1">
                <a:latin typeface="Times New Roman"/>
                <a:cs typeface="Times New Roman"/>
              </a:rPr>
              <a:t> </a:t>
            </a:r>
            <a:r>
              <a:rPr dirty="0" smtClean="0" sz="2000" spc="-1">
                <a:latin typeface="Times New Roman"/>
                <a:cs typeface="Times New Roman"/>
              </a:rPr>
              <a:t>ku</a:t>
            </a:r>
            <a:r>
              <a:rPr dirty="0" smtClean="0" sz="2000" spc="-1">
                <a:latin typeface="Times New Roman"/>
                <a:cs typeface="Times New Roman"/>
              </a:rPr>
              <a:t>a</a:t>
            </a:r>
            <a:r>
              <a:rPr dirty="0" smtClean="0" sz="2000" spc="-1">
                <a:latin typeface="Times New Roman"/>
                <a:cs typeface="Times New Roman"/>
              </a:rPr>
              <a:t>t</a:t>
            </a:r>
            <a:endParaRPr sz="2000">
              <a:latin typeface="Times New Roman"/>
              <a:cs typeface="Times New Roman"/>
            </a:endParaRPr>
          </a:p>
          <a:p>
            <a:pPr marL="91757">
              <a:lnSpc>
                <a:spcPct val="95825"/>
              </a:lnSpc>
              <a:spcBef>
                <a:spcPts val="2743"/>
              </a:spcBef>
            </a:pPr>
            <a:r>
              <a:rPr dirty="0" smtClean="0" sz="2000" spc="-1">
                <a:latin typeface="Times New Roman"/>
                <a:cs typeface="Times New Roman"/>
              </a:rPr>
              <a:t>-</a:t>
            </a:r>
            <a:r>
              <a:rPr dirty="0" smtClean="0" sz="2000" spc="-1">
                <a:latin typeface="Times New Roman"/>
                <a:cs typeface="Times New Roman"/>
              </a:rPr>
              <a:t> </a:t>
            </a:r>
            <a:r>
              <a:rPr dirty="0" smtClean="0" sz="2000" spc="-1">
                <a:latin typeface="Times New Roman"/>
                <a:cs typeface="Times New Roman"/>
              </a:rPr>
              <a:t>M</a:t>
            </a:r>
            <a:r>
              <a:rPr dirty="0" smtClean="0" sz="2000" spc="-1">
                <a:latin typeface="Times New Roman"/>
                <a:cs typeface="Times New Roman"/>
              </a:rPr>
              <a:t>S</a:t>
            </a:r>
            <a:r>
              <a:rPr dirty="0" smtClean="0" sz="2000" spc="-1">
                <a:latin typeface="Times New Roman"/>
                <a:cs typeface="Times New Roman"/>
              </a:rPr>
              <a:t>C</a:t>
            </a:r>
            <a:r>
              <a:rPr dirty="0" smtClean="0" sz="2000" spc="-1">
                <a:latin typeface="Times New Roman"/>
                <a:cs typeface="Times New Roman"/>
              </a:rPr>
              <a:t> </a:t>
            </a:r>
            <a:r>
              <a:rPr dirty="0" smtClean="0" sz="2000" spc="-1">
                <a:latin typeface="Times New Roman"/>
                <a:cs typeface="Times New Roman"/>
              </a:rPr>
              <a:t>men</a:t>
            </a:r>
            <a:r>
              <a:rPr dirty="0" smtClean="0" sz="2000" spc="-1">
                <a:latin typeface="Times New Roman"/>
                <a:cs typeface="Times New Roman"/>
              </a:rPr>
              <a:t>e</a:t>
            </a:r>
            <a:r>
              <a:rPr dirty="0" smtClean="0" sz="2000" spc="-1">
                <a:latin typeface="Times New Roman"/>
                <a:cs typeface="Times New Roman"/>
              </a:rPr>
              <a:t>ntukan</a:t>
            </a:r>
            <a:r>
              <a:rPr dirty="0" smtClean="0" sz="2000" spc="-1">
                <a:latin typeface="Times New Roman"/>
                <a:cs typeface="Times New Roman"/>
              </a:rPr>
              <a:t> </a:t>
            </a:r>
            <a:r>
              <a:rPr dirty="0" smtClean="0" sz="2000" spc="-1">
                <a:latin typeface="Times New Roman"/>
                <a:cs typeface="Times New Roman"/>
              </a:rPr>
              <a:t>te</a:t>
            </a:r>
            <a:r>
              <a:rPr dirty="0" smtClean="0" sz="2000" spc="-1">
                <a:latin typeface="Times New Roman"/>
                <a:cs typeface="Times New Roman"/>
              </a:rPr>
              <a:t>r</a:t>
            </a:r>
            <a:r>
              <a:rPr dirty="0" smtClean="0" sz="2000" spc="-1">
                <a:latin typeface="Times New Roman"/>
                <a:cs typeface="Times New Roman"/>
              </a:rPr>
              <a:t>jadi</a:t>
            </a:r>
            <a:r>
              <a:rPr dirty="0" smtClean="0" sz="2000" spc="-1">
                <a:latin typeface="Times New Roman"/>
                <a:cs typeface="Times New Roman"/>
              </a:rPr>
              <a:t> </a:t>
            </a:r>
            <a:r>
              <a:rPr dirty="0" smtClean="0" sz="2000" spc="-1">
                <a:latin typeface="Times New Roman"/>
                <a:cs typeface="Times New Roman"/>
              </a:rPr>
              <a:t>HO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09600" y="1828800"/>
            <a:ext cx="3733800" cy="396240"/>
          </a:xfrm>
          <a:prstGeom prst="rect">
            <a:avLst/>
          </a:prstGeom>
        </p:spPr>
        <p:txBody>
          <a:bodyPr wrap="square" lIns="0" tIns="55880" rIns="0" bIns="0" rtlCol="0">
            <a:noAutofit/>
          </a:bodyPr>
          <a:lstStyle/>
          <a:p>
            <a:pPr marL="392112">
              <a:lnSpc>
                <a:spcPct val="95825"/>
              </a:lnSpc>
            </a:pPr>
            <a:r>
              <a:rPr dirty="0" smtClean="0" sz="2000" spc="-6" b="1">
                <a:latin typeface="Times New Roman"/>
                <a:cs typeface="Times New Roman"/>
              </a:rPr>
              <a:t>G</a:t>
            </a:r>
            <a:r>
              <a:rPr dirty="0" smtClean="0" sz="2000" spc="-6" b="1">
                <a:latin typeface="Times New Roman"/>
                <a:cs typeface="Times New Roman"/>
              </a:rPr>
              <a:t>e</a:t>
            </a:r>
            <a:r>
              <a:rPr dirty="0" smtClean="0" sz="2000" spc="-6" b="1">
                <a:latin typeface="Times New Roman"/>
                <a:cs typeface="Times New Roman"/>
              </a:rPr>
              <a:t>n</a:t>
            </a:r>
            <a:r>
              <a:rPr dirty="0" smtClean="0" sz="2000" spc="-6" b="1">
                <a:latin typeface="Times New Roman"/>
                <a:cs typeface="Times New Roman"/>
              </a:rPr>
              <a:t>e</a:t>
            </a:r>
            <a:r>
              <a:rPr dirty="0" smtClean="0" sz="2000" spc="-6" b="1">
                <a:latin typeface="Times New Roman"/>
                <a:cs typeface="Times New Roman"/>
              </a:rPr>
              <a:t>r</a:t>
            </a:r>
            <a:r>
              <a:rPr dirty="0" smtClean="0" sz="2000" spc="-6" b="1">
                <a:latin typeface="Times New Roman"/>
                <a:cs typeface="Times New Roman"/>
              </a:rPr>
              <a:t>asi</a:t>
            </a:r>
            <a:r>
              <a:rPr dirty="0" smtClean="0" sz="2000" spc="-6" b="1">
                <a:latin typeface="Times New Roman"/>
                <a:cs typeface="Times New Roman"/>
              </a:rPr>
              <a:t> </a:t>
            </a:r>
            <a:r>
              <a:rPr dirty="0" smtClean="0" sz="2000" spc="-6" b="1">
                <a:latin typeface="Times New Roman"/>
                <a:cs typeface="Times New Roman"/>
              </a:rPr>
              <a:t>I</a:t>
            </a:r>
            <a:r>
              <a:rPr dirty="0" smtClean="0" sz="2000" spc="-6" b="1">
                <a:latin typeface="Times New Roman"/>
                <a:cs typeface="Times New Roman"/>
              </a:rPr>
              <a:t> </a:t>
            </a:r>
            <a:r>
              <a:rPr dirty="0" smtClean="0" sz="2000" spc="-6" b="1">
                <a:latin typeface="Times New Roman"/>
                <a:cs typeface="Times New Roman"/>
              </a:rPr>
              <a:t>:</a:t>
            </a:r>
            <a:r>
              <a:rPr dirty="0" smtClean="0" sz="2000" spc="-6" b="1">
                <a:latin typeface="Times New Roman"/>
                <a:cs typeface="Times New Roman"/>
              </a:rPr>
              <a:t> </a:t>
            </a:r>
            <a:r>
              <a:rPr dirty="0" smtClean="0" sz="2000" spc="-6" b="1">
                <a:latin typeface="Times New Roman"/>
                <a:cs typeface="Times New Roman"/>
              </a:rPr>
              <a:t> </a:t>
            </a:r>
            <a:r>
              <a:rPr dirty="0" smtClean="0" sz="2000" spc="-6" b="1">
                <a:latin typeface="Times New Roman"/>
                <a:cs typeface="Times New Roman"/>
              </a:rPr>
              <a:t>S</a:t>
            </a:r>
            <a:r>
              <a:rPr dirty="0" smtClean="0" sz="2000" spc="-6" b="1">
                <a:latin typeface="Times New Roman"/>
                <a:cs typeface="Times New Roman"/>
              </a:rPr>
              <a:t>i</a:t>
            </a:r>
            <a:r>
              <a:rPr dirty="0" smtClean="0" sz="2000" spc="-6" b="1">
                <a:latin typeface="Times New Roman"/>
                <a:cs typeface="Times New Roman"/>
              </a:rPr>
              <a:t>st</a:t>
            </a:r>
            <a:r>
              <a:rPr dirty="0" smtClean="0" sz="2000" spc="-6" b="1">
                <a:latin typeface="Times New Roman"/>
                <a:cs typeface="Times New Roman"/>
              </a:rPr>
              <a:t>e</a:t>
            </a:r>
            <a:r>
              <a:rPr dirty="0" smtClean="0" sz="2000" spc="-6" b="1">
                <a:latin typeface="Times New Roman"/>
                <a:cs typeface="Times New Roman"/>
              </a:rPr>
              <a:t>m</a:t>
            </a:r>
            <a:r>
              <a:rPr dirty="0" smtClean="0" sz="2000" spc="-6" b="1">
                <a:latin typeface="Times New Roman"/>
                <a:cs typeface="Times New Roman"/>
              </a:rPr>
              <a:t> </a:t>
            </a:r>
            <a:r>
              <a:rPr dirty="0" smtClean="0" sz="2000" spc="-6" b="1">
                <a:latin typeface="Times New Roman"/>
                <a:cs typeface="Times New Roman"/>
              </a:rPr>
              <a:t>Ana</a:t>
            </a:r>
            <a:r>
              <a:rPr dirty="0" smtClean="0" sz="2000" spc="-6" b="1">
                <a:latin typeface="Times New Roman"/>
                <a:cs typeface="Times New Roman"/>
              </a:rPr>
              <a:t>l</a:t>
            </a:r>
            <a:r>
              <a:rPr dirty="0" smtClean="0" sz="2000" spc="-6" b="1">
                <a:latin typeface="Times New Roman"/>
                <a:cs typeface="Times New Roman"/>
              </a:rPr>
              <a:t>og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257800" y="1651000"/>
            <a:ext cx="4267200" cy="4368800"/>
          </a:xfrm>
          <a:prstGeom prst="rect">
            <a:avLst/>
          </a:prstGeom>
        </p:spPr>
        <p:txBody>
          <a:bodyPr wrap="square" lIns="0" tIns="13970" rIns="0" bIns="0" rtlCol="0">
            <a:noAutofit/>
          </a:bodyPr>
          <a:lstStyle/>
          <a:p>
            <a:pPr marL="92710">
              <a:lnSpc>
                <a:spcPts val="2200"/>
              </a:lnSpc>
            </a:pPr>
            <a:r>
              <a:rPr dirty="0" smtClean="0" sz="2000" spc="0" b="1">
                <a:latin typeface="Times New Roman"/>
                <a:cs typeface="Times New Roman"/>
              </a:rPr>
              <a:t>-</a:t>
            </a:r>
            <a:r>
              <a:rPr dirty="0" smtClean="0" sz="2000" spc="0" b="1">
                <a:latin typeface="Times New Roman"/>
                <a:cs typeface="Times New Roman"/>
              </a:rPr>
              <a:t> </a:t>
            </a:r>
            <a:r>
              <a:rPr dirty="0" smtClean="0" sz="2000" spc="0">
                <a:latin typeface="Times New Roman"/>
                <a:cs typeface="Times New Roman"/>
              </a:rPr>
              <a:t>K</a:t>
            </a:r>
            <a:r>
              <a:rPr dirty="0" smtClean="0" sz="2000" spc="0">
                <a:latin typeface="Times New Roman"/>
                <a:cs typeface="Times New Roman"/>
              </a:rPr>
              <a:t>e</a:t>
            </a:r>
            <a:r>
              <a:rPr dirty="0" smtClean="0" sz="2000" spc="0">
                <a:latin typeface="Times New Roman"/>
                <a:cs typeface="Times New Roman"/>
              </a:rPr>
              <a:t>putus</a:t>
            </a:r>
            <a:r>
              <a:rPr dirty="0" smtClean="0" sz="2000" spc="0">
                <a:latin typeface="Times New Roman"/>
                <a:cs typeface="Times New Roman"/>
              </a:rPr>
              <a:t>a</a:t>
            </a:r>
            <a:r>
              <a:rPr dirty="0" smtClean="0" sz="2000" spc="0">
                <a:latin typeface="Times New Roman"/>
                <a:cs typeface="Times New Roman"/>
              </a:rPr>
              <a:t>n</a:t>
            </a:r>
            <a:r>
              <a:rPr dirty="0" smtClean="0" sz="2000" spc="0">
                <a:latin typeface="Times New Roman"/>
                <a:cs typeface="Times New Roman"/>
              </a:rPr>
              <a:t> </a:t>
            </a:r>
            <a:r>
              <a:rPr dirty="0" smtClean="0" sz="2000" spc="0">
                <a:latin typeface="Times New Roman"/>
                <a:cs typeface="Times New Roman"/>
              </a:rPr>
              <a:t>HO</a:t>
            </a:r>
            <a:r>
              <a:rPr dirty="0" smtClean="0" sz="2000" spc="0">
                <a:latin typeface="Times New Roman"/>
                <a:cs typeface="Times New Roman"/>
              </a:rPr>
              <a:t> </a:t>
            </a:r>
            <a:r>
              <a:rPr dirty="0" smtClean="0" sz="2000" spc="0">
                <a:latin typeface="Times New Roman"/>
                <a:cs typeface="Times New Roman"/>
              </a:rPr>
              <a:t>dib</a:t>
            </a:r>
            <a:r>
              <a:rPr dirty="0" smtClean="0" sz="2000" spc="0">
                <a:latin typeface="Times New Roman"/>
                <a:cs typeface="Times New Roman"/>
              </a:rPr>
              <a:t>a</a:t>
            </a:r>
            <a:r>
              <a:rPr dirty="0" smtClean="0" sz="2000" spc="0">
                <a:latin typeface="Times New Roman"/>
                <a:cs typeface="Times New Roman"/>
              </a:rPr>
              <a:t>ntu</a:t>
            </a:r>
            <a:r>
              <a:rPr dirty="0" smtClean="0" sz="2000" spc="0">
                <a:latin typeface="Times New Roman"/>
                <a:cs typeface="Times New Roman"/>
              </a:rPr>
              <a:t> </a:t>
            </a:r>
            <a:r>
              <a:rPr dirty="0" smtClean="0" sz="2000" spc="0">
                <a:latin typeface="Times New Roman"/>
                <a:cs typeface="Times New Roman"/>
              </a:rPr>
              <a:t>MS</a:t>
            </a:r>
            <a:r>
              <a:rPr dirty="0" smtClean="0" sz="2000" spc="0">
                <a:latin typeface="Times New Roman"/>
                <a:cs typeface="Times New Roman"/>
              </a:rPr>
              <a:t> </a:t>
            </a:r>
            <a:r>
              <a:rPr dirty="0" smtClean="0" sz="2000" spc="0">
                <a:latin typeface="Times New Roman"/>
                <a:cs typeface="Times New Roman"/>
              </a:rPr>
              <a:t>(</a:t>
            </a:r>
            <a:r>
              <a:rPr dirty="0" smtClean="0" sz="2000" spc="0">
                <a:latin typeface="Times New Roman"/>
                <a:cs typeface="Times New Roman"/>
              </a:rPr>
              <a:t> </a:t>
            </a:r>
            <a:r>
              <a:rPr dirty="0" smtClean="0" sz="2000" spc="0">
                <a:latin typeface="Times New Roman"/>
                <a:cs typeface="Times New Roman"/>
              </a:rPr>
              <a:t>M</a:t>
            </a:r>
            <a:r>
              <a:rPr dirty="0" smtClean="0" sz="2000" spc="0">
                <a:latin typeface="Times New Roman"/>
                <a:cs typeface="Times New Roman"/>
              </a:rPr>
              <a:t>A</a:t>
            </a:r>
            <a:r>
              <a:rPr dirty="0" smtClean="0" sz="2000" spc="0">
                <a:latin typeface="Times New Roman"/>
                <a:cs typeface="Times New Roman"/>
              </a:rPr>
              <a:t>HO</a:t>
            </a:r>
            <a:r>
              <a:rPr dirty="0" smtClean="0" sz="2000" spc="0">
                <a:latin typeface="Times New Roman"/>
                <a:cs typeface="Times New Roman"/>
              </a:rPr>
              <a:t> </a:t>
            </a:r>
            <a:r>
              <a:rPr dirty="0" smtClean="0" sz="2000" spc="0">
                <a:latin typeface="Times New Roman"/>
                <a:cs typeface="Times New Roman"/>
              </a:rPr>
              <a:t>-</a:t>
            </a:r>
            <a:endParaRPr sz="2000">
              <a:latin typeface="Times New Roman"/>
              <a:cs typeface="Times New Roman"/>
            </a:endParaRPr>
          </a:p>
          <a:p>
            <a:pPr marL="265811">
              <a:lnSpc>
                <a:spcPts val="1980"/>
              </a:lnSpc>
            </a:pPr>
            <a:r>
              <a:rPr dirty="0" smtClean="0" sz="2000" spc="-2" i="1">
                <a:latin typeface="Times New Roman"/>
                <a:cs typeface="Times New Roman"/>
              </a:rPr>
              <a:t>Mobile</a:t>
            </a:r>
            <a:r>
              <a:rPr dirty="0" smtClean="0" sz="2000" spc="-2" i="1">
                <a:latin typeface="Times New Roman"/>
                <a:cs typeface="Times New Roman"/>
              </a:rPr>
              <a:t> </a:t>
            </a:r>
            <a:r>
              <a:rPr dirty="0" smtClean="0" sz="2000" spc="-2" i="1">
                <a:latin typeface="Times New Roman"/>
                <a:cs typeface="Times New Roman"/>
              </a:rPr>
              <a:t>Ass</a:t>
            </a:r>
            <a:r>
              <a:rPr dirty="0" smtClean="0" sz="2000" spc="-2" i="1">
                <a:latin typeface="Times New Roman"/>
                <a:cs typeface="Times New Roman"/>
              </a:rPr>
              <a:t>i</a:t>
            </a:r>
            <a:r>
              <a:rPr dirty="0" smtClean="0" sz="2000" spc="-2" i="1">
                <a:latin typeface="Times New Roman"/>
                <a:cs typeface="Times New Roman"/>
              </a:rPr>
              <a:t>s</a:t>
            </a:r>
            <a:r>
              <a:rPr dirty="0" smtClean="0" sz="2000" spc="-2" i="1">
                <a:latin typeface="Times New Roman"/>
                <a:cs typeface="Times New Roman"/>
              </a:rPr>
              <a:t>t</a:t>
            </a:r>
            <a:r>
              <a:rPr dirty="0" smtClean="0" sz="2000" spc="-2" i="1">
                <a:latin typeface="Times New Roman"/>
                <a:cs typeface="Times New Roman"/>
              </a:rPr>
              <a:t>e</a:t>
            </a:r>
            <a:r>
              <a:rPr dirty="0" smtClean="0" sz="2000" spc="-2" i="1">
                <a:latin typeface="Times New Roman"/>
                <a:cs typeface="Times New Roman"/>
              </a:rPr>
              <a:t>d</a:t>
            </a:r>
            <a:r>
              <a:rPr dirty="0" smtClean="0" sz="2000" spc="-2" i="1">
                <a:latin typeface="Times New Roman"/>
                <a:cs typeface="Times New Roman"/>
              </a:rPr>
              <a:t> </a:t>
            </a:r>
            <a:r>
              <a:rPr dirty="0" smtClean="0" sz="2000" spc="-2" i="1">
                <a:latin typeface="Times New Roman"/>
                <a:cs typeface="Times New Roman"/>
              </a:rPr>
              <a:t>Handoff</a:t>
            </a:r>
            <a:r>
              <a:rPr dirty="0" smtClean="0" sz="2000" spc="-2" i="1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)</a:t>
            </a:r>
            <a:endParaRPr sz="2000">
              <a:latin typeface="Times New Roman"/>
              <a:cs typeface="Times New Roman"/>
            </a:endParaRPr>
          </a:p>
          <a:p>
            <a:pPr marL="265811" marR="317757" indent="-173100">
              <a:lnSpc>
                <a:spcPts val="2299"/>
              </a:lnSpc>
              <a:spcBef>
                <a:spcPts val="1028"/>
              </a:spcBef>
            </a:pPr>
            <a:r>
              <a:rPr dirty="0" smtClean="0" sz="2000" spc="-7">
                <a:latin typeface="Times New Roman"/>
                <a:cs typeface="Times New Roman"/>
              </a:rPr>
              <a:t>-</a:t>
            </a:r>
            <a:r>
              <a:rPr dirty="0" smtClean="0" sz="2000" spc="-7">
                <a:latin typeface="Times New Roman"/>
                <a:cs typeface="Times New Roman"/>
              </a:rPr>
              <a:t> </a:t>
            </a:r>
            <a:r>
              <a:rPr dirty="0" smtClean="0" sz="2000" spc="-7">
                <a:latin typeface="Times New Roman"/>
                <a:cs typeface="Times New Roman"/>
              </a:rPr>
              <a:t>T</a:t>
            </a:r>
            <a:r>
              <a:rPr dirty="0" smtClean="0" sz="2000" spc="-7">
                <a:latin typeface="Times New Roman"/>
                <a:cs typeface="Times New Roman"/>
              </a:rPr>
              <a:t>iap</a:t>
            </a:r>
            <a:r>
              <a:rPr dirty="0" smtClean="0" sz="2000" spc="-7">
                <a:latin typeface="Times New Roman"/>
                <a:cs typeface="Times New Roman"/>
              </a:rPr>
              <a:t> </a:t>
            </a:r>
            <a:r>
              <a:rPr dirty="0" smtClean="0" sz="2000" spc="-7">
                <a:latin typeface="Times New Roman"/>
                <a:cs typeface="Times New Roman"/>
              </a:rPr>
              <a:t>MS</a:t>
            </a:r>
            <a:r>
              <a:rPr dirty="0" smtClean="0" sz="2000" spc="-7">
                <a:latin typeface="Times New Roman"/>
                <a:cs typeface="Times New Roman"/>
              </a:rPr>
              <a:t> </a:t>
            </a:r>
            <a:r>
              <a:rPr dirty="0" smtClean="0" sz="2000" spc="-7">
                <a:latin typeface="Times New Roman"/>
                <a:cs typeface="Times New Roman"/>
              </a:rPr>
              <a:t>men</a:t>
            </a:r>
            <a:r>
              <a:rPr dirty="0" smtClean="0" sz="2000" spc="-7">
                <a:latin typeface="Times New Roman"/>
                <a:cs typeface="Times New Roman"/>
              </a:rPr>
              <a:t>g</a:t>
            </a:r>
            <a:r>
              <a:rPr dirty="0" smtClean="0" sz="2000" spc="-7">
                <a:latin typeface="Times New Roman"/>
                <a:cs typeface="Times New Roman"/>
              </a:rPr>
              <a:t>ukur</a:t>
            </a:r>
            <a:r>
              <a:rPr dirty="0" smtClean="0" sz="2000" spc="-7">
                <a:latin typeface="Times New Roman"/>
                <a:cs typeface="Times New Roman"/>
              </a:rPr>
              <a:t> </a:t>
            </a:r>
            <a:r>
              <a:rPr dirty="0" smtClean="0" sz="2000" spc="-7">
                <a:latin typeface="Times New Roman"/>
                <a:cs typeface="Times New Roman"/>
              </a:rPr>
              <a:t>s</a:t>
            </a:r>
            <a:r>
              <a:rPr dirty="0" smtClean="0" sz="2000" spc="-7">
                <a:latin typeface="Times New Roman"/>
                <a:cs typeface="Times New Roman"/>
              </a:rPr>
              <a:t>i</a:t>
            </a:r>
            <a:r>
              <a:rPr dirty="0" smtClean="0" sz="2000" spc="-7">
                <a:latin typeface="Times New Roman"/>
                <a:cs typeface="Times New Roman"/>
              </a:rPr>
              <a:t>n</a:t>
            </a:r>
            <a:r>
              <a:rPr dirty="0" smtClean="0" sz="2000" spc="-7">
                <a:latin typeface="Times New Roman"/>
                <a:cs typeface="Times New Roman"/>
              </a:rPr>
              <a:t>y</a:t>
            </a:r>
            <a:r>
              <a:rPr dirty="0" smtClean="0" sz="2000" spc="-7">
                <a:latin typeface="Times New Roman"/>
                <a:cs typeface="Times New Roman"/>
              </a:rPr>
              <a:t>a</a:t>
            </a:r>
            <a:r>
              <a:rPr dirty="0" smtClean="0" sz="2000" spc="-7">
                <a:latin typeface="Times New Roman"/>
                <a:cs typeface="Times New Roman"/>
              </a:rPr>
              <a:t>l</a:t>
            </a:r>
            <a:r>
              <a:rPr dirty="0" smtClean="0" sz="2000" spc="-7">
                <a:latin typeface="Times New Roman"/>
                <a:cs typeface="Times New Roman"/>
              </a:rPr>
              <a:t> </a:t>
            </a:r>
            <a:r>
              <a:rPr dirty="0" smtClean="0" sz="2000" spc="-7">
                <a:latin typeface="Times New Roman"/>
                <a:cs typeface="Times New Roman"/>
              </a:rPr>
              <a:t>y</a:t>
            </a:r>
            <a:r>
              <a:rPr dirty="0" smtClean="0" sz="2000" spc="-7">
                <a:latin typeface="Times New Roman"/>
                <a:cs typeface="Times New Roman"/>
              </a:rPr>
              <a:t>a</a:t>
            </a:r>
            <a:r>
              <a:rPr dirty="0" smtClean="0" sz="2000" spc="-7">
                <a:latin typeface="Times New Roman"/>
                <a:cs typeface="Times New Roman"/>
              </a:rPr>
              <a:t>ng</a:t>
            </a:r>
            <a:r>
              <a:rPr dirty="0" smtClean="0" sz="2000" spc="-7">
                <a:latin typeface="Times New Roman"/>
                <a:cs typeface="Times New Roman"/>
              </a:rPr>
              <a:t> </a:t>
            </a:r>
            <a:endParaRPr sz="2000">
              <a:latin typeface="Times New Roman"/>
              <a:cs typeface="Times New Roman"/>
            </a:endParaRPr>
          </a:p>
          <a:p>
            <a:pPr marL="265811" marR="317757">
              <a:lnSpc>
                <a:spcPts val="2299"/>
              </a:lnSpc>
            </a:pPr>
            <a:r>
              <a:rPr dirty="0" smtClean="0" sz="2000" spc="-5">
                <a:latin typeface="Times New Roman"/>
                <a:cs typeface="Times New Roman"/>
              </a:rPr>
              <a:t>dite</a:t>
            </a:r>
            <a:r>
              <a:rPr dirty="0" smtClean="0" sz="2000" spc="-5">
                <a:latin typeface="Times New Roman"/>
                <a:cs typeface="Times New Roman"/>
              </a:rPr>
              <a:t>r</a:t>
            </a:r>
            <a:r>
              <a:rPr dirty="0" smtClean="0" sz="2000" spc="-5">
                <a:latin typeface="Times New Roman"/>
                <a:cs typeface="Times New Roman"/>
              </a:rPr>
              <a:t>ima</a:t>
            </a:r>
            <a:r>
              <a:rPr dirty="0" smtClean="0" sz="2000" spc="-5">
                <a:latin typeface="Times New Roman"/>
                <a:cs typeface="Times New Roman"/>
              </a:rPr>
              <a:t> </a:t>
            </a:r>
            <a:r>
              <a:rPr dirty="0" smtClean="0" sz="2000" spc="-5">
                <a:latin typeface="Times New Roman"/>
                <a:cs typeface="Times New Roman"/>
              </a:rPr>
              <a:t>d</a:t>
            </a:r>
            <a:r>
              <a:rPr dirty="0" smtClean="0" sz="2000" spc="-5">
                <a:latin typeface="Times New Roman"/>
                <a:cs typeface="Times New Roman"/>
              </a:rPr>
              <a:t>a</a:t>
            </a:r>
            <a:r>
              <a:rPr dirty="0" smtClean="0" sz="2000" spc="-5">
                <a:latin typeface="Times New Roman"/>
                <a:cs typeface="Times New Roman"/>
              </a:rPr>
              <a:t>r</a:t>
            </a:r>
            <a:r>
              <a:rPr dirty="0" smtClean="0" sz="2000" spc="-5">
                <a:latin typeface="Times New Roman"/>
                <a:cs typeface="Times New Roman"/>
              </a:rPr>
              <a:t>i</a:t>
            </a:r>
            <a:r>
              <a:rPr dirty="0" smtClean="0" sz="2000" spc="-5">
                <a:latin typeface="Times New Roman"/>
                <a:cs typeface="Times New Roman"/>
              </a:rPr>
              <a:t> </a:t>
            </a:r>
            <a:r>
              <a:rPr dirty="0" smtClean="0" sz="2000" spc="-5">
                <a:latin typeface="Times New Roman"/>
                <a:cs typeface="Times New Roman"/>
              </a:rPr>
              <a:t>B</a:t>
            </a:r>
            <a:r>
              <a:rPr dirty="0" smtClean="0" sz="2000" spc="-5">
                <a:latin typeface="Times New Roman"/>
                <a:cs typeface="Times New Roman"/>
              </a:rPr>
              <a:t>S</a:t>
            </a:r>
            <a:r>
              <a:rPr dirty="0" smtClean="0" sz="2000" spc="-5">
                <a:latin typeface="Times New Roman"/>
                <a:cs typeface="Times New Roman"/>
              </a:rPr>
              <a:t> </a:t>
            </a:r>
            <a:r>
              <a:rPr dirty="0" smtClean="0" sz="2000" spc="-5">
                <a:latin typeface="Times New Roman"/>
                <a:cs typeface="Times New Roman"/>
              </a:rPr>
              <a:t>y</a:t>
            </a:r>
            <a:r>
              <a:rPr dirty="0" smtClean="0" sz="2000" spc="-5">
                <a:latin typeface="Times New Roman"/>
                <a:cs typeface="Times New Roman"/>
              </a:rPr>
              <a:t>a</a:t>
            </a:r>
            <a:r>
              <a:rPr dirty="0" smtClean="0" sz="2000" spc="-5">
                <a:latin typeface="Times New Roman"/>
                <a:cs typeface="Times New Roman"/>
              </a:rPr>
              <a:t>ng</a:t>
            </a:r>
            <a:r>
              <a:rPr dirty="0" smtClean="0" sz="2000" spc="-5">
                <a:latin typeface="Times New Roman"/>
                <a:cs typeface="Times New Roman"/>
              </a:rPr>
              <a:t> </a:t>
            </a:r>
            <a:endParaRPr sz="2000">
              <a:latin typeface="Times New Roman"/>
              <a:cs typeface="Times New Roman"/>
            </a:endParaRPr>
          </a:p>
          <a:p>
            <a:pPr marL="265811" marR="317757">
              <a:lnSpc>
                <a:spcPts val="2299"/>
              </a:lnSpc>
            </a:pPr>
            <a:r>
              <a:rPr dirty="0" smtClean="0" sz="2000" spc="-1">
                <a:latin typeface="Times New Roman"/>
                <a:cs typeface="Times New Roman"/>
              </a:rPr>
              <a:t>men</a:t>
            </a:r>
            <a:r>
              <a:rPr dirty="0" smtClean="0" sz="2000" spc="-1">
                <a:latin typeface="Times New Roman"/>
                <a:cs typeface="Times New Roman"/>
              </a:rPr>
              <a:t>g</a:t>
            </a:r>
            <a:r>
              <a:rPr dirty="0" smtClean="0" sz="2000" spc="-1">
                <a:latin typeface="Times New Roman"/>
                <a:cs typeface="Times New Roman"/>
              </a:rPr>
              <a:t>e</a:t>
            </a:r>
            <a:r>
              <a:rPr dirty="0" smtClean="0" sz="2000" spc="-1">
                <a:latin typeface="Times New Roman"/>
                <a:cs typeface="Times New Roman"/>
              </a:rPr>
              <a:t>l</a:t>
            </a:r>
            <a:r>
              <a:rPr dirty="0" smtClean="0" sz="2000" spc="-1">
                <a:latin typeface="Times New Roman"/>
                <a:cs typeface="Times New Roman"/>
              </a:rPr>
              <a:t>i</a:t>
            </a:r>
            <a:r>
              <a:rPr dirty="0" smtClean="0" sz="2000" spc="-1">
                <a:latin typeface="Times New Roman"/>
                <a:cs typeface="Times New Roman"/>
              </a:rPr>
              <a:t>l</a:t>
            </a:r>
            <a:r>
              <a:rPr dirty="0" smtClean="0" sz="2000" spc="-1">
                <a:latin typeface="Times New Roman"/>
                <a:cs typeface="Times New Roman"/>
              </a:rPr>
              <a:t>i</a:t>
            </a:r>
            <a:r>
              <a:rPr dirty="0" smtClean="0" sz="2000" spc="-1">
                <a:latin typeface="Times New Roman"/>
                <a:cs typeface="Times New Roman"/>
              </a:rPr>
              <a:t>n</a:t>
            </a:r>
            <a:r>
              <a:rPr dirty="0" smtClean="0" sz="2000" spc="-1">
                <a:latin typeface="Times New Roman"/>
                <a:cs typeface="Times New Roman"/>
              </a:rPr>
              <a:t>g</a:t>
            </a:r>
            <a:r>
              <a:rPr dirty="0" smtClean="0" sz="2000" spc="-1">
                <a:latin typeface="Times New Roman"/>
                <a:cs typeface="Times New Roman"/>
              </a:rPr>
              <a:t>in</a:t>
            </a:r>
            <a:r>
              <a:rPr dirty="0" smtClean="0" sz="2000" spc="-1">
                <a:latin typeface="Times New Roman"/>
                <a:cs typeface="Times New Roman"/>
              </a:rPr>
              <a:t>y</a:t>
            </a:r>
            <a:r>
              <a:rPr dirty="0" smtClean="0" sz="2000" spc="-1">
                <a:latin typeface="Times New Roman"/>
                <a:cs typeface="Times New Roman"/>
              </a:rPr>
              <a:t>a</a:t>
            </a:r>
            <a:r>
              <a:rPr dirty="0" smtClean="0" sz="2000" spc="-1">
                <a:latin typeface="Times New Roman"/>
                <a:cs typeface="Times New Roman"/>
              </a:rPr>
              <a:t> </a:t>
            </a:r>
            <a:r>
              <a:rPr dirty="0" smtClean="0" sz="2000" spc="-1">
                <a:latin typeface="Times New Roman"/>
                <a:cs typeface="Times New Roman"/>
              </a:rPr>
              <a:t>d</a:t>
            </a:r>
            <a:r>
              <a:rPr dirty="0" smtClean="0" sz="2000" spc="-1">
                <a:latin typeface="Times New Roman"/>
                <a:cs typeface="Times New Roman"/>
              </a:rPr>
              <a:t>a</a:t>
            </a:r>
            <a:r>
              <a:rPr dirty="0" smtClean="0" sz="2000" spc="-1">
                <a:latin typeface="Times New Roman"/>
                <a:cs typeface="Times New Roman"/>
              </a:rPr>
              <a:t>n</a:t>
            </a:r>
            <a:r>
              <a:rPr dirty="0" smtClean="0" sz="2000" spc="-1">
                <a:latin typeface="Times New Roman"/>
                <a:cs typeface="Times New Roman"/>
              </a:rPr>
              <a:t> </a:t>
            </a:r>
            <a:r>
              <a:rPr dirty="0" smtClean="0" sz="2000" spc="-1">
                <a:latin typeface="Times New Roman"/>
                <a:cs typeface="Times New Roman"/>
              </a:rPr>
              <a:t>mel</a:t>
            </a:r>
            <a:r>
              <a:rPr dirty="0" smtClean="0" sz="2000" spc="-1">
                <a:latin typeface="Times New Roman"/>
                <a:cs typeface="Times New Roman"/>
              </a:rPr>
              <a:t>a</a:t>
            </a:r>
            <a:r>
              <a:rPr dirty="0" smtClean="0" sz="2000" spc="-1">
                <a:latin typeface="Times New Roman"/>
                <a:cs typeface="Times New Roman"/>
              </a:rPr>
              <a:t>pork</a:t>
            </a:r>
            <a:r>
              <a:rPr dirty="0" smtClean="0" sz="2000" spc="-1">
                <a:latin typeface="Times New Roman"/>
                <a:cs typeface="Times New Roman"/>
              </a:rPr>
              <a:t>a</a:t>
            </a:r>
            <a:r>
              <a:rPr dirty="0" smtClean="0" sz="2000" spc="-1">
                <a:latin typeface="Times New Roman"/>
                <a:cs typeface="Times New Roman"/>
              </a:rPr>
              <a:t>n</a:t>
            </a:r>
            <a:r>
              <a:rPr dirty="0" smtClean="0" sz="2000" spc="-1">
                <a:latin typeface="Times New Roman"/>
                <a:cs typeface="Times New Roman"/>
              </a:rPr>
              <a:t> </a:t>
            </a:r>
            <a:r>
              <a:rPr dirty="0" smtClean="0" sz="2000" spc="-1">
                <a:latin typeface="Times New Roman"/>
                <a:cs typeface="Times New Roman"/>
              </a:rPr>
              <a:t>ke</a:t>
            </a:r>
            <a:r>
              <a:rPr dirty="0" smtClean="0" sz="2000" spc="-1">
                <a:latin typeface="Times New Roman"/>
                <a:cs typeface="Times New Roman"/>
              </a:rPr>
              <a:t> </a:t>
            </a:r>
            <a:endParaRPr sz="2000">
              <a:latin typeface="Times New Roman"/>
              <a:cs typeface="Times New Roman"/>
            </a:endParaRPr>
          </a:p>
          <a:p>
            <a:pPr marL="265811" marR="317757">
              <a:lnSpc>
                <a:spcPts val="2299"/>
              </a:lnSpc>
            </a:pPr>
            <a:r>
              <a:rPr dirty="0" smtClean="0" sz="2000" spc="-12">
                <a:latin typeface="Times New Roman"/>
                <a:cs typeface="Times New Roman"/>
              </a:rPr>
              <a:t>B</a:t>
            </a:r>
            <a:r>
              <a:rPr dirty="0" smtClean="0" sz="2000" spc="-12">
                <a:latin typeface="Times New Roman"/>
                <a:cs typeface="Times New Roman"/>
              </a:rPr>
              <a:t>S</a:t>
            </a:r>
            <a:r>
              <a:rPr dirty="0" smtClean="0" sz="2000" spc="-12">
                <a:latin typeface="Times New Roman"/>
                <a:cs typeface="Times New Roman"/>
              </a:rPr>
              <a:t>-</a:t>
            </a:r>
            <a:r>
              <a:rPr dirty="0" smtClean="0" sz="2000" spc="-12">
                <a:latin typeface="Times New Roman"/>
                <a:cs typeface="Times New Roman"/>
              </a:rPr>
              <a:t>n</a:t>
            </a:r>
            <a:r>
              <a:rPr dirty="0" smtClean="0" sz="2000" spc="-12">
                <a:latin typeface="Times New Roman"/>
                <a:cs typeface="Times New Roman"/>
              </a:rPr>
              <a:t>y</a:t>
            </a:r>
            <a:r>
              <a:rPr dirty="0" smtClean="0" sz="2000" spc="-12">
                <a:latin typeface="Times New Roman"/>
                <a:cs typeface="Times New Roman"/>
              </a:rPr>
              <a:t>a</a:t>
            </a:r>
            <a:endParaRPr sz="2000">
              <a:latin typeface="Times New Roman"/>
              <a:cs typeface="Times New Roman"/>
            </a:endParaRPr>
          </a:p>
          <a:p>
            <a:pPr marL="265811" marR="455085" indent="-173100">
              <a:lnSpc>
                <a:spcPts val="2299"/>
              </a:lnSpc>
              <a:spcBef>
                <a:spcPts val="820"/>
              </a:spcBef>
            </a:pPr>
            <a:r>
              <a:rPr dirty="0" smtClean="0" sz="2000" spc="-3">
                <a:latin typeface="Times New Roman"/>
                <a:cs typeface="Times New Roman"/>
              </a:rPr>
              <a:t>-</a:t>
            </a:r>
            <a:r>
              <a:rPr dirty="0" smtClean="0" sz="2000" spc="-3">
                <a:latin typeface="Times New Roman"/>
                <a:cs typeface="Times New Roman"/>
              </a:rPr>
              <a:t> </a:t>
            </a:r>
            <a:r>
              <a:rPr dirty="0" smtClean="0" sz="2000" spc="-3">
                <a:latin typeface="Times New Roman"/>
                <a:cs typeface="Times New Roman"/>
              </a:rPr>
              <a:t>H</a:t>
            </a:r>
            <a:r>
              <a:rPr dirty="0" smtClean="0" sz="2000" spc="-3">
                <a:latin typeface="Times New Roman"/>
                <a:cs typeface="Times New Roman"/>
              </a:rPr>
              <a:t>a</a:t>
            </a:r>
            <a:r>
              <a:rPr dirty="0" smtClean="0" sz="2000" spc="-3">
                <a:latin typeface="Times New Roman"/>
                <a:cs typeface="Times New Roman"/>
              </a:rPr>
              <a:t>ndo</a:t>
            </a:r>
            <a:r>
              <a:rPr dirty="0" smtClean="0" sz="2000" spc="-3">
                <a:latin typeface="Times New Roman"/>
                <a:cs typeface="Times New Roman"/>
              </a:rPr>
              <a:t>f</a:t>
            </a:r>
            <a:r>
              <a:rPr dirty="0" smtClean="0" sz="2000" spc="-3">
                <a:latin typeface="Times New Roman"/>
                <a:cs typeface="Times New Roman"/>
              </a:rPr>
              <a:t>f</a:t>
            </a:r>
            <a:r>
              <a:rPr dirty="0" smtClean="0" sz="2000" spc="-3">
                <a:latin typeface="Times New Roman"/>
                <a:cs typeface="Times New Roman"/>
              </a:rPr>
              <a:t> </a:t>
            </a:r>
            <a:r>
              <a:rPr dirty="0" smtClean="0" sz="2000" spc="-3">
                <a:latin typeface="Times New Roman"/>
                <a:cs typeface="Times New Roman"/>
              </a:rPr>
              <a:t>diin</a:t>
            </a:r>
            <a:r>
              <a:rPr dirty="0" smtClean="0" sz="2000" spc="-3">
                <a:latin typeface="Times New Roman"/>
                <a:cs typeface="Times New Roman"/>
              </a:rPr>
              <a:t>i</a:t>
            </a:r>
            <a:r>
              <a:rPr dirty="0" smtClean="0" sz="2000" spc="-3">
                <a:latin typeface="Times New Roman"/>
                <a:cs typeface="Times New Roman"/>
              </a:rPr>
              <a:t>siasi</a:t>
            </a:r>
            <a:r>
              <a:rPr dirty="0" smtClean="0" sz="2000" spc="-3">
                <a:latin typeface="Times New Roman"/>
                <a:cs typeface="Times New Roman"/>
              </a:rPr>
              <a:t> </a:t>
            </a:r>
            <a:r>
              <a:rPr dirty="0" smtClean="0" sz="2000" spc="-3">
                <a:latin typeface="Times New Roman"/>
                <a:cs typeface="Times New Roman"/>
              </a:rPr>
              <a:t>j</a:t>
            </a:r>
            <a:r>
              <a:rPr dirty="0" smtClean="0" sz="2000" spc="-3">
                <a:latin typeface="Times New Roman"/>
                <a:cs typeface="Times New Roman"/>
              </a:rPr>
              <a:t>i</a:t>
            </a:r>
            <a:r>
              <a:rPr dirty="0" smtClean="0" sz="2000" spc="-3">
                <a:latin typeface="Times New Roman"/>
                <a:cs typeface="Times New Roman"/>
              </a:rPr>
              <a:t>ka</a:t>
            </a:r>
            <a:r>
              <a:rPr dirty="0" smtClean="0" sz="2000" spc="-3">
                <a:latin typeface="Times New Roman"/>
                <a:cs typeface="Times New Roman"/>
              </a:rPr>
              <a:t> </a:t>
            </a:r>
            <a:r>
              <a:rPr dirty="0" smtClean="0" sz="2000" spc="-3">
                <a:latin typeface="Times New Roman"/>
                <a:cs typeface="Times New Roman"/>
              </a:rPr>
              <a:t>le</a:t>
            </a:r>
            <a:r>
              <a:rPr dirty="0" smtClean="0" sz="2000" spc="-3">
                <a:latin typeface="Times New Roman"/>
                <a:cs typeface="Times New Roman"/>
              </a:rPr>
              <a:t>v</a:t>
            </a:r>
            <a:r>
              <a:rPr dirty="0" smtClean="0" sz="2000" spc="-3">
                <a:latin typeface="Times New Roman"/>
                <a:cs typeface="Times New Roman"/>
              </a:rPr>
              <a:t>e</a:t>
            </a:r>
            <a:r>
              <a:rPr dirty="0" smtClean="0" sz="2000" spc="-3">
                <a:latin typeface="Times New Roman"/>
                <a:cs typeface="Times New Roman"/>
              </a:rPr>
              <a:t>l</a:t>
            </a:r>
            <a:r>
              <a:rPr dirty="0" smtClean="0" sz="2000" spc="-3">
                <a:latin typeface="Times New Roman"/>
                <a:cs typeface="Times New Roman"/>
              </a:rPr>
              <a:t> </a:t>
            </a:r>
            <a:r>
              <a:rPr dirty="0" smtClean="0" sz="2000" spc="-3">
                <a:latin typeface="Times New Roman"/>
                <a:cs typeface="Times New Roman"/>
              </a:rPr>
              <a:t>te</a:t>
            </a:r>
            <a:r>
              <a:rPr dirty="0" smtClean="0" sz="2000" spc="-3">
                <a:latin typeface="Times New Roman"/>
                <a:cs typeface="Times New Roman"/>
              </a:rPr>
              <a:t>r</a:t>
            </a:r>
            <a:r>
              <a:rPr dirty="0" smtClean="0" sz="2000" spc="-3">
                <a:latin typeface="Times New Roman"/>
                <a:cs typeface="Times New Roman"/>
              </a:rPr>
              <a:t>ima</a:t>
            </a:r>
            <a:r>
              <a:rPr dirty="0" smtClean="0" sz="2000" spc="-3">
                <a:latin typeface="Times New Roman"/>
                <a:cs typeface="Times New Roman"/>
              </a:rPr>
              <a:t> </a:t>
            </a:r>
            <a:endParaRPr sz="2000">
              <a:latin typeface="Times New Roman"/>
              <a:cs typeface="Times New Roman"/>
            </a:endParaRPr>
          </a:p>
          <a:p>
            <a:pPr marL="265811" marR="455085">
              <a:lnSpc>
                <a:spcPts val="2299"/>
              </a:lnSpc>
            </a:pPr>
            <a:r>
              <a:rPr dirty="0" smtClean="0" sz="2000" spc="-2">
                <a:latin typeface="Times New Roman"/>
                <a:cs typeface="Times New Roman"/>
              </a:rPr>
              <a:t>d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ri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B</a:t>
            </a:r>
            <a:r>
              <a:rPr dirty="0" smtClean="0" sz="2000" spc="-2">
                <a:latin typeface="Times New Roman"/>
                <a:cs typeface="Times New Roman"/>
              </a:rPr>
              <a:t>S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tet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n</a:t>
            </a:r>
            <a:r>
              <a:rPr dirty="0" smtClean="0" sz="2000" spc="-2">
                <a:latin typeface="Times New Roman"/>
                <a:cs typeface="Times New Roman"/>
              </a:rPr>
              <a:t>g</a:t>
            </a:r>
            <a:r>
              <a:rPr dirty="0" smtClean="0" sz="2000" spc="-2">
                <a:latin typeface="Times New Roman"/>
                <a:cs typeface="Times New Roman"/>
              </a:rPr>
              <a:t>g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mu</a:t>
            </a:r>
            <a:r>
              <a:rPr dirty="0" smtClean="0" sz="2000" spc="-2">
                <a:latin typeface="Times New Roman"/>
                <a:cs typeface="Times New Roman"/>
              </a:rPr>
              <a:t>l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i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menin</a:t>
            </a:r>
            <a:r>
              <a:rPr dirty="0" smtClean="0" sz="2000" spc="-2">
                <a:latin typeface="Times New Roman"/>
                <a:cs typeface="Times New Roman"/>
              </a:rPr>
              <a:t>g</a:t>
            </a:r>
            <a:r>
              <a:rPr dirty="0" smtClean="0" sz="2000" spc="-2">
                <a:latin typeface="Times New Roman"/>
                <a:cs typeface="Times New Roman"/>
              </a:rPr>
              <a:t>k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t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endParaRPr sz="2000">
              <a:latin typeface="Times New Roman"/>
              <a:cs typeface="Times New Roman"/>
            </a:endParaRPr>
          </a:p>
          <a:p>
            <a:pPr marL="265811" marR="455085">
              <a:lnSpc>
                <a:spcPts val="2299"/>
              </a:lnSpc>
            </a:pPr>
            <a:r>
              <a:rPr dirty="0" smtClean="0" sz="2000" spc="-3">
                <a:latin typeface="Times New Roman"/>
                <a:cs typeface="Times New Roman"/>
              </a:rPr>
              <a:t>mel</a:t>
            </a:r>
            <a:r>
              <a:rPr dirty="0" smtClean="0" sz="2000" spc="-3">
                <a:latin typeface="Times New Roman"/>
                <a:cs typeface="Times New Roman"/>
              </a:rPr>
              <a:t>e</a:t>
            </a:r>
            <a:r>
              <a:rPr dirty="0" smtClean="0" sz="2000" spc="-3">
                <a:latin typeface="Times New Roman"/>
                <a:cs typeface="Times New Roman"/>
              </a:rPr>
              <a:t>bihi</a:t>
            </a:r>
            <a:r>
              <a:rPr dirty="0" smtClean="0" sz="2000" spc="-3">
                <a:latin typeface="Times New Roman"/>
                <a:cs typeface="Times New Roman"/>
              </a:rPr>
              <a:t> </a:t>
            </a:r>
            <a:r>
              <a:rPr dirty="0" smtClean="0" sz="2000" spc="-3">
                <a:latin typeface="Times New Roman"/>
                <a:cs typeface="Times New Roman"/>
              </a:rPr>
              <a:t>lev</a:t>
            </a:r>
            <a:r>
              <a:rPr dirty="0" smtClean="0" sz="2000" spc="-3">
                <a:latin typeface="Times New Roman"/>
                <a:cs typeface="Times New Roman"/>
              </a:rPr>
              <a:t>e</a:t>
            </a:r>
            <a:r>
              <a:rPr dirty="0" smtClean="0" sz="2000" spc="-3">
                <a:latin typeface="Times New Roman"/>
                <a:cs typeface="Times New Roman"/>
              </a:rPr>
              <a:t>l</a:t>
            </a:r>
            <a:r>
              <a:rPr dirty="0" smtClean="0" sz="2000" spc="-3">
                <a:latin typeface="Times New Roman"/>
                <a:cs typeface="Times New Roman"/>
              </a:rPr>
              <a:t> </a:t>
            </a:r>
            <a:r>
              <a:rPr dirty="0" smtClean="0" sz="2000" spc="-3">
                <a:latin typeface="Times New Roman"/>
                <a:cs typeface="Times New Roman"/>
              </a:rPr>
              <a:t>s</a:t>
            </a:r>
            <a:r>
              <a:rPr dirty="0" smtClean="0" sz="2000" spc="-3">
                <a:latin typeface="Times New Roman"/>
                <a:cs typeface="Times New Roman"/>
              </a:rPr>
              <a:t>in</a:t>
            </a:r>
            <a:r>
              <a:rPr dirty="0" smtClean="0" sz="2000" spc="-3">
                <a:latin typeface="Times New Roman"/>
                <a:cs typeface="Times New Roman"/>
              </a:rPr>
              <a:t>y</a:t>
            </a:r>
            <a:r>
              <a:rPr dirty="0" smtClean="0" sz="2000" spc="-3">
                <a:latin typeface="Times New Roman"/>
                <a:cs typeface="Times New Roman"/>
              </a:rPr>
              <a:t>a</a:t>
            </a:r>
            <a:r>
              <a:rPr dirty="0" smtClean="0" sz="2000" spc="-3">
                <a:latin typeface="Times New Roman"/>
                <a:cs typeface="Times New Roman"/>
              </a:rPr>
              <a:t>l</a:t>
            </a:r>
            <a:r>
              <a:rPr dirty="0" smtClean="0" sz="2000" spc="-3">
                <a:latin typeface="Times New Roman"/>
                <a:cs typeface="Times New Roman"/>
              </a:rPr>
              <a:t> </a:t>
            </a:r>
            <a:r>
              <a:rPr dirty="0" smtClean="0" sz="2000" spc="-3">
                <a:latin typeface="Times New Roman"/>
                <a:cs typeface="Times New Roman"/>
              </a:rPr>
              <a:t>d</a:t>
            </a:r>
            <a:r>
              <a:rPr dirty="0" smtClean="0" sz="2000" spc="-3">
                <a:latin typeface="Times New Roman"/>
                <a:cs typeface="Times New Roman"/>
              </a:rPr>
              <a:t>a</a:t>
            </a:r>
            <a:r>
              <a:rPr dirty="0" smtClean="0" sz="2000" spc="-3">
                <a:latin typeface="Times New Roman"/>
                <a:cs typeface="Times New Roman"/>
              </a:rPr>
              <a:t>ri</a:t>
            </a:r>
            <a:r>
              <a:rPr dirty="0" smtClean="0" sz="2000" spc="-3">
                <a:latin typeface="Times New Roman"/>
                <a:cs typeface="Times New Roman"/>
              </a:rPr>
              <a:t> </a:t>
            </a:r>
            <a:r>
              <a:rPr dirty="0" smtClean="0" sz="2000" spc="-3">
                <a:latin typeface="Times New Roman"/>
                <a:cs typeface="Times New Roman"/>
              </a:rPr>
              <a:t>B</a:t>
            </a:r>
            <a:r>
              <a:rPr dirty="0" smtClean="0" sz="2000" spc="-3">
                <a:latin typeface="Times New Roman"/>
                <a:cs typeface="Times New Roman"/>
              </a:rPr>
              <a:t>S</a:t>
            </a:r>
            <a:r>
              <a:rPr dirty="0" smtClean="0" sz="2000" spc="-3">
                <a:latin typeface="Times New Roman"/>
                <a:cs typeface="Times New Roman"/>
              </a:rPr>
              <a:t>-</a:t>
            </a:r>
            <a:r>
              <a:rPr dirty="0" smtClean="0" sz="2000" spc="-3">
                <a:latin typeface="Times New Roman"/>
                <a:cs typeface="Times New Roman"/>
              </a:rPr>
              <a:t>n</a:t>
            </a:r>
            <a:r>
              <a:rPr dirty="0" smtClean="0" sz="2000" spc="-3">
                <a:latin typeface="Times New Roman"/>
                <a:cs typeface="Times New Roman"/>
              </a:rPr>
              <a:t>y</a:t>
            </a:r>
            <a:r>
              <a:rPr dirty="0" smtClean="0" sz="2000" spc="-3">
                <a:latin typeface="Times New Roman"/>
                <a:cs typeface="Times New Roman"/>
              </a:rPr>
              <a:t>a</a:t>
            </a:r>
            <a:r>
              <a:rPr dirty="0" smtClean="0" sz="2000" spc="-3">
                <a:latin typeface="Times New Roman"/>
                <a:cs typeface="Times New Roman"/>
              </a:rPr>
              <a:t> </a:t>
            </a:r>
            <a:endParaRPr sz="2000">
              <a:latin typeface="Times New Roman"/>
              <a:cs typeface="Times New Roman"/>
            </a:endParaRPr>
          </a:p>
          <a:p>
            <a:pPr marL="265811" marR="455085">
              <a:lnSpc>
                <a:spcPts val="2299"/>
              </a:lnSpc>
            </a:pPr>
            <a:r>
              <a:rPr dirty="0" smtClean="0" sz="2000" spc="-1">
                <a:latin typeface="Times New Roman"/>
                <a:cs typeface="Times New Roman"/>
              </a:rPr>
              <a:t>sendi</a:t>
            </a:r>
            <a:r>
              <a:rPr dirty="0" smtClean="0" sz="2000" spc="-1">
                <a:latin typeface="Times New Roman"/>
                <a:cs typeface="Times New Roman"/>
              </a:rPr>
              <a:t>r</a:t>
            </a:r>
            <a:r>
              <a:rPr dirty="0" smtClean="0" sz="2000" spc="-1">
                <a:latin typeface="Times New Roman"/>
                <a:cs typeface="Times New Roman"/>
              </a:rPr>
              <a:t>i</a:t>
            </a:r>
            <a:endParaRPr sz="2000">
              <a:latin typeface="Times New Roman"/>
              <a:cs typeface="Times New Roman"/>
            </a:endParaRPr>
          </a:p>
          <a:p>
            <a:pPr marL="265811" marR="334267" indent="-173100">
              <a:lnSpc>
                <a:spcPts val="1920"/>
              </a:lnSpc>
              <a:spcBef>
                <a:spcPts val="942"/>
              </a:spcBef>
            </a:pPr>
            <a:r>
              <a:rPr dirty="0" smtClean="0" sz="2000" spc="-2">
                <a:latin typeface="Times New Roman"/>
                <a:cs typeface="Times New Roman"/>
              </a:rPr>
              <a:t>-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K</a:t>
            </a:r>
            <a:r>
              <a:rPr dirty="0" smtClean="0" sz="2000" spc="-2">
                <a:latin typeface="Times New Roman"/>
                <a:cs typeface="Times New Roman"/>
              </a:rPr>
              <a:t>e</a:t>
            </a:r>
            <a:r>
              <a:rPr dirty="0" smtClean="0" sz="2000" spc="-2">
                <a:latin typeface="Times New Roman"/>
                <a:cs typeface="Times New Roman"/>
              </a:rPr>
              <a:t>putu</a:t>
            </a:r>
            <a:r>
              <a:rPr dirty="0" smtClean="0" sz="2000" spc="-2">
                <a:latin typeface="Times New Roman"/>
                <a:cs typeface="Times New Roman"/>
              </a:rPr>
              <a:t>s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n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tas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d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sar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p</a:t>
            </a:r>
            <a:r>
              <a:rPr dirty="0" smtClean="0" sz="2000" spc="-2">
                <a:latin typeface="Times New Roman"/>
                <a:cs typeface="Times New Roman"/>
              </a:rPr>
              <a:t>e</a:t>
            </a:r>
            <a:r>
              <a:rPr dirty="0" smtClean="0" sz="2000" spc="-2">
                <a:latin typeface="Times New Roman"/>
                <a:cs typeface="Times New Roman"/>
              </a:rPr>
              <a:t>riode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w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ktu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tau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d</a:t>
            </a:r>
            <a:r>
              <a:rPr dirty="0" smtClean="0" sz="2000" spc="-2">
                <a:latin typeface="Times New Roman"/>
                <a:cs typeface="Times New Roman"/>
              </a:rPr>
              <a:t>e</a:t>
            </a:r>
            <a:r>
              <a:rPr dirty="0" smtClean="0" sz="2000" spc="-2">
                <a:latin typeface="Times New Roman"/>
                <a:cs typeface="Times New Roman"/>
              </a:rPr>
              <a:t>r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jat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lev</a:t>
            </a:r>
            <a:r>
              <a:rPr dirty="0" smtClean="0" sz="2000" spc="-2">
                <a:latin typeface="Times New Roman"/>
                <a:cs typeface="Times New Roman"/>
              </a:rPr>
              <a:t>e</a:t>
            </a:r>
            <a:r>
              <a:rPr dirty="0" smtClean="0" sz="2000" spc="-2">
                <a:latin typeface="Times New Roman"/>
                <a:cs typeface="Times New Roman"/>
              </a:rPr>
              <a:t>l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te</a:t>
            </a:r>
            <a:r>
              <a:rPr dirty="0" smtClean="0" sz="2000" spc="-2">
                <a:latin typeface="Times New Roman"/>
                <a:cs typeface="Times New Roman"/>
              </a:rPr>
              <a:t>r</a:t>
            </a:r>
            <a:r>
              <a:rPr dirty="0" smtClean="0" sz="2000" spc="-2">
                <a:latin typeface="Times New Roman"/>
                <a:cs typeface="Times New Roman"/>
              </a:rPr>
              <a:t>tentu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(</a:t>
            </a:r>
            <a:r>
              <a:rPr dirty="0" smtClean="0" sz="2000" spc="-2">
                <a:latin typeface="Times New Roman"/>
                <a:cs typeface="Times New Roman"/>
              </a:rPr>
              <a:t>ma</a:t>
            </a:r>
            <a:r>
              <a:rPr dirty="0" smtClean="0" sz="2000" spc="-2">
                <a:latin typeface="Times New Roman"/>
                <a:cs typeface="Times New Roman"/>
              </a:rPr>
              <a:t>r</a:t>
            </a:r>
            <a:r>
              <a:rPr dirty="0" smtClean="0" sz="2000" spc="-2">
                <a:latin typeface="Times New Roman"/>
                <a:cs typeface="Times New Roman"/>
              </a:rPr>
              <a:t>g</a:t>
            </a:r>
            <a:r>
              <a:rPr dirty="0" smtClean="0" sz="2000" spc="-2">
                <a:latin typeface="Times New Roman"/>
                <a:cs typeface="Times New Roman"/>
              </a:rPr>
              <a:t>in</a:t>
            </a:r>
            <a:endParaRPr sz="2000">
              <a:latin typeface="Times New Roman"/>
              <a:cs typeface="Times New Roman"/>
            </a:endParaRPr>
          </a:p>
          <a:p>
            <a:pPr marL="92710">
              <a:lnSpc>
                <a:spcPct val="95825"/>
              </a:lnSpc>
              <a:spcBef>
                <a:spcPts val="2695"/>
              </a:spcBef>
            </a:pPr>
            <a:r>
              <a:rPr dirty="0" smtClean="0" sz="2000" spc="0">
                <a:latin typeface="Times New Roman"/>
                <a:cs typeface="Times New Roman"/>
              </a:rPr>
              <a:t>-</a:t>
            </a:r>
            <a:r>
              <a:rPr dirty="0" smtClean="0" sz="2000" spc="0">
                <a:latin typeface="Times New Roman"/>
                <a:cs typeface="Times New Roman"/>
              </a:rPr>
              <a:t> </a:t>
            </a:r>
            <a:r>
              <a:rPr dirty="0" smtClean="0" sz="2000" spc="0">
                <a:latin typeface="Times New Roman"/>
                <a:cs typeface="Times New Roman"/>
              </a:rPr>
              <a:t>M</a:t>
            </a:r>
            <a:r>
              <a:rPr dirty="0" smtClean="0" sz="2000" spc="0">
                <a:latin typeface="Times New Roman"/>
                <a:cs typeface="Times New Roman"/>
              </a:rPr>
              <a:t>S</a:t>
            </a:r>
            <a:r>
              <a:rPr dirty="0" smtClean="0" sz="2000" spc="0">
                <a:latin typeface="Times New Roman"/>
                <a:cs typeface="Times New Roman"/>
              </a:rPr>
              <a:t>C</a:t>
            </a:r>
            <a:r>
              <a:rPr dirty="0" smtClean="0" sz="2000" spc="0">
                <a:latin typeface="Times New Roman"/>
                <a:cs typeface="Times New Roman"/>
              </a:rPr>
              <a:t> </a:t>
            </a:r>
            <a:r>
              <a:rPr dirty="0" smtClean="0" sz="2000" spc="0">
                <a:latin typeface="Times New Roman"/>
                <a:cs typeface="Times New Roman"/>
              </a:rPr>
              <a:t>men</a:t>
            </a:r>
            <a:r>
              <a:rPr dirty="0" smtClean="0" sz="2000" spc="0">
                <a:latin typeface="Times New Roman"/>
                <a:cs typeface="Times New Roman"/>
              </a:rPr>
              <a:t>e</a:t>
            </a:r>
            <a:r>
              <a:rPr dirty="0" smtClean="0" sz="2000" spc="0">
                <a:latin typeface="Times New Roman"/>
                <a:cs typeface="Times New Roman"/>
              </a:rPr>
              <a:t>ntukan</a:t>
            </a:r>
            <a:r>
              <a:rPr dirty="0" smtClean="0" sz="2000" spc="0">
                <a:latin typeface="Times New Roman"/>
                <a:cs typeface="Times New Roman"/>
              </a:rPr>
              <a:t> </a:t>
            </a:r>
            <a:r>
              <a:rPr dirty="0" smtClean="0" sz="2000" spc="0">
                <a:latin typeface="Times New Roman"/>
                <a:cs typeface="Times New Roman"/>
              </a:rPr>
              <a:t>te</a:t>
            </a:r>
            <a:r>
              <a:rPr dirty="0" smtClean="0" sz="2000" spc="0">
                <a:latin typeface="Times New Roman"/>
                <a:cs typeface="Times New Roman"/>
              </a:rPr>
              <a:t>r</a:t>
            </a:r>
            <a:r>
              <a:rPr dirty="0" smtClean="0" sz="2000" spc="0">
                <a:latin typeface="Times New Roman"/>
                <a:cs typeface="Times New Roman"/>
              </a:rPr>
              <a:t>jadi</a:t>
            </a:r>
            <a:r>
              <a:rPr dirty="0" smtClean="0" sz="2000" spc="0">
                <a:latin typeface="Times New Roman"/>
                <a:cs typeface="Times New Roman"/>
              </a:rPr>
              <a:t> </a:t>
            </a:r>
            <a:r>
              <a:rPr dirty="0" smtClean="0" sz="2000" spc="0">
                <a:latin typeface="Times New Roman"/>
                <a:cs typeface="Times New Roman"/>
              </a:rPr>
              <a:t>HO</a:t>
            </a:r>
            <a:r>
              <a:rPr dirty="0" smtClean="0" sz="2000" spc="0">
                <a:latin typeface="Times New Roman"/>
                <a:cs typeface="Times New Roman"/>
              </a:rPr>
              <a:t> </a:t>
            </a:r>
            <a:r>
              <a:rPr dirty="0" smtClean="0" sz="2000" spc="0">
                <a:latin typeface="Times New Roman"/>
                <a:cs typeface="Times New Roman"/>
              </a:rPr>
              <a:t>a</a:t>
            </a:r>
            <a:r>
              <a:rPr dirty="0" smtClean="0" sz="2000" spc="0">
                <a:latin typeface="Times New Roman"/>
                <a:cs typeface="Times New Roman"/>
              </a:rPr>
              <a:t>tau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257800" y="1193800"/>
            <a:ext cx="4267200" cy="396240"/>
          </a:xfrm>
          <a:prstGeom prst="rect">
            <a:avLst/>
          </a:prstGeom>
        </p:spPr>
        <p:txBody>
          <a:bodyPr wrap="square" lIns="0" tIns="55244" rIns="0" bIns="0" rtlCol="0">
            <a:noAutofit/>
          </a:bodyPr>
          <a:lstStyle/>
          <a:p>
            <a:pPr marL="177164">
              <a:lnSpc>
                <a:spcPct val="95825"/>
              </a:lnSpc>
            </a:pPr>
            <a:r>
              <a:rPr dirty="0" smtClean="0" sz="2000" spc="13" b="1">
                <a:latin typeface="Times New Roman"/>
                <a:cs typeface="Times New Roman"/>
              </a:rPr>
              <a:t>G</a:t>
            </a:r>
            <a:r>
              <a:rPr dirty="0" smtClean="0" sz="2000" spc="13" b="1">
                <a:latin typeface="Times New Roman"/>
                <a:cs typeface="Times New Roman"/>
              </a:rPr>
              <a:t>ene</a:t>
            </a:r>
            <a:r>
              <a:rPr dirty="0" smtClean="0" sz="2000" spc="13" b="1">
                <a:latin typeface="Times New Roman"/>
                <a:cs typeface="Times New Roman"/>
              </a:rPr>
              <a:t>r</a:t>
            </a:r>
            <a:r>
              <a:rPr dirty="0" smtClean="0" sz="2000" spc="13" b="1">
                <a:latin typeface="Times New Roman"/>
                <a:cs typeface="Times New Roman"/>
              </a:rPr>
              <a:t>a</a:t>
            </a:r>
            <a:r>
              <a:rPr dirty="0" smtClean="0" sz="2000" spc="13" b="1">
                <a:latin typeface="Times New Roman"/>
                <a:cs typeface="Times New Roman"/>
              </a:rPr>
              <a:t>s</a:t>
            </a:r>
            <a:r>
              <a:rPr dirty="0" smtClean="0" sz="2000" spc="13" b="1">
                <a:latin typeface="Times New Roman"/>
                <a:cs typeface="Times New Roman"/>
              </a:rPr>
              <a:t>i</a:t>
            </a:r>
            <a:r>
              <a:rPr dirty="0" smtClean="0" sz="2000" spc="13" b="1">
                <a:latin typeface="Times New Roman"/>
                <a:cs typeface="Times New Roman"/>
              </a:rPr>
              <a:t> </a:t>
            </a:r>
            <a:r>
              <a:rPr dirty="0" smtClean="0" sz="2000" spc="13" b="1">
                <a:latin typeface="Times New Roman"/>
                <a:cs typeface="Times New Roman"/>
              </a:rPr>
              <a:t>II</a:t>
            </a:r>
            <a:r>
              <a:rPr dirty="0" smtClean="0" sz="2000" spc="13" b="1">
                <a:latin typeface="Times New Roman"/>
                <a:cs typeface="Times New Roman"/>
              </a:rPr>
              <a:t> </a:t>
            </a:r>
            <a:r>
              <a:rPr dirty="0" smtClean="0" sz="2000" spc="13" b="1">
                <a:latin typeface="Times New Roman"/>
                <a:cs typeface="Times New Roman"/>
              </a:rPr>
              <a:t>:</a:t>
            </a:r>
            <a:r>
              <a:rPr dirty="0" smtClean="0" sz="2000" spc="13" b="1">
                <a:latin typeface="Times New Roman"/>
                <a:cs typeface="Times New Roman"/>
              </a:rPr>
              <a:t> </a:t>
            </a:r>
            <a:r>
              <a:rPr dirty="0" smtClean="0" sz="2000" spc="13" b="1">
                <a:latin typeface="Times New Roman"/>
                <a:cs typeface="Times New Roman"/>
              </a:rPr>
              <a:t> </a:t>
            </a:r>
            <a:r>
              <a:rPr dirty="0" smtClean="0" sz="2000" spc="13" b="1">
                <a:latin typeface="Times New Roman"/>
                <a:cs typeface="Times New Roman"/>
              </a:rPr>
              <a:t>S</a:t>
            </a:r>
            <a:r>
              <a:rPr dirty="0" smtClean="0" sz="2000" spc="13" b="1">
                <a:latin typeface="Times New Roman"/>
                <a:cs typeface="Times New Roman"/>
              </a:rPr>
              <a:t>i</a:t>
            </a:r>
            <a:r>
              <a:rPr dirty="0" smtClean="0" sz="2000" spc="13" b="1">
                <a:latin typeface="Times New Roman"/>
                <a:cs typeface="Times New Roman"/>
              </a:rPr>
              <a:t>stem</a:t>
            </a:r>
            <a:r>
              <a:rPr dirty="0" smtClean="0" sz="2000" spc="13" b="1">
                <a:latin typeface="Times New Roman"/>
                <a:cs typeface="Times New Roman"/>
              </a:rPr>
              <a:t> </a:t>
            </a:r>
            <a:r>
              <a:rPr dirty="0" smtClean="0" sz="2000" spc="13" b="1">
                <a:latin typeface="Times New Roman"/>
                <a:cs typeface="Times New Roman"/>
              </a:rPr>
              <a:t>D</a:t>
            </a:r>
            <a:r>
              <a:rPr dirty="0" smtClean="0" sz="2000" spc="13" b="1">
                <a:latin typeface="Times New Roman"/>
                <a:cs typeface="Times New Roman"/>
              </a:rPr>
              <a:t>i</a:t>
            </a:r>
            <a:r>
              <a:rPr dirty="0" smtClean="0" sz="2000" spc="13" b="1">
                <a:latin typeface="Times New Roman"/>
                <a:cs typeface="Times New Roman"/>
              </a:rPr>
              <a:t>g</a:t>
            </a:r>
            <a:r>
              <a:rPr dirty="0" smtClean="0" sz="2000" spc="13" b="1">
                <a:latin typeface="Times New Roman"/>
                <a:cs typeface="Times New Roman"/>
              </a:rPr>
              <a:t>i</a:t>
            </a:r>
            <a:r>
              <a:rPr dirty="0" smtClean="0" sz="2000" spc="13" b="1">
                <a:latin typeface="Times New Roman"/>
                <a:cs typeface="Times New Roman"/>
              </a:rPr>
              <a:t>tal</a:t>
            </a:r>
            <a:r>
              <a:rPr dirty="0" smtClean="0" sz="2000" spc="13" b="1">
                <a:latin typeface="Times New Roman"/>
                <a:cs typeface="Times New Roman"/>
              </a:rPr>
              <a:t> </a:t>
            </a:r>
            <a:r>
              <a:rPr dirty="0" smtClean="0" sz="2000" spc="13" b="1">
                <a:latin typeface="Times New Roman"/>
                <a:cs typeface="Times New Roman"/>
              </a:rPr>
              <a:t>T</a:t>
            </a:r>
            <a:r>
              <a:rPr dirty="0" smtClean="0" sz="2000" spc="13" b="1">
                <a:latin typeface="Times New Roman"/>
                <a:cs typeface="Times New Roman"/>
              </a:rPr>
              <a:t>D</a:t>
            </a:r>
            <a:r>
              <a:rPr dirty="0" smtClean="0" sz="2000" spc="13" b="1">
                <a:latin typeface="Times New Roman"/>
                <a:cs typeface="Times New Roman"/>
              </a:rPr>
              <a:t>M</a:t>
            </a:r>
            <a:r>
              <a:rPr dirty="0" smtClean="0" sz="2000" spc="13" b="1">
                <a:latin typeface="Times New Roman"/>
                <a:cs typeface="Times New Roman"/>
              </a:rPr>
              <a:t>A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78726" y="889253"/>
            <a:ext cx="76279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7" name="object 7"/>
          <p:cNvSpPr txBox="1"/>
          <p:nvPr/>
        </p:nvSpPr>
        <p:spPr>
          <a:xfrm>
            <a:off x="3077533" y="889253"/>
            <a:ext cx="75364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6" name="object 6"/>
          <p:cNvSpPr txBox="1"/>
          <p:nvPr/>
        </p:nvSpPr>
        <p:spPr>
          <a:xfrm>
            <a:off x="3626744" y="889253"/>
            <a:ext cx="75364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" name="object 5"/>
          <p:cNvSpPr txBox="1"/>
          <p:nvPr/>
        </p:nvSpPr>
        <p:spPr>
          <a:xfrm>
            <a:off x="1335024" y="1181735"/>
            <a:ext cx="70713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" name="object 4"/>
          <p:cNvSpPr txBox="1"/>
          <p:nvPr/>
        </p:nvSpPr>
        <p:spPr>
          <a:xfrm>
            <a:off x="2489911" y="1181735"/>
            <a:ext cx="7620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" name="object 3"/>
          <p:cNvSpPr txBox="1"/>
          <p:nvPr/>
        </p:nvSpPr>
        <p:spPr>
          <a:xfrm>
            <a:off x="3671925" y="1181735"/>
            <a:ext cx="74066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" name="object 2"/>
          <p:cNvSpPr txBox="1"/>
          <p:nvPr/>
        </p:nvSpPr>
        <p:spPr>
          <a:xfrm>
            <a:off x="1270406" y="1473835"/>
            <a:ext cx="7620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bject 18"/>
          <p:cNvSpPr/>
          <p:nvPr/>
        </p:nvSpPr>
        <p:spPr>
          <a:xfrm>
            <a:off x="0" y="6400800"/>
            <a:ext cx="9903460" cy="457196"/>
          </a:xfrm>
          <a:custGeom>
            <a:avLst/>
            <a:gdLst/>
            <a:ahLst/>
            <a:cxnLst/>
            <a:rect l="l" t="t" r="r" b="b"/>
            <a:pathLst>
              <a:path w="9903460" h="457196">
                <a:moveTo>
                  <a:pt x="9903460" y="457196"/>
                </a:moveTo>
                <a:lnTo>
                  <a:pt x="9903460" y="0"/>
                </a:lnTo>
                <a:lnTo>
                  <a:pt x="0" y="0"/>
                </a:lnTo>
                <a:lnTo>
                  <a:pt x="0" y="457196"/>
                </a:lnTo>
                <a:lnTo>
                  <a:pt x="9903460" y="457196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" name="object 19"/>
          <p:cNvSpPr/>
          <p:nvPr/>
        </p:nvSpPr>
        <p:spPr>
          <a:xfrm>
            <a:off x="153670" y="640207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58419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" name="object 16"/>
          <p:cNvSpPr/>
          <p:nvPr/>
        </p:nvSpPr>
        <p:spPr>
          <a:xfrm>
            <a:off x="0" y="0"/>
            <a:ext cx="9903460" cy="609600"/>
          </a:xfrm>
          <a:custGeom>
            <a:avLst/>
            <a:gdLst/>
            <a:ahLst/>
            <a:cxnLst/>
            <a:rect l="l" t="t" r="r" b="b"/>
            <a:pathLst>
              <a:path w="9903460" h="609600">
                <a:moveTo>
                  <a:pt x="0" y="609600"/>
                </a:moveTo>
                <a:lnTo>
                  <a:pt x="9903460" y="609600"/>
                </a:lnTo>
                <a:lnTo>
                  <a:pt x="9903460" y="0"/>
                </a:lnTo>
                <a:lnTo>
                  <a:pt x="0" y="0"/>
                </a:lnTo>
                <a:lnTo>
                  <a:pt x="0" y="60960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" name="object 17"/>
          <p:cNvSpPr/>
          <p:nvPr/>
        </p:nvSpPr>
        <p:spPr>
          <a:xfrm>
            <a:off x="111760" y="60960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76200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" name="object 9"/>
          <p:cNvSpPr/>
          <p:nvPr/>
        </p:nvSpPr>
        <p:spPr>
          <a:xfrm>
            <a:off x="457200" y="777239"/>
            <a:ext cx="6096000" cy="28803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" name="object 10"/>
          <p:cNvSpPr/>
          <p:nvPr/>
        </p:nvSpPr>
        <p:spPr>
          <a:xfrm>
            <a:off x="6232525" y="3616325"/>
            <a:ext cx="3444875" cy="1565275"/>
          </a:xfrm>
          <a:custGeom>
            <a:avLst/>
            <a:gdLst/>
            <a:ahLst/>
            <a:cxnLst/>
            <a:rect l="l" t="t" r="r" b="b"/>
            <a:pathLst>
              <a:path w="3444875" h="1565275">
                <a:moveTo>
                  <a:pt x="854075" y="727075"/>
                </a:moveTo>
                <a:lnTo>
                  <a:pt x="854075" y="1565275"/>
                </a:lnTo>
                <a:lnTo>
                  <a:pt x="3444875" y="1565275"/>
                </a:lnTo>
                <a:lnTo>
                  <a:pt x="3444875" y="727075"/>
                </a:lnTo>
                <a:lnTo>
                  <a:pt x="1933575" y="727075"/>
                </a:lnTo>
                <a:lnTo>
                  <a:pt x="0" y="0"/>
                </a:lnTo>
                <a:lnTo>
                  <a:pt x="1285875" y="727075"/>
                </a:lnTo>
                <a:lnTo>
                  <a:pt x="854075" y="727075"/>
                </a:lnTo>
                <a:close/>
              </a:path>
            </a:pathLst>
          </a:custGeom>
          <a:solidFill>
            <a:srgbClr val="FFCC99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" name="object 11"/>
          <p:cNvSpPr/>
          <p:nvPr/>
        </p:nvSpPr>
        <p:spPr>
          <a:xfrm>
            <a:off x="6232525" y="3616325"/>
            <a:ext cx="3444875" cy="1565275"/>
          </a:xfrm>
          <a:custGeom>
            <a:avLst/>
            <a:gdLst/>
            <a:ahLst/>
            <a:cxnLst/>
            <a:rect l="l" t="t" r="r" b="b"/>
            <a:pathLst>
              <a:path w="3444875" h="1565275">
                <a:moveTo>
                  <a:pt x="854075" y="727075"/>
                </a:moveTo>
                <a:lnTo>
                  <a:pt x="1285875" y="727075"/>
                </a:lnTo>
                <a:lnTo>
                  <a:pt x="0" y="0"/>
                </a:lnTo>
                <a:lnTo>
                  <a:pt x="1933575" y="727075"/>
                </a:lnTo>
                <a:lnTo>
                  <a:pt x="3444875" y="727075"/>
                </a:lnTo>
                <a:lnTo>
                  <a:pt x="3444875" y="866775"/>
                </a:lnTo>
                <a:lnTo>
                  <a:pt x="3444875" y="1076325"/>
                </a:lnTo>
                <a:lnTo>
                  <a:pt x="3444875" y="1565275"/>
                </a:lnTo>
                <a:lnTo>
                  <a:pt x="1933575" y="1565275"/>
                </a:lnTo>
                <a:lnTo>
                  <a:pt x="1285875" y="1565275"/>
                </a:lnTo>
                <a:lnTo>
                  <a:pt x="854075" y="1565275"/>
                </a:lnTo>
                <a:lnTo>
                  <a:pt x="854075" y="1076325"/>
                </a:lnTo>
                <a:lnTo>
                  <a:pt x="854075" y="866775"/>
                </a:lnTo>
                <a:lnTo>
                  <a:pt x="854075" y="727075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" name="object 12"/>
          <p:cNvSpPr/>
          <p:nvPr/>
        </p:nvSpPr>
        <p:spPr>
          <a:xfrm>
            <a:off x="3200400" y="3711575"/>
            <a:ext cx="3581400" cy="2536825"/>
          </a:xfrm>
          <a:custGeom>
            <a:avLst/>
            <a:gdLst/>
            <a:ahLst/>
            <a:cxnLst/>
            <a:rect l="l" t="t" r="r" b="b"/>
            <a:pathLst>
              <a:path w="3581400" h="2536825">
                <a:moveTo>
                  <a:pt x="0" y="631825"/>
                </a:moveTo>
                <a:lnTo>
                  <a:pt x="0" y="2536825"/>
                </a:lnTo>
                <a:lnTo>
                  <a:pt x="3581400" y="2536825"/>
                </a:lnTo>
                <a:lnTo>
                  <a:pt x="3581400" y="631825"/>
                </a:lnTo>
                <a:lnTo>
                  <a:pt x="1492250" y="631825"/>
                </a:lnTo>
                <a:lnTo>
                  <a:pt x="561975" y="0"/>
                </a:lnTo>
                <a:lnTo>
                  <a:pt x="596900" y="631825"/>
                </a:lnTo>
                <a:lnTo>
                  <a:pt x="0" y="631825"/>
                </a:lnTo>
                <a:close/>
              </a:path>
            </a:pathLst>
          </a:custGeom>
          <a:solidFill>
            <a:srgbClr val="FFCC99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" name="object 13"/>
          <p:cNvSpPr/>
          <p:nvPr/>
        </p:nvSpPr>
        <p:spPr>
          <a:xfrm>
            <a:off x="3200400" y="3711575"/>
            <a:ext cx="3581400" cy="2536825"/>
          </a:xfrm>
          <a:custGeom>
            <a:avLst/>
            <a:gdLst/>
            <a:ahLst/>
            <a:cxnLst/>
            <a:rect l="l" t="t" r="r" b="b"/>
            <a:pathLst>
              <a:path w="3581400" h="2536825">
                <a:moveTo>
                  <a:pt x="0" y="631825"/>
                </a:moveTo>
                <a:lnTo>
                  <a:pt x="596900" y="631825"/>
                </a:lnTo>
                <a:lnTo>
                  <a:pt x="561975" y="0"/>
                </a:lnTo>
                <a:lnTo>
                  <a:pt x="1492250" y="631825"/>
                </a:lnTo>
                <a:lnTo>
                  <a:pt x="3581400" y="631825"/>
                </a:lnTo>
                <a:lnTo>
                  <a:pt x="3581400" y="949325"/>
                </a:lnTo>
                <a:lnTo>
                  <a:pt x="3581400" y="1425575"/>
                </a:lnTo>
                <a:lnTo>
                  <a:pt x="3581400" y="2536825"/>
                </a:lnTo>
                <a:lnTo>
                  <a:pt x="1492250" y="2536825"/>
                </a:lnTo>
                <a:lnTo>
                  <a:pt x="596900" y="2536825"/>
                </a:lnTo>
                <a:lnTo>
                  <a:pt x="0" y="2536825"/>
                </a:lnTo>
                <a:lnTo>
                  <a:pt x="0" y="1425575"/>
                </a:lnTo>
                <a:lnTo>
                  <a:pt x="0" y="949325"/>
                </a:lnTo>
                <a:lnTo>
                  <a:pt x="0" y="631825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" name="object 14"/>
          <p:cNvSpPr/>
          <p:nvPr/>
        </p:nvSpPr>
        <p:spPr>
          <a:xfrm>
            <a:off x="381000" y="3559175"/>
            <a:ext cx="2590800" cy="1774825"/>
          </a:xfrm>
          <a:custGeom>
            <a:avLst/>
            <a:gdLst/>
            <a:ahLst/>
            <a:cxnLst/>
            <a:rect l="l" t="t" r="r" b="b"/>
            <a:pathLst>
              <a:path w="2590800" h="1774825">
                <a:moveTo>
                  <a:pt x="0" y="936625"/>
                </a:moveTo>
                <a:lnTo>
                  <a:pt x="0" y="1774825"/>
                </a:lnTo>
                <a:lnTo>
                  <a:pt x="2590800" y="1774825"/>
                </a:lnTo>
                <a:lnTo>
                  <a:pt x="2590800" y="936625"/>
                </a:lnTo>
                <a:lnTo>
                  <a:pt x="2159000" y="936625"/>
                </a:lnTo>
                <a:lnTo>
                  <a:pt x="1495425" y="0"/>
                </a:lnTo>
                <a:lnTo>
                  <a:pt x="1511300" y="936625"/>
                </a:lnTo>
                <a:lnTo>
                  <a:pt x="0" y="936625"/>
                </a:lnTo>
                <a:close/>
              </a:path>
            </a:pathLst>
          </a:custGeom>
          <a:solidFill>
            <a:srgbClr val="FFCC99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" name="object 15"/>
          <p:cNvSpPr/>
          <p:nvPr/>
        </p:nvSpPr>
        <p:spPr>
          <a:xfrm>
            <a:off x="381000" y="3559175"/>
            <a:ext cx="2590800" cy="1774825"/>
          </a:xfrm>
          <a:custGeom>
            <a:avLst/>
            <a:gdLst/>
            <a:ahLst/>
            <a:cxnLst/>
            <a:rect l="l" t="t" r="r" b="b"/>
            <a:pathLst>
              <a:path w="2590800" h="1774825">
                <a:moveTo>
                  <a:pt x="0" y="936625"/>
                </a:moveTo>
                <a:lnTo>
                  <a:pt x="1511300" y="936625"/>
                </a:lnTo>
                <a:lnTo>
                  <a:pt x="1495425" y="0"/>
                </a:lnTo>
                <a:lnTo>
                  <a:pt x="2159000" y="936625"/>
                </a:lnTo>
                <a:lnTo>
                  <a:pt x="2590800" y="936625"/>
                </a:lnTo>
                <a:lnTo>
                  <a:pt x="2590800" y="1076325"/>
                </a:lnTo>
                <a:lnTo>
                  <a:pt x="2590800" y="1285875"/>
                </a:lnTo>
                <a:lnTo>
                  <a:pt x="2590800" y="1774825"/>
                </a:lnTo>
                <a:lnTo>
                  <a:pt x="2159000" y="1774825"/>
                </a:lnTo>
                <a:lnTo>
                  <a:pt x="1511300" y="1774825"/>
                </a:lnTo>
                <a:lnTo>
                  <a:pt x="0" y="1774825"/>
                </a:lnTo>
                <a:lnTo>
                  <a:pt x="0" y="1285875"/>
                </a:lnTo>
                <a:lnTo>
                  <a:pt x="0" y="1076325"/>
                </a:lnTo>
                <a:lnTo>
                  <a:pt x="0" y="936625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78740" y="159670"/>
            <a:ext cx="375920" cy="330200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dirty="0" smtClean="0" sz="2400" b="1">
                <a:latin typeface="Arial"/>
                <a:cs typeface="Arial"/>
              </a:rPr>
              <a:t>C.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67359" y="159670"/>
            <a:ext cx="1222044" cy="330200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dirty="0" smtClean="0" sz="2400" b="1">
                <a:latin typeface="Arial"/>
                <a:cs typeface="Arial"/>
              </a:rPr>
              <a:t>H</a:t>
            </a:r>
            <a:r>
              <a:rPr dirty="0" smtClean="0" sz="2400" b="1">
                <a:latin typeface="Arial"/>
                <a:cs typeface="Arial"/>
              </a:rPr>
              <a:t>a</a:t>
            </a:r>
            <a:r>
              <a:rPr dirty="0" smtClean="0" sz="2400" b="1">
                <a:latin typeface="Arial"/>
                <a:cs typeface="Arial"/>
              </a:rPr>
              <a:t>n</a:t>
            </a:r>
            <a:r>
              <a:rPr dirty="0" smtClean="0" sz="2400" b="1">
                <a:latin typeface="Arial"/>
                <a:cs typeface="Arial"/>
              </a:rPr>
              <a:t>d</a:t>
            </a:r>
            <a:r>
              <a:rPr dirty="0" smtClean="0" sz="2400" b="1">
                <a:latin typeface="Arial"/>
                <a:cs typeface="Arial"/>
              </a:rPr>
              <a:t>off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356229" y="4386898"/>
            <a:ext cx="3139589" cy="1789113"/>
          </a:xfrm>
          <a:prstGeom prst="rect">
            <a:avLst/>
          </a:prstGeom>
        </p:spPr>
        <p:txBody>
          <a:bodyPr wrap="square" lIns="0" tIns="11017" rIns="0" bIns="0" rtlCol="0">
            <a:noAutofit/>
          </a:bodyPr>
          <a:lstStyle/>
          <a:p>
            <a:pPr marL="12700" marR="22349">
              <a:lnSpc>
                <a:spcPts val="1735"/>
              </a:lnSpc>
            </a:pPr>
            <a:r>
              <a:rPr dirty="0" smtClean="0" sz="1600" spc="-2" b="1">
                <a:latin typeface="Times New Roman"/>
                <a:cs typeface="Times New Roman"/>
              </a:rPr>
              <a:t>-</a:t>
            </a:r>
            <a:r>
              <a:rPr dirty="0" smtClean="0" sz="1600" spc="-2" b="1">
                <a:latin typeface="Times New Roman"/>
                <a:cs typeface="Times New Roman"/>
              </a:rPr>
              <a:t> </a:t>
            </a:r>
            <a:r>
              <a:rPr dirty="0" smtClean="0" sz="1600" spc="-2" b="1">
                <a:latin typeface="Times New Roman"/>
                <a:cs typeface="Times New Roman"/>
              </a:rPr>
              <a:t>K</a:t>
            </a:r>
            <a:r>
              <a:rPr dirty="0" smtClean="0" sz="1600" spc="-2" b="1">
                <a:latin typeface="Times New Roman"/>
                <a:cs typeface="Times New Roman"/>
              </a:rPr>
              <a:t>as</a:t>
            </a:r>
            <a:r>
              <a:rPr dirty="0" smtClean="0" sz="1600" spc="-2" b="1">
                <a:latin typeface="Times New Roman"/>
                <a:cs typeface="Times New Roman"/>
              </a:rPr>
              <a:t>u</a:t>
            </a:r>
            <a:r>
              <a:rPr dirty="0" smtClean="0" sz="1600" spc="-2" b="1">
                <a:latin typeface="Times New Roman"/>
                <a:cs typeface="Times New Roman"/>
              </a:rPr>
              <a:t>s</a:t>
            </a:r>
            <a:r>
              <a:rPr dirty="0" smtClean="0" sz="1600" spc="-2" b="1">
                <a:latin typeface="Times New Roman"/>
                <a:cs typeface="Times New Roman"/>
              </a:rPr>
              <a:t> </a:t>
            </a:r>
            <a:r>
              <a:rPr dirty="0" smtClean="0" sz="1600" spc="-2" b="1">
                <a:latin typeface="Times New Roman"/>
                <a:cs typeface="Times New Roman"/>
              </a:rPr>
              <a:t>p</a:t>
            </a:r>
            <a:r>
              <a:rPr dirty="0" smtClean="0" sz="1600" spc="-2" b="1">
                <a:latin typeface="Times New Roman"/>
                <a:cs typeface="Times New Roman"/>
              </a:rPr>
              <a:t>a</a:t>
            </a:r>
            <a:r>
              <a:rPr dirty="0" smtClean="0" sz="1600" spc="-2" b="1">
                <a:latin typeface="Times New Roman"/>
                <a:cs typeface="Times New Roman"/>
              </a:rPr>
              <a:t>l</a:t>
            </a:r>
            <a:r>
              <a:rPr dirty="0" smtClean="0" sz="1600" spc="-2" b="1">
                <a:latin typeface="Times New Roman"/>
                <a:cs typeface="Times New Roman"/>
              </a:rPr>
              <a:t>i</a:t>
            </a:r>
            <a:r>
              <a:rPr dirty="0" smtClean="0" sz="1600" spc="-2" b="1">
                <a:latin typeface="Times New Roman"/>
                <a:cs typeface="Times New Roman"/>
              </a:rPr>
              <a:t>n</a:t>
            </a:r>
            <a:r>
              <a:rPr dirty="0" smtClean="0" sz="1600" spc="-2" b="1">
                <a:latin typeface="Times New Roman"/>
                <a:cs typeface="Times New Roman"/>
              </a:rPr>
              <a:t>g</a:t>
            </a:r>
            <a:r>
              <a:rPr dirty="0" smtClean="0" sz="1600" spc="-2" b="1">
                <a:latin typeface="Times New Roman"/>
                <a:cs typeface="Times New Roman"/>
              </a:rPr>
              <a:t> </a:t>
            </a:r>
            <a:r>
              <a:rPr dirty="0" smtClean="0" sz="1600" spc="-2" b="1">
                <a:latin typeface="Times New Roman"/>
                <a:cs typeface="Times New Roman"/>
              </a:rPr>
              <a:t>u</a:t>
            </a:r>
            <a:r>
              <a:rPr dirty="0" smtClean="0" sz="1600" spc="-2" b="1">
                <a:latin typeface="Times New Roman"/>
                <a:cs typeface="Times New Roman"/>
              </a:rPr>
              <a:t>m</a:t>
            </a:r>
            <a:r>
              <a:rPr dirty="0" smtClean="0" sz="1600" spc="-2" b="1">
                <a:latin typeface="Times New Roman"/>
                <a:cs typeface="Times New Roman"/>
              </a:rPr>
              <a:t>u</a:t>
            </a:r>
            <a:r>
              <a:rPr dirty="0" smtClean="0" sz="1600" spc="-2" b="1">
                <a:latin typeface="Times New Roman"/>
                <a:cs typeface="Times New Roman"/>
              </a:rPr>
              <a:t>m</a:t>
            </a:r>
            <a:endParaRPr sz="1600">
              <a:latin typeface="Times New Roman"/>
              <a:cs typeface="Times New Roman"/>
            </a:endParaRPr>
          </a:p>
          <a:p>
            <a:pPr marL="127000" indent="-114300">
              <a:lnSpc>
                <a:spcPts val="1720"/>
              </a:lnSpc>
              <a:spcBef>
                <a:spcPts val="960"/>
              </a:spcBef>
            </a:pPr>
            <a:r>
              <a:rPr dirty="0" smtClean="0" sz="1600" b="1">
                <a:latin typeface="Times New Roman"/>
                <a:cs typeface="Times New Roman"/>
              </a:rPr>
              <a:t>-</a:t>
            </a:r>
            <a:r>
              <a:rPr dirty="0" smtClean="0" sz="1600" spc="4" b="1">
                <a:latin typeface="Times New Roman"/>
                <a:cs typeface="Times New Roman"/>
              </a:rPr>
              <a:t> </a:t>
            </a:r>
            <a:r>
              <a:rPr dirty="0" smtClean="0" sz="1600" spc="0" b="1">
                <a:latin typeface="Times New Roman"/>
                <a:cs typeface="Times New Roman"/>
              </a:rPr>
              <a:t>2</a:t>
            </a:r>
            <a:r>
              <a:rPr dirty="0" smtClean="0" sz="1600" spc="0" b="1">
                <a:latin typeface="Times New Roman"/>
                <a:cs typeface="Times New Roman"/>
              </a:rPr>
              <a:t> </a:t>
            </a:r>
            <a:r>
              <a:rPr dirty="0" smtClean="0" sz="1600" spc="-29" b="1">
                <a:latin typeface="Times New Roman"/>
                <a:cs typeface="Times New Roman"/>
              </a:rPr>
              <a:t>k</a:t>
            </a:r>
            <a:r>
              <a:rPr dirty="0" smtClean="0" sz="1600" spc="0" b="1">
                <a:latin typeface="Times New Roman"/>
                <a:cs typeface="Times New Roman"/>
              </a:rPr>
              <a:t>as</a:t>
            </a:r>
            <a:r>
              <a:rPr dirty="0" smtClean="0" sz="1600" spc="-9" b="1">
                <a:latin typeface="Times New Roman"/>
                <a:cs typeface="Times New Roman"/>
              </a:rPr>
              <a:t>u</a:t>
            </a:r>
            <a:r>
              <a:rPr dirty="0" smtClean="0" sz="1600" spc="0" b="1">
                <a:latin typeface="Times New Roman"/>
                <a:cs typeface="Times New Roman"/>
              </a:rPr>
              <a:t>s</a:t>
            </a:r>
            <a:r>
              <a:rPr dirty="0" smtClean="0" sz="1600" spc="34" b="1">
                <a:latin typeface="Times New Roman"/>
                <a:cs typeface="Times New Roman"/>
              </a:rPr>
              <a:t> </a:t>
            </a:r>
            <a:r>
              <a:rPr dirty="0" smtClean="0" sz="1600" spc="0" b="1">
                <a:latin typeface="Times New Roman"/>
                <a:cs typeface="Times New Roman"/>
              </a:rPr>
              <a:t>:</a:t>
            </a:r>
            <a:r>
              <a:rPr dirty="0" smtClean="0" sz="1600" spc="4" b="1">
                <a:latin typeface="Times New Roman"/>
                <a:cs typeface="Times New Roman"/>
              </a:rPr>
              <a:t> </a:t>
            </a:r>
            <a:r>
              <a:rPr dirty="0" smtClean="0" sz="1600" spc="4" b="1">
                <a:latin typeface="Times New Roman"/>
                <a:cs typeface="Times New Roman"/>
              </a:rPr>
              <a:t>(</a:t>
            </a:r>
            <a:r>
              <a:rPr dirty="0" smtClean="0" sz="1600" spc="0" b="1">
                <a:latin typeface="Times New Roman"/>
                <a:cs typeface="Times New Roman"/>
              </a:rPr>
              <a:t>1)</a:t>
            </a:r>
            <a:r>
              <a:rPr dirty="0" smtClean="0" sz="1600" spc="4" b="1">
                <a:latin typeface="Times New Roman"/>
                <a:cs typeface="Times New Roman"/>
              </a:rPr>
              <a:t> </a:t>
            </a:r>
            <a:r>
              <a:rPr dirty="0" smtClean="0" sz="1600" spc="-4" b="1">
                <a:latin typeface="Times New Roman"/>
                <a:cs typeface="Times New Roman"/>
              </a:rPr>
              <a:t>i</a:t>
            </a:r>
            <a:r>
              <a:rPr dirty="0" smtClean="0" sz="1600" spc="-9" b="1">
                <a:latin typeface="Times New Roman"/>
                <a:cs typeface="Times New Roman"/>
              </a:rPr>
              <a:t>n</a:t>
            </a:r>
            <a:r>
              <a:rPr dirty="0" smtClean="0" sz="1600" spc="4" b="1">
                <a:latin typeface="Times New Roman"/>
                <a:cs typeface="Times New Roman"/>
              </a:rPr>
              <a:t>t</a:t>
            </a:r>
            <a:r>
              <a:rPr dirty="0" smtClean="0" sz="1600" spc="9" b="1">
                <a:latin typeface="Times New Roman"/>
                <a:cs typeface="Times New Roman"/>
              </a:rPr>
              <a:t>e</a:t>
            </a:r>
            <a:r>
              <a:rPr dirty="0" smtClean="0" sz="1600" spc="-39" b="1">
                <a:latin typeface="Times New Roman"/>
                <a:cs typeface="Times New Roman"/>
              </a:rPr>
              <a:t>r</a:t>
            </a:r>
            <a:r>
              <a:rPr dirty="0" smtClean="0" sz="1600" spc="4" b="1">
                <a:latin typeface="Times New Roman"/>
                <a:cs typeface="Times New Roman"/>
              </a:rPr>
              <a:t>-</a:t>
            </a:r>
            <a:r>
              <a:rPr dirty="0" smtClean="0" sz="1600" spc="9" b="1">
                <a:latin typeface="Times New Roman"/>
                <a:cs typeface="Times New Roman"/>
              </a:rPr>
              <a:t>c</a:t>
            </a:r>
            <a:r>
              <a:rPr dirty="0" smtClean="0" sz="1600" spc="9" b="1">
                <a:latin typeface="Times New Roman"/>
                <a:cs typeface="Times New Roman"/>
              </a:rPr>
              <a:t>e</a:t>
            </a:r>
            <a:r>
              <a:rPr dirty="0" smtClean="0" sz="1600" spc="0" b="1">
                <a:latin typeface="Times New Roman"/>
                <a:cs typeface="Times New Roman"/>
              </a:rPr>
              <a:t>ll</a:t>
            </a:r>
            <a:r>
              <a:rPr dirty="0" smtClean="0" sz="1600" spc="-9" b="1">
                <a:latin typeface="Times New Roman"/>
                <a:cs typeface="Times New Roman"/>
              </a:rPr>
              <a:t> </a:t>
            </a:r>
            <a:r>
              <a:rPr dirty="0" smtClean="0" sz="1600" spc="0" b="1">
                <a:latin typeface="Times New Roman"/>
                <a:cs typeface="Times New Roman"/>
              </a:rPr>
              <a:t>/</a:t>
            </a:r>
            <a:r>
              <a:rPr dirty="0" smtClean="0" sz="1600" spc="-4" b="1">
                <a:latin typeface="Times New Roman"/>
                <a:cs typeface="Times New Roman"/>
              </a:rPr>
              <a:t> </a:t>
            </a:r>
            <a:r>
              <a:rPr dirty="0" smtClean="0" sz="1600" spc="-4" b="1">
                <a:latin typeface="Times New Roman"/>
                <a:cs typeface="Times New Roman"/>
              </a:rPr>
              <a:t>i</a:t>
            </a:r>
            <a:r>
              <a:rPr dirty="0" smtClean="0" sz="1600" spc="-9" b="1">
                <a:latin typeface="Times New Roman"/>
                <a:cs typeface="Times New Roman"/>
              </a:rPr>
              <a:t>n</a:t>
            </a:r>
            <a:r>
              <a:rPr dirty="0" smtClean="0" sz="1600" spc="4" b="1">
                <a:latin typeface="Times New Roman"/>
                <a:cs typeface="Times New Roman"/>
              </a:rPr>
              <a:t>t</a:t>
            </a:r>
            <a:r>
              <a:rPr dirty="0" smtClean="0" sz="1600" spc="9" b="1">
                <a:latin typeface="Times New Roman"/>
                <a:cs typeface="Times New Roman"/>
              </a:rPr>
              <a:t>r</a:t>
            </a:r>
            <a:r>
              <a:rPr dirty="0" smtClean="0" sz="1600" spc="9" b="1">
                <a:latin typeface="Times New Roman"/>
                <a:cs typeface="Times New Roman"/>
              </a:rPr>
              <a:t>a</a:t>
            </a:r>
            <a:r>
              <a:rPr dirty="0" smtClean="0" sz="1600" spc="9" b="1">
                <a:latin typeface="Times New Roman"/>
                <a:cs typeface="Times New Roman"/>
              </a:rPr>
              <a:t>-</a:t>
            </a:r>
            <a:r>
              <a:rPr dirty="0" smtClean="0" sz="1600" spc="-4" b="1">
                <a:latin typeface="Times New Roman"/>
                <a:cs typeface="Times New Roman"/>
              </a:rPr>
              <a:t>B</a:t>
            </a:r>
            <a:r>
              <a:rPr dirty="0" smtClean="0" sz="1600" spc="-9" b="1">
                <a:latin typeface="Times New Roman"/>
                <a:cs typeface="Times New Roman"/>
              </a:rPr>
              <a:t>S</a:t>
            </a:r>
            <a:r>
              <a:rPr dirty="0" smtClean="0" sz="1600" spc="4" b="1">
                <a:latin typeface="Times New Roman"/>
                <a:cs typeface="Times New Roman"/>
              </a:rPr>
              <a:t>C</a:t>
            </a:r>
            <a:r>
              <a:rPr dirty="0" smtClean="0" sz="1600" spc="0" b="1">
                <a:latin typeface="Times New Roman"/>
                <a:cs typeface="Times New Roman"/>
              </a:rPr>
              <a:t>,</a:t>
            </a:r>
            <a:r>
              <a:rPr dirty="0" smtClean="0" sz="1600" spc="0" b="1">
                <a:latin typeface="Times New Roman"/>
                <a:cs typeface="Times New Roman"/>
              </a:rPr>
              <a:t> </a:t>
            </a:r>
            <a:r>
              <a:rPr dirty="0" smtClean="0" sz="1600" spc="4" b="1">
                <a:latin typeface="Times New Roman"/>
                <a:cs typeface="Times New Roman"/>
              </a:rPr>
              <a:t>(</a:t>
            </a:r>
            <a:r>
              <a:rPr dirty="0" smtClean="0" sz="1600" spc="0" b="1">
                <a:latin typeface="Times New Roman"/>
                <a:cs typeface="Times New Roman"/>
              </a:rPr>
              <a:t>2)</a:t>
            </a:r>
            <a:r>
              <a:rPr dirty="0" smtClean="0" sz="1600" spc="4" b="1">
                <a:latin typeface="Times New Roman"/>
                <a:cs typeface="Times New Roman"/>
              </a:rPr>
              <a:t> </a:t>
            </a:r>
            <a:r>
              <a:rPr dirty="0" smtClean="0" sz="1600" spc="-4" b="1">
                <a:latin typeface="Times New Roman"/>
                <a:cs typeface="Times New Roman"/>
              </a:rPr>
              <a:t>i</a:t>
            </a:r>
            <a:r>
              <a:rPr dirty="0" smtClean="0" sz="1600" spc="-9" b="1">
                <a:latin typeface="Times New Roman"/>
                <a:cs typeface="Times New Roman"/>
              </a:rPr>
              <a:t>n</a:t>
            </a:r>
            <a:r>
              <a:rPr dirty="0" smtClean="0" sz="1600" spc="4" b="1">
                <a:latin typeface="Times New Roman"/>
                <a:cs typeface="Times New Roman"/>
              </a:rPr>
              <a:t>t</a:t>
            </a:r>
            <a:r>
              <a:rPr dirty="0" smtClean="0" sz="1600" spc="9" b="1">
                <a:latin typeface="Times New Roman"/>
                <a:cs typeface="Times New Roman"/>
              </a:rPr>
              <a:t>e</a:t>
            </a:r>
            <a:r>
              <a:rPr dirty="0" smtClean="0" sz="1600" spc="-44" b="1">
                <a:latin typeface="Times New Roman"/>
                <a:cs typeface="Times New Roman"/>
              </a:rPr>
              <a:t>r</a:t>
            </a:r>
            <a:r>
              <a:rPr dirty="0" smtClean="0" sz="1600" spc="9" b="1">
                <a:latin typeface="Times New Roman"/>
                <a:cs typeface="Times New Roman"/>
              </a:rPr>
              <a:t>-</a:t>
            </a:r>
            <a:r>
              <a:rPr dirty="0" smtClean="0" sz="1600" spc="-4" b="1">
                <a:latin typeface="Times New Roman"/>
                <a:cs typeface="Times New Roman"/>
              </a:rPr>
              <a:t>B</a:t>
            </a:r>
            <a:r>
              <a:rPr dirty="0" smtClean="0" sz="1600" spc="-9" b="1">
                <a:latin typeface="Times New Roman"/>
                <a:cs typeface="Times New Roman"/>
              </a:rPr>
              <a:t>S</a:t>
            </a:r>
            <a:r>
              <a:rPr dirty="0" smtClean="0" sz="1600" spc="0" b="1">
                <a:latin typeface="Times New Roman"/>
                <a:cs typeface="Times New Roman"/>
              </a:rPr>
              <a:t>C</a:t>
            </a:r>
            <a:r>
              <a:rPr dirty="0" smtClean="0" sz="1600" spc="0" b="1">
                <a:latin typeface="Times New Roman"/>
                <a:cs typeface="Times New Roman"/>
              </a:rPr>
              <a:t> </a:t>
            </a:r>
            <a:r>
              <a:rPr dirty="0" smtClean="0" sz="1600" spc="0" b="1">
                <a:latin typeface="Times New Roman"/>
                <a:cs typeface="Times New Roman"/>
              </a:rPr>
              <a:t>/</a:t>
            </a:r>
            <a:r>
              <a:rPr dirty="0" smtClean="0" sz="1600" spc="-4" b="1">
                <a:latin typeface="Times New Roman"/>
                <a:cs typeface="Times New Roman"/>
              </a:rPr>
              <a:t> </a:t>
            </a:r>
            <a:r>
              <a:rPr dirty="0" smtClean="0" sz="1600" spc="-4" b="1">
                <a:latin typeface="Times New Roman"/>
                <a:cs typeface="Times New Roman"/>
              </a:rPr>
              <a:t>i</a:t>
            </a:r>
            <a:r>
              <a:rPr dirty="0" smtClean="0" sz="1600" spc="-9" b="1">
                <a:latin typeface="Times New Roman"/>
                <a:cs typeface="Times New Roman"/>
              </a:rPr>
              <a:t>n</a:t>
            </a:r>
            <a:r>
              <a:rPr dirty="0" smtClean="0" sz="1600" spc="4" b="1">
                <a:latin typeface="Times New Roman"/>
                <a:cs typeface="Times New Roman"/>
              </a:rPr>
              <a:t>t</a:t>
            </a:r>
            <a:r>
              <a:rPr dirty="0" smtClean="0" sz="1600" spc="9" b="1">
                <a:latin typeface="Times New Roman"/>
                <a:cs typeface="Times New Roman"/>
              </a:rPr>
              <a:t>r</a:t>
            </a:r>
            <a:r>
              <a:rPr dirty="0" smtClean="0" sz="1600" spc="4" b="1">
                <a:latin typeface="Times New Roman"/>
                <a:cs typeface="Times New Roman"/>
              </a:rPr>
              <a:t>a</a:t>
            </a:r>
            <a:r>
              <a:rPr dirty="0" smtClean="0" sz="1600" spc="4" b="1">
                <a:latin typeface="Times New Roman"/>
                <a:cs typeface="Times New Roman"/>
              </a:rPr>
              <a:t>-</a:t>
            </a:r>
            <a:r>
              <a:rPr dirty="0" smtClean="0" sz="1600" spc="9" b="1">
                <a:latin typeface="Times New Roman"/>
                <a:cs typeface="Times New Roman"/>
              </a:rPr>
              <a:t>M</a:t>
            </a:r>
            <a:r>
              <a:rPr dirty="0" smtClean="0" sz="1600" spc="-9" b="1">
                <a:latin typeface="Times New Roman"/>
                <a:cs typeface="Times New Roman"/>
              </a:rPr>
              <a:t>S</a:t>
            </a:r>
            <a:r>
              <a:rPr dirty="0" smtClean="0" sz="1600" spc="0" b="1">
                <a:latin typeface="Times New Roman"/>
                <a:cs typeface="Times New Roman"/>
              </a:rPr>
              <a:t>C</a:t>
            </a:r>
            <a:endParaRPr sz="1600">
              <a:latin typeface="Times New Roman"/>
              <a:cs typeface="Times New Roman"/>
            </a:endParaRPr>
          </a:p>
          <a:p>
            <a:pPr marL="127000" marR="405494" indent="-114300">
              <a:lnSpc>
                <a:spcPts val="1839"/>
              </a:lnSpc>
              <a:spcBef>
                <a:spcPts val="867"/>
              </a:spcBef>
            </a:pPr>
            <a:r>
              <a:rPr dirty="0" smtClean="0" sz="1600" spc="-1" b="1">
                <a:latin typeface="Times New Roman"/>
                <a:cs typeface="Times New Roman"/>
              </a:rPr>
              <a:t>-</a:t>
            </a:r>
            <a:r>
              <a:rPr dirty="0" smtClean="0" sz="1600" spc="-1" b="1">
                <a:latin typeface="Times New Roman"/>
                <a:cs typeface="Times New Roman"/>
              </a:rPr>
              <a:t> </a:t>
            </a:r>
            <a:r>
              <a:rPr dirty="0" smtClean="0" sz="1600" spc="-1" b="1">
                <a:latin typeface="Times New Roman"/>
                <a:cs typeface="Times New Roman"/>
              </a:rPr>
              <a:t>B</a:t>
            </a:r>
            <a:r>
              <a:rPr dirty="0" smtClean="0" sz="1600" spc="-1" b="1">
                <a:latin typeface="Times New Roman"/>
                <a:cs typeface="Times New Roman"/>
              </a:rPr>
              <a:t>S</a:t>
            </a:r>
            <a:r>
              <a:rPr dirty="0" smtClean="0" sz="1600" spc="-1" b="1">
                <a:latin typeface="Times New Roman"/>
                <a:cs typeface="Times New Roman"/>
              </a:rPr>
              <a:t>C</a:t>
            </a:r>
            <a:r>
              <a:rPr dirty="0" smtClean="0" sz="1600" spc="-1" b="1">
                <a:latin typeface="Times New Roman"/>
                <a:cs typeface="Times New Roman"/>
              </a:rPr>
              <a:t> </a:t>
            </a:r>
            <a:r>
              <a:rPr dirty="0" smtClean="0" sz="1600" spc="-1" b="1">
                <a:latin typeface="Times New Roman"/>
                <a:cs typeface="Times New Roman"/>
              </a:rPr>
              <a:t>m</a:t>
            </a:r>
            <a:r>
              <a:rPr dirty="0" smtClean="0" sz="1600" spc="-1" b="1">
                <a:latin typeface="Times New Roman"/>
                <a:cs typeface="Times New Roman"/>
              </a:rPr>
              <a:t>e</a:t>
            </a:r>
            <a:r>
              <a:rPr dirty="0" smtClean="0" sz="1600" spc="-1" b="1">
                <a:latin typeface="Times New Roman"/>
                <a:cs typeface="Times New Roman"/>
              </a:rPr>
              <a:t>l</a:t>
            </a:r>
            <a:r>
              <a:rPr dirty="0" smtClean="0" sz="1600" spc="-1" b="1">
                <a:latin typeface="Times New Roman"/>
                <a:cs typeface="Times New Roman"/>
              </a:rPr>
              <a:t>a</a:t>
            </a:r>
            <a:r>
              <a:rPr dirty="0" smtClean="0" sz="1600" spc="-1" b="1">
                <a:latin typeface="Times New Roman"/>
                <a:cs typeface="Times New Roman"/>
              </a:rPr>
              <a:t>k</a:t>
            </a:r>
            <a:r>
              <a:rPr dirty="0" smtClean="0" sz="1600" spc="-1" b="1">
                <a:latin typeface="Times New Roman"/>
                <a:cs typeface="Times New Roman"/>
              </a:rPr>
              <a:t>u</a:t>
            </a:r>
            <a:r>
              <a:rPr dirty="0" smtClean="0" sz="1600" spc="-1" b="1">
                <a:latin typeface="Times New Roman"/>
                <a:cs typeface="Times New Roman"/>
              </a:rPr>
              <a:t>k</a:t>
            </a:r>
            <a:r>
              <a:rPr dirty="0" smtClean="0" sz="1600" spc="-1" b="1">
                <a:latin typeface="Times New Roman"/>
                <a:cs typeface="Times New Roman"/>
              </a:rPr>
              <a:t>an</a:t>
            </a:r>
            <a:r>
              <a:rPr dirty="0" smtClean="0" sz="1600" spc="-1" b="1">
                <a:latin typeface="Times New Roman"/>
                <a:cs typeface="Times New Roman"/>
              </a:rPr>
              <a:t> </a:t>
            </a:r>
            <a:r>
              <a:rPr dirty="0" smtClean="0" sz="1600" spc="-1" b="1">
                <a:latin typeface="Times New Roman"/>
                <a:cs typeface="Times New Roman"/>
              </a:rPr>
              <a:t> </a:t>
            </a:r>
            <a:r>
              <a:rPr dirty="0" smtClean="0" sz="1600" spc="-1" b="1">
                <a:latin typeface="Times New Roman"/>
                <a:cs typeface="Times New Roman"/>
              </a:rPr>
              <a:t>o</a:t>
            </a:r>
            <a:r>
              <a:rPr dirty="0" smtClean="0" sz="1600" spc="-1" b="1">
                <a:latin typeface="Times New Roman"/>
                <a:cs typeface="Times New Roman"/>
              </a:rPr>
              <a:t>p</a:t>
            </a:r>
            <a:r>
              <a:rPr dirty="0" smtClean="0" sz="1600" spc="-1" b="1">
                <a:latin typeface="Times New Roman"/>
                <a:cs typeface="Times New Roman"/>
              </a:rPr>
              <a:t>e</a:t>
            </a:r>
            <a:r>
              <a:rPr dirty="0" smtClean="0" sz="1600" spc="-1" b="1">
                <a:latin typeface="Times New Roman"/>
                <a:cs typeface="Times New Roman"/>
              </a:rPr>
              <a:t>r</a:t>
            </a:r>
            <a:r>
              <a:rPr dirty="0" smtClean="0" sz="1600" spc="-1" b="1">
                <a:latin typeface="Times New Roman"/>
                <a:cs typeface="Times New Roman"/>
              </a:rPr>
              <a:t>asi</a:t>
            </a:r>
            <a:r>
              <a:rPr dirty="0" smtClean="0" sz="1600" spc="-1" b="1">
                <a:latin typeface="Times New Roman"/>
                <a:cs typeface="Times New Roman"/>
              </a:rPr>
              <a:t> </a:t>
            </a:r>
            <a:r>
              <a:rPr dirty="0" smtClean="0" sz="1600" spc="-1" b="1">
                <a:latin typeface="Times New Roman"/>
                <a:cs typeface="Times New Roman"/>
              </a:rPr>
              <a:t>H</a:t>
            </a:r>
            <a:r>
              <a:rPr dirty="0" smtClean="0" sz="1600" spc="-1" b="1">
                <a:latin typeface="Times New Roman"/>
                <a:cs typeface="Times New Roman"/>
              </a:rPr>
              <a:t>O</a:t>
            </a:r>
            <a:r>
              <a:rPr dirty="0" smtClean="0" sz="1600" spc="-1" b="1">
                <a:latin typeface="Times New Roman"/>
                <a:cs typeface="Times New Roman"/>
              </a:rPr>
              <a:t>,</a:t>
            </a:r>
            <a:r>
              <a:rPr dirty="0" smtClean="0" sz="1600" spc="-1" b="1">
                <a:latin typeface="Times New Roman"/>
                <a:cs typeface="Times New Roman"/>
              </a:rPr>
              <a:t> </a:t>
            </a:r>
            <a:endParaRPr sz="1600">
              <a:latin typeface="Times New Roman"/>
              <a:cs typeface="Times New Roman"/>
            </a:endParaRPr>
          </a:p>
          <a:p>
            <a:pPr marL="127000" marR="405494">
              <a:lnSpc>
                <a:spcPts val="1839"/>
              </a:lnSpc>
            </a:pPr>
            <a:r>
              <a:rPr dirty="0" smtClean="0" sz="1600" b="1">
                <a:latin typeface="Times New Roman"/>
                <a:cs typeface="Times New Roman"/>
              </a:rPr>
              <a:t>ass</a:t>
            </a:r>
            <a:r>
              <a:rPr dirty="0" smtClean="0" sz="1600" b="1">
                <a:latin typeface="Times New Roman"/>
                <a:cs typeface="Times New Roman"/>
              </a:rPr>
              <a:t>i</a:t>
            </a:r>
            <a:r>
              <a:rPr dirty="0" smtClean="0" sz="1600" b="1">
                <a:latin typeface="Times New Roman"/>
                <a:cs typeface="Times New Roman"/>
              </a:rPr>
              <a:t>gn</a:t>
            </a:r>
            <a:r>
              <a:rPr dirty="0" smtClean="0" sz="1600" b="1">
                <a:latin typeface="Times New Roman"/>
                <a:cs typeface="Times New Roman"/>
              </a:rPr>
              <a:t> </a:t>
            </a:r>
            <a:r>
              <a:rPr dirty="0" smtClean="0" sz="1600" b="1">
                <a:latin typeface="Times New Roman"/>
                <a:cs typeface="Times New Roman"/>
              </a:rPr>
              <a:t>k</a:t>
            </a:r>
            <a:r>
              <a:rPr dirty="0" smtClean="0" sz="1600" b="1">
                <a:latin typeface="Times New Roman"/>
                <a:cs typeface="Times New Roman"/>
              </a:rPr>
              <a:t>a</a:t>
            </a:r>
            <a:r>
              <a:rPr dirty="0" smtClean="0" sz="1600" b="1">
                <a:latin typeface="Times New Roman"/>
                <a:cs typeface="Times New Roman"/>
              </a:rPr>
              <a:t>n</a:t>
            </a:r>
            <a:r>
              <a:rPr dirty="0" smtClean="0" sz="1600" b="1">
                <a:latin typeface="Times New Roman"/>
                <a:cs typeface="Times New Roman"/>
              </a:rPr>
              <a:t>al</a:t>
            </a:r>
            <a:r>
              <a:rPr dirty="0" smtClean="0" sz="1600" b="1">
                <a:latin typeface="Times New Roman"/>
                <a:cs typeface="Times New Roman"/>
              </a:rPr>
              <a:t> </a:t>
            </a:r>
            <a:r>
              <a:rPr dirty="0" smtClean="0" sz="1600" b="1">
                <a:latin typeface="Times New Roman"/>
                <a:cs typeface="Times New Roman"/>
              </a:rPr>
              <a:t>d</a:t>
            </a:r>
            <a:r>
              <a:rPr dirty="0" smtClean="0" sz="1600" b="1">
                <a:latin typeface="Times New Roman"/>
                <a:cs typeface="Times New Roman"/>
              </a:rPr>
              <a:t>i</a:t>
            </a:r>
            <a:r>
              <a:rPr dirty="0" smtClean="0" sz="1600" b="1">
                <a:latin typeface="Times New Roman"/>
                <a:cs typeface="Times New Roman"/>
              </a:rPr>
              <a:t> </a:t>
            </a:r>
            <a:r>
              <a:rPr dirty="0" smtClean="0" sz="1600" b="1">
                <a:latin typeface="Times New Roman"/>
                <a:cs typeface="Times New Roman"/>
              </a:rPr>
              <a:t>s</a:t>
            </a:r>
            <a:r>
              <a:rPr dirty="0" smtClean="0" sz="1600" b="1">
                <a:latin typeface="Times New Roman"/>
                <a:cs typeface="Times New Roman"/>
              </a:rPr>
              <a:t>e</a:t>
            </a:r>
            <a:r>
              <a:rPr dirty="0" smtClean="0" sz="1600" b="1">
                <a:latin typeface="Times New Roman"/>
                <a:cs typeface="Times New Roman"/>
              </a:rPr>
              <a:t>l</a:t>
            </a:r>
            <a:r>
              <a:rPr dirty="0" smtClean="0" sz="1600" b="1">
                <a:latin typeface="Times New Roman"/>
                <a:cs typeface="Times New Roman"/>
              </a:rPr>
              <a:t> </a:t>
            </a:r>
            <a:r>
              <a:rPr dirty="0" smtClean="0" sz="1600" b="1">
                <a:latin typeface="Times New Roman"/>
                <a:cs typeface="Times New Roman"/>
              </a:rPr>
              <a:t>b</a:t>
            </a:r>
            <a:r>
              <a:rPr dirty="0" smtClean="0" sz="1600" b="1">
                <a:latin typeface="Times New Roman"/>
                <a:cs typeface="Times New Roman"/>
              </a:rPr>
              <a:t>a</a:t>
            </a:r>
            <a:r>
              <a:rPr dirty="0" smtClean="0" sz="1600" b="1">
                <a:latin typeface="Times New Roman"/>
                <a:cs typeface="Times New Roman"/>
              </a:rPr>
              <a:t>r</a:t>
            </a:r>
            <a:r>
              <a:rPr dirty="0" smtClean="0" sz="1600" b="1">
                <a:latin typeface="Times New Roman"/>
                <a:cs typeface="Times New Roman"/>
              </a:rPr>
              <a:t>u</a:t>
            </a:r>
            <a:r>
              <a:rPr dirty="0" smtClean="0" sz="1600" b="1">
                <a:latin typeface="Times New Roman"/>
                <a:cs typeface="Times New Roman"/>
              </a:rPr>
              <a:t> </a:t>
            </a:r>
            <a:r>
              <a:rPr dirty="0" smtClean="0" sz="1600" b="1">
                <a:latin typeface="Times New Roman"/>
                <a:cs typeface="Times New Roman"/>
              </a:rPr>
              <a:t>d</a:t>
            </a:r>
            <a:r>
              <a:rPr dirty="0" smtClean="0" sz="1600" b="1">
                <a:latin typeface="Times New Roman"/>
                <a:cs typeface="Times New Roman"/>
              </a:rPr>
              <a:t>an</a:t>
            </a:r>
            <a:r>
              <a:rPr dirty="0" smtClean="0" sz="1600" b="1">
                <a:latin typeface="Times New Roman"/>
                <a:cs typeface="Times New Roman"/>
              </a:rPr>
              <a:t> </a:t>
            </a:r>
            <a:endParaRPr sz="1600">
              <a:latin typeface="Times New Roman"/>
              <a:cs typeface="Times New Roman"/>
            </a:endParaRPr>
          </a:p>
          <a:p>
            <a:pPr marL="127000" marR="405494">
              <a:lnSpc>
                <a:spcPts val="1839"/>
              </a:lnSpc>
            </a:pPr>
            <a:r>
              <a:rPr dirty="0" smtClean="0" sz="1600" spc="1" b="1">
                <a:latin typeface="Times New Roman"/>
                <a:cs typeface="Times New Roman"/>
              </a:rPr>
              <a:t>m</a:t>
            </a:r>
            <a:r>
              <a:rPr dirty="0" smtClean="0" sz="1600" spc="1" b="1">
                <a:latin typeface="Times New Roman"/>
                <a:cs typeface="Times New Roman"/>
              </a:rPr>
              <a:t>e</a:t>
            </a:r>
            <a:r>
              <a:rPr dirty="0" smtClean="0" sz="1600" spc="1" b="1">
                <a:latin typeface="Times New Roman"/>
                <a:cs typeface="Times New Roman"/>
              </a:rPr>
              <a:t>l</a:t>
            </a:r>
            <a:r>
              <a:rPr dirty="0" smtClean="0" sz="1600" spc="1" b="1">
                <a:latin typeface="Times New Roman"/>
                <a:cs typeface="Times New Roman"/>
              </a:rPr>
              <a:t>e</a:t>
            </a:r>
            <a:r>
              <a:rPr dirty="0" smtClean="0" sz="1600" spc="1" b="1">
                <a:latin typeface="Times New Roman"/>
                <a:cs typeface="Times New Roman"/>
              </a:rPr>
              <a:t>p</a:t>
            </a:r>
            <a:r>
              <a:rPr dirty="0" smtClean="0" sz="1600" spc="1" b="1">
                <a:latin typeface="Times New Roman"/>
                <a:cs typeface="Times New Roman"/>
              </a:rPr>
              <a:t>as</a:t>
            </a:r>
            <a:r>
              <a:rPr dirty="0" smtClean="0" sz="1600" spc="1" b="1">
                <a:latin typeface="Times New Roman"/>
                <a:cs typeface="Times New Roman"/>
              </a:rPr>
              <a:t> </a:t>
            </a:r>
            <a:r>
              <a:rPr dirty="0" smtClean="0" sz="1600" spc="1" b="1">
                <a:latin typeface="Times New Roman"/>
                <a:cs typeface="Times New Roman"/>
              </a:rPr>
              <a:t>k</a:t>
            </a:r>
            <a:r>
              <a:rPr dirty="0" smtClean="0" sz="1600" spc="1" b="1">
                <a:latin typeface="Times New Roman"/>
                <a:cs typeface="Times New Roman"/>
              </a:rPr>
              <a:t>a</a:t>
            </a:r>
            <a:r>
              <a:rPr dirty="0" smtClean="0" sz="1600" spc="1" b="1">
                <a:latin typeface="Times New Roman"/>
                <a:cs typeface="Times New Roman"/>
              </a:rPr>
              <a:t>n</a:t>
            </a:r>
            <a:r>
              <a:rPr dirty="0" smtClean="0" sz="1600" spc="1" b="1">
                <a:latin typeface="Times New Roman"/>
                <a:cs typeface="Times New Roman"/>
              </a:rPr>
              <a:t>al</a:t>
            </a:r>
            <a:r>
              <a:rPr dirty="0" smtClean="0" sz="1600" spc="1" b="1">
                <a:latin typeface="Times New Roman"/>
                <a:cs typeface="Times New Roman"/>
              </a:rPr>
              <a:t> </a:t>
            </a:r>
            <a:r>
              <a:rPr dirty="0" smtClean="0" sz="1600" spc="1" b="1">
                <a:latin typeface="Times New Roman"/>
                <a:cs typeface="Times New Roman"/>
              </a:rPr>
              <a:t>l</a:t>
            </a:r>
            <a:r>
              <a:rPr dirty="0" smtClean="0" sz="1600" spc="1" b="1">
                <a:latin typeface="Times New Roman"/>
                <a:cs typeface="Times New Roman"/>
              </a:rPr>
              <a:t>a</a:t>
            </a:r>
            <a:r>
              <a:rPr dirty="0" smtClean="0" sz="1600" spc="1" b="1">
                <a:latin typeface="Times New Roman"/>
                <a:cs typeface="Times New Roman"/>
              </a:rPr>
              <a:t>m</a:t>
            </a:r>
            <a:r>
              <a:rPr dirty="0" smtClean="0" sz="1600" spc="1" b="1">
                <a:latin typeface="Times New Roman"/>
                <a:cs typeface="Times New Roman"/>
              </a:rPr>
              <a:t>a</a:t>
            </a:r>
            <a:r>
              <a:rPr dirty="0" smtClean="0" sz="1600" spc="1" b="1">
                <a:latin typeface="Times New Roman"/>
                <a:cs typeface="Times New Roman"/>
              </a:rPr>
              <a:t> </a:t>
            </a:r>
            <a:r>
              <a:rPr dirty="0" smtClean="0" sz="1600" spc="1" b="1">
                <a:latin typeface="Times New Roman"/>
                <a:cs typeface="Times New Roman"/>
              </a:rPr>
              <a:t>d</a:t>
            </a:r>
            <a:r>
              <a:rPr dirty="0" smtClean="0" sz="1600" spc="1" b="1">
                <a:latin typeface="Times New Roman"/>
                <a:cs typeface="Times New Roman"/>
              </a:rPr>
              <a:t>i</a:t>
            </a:r>
            <a:r>
              <a:rPr dirty="0" smtClean="0" sz="1600" spc="1" b="1">
                <a:latin typeface="Times New Roman"/>
                <a:cs typeface="Times New Roman"/>
              </a:rPr>
              <a:t> </a:t>
            </a:r>
            <a:r>
              <a:rPr dirty="0" smtClean="0" sz="1600" spc="1" b="1">
                <a:latin typeface="Times New Roman"/>
                <a:cs typeface="Times New Roman"/>
              </a:rPr>
              <a:t>s</a:t>
            </a:r>
            <a:r>
              <a:rPr dirty="0" smtClean="0" sz="1600" spc="1" b="1">
                <a:latin typeface="Times New Roman"/>
                <a:cs typeface="Times New Roman"/>
              </a:rPr>
              <a:t>e</a:t>
            </a:r>
            <a:r>
              <a:rPr dirty="0" smtClean="0" sz="1600" spc="1" b="1">
                <a:latin typeface="Times New Roman"/>
                <a:cs typeface="Times New Roman"/>
              </a:rPr>
              <a:t>l</a:t>
            </a:r>
            <a:r>
              <a:rPr dirty="0" smtClean="0" sz="1600" spc="1" b="1">
                <a:latin typeface="Times New Roman"/>
                <a:cs typeface="Times New Roman"/>
              </a:rPr>
              <a:t> </a:t>
            </a:r>
            <a:endParaRPr sz="1600">
              <a:latin typeface="Times New Roman"/>
              <a:cs typeface="Times New Roman"/>
            </a:endParaRPr>
          </a:p>
          <a:p>
            <a:pPr marL="127000" marR="405494">
              <a:lnSpc>
                <a:spcPts val="1839"/>
              </a:lnSpc>
            </a:pPr>
            <a:r>
              <a:rPr dirty="0" smtClean="0" sz="1600" spc="-3" b="1">
                <a:latin typeface="Times New Roman"/>
                <a:cs typeface="Times New Roman"/>
              </a:rPr>
              <a:t>s</a:t>
            </a:r>
            <a:r>
              <a:rPr dirty="0" smtClean="0" sz="1600" spc="-3" b="1">
                <a:latin typeface="Times New Roman"/>
                <a:cs typeface="Times New Roman"/>
              </a:rPr>
              <a:t>e</a:t>
            </a:r>
            <a:r>
              <a:rPr dirty="0" smtClean="0" sz="1600" spc="-3" b="1">
                <a:latin typeface="Times New Roman"/>
                <a:cs typeface="Times New Roman"/>
              </a:rPr>
              <a:t>b</a:t>
            </a:r>
            <a:r>
              <a:rPr dirty="0" smtClean="0" sz="1600" spc="-3" b="1">
                <a:latin typeface="Times New Roman"/>
                <a:cs typeface="Times New Roman"/>
              </a:rPr>
              <a:t>e</a:t>
            </a:r>
            <a:r>
              <a:rPr dirty="0" smtClean="0" sz="1600" spc="-3" b="1">
                <a:latin typeface="Times New Roman"/>
                <a:cs typeface="Times New Roman"/>
              </a:rPr>
              <a:t>l</a:t>
            </a:r>
            <a:r>
              <a:rPr dirty="0" smtClean="0" sz="1600" spc="-3" b="1">
                <a:latin typeface="Times New Roman"/>
                <a:cs typeface="Times New Roman"/>
              </a:rPr>
              <a:t>u</a:t>
            </a:r>
            <a:r>
              <a:rPr dirty="0" smtClean="0" sz="1600" spc="-3" b="1">
                <a:latin typeface="Times New Roman"/>
                <a:cs typeface="Times New Roman"/>
              </a:rPr>
              <a:t>m</a:t>
            </a:r>
            <a:r>
              <a:rPr dirty="0" smtClean="0" sz="1600" spc="-3" b="1">
                <a:latin typeface="Times New Roman"/>
                <a:cs typeface="Times New Roman"/>
              </a:rPr>
              <a:t>n</a:t>
            </a:r>
            <a:r>
              <a:rPr dirty="0" smtClean="0" sz="1600" spc="-3" b="1">
                <a:latin typeface="Times New Roman"/>
                <a:cs typeface="Times New Roman"/>
              </a:rPr>
              <a:t>y</a:t>
            </a:r>
            <a:r>
              <a:rPr dirty="0" smtClean="0" sz="1600" spc="-3" b="1">
                <a:latin typeface="Times New Roman"/>
                <a:cs typeface="Times New Roman"/>
              </a:rPr>
              <a:t>a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319645" y="4485958"/>
            <a:ext cx="2058862" cy="473076"/>
          </a:xfrm>
          <a:prstGeom prst="rect">
            <a:avLst/>
          </a:prstGeom>
        </p:spPr>
        <p:txBody>
          <a:bodyPr wrap="square" lIns="0" tIns="11017" rIns="0" bIns="0" rtlCol="0">
            <a:noAutofit/>
          </a:bodyPr>
          <a:lstStyle/>
          <a:p>
            <a:pPr marL="12700">
              <a:lnSpc>
                <a:spcPts val="1735"/>
              </a:lnSpc>
            </a:pPr>
            <a:r>
              <a:rPr dirty="0" smtClean="0" sz="1600" spc="-3" b="1">
                <a:latin typeface="Times New Roman"/>
                <a:cs typeface="Times New Roman"/>
              </a:rPr>
              <a:t>-</a:t>
            </a:r>
            <a:r>
              <a:rPr dirty="0" smtClean="0" sz="1600" spc="-3" b="1">
                <a:latin typeface="Times New Roman"/>
                <a:cs typeface="Times New Roman"/>
              </a:rPr>
              <a:t> </a:t>
            </a:r>
            <a:r>
              <a:rPr dirty="0" smtClean="0" sz="1600" spc="-3" b="1">
                <a:latin typeface="Times New Roman"/>
                <a:cs typeface="Times New Roman"/>
              </a:rPr>
              <a:t>Di</a:t>
            </a:r>
            <a:r>
              <a:rPr dirty="0" smtClean="0" sz="1600" spc="-3" b="1">
                <a:latin typeface="Times New Roman"/>
                <a:cs typeface="Times New Roman"/>
              </a:rPr>
              <a:t>k</a:t>
            </a:r>
            <a:r>
              <a:rPr dirty="0" smtClean="0" sz="1600" spc="-3" b="1">
                <a:latin typeface="Times New Roman"/>
                <a:cs typeface="Times New Roman"/>
              </a:rPr>
              <a:t>o</a:t>
            </a:r>
            <a:r>
              <a:rPr dirty="0" smtClean="0" sz="1600" spc="-3" b="1">
                <a:latin typeface="Times New Roman"/>
                <a:cs typeface="Times New Roman"/>
              </a:rPr>
              <a:t>n</a:t>
            </a:r>
            <a:r>
              <a:rPr dirty="0" smtClean="0" sz="1600" spc="-3" b="1">
                <a:latin typeface="Times New Roman"/>
                <a:cs typeface="Times New Roman"/>
              </a:rPr>
              <a:t>t</a:t>
            </a:r>
            <a:r>
              <a:rPr dirty="0" smtClean="0" sz="1600" spc="-3" b="1">
                <a:latin typeface="Times New Roman"/>
                <a:cs typeface="Times New Roman"/>
              </a:rPr>
              <a:t>r</a:t>
            </a:r>
            <a:r>
              <a:rPr dirty="0" smtClean="0" sz="1600" spc="-3" b="1">
                <a:latin typeface="Times New Roman"/>
                <a:cs typeface="Times New Roman"/>
              </a:rPr>
              <a:t>ol</a:t>
            </a:r>
            <a:r>
              <a:rPr dirty="0" smtClean="0" sz="1600" spc="-3" b="1">
                <a:latin typeface="Times New Roman"/>
                <a:cs typeface="Times New Roman"/>
              </a:rPr>
              <a:t> </a:t>
            </a:r>
            <a:r>
              <a:rPr dirty="0" smtClean="0" sz="1600" spc="-3" b="1">
                <a:latin typeface="Times New Roman"/>
                <a:cs typeface="Times New Roman"/>
              </a:rPr>
              <a:t> </a:t>
            </a:r>
            <a:r>
              <a:rPr dirty="0" smtClean="0" sz="1600" spc="-3" b="1">
                <a:latin typeface="Times New Roman"/>
                <a:cs typeface="Times New Roman"/>
              </a:rPr>
              <a:t>o</a:t>
            </a:r>
            <a:r>
              <a:rPr dirty="0" smtClean="0" sz="1600" spc="-3" b="1">
                <a:latin typeface="Times New Roman"/>
                <a:cs typeface="Times New Roman"/>
              </a:rPr>
              <a:t>l</a:t>
            </a:r>
            <a:r>
              <a:rPr dirty="0" smtClean="0" sz="1600" spc="-3" b="1">
                <a:latin typeface="Times New Roman"/>
                <a:cs typeface="Times New Roman"/>
              </a:rPr>
              <a:t>e</a:t>
            </a:r>
            <a:r>
              <a:rPr dirty="0" smtClean="0" sz="1600" spc="-3" b="1">
                <a:latin typeface="Times New Roman"/>
                <a:cs typeface="Times New Roman"/>
              </a:rPr>
              <a:t>h</a:t>
            </a:r>
            <a:r>
              <a:rPr dirty="0" smtClean="0" sz="1600" spc="-3" b="1">
                <a:latin typeface="Times New Roman"/>
                <a:cs typeface="Times New Roman"/>
              </a:rPr>
              <a:t> </a:t>
            </a:r>
            <a:r>
              <a:rPr dirty="0" smtClean="0" sz="1600" spc="-3" b="1">
                <a:latin typeface="Times New Roman"/>
                <a:cs typeface="Times New Roman"/>
              </a:rPr>
              <a:t>k</a:t>
            </a:r>
            <a:r>
              <a:rPr dirty="0" smtClean="0" sz="1600" spc="-3" b="1">
                <a:latin typeface="Times New Roman"/>
                <a:cs typeface="Times New Roman"/>
              </a:rPr>
              <a:t>e</a:t>
            </a:r>
            <a:r>
              <a:rPr dirty="0" smtClean="0" sz="1600" spc="-3" b="1">
                <a:latin typeface="Times New Roman"/>
                <a:cs typeface="Times New Roman"/>
              </a:rPr>
              <a:t>d</a:t>
            </a:r>
            <a:r>
              <a:rPr dirty="0" smtClean="0" sz="1600" spc="-3" b="1">
                <a:latin typeface="Times New Roman"/>
                <a:cs typeface="Times New Roman"/>
              </a:rPr>
              <a:t>u</a:t>
            </a:r>
            <a:r>
              <a:rPr dirty="0" smtClean="0" sz="1600" spc="-3" b="1">
                <a:latin typeface="Times New Roman"/>
                <a:cs typeface="Times New Roman"/>
              </a:rPr>
              <a:t>a</a:t>
            </a:r>
            <a:endParaRPr sz="1600">
              <a:latin typeface="Times New Roman"/>
              <a:cs typeface="Times New Roman"/>
            </a:endParaRPr>
          </a:p>
          <a:p>
            <a:pPr marL="127000" marR="30527">
              <a:lnSpc>
                <a:spcPct val="95825"/>
              </a:lnSpc>
            </a:pPr>
            <a:r>
              <a:rPr dirty="0" smtClean="0" sz="1600" b="1">
                <a:latin typeface="Times New Roman"/>
                <a:cs typeface="Times New Roman"/>
              </a:rPr>
              <a:t>M</a:t>
            </a:r>
            <a:r>
              <a:rPr dirty="0" smtClean="0" sz="1600" b="1">
                <a:latin typeface="Times New Roman"/>
                <a:cs typeface="Times New Roman"/>
              </a:rPr>
              <a:t>S</a:t>
            </a:r>
            <a:r>
              <a:rPr dirty="0" smtClean="0" sz="1600" b="1">
                <a:latin typeface="Times New Roman"/>
                <a:cs typeface="Times New Roman"/>
              </a:rPr>
              <a:t>C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9740" y="4667570"/>
            <a:ext cx="2356929" cy="472439"/>
          </a:xfrm>
          <a:prstGeom prst="rect">
            <a:avLst/>
          </a:prstGeom>
        </p:spPr>
        <p:txBody>
          <a:bodyPr wrap="square" lIns="0" tIns="11017" rIns="0" bIns="0" rtlCol="0">
            <a:noAutofit/>
          </a:bodyPr>
          <a:lstStyle/>
          <a:p>
            <a:pPr marL="12700" marR="30480">
              <a:lnSpc>
                <a:spcPts val="1735"/>
              </a:lnSpc>
            </a:pPr>
            <a:r>
              <a:rPr dirty="0" smtClean="0" sz="1600" spc="-2" b="1">
                <a:latin typeface="Times New Roman"/>
                <a:cs typeface="Times New Roman"/>
              </a:rPr>
              <a:t>-</a:t>
            </a:r>
            <a:r>
              <a:rPr dirty="0" smtClean="0" sz="1600" spc="-2" b="1">
                <a:latin typeface="Times New Roman"/>
                <a:cs typeface="Times New Roman"/>
              </a:rPr>
              <a:t> </a:t>
            </a:r>
            <a:r>
              <a:rPr dirty="0" smtClean="0" sz="1600" spc="-2" b="1">
                <a:latin typeface="Times New Roman"/>
                <a:cs typeface="Times New Roman"/>
              </a:rPr>
              <a:t>S</a:t>
            </a:r>
            <a:r>
              <a:rPr dirty="0" smtClean="0" sz="1600" spc="-2" b="1">
                <a:latin typeface="Times New Roman"/>
                <a:cs typeface="Times New Roman"/>
              </a:rPr>
              <a:t>e</a:t>
            </a:r>
            <a:r>
              <a:rPr dirty="0" smtClean="0" sz="1600" spc="-2" b="1">
                <a:latin typeface="Times New Roman"/>
                <a:cs typeface="Times New Roman"/>
              </a:rPr>
              <a:t>r</a:t>
            </a:r>
            <a:r>
              <a:rPr dirty="0" smtClean="0" sz="1600" spc="-2" b="1">
                <a:latin typeface="Times New Roman"/>
                <a:cs typeface="Times New Roman"/>
              </a:rPr>
              <a:t>i</a:t>
            </a:r>
            <a:r>
              <a:rPr dirty="0" smtClean="0" sz="1600" spc="-2" b="1">
                <a:latin typeface="Times New Roman"/>
                <a:cs typeface="Times New Roman"/>
              </a:rPr>
              <a:t>n</a:t>
            </a:r>
            <a:r>
              <a:rPr dirty="0" smtClean="0" sz="1600" spc="-2" b="1">
                <a:latin typeface="Times New Roman"/>
                <a:cs typeface="Times New Roman"/>
              </a:rPr>
              <a:t>g</a:t>
            </a:r>
            <a:r>
              <a:rPr dirty="0" smtClean="0" sz="1600" spc="-2" b="1">
                <a:latin typeface="Times New Roman"/>
                <a:cs typeface="Times New Roman"/>
              </a:rPr>
              <a:t> </a:t>
            </a:r>
            <a:r>
              <a:rPr dirty="0" smtClean="0" sz="1600" spc="-2" b="1">
                <a:latin typeface="Times New Roman"/>
                <a:cs typeface="Times New Roman"/>
              </a:rPr>
              <a:t>d</a:t>
            </a:r>
            <a:r>
              <a:rPr dirty="0" smtClean="0" sz="1600" spc="-2" b="1">
                <a:latin typeface="Times New Roman"/>
                <a:cs typeface="Times New Roman"/>
              </a:rPr>
              <a:t>i</a:t>
            </a:r>
            <a:r>
              <a:rPr dirty="0" smtClean="0" sz="1600" spc="-2" b="1">
                <a:latin typeface="Times New Roman"/>
                <a:cs typeface="Times New Roman"/>
              </a:rPr>
              <a:t>s</a:t>
            </a:r>
            <a:r>
              <a:rPr dirty="0" smtClean="0" sz="1600" spc="-2" b="1">
                <a:latin typeface="Times New Roman"/>
                <a:cs typeface="Times New Roman"/>
              </a:rPr>
              <a:t>e</a:t>
            </a:r>
            <a:r>
              <a:rPr dirty="0" smtClean="0" sz="1600" spc="-2" b="1">
                <a:latin typeface="Times New Roman"/>
                <a:cs typeface="Times New Roman"/>
              </a:rPr>
              <a:t>b</a:t>
            </a:r>
            <a:r>
              <a:rPr dirty="0" smtClean="0" sz="1600" spc="-2" b="1">
                <a:latin typeface="Times New Roman"/>
                <a:cs typeface="Times New Roman"/>
              </a:rPr>
              <a:t>a</a:t>
            </a:r>
            <a:r>
              <a:rPr dirty="0" smtClean="0" sz="1600" spc="-2" b="1">
                <a:latin typeface="Times New Roman"/>
                <a:cs typeface="Times New Roman"/>
              </a:rPr>
              <a:t>b</a:t>
            </a:r>
            <a:r>
              <a:rPr dirty="0" smtClean="0" sz="1600" spc="-2" b="1">
                <a:latin typeface="Times New Roman"/>
                <a:cs typeface="Times New Roman"/>
              </a:rPr>
              <a:t>k</a:t>
            </a:r>
            <a:r>
              <a:rPr dirty="0" smtClean="0" sz="1600" spc="-2" b="1">
                <a:latin typeface="Times New Roman"/>
                <a:cs typeface="Times New Roman"/>
              </a:rPr>
              <a:t>an</a:t>
            </a:r>
            <a:endParaRPr sz="1600">
              <a:latin typeface="Times New Roman"/>
              <a:cs typeface="Times New Roman"/>
            </a:endParaRPr>
          </a:p>
          <a:p>
            <a:pPr marL="127317">
              <a:lnSpc>
                <a:spcPct val="95825"/>
              </a:lnSpc>
            </a:pPr>
            <a:r>
              <a:rPr dirty="0" smtClean="0" sz="1600" spc="16" b="1">
                <a:latin typeface="Times New Roman"/>
                <a:cs typeface="Times New Roman"/>
              </a:rPr>
              <a:t>i</a:t>
            </a:r>
            <a:r>
              <a:rPr dirty="0" smtClean="0" sz="1600" spc="16" b="1">
                <a:latin typeface="Times New Roman"/>
                <a:cs typeface="Times New Roman"/>
              </a:rPr>
              <a:t>n</a:t>
            </a:r>
            <a:r>
              <a:rPr dirty="0" smtClean="0" sz="1600" spc="16" b="1">
                <a:latin typeface="Times New Roman"/>
                <a:cs typeface="Times New Roman"/>
              </a:rPr>
              <a:t>t</a:t>
            </a:r>
            <a:r>
              <a:rPr dirty="0" smtClean="0" sz="1600" spc="16" b="1">
                <a:latin typeface="Times New Roman"/>
                <a:cs typeface="Times New Roman"/>
              </a:rPr>
              <a:t>e</a:t>
            </a:r>
            <a:r>
              <a:rPr dirty="0" smtClean="0" sz="1600" spc="16" b="1">
                <a:latin typeface="Times New Roman"/>
                <a:cs typeface="Times New Roman"/>
              </a:rPr>
              <a:t>r</a:t>
            </a:r>
            <a:r>
              <a:rPr dirty="0" smtClean="0" sz="1600" spc="16" b="1">
                <a:latin typeface="Times New Roman"/>
                <a:cs typeface="Times New Roman"/>
              </a:rPr>
              <a:t>f</a:t>
            </a:r>
            <a:r>
              <a:rPr dirty="0" smtClean="0" sz="1600" spc="16" b="1">
                <a:latin typeface="Times New Roman"/>
                <a:cs typeface="Times New Roman"/>
              </a:rPr>
              <a:t>e</a:t>
            </a:r>
            <a:r>
              <a:rPr dirty="0" smtClean="0" sz="1600" spc="16" b="1">
                <a:latin typeface="Times New Roman"/>
                <a:cs typeface="Times New Roman"/>
              </a:rPr>
              <a:t>r</a:t>
            </a:r>
            <a:r>
              <a:rPr dirty="0" smtClean="0" sz="1600" spc="16" b="1">
                <a:latin typeface="Times New Roman"/>
                <a:cs typeface="Times New Roman"/>
              </a:rPr>
              <a:t>e</a:t>
            </a:r>
            <a:r>
              <a:rPr dirty="0" smtClean="0" sz="1600" spc="16" b="1">
                <a:latin typeface="Times New Roman"/>
                <a:cs typeface="Times New Roman"/>
              </a:rPr>
              <a:t>n</a:t>
            </a:r>
            <a:r>
              <a:rPr dirty="0" smtClean="0" sz="1600" spc="16" b="1">
                <a:latin typeface="Times New Roman"/>
                <a:cs typeface="Times New Roman"/>
              </a:rPr>
              <a:t>si</a:t>
            </a:r>
            <a:r>
              <a:rPr dirty="0" smtClean="0" sz="1600" spc="16" b="1">
                <a:latin typeface="Times New Roman"/>
                <a:cs typeface="Times New Roman"/>
              </a:rPr>
              <a:t> </a:t>
            </a:r>
            <a:r>
              <a:rPr dirty="0" smtClean="0" sz="1600" spc="16" b="1">
                <a:latin typeface="Times New Roman"/>
                <a:cs typeface="Times New Roman"/>
              </a:rPr>
              <a:t>n</a:t>
            </a:r>
            <a:r>
              <a:rPr dirty="0" smtClean="0" sz="1600" spc="16" b="1">
                <a:latin typeface="Times New Roman"/>
                <a:cs typeface="Times New Roman"/>
              </a:rPr>
              <a:t>a</a:t>
            </a:r>
            <a:r>
              <a:rPr dirty="0" smtClean="0" sz="1600" spc="16" b="1">
                <a:latin typeface="Times New Roman"/>
                <a:cs typeface="Times New Roman"/>
              </a:rPr>
              <a:t>r</a:t>
            </a:r>
            <a:r>
              <a:rPr dirty="0" smtClean="0" sz="1600" spc="16" b="1">
                <a:latin typeface="Times New Roman"/>
                <a:cs typeface="Times New Roman"/>
              </a:rPr>
              <a:t>r</a:t>
            </a:r>
            <a:r>
              <a:rPr dirty="0" smtClean="0" sz="1600" spc="16" b="1">
                <a:latin typeface="Times New Roman"/>
                <a:cs typeface="Times New Roman"/>
              </a:rPr>
              <a:t>o</a:t>
            </a:r>
            <a:r>
              <a:rPr dirty="0" smtClean="0" sz="1600" spc="16" b="1">
                <a:latin typeface="Times New Roman"/>
                <a:cs typeface="Times New Roman"/>
              </a:rPr>
              <a:t>w</a:t>
            </a:r>
            <a:r>
              <a:rPr dirty="0" smtClean="0" sz="1600" spc="16" b="1">
                <a:latin typeface="Times New Roman"/>
                <a:cs typeface="Times New Roman"/>
              </a:rPr>
              <a:t>b</a:t>
            </a:r>
            <a:r>
              <a:rPr dirty="0" smtClean="0" sz="1600" spc="16" b="1">
                <a:latin typeface="Times New Roman"/>
                <a:cs typeface="Times New Roman"/>
              </a:rPr>
              <a:t>a</a:t>
            </a:r>
            <a:r>
              <a:rPr dirty="0" smtClean="0" sz="1600" spc="16" b="1">
                <a:latin typeface="Times New Roman"/>
                <a:cs typeface="Times New Roman"/>
              </a:rPr>
              <a:t>n</a:t>
            </a:r>
            <a:r>
              <a:rPr dirty="0" smtClean="0" sz="1600" spc="16" b="1">
                <a:latin typeface="Times New Roman"/>
                <a:cs typeface="Times New Roman"/>
              </a:rPr>
              <a:t>d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1140" y="6472848"/>
            <a:ext cx="5475228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o</a:t>
            </a:r>
            <a:r>
              <a:rPr dirty="0" smtClean="0" sz="1800" spc="0" b="1">
                <a:latin typeface="Georgia"/>
                <a:cs typeface="Georgia"/>
              </a:rPr>
              <a:t>d</a:t>
            </a:r>
            <a:r>
              <a:rPr dirty="0" smtClean="0" sz="1800" spc="0" b="1">
                <a:latin typeface="Georgia"/>
                <a:cs typeface="Georgia"/>
              </a:rPr>
              <a:t>ul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3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S</a:t>
            </a:r>
            <a:r>
              <a:rPr dirty="0" smtClean="0" sz="1800" spc="0" b="1">
                <a:latin typeface="Georgia"/>
                <a:cs typeface="Georgia"/>
              </a:rPr>
              <a:t>istem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K</a:t>
            </a:r>
            <a:r>
              <a:rPr dirty="0" smtClean="0" sz="1800" spc="0" b="1">
                <a:latin typeface="Georgia"/>
                <a:cs typeface="Georgia"/>
              </a:rPr>
              <a:t>o</a:t>
            </a: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unik</a:t>
            </a:r>
            <a:r>
              <a:rPr dirty="0" smtClean="0" sz="1800" spc="0" b="1">
                <a:latin typeface="Georgia"/>
                <a:cs typeface="Georgia"/>
              </a:rPr>
              <a:t>a</a:t>
            </a:r>
            <a:r>
              <a:rPr dirty="0" smtClean="0" sz="1800" spc="0" b="1">
                <a:latin typeface="Georgia"/>
                <a:cs typeface="Georgia"/>
              </a:rPr>
              <a:t>si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B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r>
              <a:rPr dirty="0" smtClean="0" sz="1800" spc="0" b="1">
                <a:latin typeface="Georgia"/>
                <a:cs typeface="Georgia"/>
              </a:rPr>
              <a:t>g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r>
              <a:rPr dirty="0" smtClean="0" sz="1800" spc="0" b="1">
                <a:latin typeface="Georgia"/>
                <a:cs typeface="Georgia"/>
              </a:rPr>
              <a:t>a</a:t>
            </a:r>
            <a:r>
              <a:rPr dirty="0" smtClean="0" sz="1800" spc="0" b="1">
                <a:latin typeface="Georgia"/>
                <a:cs typeface="Georgia"/>
              </a:rPr>
              <a:t>k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S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lul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9448800" y="6472848"/>
            <a:ext cx="343946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-4" b="1">
                <a:latin typeface="Georgia"/>
                <a:cs typeface="Georgia"/>
              </a:rPr>
              <a:t>33</a:t>
            </a:r>
            <a:endParaRPr sz="1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2"/>
          <p:cNvSpPr/>
          <p:nvPr/>
        </p:nvSpPr>
        <p:spPr>
          <a:xfrm>
            <a:off x="0" y="6400800"/>
            <a:ext cx="9903460" cy="457196"/>
          </a:xfrm>
          <a:custGeom>
            <a:avLst/>
            <a:gdLst/>
            <a:ahLst/>
            <a:cxnLst/>
            <a:rect l="l" t="t" r="r" b="b"/>
            <a:pathLst>
              <a:path w="9903460" h="457196">
                <a:moveTo>
                  <a:pt x="9903460" y="457196"/>
                </a:moveTo>
                <a:lnTo>
                  <a:pt x="9903460" y="0"/>
                </a:lnTo>
                <a:lnTo>
                  <a:pt x="0" y="0"/>
                </a:lnTo>
                <a:lnTo>
                  <a:pt x="0" y="457196"/>
                </a:lnTo>
                <a:lnTo>
                  <a:pt x="9903460" y="457196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" name="object 13"/>
          <p:cNvSpPr/>
          <p:nvPr/>
        </p:nvSpPr>
        <p:spPr>
          <a:xfrm>
            <a:off x="153670" y="640207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58419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" name="object 10"/>
          <p:cNvSpPr/>
          <p:nvPr/>
        </p:nvSpPr>
        <p:spPr>
          <a:xfrm>
            <a:off x="0" y="0"/>
            <a:ext cx="9903460" cy="609600"/>
          </a:xfrm>
          <a:custGeom>
            <a:avLst/>
            <a:gdLst/>
            <a:ahLst/>
            <a:cxnLst/>
            <a:rect l="l" t="t" r="r" b="b"/>
            <a:pathLst>
              <a:path w="9903460" h="609600">
                <a:moveTo>
                  <a:pt x="0" y="609600"/>
                </a:moveTo>
                <a:lnTo>
                  <a:pt x="9903460" y="609600"/>
                </a:lnTo>
                <a:lnTo>
                  <a:pt x="9903460" y="0"/>
                </a:lnTo>
                <a:lnTo>
                  <a:pt x="0" y="0"/>
                </a:lnTo>
                <a:lnTo>
                  <a:pt x="0" y="60960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" name="object 11"/>
          <p:cNvSpPr/>
          <p:nvPr/>
        </p:nvSpPr>
        <p:spPr>
          <a:xfrm>
            <a:off x="111760" y="60960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76200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" name="object 9"/>
          <p:cNvSpPr/>
          <p:nvPr/>
        </p:nvSpPr>
        <p:spPr>
          <a:xfrm>
            <a:off x="1219200" y="1219200"/>
            <a:ext cx="7620000" cy="45872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78740" y="159670"/>
            <a:ext cx="375920" cy="330200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dirty="0" smtClean="0" sz="2400" b="1">
                <a:latin typeface="Arial"/>
                <a:cs typeface="Arial"/>
              </a:rPr>
              <a:t>C.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67359" y="159670"/>
            <a:ext cx="1222044" cy="330200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dirty="0" smtClean="0" sz="2400" b="1">
                <a:latin typeface="Arial"/>
                <a:cs typeface="Arial"/>
              </a:rPr>
              <a:t>H</a:t>
            </a:r>
            <a:r>
              <a:rPr dirty="0" smtClean="0" sz="2400" b="1">
                <a:latin typeface="Arial"/>
                <a:cs typeface="Arial"/>
              </a:rPr>
              <a:t>a</a:t>
            </a:r>
            <a:r>
              <a:rPr dirty="0" smtClean="0" sz="2400" b="1">
                <a:latin typeface="Arial"/>
                <a:cs typeface="Arial"/>
              </a:rPr>
              <a:t>n</a:t>
            </a:r>
            <a:r>
              <a:rPr dirty="0" smtClean="0" sz="2400" b="1">
                <a:latin typeface="Arial"/>
                <a:cs typeface="Arial"/>
              </a:rPr>
              <a:t>d</a:t>
            </a:r>
            <a:r>
              <a:rPr dirty="0" smtClean="0" sz="2400" b="1">
                <a:latin typeface="Arial"/>
                <a:cs typeface="Arial"/>
              </a:rPr>
              <a:t>off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59740" y="713727"/>
            <a:ext cx="3721247" cy="381317"/>
          </a:xfrm>
          <a:prstGeom prst="rect">
            <a:avLst/>
          </a:prstGeom>
        </p:spPr>
        <p:txBody>
          <a:bodyPr wrap="square" lIns="0" tIns="18796" rIns="0" bIns="0" rtlCol="0">
            <a:noAutofit/>
          </a:bodyPr>
          <a:lstStyle/>
          <a:p>
            <a:pPr marL="12700">
              <a:lnSpc>
                <a:spcPts val="2960"/>
              </a:lnSpc>
            </a:pPr>
            <a:r>
              <a:rPr dirty="0" smtClean="0" sz="2800" spc="-1" b="1" u="heavy">
                <a:solidFill>
                  <a:srgbClr val="3333CC"/>
                </a:solidFill>
                <a:latin typeface="Times New Roman"/>
                <a:cs typeface="Times New Roman"/>
              </a:rPr>
              <a:t>Me</a:t>
            </a:r>
            <a:r>
              <a:rPr dirty="0" smtClean="0" sz="2800" spc="-1" b="1" u="heavy">
                <a:solidFill>
                  <a:srgbClr val="3333CC"/>
                </a:solidFill>
                <a:latin typeface="Times New Roman"/>
                <a:cs typeface="Times New Roman"/>
              </a:rPr>
              <a:t>k</a:t>
            </a:r>
            <a:r>
              <a:rPr dirty="0" smtClean="0" sz="2800" spc="-1" b="1" u="heavy">
                <a:solidFill>
                  <a:srgbClr val="3333CC"/>
                </a:solidFill>
                <a:latin typeface="Times New Roman"/>
                <a:cs typeface="Times New Roman"/>
              </a:rPr>
              <a:t>anis</a:t>
            </a:r>
            <a:r>
              <a:rPr dirty="0" smtClean="0" sz="2800" spc="-1" b="1" u="heavy">
                <a:solidFill>
                  <a:srgbClr val="3333CC"/>
                </a:solidFill>
                <a:latin typeface="Times New Roman"/>
                <a:cs typeface="Times New Roman"/>
              </a:rPr>
              <a:t>m</a:t>
            </a:r>
            <a:r>
              <a:rPr dirty="0" smtClean="0" sz="2800" spc="-1" b="1" u="heavy">
                <a:solidFill>
                  <a:srgbClr val="3333CC"/>
                </a:solidFill>
                <a:latin typeface="Times New Roman"/>
                <a:cs typeface="Times New Roman"/>
              </a:rPr>
              <a:t>e</a:t>
            </a:r>
            <a:r>
              <a:rPr dirty="0" smtClean="0" sz="2800" spc="-1" b="1" u="heavy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2800" spc="-1" b="1" u="heavy">
                <a:solidFill>
                  <a:srgbClr val="3333CC"/>
                </a:solidFill>
                <a:latin typeface="Times New Roman"/>
                <a:cs typeface="Times New Roman"/>
              </a:rPr>
              <a:t>ha</a:t>
            </a:r>
            <a:r>
              <a:rPr dirty="0" smtClean="0" sz="2800" spc="-1" b="1" u="heavy">
                <a:solidFill>
                  <a:srgbClr val="3333CC"/>
                </a:solidFill>
                <a:latin typeface="Times New Roman"/>
                <a:cs typeface="Times New Roman"/>
              </a:rPr>
              <a:t>n</a:t>
            </a:r>
            <a:r>
              <a:rPr dirty="0" smtClean="0" sz="2800" spc="-1" b="1" u="heavy">
                <a:solidFill>
                  <a:srgbClr val="3333CC"/>
                </a:solidFill>
                <a:latin typeface="Times New Roman"/>
                <a:cs typeface="Times New Roman"/>
              </a:rPr>
              <a:t>dover</a:t>
            </a:r>
            <a:r>
              <a:rPr dirty="0" smtClean="0" sz="2800" spc="-1" b="1" u="heavy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2800" spc="-1" b="1" u="heavy">
                <a:solidFill>
                  <a:srgbClr val="3333CC"/>
                </a:solidFill>
                <a:latin typeface="Times New Roman"/>
                <a:cs typeface="Times New Roman"/>
              </a:rPr>
              <a:t>...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1140" y="6472848"/>
            <a:ext cx="5475228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o</a:t>
            </a:r>
            <a:r>
              <a:rPr dirty="0" smtClean="0" sz="1800" spc="0" b="1">
                <a:latin typeface="Georgia"/>
                <a:cs typeface="Georgia"/>
              </a:rPr>
              <a:t>d</a:t>
            </a:r>
            <a:r>
              <a:rPr dirty="0" smtClean="0" sz="1800" spc="0" b="1">
                <a:latin typeface="Georgia"/>
                <a:cs typeface="Georgia"/>
              </a:rPr>
              <a:t>ul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3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S</a:t>
            </a:r>
            <a:r>
              <a:rPr dirty="0" smtClean="0" sz="1800" spc="0" b="1">
                <a:latin typeface="Georgia"/>
                <a:cs typeface="Georgia"/>
              </a:rPr>
              <a:t>istem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K</a:t>
            </a:r>
            <a:r>
              <a:rPr dirty="0" smtClean="0" sz="1800" spc="0" b="1">
                <a:latin typeface="Georgia"/>
                <a:cs typeface="Georgia"/>
              </a:rPr>
              <a:t>o</a:t>
            </a: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unik</a:t>
            </a:r>
            <a:r>
              <a:rPr dirty="0" smtClean="0" sz="1800" spc="0" b="1">
                <a:latin typeface="Georgia"/>
                <a:cs typeface="Georgia"/>
              </a:rPr>
              <a:t>a</a:t>
            </a:r>
            <a:r>
              <a:rPr dirty="0" smtClean="0" sz="1800" spc="0" b="1">
                <a:latin typeface="Georgia"/>
                <a:cs typeface="Georgia"/>
              </a:rPr>
              <a:t>si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B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r>
              <a:rPr dirty="0" smtClean="0" sz="1800" spc="0" b="1">
                <a:latin typeface="Georgia"/>
                <a:cs typeface="Georgia"/>
              </a:rPr>
              <a:t>g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r>
              <a:rPr dirty="0" smtClean="0" sz="1800" spc="0" b="1">
                <a:latin typeface="Georgia"/>
                <a:cs typeface="Georgia"/>
              </a:rPr>
              <a:t>a</a:t>
            </a:r>
            <a:r>
              <a:rPr dirty="0" smtClean="0" sz="1800" spc="0" b="1">
                <a:latin typeface="Georgia"/>
                <a:cs typeface="Georgia"/>
              </a:rPr>
              <a:t>k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S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lul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443720" y="6472848"/>
            <a:ext cx="349639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-4" b="1">
                <a:latin typeface="Georgia"/>
                <a:cs typeface="Georgia"/>
              </a:rPr>
              <a:t>34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220350" y="873125"/>
            <a:ext cx="10108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" name="object 2"/>
          <p:cNvSpPr txBox="1"/>
          <p:nvPr/>
        </p:nvSpPr>
        <p:spPr>
          <a:xfrm>
            <a:off x="3766100" y="873125"/>
            <a:ext cx="81861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/>
          <p:nvPr/>
        </p:nvSpPr>
        <p:spPr>
          <a:xfrm>
            <a:off x="0" y="6400800"/>
            <a:ext cx="9903460" cy="457196"/>
          </a:xfrm>
          <a:custGeom>
            <a:avLst/>
            <a:gdLst/>
            <a:ahLst/>
            <a:cxnLst/>
            <a:rect l="l" t="t" r="r" b="b"/>
            <a:pathLst>
              <a:path w="9903460" h="457196">
                <a:moveTo>
                  <a:pt x="9903460" y="457196"/>
                </a:moveTo>
                <a:lnTo>
                  <a:pt x="9903460" y="0"/>
                </a:lnTo>
                <a:lnTo>
                  <a:pt x="0" y="0"/>
                </a:lnTo>
                <a:lnTo>
                  <a:pt x="0" y="457196"/>
                </a:lnTo>
                <a:lnTo>
                  <a:pt x="9903460" y="457196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" name="object 10"/>
          <p:cNvSpPr/>
          <p:nvPr/>
        </p:nvSpPr>
        <p:spPr>
          <a:xfrm>
            <a:off x="153670" y="640207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58419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" name="object 7"/>
          <p:cNvSpPr/>
          <p:nvPr/>
        </p:nvSpPr>
        <p:spPr>
          <a:xfrm>
            <a:off x="0" y="0"/>
            <a:ext cx="9903460" cy="609600"/>
          </a:xfrm>
          <a:custGeom>
            <a:avLst/>
            <a:gdLst/>
            <a:ahLst/>
            <a:cxnLst/>
            <a:rect l="l" t="t" r="r" b="b"/>
            <a:pathLst>
              <a:path w="9903460" h="609600">
                <a:moveTo>
                  <a:pt x="0" y="609600"/>
                </a:moveTo>
                <a:lnTo>
                  <a:pt x="9903460" y="609600"/>
                </a:lnTo>
                <a:lnTo>
                  <a:pt x="9903460" y="0"/>
                </a:lnTo>
                <a:lnTo>
                  <a:pt x="0" y="0"/>
                </a:lnTo>
                <a:lnTo>
                  <a:pt x="0" y="60960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" name="object 8"/>
          <p:cNvSpPr/>
          <p:nvPr/>
        </p:nvSpPr>
        <p:spPr>
          <a:xfrm>
            <a:off x="111760" y="60960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76200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" name="object 6"/>
          <p:cNvSpPr/>
          <p:nvPr/>
        </p:nvSpPr>
        <p:spPr>
          <a:xfrm>
            <a:off x="990600" y="1143000"/>
            <a:ext cx="8001000" cy="49682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78740" y="159670"/>
            <a:ext cx="375920" cy="330200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dirty="0" smtClean="0" sz="2400" b="1">
                <a:latin typeface="Arial"/>
                <a:cs typeface="Arial"/>
              </a:rPr>
              <a:t>C.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67359" y="159670"/>
            <a:ext cx="1222044" cy="330200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dirty="0" smtClean="0" sz="2400" b="1">
                <a:latin typeface="Arial"/>
                <a:cs typeface="Arial"/>
              </a:rPr>
              <a:t>H</a:t>
            </a:r>
            <a:r>
              <a:rPr dirty="0" smtClean="0" sz="2400" b="1">
                <a:latin typeface="Arial"/>
                <a:cs typeface="Arial"/>
              </a:rPr>
              <a:t>a</a:t>
            </a:r>
            <a:r>
              <a:rPr dirty="0" smtClean="0" sz="2400" b="1">
                <a:latin typeface="Arial"/>
                <a:cs typeface="Arial"/>
              </a:rPr>
              <a:t>n</a:t>
            </a:r>
            <a:r>
              <a:rPr dirty="0" smtClean="0" sz="2400" b="1">
                <a:latin typeface="Arial"/>
                <a:cs typeface="Arial"/>
              </a:rPr>
              <a:t>d</a:t>
            </a:r>
            <a:r>
              <a:rPr dirty="0" smtClean="0" sz="2400" b="1">
                <a:latin typeface="Arial"/>
                <a:cs typeface="Arial"/>
              </a:rPr>
              <a:t>off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1140" y="6472848"/>
            <a:ext cx="5475228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o</a:t>
            </a:r>
            <a:r>
              <a:rPr dirty="0" smtClean="0" sz="1800" spc="0" b="1">
                <a:latin typeface="Georgia"/>
                <a:cs typeface="Georgia"/>
              </a:rPr>
              <a:t>d</a:t>
            </a:r>
            <a:r>
              <a:rPr dirty="0" smtClean="0" sz="1800" spc="0" b="1">
                <a:latin typeface="Georgia"/>
                <a:cs typeface="Georgia"/>
              </a:rPr>
              <a:t>ul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3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S</a:t>
            </a:r>
            <a:r>
              <a:rPr dirty="0" smtClean="0" sz="1800" spc="0" b="1">
                <a:latin typeface="Georgia"/>
                <a:cs typeface="Georgia"/>
              </a:rPr>
              <a:t>istem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K</a:t>
            </a:r>
            <a:r>
              <a:rPr dirty="0" smtClean="0" sz="1800" spc="0" b="1">
                <a:latin typeface="Georgia"/>
                <a:cs typeface="Georgia"/>
              </a:rPr>
              <a:t>o</a:t>
            </a: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unik</a:t>
            </a:r>
            <a:r>
              <a:rPr dirty="0" smtClean="0" sz="1800" spc="0" b="1">
                <a:latin typeface="Georgia"/>
                <a:cs typeface="Georgia"/>
              </a:rPr>
              <a:t>a</a:t>
            </a:r>
            <a:r>
              <a:rPr dirty="0" smtClean="0" sz="1800" spc="0" b="1">
                <a:latin typeface="Georgia"/>
                <a:cs typeface="Georgia"/>
              </a:rPr>
              <a:t>si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B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r>
              <a:rPr dirty="0" smtClean="0" sz="1800" spc="0" b="1">
                <a:latin typeface="Georgia"/>
                <a:cs typeface="Georgia"/>
              </a:rPr>
              <a:t>g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r>
              <a:rPr dirty="0" smtClean="0" sz="1800" spc="0" b="1">
                <a:latin typeface="Georgia"/>
                <a:cs typeface="Georgia"/>
              </a:rPr>
              <a:t>a</a:t>
            </a:r>
            <a:r>
              <a:rPr dirty="0" smtClean="0" sz="1800" spc="0" b="1">
                <a:latin typeface="Georgia"/>
                <a:cs typeface="Georgia"/>
              </a:rPr>
              <a:t>k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S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lul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9453880" y="6472848"/>
            <a:ext cx="338142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-4" b="1">
                <a:latin typeface="Georgia"/>
                <a:cs typeface="Georgia"/>
              </a:rPr>
              <a:t>35</a:t>
            </a:r>
            <a:endParaRPr sz="1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1"/>
          <p:cNvSpPr/>
          <p:nvPr/>
        </p:nvSpPr>
        <p:spPr>
          <a:xfrm>
            <a:off x="0" y="6400800"/>
            <a:ext cx="9903460" cy="457196"/>
          </a:xfrm>
          <a:custGeom>
            <a:avLst/>
            <a:gdLst/>
            <a:ahLst/>
            <a:cxnLst/>
            <a:rect l="l" t="t" r="r" b="b"/>
            <a:pathLst>
              <a:path w="9903460" h="457196">
                <a:moveTo>
                  <a:pt x="9903460" y="457196"/>
                </a:moveTo>
                <a:lnTo>
                  <a:pt x="9903460" y="0"/>
                </a:lnTo>
                <a:lnTo>
                  <a:pt x="0" y="0"/>
                </a:lnTo>
                <a:lnTo>
                  <a:pt x="0" y="457196"/>
                </a:lnTo>
                <a:lnTo>
                  <a:pt x="9903460" y="457196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" name="object 12"/>
          <p:cNvSpPr/>
          <p:nvPr/>
        </p:nvSpPr>
        <p:spPr>
          <a:xfrm>
            <a:off x="153670" y="640207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58419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" name="object 9"/>
          <p:cNvSpPr/>
          <p:nvPr/>
        </p:nvSpPr>
        <p:spPr>
          <a:xfrm>
            <a:off x="0" y="0"/>
            <a:ext cx="9903460" cy="609600"/>
          </a:xfrm>
          <a:custGeom>
            <a:avLst/>
            <a:gdLst/>
            <a:ahLst/>
            <a:cxnLst/>
            <a:rect l="l" t="t" r="r" b="b"/>
            <a:pathLst>
              <a:path w="9903460" h="609600">
                <a:moveTo>
                  <a:pt x="0" y="609600"/>
                </a:moveTo>
                <a:lnTo>
                  <a:pt x="9903460" y="609600"/>
                </a:lnTo>
                <a:lnTo>
                  <a:pt x="9903460" y="0"/>
                </a:lnTo>
                <a:lnTo>
                  <a:pt x="0" y="0"/>
                </a:lnTo>
                <a:lnTo>
                  <a:pt x="0" y="60960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" name="object 10"/>
          <p:cNvSpPr/>
          <p:nvPr/>
        </p:nvSpPr>
        <p:spPr>
          <a:xfrm>
            <a:off x="111760" y="60960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76200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" name="object 7"/>
          <p:cNvSpPr/>
          <p:nvPr/>
        </p:nvSpPr>
        <p:spPr>
          <a:xfrm>
            <a:off x="685800" y="838200"/>
            <a:ext cx="8458200" cy="4572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" name="object 8"/>
          <p:cNvSpPr/>
          <p:nvPr/>
        </p:nvSpPr>
        <p:spPr>
          <a:xfrm>
            <a:off x="680720" y="833120"/>
            <a:ext cx="8468360" cy="4582159"/>
          </a:xfrm>
          <a:custGeom>
            <a:avLst/>
            <a:gdLst/>
            <a:ahLst/>
            <a:cxnLst/>
            <a:rect l="l" t="t" r="r" b="b"/>
            <a:pathLst>
              <a:path w="8468360" h="4582159">
                <a:moveTo>
                  <a:pt x="0" y="4582159"/>
                </a:moveTo>
                <a:lnTo>
                  <a:pt x="8468360" y="4582159"/>
                </a:lnTo>
                <a:lnTo>
                  <a:pt x="8468360" y="0"/>
                </a:lnTo>
                <a:lnTo>
                  <a:pt x="0" y="0"/>
                </a:lnTo>
                <a:lnTo>
                  <a:pt x="0" y="458215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78740" y="159670"/>
            <a:ext cx="375920" cy="330200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dirty="0" smtClean="0" sz="2400" b="1">
                <a:latin typeface="Arial"/>
                <a:cs typeface="Arial"/>
              </a:rPr>
              <a:t>C.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7359" y="159670"/>
            <a:ext cx="1222044" cy="330200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dirty="0" smtClean="0" sz="2400" b="1">
                <a:latin typeface="Arial"/>
                <a:cs typeface="Arial"/>
              </a:rPr>
              <a:t>H</a:t>
            </a:r>
            <a:r>
              <a:rPr dirty="0" smtClean="0" sz="2400" b="1">
                <a:latin typeface="Arial"/>
                <a:cs typeface="Arial"/>
              </a:rPr>
              <a:t>a</a:t>
            </a:r>
            <a:r>
              <a:rPr dirty="0" smtClean="0" sz="2400" b="1">
                <a:latin typeface="Arial"/>
                <a:cs typeface="Arial"/>
              </a:rPr>
              <a:t>n</a:t>
            </a:r>
            <a:r>
              <a:rPr dirty="0" smtClean="0" sz="2400" b="1">
                <a:latin typeface="Arial"/>
                <a:cs typeface="Arial"/>
              </a:rPr>
              <a:t>d</a:t>
            </a:r>
            <a:r>
              <a:rPr dirty="0" smtClean="0" sz="2400" b="1">
                <a:latin typeface="Arial"/>
                <a:cs typeface="Arial"/>
              </a:rPr>
              <a:t>off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1140" y="6472848"/>
            <a:ext cx="5475228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o</a:t>
            </a:r>
            <a:r>
              <a:rPr dirty="0" smtClean="0" sz="1800" spc="0" b="1">
                <a:latin typeface="Georgia"/>
                <a:cs typeface="Georgia"/>
              </a:rPr>
              <a:t>d</a:t>
            </a:r>
            <a:r>
              <a:rPr dirty="0" smtClean="0" sz="1800" spc="0" b="1">
                <a:latin typeface="Georgia"/>
                <a:cs typeface="Georgia"/>
              </a:rPr>
              <a:t>ul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3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S</a:t>
            </a:r>
            <a:r>
              <a:rPr dirty="0" smtClean="0" sz="1800" spc="0" b="1">
                <a:latin typeface="Georgia"/>
                <a:cs typeface="Georgia"/>
              </a:rPr>
              <a:t>istem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K</a:t>
            </a:r>
            <a:r>
              <a:rPr dirty="0" smtClean="0" sz="1800" spc="0" b="1">
                <a:latin typeface="Georgia"/>
                <a:cs typeface="Georgia"/>
              </a:rPr>
              <a:t>o</a:t>
            </a: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unik</a:t>
            </a:r>
            <a:r>
              <a:rPr dirty="0" smtClean="0" sz="1800" spc="0" b="1">
                <a:latin typeface="Georgia"/>
                <a:cs typeface="Georgia"/>
              </a:rPr>
              <a:t>a</a:t>
            </a:r>
            <a:r>
              <a:rPr dirty="0" smtClean="0" sz="1800" spc="0" b="1">
                <a:latin typeface="Georgia"/>
                <a:cs typeface="Georgia"/>
              </a:rPr>
              <a:t>si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B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r>
              <a:rPr dirty="0" smtClean="0" sz="1800" spc="0" b="1">
                <a:latin typeface="Georgia"/>
                <a:cs typeface="Georgia"/>
              </a:rPr>
              <a:t>g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r>
              <a:rPr dirty="0" smtClean="0" sz="1800" spc="0" b="1">
                <a:latin typeface="Georgia"/>
                <a:cs typeface="Georgia"/>
              </a:rPr>
              <a:t>a</a:t>
            </a:r>
            <a:r>
              <a:rPr dirty="0" smtClean="0" sz="1800" spc="0" b="1">
                <a:latin typeface="Georgia"/>
                <a:cs typeface="Georgia"/>
              </a:rPr>
              <a:t>k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S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lul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443720" y="6472848"/>
            <a:ext cx="349304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-4" b="1">
                <a:latin typeface="Georgia"/>
                <a:cs typeface="Georgia"/>
              </a:rPr>
              <a:t>36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680720" y="833120"/>
            <a:ext cx="8468360" cy="458215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object 20"/>
          <p:cNvSpPr/>
          <p:nvPr/>
        </p:nvSpPr>
        <p:spPr>
          <a:xfrm>
            <a:off x="0" y="6400800"/>
            <a:ext cx="9903460" cy="457196"/>
          </a:xfrm>
          <a:custGeom>
            <a:avLst/>
            <a:gdLst/>
            <a:ahLst/>
            <a:cxnLst/>
            <a:rect l="l" t="t" r="r" b="b"/>
            <a:pathLst>
              <a:path w="9903460" h="457196">
                <a:moveTo>
                  <a:pt x="9903460" y="457196"/>
                </a:moveTo>
                <a:lnTo>
                  <a:pt x="9903460" y="0"/>
                </a:lnTo>
                <a:lnTo>
                  <a:pt x="0" y="0"/>
                </a:lnTo>
                <a:lnTo>
                  <a:pt x="0" y="457196"/>
                </a:lnTo>
                <a:lnTo>
                  <a:pt x="9903460" y="457196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" name="object 21"/>
          <p:cNvSpPr/>
          <p:nvPr/>
        </p:nvSpPr>
        <p:spPr>
          <a:xfrm>
            <a:off x="153670" y="640207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58419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" name="object 18"/>
          <p:cNvSpPr/>
          <p:nvPr/>
        </p:nvSpPr>
        <p:spPr>
          <a:xfrm>
            <a:off x="0" y="0"/>
            <a:ext cx="9903460" cy="609600"/>
          </a:xfrm>
          <a:custGeom>
            <a:avLst/>
            <a:gdLst/>
            <a:ahLst/>
            <a:cxnLst/>
            <a:rect l="l" t="t" r="r" b="b"/>
            <a:pathLst>
              <a:path w="9903460" h="609600">
                <a:moveTo>
                  <a:pt x="0" y="609600"/>
                </a:moveTo>
                <a:lnTo>
                  <a:pt x="9903460" y="609600"/>
                </a:lnTo>
                <a:lnTo>
                  <a:pt x="9903460" y="0"/>
                </a:lnTo>
                <a:lnTo>
                  <a:pt x="0" y="0"/>
                </a:lnTo>
                <a:lnTo>
                  <a:pt x="0" y="60960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" name="object 19"/>
          <p:cNvSpPr/>
          <p:nvPr/>
        </p:nvSpPr>
        <p:spPr>
          <a:xfrm>
            <a:off x="111760" y="60960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76200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" name="object 17"/>
          <p:cNvSpPr/>
          <p:nvPr/>
        </p:nvSpPr>
        <p:spPr>
          <a:xfrm>
            <a:off x="304800" y="2362200"/>
            <a:ext cx="9372600" cy="650239"/>
          </a:xfrm>
          <a:custGeom>
            <a:avLst/>
            <a:gdLst/>
            <a:ahLst/>
            <a:cxnLst/>
            <a:rect l="l" t="t" r="r" b="b"/>
            <a:pathLst>
              <a:path w="9372600" h="650239">
                <a:moveTo>
                  <a:pt x="0" y="650239"/>
                </a:moveTo>
                <a:lnTo>
                  <a:pt x="9372600" y="650239"/>
                </a:lnTo>
                <a:lnTo>
                  <a:pt x="9372600" y="0"/>
                </a:lnTo>
                <a:lnTo>
                  <a:pt x="0" y="0"/>
                </a:lnTo>
                <a:lnTo>
                  <a:pt x="0" y="65023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" name="object 16"/>
          <p:cNvSpPr/>
          <p:nvPr/>
        </p:nvSpPr>
        <p:spPr>
          <a:xfrm>
            <a:off x="2439670" y="3354070"/>
            <a:ext cx="381000" cy="2514599"/>
          </a:xfrm>
          <a:custGeom>
            <a:avLst/>
            <a:gdLst/>
            <a:ahLst/>
            <a:cxnLst/>
            <a:rect l="l" t="t" r="r" b="b"/>
            <a:pathLst>
              <a:path w="381000" h="2514600">
                <a:moveTo>
                  <a:pt x="381000" y="2514599"/>
                </a:moveTo>
                <a:lnTo>
                  <a:pt x="335238" y="2508510"/>
                </a:lnTo>
                <a:lnTo>
                  <a:pt x="293478" y="2491211"/>
                </a:lnTo>
                <a:lnTo>
                  <a:pt x="257046" y="2464158"/>
                </a:lnTo>
                <a:lnTo>
                  <a:pt x="227271" y="2428809"/>
                </a:lnTo>
                <a:lnTo>
                  <a:pt x="205478" y="2386617"/>
                </a:lnTo>
                <a:lnTo>
                  <a:pt x="192994" y="2339041"/>
                </a:lnTo>
                <a:lnTo>
                  <a:pt x="190500" y="2305049"/>
                </a:lnTo>
                <a:lnTo>
                  <a:pt x="190500" y="1466849"/>
                </a:lnTo>
                <a:lnTo>
                  <a:pt x="189868" y="1449668"/>
                </a:lnTo>
                <a:lnTo>
                  <a:pt x="188005" y="1432868"/>
                </a:lnTo>
                <a:lnTo>
                  <a:pt x="184960" y="1416503"/>
                </a:lnTo>
                <a:lnTo>
                  <a:pt x="180782" y="1400629"/>
                </a:lnTo>
                <a:lnTo>
                  <a:pt x="175521" y="1385298"/>
                </a:lnTo>
                <a:lnTo>
                  <a:pt x="169226" y="1370564"/>
                </a:lnTo>
                <a:lnTo>
                  <a:pt x="161945" y="1356483"/>
                </a:lnTo>
                <a:lnTo>
                  <a:pt x="153728" y="1343107"/>
                </a:lnTo>
                <a:lnTo>
                  <a:pt x="144625" y="1330491"/>
                </a:lnTo>
                <a:lnTo>
                  <a:pt x="134683" y="1318688"/>
                </a:lnTo>
                <a:lnTo>
                  <a:pt x="123953" y="1307753"/>
                </a:lnTo>
                <a:lnTo>
                  <a:pt x="112483" y="1297740"/>
                </a:lnTo>
                <a:lnTo>
                  <a:pt x="100323" y="1288703"/>
                </a:lnTo>
                <a:lnTo>
                  <a:pt x="87521" y="1280696"/>
                </a:lnTo>
                <a:lnTo>
                  <a:pt x="74128" y="1273772"/>
                </a:lnTo>
                <a:lnTo>
                  <a:pt x="60191" y="1267986"/>
                </a:lnTo>
                <a:lnTo>
                  <a:pt x="45761" y="1263392"/>
                </a:lnTo>
                <a:lnTo>
                  <a:pt x="30886" y="1260043"/>
                </a:lnTo>
                <a:lnTo>
                  <a:pt x="15616" y="1257994"/>
                </a:lnTo>
                <a:lnTo>
                  <a:pt x="0" y="1257299"/>
                </a:lnTo>
                <a:lnTo>
                  <a:pt x="15616" y="1256605"/>
                </a:lnTo>
                <a:lnTo>
                  <a:pt x="60191" y="1246613"/>
                </a:lnTo>
                <a:lnTo>
                  <a:pt x="100323" y="1225896"/>
                </a:lnTo>
                <a:lnTo>
                  <a:pt x="134683" y="1195911"/>
                </a:lnTo>
                <a:lnTo>
                  <a:pt x="161945" y="1158116"/>
                </a:lnTo>
                <a:lnTo>
                  <a:pt x="180782" y="1113970"/>
                </a:lnTo>
                <a:lnTo>
                  <a:pt x="189868" y="1064931"/>
                </a:lnTo>
                <a:lnTo>
                  <a:pt x="190500" y="1047749"/>
                </a:lnTo>
                <a:lnTo>
                  <a:pt x="190500" y="209550"/>
                </a:lnTo>
                <a:lnTo>
                  <a:pt x="191131" y="192368"/>
                </a:lnTo>
                <a:lnTo>
                  <a:pt x="192994" y="175568"/>
                </a:lnTo>
                <a:lnTo>
                  <a:pt x="196039" y="159203"/>
                </a:lnTo>
                <a:lnTo>
                  <a:pt x="200217" y="143329"/>
                </a:lnTo>
                <a:lnTo>
                  <a:pt x="205478" y="127998"/>
                </a:lnTo>
                <a:lnTo>
                  <a:pt x="211773" y="113264"/>
                </a:lnTo>
                <a:lnTo>
                  <a:pt x="219054" y="99183"/>
                </a:lnTo>
                <a:lnTo>
                  <a:pt x="227271" y="85807"/>
                </a:lnTo>
                <a:lnTo>
                  <a:pt x="236374" y="73191"/>
                </a:lnTo>
                <a:lnTo>
                  <a:pt x="246316" y="61388"/>
                </a:lnTo>
                <a:lnTo>
                  <a:pt x="257046" y="50453"/>
                </a:lnTo>
                <a:lnTo>
                  <a:pt x="268516" y="40440"/>
                </a:lnTo>
                <a:lnTo>
                  <a:pt x="280676" y="31403"/>
                </a:lnTo>
                <a:lnTo>
                  <a:pt x="293478" y="23396"/>
                </a:lnTo>
                <a:lnTo>
                  <a:pt x="306871" y="16472"/>
                </a:lnTo>
                <a:lnTo>
                  <a:pt x="320808" y="10686"/>
                </a:lnTo>
                <a:lnTo>
                  <a:pt x="335238" y="6092"/>
                </a:lnTo>
                <a:lnTo>
                  <a:pt x="350113" y="2743"/>
                </a:lnTo>
                <a:lnTo>
                  <a:pt x="365383" y="694"/>
                </a:lnTo>
                <a:lnTo>
                  <a:pt x="381000" y="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" name="object 15"/>
          <p:cNvSpPr/>
          <p:nvPr/>
        </p:nvSpPr>
        <p:spPr>
          <a:xfrm>
            <a:off x="9138920" y="4883785"/>
            <a:ext cx="335279" cy="3378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" name="object 14"/>
          <p:cNvSpPr/>
          <p:nvPr/>
        </p:nvSpPr>
        <p:spPr>
          <a:xfrm>
            <a:off x="4649470" y="1449070"/>
            <a:ext cx="228600" cy="685800"/>
          </a:xfrm>
          <a:custGeom>
            <a:avLst/>
            <a:gdLst/>
            <a:ahLst/>
            <a:cxnLst/>
            <a:rect l="l" t="t" r="r" b="b"/>
            <a:pathLst>
              <a:path w="228600" h="685800">
                <a:moveTo>
                  <a:pt x="228600" y="685800"/>
                </a:moveTo>
                <a:lnTo>
                  <a:pt x="210173" y="685062"/>
                </a:lnTo>
                <a:lnTo>
                  <a:pt x="192686" y="682927"/>
                </a:lnTo>
                <a:lnTo>
                  <a:pt x="176368" y="679507"/>
                </a:lnTo>
                <a:lnTo>
                  <a:pt x="161450" y="674918"/>
                </a:lnTo>
                <a:lnTo>
                  <a:pt x="148165" y="669275"/>
                </a:lnTo>
                <a:lnTo>
                  <a:pt x="136743" y="662690"/>
                </a:lnTo>
                <a:lnTo>
                  <a:pt x="127414" y="655280"/>
                </a:lnTo>
                <a:lnTo>
                  <a:pt x="120411" y="647158"/>
                </a:lnTo>
                <a:lnTo>
                  <a:pt x="115965" y="638438"/>
                </a:lnTo>
                <a:lnTo>
                  <a:pt x="114300" y="628650"/>
                </a:lnTo>
                <a:lnTo>
                  <a:pt x="114300" y="400050"/>
                </a:lnTo>
                <a:lnTo>
                  <a:pt x="112822" y="390821"/>
                </a:lnTo>
                <a:lnTo>
                  <a:pt x="108542" y="382068"/>
                </a:lnTo>
                <a:lnTo>
                  <a:pt x="101691" y="373906"/>
                </a:lnTo>
                <a:lnTo>
                  <a:pt x="92501" y="366447"/>
                </a:lnTo>
                <a:lnTo>
                  <a:pt x="81202" y="359808"/>
                </a:lnTo>
                <a:lnTo>
                  <a:pt x="68026" y="354103"/>
                </a:lnTo>
                <a:lnTo>
                  <a:pt x="53204" y="349445"/>
                </a:lnTo>
                <a:lnTo>
                  <a:pt x="36967" y="345949"/>
                </a:lnTo>
                <a:lnTo>
                  <a:pt x="19545" y="343730"/>
                </a:lnTo>
                <a:lnTo>
                  <a:pt x="1171" y="342902"/>
                </a:lnTo>
                <a:lnTo>
                  <a:pt x="0" y="342900"/>
                </a:lnTo>
                <a:lnTo>
                  <a:pt x="18426" y="342162"/>
                </a:lnTo>
                <a:lnTo>
                  <a:pt x="35913" y="340027"/>
                </a:lnTo>
                <a:lnTo>
                  <a:pt x="52231" y="336607"/>
                </a:lnTo>
                <a:lnTo>
                  <a:pt x="67149" y="332018"/>
                </a:lnTo>
                <a:lnTo>
                  <a:pt x="80434" y="326375"/>
                </a:lnTo>
                <a:lnTo>
                  <a:pt x="91856" y="319790"/>
                </a:lnTo>
                <a:lnTo>
                  <a:pt x="101185" y="312380"/>
                </a:lnTo>
                <a:lnTo>
                  <a:pt x="108188" y="304258"/>
                </a:lnTo>
                <a:lnTo>
                  <a:pt x="112634" y="295538"/>
                </a:lnTo>
                <a:lnTo>
                  <a:pt x="114300" y="285750"/>
                </a:lnTo>
                <a:lnTo>
                  <a:pt x="114300" y="57150"/>
                </a:lnTo>
                <a:lnTo>
                  <a:pt x="115777" y="47921"/>
                </a:lnTo>
                <a:lnTo>
                  <a:pt x="120057" y="39168"/>
                </a:lnTo>
                <a:lnTo>
                  <a:pt x="126908" y="31006"/>
                </a:lnTo>
                <a:lnTo>
                  <a:pt x="136098" y="23547"/>
                </a:lnTo>
                <a:lnTo>
                  <a:pt x="147397" y="16908"/>
                </a:lnTo>
                <a:lnTo>
                  <a:pt x="160573" y="11203"/>
                </a:lnTo>
                <a:lnTo>
                  <a:pt x="175395" y="6545"/>
                </a:lnTo>
                <a:lnTo>
                  <a:pt x="191632" y="3049"/>
                </a:lnTo>
                <a:lnTo>
                  <a:pt x="209054" y="830"/>
                </a:lnTo>
                <a:lnTo>
                  <a:pt x="227428" y="2"/>
                </a:lnTo>
                <a:lnTo>
                  <a:pt x="228600" y="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78740" y="100329"/>
            <a:ext cx="493572" cy="431800"/>
          </a:xfrm>
          <a:prstGeom prst="rect">
            <a:avLst/>
          </a:prstGeom>
        </p:spPr>
        <p:txBody>
          <a:bodyPr wrap="square" lIns="0" tIns="21399" rIns="0" bIns="0" rtlCol="0">
            <a:noAutofit/>
          </a:bodyPr>
          <a:lstStyle/>
          <a:p>
            <a:pPr marL="12700">
              <a:lnSpc>
                <a:spcPts val="3370"/>
              </a:lnSpc>
            </a:pPr>
            <a:r>
              <a:rPr dirty="0" smtClean="0" sz="3200" spc="2" b="1">
                <a:latin typeface="Arial"/>
                <a:cs typeface="Arial"/>
              </a:rPr>
              <a:t>D</a:t>
            </a:r>
            <a:r>
              <a:rPr dirty="0" smtClean="0" sz="3200" spc="2" b="1">
                <a:latin typeface="Arial"/>
                <a:cs typeface="Arial"/>
              </a:rPr>
              <a:t>.</a:t>
            </a:r>
            <a:endParaRPr sz="32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96493" y="100329"/>
            <a:ext cx="6183579" cy="431800"/>
          </a:xfrm>
          <a:prstGeom prst="rect">
            <a:avLst/>
          </a:prstGeom>
        </p:spPr>
        <p:txBody>
          <a:bodyPr wrap="square" lIns="0" tIns="21399" rIns="0" bIns="0" rtlCol="0">
            <a:noAutofit/>
          </a:bodyPr>
          <a:lstStyle/>
          <a:p>
            <a:pPr marL="12700">
              <a:lnSpc>
                <a:spcPts val="3370"/>
              </a:lnSpc>
            </a:pPr>
            <a:r>
              <a:rPr dirty="0" smtClean="0" sz="3200" spc="-6" b="1">
                <a:latin typeface="Arial"/>
                <a:cs typeface="Arial"/>
              </a:rPr>
              <a:t>C</a:t>
            </a:r>
            <a:r>
              <a:rPr dirty="0" smtClean="0" sz="3200" spc="-6" b="1">
                <a:latin typeface="Arial"/>
                <a:cs typeface="Arial"/>
              </a:rPr>
              <a:t>ha</a:t>
            </a:r>
            <a:r>
              <a:rPr dirty="0" smtClean="0" sz="3200" spc="-6" b="1">
                <a:latin typeface="Arial"/>
                <a:cs typeface="Arial"/>
              </a:rPr>
              <a:t>n</a:t>
            </a:r>
            <a:r>
              <a:rPr dirty="0" smtClean="0" sz="3200" spc="-6" b="1">
                <a:latin typeface="Arial"/>
                <a:cs typeface="Arial"/>
              </a:rPr>
              <a:t>nel</a:t>
            </a:r>
            <a:r>
              <a:rPr dirty="0" smtClean="0" sz="3200" spc="-6" b="1">
                <a:latin typeface="Arial"/>
                <a:cs typeface="Arial"/>
              </a:rPr>
              <a:t> </a:t>
            </a:r>
            <a:r>
              <a:rPr dirty="0" smtClean="0" sz="3200" spc="-6" b="1">
                <a:latin typeface="Arial"/>
                <a:cs typeface="Arial"/>
              </a:rPr>
              <a:t>A</a:t>
            </a:r>
            <a:r>
              <a:rPr dirty="0" smtClean="0" sz="3200" spc="-6" b="1">
                <a:latin typeface="Arial"/>
                <a:cs typeface="Arial"/>
              </a:rPr>
              <a:t>ssignment</a:t>
            </a:r>
            <a:r>
              <a:rPr dirty="0" smtClean="0" sz="3200" spc="-6" b="1">
                <a:latin typeface="Arial"/>
                <a:cs typeface="Arial"/>
              </a:rPr>
              <a:t> </a:t>
            </a:r>
            <a:r>
              <a:rPr dirty="0" smtClean="0" sz="3200" spc="-6" b="1">
                <a:latin typeface="Arial"/>
                <a:cs typeface="Arial"/>
              </a:rPr>
              <a:t>Strateg</a:t>
            </a:r>
            <a:r>
              <a:rPr dirty="0" smtClean="0" sz="3200" spc="-6" b="1">
                <a:latin typeface="Arial"/>
                <a:cs typeface="Arial"/>
              </a:rPr>
              <a:t>i</a:t>
            </a:r>
            <a:r>
              <a:rPr dirty="0" smtClean="0" sz="3200" spc="-6" b="1">
                <a:latin typeface="Arial"/>
                <a:cs typeface="Arial"/>
              </a:rPr>
              <a:t>es</a:t>
            </a:r>
            <a:endParaRPr sz="32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88657" y="707233"/>
            <a:ext cx="5325596" cy="330517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 spc="-1" b="1" i="1">
                <a:latin typeface="Times New Roman"/>
                <a:cs typeface="Times New Roman"/>
              </a:rPr>
              <a:t>Chan</a:t>
            </a:r>
            <a:r>
              <a:rPr dirty="0" smtClean="0" sz="2400" spc="-1" b="1" i="1">
                <a:latin typeface="Times New Roman"/>
                <a:cs typeface="Times New Roman"/>
              </a:rPr>
              <a:t>n</a:t>
            </a:r>
            <a:r>
              <a:rPr dirty="0" smtClean="0" sz="2400" spc="-1" b="1" i="1">
                <a:latin typeface="Times New Roman"/>
                <a:cs typeface="Times New Roman"/>
              </a:rPr>
              <a:t>el</a:t>
            </a:r>
            <a:r>
              <a:rPr dirty="0" smtClean="0" sz="2400" spc="-1" b="1" i="1">
                <a:latin typeface="Times New Roman"/>
                <a:cs typeface="Times New Roman"/>
              </a:rPr>
              <a:t> </a:t>
            </a:r>
            <a:r>
              <a:rPr dirty="0" smtClean="0" sz="2400" spc="-1" b="1" i="1">
                <a:latin typeface="Times New Roman"/>
                <a:cs typeface="Times New Roman"/>
              </a:rPr>
              <a:t>as</a:t>
            </a:r>
            <a:r>
              <a:rPr dirty="0" smtClean="0" sz="2400" spc="-1" b="1" i="1">
                <a:latin typeface="Times New Roman"/>
                <a:cs typeface="Times New Roman"/>
              </a:rPr>
              <a:t>s</a:t>
            </a:r>
            <a:r>
              <a:rPr dirty="0" smtClean="0" sz="2400" spc="-1" b="1" i="1">
                <a:latin typeface="Times New Roman"/>
                <a:cs typeface="Times New Roman"/>
              </a:rPr>
              <a:t>i</a:t>
            </a:r>
            <a:r>
              <a:rPr dirty="0" smtClean="0" sz="2400" spc="-1" b="1" i="1">
                <a:latin typeface="Times New Roman"/>
                <a:cs typeface="Times New Roman"/>
              </a:rPr>
              <a:t>gn</a:t>
            </a:r>
            <a:r>
              <a:rPr dirty="0" smtClean="0" sz="2400" spc="-1" b="1" i="1">
                <a:latin typeface="Times New Roman"/>
                <a:cs typeface="Times New Roman"/>
              </a:rPr>
              <a:t>m</a:t>
            </a:r>
            <a:r>
              <a:rPr dirty="0" smtClean="0" sz="2400" spc="-1" b="1" i="1">
                <a:latin typeface="Times New Roman"/>
                <a:cs typeface="Times New Roman"/>
              </a:rPr>
              <a:t>ent</a:t>
            </a:r>
            <a:r>
              <a:rPr dirty="0" smtClean="0" sz="2400" spc="-1" b="1" i="1">
                <a:latin typeface="Times New Roman"/>
                <a:cs typeface="Times New Roman"/>
              </a:rPr>
              <a:t> </a:t>
            </a:r>
            <a:r>
              <a:rPr dirty="0" smtClean="0" sz="2400" spc="-1" b="1" i="1">
                <a:latin typeface="Times New Roman"/>
                <a:cs typeface="Times New Roman"/>
              </a:rPr>
              <a:t>/</a:t>
            </a:r>
            <a:r>
              <a:rPr dirty="0" smtClean="0" sz="2400" spc="-1" b="1" i="1">
                <a:latin typeface="Times New Roman"/>
                <a:cs typeface="Times New Roman"/>
              </a:rPr>
              <a:t> </a:t>
            </a:r>
            <a:r>
              <a:rPr dirty="0" smtClean="0" sz="2400" spc="-1" b="1" i="1">
                <a:latin typeface="Times New Roman"/>
                <a:cs typeface="Times New Roman"/>
              </a:rPr>
              <a:t>c</a:t>
            </a:r>
            <a:r>
              <a:rPr dirty="0" smtClean="0" sz="2400" spc="-1" b="1" i="1">
                <a:latin typeface="Times New Roman"/>
                <a:cs typeface="Times New Roman"/>
              </a:rPr>
              <a:t>han</a:t>
            </a:r>
            <a:r>
              <a:rPr dirty="0" smtClean="0" sz="2400" spc="-1" b="1" i="1">
                <a:latin typeface="Times New Roman"/>
                <a:cs typeface="Times New Roman"/>
              </a:rPr>
              <a:t>n</a:t>
            </a:r>
            <a:r>
              <a:rPr dirty="0" smtClean="0" sz="2400" spc="-1" b="1" i="1">
                <a:latin typeface="Times New Roman"/>
                <a:cs typeface="Times New Roman"/>
              </a:rPr>
              <a:t>el</a:t>
            </a:r>
            <a:r>
              <a:rPr dirty="0" smtClean="0" sz="2400" spc="-1" b="1" i="1">
                <a:latin typeface="Times New Roman"/>
                <a:cs typeface="Times New Roman"/>
              </a:rPr>
              <a:t> </a:t>
            </a:r>
            <a:r>
              <a:rPr dirty="0" smtClean="0" sz="2400" spc="-1" b="1" i="1">
                <a:latin typeface="Times New Roman"/>
                <a:cs typeface="Times New Roman"/>
              </a:rPr>
              <a:t>a</a:t>
            </a:r>
            <a:r>
              <a:rPr dirty="0" smtClean="0" sz="2400" spc="-1" b="1" i="1">
                <a:latin typeface="Times New Roman"/>
                <a:cs typeface="Times New Roman"/>
              </a:rPr>
              <a:t>l</a:t>
            </a:r>
            <a:r>
              <a:rPr dirty="0" smtClean="0" sz="2400" spc="-1" b="1" i="1">
                <a:latin typeface="Times New Roman"/>
                <a:cs typeface="Times New Roman"/>
              </a:rPr>
              <a:t>o</a:t>
            </a:r>
            <a:r>
              <a:rPr dirty="0" smtClean="0" sz="2400" spc="-1" b="1" i="1">
                <a:latin typeface="Times New Roman"/>
                <a:cs typeface="Times New Roman"/>
              </a:rPr>
              <a:t>c</a:t>
            </a:r>
            <a:r>
              <a:rPr dirty="0" smtClean="0" sz="2400" spc="-1" b="1" i="1">
                <a:latin typeface="Times New Roman"/>
                <a:cs typeface="Times New Roman"/>
              </a:rPr>
              <a:t>a</a:t>
            </a:r>
            <a:r>
              <a:rPr dirty="0" smtClean="0" sz="2400" spc="-1" b="1" i="1">
                <a:latin typeface="Times New Roman"/>
                <a:cs typeface="Times New Roman"/>
              </a:rPr>
              <a:t>t</a:t>
            </a:r>
            <a:r>
              <a:rPr dirty="0" smtClean="0" sz="2400" spc="-1" b="1" i="1">
                <a:latin typeface="Times New Roman"/>
                <a:cs typeface="Times New Roman"/>
              </a:rPr>
              <a:t>i</a:t>
            </a:r>
            <a:r>
              <a:rPr dirty="0" smtClean="0" sz="2400" spc="-1" b="1" i="1">
                <a:latin typeface="Times New Roman"/>
                <a:cs typeface="Times New Roman"/>
              </a:rPr>
              <a:t>on</a:t>
            </a:r>
            <a:r>
              <a:rPr dirty="0" smtClean="0" sz="2400" spc="-1" b="1" i="1">
                <a:latin typeface="Times New Roman"/>
                <a:cs typeface="Times New Roman"/>
              </a:rPr>
              <a:t> </a:t>
            </a:r>
            <a:r>
              <a:rPr dirty="0" smtClean="0" sz="2400" spc="-1" b="1" i="1"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88657" y="1042878"/>
            <a:ext cx="4357000" cy="980139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927036">
              <a:lnSpc>
                <a:spcPts val="2145"/>
              </a:lnSpc>
            </a:pPr>
            <a:r>
              <a:rPr dirty="0" smtClean="0" sz="2000" spc="-2">
                <a:latin typeface="Times New Roman"/>
                <a:cs typeface="Times New Roman"/>
              </a:rPr>
              <a:t>P</a:t>
            </a:r>
            <a:r>
              <a:rPr dirty="0" smtClean="0" sz="2000" spc="-2">
                <a:latin typeface="Times New Roman"/>
                <a:cs typeface="Times New Roman"/>
              </a:rPr>
              <a:t>r</a:t>
            </a:r>
            <a:r>
              <a:rPr dirty="0" smtClean="0" sz="2000" spc="-2">
                <a:latin typeface="Times New Roman"/>
                <a:cs typeface="Times New Roman"/>
              </a:rPr>
              <a:t>os</a:t>
            </a:r>
            <a:r>
              <a:rPr dirty="0" smtClean="0" sz="2000" spc="-2">
                <a:latin typeface="Times New Roman"/>
                <a:cs typeface="Times New Roman"/>
              </a:rPr>
              <a:t>e</a:t>
            </a:r>
            <a:r>
              <a:rPr dirty="0" smtClean="0" sz="2000" spc="-2">
                <a:latin typeface="Times New Roman"/>
                <a:cs typeface="Times New Roman"/>
              </a:rPr>
              <a:t>s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p</a:t>
            </a:r>
            <a:r>
              <a:rPr dirty="0" smtClean="0" sz="2000" spc="-2">
                <a:latin typeface="Times New Roman"/>
                <a:cs typeface="Times New Roman"/>
              </a:rPr>
              <a:t>e</a:t>
            </a:r>
            <a:r>
              <a:rPr dirty="0" smtClean="0" sz="2000" spc="-2">
                <a:latin typeface="Times New Roman"/>
                <a:cs typeface="Times New Roman"/>
              </a:rPr>
              <a:t>n</a:t>
            </a:r>
            <a:r>
              <a:rPr dirty="0" smtClean="0" sz="2000" spc="-2">
                <a:latin typeface="Times New Roman"/>
                <a:cs typeface="Times New Roman"/>
              </a:rPr>
              <a:t>g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lok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sia</a:t>
            </a:r>
            <a:r>
              <a:rPr dirty="0" smtClean="0" sz="2000" spc="-2">
                <a:latin typeface="Times New Roman"/>
                <a:cs typeface="Times New Roman"/>
              </a:rPr>
              <a:t>n</a:t>
            </a:r>
            <a:r>
              <a:rPr dirty="0" smtClean="0" sz="2000" spc="-2">
                <a:latin typeface="Times New Roman"/>
                <a:cs typeface="Times New Roman"/>
              </a:rPr>
              <a:t>/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p</a:t>
            </a:r>
            <a:r>
              <a:rPr dirty="0" smtClean="0" sz="2000" spc="-2">
                <a:latin typeface="Times New Roman"/>
                <a:cs typeface="Times New Roman"/>
              </a:rPr>
              <a:t>e</a:t>
            </a:r>
            <a:r>
              <a:rPr dirty="0" smtClean="0" sz="2000" spc="-2">
                <a:latin typeface="Times New Roman"/>
                <a:cs typeface="Times New Roman"/>
              </a:rPr>
              <a:t>mbe</a:t>
            </a:r>
            <a:r>
              <a:rPr dirty="0" smtClean="0" sz="2000" spc="-2">
                <a:latin typeface="Times New Roman"/>
                <a:cs typeface="Times New Roman"/>
              </a:rPr>
              <a:t>r</a:t>
            </a:r>
            <a:r>
              <a:rPr dirty="0" smtClean="0" sz="2000" spc="-2">
                <a:latin typeface="Times New Roman"/>
                <a:cs typeface="Times New Roman"/>
              </a:rPr>
              <a:t>ian</a:t>
            </a:r>
            <a:endParaRPr sz="2000">
              <a:latin typeface="Times New Roman"/>
              <a:cs typeface="Times New Roman"/>
            </a:endParaRPr>
          </a:p>
          <a:p>
            <a:pPr marL="12700" marR="38147">
              <a:lnSpc>
                <a:spcPts val="2535"/>
              </a:lnSpc>
              <a:spcBef>
                <a:spcPts val="783"/>
              </a:spcBef>
            </a:pPr>
            <a:r>
              <a:rPr dirty="0" smtClean="0" sz="2400" spc="0" b="1">
                <a:latin typeface="Times New Roman"/>
                <a:cs typeface="Times New Roman"/>
              </a:rPr>
              <a:t>K</a:t>
            </a:r>
            <a:r>
              <a:rPr dirty="0" smtClean="0" sz="2400" spc="0" b="1">
                <a:latin typeface="Times New Roman"/>
                <a:cs typeface="Times New Roman"/>
              </a:rPr>
              <a:t>anal</a:t>
            </a:r>
            <a:r>
              <a:rPr dirty="0" smtClean="0" sz="2400" spc="0" b="1">
                <a:latin typeface="Times New Roman"/>
                <a:cs typeface="Times New Roman"/>
              </a:rPr>
              <a:t> </a:t>
            </a:r>
            <a:r>
              <a:rPr dirty="0" smtClean="0" sz="2400" spc="0" b="1">
                <a:latin typeface="Times New Roman"/>
                <a:cs typeface="Times New Roman"/>
              </a:rPr>
              <a:t>tra</a:t>
            </a:r>
            <a:r>
              <a:rPr dirty="0" smtClean="0" sz="2400" spc="0" b="1">
                <a:latin typeface="Times New Roman"/>
                <a:cs typeface="Times New Roman"/>
              </a:rPr>
              <a:t>f</a:t>
            </a:r>
            <a:r>
              <a:rPr dirty="0" smtClean="0" sz="2400" spc="0" b="1">
                <a:latin typeface="Times New Roman"/>
                <a:cs typeface="Times New Roman"/>
              </a:rPr>
              <a:t>ik</a:t>
            </a:r>
            <a:r>
              <a:rPr dirty="0" smtClean="0" sz="2400" spc="0" b="1">
                <a:latin typeface="Times New Roman"/>
                <a:cs typeface="Times New Roman"/>
              </a:rPr>
              <a:t> </a:t>
            </a:r>
            <a:r>
              <a:rPr dirty="0" smtClean="0" sz="2400" spc="0" b="1">
                <a:latin typeface="Times New Roman"/>
                <a:cs typeface="Times New Roman"/>
              </a:rPr>
              <a:t>per</a:t>
            </a:r>
            <a:r>
              <a:rPr dirty="0" smtClean="0" sz="2400" spc="0" b="1">
                <a:latin typeface="Times New Roman"/>
                <a:cs typeface="Times New Roman"/>
              </a:rPr>
              <a:t>l</a:t>
            </a:r>
            <a:r>
              <a:rPr dirty="0" smtClean="0" sz="2400" spc="0" b="1">
                <a:latin typeface="Times New Roman"/>
                <a:cs typeface="Times New Roman"/>
              </a:rPr>
              <a:t>u</a:t>
            </a:r>
            <a:r>
              <a:rPr dirty="0" smtClean="0" sz="2400" spc="0" b="1">
                <a:latin typeface="Times New Roman"/>
                <a:cs typeface="Times New Roman"/>
              </a:rPr>
              <a:t> </a:t>
            </a:r>
            <a:r>
              <a:rPr dirty="0" smtClean="0" sz="2400" spc="0" b="1">
                <a:latin typeface="Times New Roman"/>
                <a:cs typeface="Times New Roman"/>
              </a:rPr>
              <a:t>d</a:t>
            </a:r>
            <a:r>
              <a:rPr dirty="0" smtClean="0" sz="2400" spc="0" b="1">
                <a:latin typeface="Times New Roman"/>
                <a:cs typeface="Times New Roman"/>
              </a:rPr>
              <a:t>ibe</a:t>
            </a:r>
            <a:r>
              <a:rPr dirty="0" smtClean="0" sz="2400" spc="0" b="1">
                <a:latin typeface="Times New Roman"/>
                <a:cs typeface="Times New Roman"/>
              </a:rPr>
              <a:t>r</a:t>
            </a:r>
            <a:r>
              <a:rPr dirty="0" smtClean="0" sz="2400" spc="0" b="1">
                <a:latin typeface="Times New Roman"/>
                <a:cs typeface="Times New Roman"/>
              </a:rPr>
              <a:t>ikan</a:t>
            </a:r>
            <a:endParaRPr sz="2400">
              <a:latin typeface="Times New Roman"/>
              <a:cs typeface="Times New Roman"/>
            </a:endParaRPr>
          </a:p>
          <a:p>
            <a:pPr marL="12700" marR="38147">
              <a:lnSpc>
                <a:spcPts val="2225"/>
              </a:lnSpc>
            </a:pPr>
            <a:r>
              <a:rPr dirty="0" smtClean="0" sz="2400" spc="-1" b="1">
                <a:latin typeface="Times New Roman"/>
                <a:cs typeface="Times New Roman"/>
              </a:rPr>
              <a:t>kepada</a:t>
            </a:r>
            <a:r>
              <a:rPr dirty="0" smtClean="0" sz="2400" spc="-1" b="1">
                <a:latin typeface="Times New Roman"/>
                <a:cs typeface="Times New Roman"/>
              </a:rPr>
              <a:t> </a:t>
            </a:r>
            <a:r>
              <a:rPr dirty="0" smtClean="0" sz="2400" spc="-1" b="1">
                <a:latin typeface="Times New Roman"/>
                <a:cs typeface="Times New Roman"/>
              </a:rPr>
              <a:t>u</a:t>
            </a:r>
            <a:r>
              <a:rPr dirty="0" smtClean="0" sz="2400" spc="-1" b="1">
                <a:latin typeface="Times New Roman"/>
                <a:cs typeface="Times New Roman"/>
              </a:rPr>
              <a:t>s</a:t>
            </a:r>
            <a:r>
              <a:rPr dirty="0" smtClean="0" sz="2400" spc="-1" b="1">
                <a:latin typeface="Times New Roman"/>
                <a:cs typeface="Times New Roman"/>
              </a:rPr>
              <a:t>er</a:t>
            </a:r>
            <a:r>
              <a:rPr dirty="0" smtClean="0" sz="2400" spc="-1" b="1">
                <a:latin typeface="Times New Roman"/>
                <a:cs typeface="Times New Roman"/>
              </a:rPr>
              <a:t> </a:t>
            </a:r>
            <a:r>
              <a:rPr dirty="0" smtClean="0" sz="2000" spc="-1">
                <a:latin typeface="Times New Roman"/>
                <a:cs typeface="Times New Roman"/>
              </a:rPr>
              <a:t>b</a:t>
            </a:r>
            <a:r>
              <a:rPr dirty="0" smtClean="0" sz="2000" spc="-1">
                <a:latin typeface="Times New Roman"/>
                <a:cs typeface="Times New Roman"/>
              </a:rPr>
              <a:t>e</a:t>
            </a:r>
            <a:r>
              <a:rPr dirty="0" smtClean="0" sz="2000" spc="-1">
                <a:latin typeface="Times New Roman"/>
                <a:cs typeface="Times New Roman"/>
              </a:rPr>
              <a:t>r</a:t>
            </a:r>
            <a:r>
              <a:rPr dirty="0" smtClean="0" sz="2000" spc="-1">
                <a:latin typeface="Times New Roman"/>
                <a:cs typeface="Times New Roman"/>
              </a:rPr>
              <a:t>k</a:t>
            </a:r>
            <a:r>
              <a:rPr dirty="0" smtClean="0" sz="2000" spc="-1">
                <a:latin typeface="Times New Roman"/>
                <a:cs typeface="Times New Roman"/>
              </a:rPr>
              <a:t>a</a:t>
            </a:r>
            <a:r>
              <a:rPr dirty="0" smtClean="0" sz="2000" spc="-1">
                <a:latin typeface="Times New Roman"/>
                <a:cs typeface="Times New Roman"/>
              </a:rPr>
              <a:t>i</a:t>
            </a:r>
            <a:r>
              <a:rPr dirty="0" smtClean="0" sz="2000" spc="-1">
                <a:latin typeface="Times New Roman"/>
                <a:cs typeface="Times New Roman"/>
              </a:rPr>
              <a:t>t</a:t>
            </a:r>
            <a:r>
              <a:rPr dirty="0" smtClean="0" sz="2000" spc="-1">
                <a:latin typeface="Times New Roman"/>
                <a:cs typeface="Times New Roman"/>
              </a:rPr>
              <a:t>a</a:t>
            </a:r>
            <a:r>
              <a:rPr dirty="0" smtClean="0" sz="2000" spc="-1">
                <a:latin typeface="Times New Roman"/>
                <a:cs typeface="Times New Roman"/>
              </a:rPr>
              <a:t>n</a:t>
            </a:r>
            <a:r>
              <a:rPr dirty="0" smtClean="0" sz="2000" spc="-1">
                <a:latin typeface="Times New Roman"/>
                <a:cs typeface="Times New Roman"/>
              </a:rPr>
              <a:t> </a:t>
            </a:r>
            <a:r>
              <a:rPr dirty="0" smtClean="0" sz="2000" spc="-1">
                <a:latin typeface="Times New Roman"/>
                <a:cs typeface="Times New Roman"/>
              </a:rPr>
              <a:t>d</a:t>
            </a:r>
            <a:r>
              <a:rPr dirty="0" smtClean="0" sz="2000" spc="-1">
                <a:latin typeface="Times New Roman"/>
                <a:cs typeface="Times New Roman"/>
              </a:rPr>
              <a:t>e</a:t>
            </a:r>
            <a:r>
              <a:rPr dirty="0" smtClean="0" sz="2000" spc="-1">
                <a:latin typeface="Times New Roman"/>
                <a:cs typeface="Times New Roman"/>
              </a:rPr>
              <a:t>n</a:t>
            </a:r>
            <a:r>
              <a:rPr dirty="0" smtClean="0" sz="2000" spc="-1">
                <a:latin typeface="Times New Roman"/>
                <a:cs typeface="Times New Roman"/>
              </a:rPr>
              <a:t>g</a:t>
            </a:r>
            <a:r>
              <a:rPr dirty="0" smtClean="0" sz="2000" spc="-1">
                <a:latin typeface="Times New Roman"/>
                <a:cs typeface="Times New Roman"/>
              </a:rPr>
              <a:t>a</a:t>
            </a:r>
            <a:r>
              <a:rPr dirty="0" smtClean="0" sz="2000" spc="-1">
                <a:latin typeface="Times New Roman"/>
                <a:cs typeface="Times New Roman"/>
              </a:rPr>
              <a:t>n</a:t>
            </a:r>
            <a:r>
              <a:rPr dirty="0" smtClean="0" sz="2000" spc="-1">
                <a:latin typeface="Times New Roman"/>
                <a:cs typeface="Times New Roman"/>
              </a:rPr>
              <a:t> </a:t>
            </a:r>
            <a:r>
              <a:rPr dirty="0" smtClean="0" sz="2000" spc="-1">
                <a:latin typeface="Times New Roman"/>
                <a:cs typeface="Times New Roman"/>
              </a:rPr>
              <a:t>: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109210" y="1042878"/>
            <a:ext cx="3109721" cy="1062291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4030" marR="38100">
              <a:lnSpc>
                <a:spcPts val="2145"/>
              </a:lnSpc>
            </a:pPr>
            <a:r>
              <a:rPr dirty="0" smtClean="0" sz="2000" spc="-2">
                <a:latin typeface="Times New Roman"/>
                <a:cs typeface="Times New Roman"/>
              </a:rPr>
              <a:t>k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n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l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tr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f</a:t>
            </a:r>
            <a:r>
              <a:rPr dirty="0" smtClean="0" sz="2000" spc="-2">
                <a:latin typeface="Times New Roman"/>
                <a:cs typeface="Times New Roman"/>
              </a:rPr>
              <a:t>ik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95825"/>
              </a:lnSpc>
              <a:spcBef>
                <a:spcPts val="1114"/>
              </a:spcBef>
            </a:pPr>
            <a:r>
              <a:rPr dirty="0" smtClean="0" sz="2000" spc="1">
                <a:latin typeface="Times New Roman"/>
                <a:cs typeface="Times New Roman"/>
              </a:rPr>
              <a:t>•</a:t>
            </a:r>
            <a:r>
              <a:rPr dirty="0" smtClean="0" sz="2000" spc="1">
                <a:latin typeface="Times New Roman"/>
                <a:cs typeface="Times New Roman"/>
              </a:rPr>
              <a:t> </a:t>
            </a:r>
            <a:r>
              <a:rPr dirty="0" smtClean="0" sz="2000" spc="1">
                <a:latin typeface="Times New Roman"/>
                <a:cs typeface="Times New Roman"/>
              </a:rPr>
              <a:t> </a:t>
            </a:r>
            <a:r>
              <a:rPr dirty="0" smtClean="0" sz="2000" spc="1">
                <a:latin typeface="Times New Roman"/>
                <a:cs typeface="Times New Roman"/>
              </a:rPr>
              <a:t>P</a:t>
            </a:r>
            <a:r>
              <a:rPr dirty="0" smtClean="0" sz="2000" spc="1">
                <a:latin typeface="Times New Roman"/>
                <a:cs typeface="Times New Roman"/>
              </a:rPr>
              <a:t>a</a:t>
            </a:r>
            <a:r>
              <a:rPr dirty="0" smtClean="0" sz="2000" spc="1">
                <a:latin typeface="Times New Roman"/>
                <a:cs typeface="Times New Roman"/>
              </a:rPr>
              <a:t>n</a:t>
            </a:r>
            <a:r>
              <a:rPr dirty="0" smtClean="0" sz="2000" spc="1">
                <a:latin typeface="Times New Roman"/>
                <a:cs typeface="Times New Roman"/>
              </a:rPr>
              <a:t>g</a:t>
            </a:r>
            <a:r>
              <a:rPr dirty="0" smtClean="0" sz="2000" spc="1">
                <a:latin typeface="Times New Roman"/>
                <a:cs typeface="Times New Roman"/>
              </a:rPr>
              <a:t>g</a:t>
            </a:r>
            <a:r>
              <a:rPr dirty="0" smtClean="0" sz="2000" spc="1">
                <a:latin typeface="Times New Roman"/>
                <a:cs typeface="Times New Roman"/>
              </a:rPr>
              <a:t>i</a:t>
            </a:r>
            <a:r>
              <a:rPr dirty="0" smtClean="0" sz="2000" spc="1">
                <a:latin typeface="Times New Roman"/>
                <a:cs typeface="Times New Roman"/>
              </a:rPr>
              <a:t>l</a:t>
            </a:r>
            <a:r>
              <a:rPr dirty="0" smtClean="0" sz="2000" spc="1">
                <a:latin typeface="Times New Roman"/>
                <a:cs typeface="Times New Roman"/>
              </a:rPr>
              <a:t>a</a:t>
            </a:r>
            <a:r>
              <a:rPr dirty="0" smtClean="0" sz="2000" spc="1">
                <a:latin typeface="Times New Roman"/>
                <a:cs typeface="Times New Roman"/>
              </a:rPr>
              <a:t>n</a:t>
            </a:r>
            <a:r>
              <a:rPr dirty="0" smtClean="0" sz="2000" spc="1">
                <a:latin typeface="Times New Roman"/>
                <a:cs typeface="Times New Roman"/>
              </a:rPr>
              <a:t> </a:t>
            </a:r>
            <a:r>
              <a:rPr dirty="0" smtClean="0" sz="2000" spc="1">
                <a:latin typeface="Times New Roman"/>
                <a:cs typeface="Times New Roman"/>
              </a:rPr>
              <a:t>ba</a:t>
            </a:r>
            <a:r>
              <a:rPr dirty="0" smtClean="0" sz="2000" spc="1">
                <a:latin typeface="Times New Roman"/>
                <a:cs typeface="Times New Roman"/>
              </a:rPr>
              <a:t>r</a:t>
            </a:r>
            <a:r>
              <a:rPr dirty="0" smtClean="0" sz="2000" spc="1">
                <a:latin typeface="Times New Roman"/>
                <a:cs typeface="Times New Roman"/>
              </a:rPr>
              <a:t>u</a:t>
            </a:r>
            <a:r>
              <a:rPr dirty="0" smtClean="0" sz="2000" spc="1">
                <a:latin typeface="Times New Roman"/>
                <a:cs typeface="Times New Roman"/>
              </a:rPr>
              <a:t> </a:t>
            </a:r>
            <a:r>
              <a:rPr dirty="0" smtClean="0" sz="2000" spc="1">
                <a:latin typeface="Times New Roman"/>
                <a:cs typeface="Times New Roman"/>
              </a:rPr>
              <a:t>di</a:t>
            </a:r>
            <a:r>
              <a:rPr dirty="0" smtClean="0" sz="2000" spc="1">
                <a:latin typeface="Times New Roman"/>
                <a:cs typeface="Times New Roman"/>
              </a:rPr>
              <a:t> </a:t>
            </a:r>
            <a:r>
              <a:rPr dirty="0" smtClean="0" sz="2000" spc="1">
                <a:latin typeface="Times New Roman"/>
                <a:cs typeface="Times New Roman"/>
              </a:rPr>
              <a:t>dal</a:t>
            </a:r>
            <a:r>
              <a:rPr dirty="0" smtClean="0" sz="2000" spc="1">
                <a:latin typeface="Times New Roman"/>
                <a:cs typeface="Times New Roman"/>
              </a:rPr>
              <a:t>a</a:t>
            </a:r>
            <a:r>
              <a:rPr dirty="0" smtClean="0" sz="2000" spc="1">
                <a:latin typeface="Times New Roman"/>
                <a:cs typeface="Times New Roman"/>
              </a:rPr>
              <a:t>m</a:t>
            </a:r>
            <a:r>
              <a:rPr dirty="0" smtClean="0" sz="2000" spc="1">
                <a:latin typeface="Times New Roman"/>
                <a:cs typeface="Times New Roman"/>
              </a:rPr>
              <a:t> </a:t>
            </a:r>
            <a:r>
              <a:rPr dirty="0" smtClean="0" sz="2000" spc="1">
                <a:latin typeface="Times New Roman"/>
                <a:cs typeface="Times New Roman"/>
              </a:rPr>
              <a:t>s</a:t>
            </a:r>
            <a:r>
              <a:rPr dirty="0" smtClean="0" sz="2000" spc="1">
                <a:latin typeface="Times New Roman"/>
                <a:cs typeface="Times New Roman"/>
              </a:rPr>
              <a:t>e</a:t>
            </a:r>
            <a:r>
              <a:rPr dirty="0" smtClean="0" sz="2000" spc="1">
                <a:latin typeface="Times New Roman"/>
                <a:cs typeface="Times New Roman"/>
              </a:rPr>
              <a:t>l</a:t>
            </a:r>
            <a:endParaRPr sz="2000">
              <a:latin typeface="Times New Roman"/>
              <a:cs typeface="Times New Roman"/>
            </a:endParaRPr>
          </a:p>
          <a:p>
            <a:pPr marL="12700" marR="38100">
              <a:lnSpc>
                <a:spcPct val="95825"/>
              </a:lnSpc>
              <a:spcBef>
                <a:spcPts val="340"/>
              </a:spcBef>
            </a:pPr>
            <a:r>
              <a:rPr dirty="0" smtClean="0" sz="2000" spc="4">
                <a:latin typeface="Times New Roman"/>
                <a:cs typeface="Times New Roman"/>
              </a:rPr>
              <a:t>•</a:t>
            </a:r>
            <a:r>
              <a:rPr dirty="0" smtClean="0" sz="2000" spc="4">
                <a:latin typeface="Times New Roman"/>
                <a:cs typeface="Times New Roman"/>
              </a:rPr>
              <a:t> </a:t>
            </a:r>
            <a:r>
              <a:rPr dirty="0" smtClean="0" sz="2000" spc="4">
                <a:latin typeface="Times New Roman"/>
                <a:cs typeface="Times New Roman"/>
              </a:rPr>
              <a:t> </a:t>
            </a:r>
            <a:r>
              <a:rPr dirty="0" smtClean="0" sz="2000" spc="4">
                <a:latin typeface="Times New Roman"/>
                <a:cs typeface="Times New Roman"/>
              </a:rPr>
              <a:t>K</a:t>
            </a:r>
            <a:r>
              <a:rPr dirty="0" smtClean="0" sz="2000" spc="4">
                <a:latin typeface="Times New Roman"/>
                <a:cs typeface="Times New Roman"/>
              </a:rPr>
              <a:t>e</a:t>
            </a:r>
            <a:r>
              <a:rPr dirty="0" smtClean="0" sz="2000" spc="4">
                <a:latin typeface="Times New Roman"/>
                <a:cs typeface="Times New Roman"/>
              </a:rPr>
              <a:t>jadi</a:t>
            </a:r>
            <a:r>
              <a:rPr dirty="0" smtClean="0" sz="2000" spc="4">
                <a:latin typeface="Times New Roman"/>
                <a:cs typeface="Times New Roman"/>
              </a:rPr>
              <a:t>a</a:t>
            </a:r>
            <a:r>
              <a:rPr dirty="0" smtClean="0" sz="2000" spc="4">
                <a:latin typeface="Times New Roman"/>
                <a:cs typeface="Times New Roman"/>
              </a:rPr>
              <a:t>n</a:t>
            </a:r>
            <a:r>
              <a:rPr dirty="0" smtClean="0" sz="2000" spc="4">
                <a:latin typeface="Times New Roman"/>
                <a:cs typeface="Times New Roman"/>
              </a:rPr>
              <a:t> </a:t>
            </a:r>
            <a:r>
              <a:rPr dirty="0" smtClean="0" sz="2000" spc="4">
                <a:latin typeface="Times New Roman"/>
                <a:cs typeface="Times New Roman"/>
              </a:rPr>
              <a:t>h</a:t>
            </a:r>
            <a:r>
              <a:rPr dirty="0" smtClean="0" sz="2000" spc="4">
                <a:latin typeface="Times New Roman"/>
                <a:cs typeface="Times New Roman"/>
              </a:rPr>
              <a:t>a</a:t>
            </a:r>
            <a:r>
              <a:rPr dirty="0" smtClean="0" sz="2000" spc="4">
                <a:latin typeface="Times New Roman"/>
                <a:cs typeface="Times New Roman"/>
              </a:rPr>
              <a:t>ndover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74975" y="3200482"/>
            <a:ext cx="4638433" cy="1194053"/>
          </a:xfrm>
          <a:prstGeom prst="rect">
            <a:avLst/>
          </a:prstGeom>
        </p:spPr>
        <p:txBody>
          <a:bodyPr wrap="square" lIns="0" tIns="13589" rIns="0" bIns="0" rtlCol="0">
            <a:noAutofit/>
          </a:bodyPr>
          <a:lstStyle/>
          <a:p>
            <a:pPr marL="12700" marR="38147">
              <a:lnSpc>
                <a:spcPts val="2140"/>
              </a:lnSpc>
            </a:pPr>
            <a:r>
              <a:rPr dirty="0" smtClean="0" sz="2000" spc="0" b="1">
                <a:latin typeface="Times New Roman"/>
                <a:cs typeface="Times New Roman"/>
              </a:rPr>
              <a:t>a.</a:t>
            </a:r>
            <a:r>
              <a:rPr dirty="0" smtClean="0" sz="2000" spc="0" b="1">
                <a:latin typeface="Times New Roman"/>
                <a:cs typeface="Times New Roman"/>
              </a:rPr>
              <a:t> </a:t>
            </a:r>
            <a:r>
              <a:rPr dirty="0" smtClean="0" sz="2000" spc="0" b="1">
                <a:latin typeface="Times New Roman"/>
                <a:cs typeface="Times New Roman"/>
              </a:rPr>
              <a:t>F</a:t>
            </a:r>
            <a:r>
              <a:rPr dirty="0" smtClean="0" sz="2000" spc="0" b="1">
                <a:latin typeface="Times New Roman"/>
                <a:cs typeface="Times New Roman"/>
              </a:rPr>
              <a:t>i</a:t>
            </a:r>
            <a:r>
              <a:rPr dirty="0" smtClean="0" sz="2000" spc="0" b="1">
                <a:latin typeface="Times New Roman"/>
                <a:cs typeface="Times New Roman"/>
              </a:rPr>
              <a:t>xed</a:t>
            </a:r>
            <a:r>
              <a:rPr dirty="0" smtClean="0" sz="2000" spc="0" b="1">
                <a:latin typeface="Times New Roman"/>
                <a:cs typeface="Times New Roman"/>
              </a:rPr>
              <a:t> </a:t>
            </a:r>
            <a:r>
              <a:rPr dirty="0" smtClean="0" sz="2000" spc="0" b="1">
                <a:latin typeface="Times New Roman"/>
                <a:cs typeface="Times New Roman"/>
              </a:rPr>
              <a:t>ch</a:t>
            </a:r>
            <a:r>
              <a:rPr dirty="0" smtClean="0" sz="2000" spc="0" b="1">
                <a:latin typeface="Times New Roman"/>
                <a:cs typeface="Times New Roman"/>
              </a:rPr>
              <a:t>a</a:t>
            </a:r>
            <a:r>
              <a:rPr dirty="0" smtClean="0" sz="2000" spc="0" b="1">
                <a:latin typeface="Times New Roman"/>
                <a:cs typeface="Times New Roman"/>
              </a:rPr>
              <a:t>n</a:t>
            </a:r>
            <a:r>
              <a:rPr dirty="0" smtClean="0" sz="2000" spc="0" b="1">
                <a:latin typeface="Times New Roman"/>
                <a:cs typeface="Times New Roman"/>
              </a:rPr>
              <a:t>n</a:t>
            </a:r>
            <a:r>
              <a:rPr dirty="0" smtClean="0" sz="2000" spc="0" b="1">
                <a:latin typeface="Times New Roman"/>
                <a:cs typeface="Times New Roman"/>
              </a:rPr>
              <a:t>el</a:t>
            </a:r>
            <a:r>
              <a:rPr dirty="0" smtClean="0" sz="2000" spc="0" b="1">
                <a:latin typeface="Times New Roman"/>
                <a:cs typeface="Times New Roman"/>
              </a:rPr>
              <a:t> </a:t>
            </a:r>
            <a:r>
              <a:rPr dirty="0" smtClean="0" sz="2000" spc="0" b="1">
                <a:latin typeface="Times New Roman"/>
                <a:cs typeface="Times New Roman"/>
              </a:rPr>
              <a:t>a</a:t>
            </a:r>
            <a:r>
              <a:rPr dirty="0" smtClean="0" sz="2000" spc="0" b="1">
                <a:latin typeface="Times New Roman"/>
                <a:cs typeface="Times New Roman"/>
              </a:rPr>
              <a:t>s</a:t>
            </a:r>
            <a:r>
              <a:rPr dirty="0" smtClean="0" sz="2000" spc="0" b="1">
                <a:latin typeface="Times New Roman"/>
                <a:cs typeface="Times New Roman"/>
              </a:rPr>
              <a:t>s</a:t>
            </a:r>
            <a:r>
              <a:rPr dirty="0" smtClean="0" sz="2000" spc="0" b="1">
                <a:latin typeface="Times New Roman"/>
                <a:cs typeface="Times New Roman"/>
              </a:rPr>
              <a:t>i</a:t>
            </a:r>
            <a:r>
              <a:rPr dirty="0" smtClean="0" sz="2000" spc="0" b="1">
                <a:latin typeface="Times New Roman"/>
                <a:cs typeface="Times New Roman"/>
              </a:rPr>
              <a:t>g</a:t>
            </a:r>
            <a:r>
              <a:rPr dirty="0" smtClean="0" sz="2000" spc="0" b="1">
                <a:latin typeface="Times New Roman"/>
                <a:cs typeface="Times New Roman"/>
              </a:rPr>
              <a:t>n</a:t>
            </a:r>
            <a:r>
              <a:rPr dirty="0" smtClean="0" sz="2000" spc="0" b="1">
                <a:latin typeface="Times New Roman"/>
                <a:cs typeface="Times New Roman"/>
              </a:rPr>
              <a:t>m</a:t>
            </a:r>
            <a:r>
              <a:rPr dirty="0" smtClean="0" sz="2000" spc="0" b="1">
                <a:latin typeface="Times New Roman"/>
                <a:cs typeface="Times New Roman"/>
              </a:rPr>
              <a:t>ent</a:t>
            </a:r>
            <a:endParaRPr sz="2000">
              <a:latin typeface="Times New Roman"/>
              <a:cs typeface="Times New Roman"/>
            </a:endParaRPr>
          </a:p>
          <a:p>
            <a:pPr marL="241554">
              <a:lnSpc>
                <a:spcPts val="2160"/>
              </a:lnSpc>
              <a:spcBef>
                <a:spcPts val="1"/>
              </a:spcBef>
            </a:pPr>
            <a:r>
              <a:rPr dirty="0" smtClean="0" sz="2000" spc="-2">
                <a:latin typeface="Times New Roman"/>
                <a:cs typeface="Times New Roman"/>
              </a:rPr>
              <a:t>K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n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l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y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ng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dis</a:t>
            </a:r>
            <a:r>
              <a:rPr dirty="0" smtClean="0" sz="2000" spc="-2">
                <a:latin typeface="Times New Roman"/>
                <a:cs typeface="Times New Roman"/>
              </a:rPr>
              <a:t>e</a:t>
            </a:r>
            <a:r>
              <a:rPr dirty="0" smtClean="0" sz="2000" spc="-2">
                <a:latin typeface="Times New Roman"/>
                <a:cs typeface="Times New Roman"/>
              </a:rPr>
              <a:t>di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k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n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d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lam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1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s</a:t>
            </a:r>
            <a:r>
              <a:rPr dirty="0" smtClean="0" sz="2000" spc="-2">
                <a:latin typeface="Times New Roman"/>
                <a:cs typeface="Times New Roman"/>
              </a:rPr>
              <a:t>e</a:t>
            </a:r>
            <a:r>
              <a:rPr dirty="0" smtClean="0" sz="2000" spc="-2">
                <a:latin typeface="Times New Roman"/>
                <a:cs typeface="Times New Roman"/>
              </a:rPr>
              <a:t>l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/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se</a:t>
            </a:r>
            <a:r>
              <a:rPr dirty="0" smtClean="0" sz="2000" spc="-2">
                <a:latin typeface="Times New Roman"/>
                <a:cs typeface="Times New Roman"/>
              </a:rPr>
              <a:t>k</a:t>
            </a:r>
            <a:r>
              <a:rPr dirty="0" smtClean="0" sz="2000" spc="-2">
                <a:latin typeface="Times New Roman"/>
                <a:cs typeface="Times New Roman"/>
              </a:rPr>
              <a:t>tor</a:t>
            </a:r>
            <a:endParaRPr sz="2000">
              <a:latin typeface="Times New Roman"/>
              <a:cs typeface="Times New Roman"/>
            </a:endParaRPr>
          </a:p>
          <a:p>
            <a:pPr marL="241554" marR="38147">
              <a:lnSpc>
                <a:spcPts val="2165"/>
              </a:lnSpc>
              <a:spcBef>
                <a:spcPts val="0"/>
              </a:spcBef>
            </a:pPr>
            <a:r>
              <a:rPr dirty="0" smtClean="0" sz="2000" spc="-3">
                <a:latin typeface="Times New Roman"/>
                <a:cs typeface="Times New Roman"/>
              </a:rPr>
              <a:t>d</a:t>
            </a:r>
            <a:r>
              <a:rPr dirty="0" smtClean="0" sz="2000" spc="-3">
                <a:latin typeface="Times New Roman"/>
                <a:cs typeface="Times New Roman"/>
              </a:rPr>
              <a:t>a</a:t>
            </a:r>
            <a:r>
              <a:rPr dirty="0" smtClean="0" sz="2000" spc="-3">
                <a:latin typeface="Times New Roman"/>
                <a:cs typeface="Times New Roman"/>
              </a:rPr>
              <a:t>ri</a:t>
            </a:r>
            <a:r>
              <a:rPr dirty="0" smtClean="0" sz="2000" spc="-3">
                <a:latin typeface="Times New Roman"/>
                <a:cs typeface="Times New Roman"/>
              </a:rPr>
              <a:t> </a:t>
            </a:r>
            <a:r>
              <a:rPr dirty="0" smtClean="0" sz="2000" spc="-3">
                <a:latin typeface="Times New Roman"/>
                <a:cs typeface="Times New Roman"/>
              </a:rPr>
              <a:t>metoda</a:t>
            </a:r>
            <a:r>
              <a:rPr dirty="0" smtClean="0" sz="2000" spc="-3">
                <a:latin typeface="Times New Roman"/>
                <a:cs typeface="Times New Roman"/>
              </a:rPr>
              <a:t> </a:t>
            </a:r>
            <a:r>
              <a:rPr dirty="0" smtClean="0" sz="2000" spc="-3">
                <a:latin typeface="Times New Roman"/>
                <a:cs typeface="Times New Roman"/>
              </a:rPr>
              <a:t>ini</a:t>
            </a:r>
            <a:r>
              <a:rPr dirty="0" smtClean="0" sz="2000" spc="-3">
                <a:latin typeface="Times New Roman"/>
                <a:cs typeface="Times New Roman"/>
              </a:rPr>
              <a:t> </a:t>
            </a:r>
            <a:r>
              <a:rPr dirty="0" smtClean="0" sz="2000" spc="-3">
                <a:latin typeface="Times New Roman"/>
                <a:cs typeface="Times New Roman"/>
              </a:rPr>
              <a:t>a</a:t>
            </a:r>
            <a:r>
              <a:rPr dirty="0" smtClean="0" sz="2000" spc="-3">
                <a:latin typeface="Times New Roman"/>
                <a:cs typeface="Times New Roman"/>
              </a:rPr>
              <a:t>d</a:t>
            </a:r>
            <a:r>
              <a:rPr dirty="0" smtClean="0" sz="2000" spc="-3">
                <a:latin typeface="Times New Roman"/>
                <a:cs typeface="Times New Roman"/>
              </a:rPr>
              <a:t>a</a:t>
            </a:r>
            <a:r>
              <a:rPr dirty="0" smtClean="0" sz="2000" spc="-3">
                <a:latin typeface="Times New Roman"/>
                <a:cs typeface="Times New Roman"/>
              </a:rPr>
              <a:t>lah</a:t>
            </a:r>
            <a:r>
              <a:rPr dirty="0" smtClean="0" sz="2000" spc="-3">
                <a:latin typeface="Times New Roman"/>
                <a:cs typeface="Times New Roman"/>
              </a:rPr>
              <a:t> </a:t>
            </a:r>
            <a:r>
              <a:rPr dirty="0" smtClean="0" sz="2000" spc="-3" i="1">
                <a:latin typeface="Times New Roman"/>
                <a:cs typeface="Times New Roman"/>
              </a:rPr>
              <a:t>bor</a:t>
            </a:r>
            <a:r>
              <a:rPr dirty="0" smtClean="0" sz="2000" spc="-3" i="1">
                <a:latin typeface="Times New Roman"/>
                <a:cs typeface="Times New Roman"/>
              </a:rPr>
              <a:t>r</a:t>
            </a:r>
            <a:r>
              <a:rPr dirty="0" smtClean="0" sz="2000" spc="-3" i="1">
                <a:latin typeface="Times New Roman"/>
                <a:cs typeface="Times New Roman"/>
              </a:rPr>
              <a:t>ow</a:t>
            </a:r>
            <a:r>
              <a:rPr dirty="0" smtClean="0" sz="2000" spc="-3" i="1">
                <a:latin typeface="Times New Roman"/>
                <a:cs typeface="Times New Roman"/>
              </a:rPr>
              <a:t>i</a:t>
            </a:r>
            <a:r>
              <a:rPr dirty="0" smtClean="0" sz="2000" spc="-3" i="1">
                <a:latin typeface="Times New Roman"/>
                <a:cs typeface="Times New Roman"/>
              </a:rPr>
              <a:t>ng</a:t>
            </a:r>
            <a:r>
              <a:rPr dirty="0" smtClean="0" sz="2000" spc="-3" i="1">
                <a:latin typeface="Times New Roman"/>
                <a:cs typeface="Times New Roman"/>
              </a:rPr>
              <a:t> </a:t>
            </a:r>
            <a:r>
              <a:rPr dirty="0" smtClean="0" sz="2000" spc="-3" i="1">
                <a:latin typeface="Times New Roman"/>
                <a:cs typeface="Times New Roman"/>
              </a:rPr>
              <a:t>s</a:t>
            </a:r>
            <a:r>
              <a:rPr dirty="0" smtClean="0" sz="2000" spc="-3" i="1">
                <a:latin typeface="Times New Roman"/>
                <a:cs typeface="Times New Roman"/>
              </a:rPr>
              <a:t>c</a:t>
            </a:r>
            <a:r>
              <a:rPr dirty="0" smtClean="0" sz="2000" spc="-3" i="1">
                <a:latin typeface="Times New Roman"/>
                <a:cs typeface="Times New Roman"/>
              </a:rPr>
              <a:t>h</a:t>
            </a:r>
            <a:r>
              <a:rPr dirty="0" smtClean="0" sz="2000" spc="-3" i="1">
                <a:latin typeface="Times New Roman"/>
                <a:cs typeface="Times New Roman"/>
              </a:rPr>
              <a:t>e</a:t>
            </a:r>
            <a:r>
              <a:rPr dirty="0" smtClean="0" sz="2000" spc="-3" i="1">
                <a:latin typeface="Times New Roman"/>
                <a:cs typeface="Times New Roman"/>
              </a:rPr>
              <a:t>me</a:t>
            </a:r>
            <a:endParaRPr sz="2000">
              <a:latin typeface="Times New Roman"/>
              <a:cs typeface="Times New Roman"/>
            </a:endParaRPr>
          </a:p>
          <a:p>
            <a:pPr marL="12700" marR="38147">
              <a:lnSpc>
                <a:spcPct val="95825"/>
              </a:lnSpc>
              <a:spcBef>
                <a:spcPts val="470"/>
              </a:spcBef>
            </a:pPr>
            <a:r>
              <a:rPr dirty="0" smtClean="0" sz="2000" spc="1" b="1">
                <a:latin typeface="Times New Roman"/>
                <a:cs typeface="Times New Roman"/>
              </a:rPr>
              <a:t>b</a:t>
            </a:r>
            <a:r>
              <a:rPr dirty="0" smtClean="0" sz="2000" spc="1" b="1">
                <a:latin typeface="Times New Roman"/>
                <a:cs typeface="Times New Roman"/>
              </a:rPr>
              <a:t>.</a:t>
            </a:r>
            <a:r>
              <a:rPr dirty="0" smtClean="0" sz="2000" spc="1" b="1">
                <a:latin typeface="Times New Roman"/>
                <a:cs typeface="Times New Roman"/>
              </a:rPr>
              <a:t> </a:t>
            </a:r>
            <a:r>
              <a:rPr dirty="0" smtClean="0" sz="2000" spc="1" b="1">
                <a:latin typeface="Times New Roman"/>
                <a:cs typeface="Times New Roman"/>
              </a:rPr>
              <a:t>Dy</a:t>
            </a:r>
            <a:r>
              <a:rPr dirty="0" smtClean="0" sz="2000" spc="1" b="1">
                <a:latin typeface="Times New Roman"/>
                <a:cs typeface="Times New Roman"/>
              </a:rPr>
              <a:t>n</a:t>
            </a:r>
            <a:r>
              <a:rPr dirty="0" smtClean="0" sz="2000" spc="1" b="1">
                <a:latin typeface="Times New Roman"/>
                <a:cs typeface="Times New Roman"/>
              </a:rPr>
              <a:t>a</a:t>
            </a:r>
            <a:r>
              <a:rPr dirty="0" smtClean="0" sz="2000" spc="1" b="1">
                <a:latin typeface="Times New Roman"/>
                <a:cs typeface="Times New Roman"/>
              </a:rPr>
              <a:t>m</a:t>
            </a:r>
            <a:r>
              <a:rPr dirty="0" smtClean="0" sz="2000" spc="1" b="1">
                <a:latin typeface="Times New Roman"/>
                <a:cs typeface="Times New Roman"/>
              </a:rPr>
              <a:t>i</a:t>
            </a:r>
            <a:r>
              <a:rPr dirty="0" smtClean="0" sz="2000" spc="1" b="1">
                <a:latin typeface="Times New Roman"/>
                <a:cs typeface="Times New Roman"/>
              </a:rPr>
              <a:t>c</a:t>
            </a:r>
            <a:r>
              <a:rPr dirty="0" smtClean="0" sz="2000" spc="1" b="1">
                <a:latin typeface="Times New Roman"/>
                <a:cs typeface="Times New Roman"/>
              </a:rPr>
              <a:t> </a:t>
            </a:r>
            <a:r>
              <a:rPr dirty="0" smtClean="0" sz="2000" spc="1" b="1">
                <a:latin typeface="Times New Roman"/>
                <a:cs typeface="Times New Roman"/>
              </a:rPr>
              <a:t>ch</a:t>
            </a:r>
            <a:r>
              <a:rPr dirty="0" smtClean="0" sz="2000" spc="1" b="1">
                <a:latin typeface="Times New Roman"/>
                <a:cs typeface="Times New Roman"/>
              </a:rPr>
              <a:t>a</a:t>
            </a:r>
            <a:r>
              <a:rPr dirty="0" smtClean="0" sz="2000" spc="1" b="1">
                <a:latin typeface="Times New Roman"/>
                <a:cs typeface="Times New Roman"/>
              </a:rPr>
              <a:t>n</a:t>
            </a:r>
            <a:r>
              <a:rPr dirty="0" smtClean="0" sz="2000" spc="1" b="1">
                <a:latin typeface="Times New Roman"/>
                <a:cs typeface="Times New Roman"/>
              </a:rPr>
              <a:t>n</a:t>
            </a:r>
            <a:r>
              <a:rPr dirty="0" smtClean="0" sz="2000" spc="1" b="1">
                <a:latin typeface="Times New Roman"/>
                <a:cs typeface="Times New Roman"/>
              </a:rPr>
              <a:t>el</a:t>
            </a:r>
            <a:r>
              <a:rPr dirty="0" smtClean="0" sz="2000" spc="1" b="1">
                <a:latin typeface="Times New Roman"/>
                <a:cs typeface="Times New Roman"/>
              </a:rPr>
              <a:t> </a:t>
            </a:r>
            <a:r>
              <a:rPr dirty="0" smtClean="0" sz="2000" spc="1" b="1">
                <a:latin typeface="Times New Roman"/>
                <a:cs typeface="Times New Roman"/>
              </a:rPr>
              <a:t>a</a:t>
            </a:r>
            <a:r>
              <a:rPr dirty="0" smtClean="0" sz="2000" spc="1" b="1">
                <a:latin typeface="Times New Roman"/>
                <a:cs typeface="Times New Roman"/>
              </a:rPr>
              <a:t>s</a:t>
            </a:r>
            <a:r>
              <a:rPr dirty="0" smtClean="0" sz="2000" spc="1" b="1">
                <a:latin typeface="Times New Roman"/>
                <a:cs typeface="Times New Roman"/>
              </a:rPr>
              <a:t>s</a:t>
            </a:r>
            <a:r>
              <a:rPr dirty="0" smtClean="0" sz="2000" spc="1" b="1">
                <a:latin typeface="Times New Roman"/>
                <a:cs typeface="Times New Roman"/>
              </a:rPr>
              <a:t>i</a:t>
            </a:r>
            <a:r>
              <a:rPr dirty="0" smtClean="0" sz="2000" spc="1" b="1">
                <a:latin typeface="Times New Roman"/>
                <a:cs typeface="Times New Roman"/>
              </a:rPr>
              <a:t>g</a:t>
            </a:r>
            <a:r>
              <a:rPr dirty="0" smtClean="0" sz="2000" spc="1" b="1">
                <a:latin typeface="Times New Roman"/>
                <a:cs typeface="Times New Roman"/>
              </a:rPr>
              <a:t>n</a:t>
            </a:r>
            <a:r>
              <a:rPr dirty="0" smtClean="0" sz="2000" spc="1" b="1">
                <a:latin typeface="Times New Roman"/>
                <a:cs typeface="Times New Roman"/>
              </a:rPr>
              <a:t>m</a:t>
            </a:r>
            <a:r>
              <a:rPr dirty="0" smtClean="0" sz="2000" spc="1" b="1">
                <a:latin typeface="Times New Roman"/>
                <a:cs typeface="Times New Roman"/>
              </a:rPr>
              <a:t>ent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613440" y="3474547"/>
            <a:ext cx="2048241" cy="279717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dirty="0" smtClean="0" sz="2000" spc="-2">
                <a:latin typeface="Times New Roman"/>
                <a:cs typeface="Times New Roman"/>
              </a:rPr>
              <a:t>t</a:t>
            </a:r>
            <a:r>
              <a:rPr dirty="0" smtClean="0" sz="2000" spc="-2">
                <a:latin typeface="Times New Roman"/>
                <a:cs typeface="Times New Roman"/>
              </a:rPr>
              <a:t>e</a:t>
            </a:r>
            <a:r>
              <a:rPr dirty="0" smtClean="0" sz="2000" spc="-2">
                <a:latin typeface="Times New Roman"/>
                <a:cs typeface="Times New Roman"/>
              </a:rPr>
              <a:t>r</a:t>
            </a:r>
            <a:r>
              <a:rPr dirty="0" smtClean="0" sz="2000" spc="-2">
                <a:latin typeface="Times New Roman"/>
                <a:cs typeface="Times New Roman"/>
              </a:rPr>
              <a:t>te</a:t>
            </a:r>
            <a:r>
              <a:rPr dirty="0" smtClean="0" sz="2000" spc="-2">
                <a:latin typeface="Times New Roman"/>
                <a:cs typeface="Times New Roman"/>
              </a:rPr>
              <a:t>n</a:t>
            </a:r>
            <a:r>
              <a:rPr dirty="0" smtClean="0" sz="2000" spc="-2">
                <a:latin typeface="Times New Roman"/>
                <a:cs typeface="Times New Roman"/>
              </a:rPr>
              <a:t>tu,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modifik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si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76860" y="4277203"/>
            <a:ext cx="2060627" cy="622936"/>
          </a:xfrm>
          <a:prstGeom prst="rect">
            <a:avLst/>
          </a:prstGeom>
        </p:spPr>
        <p:txBody>
          <a:bodyPr wrap="square" lIns="0" tIns="15748" rIns="0" bIns="0" rtlCol="0">
            <a:noAutofit/>
          </a:bodyPr>
          <a:lstStyle/>
          <a:p>
            <a:pPr marL="12700">
              <a:lnSpc>
                <a:spcPts val="2480"/>
              </a:lnSpc>
            </a:pPr>
            <a:r>
              <a:rPr dirty="0" smtClean="0" sz="2400" spc="0" b="1">
                <a:latin typeface="Times New Roman"/>
                <a:cs typeface="Times New Roman"/>
              </a:rPr>
              <a:t>3</a:t>
            </a:r>
            <a:r>
              <a:rPr dirty="0" smtClean="0" sz="2400" spc="0" b="1">
                <a:latin typeface="Times New Roman"/>
                <a:cs typeface="Times New Roman"/>
              </a:rPr>
              <a:t> </a:t>
            </a:r>
            <a:r>
              <a:rPr dirty="0" smtClean="0" sz="2400" spc="0" b="1">
                <a:latin typeface="Times New Roman"/>
                <a:cs typeface="Times New Roman"/>
              </a:rPr>
              <a:t>ke</a:t>
            </a:r>
            <a:r>
              <a:rPr dirty="0" smtClean="0" sz="2400" spc="0" b="1">
                <a:latin typeface="Times New Roman"/>
                <a:cs typeface="Times New Roman"/>
              </a:rPr>
              <a:t>l</a:t>
            </a:r>
            <a:r>
              <a:rPr dirty="0" smtClean="0" sz="2400" spc="0" b="1">
                <a:latin typeface="Times New Roman"/>
                <a:cs typeface="Times New Roman"/>
              </a:rPr>
              <a:t>as</a:t>
            </a:r>
            <a:r>
              <a:rPr dirty="0" smtClean="0" sz="2400" spc="0" b="1">
                <a:latin typeface="Times New Roman"/>
                <a:cs typeface="Times New Roman"/>
              </a:rPr>
              <a:t> </a:t>
            </a:r>
            <a:r>
              <a:rPr dirty="0" smtClean="0" sz="2400" spc="0" b="1">
                <a:latin typeface="Times New Roman"/>
                <a:cs typeface="Times New Roman"/>
              </a:rPr>
              <a:t>chan</a:t>
            </a:r>
            <a:r>
              <a:rPr dirty="0" smtClean="0" sz="2400" spc="0" b="1">
                <a:latin typeface="Times New Roman"/>
                <a:cs typeface="Times New Roman"/>
              </a:rPr>
              <a:t>n</a:t>
            </a:r>
            <a:r>
              <a:rPr dirty="0" smtClean="0" sz="2400" spc="0" b="1">
                <a:latin typeface="Times New Roman"/>
                <a:cs typeface="Times New Roman"/>
              </a:rPr>
              <a:t>el</a:t>
            </a:r>
            <a:endParaRPr sz="2400">
              <a:latin typeface="Times New Roman"/>
              <a:cs typeface="Times New Roman"/>
            </a:endParaRPr>
          </a:p>
          <a:p>
            <a:pPr marL="531177" marR="8903">
              <a:lnSpc>
                <a:spcPts val="2375"/>
              </a:lnSpc>
            </a:pPr>
            <a:r>
              <a:rPr dirty="0" smtClean="0" sz="2400" spc="4" b="1">
                <a:latin typeface="Times New Roman"/>
                <a:cs typeface="Times New Roman"/>
              </a:rPr>
              <a:t>as</a:t>
            </a:r>
            <a:r>
              <a:rPr dirty="0" smtClean="0" sz="2400" spc="4" b="1">
                <a:latin typeface="Times New Roman"/>
                <a:cs typeface="Times New Roman"/>
              </a:rPr>
              <a:t>s</a:t>
            </a:r>
            <a:r>
              <a:rPr dirty="0" smtClean="0" sz="2400" spc="4" b="1">
                <a:latin typeface="Times New Roman"/>
                <a:cs typeface="Times New Roman"/>
              </a:rPr>
              <a:t>i</a:t>
            </a:r>
            <a:r>
              <a:rPr dirty="0" smtClean="0" sz="2400" spc="4" b="1">
                <a:latin typeface="Times New Roman"/>
                <a:cs typeface="Times New Roman"/>
              </a:rPr>
              <a:t>g</a:t>
            </a:r>
            <a:r>
              <a:rPr dirty="0" smtClean="0" sz="2400" spc="4" b="1">
                <a:latin typeface="Times New Roman"/>
                <a:cs typeface="Times New Roman"/>
              </a:rPr>
              <a:t>n</a:t>
            </a:r>
            <a:r>
              <a:rPr dirty="0" smtClean="0" sz="2400" spc="4" b="1">
                <a:latin typeface="Times New Roman"/>
                <a:cs typeface="Times New Roman"/>
              </a:rPr>
              <a:t>m</a:t>
            </a:r>
            <a:r>
              <a:rPr dirty="0" smtClean="0" sz="2400" spc="4" b="1">
                <a:latin typeface="Times New Roman"/>
                <a:cs typeface="Times New Roman"/>
              </a:rPr>
              <a:t>ent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98775" y="4389201"/>
            <a:ext cx="6855075" cy="1672908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317754" marR="31111">
              <a:lnSpc>
                <a:spcPts val="2145"/>
              </a:lnSpc>
            </a:pPr>
            <a:r>
              <a:rPr dirty="0" smtClean="0" sz="2000" spc="-2">
                <a:latin typeface="Times New Roman"/>
                <a:cs typeface="Times New Roman"/>
              </a:rPr>
              <a:t>K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n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l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t</a:t>
            </a:r>
            <a:r>
              <a:rPr dirty="0" smtClean="0" sz="2000" spc="-2">
                <a:latin typeface="Times New Roman"/>
                <a:cs typeface="Times New Roman"/>
              </a:rPr>
              <a:t>i</a:t>
            </a:r>
            <a:r>
              <a:rPr dirty="0" smtClean="0" sz="2000" spc="-2">
                <a:latin typeface="Times New Roman"/>
                <a:cs typeface="Times New Roman"/>
              </a:rPr>
              <a:t>d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k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di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lok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sik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n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d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lam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s</a:t>
            </a:r>
            <a:r>
              <a:rPr dirty="0" smtClean="0" sz="2000" spc="-2">
                <a:latin typeface="Times New Roman"/>
                <a:cs typeface="Times New Roman"/>
              </a:rPr>
              <a:t>e</a:t>
            </a:r>
            <a:r>
              <a:rPr dirty="0" smtClean="0" sz="2000" spc="-2">
                <a:latin typeface="Times New Roman"/>
                <a:cs typeface="Times New Roman"/>
              </a:rPr>
              <a:t>l</a:t>
            </a:r>
            <a:r>
              <a:rPr dirty="0" smtClean="0" sz="2000" spc="-2">
                <a:latin typeface="Times New Roman"/>
                <a:cs typeface="Times New Roman"/>
              </a:rPr>
              <a:t>/</a:t>
            </a:r>
            <a:r>
              <a:rPr dirty="0" smtClean="0" sz="2000" spc="-2">
                <a:latin typeface="Times New Roman"/>
                <a:cs typeface="Times New Roman"/>
              </a:rPr>
              <a:t>s</a:t>
            </a:r>
            <a:r>
              <a:rPr dirty="0" smtClean="0" sz="2000" spc="-2">
                <a:latin typeface="Times New Roman"/>
                <a:cs typeface="Times New Roman"/>
              </a:rPr>
              <a:t>e</a:t>
            </a:r>
            <a:r>
              <a:rPr dirty="0" smtClean="0" sz="2000" spc="-2">
                <a:latin typeface="Times New Roman"/>
                <a:cs typeface="Times New Roman"/>
              </a:rPr>
              <a:t>ktor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s</a:t>
            </a:r>
            <a:r>
              <a:rPr dirty="0" smtClean="0" sz="2000" spc="-2">
                <a:latin typeface="Times New Roman"/>
                <a:cs typeface="Times New Roman"/>
              </a:rPr>
              <a:t>e</a:t>
            </a:r>
            <a:r>
              <a:rPr dirty="0" smtClean="0" sz="2000" spc="-2">
                <a:latin typeface="Times New Roman"/>
                <a:cs typeface="Times New Roman"/>
              </a:rPr>
              <a:t>c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r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p</a:t>
            </a:r>
            <a:r>
              <a:rPr dirty="0" smtClean="0" sz="2000" spc="-2">
                <a:latin typeface="Times New Roman"/>
                <a:cs typeface="Times New Roman"/>
              </a:rPr>
              <a:t>e</a:t>
            </a:r>
            <a:r>
              <a:rPr dirty="0" smtClean="0" sz="2000" spc="-2">
                <a:latin typeface="Times New Roman"/>
                <a:cs typeface="Times New Roman"/>
              </a:rPr>
              <a:t>r</a:t>
            </a:r>
            <a:r>
              <a:rPr dirty="0" smtClean="0" sz="2000" spc="-2">
                <a:latin typeface="Times New Roman"/>
                <a:cs typeface="Times New Roman"/>
              </a:rPr>
              <a:t>m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n</a:t>
            </a:r>
            <a:r>
              <a:rPr dirty="0" smtClean="0" sz="2000" spc="-2">
                <a:latin typeface="Times New Roman"/>
                <a:cs typeface="Times New Roman"/>
              </a:rPr>
              <a:t>e</a:t>
            </a:r>
            <a:r>
              <a:rPr dirty="0" smtClean="0" sz="2000" spc="-2">
                <a:latin typeface="Times New Roman"/>
                <a:cs typeface="Times New Roman"/>
              </a:rPr>
              <a:t>n.</a:t>
            </a:r>
            <a:endParaRPr sz="2000">
              <a:latin typeface="Times New Roman"/>
              <a:cs typeface="Times New Roman"/>
            </a:endParaRPr>
          </a:p>
          <a:p>
            <a:pPr marL="317754">
              <a:lnSpc>
                <a:spcPts val="2160"/>
              </a:lnSpc>
              <a:spcBef>
                <a:spcPts val="0"/>
              </a:spcBef>
            </a:pPr>
            <a:r>
              <a:rPr dirty="0" smtClean="0" sz="2000" spc="-1">
                <a:latin typeface="Times New Roman"/>
                <a:cs typeface="Times New Roman"/>
              </a:rPr>
              <a:t>M</a:t>
            </a:r>
            <a:r>
              <a:rPr dirty="0" smtClean="0" sz="2000" spc="-1">
                <a:latin typeface="Times New Roman"/>
                <a:cs typeface="Times New Roman"/>
              </a:rPr>
              <a:t>S</a:t>
            </a:r>
            <a:r>
              <a:rPr dirty="0" smtClean="0" sz="2000" spc="-1">
                <a:latin typeface="Times New Roman"/>
                <a:cs typeface="Times New Roman"/>
              </a:rPr>
              <a:t>C</a:t>
            </a:r>
            <a:r>
              <a:rPr dirty="0" smtClean="0" sz="2000" spc="-1">
                <a:latin typeface="Times New Roman"/>
                <a:cs typeface="Times New Roman"/>
              </a:rPr>
              <a:t> </a:t>
            </a:r>
            <a:r>
              <a:rPr dirty="0" smtClean="0" sz="2000" spc="-1">
                <a:latin typeface="Times New Roman"/>
                <a:cs typeface="Times New Roman"/>
              </a:rPr>
              <a:t>men</a:t>
            </a:r>
            <a:r>
              <a:rPr dirty="0" smtClean="0" sz="2000" spc="-1">
                <a:latin typeface="Times New Roman"/>
                <a:cs typeface="Times New Roman"/>
              </a:rPr>
              <a:t>g</a:t>
            </a:r>
            <a:r>
              <a:rPr dirty="0" smtClean="0" sz="2000" spc="-1">
                <a:latin typeface="Times New Roman"/>
                <a:cs typeface="Times New Roman"/>
              </a:rPr>
              <a:t>a</a:t>
            </a:r>
            <a:r>
              <a:rPr dirty="0" smtClean="0" sz="2000" spc="-1">
                <a:latin typeface="Times New Roman"/>
                <a:cs typeface="Times New Roman"/>
              </a:rPr>
              <a:t>lokasikan</a:t>
            </a:r>
            <a:r>
              <a:rPr dirty="0" smtClean="0" sz="2000" spc="-1">
                <a:latin typeface="Times New Roman"/>
                <a:cs typeface="Times New Roman"/>
              </a:rPr>
              <a:t> </a:t>
            </a:r>
            <a:r>
              <a:rPr dirty="0" smtClean="0" sz="2000" spc="-1">
                <a:latin typeface="Times New Roman"/>
                <a:cs typeface="Times New Roman"/>
              </a:rPr>
              <a:t>k</a:t>
            </a:r>
            <a:r>
              <a:rPr dirty="0" smtClean="0" sz="2000" spc="-1">
                <a:latin typeface="Times New Roman"/>
                <a:cs typeface="Times New Roman"/>
              </a:rPr>
              <a:t>a</a:t>
            </a:r>
            <a:r>
              <a:rPr dirty="0" smtClean="0" sz="2000" spc="-1">
                <a:latin typeface="Times New Roman"/>
                <a:cs typeface="Times New Roman"/>
              </a:rPr>
              <a:t>n</a:t>
            </a:r>
            <a:r>
              <a:rPr dirty="0" smtClean="0" sz="2000" spc="-1">
                <a:latin typeface="Times New Roman"/>
                <a:cs typeface="Times New Roman"/>
              </a:rPr>
              <a:t>a</a:t>
            </a:r>
            <a:r>
              <a:rPr dirty="0" smtClean="0" sz="2000" spc="-1">
                <a:latin typeface="Times New Roman"/>
                <a:cs typeface="Times New Roman"/>
              </a:rPr>
              <a:t>l</a:t>
            </a:r>
            <a:r>
              <a:rPr dirty="0" smtClean="0" sz="2000" spc="-1">
                <a:latin typeface="Times New Roman"/>
                <a:cs typeface="Times New Roman"/>
              </a:rPr>
              <a:t> </a:t>
            </a:r>
            <a:r>
              <a:rPr dirty="0" smtClean="0" sz="2000" spc="-1">
                <a:latin typeface="Times New Roman"/>
                <a:cs typeface="Times New Roman"/>
              </a:rPr>
              <a:t>be</a:t>
            </a:r>
            <a:r>
              <a:rPr dirty="0" smtClean="0" sz="2000" spc="-1">
                <a:latin typeface="Times New Roman"/>
                <a:cs typeface="Times New Roman"/>
              </a:rPr>
              <a:t>r</a:t>
            </a:r>
            <a:r>
              <a:rPr dirty="0" smtClean="0" sz="2000" spc="-1">
                <a:latin typeface="Times New Roman"/>
                <a:cs typeface="Times New Roman"/>
              </a:rPr>
              <a:t>d</a:t>
            </a:r>
            <a:r>
              <a:rPr dirty="0" smtClean="0" sz="2000" spc="-1">
                <a:latin typeface="Times New Roman"/>
                <a:cs typeface="Times New Roman"/>
              </a:rPr>
              <a:t>a</a:t>
            </a:r>
            <a:r>
              <a:rPr dirty="0" smtClean="0" sz="2000" spc="-1">
                <a:latin typeface="Times New Roman"/>
                <a:cs typeface="Times New Roman"/>
              </a:rPr>
              <a:t>sa</a:t>
            </a:r>
            <a:r>
              <a:rPr dirty="0" smtClean="0" sz="2000" spc="-1">
                <a:latin typeface="Times New Roman"/>
                <a:cs typeface="Times New Roman"/>
              </a:rPr>
              <a:t>r</a:t>
            </a:r>
            <a:r>
              <a:rPr dirty="0" smtClean="0" sz="2000" spc="-1">
                <a:latin typeface="Times New Roman"/>
                <a:cs typeface="Times New Roman"/>
              </a:rPr>
              <a:t>k</a:t>
            </a:r>
            <a:r>
              <a:rPr dirty="0" smtClean="0" sz="2000" spc="-1">
                <a:latin typeface="Times New Roman"/>
                <a:cs typeface="Times New Roman"/>
              </a:rPr>
              <a:t>a</a:t>
            </a:r>
            <a:r>
              <a:rPr dirty="0" smtClean="0" sz="2000" spc="-1">
                <a:latin typeface="Times New Roman"/>
                <a:cs typeface="Times New Roman"/>
              </a:rPr>
              <a:t>n</a:t>
            </a:r>
            <a:r>
              <a:rPr dirty="0" smtClean="0" sz="2000" spc="-1">
                <a:latin typeface="Times New Roman"/>
                <a:cs typeface="Times New Roman"/>
              </a:rPr>
              <a:t> </a:t>
            </a:r>
            <a:r>
              <a:rPr dirty="0" smtClean="0" sz="2000" spc="-1">
                <a:latin typeface="Times New Roman"/>
                <a:cs typeface="Times New Roman"/>
              </a:rPr>
              <a:t>:</a:t>
            </a:r>
            <a:r>
              <a:rPr dirty="0" smtClean="0" sz="2000" spc="-1">
                <a:latin typeface="Times New Roman"/>
                <a:cs typeface="Times New Roman"/>
              </a:rPr>
              <a:t> </a:t>
            </a:r>
            <a:r>
              <a:rPr dirty="0" smtClean="0" sz="2000" spc="-1">
                <a:latin typeface="Times New Roman"/>
                <a:cs typeface="Times New Roman"/>
              </a:rPr>
              <a:t>prob</a:t>
            </a:r>
            <a:r>
              <a:rPr dirty="0" smtClean="0" sz="2000" spc="-1">
                <a:latin typeface="Times New Roman"/>
                <a:cs typeface="Times New Roman"/>
              </a:rPr>
              <a:t>a</a:t>
            </a:r>
            <a:r>
              <a:rPr dirty="0" smtClean="0" sz="2000" spc="-1">
                <a:latin typeface="Times New Roman"/>
                <a:cs typeface="Times New Roman"/>
              </a:rPr>
              <a:t>bi</a:t>
            </a:r>
            <a:r>
              <a:rPr dirty="0" smtClean="0" sz="2000" spc="-1">
                <a:latin typeface="Times New Roman"/>
                <a:cs typeface="Times New Roman"/>
              </a:rPr>
              <a:t>l</a:t>
            </a:r>
            <a:r>
              <a:rPr dirty="0" smtClean="0" sz="2000" spc="-1">
                <a:latin typeface="Times New Roman"/>
                <a:cs typeface="Times New Roman"/>
              </a:rPr>
              <a:t>i</a:t>
            </a:r>
            <a:r>
              <a:rPr dirty="0" smtClean="0" sz="2000" spc="-1">
                <a:latin typeface="Times New Roman"/>
                <a:cs typeface="Times New Roman"/>
              </a:rPr>
              <a:t>t</a:t>
            </a:r>
            <a:r>
              <a:rPr dirty="0" smtClean="0" sz="2000" spc="-1">
                <a:latin typeface="Times New Roman"/>
                <a:cs typeface="Times New Roman"/>
              </a:rPr>
              <a:t>a</a:t>
            </a:r>
            <a:r>
              <a:rPr dirty="0" smtClean="0" sz="2000" spc="-1">
                <a:latin typeface="Times New Roman"/>
                <a:cs typeface="Times New Roman"/>
              </a:rPr>
              <a:t>s</a:t>
            </a:r>
            <a:r>
              <a:rPr dirty="0" smtClean="0" sz="2000" spc="-1">
                <a:latin typeface="Times New Roman"/>
                <a:cs typeface="Times New Roman"/>
              </a:rPr>
              <a:t> </a:t>
            </a:r>
            <a:r>
              <a:rPr dirty="0" smtClean="0" sz="2000" spc="-1">
                <a:latin typeface="Times New Roman"/>
                <a:cs typeface="Times New Roman"/>
              </a:rPr>
              <a:t>blocking</a:t>
            </a:r>
            <a:r>
              <a:rPr dirty="0" smtClean="0" sz="2000" spc="-1">
                <a:latin typeface="Times New Roman"/>
                <a:cs typeface="Times New Roman"/>
              </a:rPr>
              <a:t> </a:t>
            </a:r>
            <a:r>
              <a:rPr dirty="0" smtClean="0" sz="2000" spc="-1">
                <a:latin typeface="Times New Roman"/>
                <a:cs typeface="Times New Roman"/>
              </a:rPr>
              <a:t>mend</a:t>
            </a:r>
            <a:r>
              <a:rPr dirty="0" smtClean="0" sz="2000" spc="-1">
                <a:latin typeface="Times New Roman"/>
                <a:cs typeface="Times New Roman"/>
              </a:rPr>
              <a:t>a</a:t>
            </a:r>
            <a:r>
              <a:rPr dirty="0" smtClean="0" sz="2000" spc="-1">
                <a:latin typeface="Times New Roman"/>
                <a:cs typeface="Times New Roman"/>
              </a:rPr>
              <a:t>tang</a:t>
            </a:r>
            <a:r>
              <a:rPr dirty="0" smtClean="0" sz="2000" spc="-1">
                <a:latin typeface="Times New Roman"/>
                <a:cs typeface="Times New Roman"/>
              </a:rPr>
              <a:t> </a:t>
            </a:r>
            <a:r>
              <a:rPr dirty="0" smtClean="0" sz="2000" spc="-1">
                <a:latin typeface="Times New Roman"/>
                <a:cs typeface="Times New Roman"/>
              </a:rPr>
              <a:t>di</a:t>
            </a:r>
            <a:r>
              <a:rPr dirty="0" smtClean="0" sz="2000" spc="-1">
                <a:latin typeface="Times New Roman"/>
                <a:cs typeface="Times New Roman"/>
              </a:rPr>
              <a:t> </a:t>
            </a:r>
            <a:r>
              <a:rPr dirty="0" smtClean="0" sz="2000" spc="-1">
                <a:latin typeface="Times New Roman"/>
                <a:cs typeface="Times New Roman"/>
              </a:rPr>
              <a:t>semua</a:t>
            </a:r>
            <a:r>
              <a:rPr dirty="0" smtClean="0" sz="2000" spc="-1">
                <a:latin typeface="Times New Roman"/>
                <a:cs typeface="Times New Roman"/>
              </a:rPr>
              <a:t> </a:t>
            </a:r>
            <a:r>
              <a:rPr dirty="0" smtClean="0" sz="2000" spc="-1">
                <a:latin typeface="Times New Roman"/>
                <a:cs typeface="Times New Roman"/>
              </a:rPr>
              <a:t>s</a:t>
            </a:r>
            <a:r>
              <a:rPr dirty="0" smtClean="0" sz="2000" spc="-1">
                <a:latin typeface="Times New Roman"/>
                <a:cs typeface="Times New Roman"/>
              </a:rPr>
              <a:t>e</a:t>
            </a:r>
            <a:r>
              <a:rPr dirty="0" smtClean="0" sz="2000" spc="-1">
                <a:latin typeface="Times New Roman"/>
                <a:cs typeface="Times New Roman"/>
              </a:rPr>
              <a:t>l,</a:t>
            </a:r>
            <a:r>
              <a:rPr dirty="0" smtClean="0" sz="2000" spc="-1">
                <a:latin typeface="Times New Roman"/>
                <a:cs typeface="Times New Roman"/>
              </a:rPr>
              <a:t> </a:t>
            </a:r>
            <a:r>
              <a:rPr dirty="0" smtClean="0" sz="2000" spc="-1">
                <a:latin typeface="Times New Roman"/>
                <a:cs typeface="Times New Roman"/>
              </a:rPr>
              <a:t>ja</a:t>
            </a:r>
            <a:r>
              <a:rPr dirty="0" smtClean="0" sz="2000" spc="-1">
                <a:latin typeface="Times New Roman"/>
                <a:cs typeface="Times New Roman"/>
              </a:rPr>
              <a:t>r</a:t>
            </a:r>
            <a:r>
              <a:rPr dirty="0" smtClean="0" sz="2000" spc="-1">
                <a:latin typeface="Times New Roman"/>
                <a:cs typeface="Times New Roman"/>
              </a:rPr>
              <a:t>a</a:t>
            </a:r>
            <a:r>
              <a:rPr dirty="0" smtClean="0" sz="2000" spc="-1">
                <a:latin typeface="Times New Roman"/>
                <a:cs typeface="Times New Roman"/>
              </a:rPr>
              <a:t>k</a:t>
            </a:r>
            <a:r>
              <a:rPr dirty="0" smtClean="0" sz="2000" spc="-1">
                <a:latin typeface="Times New Roman"/>
                <a:cs typeface="Times New Roman"/>
              </a:rPr>
              <a:t> </a:t>
            </a:r>
            <a:r>
              <a:rPr dirty="0" smtClean="0" sz="2000" spc="-1">
                <a:latin typeface="Times New Roman"/>
                <a:cs typeface="Times New Roman"/>
              </a:rPr>
              <a:t>r</a:t>
            </a:r>
            <a:r>
              <a:rPr dirty="0" smtClean="0" sz="2000" spc="-1">
                <a:latin typeface="Times New Roman"/>
                <a:cs typeface="Times New Roman"/>
              </a:rPr>
              <a:t>e</a:t>
            </a:r>
            <a:r>
              <a:rPr dirty="0" smtClean="0" sz="2000" spc="-1">
                <a:latin typeface="Times New Roman"/>
                <a:cs typeface="Times New Roman"/>
              </a:rPr>
              <a:t>us</a:t>
            </a:r>
            <a:r>
              <a:rPr dirty="0" smtClean="0" sz="2000" spc="-1">
                <a:latin typeface="Times New Roman"/>
                <a:cs typeface="Times New Roman"/>
              </a:rPr>
              <a:t>e</a:t>
            </a:r>
            <a:r>
              <a:rPr dirty="0" smtClean="0" sz="2000" spc="-1">
                <a:latin typeface="Times New Roman"/>
                <a:cs typeface="Times New Roman"/>
              </a:rPr>
              <a:t>,C</a:t>
            </a:r>
            <a:r>
              <a:rPr dirty="0" smtClean="0" sz="2000" spc="-1">
                <a:latin typeface="Times New Roman"/>
                <a:cs typeface="Times New Roman"/>
              </a:rPr>
              <a:t>/</a:t>
            </a:r>
            <a:r>
              <a:rPr dirty="0" smtClean="0" sz="2000" spc="-1">
                <a:latin typeface="Times New Roman"/>
                <a:cs typeface="Times New Roman"/>
              </a:rPr>
              <a:t>I</a:t>
            </a:r>
            <a:r>
              <a:rPr dirty="0" smtClean="0" sz="2000" spc="-1">
                <a:latin typeface="Times New Roman"/>
                <a:cs typeface="Times New Roman"/>
              </a:rPr>
              <a:t>,</a:t>
            </a:r>
            <a:r>
              <a:rPr dirty="0" smtClean="0" sz="2000" spc="-1">
                <a:latin typeface="Times New Roman"/>
                <a:cs typeface="Times New Roman"/>
              </a:rPr>
              <a:t> </a:t>
            </a:r>
            <a:r>
              <a:rPr dirty="0" smtClean="0" sz="2000" spc="-1">
                <a:latin typeface="Times New Roman"/>
                <a:cs typeface="Times New Roman"/>
              </a:rPr>
              <a:t> </a:t>
            </a:r>
            <a:r>
              <a:rPr dirty="0" smtClean="0" sz="2000" spc="-1" i="1">
                <a:latin typeface="Times New Roman"/>
                <a:cs typeface="Times New Roman"/>
              </a:rPr>
              <a:t>c</a:t>
            </a:r>
            <a:r>
              <a:rPr dirty="0" smtClean="0" sz="2000" spc="-1" i="1">
                <a:latin typeface="Times New Roman"/>
                <a:cs typeface="Times New Roman"/>
              </a:rPr>
              <a:t>ost</a:t>
            </a:r>
            <a:r>
              <a:rPr dirty="0" smtClean="0" sz="2000" spc="-1" i="1">
                <a:latin typeface="Times New Roman"/>
                <a:cs typeface="Times New Roman"/>
              </a:rPr>
              <a:t> </a:t>
            </a:r>
            <a:r>
              <a:rPr dirty="0" smtClean="0" sz="2000" spc="-1" i="1">
                <a:latin typeface="Times New Roman"/>
                <a:cs typeface="Times New Roman"/>
              </a:rPr>
              <a:t>factor</a:t>
            </a:r>
            <a:r>
              <a:rPr dirty="0" smtClean="0" sz="2000" spc="-1" i="1">
                <a:latin typeface="Times New Roman"/>
                <a:cs typeface="Times New Roman"/>
              </a:rPr>
              <a:t> </a:t>
            </a:r>
            <a:r>
              <a:rPr dirty="0" smtClean="0" sz="2000" spc="-1">
                <a:latin typeface="Times New Roman"/>
                <a:cs typeface="Times New Roman"/>
              </a:rPr>
              <a:t>,</a:t>
            </a:r>
            <a:r>
              <a:rPr dirty="0" smtClean="0" sz="2000" spc="-1">
                <a:latin typeface="Times New Roman"/>
                <a:cs typeface="Times New Roman"/>
              </a:rPr>
              <a:t> </a:t>
            </a:r>
            <a:r>
              <a:rPr dirty="0" smtClean="0" sz="2000" spc="-1">
                <a:latin typeface="Times New Roman"/>
                <a:cs typeface="Times New Roman"/>
              </a:rPr>
              <a:t>dsb</a:t>
            </a:r>
            <a:r>
              <a:rPr dirty="0" smtClean="0" sz="2000" spc="-1">
                <a:latin typeface="Times New Roman"/>
                <a:cs typeface="Times New Roman"/>
              </a:rPr>
              <a:t> </a:t>
            </a:r>
            <a:r>
              <a:rPr dirty="0" smtClean="0" sz="2000" spc="-1" b="1">
                <a:latin typeface="Times New Roman"/>
                <a:cs typeface="Times New Roman"/>
              </a:rPr>
              <a:t>m</a:t>
            </a:r>
            <a:r>
              <a:rPr dirty="0" smtClean="0" sz="2000" spc="-1" b="1">
                <a:latin typeface="Times New Roman"/>
                <a:cs typeface="Times New Roman"/>
              </a:rPr>
              <a:t>e</a:t>
            </a:r>
            <a:r>
              <a:rPr dirty="0" smtClean="0" sz="2000" spc="-1" b="1">
                <a:latin typeface="Times New Roman"/>
                <a:cs typeface="Times New Roman"/>
              </a:rPr>
              <a:t>n</a:t>
            </a:r>
            <a:r>
              <a:rPr dirty="0" smtClean="0" sz="2000" spc="-1" b="1">
                <a:latin typeface="Times New Roman"/>
                <a:cs typeface="Times New Roman"/>
              </a:rPr>
              <a:t>i</a:t>
            </a:r>
            <a:r>
              <a:rPr dirty="0" smtClean="0" sz="2000" spc="-1" b="1">
                <a:latin typeface="Times New Roman"/>
                <a:cs typeface="Times New Roman"/>
              </a:rPr>
              <a:t>n</a:t>
            </a:r>
            <a:r>
              <a:rPr dirty="0" smtClean="0" sz="2000" spc="-1" b="1">
                <a:latin typeface="Times New Roman"/>
                <a:cs typeface="Times New Roman"/>
              </a:rPr>
              <a:t>gkatkan</a:t>
            </a:r>
            <a:r>
              <a:rPr dirty="0" smtClean="0" sz="2000" spc="-1" b="1">
                <a:latin typeface="Times New Roman"/>
                <a:cs typeface="Times New Roman"/>
              </a:rPr>
              <a:t> </a:t>
            </a:r>
            <a:r>
              <a:rPr dirty="0" smtClean="0" sz="2000" spc="-1" b="1">
                <a:latin typeface="Times New Roman"/>
                <a:cs typeface="Times New Roman"/>
              </a:rPr>
              <a:t>k</a:t>
            </a:r>
            <a:r>
              <a:rPr dirty="0" smtClean="0" sz="2000" spc="-1" b="1">
                <a:latin typeface="Times New Roman"/>
                <a:cs typeface="Times New Roman"/>
              </a:rPr>
              <a:t>o</a:t>
            </a:r>
            <a:r>
              <a:rPr dirty="0" smtClean="0" sz="2000" spc="-1" b="1">
                <a:latin typeface="Times New Roman"/>
                <a:cs typeface="Times New Roman"/>
              </a:rPr>
              <a:t>m</a:t>
            </a:r>
            <a:r>
              <a:rPr dirty="0" smtClean="0" sz="2000" spc="-1" b="1">
                <a:latin typeface="Times New Roman"/>
                <a:cs typeface="Times New Roman"/>
              </a:rPr>
              <a:t>p</a:t>
            </a:r>
            <a:r>
              <a:rPr dirty="0" smtClean="0" sz="2000" spc="-1" b="1">
                <a:latin typeface="Times New Roman"/>
                <a:cs typeface="Times New Roman"/>
              </a:rPr>
              <a:t>leksitas</a:t>
            </a:r>
            <a:r>
              <a:rPr dirty="0" smtClean="0" sz="2000" spc="-1" b="1">
                <a:latin typeface="Times New Roman"/>
                <a:cs typeface="Times New Roman"/>
              </a:rPr>
              <a:t> </a:t>
            </a:r>
            <a:r>
              <a:rPr dirty="0" smtClean="0" sz="2000" spc="-1" b="1">
                <a:latin typeface="Times New Roman"/>
                <a:cs typeface="Times New Roman"/>
              </a:rPr>
              <a:t>sist</a:t>
            </a:r>
            <a:r>
              <a:rPr dirty="0" smtClean="0" sz="2000" spc="-1" b="1">
                <a:latin typeface="Times New Roman"/>
                <a:cs typeface="Times New Roman"/>
              </a:rPr>
              <a:t>e</a:t>
            </a:r>
            <a:r>
              <a:rPr dirty="0" smtClean="0" sz="2000" spc="-1" b="1">
                <a:latin typeface="Times New Roman"/>
                <a:cs typeface="Times New Roman"/>
              </a:rPr>
              <a:t>m</a:t>
            </a:r>
            <a:r>
              <a:rPr dirty="0" smtClean="0" sz="2000" spc="-1" b="1">
                <a:latin typeface="Times New Roman"/>
                <a:cs typeface="Times New Roman"/>
              </a:rPr>
              <a:t> </a:t>
            </a:r>
            <a:r>
              <a:rPr dirty="0" smtClean="0" sz="2000" spc="-1" b="1">
                <a:latin typeface="Times New Roman"/>
                <a:cs typeface="Times New Roman"/>
              </a:rPr>
              <a:t>!</a:t>
            </a:r>
            <a:r>
              <a:rPr dirty="0" smtClean="0" sz="2000" spc="-1" b="1">
                <a:latin typeface="Times New Roman"/>
                <a:cs typeface="Times New Roman"/>
              </a:rPr>
              <a:t>!</a:t>
            </a:r>
            <a:endParaRPr sz="2000">
              <a:latin typeface="Times New Roman"/>
              <a:cs typeface="Times New Roman"/>
            </a:endParaRPr>
          </a:p>
          <a:p>
            <a:pPr marL="12700" marR="31111">
              <a:lnSpc>
                <a:spcPts val="2120"/>
              </a:lnSpc>
              <a:spcBef>
                <a:spcPts val="506"/>
              </a:spcBef>
            </a:pPr>
            <a:r>
              <a:rPr dirty="0" smtClean="0" sz="2000" spc="-1" b="1">
                <a:latin typeface="Times New Roman"/>
                <a:cs typeface="Times New Roman"/>
              </a:rPr>
              <a:t>c</a:t>
            </a:r>
            <a:r>
              <a:rPr dirty="0" smtClean="0" sz="2000" spc="-1" b="1">
                <a:latin typeface="Times New Roman"/>
                <a:cs typeface="Times New Roman"/>
              </a:rPr>
              <a:t>.</a:t>
            </a:r>
            <a:r>
              <a:rPr dirty="0" smtClean="0" sz="2000" spc="-1" b="1">
                <a:latin typeface="Times New Roman"/>
                <a:cs typeface="Times New Roman"/>
              </a:rPr>
              <a:t> </a:t>
            </a:r>
            <a:r>
              <a:rPr dirty="0" smtClean="0" sz="2000" spc="-1" b="1">
                <a:latin typeface="Times New Roman"/>
                <a:cs typeface="Times New Roman"/>
              </a:rPr>
              <a:t>O</a:t>
            </a:r>
            <a:r>
              <a:rPr dirty="0" smtClean="0" sz="2000" spc="-1" b="1">
                <a:latin typeface="Times New Roman"/>
                <a:cs typeface="Times New Roman"/>
              </a:rPr>
              <a:t>the</a:t>
            </a:r>
            <a:r>
              <a:rPr dirty="0" smtClean="0" sz="2000" spc="-1" b="1">
                <a:latin typeface="Times New Roman"/>
                <a:cs typeface="Times New Roman"/>
              </a:rPr>
              <a:t>r</a:t>
            </a:r>
            <a:r>
              <a:rPr dirty="0" smtClean="0" sz="2000" spc="-1" b="1">
                <a:latin typeface="Times New Roman"/>
                <a:cs typeface="Times New Roman"/>
              </a:rPr>
              <a:t>s</a:t>
            </a:r>
            <a:r>
              <a:rPr dirty="0" smtClean="0" sz="2000" spc="-1" b="1">
                <a:latin typeface="Times New Roman"/>
                <a:cs typeface="Times New Roman"/>
              </a:rPr>
              <a:t> </a:t>
            </a:r>
            <a:r>
              <a:rPr dirty="0" smtClean="0" sz="2000" spc="-1" b="1">
                <a:latin typeface="Times New Roman"/>
                <a:cs typeface="Times New Roman"/>
              </a:rPr>
              <a:t>:</a:t>
            </a:r>
            <a:r>
              <a:rPr dirty="0" smtClean="0" sz="2000" spc="-1" b="1">
                <a:latin typeface="Times New Roman"/>
                <a:cs typeface="Times New Roman"/>
              </a:rPr>
              <a:t> </a:t>
            </a:r>
            <a:r>
              <a:rPr dirty="0" smtClean="0" sz="2000" spc="-1" b="1">
                <a:latin typeface="Times New Roman"/>
                <a:cs typeface="Times New Roman"/>
              </a:rPr>
              <a:t> </a:t>
            </a:r>
            <a:r>
              <a:rPr dirty="0" smtClean="0" sz="2000" spc="-1">
                <a:latin typeface="Times New Roman"/>
                <a:cs typeface="Times New Roman"/>
              </a:rPr>
              <a:t>h</a:t>
            </a:r>
            <a:r>
              <a:rPr dirty="0" smtClean="0" sz="2000" spc="-1">
                <a:latin typeface="Times New Roman"/>
                <a:cs typeface="Times New Roman"/>
              </a:rPr>
              <a:t>y</a:t>
            </a:r>
            <a:r>
              <a:rPr dirty="0" smtClean="0" sz="2000" spc="-1">
                <a:latin typeface="Times New Roman"/>
                <a:cs typeface="Times New Roman"/>
              </a:rPr>
              <a:t>brid</a:t>
            </a:r>
            <a:r>
              <a:rPr dirty="0" smtClean="0" sz="2000" spc="-1">
                <a:latin typeface="Times New Roman"/>
                <a:cs typeface="Times New Roman"/>
              </a:rPr>
              <a:t> </a:t>
            </a:r>
            <a:r>
              <a:rPr dirty="0" smtClean="0" sz="2000" spc="-1">
                <a:latin typeface="Times New Roman"/>
                <a:cs typeface="Times New Roman"/>
              </a:rPr>
              <a:t>kedua</a:t>
            </a:r>
            <a:r>
              <a:rPr dirty="0" smtClean="0" sz="2000" spc="-1">
                <a:latin typeface="Times New Roman"/>
                <a:cs typeface="Times New Roman"/>
              </a:rPr>
              <a:t> </a:t>
            </a:r>
            <a:r>
              <a:rPr dirty="0" smtClean="0" sz="2000" spc="-1">
                <a:latin typeface="Times New Roman"/>
                <a:cs typeface="Times New Roman"/>
              </a:rPr>
              <a:t>hal</a:t>
            </a:r>
            <a:r>
              <a:rPr dirty="0" smtClean="0" sz="2000" spc="-1">
                <a:latin typeface="Times New Roman"/>
                <a:cs typeface="Times New Roman"/>
              </a:rPr>
              <a:t> </a:t>
            </a:r>
            <a:r>
              <a:rPr dirty="0" smtClean="0" sz="2000" spc="-1">
                <a:latin typeface="Times New Roman"/>
                <a:cs typeface="Times New Roman"/>
              </a:rPr>
              <a:t>d</a:t>
            </a:r>
            <a:r>
              <a:rPr dirty="0" smtClean="0" sz="2000" spc="-1">
                <a:latin typeface="Times New Roman"/>
                <a:cs typeface="Times New Roman"/>
              </a:rPr>
              <a:t>i</a:t>
            </a:r>
            <a:r>
              <a:rPr dirty="0" smtClean="0" sz="2000" spc="-1">
                <a:latin typeface="Times New Roman"/>
                <a:cs typeface="Times New Roman"/>
              </a:rPr>
              <a:t>atas,</a:t>
            </a:r>
            <a:r>
              <a:rPr dirty="0" smtClean="0" sz="2000" spc="-1">
                <a:latin typeface="Times New Roman"/>
                <a:cs typeface="Times New Roman"/>
              </a:rPr>
              <a:t> </a:t>
            </a:r>
            <a:r>
              <a:rPr dirty="0" smtClean="0" sz="2000" spc="-1" i="1">
                <a:latin typeface="Times New Roman"/>
                <a:cs typeface="Times New Roman"/>
              </a:rPr>
              <a:t>schedu</a:t>
            </a:r>
            <a:r>
              <a:rPr dirty="0" smtClean="0" sz="2000" spc="-1" i="1">
                <a:latin typeface="Times New Roman"/>
                <a:cs typeface="Times New Roman"/>
              </a:rPr>
              <a:t>l</a:t>
            </a:r>
            <a:r>
              <a:rPr dirty="0" smtClean="0" sz="2000" spc="-1" i="1">
                <a:latin typeface="Times New Roman"/>
                <a:cs typeface="Times New Roman"/>
              </a:rPr>
              <a:t>i</a:t>
            </a:r>
            <a:r>
              <a:rPr dirty="0" smtClean="0" sz="2000" spc="-1" i="1">
                <a:latin typeface="Times New Roman"/>
                <a:cs typeface="Times New Roman"/>
              </a:rPr>
              <a:t>n</a:t>
            </a:r>
            <a:r>
              <a:rPr dirty="0" smtClean="0" sz="2000" spc="-1" i="1">
                <a:latin typeface="Times New Roman"/>
                <a:cs typeface="Times New Roman"/>
              </a:rPr>
              <a:t>g</a:t>
            </a:r>
            <a:r>
              <a:rPr dirty="0" smtClean="0" sz="2000" spc="-1">
                <a:latin typeface="Times New Roman"/>
                <a:cs typeface="Times New Roman"/>
              </a:rPr>
              <a:t>,</a:t>
            </a:r>
            <a:r>
              <a:rPr dirty="0" smtClean="0" sz="2000" spc="-1">
                <a:latin typeface="Times New Roman"/>
                <a:cs typeface="Times New Roman"/>
              </a:rPr>
              <a:t> </a:t>
            </a:r>
            <a:r>
              <a:rPr dirty="0" smtClean="0" sz="2000" spc="-1" i="1">
                <a:latin typeface="Times New Roman"/>
                <a:cs typeface="Times New Roman"/>
              </a:rPr>
              <a:t>p</a:t>
            </a:r>
            <a:r>
              <a:rPr dirty="0" smtClean="0" sz="2000" spc="-1" i="1">
                <a:latin typeface="Times New Roman"/>
                <a:cs typeface="Times New Roman"/>
              </a:rPr>
              <a:t>r</a:t>
            </a:r>
            <a:r>
              <a:rPr dirty="0" smtClean="0" sz="2000" spc="-1" i="1">
                <a:latin typeface="Times New Roman"/>
                <a:cs typeface="Times New Roman"/>
              </a:rPr>
              <a:t>edict</a:t>
            </a:r>
            <a:r>
              <a:rPr dirty="0" smtClean="0" sz="2000" spc="-1" i="1">
                <a:latin typeface="Times New Roman"/>
                <a:cs typeface="Times New Roman"/>
              </a:rPr>
              <a:t>i</a:t>
            </a:r>
            <a:r>
              <a:rPr dirty="0" smtClean="0" sz="2000" spc="-1" i="1">
                <a:latin typeface="Times New Roman"/>
                <a:cs typeface="Times New Roman"/>
              </a:rPr>
              <a:t>o</a:t>
            </a:r>
            <a:r>
              <a:rPr dirty="0" smtClean="0" sz="2000" spc="-1" i="1">
                <a:latin typeface="Times New Roman"/>
                <a:cs typeface="Times New Roman"/>
              </a:rPr>
              <a:t>n</a:t>
            </a:r>
            <a:r>
              <a:rPr dirty="0" smtClean="0" sz="2000" spc="-1">
                <a:latin typeface="Times New Roman"/>
                <a:cs typeface="Times New Roman"/>
              </a:rPr>
              <a:t>,</a:t>
            </a:r>
            <a:endParaRPr sz="2000">
              <a:latin typeface="Times New Roman"/>
              <a:cs typeface="Times New Roman"/>
            </a:endParaRPr>
          </a:p>
          <a:p>
            <a:pPr marL="300100" marR="31111">
              <a:lnSpc>
                <a:spcPts val="1860"/>
              </a:lnSpc>
            </a:pPr>
            <a:r>
              <a:rPr dirty="0" smtClean="0" sz="2000" spc="0" i="1">
                <a:latin typeface="Times New Roman"/>
                <a:cs typeface="Times New Roman"/>
              </a:rPr>
              <a:t>pr</a:t>
            </a:r>
            <a:r>
              <a:rPr dirty="0" smtClean="0" sz="2000" spc="0" i="1">
                <a:latin typeface="Times New Roman"/>
                <a:cs typeface="Times New Roman"/>
              </a:rPr>
              <a:t>i</a:t>
            </a:r>
            <a:r>
              <a:rPr dirty="0" smtClean="0" sz="2000" spc="0" i="1">
                <a:latin typeface="Times New Roman"/>
                <a:cs typeface="Times New Roman"/>
              </a:rPr>
              <a:t>or</a:t>
            </a:r>
            <a:r>
              <a:rPr dirty="0" smtClean="0" sz="2000" spc="0" i="1">
                <a:latin typeface="Times New Roman"/>
                <a:cs typeface="Times New Roman"/>
              </a:rPr>
              <a:t>i</a:t>
            </a:r>
            <a:r>
              <a:rPr dirty="0" smtClean="0" sz="2000" spc="0" i="1">
                <a:latin typeface="Times New Roman"/>
                <a:cs typeface="Times New Roman"/>
              </a:rPr>
              <a:t>t</a:t>
            </a:r>
            <a:r>
              <a:rPr dirty="0" smtClean="0" sz="2000" spc="0" i="1">
                <a:latin typeface="Times New Roman"/>
                <a:cs typeface="Times New Roman"/>
              </a:rPr>
              <a:t>i</a:t>
            </a:r>
            <a:r>
              <a:rPr dirty="0" smtClean="0" sz="2000" spc="0" i="1">
                <a:latin typeface="Times New Roman"/>
                <a:cs typeface="Times New Roman"/>
              </a:rPr>
              <a:t>sa</a:t>
            </a:r>
            <a:r>
              <a:rPr dirty="0" smtClean="0" sz="2000" spc="0" i="1">
                <a:latin typeface="Times New Roman"/>
                <a:cs typeface="Times New Roman"/>
              </a:rPr>
              <a:t>t</a:t>
            </a:r>
            <a:r>
              <a:rPr dirty="0" smtClean="0" sz="2000" spc="0" i="1">
                <a:latin typeface="Times New Roman"/>
                <a:cs typeface="Times New Roman"/>
              </a:rPr>
              <a:t>i</a:t>
            </a:r>
            <a:r>
              <a:rPr dirty="0" smtClean="0" sz="2000" spc="0" i="1">
                <a:latin typeface="Times New Roman"/>
                <a:cs typeface="Times New Roman"/>
              </a:rPr>
              <a:t>on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1140" y="6472848"/>
            <a:ext cx="5475228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o</a:t>
            </a:r>
            <a:r>
              <a:rPr dirty="0" smtClean="0" sz="1800" spc="0" b="1">
                <a:latin typeface="Georgia"/>
                <a:cs typeface="Georgia"/>
              </a:rPr>
              <a:t>d</a:t>
            </a:r>
            <a:r>
              <a:rPr dirty="0" smtClean="0" sz="1800" spc="0" b="1">
                <a:latin typeface="Georgia"/>
                <a:cs typeface="Georgia"/>
              </a:rPr>
              <a:t>ul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3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S</a:t>
            </a:r>
            <a:r>
              <a:rPr dirty="0" smtClean="0" sz="1800" spc="0" b="1">
                <a:latin typeface="Georgia"/>
                <a:cs typeface="Georgia"/>
              </a:rPr>
              <a:t>istem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K</a:t>
            </a:r>
            <a:r>
              <a:rPr dirty="0" smtClean="0" sz="1800" spc="0" b="1">
                <a:latin typeface="Georgia"/>
                <a:cs typeface="Georgia"/>
              </a:rPr>
              <a:t>o</a:t>
            </a: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unik</a:t>
            </a:r>
            <a:r>
              <a:rPr dirty="0" smtClean="0" sz="1800" spc="0" b="1">
                <a:latin typeface="Georgia"/>
                <a:cs typeface="Georgia"/>
              </a:rPr>
              <a:t>a</a:t>
            </a:r>
            <a:r>
              <a:rPr dirty="0" smtClean="0" sz="1800" spc="0" b="1">
                <a:latin typeface="Georgia"/>
                <a:cs typeface="Georgia"/>
              </a:rPr>
              <a:t>si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B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r>
              <a:rPr dirty="0" smtClean="0" sz="1800" spc="0" b="1">
                <a:latin typeface="Georgia"/>
                <a:cs typeface="Georgia"/>
              </a:rPr>
              <a:t>g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r>
              <a:rPr dirty="0" smtClean="0" sz="1800" spc="0" b="1">
                <a:latin typeface="Georgia"/>
                <a:cs typeface="Georgia"/>
              </a:rPr>
              <a:t>a</a:t>
            </a:r>
            <a:r>
              <a:rPr dirty="0" smtClean="0" sz="1800" spc="0" b="1">
                <a:latin typeface="Georgia"/>
                <a:cs typeface="Georgia"/>
              </a:rPr>
              <a:t>k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S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lul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464040" y="6472848"/>
            <a:ext cx="327873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-4" b="1">
                <a:latin typeface="Georgia"/>
                <a:cs typeface="Georgia"/>
              </a:rPr>
              <a:t>37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304800" y="2362200"/>
            <a:ext cx="9372600" cy="650239"/>
          </a:xfrm>
          <a:prstGeom prst="rect">
            <a:avLst/>
          </a:prstGeom>
        </p:spPr>
        <p:txBody>
          <a:bodyPr wrap="square" lIns="0" tIns="25400" rIns="0" bIns="0" rtlCol="0">
            <a:noAutofit/>
          </a:bodyPr>
          <a:lstStyle/>
          <a:p>
            <a:pPr marL="91439">
              <a:lnSpc>
                <a:spcPct val="95825"/>
              </a:lnSpc>
            </a:pPr>
            <a:r>
              <a:rPr dirty="0" smtClean="0" sz="2000" spc="5">
                <a:latin typeface="Times New Roman"/>
                <a:cs typeface="Times New Roman"/>
              </a:rPr>
              <a:t>Ada</a:t>
            </a:r>
            <a:r>
              <a:rPr dirty="0" smtClean="0" sz="2000" spc="5">
                <a:latin typeface="Times New Roman"/>
                <a:cs typeface="Times New Roman"/>
              </a:rPr>
              <a:t> </a:t>
            </a:r>
            <a:r>
              <a:rPr dirty="0" smtClean="0" sz="2000" spc="5">
                <a:latin typeface="Times New Roman"/>
                <a:cs typeface="Times New Roman"/>
              </a:rPr>
              <a:t>b</a:t>
            </a:r>
            <a:r>
              <a:rPr dirty="0" smtClean="0" sz="2000" spc="5">
                <a:latin typeface="Times New Roman"/>
                <a:cs typeface="Times New Roman"/>
              </a:rPr>
              <a:t>e</a:t>
            </a:r>
            <a:r>
              <a:rPr dirty="0" smtClean="0" sz="2000" spc="5">
                <a:latin typeface="Times New Roman"/>
                <a:cs typeface="Times New Roman"/>
              </a:rPr>
              <a:t>rm</a:t>
            </a:r>
            <a:r>
              <a:rPr dirty="0" smtClean="0" sz="2000" spc="5">
                <a:latin typeface="Times New Roman"/>
                <a:cs typeface="Times New Roman"/>
              </a:rPr>
              <a:t>a</a:t>
            </a:r>
            <a:r>
              <a:rPr dirty="0" smtClean="0" sz="2000" spc="5">
                <a:latin typeface="Times New Roman"/>
                <a:cs typeface="Times New Roman"/>
              </a:rPr>
              <a:t>c</a:t>
            </a:r>
            <a:r>
              <a:rPr dirty="0" smtClean="0" sz="2000" spc="5">
                <a:latin typeface="Times New Roman"/>
                <a:cs typeface="Times New Roman"/>
              </a:rPr>
              <a:t>a</a:t>
            </a:r>
            <a:r>
              <a:rPr dirty="0" smtClean="0" sz="2000" spc="5">
                <a:latin typeface="Times New Roman"/>
                <a:cs typeface="Times New Roman"/>
              </a:rPr>
              <a:t>m</a:t>
            </a:r>
            <a:r>
              <a:rPr dirty="0" smtClean="0" sz="2000" spc="5">
                <a:latin typeface="Times New Roman"/>
                <a:cs typeface="Times New Roman"/>
              </a:rPr>
              <a:t>-</a:t>
            </a:r>
            <a:r>
              <a:rPr dirty="0" smtClean="0" sz="2000" spc="5">
                <a:latin typeface="Times New Roman"/>
                <a:cs typeface="Times New Roman"/>
              </a:rPr>
              <a:t>ma</a:t>
            </a:r>
            <a:r>
              <a:rPr dirty="0" smtClean="0" sz="2000" spc="5">
                <a:latin typeface="Times New Roman"/>
                <a:cs typeface="Times New Roman"/>
              </a:rPr>
              <a:t>c</a:t>
            </a:r>
            <a:r>
              <a:rPr dirty="0" smtClean="0" sz="2000" spc="5">
                <a:latin typeface="Times New Roman"/>
                <a:cs typeface="Times New Roman"/>
              </a:rPr>
              <a:t>a</a:t>
            </a:r>
            <a:r>
              <a:rPr dirty="0" smtClean="0" sz="2000" spc="5">
                <a:latin typeface="Times New Roman"/>
                <a:cs typeface="Times New Roman"/>
              </a:rPr>
              <a:t>m</a:t>
            </a:r>
            <a:r>
              <a:rPr dirty="0" smtClean="0" sz="2000" spc="5">
                <a:latin typeface="Times New Roman"/>
                <a:cs typeface="Times New Roman"/>
              </a:rPr>
              <a:t> </a:t>
            </a:r>
            <a:r>
              <a:rPr dirty="0" smtClean="0" sz="2000" spc="5">
                <a:latin typeface="Times New Roman"/>
                <a:cs typeface="Times New Roman"/>
              </a:rPr>
              <a:t>sk</a:t>
            </a:r>
            <a:r>
              <a:rPr dirty="0" smtClean="0" sz="2000" spc="5">
                <a:latin typeface="Times New Roman"/>
                <a:cs typeface="Times New Roman"/>
              </a:rPr>
              <a:t>e</a:t>
            </a:r>
            <a:r>
              <a:rPr dirty="0" smtClean="0" sz="2000" spc="5">
                <a:latin typeface="Times New Roman"/>
                <a:cs typeface="Times New Roman"/>
              </a:rPr>
              <a:t>ma</a:t>
            </a:r>
            <a:r>
              <a:rPr dirty="0" smtClean="0" sz="2000" spc="5">
                <a:latin typeface="Times New Roman"/>
                <a:cs typeface="Times New Roman"/>
              </a:rPr>
              <a:t> </a:t>
            </a:r>
            <a:r>
              <a:rPr dirty="0" smtClean="0" sz="2000" spc="5">
                <a:latin typeface="Times New Roman"/>
                <a:cs typeface="Times New Roman"/>
              </a:rPr>
              <a:t>a</a:t>
            </a:r>
            <a:r>
              <a:rPr dirty="0" smtClean="0" sz="2000" spc="5">
                <a:latin typeface="Times New Roman"/>
                <a:cs typeface="Times New Roman"/>
              </a:rPr>
              <a:t>l</a:t>
            </a:r>
            <a:r>
              <a:rPr dirty="0" smtClean="0" sz="2000" spc="5">
                <a:latin typeface="Times New Roman"/>
                <a:cs typeface="Times New Roman"/>
              </a:rPr>
              <a:t>g</a:t>
            </a:r>
            <a:r>
              <a:rPr dirty="0" smtClean="0" sz="2000" spc="5">
                <a:latin typeface="Times New Roman"/>
                <a:cs typeface="Times New Roman"/>
              </a:rPr>
              <a:t>orit</a:t>
            </a:r>
            <a:r>
              <a:rPr dirty="0" smtClean="0" sz="2000" spc="5">
                <a:latin typeface="Times New Roman"/>
                <a:cs typeface="Times New Roman"/>
              </a:rPr>
              <a:t>m</a:t>
            </a:r>
            <a:r>
              <a:rPr dirty="0" smtClean="0" sz="2000" spc="5">
                <a:latin typeface="Times New Roman"/>
                <a:cs typeface="Times New Roman"/>
              </a:rPr>
              <a:t>a</a:t>
            </a:r>
            <a:r>
              <a:rPr dirty="0" smtClean="0" sz="2000" spc="5">
                <a:latin typeface="Times New Roman"/>
                <a:cs typeface="Times New Roman"/>
              </a:rPr>
              <a:t> </a:t>
            </a:r>
            <a:r>
              <a:rPr dirty="0" smtClean="0" sz="2000" spc="5">
                <a:latin typeface="Times New Roman"/>
                <a:cs typeface="Times New Roman"/>
              </a:rPr>
              <a:t>p</a:t>
            </a:r>
            <a:r>
              <a:rPr dirty="0" smtClean="0" sz="2000" spc="5">
                <a:latin typeface="Times New Roman"/>
                <a:cs typeface="Times New Roman"/>
              </a:rPr>
              <a:t>e</a:t>
            </a:r>
            <a:r>
              <a:rPr dirty="0" smtClean="0" sz="2000" spc="5">
                <a:latin typeface="Times New Roman"/>
                <a:cs typeface="Times New Roman"/>
              </a:rPr>
              <a:t>n</a:t>
            </a:r>
            <a:r>
              <a:rPr dirty="0" smtClean="0" sz="2000" spc="5">
                <a:latin typeface="Times New Roman"/>
                <a:cs typeface="Times New Roman"/>
              </a:rPr>
              <a:t>g</a:t>
            </a:r>
            <a:r>
              <a:rPr dirty="0" smtClean="0" sz="2000" spc="5">
                <a:latin typeface="Times New Roman"/>
                <a:cs typeface="Times New Roman"/>
              </a:rPr>
              <a:t>a</a:t>
            </a:r>
            <a:r>
              <a:rPr dirty="0" smtClean="0" sz="2000" spc="5">
                <a:latin typeface="Times New Roman"/>
                <a:cs typeface="Times New Roman"/>
              </a:rPr>
              <a:t>lokasian</a:t>
            </a:r>
            <a:r>
              <a:rPr dirty="0" smtClean="0" sz="2000" spc="5">
                <a:latin typeface="Times New Roman"/>
                <a:cs typeface="Times New Roman"/>
              </a:rPr>
              <a:t> </a:t>
            </a:r>
            <a:r>
              <a:rPr dirty="0" smtClean="0" sz="2000" spc="5">
                <a:latin typeface="Times New Roman"/>
                <a:cs typeface="Times New Roman"/>
              </a:rPr>
              <a:t>k</a:t>
            </a:r>
            <a:r>
              <a:rPr dirty="0" smtClean="0" sz="2000" spc="5">
                <a:latin typeface="Times New Roman"/>
                <a:cs typeface="Times New Roman"/>
              </a:rPr>
              <a:t>a</a:t>
            </a:r>
            <a:r>
              <a:rPr dirty="0" smtClean="0" sz="2000" spc="5">
                <a:latin typeface="Times New Roman"/>
                <a:cs typeface="Times New Roman"/>
              </a:rPr>
              <a:t>n</a:t>
            </a:r>
            <a:r>
              <a:rPr dirty="0" smtClean="0" sz="2000" spc="5">
                <a:latin typeface="Times New Roman"/>
                <a:cs typeface="Times New Roman"/>
              </a:rPr>
              <a:t>a</a:t>
            </a:r>
            <a:r>
              <a:rPr dirty="0" smtClean="0" sz="2000" spc="5">
                <a:latin typeface="Times New Roman"/>
                <a:cs typeface="Times New Roman"/>
              </a:rPr>
              <a:t>l</a:t>
            </a:r>
            <a:r>
              <a:rPr dirty="0" smtClean="0" sz="2000" spc="5">
                <a:latin typeface="Times New Roman"/>
                <a:cs typeface="Times New Roman"/>
              </a:rPr>
              <a:t> </a:t>
            </a:r>
            <a:r>
              <a:rPr dirty="0" smtClean="0" sz="2000" spc="5">
                <a:latin typeface="Times New Roman"/>
                <a:cs typeface="Times New Roman"/>
              </a:rPr>
              <a:t>(</a:t>
            </a:r>
            <a:r>
              <a:rPr dirty="0" smtClean="0" sz="2000" spc="5">
                <a:latin typeface="Times New Roman"/>
                <a:cs typeface="Times New Roman"/>
              </a:rPr>
              <a:t> </a:t>
            </a:r>
            <a:r>
              <a:rPr dirty="0" smtClean="0" sz="2000" spc="5" i="1">
                <a:latin typeface="Times New Roman"/>
                <a:cs typeface="Times New Roman"/>
              </a:rPr>
              <a:t>c</a:t>
            </a:r>
            <a:r>
              <a:rPr dirty="0" smtClean="0" sz="2000" spc="5" i="1">
                <a:latin typeface="Times New Roman"/>
                <a:cs typeface="Times New Roman"/>
              </a:rPr>
              <a:t>hann</a:t>
            </a:r>
            <a:r>
              <a:rPr dirty="0" smtClean="0" sz="2000" spc="5" i="1">
                <a:latin typeface="Times New Roman"/>
                <a:cs typeface="Times New Roman"/>
              </a:rPr>
              <a:t>e</a:t>
            </a:r>
            <a:r>
              <a:rPr dirty="0" smtClean="0" sz="2000" spc="5" i="1">
                <a:latin typeface="Times New Roman"/>
                <a:cs typeface="Times New Roman"/>
              </a:rPr>
              <a:t>l</a:t>
            </a:r>
            <a:r>
              <a:rPr dirty="0" smtClean="0" sz="2000" spc="5" i="1">
                <a:latin typeface="Times New Roman"/>
                <a:cs typeface="Times New Roman"/>
              </a:rPr>
              <a:t> </a:t>
            </a:r>
            <a:r>
              <a:rPr dirty="0" smtClean="0" sz="2000" spc="5" i="1">
                <a:latin typeface="Times New Roman"/>
                <a:cs typeface="Times New Roman"/>
              </a:rPr>
              <a:t>al</a:t>
            </a:r>
            <a:r>
              <a:rPr dirty="0" smtClean="0" sz="2000" spc="5" i="1">
                <a:latin typeface="Times New Roman"/>
                <a:cs typeface="Times New Roman"/>
              </a:rPr>
              <a:t>l</a:t>
            </a:r>
            <a:r>
              <a:rPr dirty="0" smtClean="0" sz="2000" spc="5" i="1">
                <a:latin typeface="Times New Roman"/>
                <a:cs typeface="Times New Roman"/>
              </a:rPr>
              <a:t>o</a:t>
            </a:r>
            <a:r>
              <a:rPr dirty="0" smtClean="0" sz="2000" spc="5" i="1">
                <a:latin typeface="Times New Roman"/>
                <a:cs typeface="Times New Roman"/>
              </a:rPr>
              <a:t>c</a:t>
            </a:r>
            <a:r>
              <a:rPr dirty="0" smtClean="0" sz="2000" spc="5" i="1">
                <a:latin typeface="Times New Roman"/>
                <a:cs typeface="Times New Roman"/>
              </a:rPr>
              <a:t>at</a:t>
            </a:r>
            <a:r>
              <a:rPr dirty="0" smtClean="0" sz="2000" spc="5" i="1">
                <a:latin typeface="Times New Roman"/>
                <a:cs typeface="Times New Roman"/>
              </a:rPr>
              <a:t>i</a:t>
            </a:r>
            <a:r>
              <a:rPr dirty="0" smtClean="0" sz="2000" spc="5" i="1">
                <a:latin typeface="Times New Roman"/>
                <a:cs typeface="Times New Roman"/>
              </a:rPr>
              <a:t>on</a:t>
            </a:r>
            <a:endParaRPr sz="2000">
              <a:latin typeface="Times New Roman"/>
              <a:cs typeface="Times New Roman"/>
            </a:endParaRPr>
          </a:p>
          <a:p>
            <a:pPr marL="91439">
              <a:lnSpc>
                <a:spcPts val="2160"/>
              </a:lnSpc>
              <a:spcBef>
                <a:spcPts val="108"/>
              </a:spcBef>
            </a:pPr>
            <a:r>
              <a:rPr dirty="0" smtClean="0" sz="2000" spc="-2" i="1">
                <a:latin typeface="Times New Roman"/>
                <a:cs typeface="Times New Roman"/>
              </a:rPr>
              <a:t>s</a:t>
            </a:r>
            <a:r>
              <a:rPr dirty="0" smtClean="0" sz="2000" spc="-2" i="1">
                <a:latin typeface="Times New Roman"/>
                <a:cs typeface="Times New Roman"/>
              </a:rPr>
              <a:t>c</a:t>
            </a:r>
            <a:r>
              <a:rPr dirty="0" smtClean="0" sz="2000" spc="-2" i="1">
                <a:latin typeface="Times New Roman"/>
                <a:cs typeface="Times New Roman"/>
              </a:rPr>
              <a:t>h</a:t>
            </a:r>
            <a:r>
              <a:rPr dirty="0" smtClean="0" sz="2000" spc="-2" i="1">
                <a:latin typeface="Times New Roman"/>
                <a:cs typeface="Times New Roman"/>
              </a:rPr>
              <a:t>e</a:t>
            </a:r>
            <a:r>
              <a:rPr dirty="0" smtClean="0" sz="2000" spc="-2" i="1">
                <a:latin typeface="Times New Roman"/>
                <a:cs typeface="Times New Roman"/>
              </a:rPr>
              <a:t>me</a:t>
            </a:r>
            <a:r>
              <a:rPr dirty="0" smtClean="0" sz="2000" spc="-2" i="1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)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,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d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n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 b="1">
                <a:latin typeface="Times New Roman"/>
                <a:cs typeface="Times New Roman"/>
              </a:rPr>
              <a:t>s</a:t>
            </a:r>
            <a:r>
              <a:rPr dirty="0" smtClean="0" sz="2000" spc="-2" b="1">
                <a:latin typeface="Times New Roman"/>
                <a:cs typeface="Times New Roman"/>
              </a:rPr>
              <a:t>k</a:t>
            </a:r>
            <a:r>
              <a:rPr dirty="0" smtClean="0" sz="2000" spc="-2" b="1">
                <a:latin typeface="Times New Roman"/>
                <a:cs typeface="Times New Roman"/>
              </a:rPr>
              <a:t>e</a:t>
            </a:r>
            <a:r>
              <a:rPr dirty="0" smtClean="0" sz="2000" spc="-2" b="1">
                <a:latin typeface="Times New Roman"/>
                <a:cs typeface="Times New Roman"/>
              </a:rPr>
              <a:t>m</a:t>
            </a:r>
            <a:r>
              <a:rPr dirty="0" smtClean="0" sz="2000" spc="-2" b="1">
                <a:latin typeface="Times New Roman"/>
                <a:cs typeface="Times New Roman"/>
              </a:rPr>
              <a:t>a</a:t>
            </a:r>
            <a:r>
              <a:rPr dirty="0" smtClean="0" sz="2000" spc="-2" b="1">
                <a:latin typeface="Times New Roman"/>
                <a:cs typeface="Times New Roman"/>
              </a:rPr>
              <a:t> </a:t>
            </a:r>
            <a:r>
              <a:rPr dirty="0" smtClean="0" sz="2000" spc="-2" b="1">
                <a:latin typeface="Times New Roman"/>
                <a:cs typeface="Times New Roman"/>
              </a:rPr>
              <a:t>p</a:t>
            </a:r>
            <a:r>
              <a:rPr dirty="0" smtClean="0" sz="2000" spc="-2" b="1">
                <a:latin typeface="Times New Roman"/>
                <a:cs typeface="Times New Roman"/>
              </a:rPr>
              <a:t>e</a:t>
            </a:r>
            <a:r>
              <a:rPr dirty="0" smtClean="0" sz="2000" spc="-2" b="1">
                <a:latin typeface="Times New Roman"/>
                <a:cs typeface="Times New Roman"/>
              </a:rPr>
              <a:t>n</a:t>
            </a:r>
            <a:r>
              <a:rPr dirty="0" smtClean="0" sz="2000" spc="-2" b="1">
                <a:latin typeface="Times New Roman"/>
                <a:cs typeface="Times New Roman"/>
              </a:rPr>
              <a:t>galo</a:t>
            </a:r>
            <a:r>
              <a:rPr dirty="0" smtClean="0" sz="2000" spc="-2" b="1">
                <a:latin typeface="Times New Roman"/>
                <a:cs typeface="Times New Roman"/>
              </a:rPr>
              <a:t>k</a:t>
            </a:r>
            <a:r>
              <a:rPr dirty="0" smtClean="0" sz="2000" spc="-2" b="1">
                <a:latin typeface="Times New Roman"/>
                <a:cs typeface="Times New Roman"/>
              </a:rPr>
              <a:t>asian</a:t>
            </a:r>
            <a:r>
              <a:rPr dirty="0" smtClean="0" sz="2000" spc="-2" b="1">
                <a:latin typeface="Times New Roman"/>
                <a:cs typeface="Times New Roman"/>
              </a:rPr>
              <a:t> </a:t>
            </a:r>
            <a:r>
              <a:rPr dirty="0" smtClean="0" sz="2000" spc="-2" b="1">
                <a:latin typeface="Times New Roman"/>
                <a:cs typeface="Times New Roman"/>
              </a:rPr>
              <a:t>k</a:t>
            </a:r>
            <a:r>
              <a:rPr dirty="0" smtClean="0" sz="2000" spc="-2" b="1">
                <a:latin typeface="Times New Roman"/>
                <a:cs typeface="Times New Roman"/>
              </a:rPr>
              <a:t>anal</a:t>
            </a:r>
            <a:r>
              <a:rPr dirty="0" smtClean="0" sz="2000" spc="-2" b="1">
                <a:latin typeface="Times New Roman"/>
                <a:cs typeface="Times New Roman"/>
              </a:rPr>
              <a:t> </a:t>
            </a:r>
            <a:r>
              <a:rPr dirty="0" smtClean="0" sz="2000" spc="-2" b="1">
                <a:latin typeface="Times New Roman"/>
                <a:cs typeface="Times New Roman"/>
              </a:rPr>
              <a:t>d</a:t>
            </a:r>
            <a:r>
              <a:rPr dirty="0" smtClean="0" sz="2000" spc="-2" b="1">
                <a:latin typeface="Times New Roman"/>
                <a:cs typeface="Times New Roman"/>
              </a:rPr>
              <a:t>apat</a:t>
            </a:r>
            <a:r>
              <a:rPr dirty="0" smtClean="0" sz="2000" spc="-2" b="1">
                <a:latin typeface="Times New Roman"/>
                <a:cs typeface="Times New Roman"/>
              </a:rPr>
              <a:t> </a:t>
            </a:r>
            <a:r>
              <a:rPr dirty="0" smtClean="0" sz="2000" spc="-2" b="1">
                <a:latin typeface="Times New Roman"/>
                <a:cs typeface="Times New Roman"/>
              </a:rPr>
              <a:t>m</a:t>
            </a:r>
            <a:r>
              <a:rPr dirty="0" smtClean="0" sz="2000" spc="-2" b="1">
                <a:latin typeface="Times New Roman"/>
                <a:cs typeface="Times New Roman"/>
              </a:rPr>
              <a:t>e</a:t>
            </a:r>
            <a:r>
              <a:rPr dirty="0" smtClean="0" sz="2000" spc="-2" b="1">
                <a:latin typeface="Times New Roman"/>
                <a:cs typeface="Times New Roman"/>
              </a:rPr>
              <a:t>m</a:t>
            </a:r>
            <a:r>
              <a:rPr dirty="0" smtClean="0" sz="2000" spc="-2" b="1">
                <a:latin typeface="Times New Roman"/>
                <a:cs typeface="Times New Roman"/>
              </a:rPr>
              <a:t>p</a:t>
            </a:r>
            <a:r>
              <a:rPr dirty="0" smtClean="0" sz="2000" spc="-2" b="1">
                <a:latin typeface="Times New Roman"/>
                <a:cs typeface="Times New Roman"/>
              </a:rPr>
              <a:t>e</a:t>
            </a:r>
            <a:r>
              <a:rPr dirty="0" smtClean="0" sz="2000" spc="-2" b="1">
                <a:latin typeface="Times New Roman"/>
                <a:cs typeface="Times New Roman"/>
              </a:rPr>
              <a:t>n</a:t>
            </a:r>
            <a:r>
              <a:rPr dirty="0" smtClean="0" sz="2000" spc="-2" b="1">
                <a:latin typeface="Times New Roman"/>
                <a:cs typeface="Times New Roman"/>
              </a:rPr>
              <a:t>ga</a:t>
            </a:r>
            <a:r>
              <a:rPr dirty="0" smtClean="0" sz="2000" spc="-2" b="1">
                <a:latin typeface="Times New Roman"/>
                <a:cs typeface="Times New Roman"/>
              </a:rPr>
              <a:t>r</a:t>
            </a:r>
            <a:r>
              <a:rPr dirty="0" smtClean="0" sz="2000" spc="-2" b="1">
                <a:latin typeface="Times New Roman"/>
                <a:cs typeface="Times New Roman"/>
              </a:rPr>
              <a:t>u</a:t>
            </a:r>
            <a:r>
              <a:rPr dirty="0" smtClean="0" sz="2000" spc="-2" b="1">
                <a:latin typeface="Times New Roman"/>
                <a:cs typeface="Times New Roman"/>
              </a:rPr>
              <a:t>h</a:t>
            </a:r>
            <a:r>
              <a:rPr dirty="0" smtClean="0" sz="2000" spc="-2" b="1">
                <a:latin typeface="Times New Roman"/>
                <a:cs typeface="Times New Roman"/>
              </a:rPr>
              <a:t>i</a:t>
            </a:r>
            <a:r>
              <a:rPr dirty="0" smtClean="0" sz="2000" spc="-2" b="1">
                <a:latin typeface="Times New Roman"/>
                <a:cs typeface="Times New Roman"/>
              </a:rPr>
              <a:t> </a:t>
            </a:r>
            <a:r>
              <a:rPr dirty="0" smtClean="0" sz="2000" spc="-2" b="1">
                <a:latin typeface="Times New Roman"/>
                <a:cs typeface="Times New Roman"/>
              </a:rPr>
              <a:t>p</a:t>
            </a:r>
            <a:r>
              <a:rPr dirty="0" smtClean="0" sz="2000" spc="-2" b="1">
                <a:latin typeface="Times New Roman"/>
                <a:cs typeface="Times New Roman"/>
              </a:rPr>
              <a:t>e</a:t>
            </a:r>
            <a:r>
              <a:rPr dirty="0" smtClean="0" sz="2000" spc="-2" b="1">
                <a:latin typeface="Times New Roman"/>
                <a:cs typeface="Times New Roman"/>
              </a:rPr>
              <a:t>r</a:t>
            </a:r>
            <a:r>
              <a:rPr dirty="0" smtClean="0" sz="2000" spc="-2" b="1">
                <a:latin typeface="Times New Roman"/>
                <a:cs typeface="Times New Roman"/>
              </a:rPr>
              <a:t>f</a:t>
            </a:r>
            <a:r>
              <a:rPr dirty="0" smtClean="0" sz="2000" spc="-2" b="1">
                <a:latin typeface="Times New Roman"/>
                <a:cs typeface="Times New Roman"/>
              </a:rPr>
              <a:t>o</a:t>
            </a:r>
            <a:r>
              <a:rPr dirty="0" smtClean="0" sz="2000" spc="-2" b="1">
                <a:latin typeface="Times New Roman"/>
                <a:cs typeface="Times New Roman"/>
              </a:rPr>
              <a:t>r</a:t>
            </a:r>
            <a:r>
              <a:rPr dirty="0" smtClean="0" sz="2000" spc="-2" b="1">
                <a:latin typeface="Times New Roman"/>
                <a:cs typeface="Times New Roman"/>
              </a:rPr>
              <a:t>m</a:t>
            </a:r>
            <a:r>
              <a:rPr dirty="0" smtClean="0" sz="2000" spc="-2" b="1">
                <a:latin typeface="Times New Roman"/>
                <a:cs typeface="Times New Roman"/>
              </a:rPr>
              <a:t>an</a:t>
            </a:r>
            <a:r>
              <a:rPr dirty="0" smtClean="0" sz="2000" spc="-2" b="1">
                <a:latin typeface="Times New Roman"/>
                <a:cs typeface="Times New Roman"/>
              </a:rPr>
              <a:t>s</a:t>
            </a:r>
            <a:r>
              <a:rPr dirty="0" smtClean="0" sz="2000" spc="-2" b="1">
                <a:latin typeface="Times New Roman"/>
                <a:cs typeface="Times New Roman"/>
              </a:rPr>
              <a:t>i</a:t>
            </a:r>
            <a:r>
              <a:rPr dirty="0" smtClean="0" sz="2000" spc="-2" b="1">
                <a:latin typeface="Times New Roman"/>
                <a:cs typeface="Times New Roman"/>
              </a:rPr>
              <a:t> </a:t>
            </a:r>
            <a:r>
              <a:rPr dirty="0" smtClean="0" sz="2000" spc="-2" b="1">
                <a:latin typeface="Times New Roman"/>
                <a:cs typeface="Times New Roman"/>
              </a:rPr>
              <a:t>s</a:t>
            </a:r>
            <a:r>
              <a:rPr dirty="0" smtClean="0" sz="2000" spc="-2" b="1">
                <a:latin typeface="Times New Roman"/>
                <a:cs typeface="Times New Roman"/>
              </a:rPr>
              <a:t>i</a:t>
            </a:r>
            <a:r>
              <a:rPr dirty="0" smtClean="0" sz="2000" spc="-2" b="1">
                <a:latin typeface="Times New Roman"/>
                <a:cs typeface="Times New Roman"/>
              </a:rPr>
              <a:t>st</a:t>
            </a:r>
            <a:r>
              <a:rPr dirty="0" smtClean="0" sz="2000" spc="-2" b="1">
                <a:latin typeface="Times New Roman"/>
                <a:cs typeface="Times New Roman"/>
              </a:rPr>
              <a:t>e</a:t>
            </a:r>
            <a:r>
              <a:rPr dirty="0" smtClean="0" sz="2000" spc="-2" b="1">
                <a:latin typeface="Times New Roman"/>
                <a:cs typeface="Times New Roman"/>
              </a:rPr>
              <a:t>m</a:t>
            </a:r>
            <a:r>
              <a:rPr dirty="0" smtClean="0" sz="2000" spc="-2" b="1">
                <a:latin typeface="Times New Roman"/>
                <a:cs typeface="Times New Roman"/>
              </a:rPr>
              <a:t> </a:t>
            </a:r>
            <a:r>
              <a:rPr dirty="0" smtClean="0" sz="2000" spc="-2" b="1">
                <a:latin typeface="Times New Roman"/>
                <a:cs typeface="Times New Roman"/>
              </a:rPr>
              <a:t>!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bject 22"/>
          <p:cNvSpPr/>
          <p:nvPr/>
        </p:nvSpPr>
        <p:spPr>
          <a:xfrm>
            <a:off x="0" y="6400800"/>
            <a:ext cx="9903460" cy="457196"/>
          </a:xfrm>
          <a:custGeom>
            <a:avLst/>
            <a:gdLst/>
            <a:ahLst/>
            <a:cxnLst/>
            <a:rect l="l" t="t" r="r" b="b"/>
            <a:pathLst>
              <a:path w="9903460" h="457196">
                <a:moveTo>
                  <a:pt x="9903460" y="457196"/>
                </a:moveTo>
                <a:lnTo>
                  <a:pt x="9903460" y="0"/>
                </a:lnTo>
                <a:lnTo>
                  <a:pt x="0" y="0"/>
                </a:lnTo>
                <a:lnTo>
                  <a:pt x="0" y="457196"/>
                </a:lnTo>
                <a:lnTo>
                  <a:pt x="9903460" y="457196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3" name="object 23"/>
          <p:cNvSpPr/>
          <p:nvPr/>
        </p:nvSpPr>
        <p:spPr>
          <a:xfrm>
            <a:off x="153670" y="640207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58419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" name="object 20"/>
          <p:cNvSpPr/>
          <p:nvPr/>
        </p:nvSpPr>
        <p:spPr>
          <a:xfrm>
            <a:off x="0" y="0"/>
            <a:ext cx="9903460" cy="609600"/>
          </a:xfrm>
          <a:custGeom>
            <a:avLst/>
            <a:gdLst/>
            <a:ahLst/>
            <a:cxnLst/>
            <a:rect l="l" t="t" r="r" b="b"/>
            <a:pathLst>
              <a:path w="9903460" h="609600">
                <a:moveTo>
                  <a:pt x="0" y="609600"/>
                </a:moveTo>
                <a:lnTo>
                  <a:pt x="9903460" y="609600"/>
                </a:lnTo>
                <a:lnTo>
                  <a:pt x="9903460" y="0"/>
                </a:lnTo>
                <a:lnTo>
                  <a:pt x="0" y="0"/>
                </a:lnTo>
                <a:lnTo>
                  <a:pt x="0" y="60960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" name="object 21"/>
          <p:cNvSpPr/>
          <p:nvPr/>
        </p:nvSpPr>
        <p:spPr>
          <a:xfrm>
            <a:off x="111760" y="60960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76200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" name="object 19"/>
          <p:cNvSpPr/>
          <p:nvPr/>
        </p:nvSpPr>
        <p:spPr>
          <a:xfrm>
            <a:off x="914400" y="990600"/>
            <a:ext cx="8763000" cy="2346960"/>
          </a:xfrm>
          <a:custGeom>
            <a:avLst/>
            <a:gdLst/>
            <a:ahLst/>
            <a:cxnLst/>
            <a:rect l="l" t="t" r="r" b="b"/>
            <a:pathLst>
              <a:path w="8763000" h="2346960">
                <a:moveTo>
                  <a:pt x="0" y="2346960"/>
                </a:moveTo>
                <a:lnTo>
                  <a:pt x="8763000" y="2346960"/>
                </a:lnTo>
                <a:lnTo>
                  <a:pt x="8763000" y="0"/>
                </a:lnTo>
                <a:lnTo>
                  <a:pt x="0" y="0"/>
                </a:lnTo>
                <a:lnTo>
                  <a:pt x="0" y="234696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" name="object 18"/>
          <p:cNvSpPr/>
          <p:nvPr/>
        </p:nvSpPr>
        <p:spPr>
          <a:xfrm>
            <a:off x="5684520" y="3733800"/>
            <a:ext cx="3825239" cy="0"/>
          </a:xfrm>
          <a:custGeom>
            <a:avLst/>
            <a:gdLst/>
            <a:ahLst/>
            <a:cxnLst/>
            <a:rect l="l" t="t" r="r" b="b"/>
            <a:pathLst>
              <a:path w="3825239" h="0">
                <a:moveTo>
                  <a:pt x="0" y="0"/>
                </a:moveTo>
                <a:lnTo>
                  <a:pt x="3825239" y="0"/>
                </a:lnTo>
              </a:path>
            </a:pathLst>
          </a:custGeom>
          <a:ln w="16509">
            <a:solidFill>
              <a:srgbClr val="3333CC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78740" y="159670"/>
            <a:ext cx="375920" cy="330200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dirty="0" smtClean="0" sz="2400" b="1">
                <a:latin typeface="Arial"/>
                <a:cs typeface="Arial"/>
              </a:rPr>
              <a:t>D.</a:t>
            </a:r>
            <a:endParaRPr sz="24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67359" y="159670"/>
            <a:ext cx="1273556" cy="330200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dirty="0" smtClean="0" sz="2400" b="1">
                <a:latin typeface="Arial"/>
                <a:cs typeface="Arial"/>
              </a:rPr>
              <a:t>Channel</a:t>
            </a:r>
            <a:endParaRPr sz="24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745081" y="159670"/>
            <a:ext cx="1800555" cy="330200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dirty="0" smtClean="0" sz="2400" spc="-11" b="1">
                <a:latin typeface="Arial"/>
                <a:cs typeface="Arial"/>
              </a:rPr>
              <a:t>A</a:t>
            </a:r>
            <a:r>
              <a:rPr dirty="0" smtClean="0" sz="2400" spc="-11" b="1">
                <a:latin typeface="Arial"/>
                <a:cs typeface="Arial"/>
              </a:rPr>
              <a:t>s</a:t>
            </a:r>
            <a:r>
              <a:rPr dirty="0" smtClean="0" sz="2400" spc="-11" b="1">
                <a:latin typeface="Arial"/>
                <a:cs typeface="Arial"/>
              </a:rPr>
              <a:t>s</a:t>
            </a:r>
            <a:r>
              <a:rPr dirty="0" smtClean="0" sz="2400" spc="-11" b="1">
                <a:latin typeface="Arial"/>
                <a:cs typeface="Arial"/>
              </a:rPr>
              <a:t>i</a:t>
            </a:r>
            <a:r>
              <a:rPr dirty="0" smtClean="0" sz="2400" spc="-11" b="1">
                <a:latin typeface="Arial"/>
                <a:cs typeface="Arial"/>
              </a:rPr>
              <a:t>g</a:t>
            </a:r>
            <a:r>
              <a:rPr dirty="0" smtClean="0" sz="2400" spc="-11" b="1">
                <a:latin typeface="Arial"/>
                <a:cs typeface="Arial"/>
              </a:rPr>
              <a:t>nment</a:t>
            </a:r>
            <a:endParaRPr sz="24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570833" y="159670"/>
            <a:ext cx="1545132" cy="330200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dirty="0" smtClean="0" sz="2400" spc="0" b="1">
                <a:latin typeface="Arial"/>
                <a:cs typeface="Arial"/>
              </a:rPr>
              <a:t>Str</a:t>
            </a:r>
            <a:r>
              <a:rPr dirty="0" smtClean="0" sz="2400" spc="0" b="1">
                <a:latin typeface="Arial"/>
                <a:cs typeface="Arial"/>
              </a:rPr>
              <a:t>a</a:t>
            </a:r>
            <a:r>
              <a:rPr dirty="0" smtClean="0" sz="2400" spc="0" b="1">
                <a:latin typeface="Arial"/>
                <a:cs typeface="Arial"/>
              </a:rPr>
              <a:t>teg</a:t>
            </a:r>
            <a:r>
              <a:rPr dirty="0" smtClean="0" sz="2400" spc="0" b="1">
                <a:latin typeface="Arial"/>
                <a:cs typeface="Arial"/>
              </a:rPr>
              <a:t>i</a:t>
            </a:r>
            <a:r>
              <a:rPr dirty="0" smtClean="0" sz="2400" spc="0" b="1">
                <a:latin typeface="Arial"/>
                <a:cs typeface="Arial"/>
              </a:rPr>
              <a:t>es</a:t>
            </a:r>
            <a:endParaRPr sz="24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908175" y="3016951"/>
            <a:ext cx="1262473" cy="279400"/>
          </a:xfrm>
          <a:prstGeom prst="rect">
            <a:avLst/>
          </a:prstGeom>
        </p:spPr>
        <p:txBody>
          <a:bodyPr wrap="square" lIns="0" tIns="13811" rIns="0" bIns="0" rtlCol="0">
            <a:noAutofit/>
          </a:bodyPr>
          <a:lstStyle/>
          <a:p>
            <a:pPr marL="12700">
              <a:lnSpc>
                <a:spcPts val="2175"/>
              </a:lnSpc>
            </a:pPr>
            <a:r>
              <a:rPr dirty="0" smtClean="0" sz="2000" spc="-2" b="1" i="1">
                <a:latin typeface="Verdana"/>
                <a:cs typeface="Verdana"/>
              </a:rPr>
              <a:t>Sy</a:t>
            </a:r>
            <a:r>
              <a:rPr dirty="0" smtClean="0" sz="2000" spc="-2" b="1" i="1">
                <a:latin typeface="Verdana"/>
                <a:cs typeface="Verdana"/>
              </a:rPr>
              <a:t>s</a:t>
            </a:r>
            <a:r>
              <a:rPr dirty="0" smtClean="0" sz="2000" spc="-2" b="1" i="1">
                <a:latin typeface="Verdana"/>
                <a:cs typeface="Verdana"/>
              </a:rPr>
              <a:t>t</a:t>
            </a:r>
            <a:r>
              <a:rPr dirty="0" smtClean="0" sz="2000" spc="-2" b="1" i="1">
                <a:latin typeface="Verdana"/>
                <a:cs typeface="Verdana"/>
              </a:rPr>
              <a:t>e</a:t>
            </a:r>
            <a:r>
              <a:rPr dirty="0" smtClean="0" sz="2000" spc="-2" b="1" i="1">
                <a:latin typeface="Verdana"/>
                <a:cs typeface="Verdana"/>
              </a:rPr>
              <a:t>ms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196336" y="3016951"/>
            <a:ext cx="244093" cy="279400"/>
          </a:xfrm>
          <a:prstGeom prst="rect">
            <a:avLst/>
          </a:prstGeom>
        </p:spPr>
        <p:txBody>
          <a:bodyPr wrap="square" lIns="0" tIns="13811" rIns="0" bIns="0" rtlCol="0">
            <a:noAutofit/>
          </a:bodyPr>
          <a:lstStyle/>
          <a:p>
            <a:pPr marL="12700">
              <a:lnSpc>
                <a:spcPts val="2175"/>
              </a:lnSpc>
            </a:pPr>
            <a:r>
              <a:rPr dirty="0" smtClean="0" sz="2000" b="1" i="1">
                <a:latin typeface="Verdana"/>
                <a:cs typeface="Verdana"/>
              </a:rPr>
              <a:t>–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465576" y="3016951"/>
            <a:ext cx="260697" cy="279400"/>
          </a:xfrm>
          <a:prstGeom prst="rect">
            <a:avLst/>
          </a:prstGeom>
        </p:spPr>
        <p:txBody>
          <a:bodyPr wrap="square" lIns="0" tIns="13811" rIns="0" bIns="0" rtlCol="0">
            <a:noAutofit/>
          </a:bodyPr>
          <a:lstStyle/>
          <a:p>
            <a:pPr marL="12700">
              <a:lnSpc>
                <a:spcPts val="2175"/>
              </a:lnSpc>
            </a:pPr>
            <a:r>
              <a:rPr dirty="0" smtClean="0" sz="2000" b="1" i="1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747261" y="3016951"/>
            <a:ext cx="2261307" cy="279400"/>
          </a:xfrm>
          <a:prstGeom prst="rect">
            <a:avLst/>
          </a:prstGeom>
        </p:spPr>
        <p:txBody>
          <a:bodyPr wrap="square" lIns="0" tIns="13811" rIns="0" bIns="0" rtlCol="0">
            <a:noAutofit/>
          </a:bodyPr>
          <a:lstStyle/>
          <a:p>
            <a:pPr marL="12700">
              <a:lnSpc>
                <a:spcPts val="2175"/>
              </a:lnSpc>
            </a:pPr>
            <a:r>
              <a:rPr dirty="0" smtClean="0" sz="2000" spc="-1" b="1" i="1">
                <a:latin typeface="Verdana"/>
                <a:cs typeface="Verdana"/>
              </a:rPr>
              <a:t>C</a:t>
            </a:r>
            <a:r>
              <a:rPr dirty="0" smtClean="0" sz="2000" spc="-1" b="1" i="1">
                <a:latin typeface="Verdana"/>
                <a:cs typeface="Verdana"/>
              </a:rPr>
              <a:t>o</a:t>
            </a:r>
            <a:r>
              <a:rPr dirty="0" smtClean="0" sz="2000" spc="-1" b="1" i="1">
                <a:latin typeface="Verdana"/>
                <a:cs typeface="Verdana"/>
              </a:rPr>
              <a:t>m</a:t>
            </a:r>
            <a:r>
              <a:rPr dirty="0" smtClean="0" sz="2000" spc="-1" b="1" i="1">
                <a:latin typeface="Verdana"/>
                <a:cs typeface="Verdana"/>
              </a:rPr>
              <a:t>p</a:t>
            </a:r>
            <a:r>
              <a:rPr dirty="0" smtClean="0" sz="2000" spc="-1" b="1" i="1">
                <a:latin typeface="Verdana"/>
                <a:cs typeface="Verdana"/>
              </a:rPr>
              <a:t>reh</a:t>
            </a:r>
            <a:r>
              <a:rPr dirty="0" smtClean="0" sz="2000" spc="-1" b="1" i="1">
                <a:latin typeface="Verdana"/>
                <a:cs typeface="Verdana"/>
              </a:rPr>
              <a:t>e</a:t>
            </a:r>
            <a:r>
              <a:rPr dirty="0" smtClean="0" sz="2000" spc="-1" b="1" i="1">
                <a:latin typeface="Verdana"/>
                <a:cs typeface="Verdana"/>
              </a:rPr>
              <a:t>n</a:t>
            </a:r>
            <a:r>
              <a:rPr dirty="0" smtClean="0" sz="2000" spc="-1" b="1" i="1">
                <a:latin typeface="Verdana"/>
                <a:cs typeface="Verdana"/>
              </a:rPr>
              <a:t>s</a:t>
            </a:r>
            <a:r>
              <a:rPr dirty="0" smtClean="0" sz="2000" spc="-1" b="1" i="1">
                <a:latin typeface="Verdana"/>
                <a:cs typeface="Verdana"/>
              </a:rPr>
              <a:t>ive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037580" y="3016951"/>
            <a:ext cx="1049982" cy="279400"/>
          </a:xfrm>
          <a:prstGeom prst="rect">
            <a:avLst/>
          </a:prstGeom>
        </p:spPr>
        <p:txBody>
          <a:bodyPr wrap="square" lIns="0" tIns="13811" rIns="0" bIns="0" rtlCol="0">
            <a:noAutofit/>
          </a:bodyPr>
          <a:lstStyle/>
          <a:p>
            <a:pPr marL="12700">
              <a:lnSpc>
                <a:spcPts val="2175"/>
              </a:lnSpc>
            </a:pPr>
            <a:r>
              <a:rPr dirty="0" smtClean="0" sz="2000" b="1" i="1">
                <a:latin typeface="Verdana"/>
                <a:cs typeface="Verdana"/>
              </a:rPr>
              <a:t>Survey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113905" y="3016951"/>
            <a:ext cx="180085" cy="279400"/>
          </a:xfrm>
          <a:prstGeom prst="rect">
            <a:avLst/>
          </a:prstGeom>
        </p:spPr>
        <p:txBody>
          <a:bodyPr wrap="square" lIns="0" tIns="13811" rIns="0" bIns="0" rtlCol="0">
            <a:noAutofit/>
          </a:bodyPr>
          <a:lstStyle/>
          <a:p>
            <a:pPr marL="12700">
              <a:lnSpc>
                <a:spcPts val="2175"/>
              </a:lnSpc>
            </a:pPr>
            <a:r>
              <a:rPr dirty="0" smtClean="0" sz="2000">
                <a:latin typeface="Verdana"/>
                <a:cs typeface="Verdana"/>
              </a:rPr>
              <a:t>“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31140" y="6472848"/>
            <a:ext cx="5475228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o</a:t>
            </a:r>
            <a:r>
              <a:rPr dirty="0" smtClean="0" sz="1800" spc="0" b="1">
                <a:latin typeface="Georgia"/>
                <a:cs typeface="Georgia"/>
              </a:rPr>
              <a:t>d</a:t>
            </a:r>
            <a:r>
              <a:rPr dirty="0" smtClean="0" sz="1800" spc="0" b="1">
                <a:latin typeface="Georgia"/>
                <a:cs typeface="Georgia"/>
              </a:rPr>
              <a:t>ul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3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S</a:t>
            </a:r>
            <a:r>
              <a:rPr dirty="0" smtClean="0" sz="1800" spc="0" b="1">
                <a:latin typeface="Georgia"/>
                <a:cs typeface="Georgia"/>
              </a:rPr>
              <a:t>istem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K</a:t>
            </a:r>
            <a:r>
              <a:rPr dirty="0" smtClean="0" sz="1800" spc="0" b="1">
                <a:latin typeface="Georgia"/>
                <a:cs typeface="Georgia"/>
              </a:rPr>
              <a:t>o</a:t>
            </a: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unik</a:t>
            </a:r>
            <a:r>
              <a:rPr dirty="0" smtClean="0" sz="1800" spc="0" b="1">
                <a:latin typeface="Georgia"/>
                <a:cs typeface="Georgia"/>
              </a:rPr>
              <a:t>a</a:t>
            </a:r>
            <a:r>
              <a:rPr dirty="0" smtClean="0" sz="1800" spc="0" b="1">
                <a:latin typeface="Georgia"/>
                <a:cs typeface="Georgia"/>
              </a:rPr>
              <a:t>si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B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r>
              <a:rPr dirty="0" smtClean="0" sz="1800" spc="0" b="1">
                <a:latin typeface="Georgia"/>
                <a:cs typeface="Georgia"/>
              </a:rPr>
              <a:t>g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r>
              <a:rPr dirty="0" smtClean="0" sz="1800" spc="0" b="1">
                <a:latin typeface="Georgia"/>
                <a:cs typeface="Georgia"/>
              </a:rPr>
              <a:t>a</a:t>
            </a:r>
            <a:r>
              <a:rPr dirty="0" smtClean="0" sz="1800" spc="0" b="1">
                <a:latin typeface="Georgia"/>
                <a:cs typeface="Georgia"/>
              </a:rPr>
              <a:t>k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S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lul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436100" y="6472848"/>
            <a:ext cx="355778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-4" b="1">
                <a:latin typeface="Georgia"/>
                <a:cs typeface="Georgia"/>
              </a:rPr>
              <a:t>38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4400" y="990600"/>
            <a:ext cx="8763000" cy="2346959"/>
          </a:xfrm>
          <a:prstGeom prst="rect">
            <a:avLst/>
          </a:prstGeom>
        </p:spPr>
        <p:txBody>
          <a:bodyPr wrap="square" lIns="0" tIns="19399" rIns="0" bIns="0" rtlCol="0">
            <a:noAutofit/>
          </a:bodyPr>
          <a:lstStyle/>
          <a:p>
            <a:pPr marL="91757">
              <a:lnSpc>
                <a:spcPts val="3055"/>
              </a:lnSpc>
            </a:pPr>
            <a:r>
              <a:rPr dirty="0" smtClean="0" sz="2800" spc="2" b="1" u="heavy">
                <a:latin typeface="Verdana"/>
                <a:cs typeface="Verdana"/>
              </a:rPr>
              <a:t>As</a:t>
            </a:r>
            <a:r>
              <a:rPr dirty="0" smtClean="0" sz="2800" spc="2" b="1" u="heavy">
                <a:latin typeface="Verdana"/>
                <a:cs typeface="Verdana"/>
              </a:rPr>
              <a:t>i</a:t>
            </a:r>
            <a:r>
              <a:rPr dirty="0" smtClean="0" sz="2800" spc="2" b="1" u="heavy">
                <a:latin typeface="Verdana"/>
                <a:cs typeface="Verdana"/>
              </a:rPr>
              <a:t>ste</a:t>
            </a:r>
            <a:r>
              <a:rPr dirty="0" smtClean="0" sz="2800" spc="2" b="1" u="heavy">
                <a:latin typeface="Verdana"/>
                <a:cs typeface="Verdana"/>
              </a:rPr>
              <a:t>n</a:t>
            </a:r>
            <a:r>
              <a:rPr dirty="0" smtClean="0" sz="2800" spc="2" b="1" u="heavy">
                <a:latin typeface="Verdana"/>
                <a:cs typeface="Verdana"/>
              </a:rPr>
              <a:t>si</a:t>
            </a:r>
            <a:r>
              <a:rPr dirty="0" smtClean="0" sz="2800" spc="2" b="1" u="heavy">
                <a:latin typeface="Verdana"/>
                <a:cs typeface="Verdana"/>
              </a:rPr>
              <a:t> </a:t>
            </a:r>
            <a:r>
              <a:rPr dirty="0" smtClean="0" sz="2800" spc="2" b="1" u="heavy">
                <a:latin typeface="Verdana"/>
                <a:cs typeface="Verdana"/>
              </a:rPr>
              <a:t>#</a:t>
            </a:r>
            <a:r>
              <a:rPr dirty="0" smtClean="0" sz="2800" spc="2" b="1" u="heavy">
                <a:latin typeface="Verdana"/>
                <a:cs typeface="Verdana"/>
              </a:rPr>
              <a:t> </a:t>
            </a:r>
            <a:r>
              <a:rPr dirty="0" smtClean="0" sz="2800" spc="2" b="1" u="heavy">
                <a:latin typeface="Verdana"/>
                <a:cs typeface="Verdana"/>
              </a:rPr>
              <a:t>1</a:t>
            </a:r>
            <a:endParaRPr sz="2800">
              <a:latin typeface="Verdana"/>
              <a:cs typeface="Verdana"/>
            </a:endParaRPr>
          </a:p>
          <a:p>
            <a:pPr marL="91757">
              <a:lnSpc>
                <a:spcPct val="101277"/>
              </a:lnSpc>
              <a:spcBef>
                <a:spcPts val="686"/>
              </a:spcBef>
            </a:pPr>
            <a:r>
              <a:rPr dirty="0" smtClean="0" sz="2400" spc="11">
                <a:latin typeface="Verdana"/>
                <a:cs typeface="Verdana"/>
              </a:rPr>
              <a:t>•</a:t>
            </a:r>
            <a:r>
              <a:rPr dirty="0" smtClean="0" sz="2400" spc="11">
                <a:latin typeface="Verdana"/>
                <a:cs typeface="Verdana"/>
              </a:rPr>
              <a:t> </a:t>
            </a:r>
            <a:r>
              <a:rPr dirty="0" smtClean="0" sz="2400" spc="11" b="1">
                <a:latin typeface="Verdana"/>
                <a:cs typeface="Verdana"/>
              </a:rPr>
              <a:t>B</a:t>
            </a:r>
            <a:r>
              <a:rPr dirty="0" smtClean="0" sz="2400" spc="11" b="1">
                <a:latin typeface="Verdana"/>
                <a:cs typeface="Verdana"/>
              </a:rPr>
              <a:t>a</a:t>
            </a:r>
            <a:r>
              <a:rPr dirty="0" smtClean="0" sz="2400" spc="11" b="1">
                <a:latin typeface="Verdana"/>
                <a:cs typeface="Verdana"/>
              </a:rPr>
              <a:t>h</a:t>
            </a:r>
            <a:r>
              <a:rPr dirty="0" smtClean="0" sz="2400" spc="11" b="1">
                <a:latin typeface="Verdana"/>
                <a:cs typeface="Verdana"/>
              </a:rPr>
              <a:t>as</a:t>
            </a:r>
            <a:r>
              <a:rPr dirty="0" smtClean="0" sz="2400" spc="11" b="1">
                <a:latin typeface="Verdana"/>
                <a:cs typeface="Verdana"/>
              </a:rPr>
              <a:t> </a:t>
            </a:r>
            <a:r>
              <a:rPr dirty="0" smtClean="0" sz="2400" spc="11" b="1">
                <a:latin typeface="Verdana"/>
                <a:cs typeface="Verdana"/>
              </a:rPr>
              <a:t>b</a:t>
            </a:r>
            <a:r>
              <a:rPr dirty="0" smtClean="0" sz="2400" spc="11" b="1">
                <a:latin typeface="Verdana"/>
                <a:cs typeface="Verdana"/>
              </a:rPr>
              <a:t>e</a:t>
            </a:r>
            <a:r>
              <a:rPr dirty="0" smtClean="0" sz="2400" spc="11" b="1">
                <a:latin typeface="Verdana"/>
                <a:cs typeface="Verdana"/>
              </a:rPr>
              <a:t>r</a:t>
            </a:r>
            <a:r>
              <a:rPr dirty="0" smtClean="0" sz="2400" spc="11" b="1">
                <a:latin typeface="Verdana"/>
                <a:cs typeface="Verdana"/>
              </a:rPr>
              <a:t>b</a:t>
            </a:r>
            <a:r>
              <a:rPr dirty="0" smtClean="0" sz="2400" spc="11" b="1">
                <a:latin typeface="Verdana"/>
                <a:cs typeface="Verdana"/>
              </a:rPr>
              <a:t>agai</a:t>
            </a:r>
            <a:r>
              <a:rPr dirty="0" smtClean="0" sz="2400" spc="11" b="1">
                <a:latin typeface="Verdana"/>
                <a:cs typeface="Verdana"/>
              </a:rPr>
              <a:t> </a:t>
            </a:r>
            <a:r>
              <a:rPr dirty="0" smtClean="0" sz="2400" spc="11" b="1">
                <a:latin typeface="Verdana"/>
                <a:cs typeface="Verdana"/>
              </a:rPr>
              <a:t>s</a:t>
            </a:r>
            <a:r>
              <a:rPr dirty="0" smtClean="0" sz="2400" spc="11" b="1">
                <a:latin typeface="Verdana"/>
                <a:cs typeface="Verdana"/>
              </a:rPr>
              <a:t>t</a:t>
            </a:r>
            <a:r>
              <a:rPr dirty="0" smtClean="0" sz="2400" spc="11" b="1">
                <a:latin typeface="Verdana"/>
                <a:cs typeface="Verdana"/>
              </a:rPr>
              <a:t>r</a:t>
            </a:r>
            <a:r>
              <a:rPr dirty="0" smtClean="0" sz="2400" spc="11" b="1">
                <a:latin typeface="Verdana"/>
                <a:cs typeface="Verdana"/>
              </a:rPr>
              <a:t>at</a:t>
            </a:r>
            <a:r>
              <a:rPr dirty="0" smtClean="0" sz="2400" spc="11" b="1">
                <a:latin typeface="Verdana"/>
                <a:cs typeface="Verdana"/>
              </a:rPr>
              <a:t>e</a:t>
            </a:r>
            <a:r>
              <a:rPr dirty="0" smtClean="0" sz="2400" spc="11" b="1">
                <a:latin typeface="Verdana"/>
                <a:cs typeface="Verdana"/>
              </a:rPr>
              <a:t>gi</a:t>
            </a:r>
            <a:r>
              <a:rPr dirty="0" smtClean="0" sz="2400" spc="11" b="1">
                <a:latin typeface="Verdana"/>
                <a:cs typeface="Verdana"/>
              </a:rPr>
              <a:t> </a:t>
            </a:r>
            <a:r>
              <a:rPr dirty="0" smtClean="0" sz="2400" spc="11" b="1">
                <a:latin typeface="Verdana"/>
                <a:cs typeface="Verdana"/>
              </a:rPr>
              <a:t>c</a:t>
            </a:r>
            <a:r>
              <a:rPr dirty="0" smtClean="0" sz="2400" spc="11" b="1">
                <a:latin typeface="Verdana"/>
                <a:cs typeface="Verdana"/>
              </a:rPr>
              <a:t>h</a:t>
            </a:r>
            <a:r>
              <a:rPr dirty="0" smtClean="0" sz="2400" spc="11" b="1">
                <a:latin typeface="Verdana"/>
                <a:cs typeface="Verdana"/>
              </a:rPr>
              <a:t>a</a:t>
            </a:r>
            <a:r>
              <a:rPr dirty="0" smtClean="0" sz="2400" spc="11" b="1">
                <a:latin typeface="Verdana"/>
                <a:cs typeface="Verdana"/>
              </a:rPr>
              <a:t>n</a:t>
            </a:r>
            <a:r>
              <a:rPr dirty="0" smtClean="0" sz="2400" spc="11" b="1">
                <a:latin typeface="Verdana"/>
                <a:cs typeface="Verdana"/>
              </a:rPr>
              <a:t>n</a:t>
            </a:r>
            <a:r>
              <a:rPr dirty="0" smtClean="0" sz="2400" spc="11" b="1">
                <a:latin typeface="Verdana"/>
                <a:cs typeface="Verdana"/>
              </a:rPr>
              <a:t>el</a:t>
            </a:r>
            <a:r>
              <a:rPr dirty="0" smtClean="0" sz="2400" spc="11" b="1">
                <a:latin typeface="Verdana"/>
                <a:cs typeface="Verdana"/>
              </a:rPr>
              <a:t> </a:t>
            </a:r>
            <a:r>
              <a:rPr dirty="0" smtClean="0" sz="2400" spc="11" b="1">
                <a:latin typeface="Verdana"/>
                <a:cs typeface="Verdana"/>
              </a:rPr>
              <a:t>as</a:t>
            </a:r>
            <a:r>
              <a:rPr dirty="0" smtClean="0" sz="2400" spc="11" b="1">
                <a:latin typeface="Verdana"/>
                <a:cs typeface="Verdana"/>
              </a:rPr>
              <a:t>s</a:t>
            </a:r>
            <a:r>
              <a:rPr dirty="0" smtClean="0" sz="2400" spc="11" b="1">
                <a:latin typeface="Verdana"/>
                <a:cs typeface="Verdana"/>
              </a:rPr>
              <a:t>ig</a:t>
            </a:r>
            <a:r>
              <a:rPr dirty="0" smtClean="0" sz="2400" spc="11" b="1">
                <a:latin typeface="Verdana"/>
                <a:cs typeface="Verdana"/>
              </a:rPr>
              <a:t>n</a:t>
            </a:r>
            <a:r>
              <a:rPr dirty="0" smtClean="0" sz="2400" spc="11" b="1">
                <a:latin typeface="Verdana"/>
                <a:cs typeface="Verdana"/>
              </a:rPr>
              <a:t>m</a:t>
            </a:r>
            <a:r>
              <a:rPr dirty="0" smtClean="0" sz="2400" spc="11" b="1">
                <a:latin typeface="Verdana"/>
                <a:cs typeface="Verdana"/>
              </a:rPr>
              <a:t>e</a:t>
            </a:r>
            <a:r>
              <a:rPr dirty="0" smtClean="0" sz="2400" spc="11" b="1">
                <a:latin typeface="Verdana"/>
                <a:cs typeface="Verdana"/>
              </a:rPr>
              <a:t>n</a:t>
            </a:r>
            <a:r>
              <a:rPr dirty="0" smtClean="0" sz="2400" spc="11" b="1">
                <a:latin typeface="Verdana"/>
                <a:cs typeface="Verdana"/>
              </a:rPr>
              <a:t>t</a:t>
            </a:r>
            <a:endParaRPr sz="2400">
              <a:latin typeface="Verdana"/>
              <a:cs typeface="Verdana"/>
            </a:endParaRPr>
          </a:p>
          <a:p>
            <a:pPr marL="434721">
              <a:lnSpc>
                <a:spcPct val="101277"/>
              </a:lnSpc>
              <a:spcBef>
                <a:spcPts val="786"/>
              </a:spcBef>
            </a:pPr>
            <a:r>
              <a:rPr dirty="0" smtClean="0" sz="2400">
                <a:latin typeface="Wingdings"/>
                <a:cs typeface="Wingdings"/>
              </a:rPr>
              <a:t></a:t>
            </a:r>
            <a:r>
              <a:rPr dirty="0" smtClean="0" sz="2400" spc="250">
                <a:latin typeface="Times New Roman"/>
                <a:cs typeface="Times New Roman"/>
              </a:rPr>
              <a:t> </a:t>
            </a:r>
            <a:r>
              <a:rPr dirty="0" smtClean="0" sz="2400" spc="4">
                <a:latin typeface="Verdana"/>
                <a:cs typeface="Verdana"/>
              </a:rPr>
              <a:t>L</a:t>
            </a:r>
            <a:r>
              <a:rPr dirty="0" smtClean="0" sz="2400" spc="4">
                <a:latin typeface="Verdana"/>
                <a:cs typeface="Verdana"/>
              </a:rPr>
              <a:t>i</a:t>
            </a:r>
            <a:r>
              <a:rPr dirty="0" smtClean="0" sz="2400" spc="4">
                <a:latin typeface="Verdana"/>
                <a:cs typeface="Verdana"/>
              </a:rPr>
              <a:t>hat</a:t>
            </a:r>
            <a:r>
              <a:rPr dirty="0" smtClean="0" sz="2400" spc="4">
                <a:latin typeface="Verdana"/>
                <a:cs typeface="Verdana"/>
              </a:rPr>
              <a:t> </a:t>
            </a:r>
            <a:r>
              <a:rPr dirty="0" smtClean="0" sz="2400" spc="4">
                <a:latin typeface="Verdana"/>
                <a:cs typeface="Verdana"/>
              </a:rPr>
              <a:t>p</a:t>
            </a:r>
            <a:r>
              <a:rPr dirty="0" smtClean="0" sz="2400" spc="4">
                <a:latin typeface="Verdana"/>
                <a:cs typeface="Verdana"/>
              </a:rPr>
              <a:t>a</a:t>
            </a:r>
            <a:r>
              <a:rPr dirty="0" smtClean="0" sz="2400" spc="4">
                <a:latin typeface="Verdana"/>
                <a:cs typeface="Verdana"/>
              </a:rPr>
              <a:t>p</a:t>
            </a:r>
            <a:r>
              <a:rPr dirty="0" smtClean="0" sz="2400" spc="4">
                <a:latin typeface="Verdana"/>
                <a:cs typeface="Verdana"/>
              </a:rPr>
              <a:t>e</a:t>
            </a:r>
            <a:r>
              <a:rPr dirty="0" smtClean="0" sz="2400" spc="4">
                <a:latin typeface="Verdana"/>
                <a:cs typeface="Verdana"/>
              </a:rPr>
              <a:t>r</a:t>
            </a:r>
            <a:r>
              <a:rPr dirty="0" smtClean="0" sz="2400" spc="4">
                <a:latin typeface="Verdana"/>
                <a:cs typeface="Verdana"/>
              </a:rPr>
              <a:t> </a:t>
            </a:r>
            <a:r>
              <a:rPr dirty="0" smtClean="0" sz="2400" spc="4">
                <a:latin typeface="Verdana"/>
                <a:cs typeface="Verdana"/>
              </a:rPr>
              <a:t>b</a:t>
            </a:r>
            <a:r>
              <a:rPr dirty="0" smtClean="0" sz="2400" spc="4">
                <a:latin typeface="Verdana"/>
                <a:cs typeface="Verdana"/>
              </a:rPr>
              <a:t>e</a:t>
            </a:r>
            <a:r>
              <a:rPr dirty="0" smtClean="0" sz="2400" spc="4">
                <a:latin typeface="Verdana"/>
                <a:cs typeface="Verdana"/>
              </a:rPr>
              <a:t>rikut</a:t>
            </a:r>
            <a:r>
              <a:rPr dirty="0" smtClean="0" sz="2400" spc="4">
                <a:latin typeface="Verdana"/>
                <a:cs typeface="Verdana"/>
              </a:rPr>
              <a:t> </a:t>
            </a:r>
            <a:r>
              <a:rPr dirty="0" smtClean="0" sz="2400" spc="4">
                <a:latin typeface="Verdana"/>
                <a:cs typeface="Verdana"/>
              </a:rPr>
              <a:t>:</a:t>
            </a:r>
            <a:endParaRPr sz="2400">
              <a:latin typeface="Verdana"/>
              <a:cs typeface="Verdana"/>
            </a:endParaRPr>
          </a:p>
          <a:p>
            <a:pPr marL="1006475">
              <a:lnSpc>
                <a:spcPts val="2395"/>
              </a:lnSpc>
              <a:spcBef>
                <a:spcPts val="1381"/>
              </a:spcBef>
            </a:pPr>
            <a:r>
              <a:rPr dirty="0" smtClean="0" sz="2000" spc="-3">
                <a:latin typeface="Verdana"/>
                <a:cs typeface="Verdana"/>
              </a:rPr>
              <a:t>K</a:t>
            </a:r>
            <a:r>
              <a:rPr dirty="0" smtClean="0" sz="2000" spc="-3">
                <a:latin typeface="Verdana"/>
                <a:cs typeface="Verdana"/>
              </a:rPr>
              <a:t>a</a:t>
            </a:r>
            <a:r>
              <a:rPr dirty="0" smtClean="0" sz="2000" spc="-3">
                <a:latin typeface="Verdana"/>
                <a:cs typeface="Verdana"/>
              </a:rPr>
              <a:t>t</a:t>
            </a:r>
            <a:r>
              <a:rPr dirty="0" smtClean="0" sz="2000" spc="-3">
                <a:latin typeface="Verdana"/>
                <a:cs typeface="Verdana"/>
              </a:rPr>
              <a:t>z</a:t>
            </a:r>
            <a:r>
              <a:rPr dirty="0" smtClean="0" sz="2000" spc="-3">
                <a:latin typeface="Verdana"/>
                <a:cs typeface="Verdana"/>
              </a:rPr>
              <a:t>e</a:t>
            </a:r>
            <a:r>
              <a:rPr dirty="0" smtClean="0" sz="2000" spc="-3">
                <a:latin typeface="Verdana"/>
                <a:cs typeface="Verdana"/>
              </a:rPr>
              <a:t>l</a:t>
            </a:r>
            <a:r>
              <a:rPr dirty="0" smtClean="0" sz="2000" spc="-3">
                <a:latin typeface="Verdana"/>
                <a:cs typeface="Verdana"/>
              </a:rPr>
              <a:t>a</a:t>
            </a:r>
            <a:r>
              <a:rPr dirty="0" smtClean="0" sz="2000" spc="-3">
                <a:latin typeface="Verdana"/>
                <a:cs typeface="Verdana"/>
              </a:rPr>
              <a:t>,</a:t>
            </a:r>
            <a:r>
              <a:rPr dirty="0" smtClean="0" sz="2000" spc="-3">
                <a:latin typeface="Verdana"/>
                <a:cs typeface="Verdana"/>
              </a:rPr>
              <a:t> </a:t>
            </a:r>
            <a:r>
              <a:rPr dirty="0" smtClean="0" sz="2000" spc="-3">
                <a:latin typeface="Verdana"/>
                <a:cs typeface="Verdana"/>
              </a:rPr>
              <a:t>Na</a:t>
            </a:r>
            <a:r>
              <a:rPr dirty="0" smtClean="0" sz="2000" spc="-3">
                <a:latin typeface="Verdana"/>
                <a:cs typeface="Verdana"/>
              </a:rPr>
              <a:t>g</a:t>
            </a:r>
            <a:r>
              <a:rPr dirty="0" smtClean="0" sz="2000" spc="-3">
                <a:latin typeface="Verdana"/>
                <a:cs typeface="Verdana"/>
              </a:rPr>
              <a:t>h</a:t>
            </a:r>
            <a:r>
              <a:rPr dirty="0" smtClean="0" sz="2000" spc="-3">
                <a:latin typeface="Verdana"/>
                <a:cs typeface="Verdana"/>
              </a:rPr>
              <a:t>s</a:t>
            </a:r>
            <a:r>
              <a:rPr dirty="0" smtClean="0" sz="2000" spc="-3">
                <a:latin typeface="Verdana"/>
                <a:cs typeface="Verdana"/>
              </a:rPr>
              <a:t>h</a:t>
            </a:r>
            <a:r>
              <a:rPr dirty="0" smtClean="0" sz="2000" spc="-3">
                <a:latin typeface="Verdana"/>
                <a:cs typeface="Verdana"/>
              </a:rPr>
              <a:t>i</a:t>
            </a:r>
            <a:r>
              <a:rPr dirty="0" smtClean="0" sz="2000" spc="-3">
                <a:latin typeface="Verdana"/>
                <a:cs typeface="Verdana"/>
              </a:rPr>
              <a:t>n</a:t>
            </a:r>
            <a:r>
              <a:rPr dirty="0" smtClean="0" sz="2000" spc="-3">
                <a:latin typeface="Verdana"/>
                <a:cs typeface="Verdana"/>
              </a:rPr>
              <a:t>e</a:t>
            </a:r>
            <a:r>
              <a:rPr dirty="0" smtClean="0" sz="2000" spc="-3">
                <a:latin typeface="Verdana"/>
                <a:cs typeface="Verdana"/>
              </a:rPr>
              <a:t>h</a:t>
            </a:r>
            <a:r>
              <a:rPr dirty="0" smtClean="0" sz="2000" spc="-3">
                <a:latin typeface="Verdana"/>
                <a:cs typeface="Verdana"/>
              </a:rPr>
              <a:t>,</a:t>
            </a:r>
            <a:r>
              <a:rPr dirty="0" smtClean="0" sz="2000" spc="-3">
                <a:latin typeface="Verdana"/>
                <a:cs typeface="Verdana"/>
              </a:rPr>
              <a:t> </a:t>
            </a:r>
            <a:r>
              <a:rPr dirty="0" smtClean="0" sz="2000" spc="-3">
                <a:latin typeface="Verdana"/>
                <a:cs typeface="Verdana"/>
              </a:rPr>
              <a:t>“</a:t>
            </a:r>
            <a:r>
              <a:rPr dirty="0" smtClean="0" sz="2000" spc="-3">
                <a:latin typeface="Verdana"/>
                <a:cs typeface="Verdana"/>
              </a:rPr>
              <a:t> </a:t>
            </a:r>
            <a:r>
              <a:rPr dirty="0" smtClean="0" sz="2000" spc="-3" b="1" i="1">
                <a:latin typeface="Verdana"/>
                <a:cs typeface="Verdana"/>
              </a:rPr>
              <a:t>C</a:t>
            </a:r>
            <a:r>
              <a:rPr dirty="0" smtClean="0" sz="2000" spc="-3" b="1" i="1">
                <a:latin typeface="Verdana"/>
                <a:cs typeface="Verdana"/>
              </a:rPr>
              <a:t>ha</a:t>
            </a:r>
            <a:r>
              <a:rPr dirty="0" smtClean="0" sz="2000" spc="-3" b="1" i="1">
                <a:latin typeface="Verdana"/>
                <a:cs typeface="Verdana"/>
              </a:rPr>
              <a:t>n</a:t>
            </a:r>
            <a:r>
              <a:rPr dirty="0" smtClean="0" sz="2000" spc="-3" b="1" i="1">
                <a:latin typeface="Verdana"/>
                <a:cs typeface="Verdana"/>
              </a:rPr>
              <a:t>n</a:t>
            </a:r>
            <a:r>
              <a:rPr dirty="0" smtClean="0" sz="2000" spc="-3" b="1" i="1">
                <a:latin typeface="Verdana"/>
                <a:cs typeface="Verdana"/>
              </a:rPr>
              <a:t>e</a:t>
            </a:r>
            <a:r>
              <a:rPr dirty="0" smtClean="0" sz="2000" spc="-3" b="1" i="1">
                <a:latin typeface="Verdana"/>
                <a:cs typeface="Verdana"/>
              </a:rPr>
              <a:t>l</a:t>
            </a:r>
            <a:r>
              <a:rPr dirty="0" smtClean="0" sz="2000" spc="-3" b="1" i="1">
                <a:latin typeface="Verdana"/>
                <a:cs typeface="Verdana"/>
              </a:rPr>
              <a:t> </a:t>
            </a:r>
            <a:r>
              <a:rPr dirty="0" smtClean="0" sz="2000" spc="-3" b="1" i="1">
                <a:latin typeface="Verdana"/>
                <a:cs typeface="Verdana"/>
              </a:rPr>
              <a:t>A</a:t>
            </a:r>
            <a:r>
              <a:rPr dirty="0" smtClean="0" sz="2000" spc="-3" b="1" i="1">
                <a:latin typeface="Verdana"/>
                <a:cs typeface="Verdana"/>
              </a:rPr>
              <a:t>s</a:t>
            </a:r>
            <a:r>
              <a:rPr dirty="0" smtClean="0" sz="2000" spc="-3" b="1" i="1">
                <a:latin typeface="Verdana"/>
                <a:cs typeface="Verdana"/>
              </a:rPr>
              <a:t>s</a:t>
            </a:r>
            <a:r>
              <a:rPr dirty="0" smtClean="0" sz="2000" spc="-3" b="1" i="1">
                <a:latin typeface="Verdana"/>
                <a:cs typeface="Verdana"/>
              </a:rPr>
              <a:t>ig</a:t>
            </a:r>
            <a:r>
              <a:rPr dirty="0" smtClean="0" sz="2000" spc="-3" b="1" i="1">
                <a:latin typeface="Verdana"/>
                <a:cs typeface="Verdana"/>
              </a:rPr>
              <a:t>n</a:t>
            </a:r>
            <a:r>
              <a:rPr dirty="0" smtClean="0" sz="2000" spc="-3" b="1" i="1">
                <a:latin typeface="Verdana"/>
                <a:cs typeface="Verdana"/>
              </a:rPr>
              <a:t>m</a:t>
            </a:r>
            <a:r>
              <a:rPr dirty="0" smtClean="0" sz="2000" spc="-3" b="1" i="1">
                <a:latin typeface="Verdana"/>
                <a:cs typeface="Verdana"/>
              </a:rPr>
              <a:t>e</a:t>
            </a:r>
            <a:r>
              <a:rPr dirty="0" smtClean="0" sz="2000" spc="-3" b="1" i="1">
                <a:latin typeface="Verdana"/>
                <a:cs typeface="Verdana"/>
              </a:rPr>
              <a:t>nt</a:t>
            </a:r>
            <a:endParaRPr sz="2000">
              <a:latin typeface="Verdana"/>
              <a:cs typeface="Verdana"/>
            </a:endParaRPr>
          </a:p>
          <a:p>
            <a:pPr marL="1006475">
              <a:lnSpc>
                <a:spcPts val="2039"/>
              </a:lnSpc>
            </a:pPr>
            <a:r>
              <a:rPr dirty="0" smtClean="0" sz="2000" spc="0" b="1" i="1">
                <a:latin typeface="Verdana"/>
                <a:cs typeface="Verdana"/>
              </a:rPr>
              <a:t>Sch</a:t>
            </a:r>
            <a:r>
              <a:rPr dirty="0" smtClean="0" sz="2000" spc="0" b="1" i="1">
                <a:latin typeface="Verdana"/>
                <a:cs typeface="Verdana"/>
              </a:rPr>
              <a:t>e</a:t>
            </a:r>
            <a:r>
              <a:rPr dirty="0" smtClean="0" sz="2000" spc="0" b="1" i="1">
                <a:latin typeface="Verdana"/>
                <a:cs typeface="Verdana"/>
              </a:rPr>
              <a:t>mes</a:t>
            </a:r>
            <a:r>
              <a:rPr dirty="0" smtClean="0" sz="2000" spc="0" b="1" i="1">
                <a:latin typeface="Verdana"/>
                <a:cs typeface="Verdana"/>
              </a:rPr>
              <a:t> </a:t>
            </a:r>
            <a:r>
              <a:rPr dirty="0" smtClean="0" sz="2000" spc="0" b="1" i="1">
                <a:latin typeface="Verdana"/>
                <a:cs typeface="Verdana"/>
              </a:rPr>
              <a:t>for</a:t>
            </a:r>
            <a:r>
              <a:rPr dirty="0" smtClean="0" sz="2000" spc="0" b="1" i="1">
                <a:latin typeface="Verdana"/>
                <a:cs typeface="Verdana"/>
              </a:rPr>
              <a:t> </a:t>
            </a:r>
            <a:r>
              <a:rPr dirty="0" smtClean="0" sz="2000" spc="0" b="1" i="1">
                <a:latin typeface="Verdana"/>
                <a:cs typeface="Verdana"/>
              </a:rPr>
              <a:t>C</a:t>
            </a:r>
            <a:r>
              <a:rPr dirty="0" smtClean="0" sz="2000" spc="0" b="1" i="1">
                <a:latin typeface="Verdana"/>
                <a:cs typeface="Verdana"/>
              </a:rPr>
              <a:t>e</a:t>
            </a:r>
            <a:r>
              <a:rPr dirty="0" smtClean="0" sz="2000" spc="0" b="1" i="1">
                <a:latin typeface="Verdana"/>
                <a:cs typeface="Verdana"/>
              </a:rPr>
              <a:t>l</a:t>
            </a:r>
            <a:r>
              <a:rPr dirty="0" smtClean="0" sz="2000" spc="0" b="1" i="1">
                <a:latin typeface="Verdana"/>
                <a:cs typeface="Verdana"/>
              </a:rPr>
              <a:t>l</a:t>
            </a:r>
            <a:r>
              <a:rPr dirty="0" smtClean="0" sz="2000" spc="0" b="1" i="1">
                <a:latin typeface="Verdana"/>
                <a:cs typeface="Verdana"/>
              </a:rPr>
              <a:t>u</a:t>
            </a:r>
            <a:r>
              <a:rPr dirty="0" smtClean="0" sz="2000" spc="0" b="1" i="1">
                <a:latin typeface="Verdana"/>
                <a:cs typeface="Verdana"/>
              </a:rPr>
              <a:t>l</a:t>
            </a:r>
            <a:r>
              <a:rPr dirty="0" smtClean="0" sz="2000" spc="0" b="1" i="1">
                <a:latin typeface="Verdana"/>
                <a:cs typeface="Verdana"/>
              </a:rPr>
              <a:t>ar</a:t>
            </a:r>
            <a:r>
              <a:rPr dirty="0" smtClean="0" sz="2000" spc="0" b="1" i="1">
                <a:latin typeface="Verdana"/>
                <a:cs typeface="Verdana"/>
              </a:rPr>
              <a:t> </a:t>
            </a:r>
            <a:r>
              <a:rPr dirty="0" smtClean="0" sz="2000" spc="0" b="1" i="1">
                <a:latin typeface="Verdana"/>
                <a:cs typeface="Verdana"/>
              </a:rPr>
              <a:t>M</a:t>
            </a:r>
            <a:r>
              <a:rPr dirty="0" smtClean="0" sz="2000" spc="0" b="1" i="1">
                <a:latin typeface="Verdana"/>
                <a:cs typeface="Verdana"/>
              </a:rPr>
              <a:t>o</a:t>
            </a:r>
            <a:r>
              <a:rPr dirty="0" smtClean="0" sz="2000" spc="0" b="1" i="1">
                <a:latin typeface="Verdana"/>
                <a:cs typeface="Verdana"/>
              </a:rPr>
              <a:t>bi</a:t>
            </a:r>
            <a:r>
              <a:rPr dirty="0" smtClean="0" sz="2000" spc="0" b="1" i="1">
                <a:latin typeface="Verdana"/>
                <a:cs typeface="Verdana"/>
              </a:rPr>
              <a:t>l</a:t>
            </a:r>
            <a:r>
              <a:rPr dirty="0" smtClean="0" sz="2000" spc="0" b="1" i="1">
                <a:latin typeface="Verdana"/>
                <a:cs typeface="Verdana"/>
              </a:rPr>
              <a:t>e</a:t>
            </a:r>
            <a:r>
              <a:rPr dirty="0" smtClean="0" sz="2000" spc="0" b="1" i="1">
                <a:latin typeface="Verdana"/>
                <a:cs typeface="Verdana"/>
              </a:rPr>
              <a:t> </a:t>
            </a:r>
            <a:r>
              <a:rPr dirty="0" smtClean="0" sz="2000" spc="0" b="1" i="1">
                <a:latin typeface="Verdana"/>
                <a:cs typeface="Verdana"/>
              </a:rPr>
              <a:t>T</a:t>
            </a:r>
            <a:r>
              <a:rPr dirty="0" smtClean="0" sz="2000" spc="0" b="1" i="1">
                <a:latin typeface="Verdana"/>
                <a:cs typeface="Verdana"/>
              </a:rPr>
              <a:t>e</a:t>
            </a:r>
            <a:r>
              <a:rPr dirty="0" smtClean="0" sz="2000" spc="0" b="1" i="1">
                <a:latin typeface="Verdana"/>
                <a:cs typeface="Verdana"/>
              </a:rPr>
              <a:t>l</a:t>
            </a:r>
            <a:r>
              <a:rPr dirty="0" smtClean="0" sz="2000" spc="0" b="1" i="1">
                <a:latin typeface="Verdana"/>
                <a:cs typeface="Verdana"/>
              </a:rPr>
              <a:t>e</a:t>
            </a:r>
            <a:r>
              <a:rPr dirty="0" smtClean="0" sz="2000" spc="0" b="1" i="1">
                <a:latin typeface="Verdana"/>
                <a:cs typeface="Verdana"/>
              </a:rPr>
              <a:t>c</a:t>
            </a:r>
            <a:r>
              <a:rPr dirty="0" smtClean="0" sz="2000" spc="0" b="1" i="1">
                <a:latin typeface="Verdana"/>
                <a:cs typeface="Verdana"/>
              </a:rPr>
              <a:t>o</a:t>
            </a:r>
            <a:r>
              <a:rPr dirty="0" smtClean="0" sz="2000" spc="0" b="1" i="1">
                <a:latin typeface="Verdana"/>
                <a:cs typeface="Verdana"/>
              </a:rPr>
              <a:t>m</a:t>
            </a:r>
            <a:r>
              <a:rPr dirty="0" smtClean="0" sz="2000" spc="0" b="1" i="1">
                <a:latin typeface="Verdana"/>
                <a:cs typeface="Verdana"/>
              </a:rPr>
              <a:t>m</a:t>
            </a:r>
            <a:r>
              <a:rPr dirty="0" smtClean="0" sz="2000" spc="0" b="1" i="1">
                <a:latin typeface="Verdana"/>
                <a:cs typeface="Verdana"/>
              </a:rPr>
              <a:t>u</a:t>
            </a:r>
            <a:r>
              <a:rPr dirty="0" smtClean="0" sz="2000" spc="0" b="1" i="1">
                <a:latin typeface="Verdana"/>
                <a:cs typeface="Verdana"/>
              </a:rPr>
              <a:t>n</a:t>
            </a:r>
            <a:r>
              <a:rPr dirty="0" smtClean="0" sz="2000" spc="0" b="1" i="1">
                <a:latin typeface="Verdana"/>
                <a:cs typeface="Verdana"/>
              </a:rPr>
              <a:t>ica</a:t>
            </a:r>
            <a:r>
              <a:rPr dirty="0" smtClean="0" sz="2000" spc="0" b="1" i="1">
                <a:latin typeface="Verdana"/>
                <a:cs typeface="Verdana"/>
              </a:rPr>
              <a:t>t</a:t>
            </a:r>
            <a:r>
              <a:rPr dirty="0" smtClean="0" sz="2000" spc="0" b="1" i="1">
                <a:latin typeface="Verdana"/>
                <a:cs typeface="Verdana"/>
              </a:rPr>
              <a:t>ion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11203" y="1163954"/>
            <a:ext cx="121594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" name="object 3"/>
          <p:cNvSpPr txBox="1"/>
          <p:nvPr/>
        </p:nvSpPr>
        <p:spPr>
          <a:xfrm>
            <a:off x="3241170" y="1163954"/>
            <a:ext cx="123682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" name="object 2"/>
          <p:cNvSpPr txBox="1"/>
          <p:nvPr/>
        </p:nvSpPr>
        <p:spPr>
          <a:xfrm>
            <a:off x="5684520" y="3594100"/>
            <a:ext cx="3825239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/>
          <p:nvPr/>
        </p:nvSpPr>
        <p:spPr>
          <a:xfrm>
            <a:off x="0" y="6400800"/>
            <a:ext cx="9903460" cy="457196"/>
          </a:xfrm>
          <a:custGeom>
            <a:avLst/>
            <a:gdLst/>
            <a:ahLst/>
            <a:cxnLst/>
            <a:rect l="l" t="t" r="r" b="b"/>
            <a:pathLst>
              <a:path w="9903460" h="457196">
                <a:moveTo>
                  <a:pt x="9903460" y="457196"/>
                </a:moveTo>
                <a:lnTo>
                  <a:pt x="9903460" y="0"/>
                </a:lnTo>
                <a:lnTo>
                  <a:pt x="0" y="0"/>
                </a:lnTo>
                <a:lnTo>
                  <a:pt x="0" y="457196"/>
                </a:lnTo>
                <a:lnTo>
                  <a:pt x="9903460" y="457196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" name="object 11"/>
          <p:cNvSpPr/>
          <p:nvPr/>
        </p:nvSpPr>
        <p:spPr>
          <a:xfrm>
            <a:off x="153670" y="640207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58419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" name="object 8"/>
          <p:cNvSpPr/>
          <p:nvPr/>
        </p:nvSpPr>
        <p:spPr>
          <a:xfrm>
            <a:off x="0" y="0"/>
            <a:ext cx="9903460" cy="609600"/>
          </a:xfrm>
          <a:custGeom>
            <a:avLst/>
            <a:gdLst/>
            <a:ahLst/>
            <a:cxnLst/>
            <a:rect l="l" t="t" r="r" b="b"/>
            <a:pathLst>
              <a:path w="9903460" h="609600">
                <a:moveTo>
                  <a:pt x="0" y="609600"/>
                </a:moveTo>
                <a:lnTo>
                  <a:pt x="9903460" y="609600"/>
                </a:lnTo>
                <a:lnTo>
                  <a:pt x="9903460" y="0"/>
                </a:lnTo>
                <a:lnTo>
                  <a:pt x="0" y="0"/>
                </a:lnTo>
                <a:lnTo>
                  <a:pt x="0" y="60960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" name="object 9"/>
          <p:cNvSpPr/>
          <p:nvPr/>
        </p:nvSpPr>
        <p:spPr>
          <a:xfrm>
            <a:off x="111760" y="60960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76200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232852" y="2851441"/>
            <a:ext cx="1904141" cy="533717"/>
          </a:xfrm>
          <a:prstGeom prst="rect">
            <a:avLst/>
          </a:prstGeom>
        </p:spPr>
        <p:txBody>
          <a:bodyPr wrap="square" lIns="0" tIns="26574" rIns="0" bIns="0" rtlCol="0">
            <a:noAutofit/>
          </a:bodyPr>
          <a:lstStyle/>
          <a:p>
            <a:pPr marL="12700">
              <a:lnSpc>
                <a:spcPts val="4185"/>
              </a:lnSpc>
            </a:pPr>
            <a:r>
              <a:rPr dirty="0" smtClean="0" sz="4000" spc="-4">
                <a:latin typeface="Times New Roman"/>
                <a:cs typeface="Times New Roman"/>
              </a:rPr>
              <a:t>Exa</a:t>
            </a:r>
            <a:r>
              <a:rPr dirty="0" smtClean="0" sz="4000" spc="-4">
                <a:latin typeface="Times New Roman"/>
                <a:cs typeface="Times New Roman"/>
              </a:rPr>
              <a:t>m</a:t>
            </a:r>
            <a:r>
              <a:rPr dirty="0" smtClean="0" sz="4000" spc="-4">
                <a:latin typeface="Times New Roman"/>
                <a:cs typeface="Times New Roman"/>
              </a:rPr>
              <a:t>ple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165475" y="2851441"/>
            <a:ext cx="807700" cy="533717"/>
          </a:xfrm>
          <a:prstGeom prst="rect">
            <a:avLst/>
          </a:prstGeom>
        </p:spPr>
        <p:txBody>
          <a:bodyPr wrap="square" lIns="0" tIns="26574" rIns="0" bIns="0" rtlCol="0">
            <a:noAutofit/>
          </a:bodyPr>
          <a:lstStyle/>
          <a:p>
            <a:pPr marL="12700">
              <a:lnSpc>
                <a:spcPts val="4185"/>
              </a:lnSpc>
            </a:pPr>
            <a:r>
              <a:rPr dirty="0" smtClean="0" sz="4000">
                <a:latin typeface="Times New Roman"/>
                <a:cs typeface="Times New Roman"/>
              </a:rPr>
              <a:t>For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998608" y="2851441"/>
            <a:ext cx="2247255" cy="533717"/>
          </a:xfrm>
          <a:prstGeom prst="rect">
            <a:avLst/>
          </a:prstGeom>
        </p:spPr>
        <p:txBody>
          <a:bodyPr wrap="square" lIns="0" tIns="26574" rIns="0" bIns="0" rtlCol="0">
            <a:noAutofit/>
          </a:bodyPr>
          <a:lstStyle/>
          <a:p>
            <a:pPr marL="12700">
              <a:lnSpc>
                <a:spcPts val="4185"/>
              </a:lnSpc>
            </a:pPr>
            <a:r>
              <a:rPr dirty="0" smtClean="0" sz="4000">
                <a:latin typeface="Times New Roman"/>
                <a:cs typeface="Times New Roman"/>
              </a:rPr>
              <a:t>Frequency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69262" y="2851441"/>
            <a:ext cx="1909224" cy="533717"/>
          </a:xfrm>
          <a:prstGeom prst="rect">
            <a:avLst/>
          </a:prstGeom>
        </p:spPr>
        <p:txBody>
          <a:bodyPr wrap="square" lIns="0" tIns="26574" rIns="0" bIns="0" rtlCol="0">
            <a:noAutofit/>
          </a:bodyPr>
          <a:lstStyle/>
          <a:p>
            <a:pPr marL="12700">
              <a:lnSpc>
                <a:spcPts val="4185"/>
              </a:lnSpc>
            </a:pPr>
            <a:r>
              <a:rPr dirty="0" smtClean="0" sz="4000">
                <a:latin typeface="Times New Roman"/>
                <a:cs typeface="Times New Roman"/>
              </a:rPr>
              <a:t>Planning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1140" y="6472848"/>
            <a:ext cx="5475228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o</a:t>
            </a:r>
            <a:r>
              <a:rPr dirty="0" smtClean="0" sz="1800" spc="0" b="1">
                <a:latin typeface="Georgia"/>
                <a:cs typeface="Georgia"/>
              </a:rPr>
              <a:t>d</a:t>
            </a:r>
            <a:r>
              <a:rPr dirty="0" smtClean="0" sz="1800" spc="0" b="1">
                <a:latin typeface="Georgia"/>
                <a:cs typeface="Georgia"/>
              </a:rPr>
              <a:t>ul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3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S</a:t>
            </a:r>
            <a:r>
              <a:rPr dirty="0" smtClean="0" sz="1800" spc="0" b="1">
                <a:latin typeface="Georgia"/>
                <a:cs typeface="Georgia"/>
              </a:rPr>
              <a:t>istem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K</a:t>
            </a:r>
            <a:r>
              <a:rPr dirty="0" smtClean="0" sz="1800" spc="0" b="1">
                <a:latin typeface="Georgia"/>
                <a:cs typeface="Georgia"/>
              </a:rPr>
              <a:t>o</a:t>
            </a: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unik</a:t>
            </a:r>
            <a:r>
              <a:rPr dirty="0" smtClean="0" sz="1800" spc="0" b="1">
                <a:latin typeface="Georgia"/>
                <a:cs typeface="Georgia"/>
              </a:rPr>
              <a:t>a</a:t>
            </a:r>
            <a:r>
              <a:rPr dirty="0" smtClean="0" sz="1800" spc="0" b="1">
                <a:latin typeface="Georgia"/>
                <a:cs typeface="Georgia"/>
              </a:rPr>
              <a:t>si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B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r>
              <a:rPr dirty="0" smtClean="0" sz="1800" spc="0" b="1">
                <a:latin typeface="Georgia"/>
                <a:cs typeface="Georgia"/>
              </a:rPr>
              <a:t>g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r>
              <a:rPr dirty="0" smtClean="0" sz="1800" spc="0" b="1">
                <a:latin typeface="Georgia"/>
                <a:cs typeface="Georgia"/>
              </a:rPr>
              <a:t>a</a:t>
            </a:r>
            <a:r>
              <a:rPr dirty="0" smtClean="0" sz="1800" spc="0" b="1">
                <a:latin typeface="Georgia"/>
                <a:cs typeface="Georgia"/>
              </a:rPr>
              <a:t>k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S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lul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9443720" y="6472848"/>
            <a:ext cx="349304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-4" b="1">
                <a:latin typeface="Georgia"/>
                <a:cs typeface="Georgia"/>
              </a:rPr>
              <a:t>39</a:t>
            </a:r>
            <a:endParaRPr sz="1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1"/>
          <p:cNvSpPr/>
          <p:nvPr/>
        </p:nvSpPr>
        <p:spPr>
          <a:xfrm>
            <a:off x="0" y="6400800"/>
            <a:ext cx="9903460" cy="457196"/>
          </a:xfrm>
          <a:custGeom>
            <a:avLst/>
            <a:gdLst/>
            <a:ahLst/>
            <a:cxnLst/>
            <a:rect l="l" t="t" r="r" b="b"/>
            <a:pathLst>
              <a:path w="9903460" h="457196">
                <a:moveTo>
                  <a:pt x="9903460" y="457196"/>
                </a:moveTo>
                <a:lnTo>
                  <a:pt x="9903460" y="0"/>
                </a:lnTo>
                <a:lnTo>
                  <a:pt x="0" y="0"/>
                </a:lnTo>
                <a:lnTo>
                  <a:pt x="0" y="457196"/>
                </a:lnTo>
                <a:lnTo>
                  <a:pt x="9903460" y="457196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" name="object 12"/>
          <p:cNvSpPr/>
          <p:nvPr/>
        </p:nvSpPr>
        <p:spPr>
          <a:xfrm>
            <a:off x="153670" y="640207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58419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" name="object 9"/>
          <p:cNvSpPr/>
          <p:nvPr/>
        </p:nvSpPr>
        <p:spPr>
          <a:xfrm>
            <a:off x="0" y="0"/>
            <a:ext cx="9903460" cy="609600"/>
          </a:xfrm>
          <a:custGeom>
            <a:avLst/>
            <a:gdLst/>
            <a:ahLst/>
            <a:cxnLst/>
            <a:rect l="l" t="t" r="r" b="b"/>
            <a:pathLst>
              <a:path w="9903460" h="609600">
                <a:moveTo>
                  <a:pt x="0" y="609600"/>
                </a:moveTo>
                <a:lnTo>
                  <a:pt x="9903460" y="609600"/>
                </a:lnTo>
                <a:lnTo>
                  <a:pt x="9903460" y="0"/>
                </a:lnTo>
                <a:lnTo>
                  <a:pt x="0" y="0"/>
                </a:lnTo>
                <a:lnTo>
                  <a:pt x="0" y="60960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" name="object 10"/>
          <p:cNvSpPr/>
          <p:nvPr/>
        </p:nvSpPr>
        <p:spPr>
          <a:xfrm>
            <a:off x="111760" y="60960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76200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4099941" y="922583"/>
            <a:ext cx="1785620" cy="584200"/>
          </a:xfrm>
          <a:prstGeom prst="rect">
            <a:avLst/>
          </a:prstGeom>
        </p:spPr>
        <p:txBody>
          <a:bodyPr wrap="square" lIns="0" tIns="29146" rIns="0" bIns="0" rtlCol="0">
            <a:noAutofit/>
          </a:bodyPr>
          <a:lstStyle/>
          <a:p>
            <a:pPr marL="12700">
              <a:lnSpc>
                <a:spcPts val="4590"/>
              </a:lnSpc>
            </a:pPr>
            <a:r>
              <a:rPr dirty="0" smtClean="0" sz="4400">
                <a:latin typeface="Times New Roman"/>
                <a:cs typeface="Times New Roman"/>
              </a:rPr>
              <a:t>Outline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22007" y="2089299"/>
            <a:ext cx="254158" cy="3117531"/>
          </a:xfrm>
          <a:prstGeom prst="rect">
            <a:avLst/>
          </a:prstGeom>
        </p:spPr>
        <p:txBody>
          <a:bodyPr wrap="square" lIns="0" tIns="23971" rIns="0" bIns="0" rtlCol="0">
            <a:noAutofit/>
          </a:bodyPr>
          <a:lstStyle/>
          <a:p>
            <a:pPr marL="12700" marR="158">
              <a:lnSpc>
                <a:spcPts val="3775"/>
              </a:lnSpc>
            </a:pPr>
            <a:r>
              <a:rPr dirty="0" smtClean="0" sz="3600">
                <a:latin typeface="Times New Roman"/>
                <a:cs typeface="Times New Roman"/>
              </a:rPr>
              <a:t>•</a:t>
            </a:r>
            <a:endParaRPr sz="3600">
              <a:latin typeface="Times New Roman"/>
              <a:cs typeface="Times New Roman"/>
            </a:endParaRPr>
          </a:p>
          <a:p>
            <a:pPr marL="12700" marR="158">
              <a:lnSpc>
                <a:spcPct val="95825"/>
              </a:lnSpc>
              <a:spcBef>
                <a:spcPts val="853"/>
              </a:spcBef>
            </a:pPr>
            <a:r>
              <a:rPr dirty="0" smtClean="0" sz="3600">
                <a:latin typeface="Times New Roman"/>
                <a:cs typeface="Times New Roman"/>
              </a:rPr>
              <a:t>•</a:t>
            </a:r>
            <a:endParaRPr sz="3600">
              <a:latin typeface="Times New Roman"/>
              <a:cs typeface="Times New Roman"/>
            </a:endParaRPr>
          </a:p>
          <a:p>
            <a:pPr marL="12700">
              <a:lnSpc>
                <a:spcPct val="95825"/>
              </a:lnSpc>
              <a:spcBef>
                <a:spcPts val="1040"/>
              </a:spcBef>
            </a:pPr>
            <a:r>
              <a:rPr dirty="0" smtClean="0" sz="3600">
                <a:latin typeface="Times New Roman"/>
                <a:cs typeface="Times New Roman"/>
              </a:rPr>
              <a:t>•</a:t>
            </a:r>
            <a:endParaRPr sz="3600">
              <a:latin typeface="Times New Roman"/>
              <a:cs typeface="Times New Roman"/>
            </a:endParaRPr>
          </a:p>
          <a:p>
            <a:pPr marL="12700">
              <a:lnSpc>
                <a:spcPct val="95825"/>
              </a:lnSpc>
              <a:spcBef>
                <a:spcPts val="1042"/>
              </a:spcBef>
            </a:pPr>
            <a:r>
              <a:rPr dirty="0" smtClean="0" sz="3600">
                <a:latin typeface="Times New Roman"/>
                <a:cs typeface="Times New Roman"/>
              </a:rPr>
              <a:t>•</a:t>
            </a:r>
            <a:endParaRPr sz="3600">
              <a:latin typeface="Times New Roman"/>
              <a:cs typeface="Times New Roman"/>
            </a:endParaRPr>
          </a:p>
          <a:p>
            <a:pPr marL="12700">
              <a:lnSpc>
                <a:spcPct val="95825"/>
              </a:lnSpc>
              <a:spcBef>
                <a:spcPts val="1063"/>
              </a:spcBef>
            </a:pPr>
            <a:r>
              <a:rPr dirty="0" smtClean="0" sz="3600">
                <a:latin typeface="Times New Roman"/>
                <a:cs typeface="Times New Roman"/>
              </a:rPr>
              <a:t>•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03007" y="2089299"/>
            <a:ext cx="4639919" cy="1140714"/>
          </a:xfrm>
          <a:prstGeom prst="rect">
            <a:avLst/>
          </a:prstGeom>
        </p:spPr>
        <p:txBody>
          <a:bodyPr wrap="square" lIns="0" tIns="23971" rIns="0" bIns="0" rtlCol="0">
            <a:noAutofit/>
          </a:bodyPr>
          <a:lstStyle/>
          <a:p>
            <a:pPr marL="12700" marR="68579">
              <a:lnSpc>
                <a:spcPts val="3775"/>
              </a:lnSpc>
            </a:pPr>
            <a:r>
              <a:rPr dirty="0" smtClean="0" sz="3600" spc="-4" b="1">
                <a:latin typeface="Times New Roman"/>
                <a:cs typeface="Times New Roman"/>
              </a:rPr>
              <a:t>Int</a:t>
            </a:r>
            <a:r>
              <a:rPr dirty="0" smtClean="0" sz="3600" spc="-4" b="1">
                <a:latin typeface="Times New Roman"/>
                <a:cs typeface="Times New Roman"/>
              </a:rPr>
              <a:t>r</a:t>
            </a:r>
            <a:r>
              <a:rPr dirty="0" smtClean="0" sz="3600" spc="-4" b="1">
                <a:latin typeface="Times New Roman"/>
                <a:cs typeface="Times New Roman"/>
              </a:rPr>
              <a:t>oduction</a:t>
            </a:r>
            <a:endParaRPr sz="3600">
              <a:latin typeface="Times New Roman"/>
              <a:cs typeface="Times New Roman"/>
            </a:endParaRPr>
          </a:p>
          <a:p>
            <a:pPr marL="12700">
              <a:lnSpc>
                <a:spcPct val="95825"/>
              </a:lnSpc>
              <a:spcBef>
                <a:spcPts val="853"/>
              </a:spcBef>
            </a:pPr>
            <a:r>
              <a:rPr dirty="0" smtClean="0" sz="3600" b="1">
                <a:latin typeface="Times New Roman"/>
                <a:cs typeface="Times New Roman"/>
              </a:rPr>
              <a:t>Multiple</a:t>
            </a:r>
            <a:r>
              <a:rPr dirty="0" smtClean="0" sz="3600" b="1">
                <a:latin typeface="Times New Roman"/>
                <a:cs typeface="Times New Roman"/>
              </a:rPr>
              <a:t> </a:t>
            </a:r>
            <a:r>
              <a:rPr dirty="0" smtClean="0" sz="3600" b="1">
                <a:latin typeface="Times New Roman"/>
                <a:cs typeface="Times New Roman"/>
              </a:rPr>
              <a:t>Reuse</a:t>
            </a:r>
            <a:r>
              <a:rPr dirty="0" smtClean="0" sz="3600" b="1">
                <a:latin typeface="Times New Roman"/>
                <a:cs typeface="Times New Roman"/>
              </a:rPr>
              <a:t> </a:t>
            </a:r>
            <a:r>
              <a:rPr dirty="0" smtClean="0" sz="3600" b="1">
                <a:latin typeface="Times New Roman"/>
                <a:cs typeface="Times New Roman"/>
              </a:rPr>
              <a:t>Pattern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03007" y="3405017"/>
            <a:ext cx="2180474" cy="1801812"/>
          </a:xfrm>
          <a:prstGeom prst="rect">
            <a:avLst/>
          </a:prstGeom>
        </p:spPr>
        <p:txBody>
          <a:bodyPr wrap="square" lIns="0" tIns="24003" rIns="0" bIns="0" rtlCol="0">
            <a:noAutofit/>
          </a:bodyPr>
          <a:lstStyle/>
          <a:p>
            <a:pPr marL="12700" marR="10232">
              <a:lnSpc>
                <a:spcPts val="3779"/>
              </a:lnSpc>
            </a:pPr>
            <a:r>
              <a:rPr dirty="0" smtClean="0" sz="3600" spc="-6" b="1">
                <a:latin typeface="Times New Roman"/>
                <a:cs typeface="Times New Roman"/>
              </a:rPr>
              <a:t>F</a:t>
            </a:r>
            <a:r>
              <a:rPr dirty="0" smtClean="0" sz="3600" spc="-6" b="1">
                <a:latin typeface="Times New Roman"/>
                <a:cs typeface="Times New Roman"/>
              </a:rPr>
              <a:t>r</a:t>
            </a:r>
            <a:r>
              <a:rPr dirty="0" smtClean="0" sz="3600" spc="-6" b="1">
                <a:latin typeface="Times New Roman"/>
                <a:cs typeface="Times New Roman"/>
              </a:rPr>
              <a:t>equency</a:t>
            </a:r>
            <a:endParaRPr sz="3600">
              <a:latin typeface="Times New Roman"/>
              <a:cs typeface="Times New Roman"/>
            </a:endParaRPr>
          </a:p>
          <a:p>
            <a:pPr marL="12700">
              <a:lnSpc>
                <a:spcPct val="95825"/>
              </a:lnSpc>
              <a:spcBef>
                <a:spcPts val="853"/>
              </a:spcBef>
            </a:pPr>
            <a:r>
              <a:rPr dirty="0" smtClean="0" sz="3600" spc="-6" b="1">
                <a:latin typeface="Times New Roman"/>
                <a:cs typeface="Times New Roman"/>
              </a:rPr>
              <a:t>F</a:t>
            </a:r>
            <a:r>
              <a:rPr dirty="0" smtClean="0" sz="3600" spc="-6" b="1">
                <a:latin typeface="Times New Roman"/>
                <a:cs typeface="Times New Roman"/>
              </a:rPr>
              <a:t>r</a:t>
            </a:r>
            <a:r>
              <a:rPr dirty="0" smtClean="0" sz="3600" spc="-6" b="1">
                <a:latin typeface="Times New Roman"/>
                <a:cs typeface="Times New Roman"/>
              </a:rPr>
              <a:t>equency</a:t>
            </a:r>
            <a:endParaRPr sz="3600">
              <a:latin typeface="Times New Roman"/>
              <a:cs typeface="Times New Roman"/>
            </a:endParaRPr>
          </a:p>
          <a:p>
            <a:pPr marL="12700" marR="10232">
              <a:lnSpc>
                <a:spcPct val="95825"/>
              </a:lnSpc>
              <a:spcBef>
                <a:spcPts val="1063"/>
              </a:spcBef>
            </a:pPr>
            <a:r>
              <a:rPr dirty="0" smtClean="0" sz="3600" spc="-6" b="1">
                <a:latin typeface="Times New Roman"/>
                <a:cs typeface="Times New Roman"/>
              </a:rPr>
              <a:t>F</a:t>
            </a:r>
            <a:r>
              <a:rPr dirty="0" smtClean="0" sz="3600" spc="-6" b="1">
                <a:latin typeface="Times New Roman"/>
                <a:cs typeface="Times New Roman"/>
              </a:rPr>
              <a:t>r</a:t>
            </a:r>
            <a:r>
              <a:rPr dirty="0" smtClean="0" sz="3600" spc="-6" b="1">
                <a:latin typeface="Times New Roman"/>
                <a:cs typeface="Times New Roman"/>
              </a:rPr>
              <a:t>equency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93601" y="3405017"/>
            <a:ext cx="3383120" cy="1801812"/>
          </a:xfrm>
          <a:prstGeom prst="rect">
            <a:avLst/>
          </a:prstGeom>
        </p:spPr>
        <p:txBody>
          <a:bodyPr wrap="square" lIns="0" tIns="24003" rIns="0" bIns="0" rtlCol="0">
            <a:noAutofit/>
          </a:bodyPr>
          <a:lstStyle/>
          <a:p>
            <a:pPr marL="12700" marR="68627">
              <a:lnSpc>
                <a:spcPts val="3779"/>
              </a:lnSpc>
            </a:pPr>
            <a:r>
              <a:rPr dirty="0" smtClean="0" sz="3600" spc="-1" b="1">
                <a:latin typeface="Times New Roman"/>
                <a:cs typeface="Times New Roman"/>
              </a:rPr>
              <a:t>P</a:t>
            </a:r>
            <a:r>
              <a:rPr dirty="0" smtClean="0" sz="3600" spc="-1" b="1">
                <a:latin typeface="Times New Roman"/>
                <a:cs typeface="Times New Roman"/>
              </a:rPr>
              <a:t>l</a:t>
            </a:r>
            <a:r>
              <a:rPr dirty="0" smtClean="0" sz="3600" spc="-1" b="1">
                <a:latin typeface="Times New Roman"/>
                <a:cs typeface="Times New Roman"/>
              </a:rPr>
              <a:t>an</a:t>
            </a:r>
            <a:r>
              <a:rPr dirty="0" smtClean="0" sz="3600" spc="-1" b="1">
                <a:latin typeface="Times New Roman"/>
                <a:cs typeface="Times New Roman"/>
              </a:rPr>
              <a:t> </a:t>
            </a:r>
            <a:r>
              <a:rPr dirty="0" smtClean="0" sz="3600" spc="-1" b="1">
                <a:latin typeface="Times New Roman"/>
                <a:cs typeface="Times New Roman"/>
              </a:rPr>
              <a:t>Bas</a:t>
            </a:r>
            <a:r>
              <a:rPr dirty="0" smtClean="0" sz="3600" spc="-1" b="1">
                <a:latin typeface="Times New Roman"/>
                <a:cs typeface="Times New Roman"/>
              </a:rPr>
              <a:t>i</a:t>
            </a:r>
            <a:r>
              <a:rPr dirty="0" smtClean="0" sz="3600" spc="-1" b="1">
                <a:latin typeface="Times New Roman"/>
                <a:cs typeface="Times New Roman"/>
              </a:rPr>
              <a:t>cs</a:t>
            </a:r>
            <a:endParaRPr sz="3600">
              <a:latin typeface="Times New Roman"/>
              <a:cs typeface="Times New Roman"/>
            </a:endParaRPr>
          </a:p>
          <a:p>
            <a:pPr marL="12700" marR="68627">
              <a:lnSpc>
                <a:spcPct val="95825"/>
              </a:lnSpc>
              <a:spcBef>
                <a:spcPts val="853"/>
              </a:spcBef>
            </a:pPr>
            <a:r>
              <a:rPr dirty="0" smtClean="0" sz="3600" spc="-9" b="1">
                <a:latin typeface="Times New Roman"/>
                <a:cs typeface="Times New Roman"/>
              </a:rPr>
              <a:t>G</a:t>
            </a:r>
            <a:r>
              <a:rPr dirty="0" smtClean="0" sz="3600" spc="-9" b="1">
                <a:latin typeface="Times New Roman"/>
                <a:cs typeface="Times New Roman"/>
              </a:rPr>
              <a:t>r</a:t>
            </a:r>
            <a:r>
              <a:rPr dirty="0" smtClean="0" sz="3600" spc="-9" b="1">
                <a:latin typeface="Times New Roman"/>
                <a:cs typeface="Times New Roman"/>
              </a:rPr>
              <a:t>oupi</a:t>
            </a:r>
            <a:r>
              <a:rPr dirty="0" smtClean="0" sz="3600" spc="-9" b="1">
                <a:latin typeface="Times New Roman"/>
                <a:cs typeface="Times New Roman"/>
              </a:rPr>
              <a:t>n</a:t>
            </a:r>
            <a:r>
              <a:rPr dirty="0" smtClean="0" sz="3600" spc="-9" b="1">
                <a:latin typeface="Times New Roman"/>
                <a:cs typeface="Times New Roman"/>
              </a:rPr>
              <a:t>g</a:t>
            </a:r>
            <a:endParaRPr sz="3600">
              <a:latin typeface="Times New Roman"/>
              <a:cs typeface="Times New Roman"/>
            </a:endParaRPr>
          </a:p>
          <a:p>
            <a:pPr marL="12700">
              <a:lnSpc>
                <a:spcPct val="95825"/>
              </a:lnSpc>
              <a:spcBef>
                <a:spcPts val="1063"/>
              </a:spcBef>
            </a:pPr>
            <a:r>
              <a:rPr dirty="0" smtClean="0" sz="3600" spc="-1" b="1">
                <a:latin typeface="Times New Roman"/>
                <a:cs typeface="Times New Roman"/>
              </a:rPr>
              <a:t>P</a:t>
            </a:r>
            <a:r>
              <a:rPr dirty="0" smtClean="0" sz="3600" spc="-1" b="1">
                <a:latin typeface="Times New Roman"/>
                <a:cs typeface="Times New Roman"/>
              </a:rPr>
              <a:t>l</a:t>
            </a:r>
            <a:r>
              <a:rPr dirty="0" smtClean="0" sz="3600" spc="-1" b="1">
                <a:latin typeface="Times New Roman"/>
                <a:cs typeface="Times New Roman"/>
              </a:rPr>
              <a:t>an</a:t>
            </a:r>
            <a:r>
              <a:rPr dirty="0" smtClean="0" sz="3600" spc="-1" b="1">
                <a:latin typeface="Times New Roman"/>
                <a:cs typeface="Times New Roman"/>
              </a:rPr>
              <a:t> </a:t>
            </a:r>
            <a:r>
              <a:rPr dirty="0" smtClean="0" sz="3600" spc="-1" b="1">
                <a:latin typeface="Times New Roman"/>
                <a:cs typeface="Times New Roman"/>
              </a:rPr>
              <a:t>Con</a:t>
            </a:r>
            <a:r>
              <a:rPr dirty="0" smtClean="0" sz="3600" spc="-1" b="1">
                <a:latin typeface="Times New Roman"/>
                <a:cs typeface="Times New Roman"/>
              </a:rPr>
              <a:t>s</a:t>
            </a:r>
            <a:r>
              <a:rPr dirty="0" smtClean="0" sz="3600" spc="-1" b="1">
                <a:latin typeface="Times New Roman"/>
                <a:cs typeface="Times New Roman"/>
              </a:rPr>
              <a:t>traints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1140" y="6472848"/>
            <a:ext cx="5475228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o</a:t>
            </a:r>
            <a:r>
              <a:rPr dirty="0" smtClean="0" sz="1800" spc="0" b="1">
                <a:latin typeface="Georgia"/>
                <a:cs typeface="Georgia"/>
              </a:rPr>
              <a:t>d</a:t>
            </a:r>
            <a:r>
              <a:rPr dirty="0" smtClean="0" sz="1800" spc="0" b="1">
                <a:latin typeface="Georgia"/>
                <a:cs typeface="Georgia"/>
              </a:rPr>
              <a:t>ul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3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S</a:t>
            </a:r>
            <a:r>
              <a:rPr dirty="0" smtClean="0" sz="1800" spc="0" b="1">
                <a:latin typeface="Georgia"/>
                <a:cs typeface="Georgia"/>
              </a:rPr>
              <a:t>istem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K</a:t>
            </a:r>
            <a:r>
              <a:rPr dirty="0" smtClean="0" sz="1800" spc="0" b="1">
                <a:latin typeface="Georgia"/>
                <a:cs typeface="Georgia"/>
              </a:rPr>
              <a:t>o</a:t>
            </a: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unik</a:t>
            </a:r>
            <a:r>
              <a:rPr dirty="0" smtClean="0" sz="1800" spc="0" b="1">
                <a:latin typeface="Georgia"/>
                <a:cs typeface="Georgia"/>
              </a:rPr>
              <a:t>a</a:t>
            </a:r>
            <a:r>
              <a:rPr dirty="0" smtClean="0" sz="1800" spc="0" b="1">
                <a:latin typeface="Georgia"/>
                <a:cs typeface="Georgia"/>
              </a:rPr>
              <a:t>si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B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r>
              <a:rPr dirty="0" smtClean="0" sz="1800" spc="0" b="1">
                <a:latin typeface="Georgia"/>
                <a:cs typeface="Georgia"/>
              </a:rPr>
              <a:t>g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r>
              <a:rPr dirty="0" smtClean="0" sz="1800" spc="0" b="1">
                <a:latin typeface="Georgia"/>
                <a:cs typeface="Georgia"/>
              </a:rPr>
              <a:t>a</a:t>
            </a:r>
            <a:r>
              <a:rPr dirty="0" smtClean="0" sz="1800" spc="0" b="1">
                <a:latin typeface="Georgia"/>
                <a:cs typeface="Georgia"/>
              </a:rPr>
              <a:t>k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S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lul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9425940" y="6472848"/>
            <a:ext cx="366351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-9" b="1">
                <a:latin typeface="Georgia"/>
                <a:cs typeface="Georgia"/>
              </a:rPr>
              <a:t>40</a:t>
            </a:r>
            <a:endParaRPr sz="1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bject 21"/>
          <p:cNvSpPr/>
          <p:nvPr/>
        </p:nvSpPr>
        <p:spPr>
          <a:xfrm>
            <a:off x="0" y="6400800"/>
            <a:ext cx="9903460" cy="457196"/>
          </a:xfrm>
          <a:custGeom>
            <a:avLst/>
            <a:gdLst/>
            <a:ahLst/>
            <a:cxnLst/>
            <a:rect l="l" t="t" r="r" b="b"/>
            <a:pathLst>
              <a:path w="9903460" h="457196">
                <a:moveTo>
                  <a:pt x="9903460" y="457196"/>
                </a:moveTo>
                <a:lnTo>
                  <a:pt x="9903460" y="0"/>
                </a:lnTo>
                <a:lnTo>
                  <a:pt x="0" y="0"/>
                </a:lnTo>
                <a:lnTo>
                  <a:pt x="0" y="457196"/>
                </a:lnTo>
                <a:lnTo>
                  <a:pt x="9903460" y="457196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2" name="object 22"/>
          <p:cNvSpPr/>
          <p:nvPr/>
        </p:nvSpPr>
        <p:spPr>
          <a:xfrm>
            <a:off x="153670" y="640207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58419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" name="object 19"/>
          <p:cNvSpPr/>
          <p:nvPr/>
        </p:nvSpPr>
        <p:spPr>
          <a:xfrm>
            <a:off x="0" y="0"/>
            <a:ext cx="9903460" cy="609600"/>
          </a:xfrm>
          <a:custGeom>
            <a:avLst/>
            <a:gdLst/>
            <a:ahLst/>
            <a:cxnLst/>
            <a:rect l="l" t="t" r="r" b="b"/>
            <a:pathLst>
              <a:path w="9903460" h="609600">
                <a:moveTo>
                  <a:pt x="0" y="609600"/>
                </a:moveTo>
                <a:lnTo>
                  <a:pt x="9903460" y="609600"/>
                </a:lnTo>
                <a:lnTo>
                  <a:pt x="9903460" y="0"/>
                </a:lnTo>
                <a:lnTo>
                  <a:pt x="0" y="0"/>
                </a:lnTo>
                <a:lnTo>
                  <a:pt x="0" y="60960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" name="object 20"/>
          <p:cNvSpPr/>
          <p:nvPr/>
        </p:nvSpPr>
        <p:spPr>
          <a:xfrm>
            <a:off x="111760" y="60960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76200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3699891" y="68999"/>
            <a:ext cx="2617216" cy="533399"/>
          </a:xfrm>
          <a:prstGeom prst="rect">
            <a:avLst/>
          </a:prstGeom>
        </p:spPr>
        <p:txBody>
          <a:bodyPr wrap="square" lIns="0" tIns="26574" rIns="0" bIns="0" rtlCol="0">
            <a:noAutofit/>
          </a:bodyPr>
          <a:lstStyle/>
          <a:p>
            <a:pPr marL="12700">
              <a:lnSpc>
                <a:spcPts val="4185"/>
              </a:lnSpc>
            </a:pPr>
            <a:r>
              <a:rPr dirty="0" smtClean="0" sz="4000" spc="2">
                <a:latin typeface="Times New Roman"/>
                <a:cs typeface="Times New Roman"/>
              </a:rPr>
              <a:t>In</a:t>
            </a:r>
            <a:r>
              <a:rPr dirty="0" smtClean="0" sz="4000" spc="2">
                <a:latin typeface="Times New Roman"/>
                <a:cs typeface="Times New Roman"/>
              </a:rPr>
              <a:t>t</a:t>
            </a:r>
            <a:r>
              <a:rPr dirty="0" smtClean="0" sz="4000" spc="2">
                <a:latin typeface="Times New Roman"/>
                <a:cs typeface="Times New Roman"/>
              </a:rPr>
              <a:t>rodu</a:t>
            </a:r>
            <a:r>
              <a:rPr dirty="0" smtClean="0" sz="4000" spc="2">
                <a:latin typeface="Times New Roman"/>
                <a:cs typeface="Times New Roman"/>
              </a:rPr>
              <a:t>c</a:t>
            </a:r>
            <a:r>
              <a:rPr dirty="0" smtClean="0" sz="4000" spc="2">
                <a:latin typeface="Times New Roman"/>
                <a:cs typeface="Times New Roman"/>
              </a:rPr>
              <a:t>t</a:t>
            </a:r>
            <a:r>
              <a:rPr dirty="0" smtClean="0" sz="4000" spc="2">
                <a:latin typeface="Times New Roman"/>
                <a:cs typeface="Times New Roman"/>
              </a:rPr>
              <a:t>i</a:t>
            </a:r>
            <a:r>
              <a:rPr dirty="0" smtClean="0" sz="4000" spc="2">
                <a:latin typeface="Times New Roman"/>
                <a:cs typeface="Times New Roman"/>
              </a:rPr>
              <a:t>on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83540" y="1111967"/>
            <a:ext cx="152400" cy="279400"/>
          </a:xfrm>
          <a:prstGeom prst="rect">
            <a:avLst/>
          </a:prstGeom>
        </p:spPr>
        <p:txBody>
          <a:bodyPr wrap="square" lIns="0" tIns="13589" rIns="0" bIns="0" rtlCol="0">
            <a:noAutofit/>
          </a:bodyPr>
          <a:lstStyle/>
          <a:p>
            <a:pPr marL="12700">
              <a:lnSpc>
                <a:spcPts val="2140"/>
              </a:lnSpc>
            </a:pPr>
            <a:r>
              <a:rPr dirty="0" smtClean="0" sz="2000">
                <a:latin typeface="Times New Roman"/>
                <a:cs typeface="Times New Roman"/>
              </a:rPr>
              <a:t>•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26757" y="1111967"/>
            <a:ext cx="8581326" cy="279400"/>
          </a:xfrm>
          <a:prstGeom prst="rect">
            <a:avLst/>
          </a:prstGeom>
        </p:spPr>
        <p:txBody>
          <a:bodyPr wrap="square" lIns="0" tIns="13589" rIns="0" bIns="0" rtlCol="0">
            <a:noAutofit/>
          </a:bodyPr>
          <a:lstStyle/>
          <a:p>
            <a:pPr marL="12700">
              <a:lnSpc>
                <a:spcPts val="2140"/>
              </a:lnSpc>
            </a:pPr>
            <a:r>
              <a:rPr dirty="0" smtClean="0" sz="2000" spc="-2" b="1">
                <a:latin typeface="Times New Roman"/>
                <a:cs typeface="Times New Roman"/>
              </a:rPr>
              <a:t>F</a:t>
            </a:r>
            <a:r>
              <a:rPr dirty="0" smtClean="0" sz="2000" spc="-2" b="1">
                <a:latin typeface="Times New Roman"/>
                <a:cs typeface="Times New Roman"/>
              </a:rPr>
              <a:t>r</a:t>
            </a:r>
            <a:r>
              <a:rPr dirty="0" smtClean="0" sz="2000" spc="-2" b="1">
                <a:latin typeface="Times New Roman"/>
                <a:cs typeface="Times New Roman"/>
              </a:rPr>
              <a:t>e</a:t>
            </a:r>
            <a:r>
              <a:rPr dirty="0" smtClean="0" sz="2000" spc="-2" b="1">
                <a:latin typeface="Times New Roman"/>
                <a:cs typeface="Times New Roman"/>
              </a:rPr>
              <a:t>q</a:t>
            </a:r>
            <a:r>
              <a:rPr dirty="0" smtClean="0" sz="2000" spc="-2" b="1">
                <a:latin typeface="Times New Roman"/>
                <a:cs typeface="Times New Roman"/>
              </a:rPr>
              <a:t>u</a:t>
            </a:r>
            <a:r>
              <a:rPr dirty="0" smtClean="0" sz="2000" spc="-2" b="1">
                <a:latin typeface="Times New Roman"/>
                <a:cs typeface="Times New Roman"/>
              </a:rPr>
              <a:t>e</a:t>
            </a:r>
            <a:r>
              <a:rPr dirty="0" smtClean="0" sz="2000" spc="-2" b="1">
                <a:latin typeface="Times New Roman"/>
                <a:cs typeface="Times New Roman"/>
              </a:rPr>
              <a:t>n</a:t>
            </a:r>
            <a:r>
              <a:rPr dirty="0" smtClean="0" sz="2000" spc="-2" b="1">
                <a:latin typeface="Times New Roman"/>
                <a:cs typeface="Times New Roman"/>
              </a:rPr>
              <a:t>c</a:t>
            </a:r>
            <a:r>
              <a:rPr dirty="0" smtClean="0" sz="2000" spc="-2" b="1">
                <a:latin typeface="Times New Roman"/>
                <a:cs typeface="Times New Roman"/>
              </a:rPr>
              <a:t>y</a:t>
            </a:r>
            <a:r>
              <a:rPr dirty="0" smtClean="0" sz="2000" spc="-2" b="1">
                <a:latin typeface="Times New Roman"/>
                <a:cs typeface="Times New Roman"/>
              </a:rPr>
              <a:t> </a:t>
            </a:r>
            <a:r>
              <a:rPr dirty="0" smtClean="0" sz="2000" spc="-2" b="1">
                <a:latin typeface="Times New Roman"/>
                <a:cs typeface="Times New Roman"/>
              </a:rPr>
              <a:t>p</a:t>
            </a:r>
            <a:r>
              <a:rPr dirty="0" smtClean="0" sz="2000" spc="-2" b="1">
                <a:latin typeface="Times New Roman"/>
                <a:cs typeface="Times New Roman"/>
              </a:rPr>
              <a:t>la</a:t>
            </a:r>
            <a:r>
              <a:rPr dirty="0" smtClean="0" sz="2000" spc="-2" b="1">
                <a:latin typeface="Times New Roman"/>
                <a:cs typeface="Times New Roman"/>
              </a:rPr>
              <a:t>n</a:t>
            </a:r>
            <a:r>
              <a:rPr dirty="0" smtClean="0" sz="2000" spc="-2" b="1">
                <a:latin typeface="Times New Roman"/>
                <a:cs typeface="Times New Roman"/>
              </a:rPr>
              <a:t>n</a:t>
            </a:r>
            <a:r>
              <a:rPr dirty="0" smtClean="0" sz="2000" spc="-2" b="1">
                <a:latin typeface="Times New Roman"/>
                <a:cs typeface="Times New Roman"/>
              </a:rPr>
              <a:t>i</a:t>
            </a:r>
            <a:r>
              <a:rPr dirty="0" smtClean="0" sz="2000" spc="-2" b="1">
                <a:latin typeface="Times New Roman"/>
                <a:cs typeface="Times New Roman"/>
              </a:rPr>
              <a:t>n</a:t>
            </a:r>
            <a:r>
              <a:rPr dirty="0" smtClean="0" sz="2000" spc="-2" b="1">
                <a:latin typeface="Times New Roman"/>
                <a:cs typeface="Times New Roman"/>
              </a:rPr>
              <a:t>g</a:t>
            </a:r>
            <a:r>
              <a:rPr dirty="0" smtClean="0" sz="2000" spc="-2" b="1">
                <a:latin typeface="Times New Roman"/>
                <a:cs typeface="Times New Roman"/>
              </a:rPr>
              <a:t> </a:t>
            </a:r>
            <a:r>
              <a:rPr dirty="0" smtClean="0" sz="2000" spc="-2" b="1">
                <a:latin typeface="Times New Roman"/>
                <a:cs typeface="Times New Roman"/>
              </a:rPr>
              <a:t>is</a:t>
            </a:r>
            <a:r>
              <a:rPr dirty="0" smtClean="0" sz="2000" spc="-2" b="1">
                <a:latin typeface="Times New Roman"/>
                <a:cs typeface="Times New Roman"/>
              </a:rPr>
              <a:t> </a:t>
            </a:r>
            <a:r>
              <a:rPr dirty="0" smtClean="0" sz="2000" spc="-2" b="1">
                <a:latin typeface="Times New Roman"/>
                <a:cs typeface="Times New Roman"/>
              </a:rPr>
              <a:t>p</a:t>
            </a:r>
            <a:r>
              <a:rPr dirty="0" smtClean="0" sz="2000" spc="-2" b="1">
                <a:latin typeface="Times New Roman"/>
                <a:cs typeface="Times New Roman"/>
              </a:rPr>
              <a:t>r</a:t>
            </a:r>
            <a:r>
              <a:rPr dirty="0" smtClean="0" sz="2000" spc="-2" b="1">
                <a:latin typeface="Times New Roman"/>
                <a:cs typeface="Times New Roman"/>
              </a:rPr>
              <a:t>o</a:t>
            </a:r>
            <a:r>
              <a:rPr dirty="0" smtClean="0" sz="2000" spc="-2" b="1">
                <a:latin typeface="Times New Roman"/>
                <a:cs typeface="Times New Roman"/>
              </a:rPr>
              <a:t>b</a:t>
            </a:r>
            <a:r>
              <a:rPr dirty="0" smtClean="0" sz="2000" spc="-2" b="1">
                <a:latin typeface="Times New Roman"/>
                <a:cs typeface="Times New Roman"/>
              </a:rPr>
              <a:t>a</a:t>
            </a:r>
            <a:r>
              <a:rPr dirty="0" smtClean="0" sz="2000" spc="-2" b="1">
                <a:latin typeface="Times New Roman"/>
                <a:cs typeface="Times New Roman"/>
              </a:rPr>
              <a:t>b</a:t>
            </a:r>
            <a:r>
              <a:rPr dirty="0" smtClean="0" sz="2000" spc="-2" b="1">
                <a:latin typeface="Times New Roman"/>
                <a:cs typeface="Times New Roman"/>
              </a:rPr>
              <a:t>ly</a:t>
            </a:r>
            <a:r>
              <a:rPr dirty="0" smtClean="0" sz="2000" spc="-2" b="1">
                <a:latin typeface="Times New Roman"/>
                <a:cs typeface="Times New Roman"/>
              </a:rPr>
              <a:t> </a:t>
            </a:r>
            <a:r>
              <a:rPr dirty="0" smtClean="0" sz="2000" spc="-2" b="1">
                <a:latin typeface="Times New Roman"/>
                <a:cs typeface="Times New Roman"/>
              </a:rPr>
              <a:t>the</a:t>
            </a:r>
            <a:r>
              <a:rPr dirty="0" smtClean="0" sz="2000" spc="-2" b="1">
                <a:latin typeface="Times New Roman"/>
                <a:cs typeface="Times New Roman"/>
              </a:rPr>
              <a:t> </a:t>
            </a:r>
            <a:r>
              <a:rPr dirty="0" smtClean="0" sz="2000" spc="-2" b="1" u="heavy">
                <a:latin typeface="Times New Roman"/>
                <a:cs typeface="Times New Roman"/>
              </a:rPr>
              <a:t>m</a:t>
            </a:r>
            <a:r>
              <a:rPr dirty="0" smtClean="0" sz="2000" spc="-2" b="1" u="heavy">
                <a:latin typeface="Times New Roman"/>
                <a:cs typeface="Times New Roman"/>
              </a:rPr>
              <a:t>ost</a:t>
            </a:r>
            <a:r>
              <a:rPr dirty="0" smtClean="0" sz="2000" spc="-2" b="1" u="heavy">
                <a:latin typeface="Times New Roman"/>
                <a:cs typeface="Times New Roman"/>
              </a:rPr>
              <a:t> </a:t>
            </a:r>
            <a:r>
              <a:rPr dirty="0" smtClean="0" sz="2000" spc="-2" b="1" u="heavy">
                <a:latin typeface="Times New Roman"/>
                <a:cs typeface="Times New Roman"/>
              </a:rPr>
              <a:t>c</a:t>
            </a:r>
            <a:r>
              <a:rPr dirty="0" smtClean="0" sz="2000" spc="-2" b="1" u="heavy">
                <a:latin typeface="Times New Roman"/>
                <a:cs typeface="Times New Roman"/>
              </a:rPr>
              <a:t>h</a:t>
            </a:r>
            <a:r>
              <a:rPr dirty="0" smtClean="0" sz="2000" spc="-2" b="1" u="heavy">
                <a:latin typeface="Times New Roman"/>
                <a:cs typeface="Times New Roman"/>
              </a:rPr>
              <a:t>al</a:t>
            </a:r>
            <a:r>
              <a:rPr dirty="0" smtClean="0" sz="2000" spc="-2" b="1" u="heavy">
                <a:latin typeface="Times New Roman"/>
                <a:cs typeface="Times New Roman"/>
              </a:rPr>
              <a:t>l</a:t>
            </a:r>
            <a:r>
              <a:rPr dirty="0" smtClean="0" sz="2000" spc="-2" b="1" u="heavy">
                <a:latin typeface="Times New Roman"/>
                <a:cs typeface="Times New Roman"/>
              </a:rPr>
              <a:t>e</a:t>
            </a:r>
            <a:r>
              <a:rPr dirty="0" smtClean="0" sz="2000" spc="-2" b="1" u="heavy">
                <a:latin typeface="Times New Roman"/>
                <a:cs typeface="Times New Roman"/>
              </a:rPr>
              <a:t>n</a:t>
            </a:r>
            <a:r>
              <a:rPr dirty="0" smtClean="0" sz="2000" spc="-2" b="1" u="heavy">
                <a:latin typeface="Times New Roman"/>
                <a:cs typeface="Times New Roman"/>
              </a:rPr>
              <a:t>gi</a:t>
            </a:r>
            <a:r>
              <a:rPr dirty="0" smtClean="0" sz="2000" spc="-2" b="1" u="heavy">
                <a:latin typeface="Times New Roman"/>
                <a:cs typeface="Times New Roman"/>
              </a:rPr>
              <a:t>n</a:t>
            </a:r>
            <a:r>
              <a:rPr dirty="0" smtClean="0" sz="2000" spc="-2" b="1" u="heavy">
                <a:latin typeface="Times New Roman"/>
                <a:cs typeface="Times New Roman"/>
              </a:rPr>
              <a:t>g</a:t>
            </a:r>
            <a:r>
              <a:rPr dirty="0" smtClean="0" sz="2000" spc="-2" b="1" u="heavy">
                <a:latin typeface="Times New Roman"/>
                <a:cs typeface="Times New Roman"/>
              </a:rPr>
              <a:t> </a:t>
            </a:r>
            <a:r>
              <a:rPr dirty="0" smtClean="0" sz="2000" spc="-2" b="1" u="heavy">
                <a:latin typeface="Times New Roman"/>
                <a:cs typeface="Times New Roman"/>
              </a:rPr>
              <a:t>a</a:t>
            </a:r>
            <a:r>
              <a:rPr dirty="0" smtClean="0" sz="2000" spc="-2" b="1" u="heavy">
                <a:latin typeface="Times New Roman"/>
                <a:cs typeface="Times New Roman"/>
              </a:rPr>
              <a:t>n</a:t>
            </a:r>
            <a:r>
              <a:rPr dirty="0" smtClean="0" sz="2000" spc="-2" b="1" u="heavy">
                <a:latin typeface="Times New Roman"/>
                <a:cs typeface="Times New Roman"/>
              </a:rPr>
              <a:t>d</a:t>
            </a:r>
            <a:r>
              <a:rPr dirty="0" smtClean="0" sz="2000" spc="-2" b="1" u="heavy">
                <a:latin typeface="Times New Roman"/>
                <a:cs typeface="Times New Roman"/>
              </a:rPr>
              <a:t> </a:t>
            </a:r>
            <a:r>
              <a:rPr dirty="0" smtClean="0" sz="2000" spc="-2" b="1" u="heavy">
                <a:latin typeface="Times New Roman"/>
                <a:cs typeface="Times New Roman"/>
              </a:rPr>
              <a:t>ti</a:t>
            </a:r>
            <a:r>
              <a:rPr dirty="0" smtClean="0" sz="2000" spc="-2" b="1" u="heavy">
                <a:latin typeface="Times New Roman"/>
                <a:cs typeface="Times New Roman"/>
              </a:rPr>
              <a:t>m</a:t>
            </a:r>
            <a:r>
              <a:rPr dirty="0" smtClean="0" sz="2000" spc="-2" b="1" u="heavy">
                <a:latin typeface="Times New Roman"/>
                <a:cs typeface="Times New Roman"/>
              </a:rPr>
              <a:t>e</a:t>
            </a:r>
            <a:r>
              <a:rPr dirty="0" smtClean="0" sz="2000" spc="-2" b="1" u="heavy">
                <a:latin typeface="Times New Roman"/>
                <a:cs typeface="Times New Roman"/>
              </a:rPr>
              <a:t> </a:t>
            </a:r>
            <a:r>
              <a:rPr dirty="0" smtClean="0" sz="2000" spc="-2" b="1" u="heavy">
                <a:latin typeface="Times New Roman"/>
                <a:cs typeface="Times New Roman"/>
              </a:rPr>
              <a:t>c</a:t>
            </a:r>
            <a:r>
              <a:rPr dirty="0" smtClean="0" sz="2000" spc="-2" b="1" u="heavy">
                <a:latin typeface="Times New Roman"/>
                <a:cs typeface="Times New Roman"/>
              </a:rPr>
              <a:t>o</a:t>
            </a:r>
            <a:r>
              <a:rPr dirty="0" smtClean="0" sz="2000" spc="-2" b="1" u="heavy">
                <a:latin typeface="Times New Roman"/>
                <a:cs typeface="Times New Roman"/>
              </a:rPr>
              <a:t>n</a:t>
            </a:r>
            <a:r>
              <a:rPr dirty="0" smtClean="0" sz="2000" spc="-2" b="1" u="heavy">
                <a:latin typeface="Times New Roman"/>
                <a:cs typeface="Times New Roman"/>
              </a:rPr>
              <a:t>s</a:t>
            </a:r>
            <a:r>
              <a:rPr dirty="0" smtClean="0" sz="2000" spc="-2" b="1" u="heavy">
                <a:latin typeface="Times New Roman"/>
                <a:cs typeface="Times New Roman"/>
              </a:rPr>
              <a:t>u</a:t>
            </a:r>
            <a:r>
              <a:rPr dirty="0" smtClean="0" sz="2000" spc="-2" b="1" u="heavy">
                <a:latin typeface="Times New Roman"/>
                <a:cs typeface="Times New Roman"/>
              </a:rPr>
              <a:t>m</a:t>
            </a:r>
            <a:r>
              <a:rPr dirty="0" smtClean="0" sz="2000" spc="-2" b="1" u="heavy">
                <a:latin typeface="Times New Roman"/>
                <a:cs typeface="Times New Roman"/>
              </a:rPr>
              <a:t>i</a:t>
            </a:r>
            <a:r>
              <a:rPr dirty="0" smtClean="0" sz="2000" spc="-2" b="1" u="heavy">
                <a:latin typeface="Times New Roman"/>
                <a:cs typeface="Times New Roman"/>
              </a:rPr>
              <a:t>n</a:t>
            </a:r>
            <a:r>
              <a:rPr dirty="0" smtClean="0" sz="2000" spc="-2" b="1" u="heavy">
                <a:latin typeface="Times New Roman"/>
                <a:cs typeface="Times New Roman"/>
              </a:rPr>
              <a:t>g</a:t>
            </a:r>
            <a:r>
              <a:rPr dirty="0" smtClean="0" sz="2000" spc="-2" b="1" u="heavy">
                <a:latin typeface="Times New Roman"/>
                <a:cs typeface="Times New Roman"/>
              </a:rPr>
              <a:t> </a:t>
            </a:r>
            <a:r>
              <a:rPr dirty="0" smtClean="0" sz="2000" spc="-2" b="1" u="heavy">
                <a:latin typeface="Times New Roman"/>
                <a:cs typeface="Times New Roman"/>
              </a:rPr>
              <a:t>p</a:t>
            </a:r>
            <a:r>
              <a:rPr dirty="0" smtClean="0" sz="2000" spc="-2" b="1" u="heavy">
                <a:latin typeface="Times New Roman"/>
                <a:cs typeface="Times New Roman"/>
              </a:rPr>
              <a:t>a</a:t>
            </a:r>
            <a:r>
              <a:rPr dirty="0" smtClean="0" sz="2000" spc="-2" b="1" u="heavy">
                <a:latin typeface="Times New Roman"/>
                <a:cs typeface="Times New Roman"/>
              </a:rPr>
              <a:t>r</a:t>
            </a:r>
            <a:r>
              <a:rPr dirty="0" smtClean="0" sz="2000" spc="-2" b="1" u="heavy">
                <a:latin typeface="Times New Roman"/>
                <a:cs typeface="Times New Roman"/>
              </a:rPr>
              <a:t>t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26757" y="1386287"/>
            <a:ext cx="8516937" cy="553782"/>
          </a:xfrm>
          <a:prstGeom prst="rect">
            <a:avLst/>
          </a:prstGeom>
        </p:spPr>
        <p:txBody>
          <a:bodyPr wrap="square" lIns="0" tIns="13589" rIns="0" bIns="0" rtlCol="0">
            <a:noAutofit/>
          </a:bodyPr>
          <a:lstStyle/>
          <a:p>
            <a:pPr marL="12700">
              <a:lnSpc>
                <a:spcPts val="2140"/>
              </a:lnSpc>
            </a:pPr>
            <a:r>
              <a:rPr dirty="0" smtClean="0" sz="2000" spc="-1" b="1">
                <a:latin typeface="Times New Roman"/>
                <a:cs typeface="Times New Roman"/>
              </a:rPr>
              <a:t>of</a:t>
            </a:r>
            <a:r>
              <a:rPr dirty="0" smtClean="0" sz="2000" spc="-1" b="1">
                <a:latin typeface="Times New Roman"/>
                <a:cs typeface="Times New Roman"/>
              </a:rPr>
              <a:t> </a:t>
            </a:r>
            <a:r>
              <a:rPr dirty="0" smtClean="0" sz="2000" spc="-1" b="1">
                <a:latin typeface="Times New Roman"/>
                <a:cs typeface="Times New Roman"/>
              </a:rPr>
              <a:t>the</a:t>
            </a:r>
            <a:r>
              <a:rPr dirty="0" smtClean="0" sz="2000" spc="-1" b="1">
                <a:latin typeface="Times New Roman"/>
                <a:cs typeface="Times New Roman"/>
              </a:rPr>
              <a:t> </a:t>
            </a:r>
            <a:r>
              <a:rPr dirty="0" smtClean="0" sz="2000" spc="-1" b="1">
                <a:latin typeface="Times New Roman"/>
                <a:cs typeface="Times New Roman"/>
              </a:rPr>
              <a:t>r</a:t>
            </a:r>
            <a:r>
              <a:rPr dirty="0" smtClean="0" sz="2000" spc="-1" b="1">
                <a:latin typeface="Times New Roman"/>
                <a:cs typeface="Times New Roman"/>
              </a:rPr>
              <a:t>a</a:t>
            </a:r>
            <a:r>
              <a:rPr dirty="0" smtClean="0" sz="2000" spc="-1" b="1">
                <a:latin typeface="Times New Roman"/>
                <a:cs typeface="Times New Roman"/>
              </a:rPr>
              <a:t>d</a:t>
            </a:r>
            <a:r>
              <a:rPr dirty="0" smtClean="0" sz="2000" spc="-1" b="1">
                <a:latin typeface="Times New Roman"/>
                <a:cs typeface="Times New Roman"/>
              </a:rPr>
              <a:t>io</a:t>
            </a:r>
            <a:r>
              <a:rPr dirty="0" smtClean="0" sz="2000" spc="-1" b="1">
                <a:latin typeface="Times New Roman"/>
                <a:cs typeface="Times New Roman"/>
              </a:rPr>
              <a:t> </a:t>
            </a:r>
            <a:r>
              <a:rPr dirty="0" smtClean="0" sz="2000" spc="-1" b="1">
                <a:latin typeface="Times New Roman"/>
                <a:cs typeface="Times New Roman"/>
              </a:rPr>
              <a:t>n</a:t>
            </a:r>
            <a:r>
              <a:rPr dirty="0" smtClean="0" sz="2000" spc="-1" b="1">
                <a:latin typeface="Times New Roman"/>
                <a:cs typeface="Times New Roman"/>
              </a:rPr>
              <a:t>e</a:t>
            </a:r>
            <a:r>
              <a:rPr dirty="0" smtClean="0" sz="2000" spc="-1" b="1">
                <a:latin typeface="Times New Roman"/>
                <a:cs typeface="Times New Roman"/>
              </a:rPr>
              <a:t>t</a:t>
            </a:r>
            <a:r>
              <a:rPr dirty="0" smtClean="0" sz="2000" spc="-1" b="1">
                <a:latin typeface="Times New Roman"/>
                <a:cs typeface="Times New Roman"/>
              </a:rPr>
              <a:t>w</a:t>
            </a:r>
            <a:r>
              <a:rPr dirty="0" smtClean="0" sz="2000" spc="-1" b="1">
                <a:latin typeface="Times New Roman"/>
                <a:cs typeface="Times New Roman"/>
              </a:rPr>
              <a:t>o</a:t>
            </a:r>
            <a:r>
              <a:rPr dirty="0" smtClean="0" sz="2000" spc="-1" b="1">
                <a:latin typeface="Times New Roman"/>
                <a:cs typeface="Times New Roman"/>
              </a:rPr>
              <a:t>r</a:t>
            </a:r>
            <a:r>
              <a:rPr dirty="0" smtClean="0" sz="2000" spc="-1" b="1">
                <a:latin typeface="Times New Roman"/>
                <a:cs typeface="Times New Roman"/>
              </a:rPr>
              <a:t>k</a:t>
            </a:r>
            <a:r>
              <a:rPr dirty="0" smtClean="0" sz="2000" spc="-1" b="1">
                <a:latin typeface="Times New Roman"/>
                <a:cs typeface="Times New Roman"/>
              </a:rPr>
              <a:t> </a:t>
            </a:r>
            <a:r>
              <a:rPr dirty="0" smtClean="0" sz="2000" spc="-1" b="1">
                <a:latin typeface="Times New Roman"/>
                <a:cs typeface="Times New Roman"/>
              </a:rPr>
              <a:t>d</a:t>
            </a:r>
            <a:r>
              <a:rPr dirty="0" smtClean="0" sz="2000" spc="-1" b="1">
                <a:latin typeface="Times New Roman"/>
                <a:cs typeface="Times New Roman"/>
              </a:rPr>
              <a:t>e</a:t>
            </a:r>
            <a:r>
              <a:rPr dirty="0" smtClean="0" sz="2000" spc="-1" b="1">
                <a:latin typeface="Times New Roman"/>
                <a:cs typeface="Times New Roman"/>
              </a:rPr>
              <a:t>s</a:t>
            </a:r>
            <a:r>
              <a:rPr dirty="0" smtClean="0" sz="2000" spc="-1" b="1">
                <a:latin typeface="Times New Roman"/>
                <a:cs typeface="Times New Roman"/>
              </a:rPr>
              <a:t>i</a:t>
            </a:r>
            <a:r>
              <a:rPr dirty="0" smtClean="0" sz="2000" spc="-1" b="1">
                <a:latin typeface="Times New Roman"/>
                <a:cs typeface="Times New Roman"/>
              </a:rPr>
              <a:t>g</a:t>
            </a:r>
            <a:r>
              <a:rPr dirty="0" smtClean="0" sz="2000" spc="-1" b="1">
                <a:latin typeface="Times New Roman"/>
                <a:cs typeface="Times New Roman"/>
              </a:rPr>
              <a:t>n</a:t>
            </a:r>
            <a:r>
              <a:rPr dirty="0" smtClean="0" sz="2000" spc="-1" b="1">
                <a:latin typeface="Times New Roman"/>
                <a:cs typeface="Times New Roman"/>
              </a:rPr>
              <a:t>.</a:t>
            </a:r>
            <a:r>
              <a:rPr dirty="0" smtClean="0" sz="2000" spc="-1" b="1">
                <a:latin typeface="Times New Roman"/>
                <a:cs typeface="Times New Roman"/>
              </a:rPr>
              <a:t> </a:t>
            </a:r>
            <a:r>
              <a:rPr dirty="0" smtClean="0" sz="2000" spc="-1" b="1">
                <a:latin typeface="Times New Roman"/>
                <a:cs typeface="Times New Roman"/>
              </a:rPr>
              <a:t>T</a:t>
            </a:r>
            <a:r>
              <a:rPr dirty="0" smtClean="0" sz="2000" spc="-1" b="1">
                <a:latin typeface="Times New Roman"/>
                <a:cs typeface="Times New Roman"/>
              </a:rPr>
              <a:t>h</a:t>
            </a:r>
            <a:r>
              <a:rPr dirty="0" smtClean="0" sz="2000" spc="-1" b="1">
                <a:latin typeface="Times New Roman"/>
                <a:cs typeface="Times New Roman"/>
              </a:rPr>
              <a:t>e</a:t>
            </a:r>
            <a:r>
              <a:rPr dirty="0" smtClean="0" sz="2000" spc="-1" b="1">
                <a:latin typeface="Times New Roman"/>
                <a:cs typeface="Times New Roman"/>
              </a:rPr>
              <a:t> </a:t>
            </a:r>
            <a:r>
              <a:rPr dirty="0" smtClean="0" sz="2000" spc="-1" b="1">
                <a:latin typeface="Times New Roman"/>
                <a:cs typeface="Times New Roman"/>
              </a:rPr>
              <a:t>b</a:t>
            </a:r>
            <a:r>
              <a:rPr dirty="0" smtClean="0" sz="2000" spc="-1" b="1">
                <a:latin typeface="Times New Roman"/>
                <a:cs typeface="Times New Roman"/>
              </a:rPr>
              <a:t>e</a:t>
            </a:r>
            <a:r>
              <a:rPr dirty="0" smtClean="0" sz="2000" spc="-1" b="1">
                <a:latin typeface="Times New Roman"/>
                <a:cs typeface="Times New Roman"/>
              </a:rPr>
              <a:t>st</a:t>
            </a:r>
            <a:r>
              <a:rPr dirty="0" smtClean="0" sz="2000" spc="-1" b="1">
                <a:latin typeface="Times New Roman"/>
                <a:cs typeface="Times New Roman"/>
              </a:rPr>
              <a:t> </a:t>
            </a:r>
            <a:r>
              <a:rPr dirty="0" smtClean="0" sz="2000" spc="-1" b="1">
                <a:latin typeface="Times New Roman"/>
                <a:cs typeface="Times New Roman"/>
              </a:rPr>
              <a:t>w</a:t>
            </a:r>
            <a:r>
              <a:rPr dirty="0" smtClean="0" sz="2000" spc="-1" b="1">
                <a:latin typeface="Times New Roman"/>
                <a:cs typeface="Times New Roman"/>
              </a:rPr>
              <a:t>ay</a:t>
            </a:r>
            <a:r>
              <a:rPr dirty="0" smtClean="0" sz="2000" spc="-1" b="1">
                <a:latin typeface="Times New Roman"/>
                <a:cs typeface="Times New Roman"/>
              </a:rPr>
              <a:t> </a:t>
            </a:r>
            <a:r>
              <a:rPr dirty="0" smtClean="0" sz="2000" spc="-1" b="1">
                <a:latin typeface="Times New Roman"/>
                <a:cs typeface="Times New Roman"/>
              </a:rPr>
              <a:t>to</a:t>
            </a:r>
            <a:r>
              <a:rPr dirty="0" smtClean="0" sz="2000" spc="-1" b="1">
                <a:latin typeface="Times New Roman"/>
                <a:cs typeface="Times New Roman"/>
              </a:rPr>
              <a:t> </a:t>
            </a:r>
            <a:r>
              <a:rPr dirty="0" smtClean="0" sz="2000" spc="-1" b="1">
                <a:latin typeface="Times New Roman"/>
                <a:cs typeface="Times New Roman"/>
              </a:rPr>
              <a:t>h</a:t>
            </a:r>
            <a:r>
              <a:rPr dirty="0" smtClean="0" sz="2000" spc="-1" b="1">
                <a:latin typeface="Times New Roman"/>
                <a:cs typeface="Times New Roman"/>
              </a:rPr>
              <a:t>a</a:t>
            </a:r>
            <a:r>
              <a:rPr dirty="0" smtClean="0" sz="2000" spc="-1" b="1">
                <a:latin typeface="Times New Roman"/>
                <a:cs typeface="Times New Roman"/>
              </a:rPr>
              <a:t>n</a:t>
            </a:r>
            <a:r>
              <a:rPr dirty="0" smtClean="0" sz="2000" spc="-1" b="1">
                <a:latin typeface="Times New Roman"/>
                <a:cs typeface="Times New Roman"/>
              </a:rPr>
              <a:t>d</a:t>
            </a:r>
            <a:r>
              <a:rPr dirty="0" smtClean="0" sz="2000" spc="-1" b="1">
                <a:latin typeface="Times New Roman"/>
                <a:cs typeface="Times New Roman"/>
              </a:rPr>
              <a:t>le</a:t>
            </a:r>
            <a:r>
              <a:rPr dirty="0" smtClean="0" sz="2000" spc="-1" b="1">
                <a:latin typeface="Times New Roman"/>
                <a:cs typeface="Times New Roman"/>
              </a:rPr>
              <a:t> </a:t>
            </a:r>
            <a:r>
              <a:rPr dirty="0" smtClean="0" sz="2000" spc="-1" b="1">
                <a:latin typeface="Times New Roman"/>
                <a:cs typeface="Times New Roman"/>
              </a:rPr>
              <a:t>th</a:t>
            </a:r>
            <a:r>
              <a:rPr dirty="0" smtClean="0" sz="2000" spc="-1" b="1">
                <a:latin typeface="Times New Roman"/>
                <a:cs typeface="Times New Roman"/>
              </a:rPr>
              <a:t>i</a:t>
            </a:r>
            <a:r>
              <a:rPr dirty="0" smtClean="0" sz="2000" spc="-1" b="1">
                <a:latin typeface="Times New Roman"/>
                <a:cs typeface="Times New Roman"/>
              </a:rPr>
              <a:t>s</a:t>
            </a:r>
            <a:r>
              <a:rPr dirty="0" smtClean="0" sz="2000" spc="-1" b="1">
                <a:latin typeface="Times New Roman"/>
                <a:cs typeface="Times New Roman"/>
              </a:rPr>
              <a:t> </a:t>
            </a:r>
            <a:r>
              <a:rPr dirty="0" smtClean="0" sz="2000" spc="-1" b="1">
                <a:latin typeface="Times New Roman"/>
                <a:cs typeface="Times New Roman"/>
              </a:rPr>
              <a:t>is</a:t>
            </a:r>
            <a:r>
              <a:rPr dirty="0" smtClean="0" sz="2000" spc="-1" b="1">
                <a:latin typeface="Times New Roman"/>
                <a:cs typeface="Times New Roman"/>
              </a:rPr>
              <a:t> </a:t>
            </a:r>
            <a:r>
              <a:rPr dirty="0" smtClean="0" sz="2000" spc="-1" b="1">
                <a:latin typeface="Times New Roman"/>
                <a:cs typeface="Times New Roman"/>
              </a:rPr>
              <a:t>to</a:t>
            </a:r>
            <a:r>
              <a:rPr dirty="0" smtClean="0" sz="2000" spc="-1" b="1">
                <a:latin typeface="Times New Roman"/>
                <a:cs typeface="Times New Roman"/>
              </a:rPr>
              <a:t> </a:t>
            </a:r>
            <a:r>
              <a:rPr dirty="0" smtClean="0" sz="2000" spc="-1" b="1">
                <a:latin typeface="Times New Roman"/>
                <a:cs typeface="Times New Roman"/>
              </a:rPr>
              <a:t>use</a:t>
            </a:r>
            <a:r>
              <a:rPr dirty="0" smtClean="0" sz="2000" spc="-1" b="1">
                <a:latin typeface="Times New Roman"/>
                <a:cs typeface="Times New Roman"/>
              </a:rPr>
              <a:t> </a:t>
            </a:r>
            <a:r>
              <a:rPr dirty="0" smtClean="0" sz="2000" spc="-1" b="1">
                <a:latin typeface="Times New Roman"/>
                <a:cs typeface="Times New Roman"/>
              </a:rPr>
              <a:t>an</a:t>
            </a:r>
            <a:r>
              <a:rPr dirty="0" smtClean="0" sz="2000" spc="-1" b="1">
                <a:latin typeface="Times New Roman"/>
                <a:cs typeface="Times New Roman"/>
              </a:rPr>
              <a:t> </a:t>
            </a:r>
            <a:r>
              <a:rPr dirty="0" smtClean="0" sz="2000" spc="-1" b="1" u="heavy">
                <a:latin typeface="Times New Roman"/>
                <a:cs typeface="Times New Roman"/>
              </a:rPr>
              <a:t>a</a:t>
            </a:r>
            <a:r>
              <a:rPr dirty="0" smtClean="0" sz="2000" spc="-1" b="1" u="heavy">
                <a:latin typeface="Times New Roman"/>
                <a:cs typeface="Times New Roman"/>
              </a:rPr>
              <a:t>u</a:t>
            </a:r>
            <a:r>
              <a:rPr dirty="0" smtClean="0" sz="2000" spc="-1" b="1" u="heavy">
                <a:latin typeface="Times New Roman"/>
                <a:cs typeface="Times New Roman"/>
              </a:rPr>
              <a:t>to</a:t>
            </a:r>
            <a:r>
              <a:rPr dirty="0" smtClean="0" sz="2000" spc="-1" b="1" u="heavy">
                <a:latin typeface="Times New Roman"/>
                <a:cs typeface="Times New Roman"/>
              </a:rPr>
              <a:t>m</a:t>
            </a:r>
            <a:r>
              <a:rPr dirty="0" smtClean="0" sz="2000" spc="-1" b="1" u="heavy">
                <a:latin typeface="Times New Roman"/>
                <a:cs typeface="Times New Roman"/>
              </a:rPr>
              <a:t>atic</a:t>
            </a:r>
            <a:endParaRPr sz="2000">
              <a:latin typeface="Times New Roman"/>
              <a:cs typeface="Times New Roman"/>
            </a:endParaRPr>
          </a:p>
          <a:p>
            <a:pPr marL="12700" marR="38100">
              <a:lnSpc>
                <a:spcPts val="2160"/>
              </a:lnSpc>
              <a:spcBef>
                <a:spcPts val="1"/>
              </a:spcBef>
            </a:pPr>
            <a:r>
              <a:rPr dirty="0" smtClean="0" sz="2000" spc="-2" b="1" u="heavy">
                <a:latin typeface="Times New Roman"/>
                <a:cs typeface="Times New Roman"/>
              </a:rPr>
              <a:t>f</a:t>
            </a:r>
            <a:r>
              <a:rPr dirty="0" smtClean="0" sz="2000" spc="-2" b="1" u="heavy">
                <a:latin typeface="Times New Roman"/>
                <a:cs typeface="Times New Roman"/>
              </a:rPr>
              <a:t>r</a:t>
            </a:r>
            <a:r>
              <a:rPr dirty="0" smtClean="0" sz="2000" spc="-2" b="1" u="heavy">
                <a:latin typeface="Times New Roman"/>
                <a:cs typeface="Times New Roman"/>
              </a:rPr>
              <a:t>e</a:t>
            </a:r>
            <a:r>
              <a:rPr dirty="0" smtClean="0" sz="2000" spc="-2" b="1" u="heavy">
                <a:latin typeface="Times New Roman"/>
                <a:cs typeface="Times New Roman"/>
              </a:rPr>
              <a:t>q</a:t>
            </a:r>
            <a:r>
              <a:rPr dirty="0" smtClean="0" sz="2000" spc="-2" b="1" u="heavy">
                <a:latin typeface="Times New Roman"/>
                <a:cs typeface="Times New Roman"/>
              </a:rPr>
              <a:t>u</a:t>
            </a:r>
            <a:r>
              <a:rPr dirty="0" smtClean="0" sz="2000" spc="-2" b="1" u="heavy">
                <a:latin typeface="Times New Roman"/>
                <a:cs typeface="Times New Roman"/>
              </a:rPr>
              <a:t>e</a:t>
            </a:r>
            <a:r>
              <a:rPr dirty="0" smtClean="0" sz="2000" spc="-2" b="1" u="heavy">
                <a:latin typeface="Times New Roman"/>
                <a:cs typeface="Times New Roman"/>
              </a:rPr>
              <a:t>n</a:t>
            </a:r>
            <a:r>
              <a:rPr dirty="0" smtClean="0" sz="2000" spc="-2" b="1" u="heavy">
                <a:latin typeface="Times New Roman"/>
                <a:cs typeface="Times New Roman"/>
              </a:rPr>
              <a:t>c</a:t>
            </a:r>
            <a:r>
              <a:rPr dirty="0" smtClean="0" sz="2000" spc="-2" b="1" u="heavy">
                <a:latin typeface="Times New Roman"/>
                <a:cs typeface="Times New Roman"/>
              </a:rPr>
              <a:t>y</a:t>
            </a:r>
            <a:r>
              <a:rPr dirty="0" smtClean="0" sz="2000" spc="-2" b="1" u="heavy">
                <a:latin typeface="Times New Roman"/>
                <a:cs typeface="Times New Roman"/>
              </a:rPr>
              <a:t> </a:t>
            </a:r>
            <a:r>
              <a:rPr dirty="0" smtClean="0" sz="2000" spc="-2" b="1" u="heavy">
                <a:latin typeface="Times New Roman"/>
                <a:cs typeface="Times New Roman"/>
              </a:rPr>
              <a:t>p</a:t>
            </a:r>
            <a:r>
              <a:rPr dirty="0" smtClean="0" sz="2000" spc="-2" b="1" u="heavy">
                <a:latin typeface="Times New Roman"/>
                <a:cs typeface="Times New Roman"/>
              </a:rPr>
              <a:t>l</a:t>
            </a:r>
            <a:r>
              <a:rPr dirty="0" smtClean="0" sz="2000" spc="-2" b="1" u="heavy">
                <a:latin typeface="Times New Roman"/>
                <a:cs typeface="Times New Roman"/>
              </a:rPr>
              <a:t>an</a:t>
            </a:r>
            <a:r>
              <a:rPr dirty="0" smtClean="0" sz="2000" spc="-2" b="1" u="heavy">
                <a:latin typeface="Times New Roman"/>
                <a:cs typeface="Times New Roman"/>
              </a:rPr>
              <a:t>n</a:t>
            </a:r>
            <a:r>
              <a:rPr dirty="0" smtClean="0" sz="2000" spc="-2" b="1" u="heavy">
                <a:latin typeface="Times New Roman"/>
                <a:cs typeface="Times New Roman"/>
              </a:rPr>
              <a:t>i</a:t>
            </a:r>
            <a:r>
              <a:rPr dirty="0" smtClean="0" sz="2000" spc="-2" b="1" u="heavy">
                <a:latin typeface="Times New Roman"/>
                <a:cs typeface="Times New Roman"/>
              </a:rPr>
              <a:t>n</a:t>
            </a:r>
            <a:r>
              <a:rPr dirty="0" smtClean="0" sz="2000" spc="-2" b="1" u="heavy">
                <a:latin typeface="Times New Roman"/>
                <a:cs typeface="Times New Roman"/>
              </a:rPr>
              <a:t>g</a:t>
            </a:r>
            <a:r>
              <a:rPr dirty="0" smtClean="0" sz="2000" spc="-2" b="1" u="heavy">
                <a:latin typeface="Times New Roman"/>
                <a:cs typeface="Times New Roman"/>
              </a:rPr>
              <a:t> </a:t>
            </a:r>
            <a:r>
              <a:rPr dirty="0" smtClean="0" sz="2000" spc="-2" b="1" u="heavy">
                <a:latin typeface="Times New Roman"/>
                <a:cs typeface="Times New Roman"/>
              </a:rPr>
              <a:t>t</a:t>
            </a:r>
            <a:r>
              <a:rPr dirty="0" smtClean="0" sz="2000" spc="-2" b="1" u="heavy">
                <a:latin typeface="Times New Roman"/>
                <a:cs typeface="Times New Roman"/>
              </a:rPr>
              <a:t>oo</a:t>
            </a:r>
            <a:r>
              <a:rPr dirty="0" smtClean="0" sz="2000" spc="-2" b="1" u="heavy">
                <a:latin typeface="Times New Roman"/>
                <a:cs typeface="Times New Roman"/>
              </a:rPr>
              <a:t>l</a:t>
            </a:r>
            <a:r>
              <a:rPr dirty="0" smtClean="0" sz="2000" spc="-2" b="1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83540" y="1996268"/>
            <a:ext cx="152400" cy="279400"/>
          </a:xfrm>
          <a:prstGeom prst="rect">
            <a:avLst/>
          </a:prstGeom>
        </p:spPr>
        <p:txBody>
          <a:bodyPr wrap="square" lIns="0" tIns="13589" rIns="0" bIns="0" rtlCol="0">
            <a:noAutofit/>
          </a:bodyPr>
          <a:lstStyle/>
          <a:p>
            <a:pPr marL="12700">
              <a:lnSpc>
                <a:spcPts val="2140"/>
              </a:lnSpc>
            </a:pPr>
            <a:r>
              <a:rPr dirty="0" smtClean="0" sz="2000">
                <a:latin typeface="Times New Roman"/>
                <a:cs typeface="Times New Roman"/>
              </a:rPr>
              <a:t>•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26757" y="1996268"/>
            <a:ext cx="8614787" cy="3694366"/>
          </a:xfrm>
          <a:prstGeom prst="rect">
            <a:avLst/>
          </a:prstGeom>
        </p:spPr>
        <p:txBody>
          <a:bodyPr wrap="square" lIns="0" tIns="13589" rIns="0" bIns="0" rtlCol="0">
            <a:noAutofit/>
          </a:bodyPr>
          <a:lstStyle/>
          <a:p>
            <a:pPr marL="12700" marR="31111">
              <a:lnSpc>
                <a:spcPts val="2140"/>
              </a:lnSpc>
            </a:pPr>
            <a:r>
              <a:rPr dirty="0" smtClean="0" sz="2000" spc="-4" b="1">
                <a:latin typeface="Times New Roman"/>
                <a:cs typeface="Times New Roman"/>
              </a:rPr>
              <a:t>T</a:t>
            </a:r>
            <a:r>
              <a:rPr dirty="0" smtClean="0" sz="2000" spc="-4" b="1">
                <a:latin typeface="Times New Roman"/>
                <a:cs typeface="Times New Roman"/>
              </a:rPr>
              <a:t>o</a:t>
            </a:r>
            <a:r>
              <a:rPr dirty="0" smtClean="0" sz="2000" spc="-4" b="1">
                <a:latin typeface="Times New Roman"/>
                <a:cs typeface="Times New Roman"/>
              </a:rPr>
              <a:t> </a:t>
            </a:r>
            <a:r>
              <a:rPr dirty="0" smtClean="0" sz="2000" spc="-4" b="1">
                <a:latin typeface="Times New Roman"/>
                <a:cs typeface="Times New Roman"/>
              </a:rPr>
              <a:t>g</a:t>
            </a:r>
            <a:r>
              <a:rPr dirty="0" smtClean="0" sz="2000" spc="-4" b="1">
                <a:latin typeface="Times New Roman"/>
                <a:cs typeface="Times New Roman"/>
              </a:rPr>
              <a:t>e</a:t>
            </a:r>
            <a:r>
              <a:rPr dirty="0" smtClean="0" sz="2000" spc="-4" b="1">
                <a:latin typeface="Times New Roman"/>
                <a:cs typeface="Times New Roman"/>
              </a:rPr>
              <a:t>t</a:t>
            </a:r>
            <a:r>
              <a:rPr dirty="0" smtClean="0" sz="2000" spc="-4" b="1">
                <a:latin typeface="Times New Roman"/>
                <a:cs typeface="Times New Roman"/>
              </a:rPr>
              <a:t> </a:t>
            </a:r>
            <a:r>
              <a:rPr dirty="0" smtClean="0" sz="2000" spc="-4" b="1">
                <a:latin typeface="Times New Roman"/>
                <a:cs typeface="Times New Roman"/>
              </a:rPr>
              <a:t>h</a:t>
            </a:r>
            <a:r>
              <a:rPr dirty="0" smtClean="0" sz="2000" spc="-4" b="1">
                <a:latin typeface="Times New Roman"/>
                <a:cs typeface="Times New Roman"/>
              </a:rPr>
              <a:t>i</a:t>
            </a:r>
            <a:r>
              <a:rPr dirty="0" smtClean="0" sz="2000" spc="-4" b="1">
                <a:latin typeface="Times New Roman"/>
                <a:cs typeface="Times New Roman"/>
              </a:rPr>
              <a:t>gh</a:t>
            </a:r>
            <a:r>
              <a:rPr dirty="0" smtClean="0" sz="2000" spc="-4" b="1">
                <a:latin typeface="Times New Roman"/>
                <a:cs typeface="Times New Roman"/>
              </a:rPr>
              <a:t> </a:t>
            </a:r>
            <a:r>
              <a:rPr dirty="0" smtClean="0" sz="2000" spc="-4" b="1">
                <a:latin typeface="Times New Roman"/>
                <a:cs typeface="Times New Roman"/>
              </a:rPr>
              <a:t>e</a:t>
            </a:r>
            <a:r>
              <a:rPr dirty="0" smtClean="0" sz="2000" spc="-4" b="1">
                <a:latin typeface="Times New Roman"/>
                <a:cs typeface="Times New Roman"/>
              </a:rPr>
              <a:t>f</a:t>
            </a:r>
            <a:r>
              <a:rPr dirty="0" smtClean="0" sz="2000" spc="-4" b="1">
                <a:latin typeface="Times New Roman"/>
                <a:cs typeface="Times New Roman"/>
              </a:rPr>
              <a:t>f</a:t>
            </a:r>
            <a:r>
              <a:rPr dirty="0" smtClean="0" sz="2000" spc="-4" b="1">
                <a:latin typeface="Times New Roman"/>
                <a:cs typeface="Times New Roman"/>
              </a:rPr>
              <a:t>ici</a:t>
            </a:r>
            <a:r>
              <a:rPr dirty="0" smtClean="0" sz="2000" spc="-4" b="1">
                <a:latin typeface="Times New Roman"/>
                <a:cs typeface="Times New Roman"/>
              </a:rPr>
              <a:t>e</a:t>
            </a:r>
            <a:r>
              <a:rPr dirty="0" smtClean="0" sz="2000" spc="-4" b="1">
                <a:latin typeface="Times New Roman"/>
                <a:cs typeface="Times New Roman"/>
              </a:rPr>
              <a:t>n</a:t>
            </a:r>
            <a:r>
              <a:rPr dirty="0" smtClean="0" sz="2000" spc="-4" b="1">
                <a:latin typeface="Times New Roman"/>
                <a:cs typeface="Times New Roman"/>
              </a:rPr>
              <a:t>c</a:t>
            </a:r>
            <a:r>
              <a:rPr dirty="0" smtClean="0" sz="2000" spc="-4" b="1">
                <a:latin typeface="Times New Roman"/>
                <a:cs typeface="Times New Roman"/>
              </a:rPr>
              <a:t>y</a:t>
            </a:r>
            <a:r>
              <a:rPr dirty="0" smtClean="0" sz="2000" spc="-4" b="1">
                <a:latin typeface="Times New Roman"/>
                <a:cs typeface="Times New Roman"/>
              </a:rPr>
              <a:t> </a:t>
            </a:r>
            <a:r>
              <a:rPr dirty="0" smtClean="0" sz="2000" spc="-4" b="1">
                <a:latin typeface="Times New Roman"/>
                <a:cs typeface="Times New Roman"/>
              </a:rPr>
              <a:t>of</a:t>
            </a:r>
            <a:r>
              <a:rPr dirty="0" smtClean="0" sz="2000" spc="-4" b="1">
                <a:latin typeface="Times New Roman"/>
                <a:cs typeface="Times New Roman"/>
              </a:rPr>
              <a:t> </a:t>
            </a:r>
            <a:r>
              <a:rPr dirty="0" smtClean="0" sz="2000" spc="-4" b="1">
                <a:latin typeface="Times New Roman"/>
                <a:cs typeface="Times New Roman"/>
              </a:rPr>
              <a:t>the</a:t>
            </a:r>
            <a:r>
              <a:rPr dirty="0" smtClean="0" sz="2000" spc="-4" b="1">
                <a:latin typeface="Times New Roman"/>
                <a:cs typeface="Times New Roman"/>
              </a:rPr>
              <a:t> </a:t>
            </a:r>
            <a:r>
              <a:rPr dirty="0" smtClean="0" sz="2000" spc="-4" b="1">
                <a:latin typeface="Times New Roman"/>
                <a:cs typeface="Times New Roman"/>
              </a:rPr>
              <a:t>avai</a:t>
            </a:r>
            <a:r>
              <a:rPr dirty="0" smtClean="0" sz="2000" spc="-4" b="1">
                <a:latin typeface="Times New Roman"/>
                <a:cs typeface="Times New Roman"/>
              </a:rPr>
              <a:t>l</a:t>
            </a:r>
            <a:r>
              <a:rPr dirty="0" smtClean="0" sz="2000" spc="-4" b="1">
                <a:latin typeface="Times New Roman"/>
                <a:cs typeface="Times New Roman"/>
              </a:rPr>
              <a:t>a</a:t>
            </a:r>
            <a:r>
              <a:rPr dirty="0" smtClean="0" sz="2000" spc="-4" b="1">
                <a:latin typeface="Times New Roman"/>
                <a:cs typeface="Times New Roman"/>
              </a:rPr>
              <a:t>b</a:t>
            </a:r>
            <a:r>
              <a:rPr dirty="0" smtClean="0" sz="2000" spc="-4" b="1">
                <a:latin typeface="Times New Roman"/>
                <a:cs typeface="Times New Roman"/>
              </a:rPr>
              <a:t>le</a:t>
            </a:r>
            <a:r>
              <a:rPr dirty="0" smtClean="0" sz="2000" spc="-4" b="1">
                <a:latin typeface="Times New Roman"/>
                <a:cs typeface="Times New Roman"/>
              </a:rPr>
              <a:t> </a:t>
            </a:r>
            <a:r>
              <a:rPr dirty="0" smtClean="0" sz="2000" spc="-4" b="1">
                <a:latin typeface="Times New Roman"/>
                <a:cs typeface="Times New Roman"/>
              </a:rPr>
              <a:t>f</a:t>
            </a:r>
            <a:r>
              <a:rPr dirty="0" smtClean="0" sz="2000" spc="-4" b="1">
                <a:latin typeface="Times New Roman"/>
                <a:cs typeface="Times New Roman"/>
              </a:rPr>
              <a:t>r</a:t>
            </a:r>
            <a:r>
              <a:rPr dirty="0" smtClean="0" sz="2000" spc="-4" b="1">
                <a:latin typeface="Times New Roman"/>
                <a:cs typeface="Times New Roman"/>
              </a:rPr>
              <a:t>e</a:t>
            </a:r>
            <a:r>
              <a:rPr dirty="0" smtClean="0" sz="2000" spc="-4" b="1">
                <a:latin typeface="Times New Roman"/>
                <a:cs typeface="Times New Roman"/>
              </a:rPr>
              <a:t>q</a:t>
            </a:r>
            <a:r>
              <a:rPr dirty="0" smtClean="0" sz="2000" spc="-4" b="1">
                <a:latin typeface="Times New Roman"/>
                <a:cs typeface="Times New Roman"/>
              </a:rPr>
              <a:t>u</a:t>
            </a:r>
            <a:r>
              <a:rPr dirty="0" smtClean="0" sz="2000" spc="-4" b="1">
                <a:latin typeface="Times New Roman"/>
                <a:cs typeface="Times New Roman"/>
              </a:rPr>
              <a:t>e</a:t>
            </a:r>
            <a:r>
              <a:rPr dirty="0" smtClean="0" sz="2000" spc="-4" b="1">
                <a:latin typeface="Times New Roman"/>
                <a:cs typeface="Times New Roman"/>
              </a:rPr>
              <a:t>n</a:t>
            </a:r>
            <a:r>
              <a:rPr dirty="0" smtClean="0" sz="2000" spc="-4" b="1">
                <a:latin typeface="Times New Roman"/>
                <a:cs typeface="Times New Roman"/>
              </a:rPr>
              <a:t>c</a:t>
            </a:r>
            <a:r>
              <a:rPr dirty="0" smtClean="0" sz="2000" spc="-4" b="1">
                <a:latin typeface="Times New Roman"/>
                <a:cs typeface="Times New Roman"/>
              </a:rPr>
              <a:t>ies</a:t>
            </a:r>
            <a:r>
              <a:rPr dirty="0" smtClean="0" sz="2000" spc="-4" b="1">
                <a:latin typeface="Times New Roman"/>
                <a:cs typeface="Times New Roman"/>
              </a:rPr>
              <a:t> </a:t>
            </a:r>
            <a:r>
              <a:rPr dirty="0" smtClean="0" sz="2000" spc="-4" b="1">
                <a:latin typeface="Times New Roman"/>
                <a:cs typeface="Times New Roman"/>
              </a:rPr>
              <a:t>it</a:t>
            </a:r>
            <a:r>
              <a:rPr dirty="0" smtClean="0" sz="2000" spc="-4" b="1">
                <a:latin typeface="Times New Roman"/>
                <a:cs typeface="Times New Roman"/>
              </a:rPr>
              <a:t> </a:t>
            </a:r>
            <a:r>
              <a:rPr dirty="0" smtClean="0" sz="2000" spc="-4" b="1">
                <a:latin typeface="Times New Roman"/>
                <a:cs typeface="Times New Roman"/>
              </a:rPr>
              <a:t>is</a:t>
            </a:r>
            <a:r>
              <a:rPr dirty="0" smtClean="0" sz="2000" spc="-4" b="1">
                <a:latin typeface="Times New Roman"/>
                <a:cs typeface="Times New Roman"/>
              </a:rPr>
              <a:t> </a:t>
            </a:r>
            <a:r>
              <a:rPr dirty="0" smtClean="0" sz="2000" spc="-4" b="1">
                <a:latin typeface="Times New Roman"/>
                <a:cs typeface="Times New Roman"/>
              </a:rPr>
              <a:t>i</a:t>
            </a:r>
            <a:r>
              <a:rPr dirty="0" smtClean="0" sz="2000" spc="-4" b="1">
                <a:latin typeface="Times New Roman"/>
                <a:cs typeface="Times New Roman"/>
              </a:rPr>
              <a:t>m</a:t>
            </a:r>
            <a:r>
              <a:rPr dirty="0" smtClean="0" sz="2000" spc="-4" b="1">
                <a:latin typeface="Times New Roman"/>
                <a:cs typeface="Times New Roman"/>
              </a:rPr>
              <a:t>p</a:t>
            </a:r>
            <a:r>
              <a:rPr dirty="0" smtClean="0" sz="2000" spc="-4" b="1">
                <a:latin typeface="Times New Roman"/>
                <a:cs typeface="Times New Roman"/>
              </a:rPr>
              <a:t>o</a:t>
            </a:r>
            <a:r>
              <a:rPr dirty="0" smtClean="0" sz="2000" spc="-4" b="1">
                <a:latin typeface="Times New Roman"/>
                <a:cs typeface="Times New Roman"/>
              </a:rPr>
              <a:t>r</a:t>
            </a:r>
            <a:r>
              <a:rPr dirty="0" smtClean="0" sz="2000" spc="-4" b="1">
                <a:latin typeface="Times New Roman"/>
                <a:cs typeface="Times New Roman"/>
              </a:rPr>
              <a:t>tant</a:t>
            </a:r>
            <a:r>
              <a:rPr dirty="0" smtClean="0" sz="2000" spc="-4" b="1">
                <a:latin typeface="Times New Roman"/>
                <a:cs typeface="Times New Roman"/>
              </a:rPr>
              <a:t> </a:t>
            </a:r>
            <a:r>
              <a:rPr dirty="0" smtClean="0" sz="2000" spc="-4" b="1">
                <a:latin typeface="Times New Roman"/>
                <a:cs typeface="Times New Roman"/>
              </a:rPr>
              <a:t>to</a:t>
            </a:r>
            <a:r>
              <a:rPr dirty="0" smtClean="0" sz="2000" spc="-4" b="1">
                <a:latin typeface="Times New Roman"/>
                <a:cs typeface="Times New Roman"/>
              </a:rPr>
              <a:t> </a:t>
            </a:r>
            <a:r>
              <a:rPr dirty="0" smtClean="0" sz="2000" spc="-4" b="1">
                <a:latin typeface="Times New Roman"/>
                <a:cs typeface="Times New Roman"/>
              </a:rPr>
              <a:t>ana</a:t>
            </a:r>
            <a:r>
              <a:rPr dirty="0" smtClean="0" sz="2000" spc="-4" b="1">
                <a:latin typeface="Times New Roman"/>
                <a:cs typeface="Times New Roman"/>
              </a:rPr>
              <a:t>l</a:t>
            </a:r>
            <a:r>
              <a:rPr dirty="0" smtClean="0" sz="2000" spc="-4" b="1">
                <a:latin typeface="Times New Roman"/>
                <a:cs typeface="Times New Roman"/>
              </a:rPr>
              <a:t>yse</a:t>
            </a:r>
            <a:r>
              <a:rPr dirty="0" smtClean="0" sz="2000" spc="-4" b="1">
                <a:latin typeface="Times New Roman"/>
                <a:cs typeface="Times New Roman"/>
              </a:rPr>
              <a:t> </a:t>
            </a:r>
            <a:r>
              <a:rPr dirty="0" smtClean="0" sz="2000" spc="-4" b="1">
                <a:latin typeface="Times New Roman"/>
                <a:cs typeface="Times New Roman"/>
              </a:rPr>
              <a:t>the</a:t>
            </a:r>
            <a:endParaRPr sz="2000">
              <a:latin typeface="Times New Roman"/>
              <a:cs typeface="Times New Roman"/>
            </a:endParaRPr>
          </a:p>
          <a:p>
            <a:pPr marL="12700" marR="31111">
              <a:lnSpc>
                <a:spcPts val="2160"/>
              </a:lnSpc>
              <a:spcBef>
                <a:spcPts val="1"/>
              </a:spcBef>
            </a:pPr>
            <a:r>
              <a:rPr dirty="0" smtClean="0" sz="2000" spc="-2" b="1">
                <a:latin typeface="Times New Roman"/>
                <a:cs typeface="Times New Roman"/>
              </a:rPr>
              <a:t>n</a:t>
            </a:r>
            <a:r>
              <a:rPr dirty="0" smtClean="0" sz="2000" spc="-2" b="1">
                <a:latin typeface="Times New Roman"/>
                <a:cs typeface="Times New Roman"/>
              </a:rPr>
              <a:t>e</a:t>
            </a:r>
            <a:r>
              <a:rPr dirty="0" smtClean="0" sz="2000" spc="-2" b="1">
                <a:latin typeface="Times New Roman"/>
                <a:cs typeface="Times New Roman"/>
              </a:rPr>
              <a:t>t</a:t>
            </a:r>
            <a:r>
              <a:rPr dirty="0" smtClean="0" sz="2000" spc="-2" b="1">
                <a:latin typeface="Times New Roman"/>
                <a:cs typeface="Times New Roman"/>
              </a:rPr>
              <a:t>w</a:t>
            </a:r>
            <a:r>
              <a:rPr dirty="0" smtClean="0" sz="2000" spc="-2" b="1">
                <a:latin typeface="Times New Roman"/>
                <a:cs typeface="Times New Roman"/>
              </a:rPr>
              <a:t>o</a:t>
            </a:r>
            <a:r>
              <a:rPr dirty="0" smtClean="0" sz="2000" spc="-2" b="1">
                <a:latin typeface="Times New Roman"/>
                <a:cs typeface="Times New Roman"/>
              </a:rPr>
              <a:t>r</a:t>
            </a:r>
            <a:r>
              <a:rPr dirty="0" smtClean="0" sz="2000" spc="-2" b="1">
                <a:latin typeface="Times New Roman"/>
                <a:cs typeface="Times New Roman"/>
              </a:rPr>
              <a:t>k</a:t>
            </a:r>
            <a:r>
              <a:rPr dirty="0" smtClean="0" sz="2000" spc="-2" b="1">
                <a:latin typeface="Times New Roman"/>
                <a:cs typeface="Times New Roman"/>
              </a:rPr>
              <a:t> </a:t>
            </a:r>
            <a:r>
              <a:rPr dirty="0" smtClean="0" sz="2000" spc="-2" b="1">
                <a:latin typeface="Times New Roman"/>
                <a:cs typeface="Times New Roman"/>
              </a:rPr>
              <a:t>p</a:t>
            </a:r>
            <a:r>
              <a:rPr dirty="0" smtClean="0" sz="2000" spc="-2" b="1">
                <a:latin typeface="Times New Roman"/>
                <a:cs typeface="Times New Roman"/>
              </a:rPr>
              <a:t>e</a:t>
            </a:r>
            <a:r>
              <a:rPr dirty="0" smtClean="0" sz="2000" spc="-2" b="1">
                <a:latin typeface="Times New Roman"/>
                <a:cs typeface="Times New Roman"/>
              </a:rPr>
              <a:t>r</a:t>
            </a:r>
            <a:r>
              <a:rPr dirty="0" smtClean="0" sz="2000" spc="-2" b="1">
                <a:latin typeface="Times New Roman"/>
                <a:cs typeface="Times New Roman"/>
              </a:rPr>
              <a:t>f</a:t>
            </a:r>
            <a:r>
              <a:rPr dirty="0" smtClean="0" sz="2000" spc="-2" b="1">
                <a:latin typeface="Times New Roman"/>
                <a:cs typeface="Times New Roman"/>
              </a:rPr>
              <a:t>o</a:t>
            </a:r>
            <a:r>
              <a:rPr dirty="0" smtClean="0" sz="2000" spc="-2" b="1">
                <a:latin typeface="Times New Roman"/>
                <a:cs typeface="Times New Roman"/>
              </a:rPr>
              <a:t>r</a:t>
            </a:r>
            <a:r>
              <a:rPr dirty="0" smtClean="0" sz="2000" spc="-2" b="1">
                <a:latin typeface="Times New Roman"/>
                <a:cs typeface="Times New Roman"/>
              </a:rPr>
              <a:t>m</a:t>
            </a:r>
            <a:r>
              <a:rPr dirty="0" smtClean="0" sz="2000" spc="-2" b="1">
                <a:latin typeface="Times New Roman"/>
                <a:cs typeface="Times New Roman"/>
              </a:rPr>
              <a:t>a</a:t>
            </a:r>
            <a:r>
              <a:rPr dirty="0" smtClean="0" sz="2000" spc="-2" b="1">
                <a:latin typeface="Times New Roman"/>
                <a:cs typeface="Times New Roman"/>
              </a:rPr>
              <a:t>n</a:t>
            </a:r>
            <a:r>
              <a:rPr dirty="0" smtClean="0" sz="2000" spc="-2" b="1">
                <a:latin typeface="Times New Roman"/>
                <a:cs typeface="Times New Roman"/>
              </a:rPr>
              <a:t>c</a:t>
            </a:r>
            <a:r>
              <a:rPr dirty="0" smtClean="0" sz="2000" spc="-2" b="1">
                <a:latin typeface="Times New Roman"/>
                <a:cs typeface="Times New Roman"/>
              </a:rPr>
              <a:t>e</a:t>
            </a:r>
            <a:r>
              <a:rPr dirty="0" smtClean="0" sz="2000" spc="-2" b="1">
                <a:latin typeface="Times New Roman"/>
                <a:cs typeface="Times New Roman"/>
              </a:rPr>
              <a:t> </a:t>
            </a:r>
            <a:r>
              <a:rPr dirty="0" smtClean="0" sz="2000" spc="-2" b="1">
                <a:latin typeface="Times New Roman"/>
                <a:cs typeface="Times New Roman"/>
              </a:rPr>
              <a:t>to</a:t>
            </a:r>
            <a:r>
              <a:rPr dirty="0" smtClean="0" sz="2000" spc="-2" b="1">
                <a:latin typeface="Times New Roman"/>
                <a:cs typeface="Times New Roman"/>
              </a:rPr>
              <a:t> </a:t>
            </a:r>
            <a:r>
              <a:rPr dirty="0" smtClean="0" sz="2000" spc="-2" b="1">
                <a:latin typeface="Times New Roman"/>
                <a:cs typeface="Times New Roman"/>
              </a:rPr>
              <a:t>p</a:t>
            </a:r>
            <a:r>
              <a:rPr dirty="0" smtClean="0" sz="2000" spc="-2" b="1">
                <a:latin typeface="Times New Roman"/>
                <a:cs typeface="Times New Roman"/>
              </a:rPr>
              <a:t>i</a:t>
            </a:r>
            <a:r>
              <a:rPr dirty="0" smtClean="0" sz="2000" spc="-2" b="1">
                <a:latin typeface="Times New Roman"/>
                <a:cs typeface="Times New Roman"/>
              </a:rPr>
              <a:t>n</a:t>
            </a:r>
            <a:r>
              <a:rPr dirty="0" smtClean="0" sz="2000" spc="-2" b="1">
                <a:latin typeface="Times New Roman"/>
                <a:cs typeface="Times New Roman"/>
              </a:rPr>
              <a:t>p</a:t>
            </a:r>
            <a:r>
              <a:rPr dirty="0" smtClean="0" sz="2000" spc="-2" b="1">
                <a:latin typeface="Times New Roman"/>
                <a:cs typeface="Times New Roman"/>
              </a:rPr>
              <a:t>oi</a:t>
            </a:r>
            <a:r>
              <a:rPr dirty="0" smtClean="0" sz="2000" spc="-2" b="1">
                <a:latin typeface="Times New Roman"/>
                <a:cs typeface="Times New Roman"/>
              </a:rPr>
              <a:t>n</a:t>
            </a:r>
            <a:r>
              <a:rPr dirty="0" smtClean="0" sz="2000" spc="-2" b="1">
                <a:latin typeface="Times New Roman"/>
                <a:cs typeface="Times New Roman"/>
              </a:rPr>
              <a:t>t</a:t>
            </a:r>
            <a:r>
              <a:rPr dirty="0" smtClean="0" sz="2000" spc="-2" b="1">
                <a:latin typeface="Times New Roman"/>
                <a:cs typeface="Times New Roman"/>
              </a:rPr>
              <a:t> </a:t>
            </a:r>
            <a:r>
              <a:rPr dirty="0" smtClean="0" sz="2000" spc="-2" b="1">
                <a:latin typeface="Times New Roman"/>
                <a:cs typeface="Times New Roman"/>
              </a:rPr>
              <a:t>the</a:t>
            </a:r>
            <a:r>
              <a:rPr dirty="0" smtClean="0" sz="2000" spc="-2" b="1">
                <a:latin typeface="Times New Roman"/>
                <a:cs typeface="Times New Roman"/>
              </a:rPr>
              <a:t> </a:t>
            </a:r>
            <a:r>
              <a:rPr dirty="0" smtClean="0" sz="2000" spc="-2" b="1">
                <a:latin typeface="Times New Roman"/>
                <a:cs typeface="Times New Roman"/>
              </a:rPr>
              <a:t>w</a:t>
            </a:r>
            <a:r>
              <a:rPr dirty="0" smtClean="0" sz="2000" spc="-2" b="1">
                <a:latin typeface="Times New Roman"/>
                <a:cs typeface="Times New Roman"/>
              </a:rPr>
              <a:t>e</a:t>
            </a:r>
            <a:r>
              <a:rPr dirty="0" smtClean="0" sz="2000" spc="-2" b="1">
                <a:latin typeface="Times New Roman"/>
                <a:cs typeface="Times New Roman"/>
              </a:rPr>
              <a:t>a</a:t>
            </a:r>
            <a:r>
              <a:rPr dirty="0" smtClean="0" sz="2000" spc="-2" b="1">
                <a:latin typeface="Times New Roman"/>
                <a:cs typeface="Times New Roman"/>
              </a:rPr>
              <a:t>k</a:t>
            </a:r>
            <a:r>
              <a:rPr dirty="0" smtClean="0" sz="2000" spc="-2" b="1">
                <a:latin typeface="Times New Roman"/>
                <a:cs typeface="Times New Roman"/>
              </a:rPr>
              <a:t>n</a:t>
            </a:r>
            <a:r>
              <a:rPr dirty="0" smtClean="0" sz="2000" spc="-2" b="1">
                <a:latin typeface="Times New Roman"/>
                <a:cs typeface="Times New Roman"/>
              </a:rPr>
              <a:t>e</a:t>
            </a:r>
            <a:r>
              <a:rPr dirty="0" smtClean="0" sz="2000" spc="-2" b="1">
                <a:latin typeface="Times New Roman"/>
                <a:cs typeface="Times New Roman"/>
              </a:rPr>
              <a:t>sses,</a:t>
            </a:r>
            <a:r>
              <a:rPr dirty="0" smtClean="0" sz="2000" spc="-2" b="1">
                <a:latin typeface="Times New Roman"/>
                <a:cs typeface="Times New Roman"/>
              </a:rPr>
              <a:t> </a:t>
            </a:r>
            <a:r>
              <a:rPr dirty="0" smtClean="0" sz="2000" spc="-2" b="1">
                <a:latin typeface="Times New Roman"/>
                <a:cs typeface="Times New Roman"/>
              </a:rPr>
              <a:t>e</a:t>
            </a:r>
            <a:r>
              <a:rPr dirty="0" smtClean="0" sz="2000" spc="-2" b="1">
                <a:latin typeface="Times New Roman"/>
                <a:cs typeface="Times New Roman"/>
              </a:rPr>
              <a:t>.g.</a:t>
            </a:r>
            <a:r>
              <a:rPr dirty="0" smtClean="0" sz="2000" spc="-2" b="1">
                <a:latin typeface="Times New Roman"/>
                <a:cs typeface="Times New Roman"/>
              </a:rPr>
              <a:t> </a:t>
            </a:r>
            <a:r>
              <a:rPr dirty="0" smtClean="0" sz="2000" spc="-2" b="1">
                <a:latin typeface="Times New Roman"/>
                <a:cs typeface="Times New Roman"/>
              </a:rPr>
              <a:t>c</a:t>
            </a:r>
            <a:r>
              <a:rPr dirty="0" smtClean="0" sz="2000" spc="-2" b="1">
                <a:latin typeface="Times New Roman"/>
                <a:cs typeface="Times New Roman"/>
              </a:rPr>
              <a:t>o</a:t>
            </a:r>
            <a:r>
              <a:rPr dirty="0" smtClean="0" sz="2000" spc="-2" b="1">
                <a:latin typeface="Times New Roman"/>
                <a:cs typeface="Times New Roman"/>
              </a:rPr>
              <a:t>n</a:t>
            </a:r>
            <a:r>
              <a:rPr dirty="0" smtClean="0" sz="2000" spc="-2" b="1">
                <a:latin typeface="Times New Roman"/>
                <a:cs typeface="Times New Roman"/>
              </a:rPr>
              <a:t>g</a:t>
            </a:r>
            <a:r>
              <a:rPr dirty="0" smtClean="0" sz="2000" spc="-2" b="1">
                <a:latin typeface="Times New Roman"/>
                <a:cs typeface="Times New Roman"/>
              </a:rPr>
              <a:t>e</a:t>
            </a:r>
            <a:r>
              <a:rPr dirty="0" smtClean="0" sz="2000" spc="-2" b="1">
                <a:latin typeface="Times New Roman"/>
                <a:cs typeface="Times New Roman"/>
              </a:rPr>
              <a:t>stio</a:t>
            </a:r>
            <a:r>
              <a:rPr dirty="0" smtClean="0" sz="2000" spc="-2" b="1">
                <a:latin typeface="Times New Roman"/>
                <a:cs typeface="Times New Roman"/>
              </a:rPr>
              <a:t>n</a:t>
            </a:r>
            <a:r>
              <a:rPr dirty="0" smtClean="0" sz="2000" spc="-2" b="1">
                <a:latin typeface="Times New Roman"/>
                <a:cs typeface="Times New Roman"/>
              </a:rPr>
              <a:t>,</a:t>
            </a:r>
            <a:r>
              <a:rPr dirty="0" smtClean="0" sz="2000" spc="-2" b="1">
                <a:latin typeface="Times New Roman"/>
                <a:cs typeface="Times New Roman"/>
              </a:rPr>
              <a:t> </a:t>
            </a:r>
            <a:r>
              <a:rPr dirty="0" smtClean="0" sz="2000" spc="-2" b="1">
                <a:latin typeface="Times New Roman"/>
                <a:cs typeface="Times New Roman"/>
              </a:rPr>
              <a:t>a</a:t>
            </a:r>
            <a:r>
              <a:rPr dirty="0" smtClean="0" sz="2000" spc="-2" b="1">
                <a:latin typeface="Times New Roman"/>
                <a:cs typeface="Times New Roman"/>
              </a:rPr>
              <a:t>n</a:t>
            </a:r>
            <a:r>
              <a:rPr dirty="0" smtClean="0" sz="2000" spc="-2" b="1">
                <a:latin typeface="Times New Roman"/>
                <a:cs typeface="Times New Roman"/>
              </a:rPr>
              <a:t>d</a:t>
            </a:r>
            <a:r>
              <a:rPr dirty="0" smtClean="0" sz="2000" spc="-2" b="1">
                <a:latin typeface="Times New Roman"/>
                <a:cs typeface="Times New Roman"/>
              </a:rPr>
              <a:t> </a:t>
            </a:r>
            <a:r>
              <a:rPr dirty="0" smtClean="0" sz="2000" spc="-2" b="1">
                <a:latin typeface="Times New Roman"/>
                <a:cs typeface="Times New Roman"/>
              </a:rPr>
              <a:t>i</a:t>
            </a:r>
            <a:r>
              <a:rPr dirty="0" smtClean="0" sz="2000" spc="-2" b="1">
                <a:latin typeface="Times New Roman"/>
                <a:cs typeface="Times New Roman"/>
              </a:rPr>
              <a:t>n</a:t>
            </a:r>
            <a:r>
              <a:rPr dirty="0" smtClean="0" sz="2000" spc="-2" b="1">
                <a:latin typeface="Times New Roman"/>
                <a:cs typeface="Times New Roman"/>
              </a:rPr>
              <a:t>c</a:t>
            </a:r>
            <a:r>
              <a:rPr dirty="0" smtClean="0" sz="2000" spc="-2" b="1">
                <a:latin typeface="Times New Roman"/>
                <a:cs typeface="Times New Roman"/>
              </a:rPr>
              <a:t>r</a:t>
            </a:r>
            <a:r>
              <a:rPr dirty="0" smtClean="0" sz="2000" spc="-2" b="1">
                <a:latin typeface="Times New Roman"/>
                <a:cs typeface="Times New Roman"/>
              </a:rPr>
              <a:t>e</a:t>
            </a:r>
            <a:r>
              <a:rPr dirty="0" smtClean="0" sz="2000" spc="-2" b="1">
                <a:latin typeface="Times New Roman"/>
                <a:cs typeface="Times New Roman"/>
              </a:rPr>
              <a:t>ase</a:t>
            </a:r>
            <a:endParaRPr sz="2000">
              <a:latin typeface="Times New Roman"/>
              <a:cs typeface="Times New Roman"/>
            </a:endParaRPr>
          </a:p>
          <a:p>
            <a:pPr marL="12700" marR="31111">
              <a:lnSpc>
                <a:spcPts val="2160"/>
              </a:lnSpc>
            </a:pPr>
            <a:r>
              <a:rPr dirty="0" smtClean="0" sz="2000" spc="-4" b="1">
                <a:latin typeface="Times New Roman"/>
                <a:cs typeface="Times New Roman"/>
              </a:rPr>
              <a:t>t</a:t>
            </a:r>
            <a:r>
              <a:rPr dirty="0" smtClean="0" sz="2000" spc="-4" b="1">
                <a:latin typeface="Times New Roman"/>
                <a:cs typeface="Times New Roman"/>
              </a:rPr>
              <a:t>h</a:t>
            </a:r>
            <a:r>
              <a:rPr dirty="0" smtClean="0" sz="2000" spc="-4" b="1">
                <a:latin typeface="Times New Roman"/>
                <a:cs typeface="Times New Roman"/>
              </a:rPr>
              <a:t>e</a:t>
            </a:r>
            <a:r>
              <a:rPr dirty="0" smtClean="0" sz="2000" spc="-4" b="1">
                <a:latin typeface="Times New Roman"/>
                <a:cs typeface="Times New Roman"/>
              </a:rPr>
              <a:t> </a:t>
            </a:r>
            <a:r>
              <a:rPr dirty="0" smtClean="0" sz="2000" spc="-4" b="1">
                <a:latin typeface="Times New Roman"/>
                <a:cs typeface="Times New Roman"/>
              </a:rPr>
              <a:t>c</a:t>
            </a:r>
            <a:r>
              <a:rPr dirty="0" smtClean="0" sz="2000" spc="-4" b="1">
                <a:latin typeface="Times New Roman"/>
                <a:cs typeface="Times New Roman"/>
              </a:rPr>
              <a:t>apaci</a:t>
            </a:r>
            <a:r>
              <a:rPr dirty="0" smtClean="0" sz="2000" spc="-4" b="1">
                <a:latin typeface="Times New Roman"/>
                <a:cs typeface="Times New Roman"/>
              </a:rPr>
              <a:t>t</a:t>
            </a:r>
            <a:r>
              <a:rPr dirty="0" smtClean="0" sz="2000" spc="-4" b="1">
                <a:latin typeface="Times New Roman"/>
                <a:cs typeface="Times New Roman"/>
              </a:rPr>
              <a:t>y</a:t>
            </a:r>
            <a:r>
              <a:rPr dirty="0" smtClean="0" sz="2000" spc="-4" b="1">
                <a:latin typeface="Times New Roman"/>
                <a:cs typeface="Times New Roman"/>
              </a:rPr>
              <a:t> </a:t>
            </a:r>
            <a:r>
              <a:rPr dirty="0" smtClean="0" sz="2000" spc="-4" b="1">
                <a:latin typeface="Times New Roman"/>
                <a:cs typeface="Times New Roman"/>
              </a:rPr>
              <a:t>in</a:t>
            </a:r>
            <a:r>
              <a:rPr dirty="0" smtClean="0" sz="2000" spc="-4" b="1">
                <a:latin typeface="Times New Roman"/>
                <a:cs typeface="Times New Roman"/>
              </a:rPr>
              <a:t> </a:t>
            </a:r>
            <a:r>
              <a:rPr dirty="0" smtClean="0" sz="2000" spc="-4" b="1">
                <a:latin typeface="Times New Roman"/>
                <a:cs typeface="Times New Roman"/>
              </a:rPr>
              <a:t>a</a:t>
            </a:r>
            <a:r>
              <a:rPr dirty="0" smtClean="0" sz="2000" spc="-4" b="1">
                <a:latin typeface="Times New Roman"/>
                <a:cs typeface="Times New Roman"/>
              </a:rPr>
              <a:t>r</a:t>
            </a:r>
            <a:r>
              <a:rPr dirty="0" smtClean="0" sz="2000" spc="-4" b="1">
                <a:latin typeface="Times New Roman"/>
                <a:cs typeface="Times New Roman"/>
              </a:rPr>
              <a:t>e</a:t>
            </a:r>
            <a:r>
              <a:rPr dirty="0" smtClean="0" sz="2000" spc="-4" b="1">
                <a:latin typeface="Times New Roman"/>
                <a:cs typeface="Times New Roman"/>
              </a:rPr>
              <a:t>as</a:t>
            </a:r>
            <a:r>
              <a:rPr dirty="0" smtClean="0" sz="2000" spc="-4" b="1">
                <a:latin typeface="Times New Roman"/>
                <a:cs typeface="Times New Roman"/>
              </a:rPr>
              <a:t> </a:t>
            </a:r>
            <a:r>
              <a:rPr dirty="0" smtClean="0" sz="2000" spc="-4" b="1">
                <a:latin typeface="Times New Roman"/>
                <a:cs typeface="Times New Roman"/>
              </a:rPr>
              <a:t>w</a:t>
            </a:r>
            <a:r>
              <a:rPr dirty="0" smtClean="0" sz="2000" spc="-4" b="1">
                <a:latin typeface="Times New Roman"/>
                <a:cs typeface="Times New Roman"/>
              </a:rPr>
              <a:t>h</a:t>
            </a:r>
            <a:r>
              <a:rPr dirty="0" smtClean="0" sz="2000" spc="-4" b="1">
                <a:latin typeface="Times New Roman"/>
                <a:cs typeface="Times New Roman"/>
              </a:rPr>
              <a:t>e</a:t>
            </a:r>
            <a:r>
              <a:rPr dirty="0" smtClean="0" sz="2000" spc="-4" b="1">
                <a:latin typeface="Times New Roman"/>
                <a:cs typeface="Times New Roman"/>
              </a:rPr>
              <a:t>r</a:t>
            </a:r>
            <a:r>
              <a:rPr dirty="0" smtClean="0" sz="2000" spc="-4" b="1">
                <a:latin typeface="Times New Roman"/>
                <a:cs typeface="Times New Roman"/>
              </a:rPr>
              <a:t>e</a:t>
            </a:r>
            <a:r>
              <a:rPr dirty="0" smtClean="0" sz="2000" spc="-4" b="1">
                <a:latin typeface="Times New Roman"/>
                <a:cs typeface="Times New Roman"/>
              </a:rPr>
              <a:t> </a:t>
            </a:r>
            <a:r>
              <a:rPr dirty="0" smtClean="0" sz="2000" spc="-4" b="1">
                <a:latin typeface="Times New Roman"/>
                <a:cs typeface="Times New Roman"/>
              </a:rPr>
              <a:t>m</a:t>
            </a:r>
            <a:r>
              <a:rPr dirty="0" smtClean="0" sz="2000" spc="-4" b="1">
                <a:latin typeface="Times New Roman"/>
                <a:cs typeface="Times New Roman"/>
              </a:rPr>
              <a:t>os</a:t>
            </a:r>
            <a:r>
              <a:rPr dirty="0" smtClean="0" sz="2000" spc="-4" b="1">
                <a:latin typeface="Times New Roman"/>
                <a:cs typeface="Times New Roman"/>
              </a:rPr>
              <a:t>t</a:t>
            </a:r>
            <a:r>
              <a:rPr dirty="0" smtClean="0" sz="2000" spc="-4" b="1">
                <a:latin typeface="Times New Roman"/>
                <a:cs typeface="Times New Roman"/>
              </a:rPr>
              <a:t>ly</a:t>
            </a:r>
            <a:r>
              <a:rPr dirty="0" smtClean="0" sz="2000" spc="-4" b="1">
                <a:latin typeface="Times New Roman"/>
                <a:cs typeface="Times New Roman"/>
              </a:rPr>
              <a:t> </a:t>
            </a:r>
            <a:r>
              <a:rPr dirty="0" smtClean="0" sz="2000" spc="-4" b="1">
                <a:latin typeface="Times New Roman"/>
                <a:cs typeface="Times New Roman"/>
              </a:rPr>
              <a:t>n</a:t>
            </a:r>
            <a:r>
              <a:rPr dirty="0" smtClean="0" sz="2000" spc="-4" b="1">
                <a:latin typeface="Times New Roman"/>
                <a:cs typeface="Times New Roman"/>
              </a:rPr>
              <a:t>e</a:t>
            </a:r>
            <a:r>
              <a:rPr dirty="0" smtClean="0" sz="2000" spc="-4" b="1">
                <a:latin typeface="Times New Roman"/>
                <a:cs typeface="Times New Roman"/>
              </a:rPr>
              <a:t>e</a:t>
            </a:r>
            <a:r>
              <a:rPr dirty="0" smtClean="0" sz="2000" spc="-4" b="1">
                <a:latin typeface="Times New Roman"/>
                <a:cs typeface="Times New Roman"/>
              </a:rPr>
              <a:t>d</a:t>
            </a:r>
            <a:r>
              <a:rPr dirty="0" smtClean="0" sz="2000" spc="-4" b="1">
                <a:latin typeface="Times New Roman"/>
                <a:cs typeface="Times New Roman"/>
              </a:rPr>
              <a:t>e</a:t>
            </a:r>
            <a:r>
              <a:rPr dirty="0" smtClean="0" sz="2000" spc="-4" b="1">
                <a:latin typeface="Times New Roman"/>
                <a:cs typeface="Times New Roman"/>
              </a:rPr>
              <a:t>d</a:t>
            </a:r>
            <a:r>
              <a:rPr dirty="0" smtClean="0" sz="2000" spc="-4" b="1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 marL="12700" marR="69920">
              <a:lnSpc>
                <a:spcPts val="2299"/>
              </a:lnSpc>
              <a:spcBef>
                <a:spcPts val="347"/>
              </a:spcBef>
            </a:pPr>
            <a:r>
              <a:rPr dirty="0" smtClean="0" sz="2000" spc="-5" b="1">
                <a:latin typeface="Times New Roman"/>
                <a:cs typeface="Times New Roman"/>
              </a:rPr>
              <a:t>T</a:t>
            </a:r>
            <a:r>
              <a:rPr dirty="0" smtClean="0" sz="2000" spc="-5" b="1">
                <a:latin typeface="Times New Roman"/>
                <a:cs typeface="Times New Roman"/>
              </a:rPr>
              <a:t>o</a:t>
            </a:r>
            <a:r>
              <a:rPr dirty="0" smtClean="0" sz="2000" spc="-5" b="1">
                <a:latin typeface="Times New Roman"/>
                <a:cs typeface="Times New Roman"/>
              </a:rPr>
              <a:t> </a:t>
            </a:r>
            <a:r>
              <a:rPr dirty="0" smtClean="0" sz="2000" spc="-5" b="1">
                <a:latin typeface="Times New Roman"/>
                <a:cs typeface="Times New Roman"/>
              </a:rPr>
              <a:t>i</a:t>
            </a:r>
            <a:r>
              <a:rPr dirty="0" smtClean="0" sz="2000" spc="-5" b="1">
                <a:latin typeface="Times New Roman"/>
                <a:cs typeface="Times New Roman"/>
              </a:rPr>
              <a:t>n</a:t>
            </a:r>
            <a:r>
              <a:rPr dirty="0" smtClean="0" sz="2000" spc="-5" b="1">
                <a:latin typeface="Times New Roman"/>
                <a:cs typeface="Times New Roman"/>
              </a:rPr>
              <a:t>c</a:t>
            </a:r>
            <a:r>
              <a:rPr dirty="0" smtClean="0" sz="2000" spc="-5" b="1">
                <a:latin typeface="Times New Roman"/>
                <a:cs typeface="Times New Roman"/>
              </a:rPr>
              <a:t>r</a:t>
            </a:r>
            <a:r>
              <a:rPr dirty="0" smtClean="0" sz="2000" spc="-5" b="1">
                <a:latin typeface="Times New Roman"/>
                <a:cs typeface="Times New Roman"/>
              </a:rPr>
              <a:t>e</a:t>
            </a:r>
            <a:r>
              <a:rPr dirty="0" smtClean="0" sz="2000" spc="-5" b="1">
                <a:latin typeface="Times New Roman"/>
                <a:cs typeface="Times New Roman"/>
              </a:rPr>
              <a:t>ase</a:t>
            </a:r>
            <a:r>
              <a:rPr dirty="0" smtClean="0" sz="2000" spc="-5" b="1">
                <a:latin typeface="Times New Roman"/>
                <a:cs typeface="Times New Roman"/>
              </a:rPr>
              <a:t> </a:t>
            </a:r>
            <a:r>
              <a:rPr dirty="0" smtClean="0" sz="2000" spc="-5" b="1">
                <a:latin typeface="Times New Roman"/>
                <a:cs typeface="Times New Roman"/>
              </a:rPr>
              <a:t>c</a:t>
            </a:r>
            <a:r>
              <a:rPr dirty="0" smtClean="0" sz="2000" spc="-5" b="1">
                <a:latin typeface="Times New Roman"/>
                <a:cs typeface="Times New Roman"/>
              </a:rPr>
              <a:t>a</a:t>
            </a:r>
            <a:r>
              <a:rPr dirty="0" smtClean="0" sz="2000" spc="-5" b="1">
                <a:latin typeface="Times New Roman"/>
                <a:cs typeface="Times New Roman"/>
              </a:rPr>
              <a:t>p</a:t>
            </a:r>
            <a:r>
              <a:rPr dirty="0" smtClean="0" sz="2000" spc="-5" b="1">
                <a:latin typeface="Times New Roman"/>
                <a:cs typeface="Times New Roman"/>
              </a:rPr>
              <a:t>a</a:t>
            </a:r>
            <a:r>
              <a:rPr dirty="0" smtClean="0" sz="2000" spc="-5" b="1">
                <a:latin typeface="Times New Roman"/>
                <a:cs typeface="Times New Roman"/>
              </a:rPr>
              <a:t>c</a:t>
            </a:r>
            <a:r>
              <a:rPr dirty="0" smtClean="0" sz="2000" spc="-5" b="1">
                <a:latin typeface="Times New Roman"/>
                <a:cs typeface="Times New Roman"/>
              </a:rPr>
              <a:t>ity</a:t>
            </a:r>
            <a:r>
              <a:rPr dirty="0" smtClean="0" sz="2000" spc="-5" b="1">
                <a:latin typeface="Times New Roman"/>
                <a:cs typeface="Times New Roman"/>
              </a:rPr>
              <a:t> </a:t>
            </a:r>
            <a:r>
              <a:rPr dirty="0" smtClean="0" sz="2000" spc="-5" b="1">
                <a:latin typeface="Times New Roman"/>
                <a:cs typeface="Times New Roman"/>
              </a:rPr>
              <a:t>b</a:t>
            </a:r>
            <a:r>
              <a:rPr dirty="0" smtClean="0" sz="2000" spc="-5" b="1">
                <a:latin typeface="Times New Roman"/>
                <a:cs typeface="Times New Roman"/>
              </a:rPr>
              <a:t>y</a:t>
            </a:r>
            <a:r>
              <a:rPr dirty="0" smtClean="0" sz="2000" spc="-5" b="1">
                <a:latin typeface="Times New Roman"/>
                <a:cs typeface="Times New Roman"/>
              </a:rPr>
              <a:t> </a:t>
            </a:r>
            <a:r>
              <a:rPr dirty="0" smtClean="0" sz="2000" spc="-5" b="1">
                <a:latin typeface="Times New Roman"/>
                <a:cs typeface="Times New Roman"/>
              </a:rPr>
              <a:t>u</a:t>
            </a:r>
            <a:r>
              <a:rPr dirty="0" smtClean="0" sz="2000" spc="-5" b="1">
                <a:latin typeface="Times New Roman"/>
                <a:cs typeface="Times New Roman"/>
              </a:rPr>
              <a:t>s</a:t>
            </a:r>
            <a:r>
              <a:rPr dirty="0" smtClean="0" sz="2000" spc="-5" b="1">
                <a:latin typeface="Times New Roman"/>
                <a:cs typeface="Times New Roman"/>
              </a:rPr>
              <a:t>i</a:t>
            </a:r>
            <a:r>
              <a:rPr dirty="0" smtClean="0" sz="2000" spc="-5" b="1">
                <a:latin typeface="Times New Roman"/>
                <a:cs typeface="Times New Roman"/>
              </a:rPr>
              <a:t>n</a:t>
            </a:r>
            <a:r>
              <a:rPr dirty="0" smtClean="0" sz="2000" spc="-5" b="1">
                <a:latin typeface="Times New Roman"/>
                <a:cs typeface="Times New Roman"/>
              </a:rPr>
              <a:t>g</a:t>
            </a:r>
            <a:r>
              <a:rPr dirty="0" smtClean="0" sz="2000" spc="-5" b="1">
                <a:latin typeface="Times New Roman"/>
                <a:cs typeface="Times New Roman"/>
              </a:rPr>
              <a:t> </a:t>
            </a:r>
            <a:r>
              <a:rPr dirty="0" smtClean="0" sz="2000" spc="-5" b="1">
                <a:latin typeface="Times New Roman"/>
                <a:cs typeface="Times New Roman"/>
              </a:rPr>
              <a:t>a</a:t>
            </a:r>
            <a:r>
              <a:rPr dirty="0" smtClean="0" sz="2000" spc="-5" b="1">
                <a:latin typeface="Times New Roman"/>
                <a:cs typeface="Times New Roman"/>
              </a:rPr>
              <a:t> </a:t>
            </a:r>
            <a:r>
              <a:rPr dirty="0" smtClean="0" sz="2000" spc="-5" b="1">
                <a:latin typeface="Times New Roman"/>
                <a:cs typeface="Times New Roman"/>
              </a:rPr>
              <a:t>tig</a:t>
            </a:r>
            <a:r>
              <a:rPr dirty="0" smtClean="0" sz="2000" spc="-5" b="1">
                <a:latin typeface="Times New Roman"/>
                <a:cs typeface="Times New Roman"/>
              </a:rPr>
              <a:t>h</a:t>
            </a:r>
            <a:r>
              <a:rPr dirty="0" smtClean="0" sz="2000" spc="-5" b="1">
                <a:latin typeface="Times New Roman"/>
                <a:cs typeface="Times New Roman"/>
              </a:rPr>
              <a:t>t</a:t>
            </a:r>
            <a:r>
              <a:rPr dirty="0" smtClean="0" sz="2000" spc="-5" b="1">
                <a:latin typeface="Times New Roman"/>
                <a:cs typeface="Times New Roman"/>
              </a:rPr>
              <a:t>e</a:t>
            </a:r>
            <a:r>
              <a:rPr dirty="0" smtClean="0" sz="2000" spc="-5" b="1">
                <a:latin typeface="Times New Roman"/>
                <a:cs typeface="Times New Roman"/>
              </a:rPr>
              <a:t>r</a:t>
            </a:r>
            <a:r>
              <a:rPr dirty="0" smtClean="0" sz="2000" spc="-5" b="1">
                <a:latin typeface="Times New Roman"/>
                <a:cs typeface="Times New Roman"/>
              </a:rPr>
              <a:t> </a:t>
            </a:r>
            <a:r>
              <a:rPr dirty="0" smtClean="0" sz="2000" spc="-5" b="1">
                <a:latin typeface="Times New Roman"/>
                <a:cs typeface="Times New Roman"/>
              </a:rPr>
              <a:t>f</a:t>
            </a:r>
            <a:r>
              <a:rPr dirty="0" smtClean="0" sz="2000" spc="-5" b="1">
                <a:latin typeface="Times New Roman"/>
                <a:cs typeface="Times New Roman"/>
              </a:rPr>
              <a:t>r</a:t>
            </a:r>
            <a:r>
              <a:rPr dirty="0" smtClean="0" sz="2000" spc="-5" b="1">
                <a:latin typeface="Times New Roman"/>
                <a:cs typeface="Times New Roman"/>
              </a:rPr>
              <a:t>e</a:t>
            </a:r>
            <a:r>
              <a:rPr dirty="0" smtClean="0" sz="2000" spc="-5" b="1">
                <a:latin typeface="Times New Roman"/>
                <a:cs typeface="Times New Roman"/>
              </a:rPr>
              <a:t>q</a:t>
            </a:r>
            <a:r>
              <a:rPr dirty="0" smtClean="0" sz="2000" spc="-5" b="1">
                <a:latin typeface="Times New Roman"/>
                <a:cs typeface="Times New Roman"/>
              </a:rPr>
              <a:t>u</a:t>
            </a:r>
            <a:r>
              <a:rPr dirty="0" smtClean="0" sz="2000" spc="-5" b="1">
                <a:latin typeface="Times New Roman"/>
                <a:cs typeface="Times New Roman"/>
              </a:rPr>
              <a:t>e</a:t>
            </a:r>
            <a:r>
              <a:rPr dirty="0" smtClean="0" sz="2000" spc="-5" b="1">
                <a:latin typeface="Times New Roman"/>
                <a:cs typeface="Times New Roman"/>
              </a:rPr>
              <a:t>n</a:t>
            </a:r>
            <a:r>
              <a:rPr dirty="0" smtClean="0" sz="2000" spc="-5" b="1">
                <a:latin typeface="Times New Roman"/>
                <a:cs typeface="Times New Roman"/>
              </a:rPr>
              <a:t>c</a:t>
            </a:r>
            <a:r>
              <a:rPr dirty="0" smtClean="0" sz="2000" spc="-5" b="1">
                <a:latin typeface="Times New Roman"/>
                <a:cs typeface="Times New Roman"/>
              </a:rPr>
              <a:t>y</a:t>
            </a:r>
            <a:r>
              <a:rPr dirty="0" smtClean="0" sz="2000" spc="-5" b="1">
                <a:latin typeface="Times New Roman"/>
                <a:cs typeface="Times New Roman"/>
              </a:rPr>
              <a:t> </a:t>
            </a:r>
            <a:r>
              <a:rPr dirty="0" smtClean="0" sz="2000" spc="-5" b="1">
                <a:latin typeface="Times New Roman"/>
                <a:cs typeface="Times New Roman"/>
              </a:rPr>
              <a:t>r</a:t>
            </a:r>
            <a:r>
              <a:rPr dirty="0" smtClean="0" sz="2000" spc="-5" b="1">
                <a:latin typeface="Times New Roman"/>
                <a:cs typeface="Times New Roman"/>
              </a:rPr>
              <a:t>e</a:t>
            </a:r>
            <a:r>
              <a:rPr dirty="0" smtClean="0" sz="2000" spc="-5" b="1">
                <a:latin typeface="Times New Roman"/>
                <a:cs typeface="Times New Roman"/>
              </a:rPr>
              <a:t>u</a:t>
            </a:r>
            <a:r>
              <a:rPr dirty="0" smtClean="0" sz="2000" spc="-5" b="1">
                <a:latin typeface="Times New Roman"/>
                <a:cs typeface="Times New Roman"/>
              </a:rPr>
              <a:t>se</a:t>
            </a:r>
            <a:r>
              <a:rPr dirty="0" smtClean="0" sz="2000" spc="-5" b="1">
                <a:latin typeface="Times New Roman"/>
                <a:cs typeface="Times New Roman"/>
              </a:rPr>
              <a:t> </a:t>
            </a:r>
            <a:r>
              <a:rPr dirty="0" smtClean="0" sz="2000" spc="-5" b="1">
                <a:latin typeface="Times New Roman"/>
                <a:cs typeface="Times New Roman"/>
              </a:rPr>
              <a:t>than</a:t>
            </a:r>
            <a:r>
              <a:rPr dirty="0" smtClean="0" sz="2000" spc="-5" b="1">
                <a:latin typeface="Times New Roman"/>
                <a:cs typeface="Times New Roman"/>
              </a:rPr>
              <a:t> </a:t>
            </a:r>
            <a:r>
              <a:rPr dirty="0" smtClean="0" sz="2000" spc="-5" b="1">
                <a:latin typeface="Times New Roman"/>
                <a:cs typeface="Times New Roman"/>
              </a:rPr>
              <a:t>a</a:t>
            </a:r>
            <a:r>
              <a:rPr dirty="0" smtClean="0" sz="2000" spc="-5" b="1">
                <a:latin typeface="Times New Roman"/>
                <a:cs typeface="Times New Roman"/>
              </a:rPr>
              <a:t> </a:t>
            </a:r>
            <a:r>
              <a:rPr dirty="0" smtClean="0" sz="2000" spc="-5" b="1">
                <a:latin typeface="Times New Roman"/>
                <a:cs typeface="Times New Roman"/>
              </a:rPr>
              <a:t>n</a:t>
            </a:r>
            <a:r>
              <a:rPr dirty="0" smtClean="0" sz="2000" spc="-5" b="1">
                <a:latin typeface="Times New Roman"/>
                <a:cs typeface="Times New Roman"/>
              </a:rPr>
              <a:t>o</a:t>
            </a:r>
            <a:r>
              <a:rPr dirty="0" smtClean="0" sz="2000" spc="-5" b="1">
                <a:latin typeface="Times New Roman"/>
                <a:cs typeface="Times New Roman"/>
              </a:rPr>
              <a:t>m</a:t>
            </a:r>
            <a:r>
              <a:rPr dirty="0" smtClean="0" sz="2000" spc="-5" b="1">
                <a:latin typeface="Times New Roman"/>
                <a:cs typeface="Times New Roman"/>
              </a:rPr>
              <a:t>i</a:t>
            </a:r>
            <a:r>
              <a:rPr dirty="0" smtClean="0" sz="2000" spc="-5" b="1">
                <a:latin typeface="Times New Roman"/>
                <a:cs typeface="Times New Roman"/>
              </a:rPr>
              <a:t>n</a:t>
            </a:r>
            <a:r>
              <a:rPr dirty="0" smtClean="0" sz="2000" spc="-5" b="1">
                <a:latin typeface="Times New Roman"/>
                <a:cs typeface="Times New Roman"/>
              </a:rPr>
              <a:t>al</a:t>
            </a:r>
            <a:r>
              <a:rPr dirty="0" smtClean="0" sz="2000" spc="-5" b="1">
                <a:latin typeface="Times New Roman"/>
                <a:cs typeface="Times New Roman"/>
              </a:rPr>
              <a:t> </a:t>
            </a:r>
            <a:r>
              <a:rPr dirty="0" smtClean="0" sz="2000" spc="-5" b="1">
                <a:latin typeface="Times New Roman"/>
                <a:cs typeface="Times New Roman"/>
              </a:rPr>
              <a:t>4/12</a:t>
            </a:r>
            <a:r>
              <a:rPr dirty="0" smtClean="0" sz="2000" spc="-5" b="1">
                <a:latin typeface="Times New Roman"/>
                <a:cs typeface="Times New Roman"/>
              </a:rPr>
              <a:t> </a:t>
            </a:r>
            <a:endParaRPr sz="2000">
              <a:latin typeface="Times New Roman"/>
              <a:cs typeface="Times New Roman"/>
            </a:endParaRPr>
          </a:p>
          <a:p>
            <a:pPr marL="12700" marR="69920">
              <a:lnSpc>
                <a:spcPts val="2299"/>
              </a:lnSpc>
            </a:pPr>
            <a:r>
              <a:rPr dirty="0" smtClean="0" sz="2000" spc="-3" b="1">
                <a:latin typeface="Times New Roman"/>
                <a:cs typeface="Times New Roman"/>
              </a:rPr>
              <a:t>p</a:t>
            </a:r>
            <a:r>
              <a:rPr dirty="0" smtClean="0" sz="2000" spc="-3" b="1">
                <a:latin typeface="Times New Roman"/>
                <a:cs typeface="Times New Roman"/>
              </a:rPr>
              <a:t>at</a:t>
            </a:r>
            <a:r>
              <a:rPr dirty="0" smtClean="0" sz="2000" spc="-3" b="1">
                <a:latin typeface="Times New Roman"/>
                <a:cs typeface="Times New Roman"/>
              </a:rPr>
              <a:t>t</a:t>
            </a:r>
            <a:r>
              <a:rPr dirty="0" smtClean="0" sz="2000" spc="-3" b="1">
                <a:latin typeface="Times New Roman"/>
                <a:cs typeface="Times New Roman"/>
              </a:rPr>
              <a:t>e</a:t>
            </a:r>
            <a:r>
              <a:rPr dirty="0" smtClean="0" sz="2000" spc="-3" b="1">
                <a:latin typeface="Times New Roman"/>
                <a:cs typeface="Times New Roman"/>
              </a:rPr>
              <a:t>r</a:t>
            </a:r>
            <a:r>
              <a:rPr dirty="0" smtClean="0" sz="2000" spc="-3" b="1">
                <a:latin typeface="Times New Roman"/>
                <a:cs typeface="Times New Roman"/>
              </a:rPr>
              <a:t>n</a:t>
            </a:r>
            <a:r>
              <a:rPr dirty="0" smtClean="0" sz="2000" spc="-3" b="1">
                <a:latin typeface="Times New Roman"/>
                <a:cs typeface="Times New Roman"/>
              </a:rPr>
              <a:t>,</a:t>
            </a:r>
            <a:r>
              <a:rPr dirty="0" smtClean="0" sz="2000" spc="-3" b="1">
                <a:latin typeface="Times New Roman"/>
                <a:cs typeface="Times New Roman"/>
              </a:rPr>
              <a:t> </a:t>
            </a:r>
            <a:r>
              <a:rPr dirty="0" smtClean="0" sz="2000" spc="-3" b="1">
                <a:latin typeface="Times New Roman"/>
                <a:cs typeface="Times New Roman"/>
              </a:rPr>
              <a:t>w</a:t>
            </a:r>
            <a:r>
              <a:rPr dirty="0" smtClean="0" sz="2000" spc="-3" b="1">
                <a:latin typeface="Times New Roman"/>
                <a:cs typeface="Times New Roman"/>
              </a:rPr>
              <a:t>h</a:t>
            </a:r>
            <a:r>
              <a:rPr dirty="0" smtClean="0" sz="2000" spc="-3" b="1">
                <a:latin typeface="Times New Roman"/>
                <a:cs typeface="Times New Roman"/>
              </a:rPr>
              <a:t>ich</a:t>
            </a:r>
            <a:r>
              <a:rPr dirty="0" smtClean="0" sz="2000" spc="-3" b="1">
                <a:latin typeface="Times New Roman"/>
                <a:cs typeface="Times New Roman"/>
              </a:rPr>
              <a:t> </a:t>
            </a:r>
            <a:r>
              <a:rPr dirty="0" smtClean="0" sz="2000" spc="-3" b="1">
                <a:latin typeface="Times New Roman"/>
                <a:cs typeface="Times New Roman"/>
              </a:rPr>
              <a:t>is</a:t>
            </a:r>
            <a:r>
              <a:rPr dirty="0" smtClean="0" sz="2000" spc="-3" b="1">
                <a:latin typeface="Times New Roman"/>
                <a:cs typeface="Times New Roman"/>
              </a:rPr>
              <a:t> </a:t>
            </a:r>
            <a:r>
              <a:rPr dirty="0" smtClean="0" sz="2000" spc="-3" b="1">
                <a:latin typeface="Times New Roman"/>
                <a:cs typeface="Times New Roman"/>
              </a:rPr>
              <a:t>the</a:t>
            </a:r>
            <a:r>
              <a:rPr dirty="0" smtClean="0" sz="2000" spc="-3" b="1">
                <a:latin typeface="Times New Roman"/>
                <a:cs typeface="Times New Roman"/>
              </a:rPr>
              <a:t> </a:t>
            </a:r>
            <a:r>
              <a:rPr dirty="0" smtClean="0" sz="2000" spc="-3" b="1">
                <a:latin typeface="Times New Roman"/>
                <a:cs typeface="Times New Roman"/>
              </a:rPr>
              <a:t>m</a:t>
            </a:r>
            <a:r>
              <a:rPr dirty="0" smtClean="0" sz="2000" spc="-3" b="1">
                <a:latin typeface="Times New Roman"/>
                <a:cs typeface="Times New Roman"/>
              </a:rPr>
              <a:t>ost</a:t>
            </a:r>
            <a:r>
              <a:rPr dirty="0" smtClean="0" sz="2000" spc="-3" b="1">
                <a:latin typeface="Times New Roman"/>
                <a:cs typeface="Times New Roman"/>
              </a:rPr>
              <a:t> </a:t>
            </a:r>
            <a:r>
              <a:rPr dirty="0" smtClean="0" sz="2000" spc="-3" b="1">
                <a:latin typeface="Times New Roman"/>
                <a:cs typeface="Times New Roman"/>
              </a:rPr>
              <a:t>c</a:t>
            </a:r>
            <a:r>
              <a:rPr dirty="0" smtClean="0" sz="2000" spc="-3" b="1">
                <a:latin typeface="Times New Roman"/>
                <a:cs typeface="Times New Roman"/>
              </a:rPr>
              <a:t>o</a:t>
            </a:r>
            <a:r>
              <a:rPr dirty="0" smtClean="0" sz="2000" spc="-3" b="1">
                <a:latin typeface="Times New Roman"/>
                <a:cs typeface="Times New Roman"/>
              </a:rPr>
              <a:t>m</a:t>
            </a:r>
            <a:r>
              <a:rPr dirty="0" smtClean="0" sz="2000" spc="-3" b="1">
                <a:latin typeface="Times New Roman"/>
                <a:cs typeface="Times New Roman"/>
              </a:rPr>
              <a:t>m</a:t>
            </a:r>
            <a:r>
              <a:rPr dirty="0" smtClean="0" sz="2000" spc="-3" b="1">
                <a:latin typeface="Times New Roman"/>
                <a:cs typeface="Times New Roman"/>
              </a:rPr>
              <a:t>o</a:t>
            </a:r>
            <a:r>
              <a:rPr dirty="0" smtClean="0" sz="2000" spc="-3" b="1">
                <a:latin typeface="Times New Roman"/>
                <a:cs typeface="Times New Roman"/>
              </a:rPr>
              <a:t>n</a:t>
            </a:r>
            <a:r>
              <a:rPr dirty="0" smtClean="0" sz="2000" spc="-3" b="1">
                <a:latin typeface="Times New Roman"/>
                <a:cs typeface="Times New Roman"/>
              </a:rPr>
              <a:t>ly</a:t>
            </a:r>
            <a:r>
              <a:rPr dirty="0" smtClean="0" sz="2000" spc="-3" b="1">
                <a:latin typeface="Times New Roman"/>
                <a:cs typeface="Times New Roman"/>
              </a:rPr>
              <a:t> </a:t>
            </a:r>
            <a:r>
              <a:rPr dirty="0" smtClean="0" sz="2000" spc="-3" b="1">
                <a:latin typeface="Times New Roman"/>
                <a:cs typeface="Times New Roman"/>
              </a:rPr>
              <a:t>u</a:t>
            </a:r>
            <a:r>
              <a:rPr dirty="0" smtClean="0" sz="2000" spc="-3" b="1">
                <a:latin typeface="Times New Roman"/>
                <a:cs typeface="Times New Roman"/>
              </a:rPr>
              <a:t>sed</a:t>
            </a:r>
            <a:r>
              <a:rPr dirty="0" smtClean="0" sz="2000" spc="-3" b="1">
                <a:latin typeface="Times New Roman"/>
                <a:cs typeface="Times New Roman"/>
              </a:rPr>
              <a:t> </a:t>
            </a:r>
            <a:r>
              <a:rPr dirty="0" smtClean="0" sz="2000" spc="-3" b="1">
                <a:latin typeface="Times New Roman"/>
                <a:cs typeface="Times New Roman"/>
              </a:rPr>
              <a:t>p</a:t>
            </a:r>
            <a:r>
              <a:rPr dirty="0" smtClean="0" sz="2000" spc="-3" b="1">
                <a:latin typeface="Times New Roman"/>
                <a:cs typeface="Times New Roman"/>
              </a:rPr>
              <a:t>at</a:t>
            </a:r>
            <a:r>
              <a:rPr dirty="0" smtClean="0" sz="2000" spc="-3" b="1">
                <a:latin typeface="Times New Roman"/>
                <a:cs typeface="Times New Roman"/>
              </a:rPr>
              <a:t>t</a:t>
            </a:r>
            <a:r>
              <a:rPr dirty="0" smtClean="0" sz="2000" spc="-3" b="1">
                <a:latin typeface="Times New Roman"/>
                <a:cs typeface="Times New Roman"/>
              </a:rPr>
              <a:t>e</a:t>
            </a:r>
            <a:r>
              <a:rPr dirty="0" smtClean="0" sz="2000" spc="-3" b="1">
                <a:latin typeface="Times New Roman"/>
                <a:cs typeface="Times New Roman"/>
              </a:rPr>
              <a:t>r</a:t>
            </a:r>
            <a:r>
              <a:rPr dirty="0" smtClean="0" sz="2000" spc="-3" b="1">
                <a:latin typeface="Times New Roman"/>
                <a:cs typeface="Times New Roman"/>
              </a:rPr>
              <a:t>n</a:t>
            </a:r>
            <a:r>
              <a:rPr dirty="0" smtClean="0" sz="2000" spc="-3" b="1">
                <a:latin typeface="Times New Roman"/>
                <a:cs typeface="Times New Roman"/>
              </a:rPr>
              <a:t> </a:t>
            </a:r>
            <a:r>
              <a:rPr dirty="0" smtClean="0" sz="2000" spc="-3" b="1">
                <a:latin typeface="Times New Roman"/>
                <a:cs typeface="Times New Roman"/>
              </a:rPr>
              <a:t>toda</a:t>
            </a:r>
            <a:r>
              <a:rPr dirty="0" smtClean="0" sz="2000" spc="-3" b="1">
                <a:latin typeface="Times New Roman"/>
                <a:cs typeface="Times New Roman"/>
              </a:rPr>
              <a:t>y</a:t>
            </a:r>
            <a:r>
              <a:rPr dirty="0" smtClean="0" sz="2000" spc="-3" b="1">
                <a:latin typeface="Times New Roman"/>
                <a:cs typeface="Times New Roman"/>
              </a:rPr>
              <a:t>,</a:t>
            </a:r>
            <a:r>
              <a:rPr dirty="0" smtClean="0" sz="2000" spc="-3" b="1">
                <a:latin typeface="Times New Roman"/>
                <a:cs typeface="Times New Roman"/>
              </a:rPr>
              <a:t> </a:t>
            </a:r>
            <a:r>
              <a:rPr dirty="0" smtClean="0" sz="2000" spc="-3" b="1">
                <a:latin typeface="Times New Roman"/>
                <a:cs typeface="Times New Roman"/>
              </a:rPr>
              <a:t>s</a:t>
            </a:r>
            <a:r>
              <a:rPr dirty="0" smtClean="0" sz="2000" spc="-3" b="1">
                <a:latin typeface="Times New Roman"/>
                <a:cs typeface="Times New Roman"/>
              </a:rPr>
              <a:t>e</a:t>
            </a:r>
            <a:r>
              <a:rPr dirty="0" smtClean="0" sz="2000" spc="-3" b="1">
                <a:latin typeface="Times New Roman"/>
                <a:cs typeface="Times New Roman"/>
              </a:rPr>
              <a:t>p</a:t>
            </a:r>
            <a:r>
              <a:rPr dirty="0" smtClean="0" sz="2000" spc="-3" b="1">
                <a:latin typeface="Times New Roman"/>
                <a:cs typeface="Times New Roman"/>
              </a:rPr>
              <a:t>a</a:t>
            </a:r>
            <a:r>
              <a:rPr dirty="0" smtClean="0" sz="2000" spc="-3" b="1">
                <a:latin typeface="Times New Roman"/>
                <a:cs typeface="Times New Roman"/>
              </a:rPr>
              <a:t>r</a:t>
            </a:r>
            <a:r>
              <a:rPr dirty="0" smtClean="0" sz="2000" spc="-3" b="1">
                <a:latin typeface="Times New Roman"/>
                <a:cs typeface="Times New Roman"/>
              </a:rPr>
              <a:t>ation</a:t>
            </a:r>
            <a:r>
              <a:rPr dirty="0" smtClean="0" sz="2000" spc="-3" b="1">
                <a:latin typeface="Times New Roman"/>
                <a:cs typeface="Times New Roman"/>
              </a:rPr>
              <a:t> </a:t>
            </a:r>
            <a:r>
              <a:rPr dirty="0" smtClean="0" sz="2000" spc="-3" b="1">
                <a:latin typeface="Times New Roman"/>
                <a:cs typeface="Times New Roman"/>
              </a:rPr>
              <a:t>of</a:t>
            </a:r>
            <a:r>
              <a:rPr dirty="0" smtClean="0" sz="2000" spc="-3" b="1">
                <a:latin typeface="Times New Roman"/>
                <a:cs typeface="Times New Roman"/>
              </a:rPr>
              <a:t> </a:t>
            </a:r>
            <a:r>
              <a:rPr dirty="0" smtClean="0" sz="2000" spc="-3" b="1">
                <a:latin typeface="Times New Roman"/>
                <a:cs typeface="Times New Roman"/>
              </a:rPr>
              <a:t>the</a:t>
            </a:r>
            <a:r>
              <a:rPr dirty="0" smtClean="0" sz="2000" spc="-3" b="1">
                <a:latin typeface="Times New Roman"/>
                <a:cs typeface="Times New Roman"/>
              </a:rPr>
              <a:t> </a:t>
            </a:r>
            <a:endParaRPr sz="2000">
              <a:latin typeface="Times New Roman"/>
              <a:cs typeface="Times New Roman"/>
            </a:endParaRPr>
          </a:p>
          <a:p>
            <a:pPr marL="12700" marR="69920">
              <a:lnSpc>
                <a:spcPts val="2299"/>
              </a:lnSpc>
            </a:pPr>
            <a:r>
              <a:rPr dirty="0" smtClean="0" sz="2000" spc="-4" b="1">
                <a:latin typeface="Times New Roman"/>
                <a:cs typeface="Times New Roman"/>
              </a:rPr>
              <a:t>BC</a:t>
            </a:r>
            <a:r>
              <a:rPr dirty="0" smtClean="0" sz="2000" spc="-4" b="1">
                <a:latin typeface="Times New Roman"/>
                <a:cs typeface="Times New Roman"/>
              </a:rPr>
              <a:t>C</a:t>
            </a:r>
            <a:r>
              <a:rPr dirty="0" smtClean="0" sz="2000" spc="-4" b="1">
                <a:latin typeface="Times New Roman"/>
                <a:cs typeface="Times New Roman"/>
              </a:rPr>
              <a:t>H</a:t>
            </a:r>
            <a:r>
              <a:rPr dirty="0" smtClean="0" sz="2000" spc="-4" b="1">
                <a:latin typeface="Times New Roman"/>
                <a:cs typeface="Times New Roman"/>
              </a:rPr>
              <a:t> </a:t>
            </a:r>
            <a:r>
              <a:rPr dirty="0" smtClean="0" sz="2000" spc="-4" b="1">
                <a:latin typeface="Times New Roman"/>
                <a:cs typeface="Times New Roman"/>
              </a:rPr>
              <a:t>b</a:t>
            </a:r>
            <a:r>
              <a:rPr dirty="0" smtClean="0" sz="2000" spc="-4" b="1">
                <a:latin typeface="Times New Roman"/>
                <a:cs typeface="Times New Roman"/>
              </a:rPr>
              <a:t>and</a:t>
            </a:r>
            <a:r>
              <a:rPr dirty="0" smtClean="0" sz="2000" spc="-4" b="1">
                <a:latin typeface="Times New Roman"/>
                <a:cs typeface="Times New Roman"/>
              </a:rPr>
              <a:t> </a:t>
            </a:r>
            <a:r>
              <a:rPr dirty="0" smtClean="0" sz="2000" spc="-4" b="1">
                <a:latin typeface="Times New Roman"/>
                <a:cs typeface="Times New Roman"/>
              </a:rPr>
              <a:t>and</a:t>
            </a:r>
            <a:r>
              <a:rPr dirty="0" smtClean="0" sz="2000" spc="-4" b="1">
                <a:latin typeface="Times New Roman"/>
                <a:cs typeface="Times New Roman"/>
              </a:rPr>
              <a:t> </a:t>
            </a:r>
            <a:r>
              <a:rPr dirty="0" smtClean="0" sz="2000" spc="-4" b="1">
                <a:latin typeface="Times New Roman"/>
                <a:cs typeface="Times New Roman"/>
              </a:rPr>
              <a:t>t</a:t>
            </a:r>
            <a:r>
              <a:rPr dirty="0" smtClean="0" sz="2000" spc="-4" b="1">
                <a:latin typeface="Times New Roman"/>
                <a:cs typeface="Times New Roman"/>
              </a:rPr>
              <a:t>h</a:t>
            </a:r>
            <a:r>
              <a:rPr dirty="0" smtClean="0" sz="2000" spc="-4" b="1">
                <a:latin typeface="Times New Roman"/>
                <a:cs typeface="Times New Roman"/>
              </a:rPr>
              <a:t>e</a:t>
            </a:r>
            <a:r>
              <a:rPr dirty="0" smtClean="0" sz="2000" spc="-4" b="1">
                <a:latin typeface="Times New Roman"/>
                <a:cs typeface="Times New Roman"/>
              </a:rPr>
              <a:t> </a:t>
            </a:r>
            <a:r>
              <a:rPr dirty="0" smtClean="0" sz="2000" spc="-4" b="1">
                <a:latin typeface="Times New Roman"/>
                <a:cs typeface="Times New Roman"/>
              </a:rPr>
              <a:t>TCH</a:t>
            </a:r>
            <a:r>
              <a:rPr dirty="0" smtClean="0" sz="2000" spc="-4" b="1">
                <a:latin typeface="Times New Roman"/>
                <a:cs typeface="Times New Roman"/>
              </a:rPr>
              <a:t> </a:t>
            </a:r>
            <a:r>
              <a:rPr dirty="0" smtClean="0" sz="2000" spc="-4" b="1">
                <a:latin typeface="Times New Roman"/>
                <a:cs typeface="Times New Roman"/>
              </a:rPr>
              <a:t>b</a:t>
            </a:r>
            <a:r>
              <a:rPr dirty="0" smtClean="0" sz="2000" spc="-4" b="1">
                <a:latin typeface="Times New Roman"/>
                <a:cs typeface="Times New Roman"/>
              </a:rPr>
              <a:t>and</a:t>
            </a:r>
            <a:r>
              <a:rPr dirty="0" smtClean="0" sz="2000" spc="-4" b="1">
                <a:latin typeface="Times New Roman"/>
                <a:cs typeface="Times New Roman"/>
              </a:rPr>
              <a:t> </a:t>
            </a:r>
            <a:r>
              <a:rPr dirty="0" smtClean="0" sz="2000" spc="-4" b="1">
                <a:latin typeface="Times New Roman"/>
                <a:cs typeface="Times New Roman"/>
              </a:rPr>
              <a:t>s</a:t>
            </a:r>
            <a:r>
              <a:rPr dirty="0" smtClean="0" sz="2000" spc="-4" b="1">
                <a:latin typeface="Times New Roman"/>
                <a:cs typeface="Times New Roman"/>
              </a:rPr>
              <a:t>h</a:t>
            </a:r>
            <a:r>
              <a:rPr dirty="0" smtClean="0" sz="2000" spc="-4" b="1">
                <a:latin typeface="Times New Roman"/>
                <a:cs typeface="Times New Roman"/>
              </a:rPr>
              <a:t>ou</a:t>
            </a:r>
            <a:r>
              <a:rPr dirty="0" smtClean="0" sz="2000" spc="-4" b="1">
                <a:latin typeface="Times New Roman"/>
                <a:cs typeface="Times New Roman"/>
              </a:rPr>
              <a:t>l</a:t>
            </a:r>
            <a:r>
              <a:rPr dirty="0" smtClean="0" sz="2000" spc="-4" b="1">
                <a:latin typeface="Times New Roman"/>
                <a:cs typeface="Times New Roman"/>
              </a:rPr>
              <a:t>d</a:t>
            </a:r>
            <a:r>
              <a:rPr dirty="0" smtClean="0" sz="2000" spc="-4" b="1">
                <a:latin typeface="Times New Roman"/>
                <a:cs typeface="Times New Roman"/>
              </a:rPr>
              <a:t> </a:t>
            </a:r>
            <a:r>
              <a:rPr dirty="0" smtClean="0" sz="2000" spc="-4" b="1">
                <a:latin typeface="Times New Roman"/>
                <a:cs typeface="Times New Roman"/>
              </a:rPr>
              <a:t>b</a:t>
            </a:r>
            <a:r>
              <a:rPr dirty="0" smtClean="0" sz="2000" spc="-4" b="1">
                <a:latin typeface="Times New Roman"/>
                <a:cs typeface="Times New Roman"/>
              </a:rPr>
              <a:t>e</a:t>
            </a:r>
            <a:r>
              <a:rPr dirty="0" smtClean="0" sz="2000" spc="-4" b="1">
                <a:latin typeface="Times New Roman"/>
                <a:cs typeface="Times New Roman"/>
              </a:rPr>
              <a:t> </a:t>
            </a:r>
            <a:r>
              <a:rPr dirty="0" smtClean="0" sz="2000" spc="-4" b="1">
                <a:latin typeface="Times New Roman"/>
                <a:cs typeface="Times New Roman"/>
              </a:rPr>
              <a:t>i</a:t>
            </a:r>
            <a:r>
              <a:rPr dirty="0" smtClean="0" sz="2000" spc="-4" b="1">
                <a:latin typeface="Times New Roman"/>
                <a:cs typeface="Times New Roman"/>
              </a:rPr>
              <a:t>n</a:t>
            </a:r>
            <a:r>
              <a:rPr dirty="0" smtClean="0" sz="2000" spc="-4" b="1">
                <a:latin typeface="Times New Roman"/>
                <a:cs typeface="Times New Roman"/>
              </a:rPr>
              <a:t>t</a:t>
            </a:r>
            <a:r>
              <a:rPr dirty="0" smtClean="0" sz="2000" spc="-4" b="1">
                <a:latin typeface="Times New Roman"/>
                <a:cs typeface="Times New Roman"/>
              </a:rPr>
              <a:t>r</a:t>
            </a:r>
            <a:r>
              <a:rPr dirty="0" smtClean="0" sz="2000" spc="-4" b="1">
                <a:latin typeface="Times New Roman"/>
                <a:cs typeface="Times New Roman"/>
              </a:rPr>
              <a:t>od</a:t>
            </a:r>
            <a:r>
              <a:rPr dirty="0" smtClean="0" sz="2000" spc="-4" b="1">
                <a:latin typeface="Times New Roman"/>
                <a:cs typeface="Times New Roman"/>
              </a:rPr>
              <a:t>u</a:t>
            </a:r>
            <a:r>
              <a:rPr dirty="0" smtClean="0" sz="2000" spc="-4" b="1">
                <a:latin typeface="Times New Roman"/>
                <a:cs typeface="Times New Roman"/>
              </a:rPr>
              <a:t>c</a:t>
            </a:r>
            <a:r>
              <a:rPr dirty="0" smtClean="0" sz="2000" spc="-4" b="1">
                <a:latin typeface="Times New Roman"/>
                <a:cs typeface="Times New Roman"/>
              </a:rPr>
              <a:t>e</a:t>
            </a:r>
            <a:r>
              <a:rPr dirty="0" smtClean="0" sz="2000" spc="-4" b="1">
                <a:latin typeface="Times New Roman"/>
                <a:cs typeface="Times New Roman"/>
              </a:rPr>
              <a:t>d</a:t>
            </a:r>
            <a:r>
              <a:rPr dirty="0" smtClean="0" sz="2000" spc="-4" b="1">
                <a:latin typeface="Times New Roman"/>
                <a:cs typeface="Times New Roman"/>
              </a:rPr>
              <a:t>.</a:t>
            </a:r>
            <a:r>
              <a:rPr dirty="0" smtClean="0" sz="2000" spc="-4" b="1">
                <a:latin typeface="Times New Roman"/>
                <a:cs typeface="Times New Roman"/>
              </a:rPr>
              <a:t> </a:t>
            </a:r>
            <a:r>
              <a:rPr dirty="0" smtClean="0" sz="2000" spc="-4" b="1">
                <a:latin typeface="Times New Roman"/>
                <a:cs typeface="Times New Roman"/>
              </a:rPr>
              <a:t>By</a:t>
            </a:r>
            <a:r>
              <a:rPr dirty="0" smtClean="0" sz="2000" spc="-4" b="1">
                <a:latin typeface="Times New Roman"/>
                <a:cs typeface="Times New Roman"/>
              </a:rPr>
              <a:t> </a:t>
            </a:r>
            <a:r>
              <a:rPr dirty="0" smtClean="0" sz="2000" spc="-4" b="1">
                <a:latin typeface="Times New Roman"/>
                <a:cs typeface="Times New Roman"/>
              </a:rPr>
              <a:t>u</a:t>
            </a:r>
            <a:r>
              <a:rPr dirty="0" smtClean="0" sz="2000" spc="-4" b="1">
                <a:latin typeface="Times New Roman"/>
                <a:cs typeface="Times New Roman"/>
              </a:rPr>
              <a:t>si</a:t>
            </a:r>
            <a:r>
              <a:rPr dirty="0" smtClean="0" sz="2000" spc="-4" b="1">
                <a:latin typeface="Times New Roman"/>
                <a:cs typeface="Times New Roman"/>
              </a:rPr>
              <a:t>n</a:t>
            </a:r>
            <a:r>
              <a:rPr dirty="0" smtClean="0" sz="2000" spc="-4" b="1">
                <a:latin typeface="Times New Roman"/>
                <a:cs typeface="Times New Roman"/>
              </a:rPr>
              <a:t>g</a:t>
            </a:r>
            <a:r>
              <a:rPr dirty="0" smtClean="0" sz="2000" spc="-4" b="1">
                <a:latin typeface="Times New Roman"/>
                <a:cs typeface="Times New Roman"/>
              </a:rPr>
              <a:t> </a:t>
            </a:r>
            <a:r>
              <a:rPr dirty="0" smtClean="0" sz="2000" spc="-4" b="1">
                <a:latin typeface="Times New Roman"/>
                <a:cs typeface="Times New Roman"/>
              </a:rPr>
              <a:t>d</a:t>
            </a:r>
            <a:r>
              <a:rPr dirty="0" smtClean="0" sz="2000" spc="-4" b="1">
                <a:latin typeface="Times New Roman"/>
                <a:cs typeface="Times New Roman"/>
              </a:rPr>
              <a:t>i</a:t>
            </a:r>
            <a:r>
              <a:rPr dirty="0" smtClean="0" sz="2000" spc="-4" b="1">
                <a:latin typeface="Times New Roman"/>
                <a:cs typeface="Times New Roman"/>
              </a:rPr>
              <a:t>f</a:t>
            </a:r>
            <a:r>
              <a:rPr dirty="0" smtClean="0" sz="2000" spc="-4" b="1">
                <a:latin typeface="Times New Roman"/>
                <a:cs typeface="Times New Roman"/>
              </a:rPr>
              <a:t>f</a:t>
            </a:r>
            <a:r>
              <a:rPr dirty="0" smtClean="0" sz="2000" spc="-4" b="1">
                <a:latin typeface="Times New Roman"/>
                <a:cs typeface="Times New Roman"/>
              </a:rPr>
              <a:t>e</a:t>
            </a:r>
            <a:r>
              <a:rPr dirty="0" smtClean="0" sz="2000" spc="-4" b="1">
                <a:latin typeface="Times New Roman"/>
                <a:cs typeface="Times New Roman"/>
              </a:rPr>
              <a:t>r</a:t>
            </a:r>
            <a:r>
              <a:rPr dirty="0" smtClean="0" sz="2000" spc="-4" b="1">
                <a:latin typeface="Times New Roman"/>
                <a:cs typeface="Times New Roman"/>
              </a:rPr>
              <a:t>e</a:t>
            </a:r>
            <a:r>
              <a:rPr dirty="0" smtClean="0" sz="2000" spc="-4" b="1">
                <a:latin typeface="Times New Roman"/>
                <a:cs typeface="Times New Roman"/>
              </a:rPr>
              <a:t>n</a:t>
            </a:r>
            <a:r>
              <a:rPr dirty="0" smtClean="0" sz="2000" spc="-4" b="1">
                <a:latin typeface="Times New Roman"/>
                <a:cs typeface="Times New Roman"/>
              </a:rPr>
              <a:t>t</a:t>
            </a:r>
            <a:r>
              <a:rPr dirty="0" smtClean="0" sz="2000" spc="-4" b="1">
                <a:latin typeface="Times New Roman"/>
                <a:cs typeface="Times New Roman"/>
              </a:rPr>
              <a:t> </a:t>
            </a:r>
            <a:r>
              <a:rPr dirty="0" smtClean="0" sz="2000" spc="-4" b="1">
                <a:latin typeface="Times New Roman"/>
                <a:cs typeface="Times New Roman"/>
              </a:rPr>
              <a:t>r</a:t>
            </a:r>
            <a:r>
              <a:rPr dirty="0" smtClean="0" sz="2000" spc="-4" b="1">
                <a:latin typeface="Times New Roman"/>
                <a:cs typeface="Times New Roman"/>
              </a:rPr>
              <a:t>e</a:t>
            </a:r>
            <a:r>
              <a:rPr dirty="0" smtClean="0" sz="2000" spc="-4" b="1">
                <a:latin typeface="Times New Roman"/>
                <a:cs typeface="Times New Roman"/>
              </a:rPr>
              <a:t>u</a:t>
            </a:r>
            <a:r>
              <a:rPr dirty="0" smtClean="0" sz="2000" spc="-4" b="1">
                <a:latin typeface="Times New Roman"/>
                <a:cs typeface="Times New Roman"/>
              </a:rPr>
              <a:t>se</a:t>
            </a:r>
            <a:r>
              <a:rPr dirty="0" smtClean="0" sz="2000" spc="-4" b="1">
                <a:latin typeface="Times New Roman"/>
                <a:cs typeface="Times New Roman"/>
              </a:rPr>
              <a:t> </a:t>
            </a:r>
            <a:endParaRPr sz="2000">
              <a:latin typeface="Times New Roman"/>
              <a:cs typeface="Times New Roman"/>
            </a:endParaRPr>
          </a:p>
          <a:p>
            <a:pPr marL="12700" marR="69920">
              <a:lnSpc>
                <a:spcPts val="2299"/>
              </a:lnSpc>
            </a:pPr>
            <a:r>
              <a:rPr dirty="0" smtClean="0" sz="2000" spc="-2" b="1">
                <a:latin typeface="Times New Roman"/>
                <a:cs typeface="Times New Roman"/>
              </a:rPr>
              <a:t>p</a:t>
            </a:r>
            <a:r>
              <a:rPr dirty="0" smtClean="0" sz="2000" spc="-2" b="1">
                <a:latin typeface="Times New Roman"/>
                <a:cs typeface="Times New Roman"/>
              </a:rPr>
              <a:t>at</a:t>
            </a:r>
            <a:r>
              <a:rPr dirty="0" smtClean="0" sz="2000" spc="-2" b="1">
                <a:latin typeface="Times New Roman"/>
                <a:cs typeface="Times New Roman"/>
              </a:rPr>
              <a:t>t</a:t>
            </a:r>
            <a:r>
              <a:rPr dirty="0" smtClean="0" sz="2000" spc="-2" b="1">
                <a:latin typeface="Times New Roman"/>
                <a:cs typeface="Times New Roman"/>
              </a:rPr>
              <a:t>e</a:t>
            </a:r>
            <a:r>
              <a:rPr dirty="0" smtClean="0" sz="2000" spc="-2" b="1">
                <a:latin typeface="Times New Roman"/>
                <a:cs typeface="Times New Roman"/>
              </a:rPr>
              <a:t>r</a:t>
            </a:r>
            <a:r>
              <a:rPr dirty="0" smtClean="0" sz="2000" spc="-2" b="1">
                <a:latin typeface="Times New Roman"/>
                <a:cs typeface="Times New Roman"/>
              </a:rPr>
              <a:t>n</a:t>
            </a:r>
            <a:r>
              <a:rPr dirty="0" smtClean="0" sz="2000" spc="-2" b="1">
                <a:latin typeface="Times New Roman"/>
                <a:cs typeface="Times New Roman"/>
              </a:rPr>
              <a:t>s</a:t>
            </a:r>
            <a:r>
              <a:rPr dirty="0" smtClean="0" sz="2000" spc="-2" b="1">
                <a:latin typeface="Times New Roman"/>
                <a:cs typeface="Times New Roman"/>
              </a:rPr>
              <a:t> </a:t>
            </a:r>
            <a:r>
              <a:rPr dirty="0" smtClean="0" sz="2000" spc="-2" b="1">
                <a:latin typeface="Times New Roman"/>
                <a:cs typeface="Times New Roman"/>
              </a:rPr>
              <a:t>on</a:t>
            </a:r>
            <a:r>
              <a:rPr dirty="0" smtClean="0" sz="2000" spc="-2" b="1">
                <a:latin typeface="Times New Roman"/>
                <a:cs typeface="Times New Roman"/>
              </a:rPr>
              <a:t> </a:t>
            </a:r>
            <a:r>
              <a:rPr dirty="0" smtClean="0" sz="2000" spc="-2" b="1">
                <a:latin typeface="Times New Roman"/>
                <a:cs typeface="Times New Roman"/>
              </a:rPr>
              <a:t>BCCH</a:t>
            </a:r>
            <a:r>
              <a:rPr dirty="0" smtClean="0" sz="2000" spc="-2" b="1">
                <a:latin typeface="Times New Roman"/>
                <a:cs typeface="Times New Roman"/>
              </a:rPr>
              <a:t> </a:t>
            </a:r>
            <a:r>
              <a:rPr dirty="0" smtClean="0" sz="2000" spc="-2" b="1">
                <a:latin typeface="Times New Roman"/>
                <a:cs typeface="Times New Roman"/>
              </a:rPr>
              <a:t>cha</a:t>
            </a:r>
            <a:r>
              <a:rPr dirty="0" smtClean="0" sz="2000" spc="-2" b="1">
                <a:latin typeface="Times New Roman"/>
                <a:cs typeface="Times New Roman"/>
              </a:rPr>
              <a:t>n</a:t>
            </a:r>
            <a:r>
              <a:rPr dirty="0" smtClean="0" sz="2000" spc="-2" b="1">
                <a:latin typeface="Times New Roman"/>
                <a:cs typeface="Times New Roman"/>
              </a:rPr>
              <a:t>n</a:t>
            </a:r>
            <a:r>
              <a:rPr dirty="0" smtClean="0" sz="2000" spc="-2" b="1">
                <a:latin typeface="Times New Roman"/>
                <a:cs typeface="Times New Roman"/>
              </a:rPr>
              <a:t>e</a:t>
            </a:r>
            <a:r>
              <a:rPr dirty="0" smtClean="0" sz="2000" spc="-2" b="1">
                <a:latin typeface="Times New Roman"/>
                <a:cs typeface="Times New Roman"/>
              </a:rPr>
              <a:t>ls</a:t>
            </a:r>
            <a:r>
              <a:rPr dirty="0" smtClean="0" sz="2000" spc="-2" b="1">
                <a:latin typeface="Times New Roman"/>
                <a:cs typeface="Times New Roman"/>
              </a:rPr>
              <a:t> </a:t>
            </a:r>
            <a:r>
              <a:rPr dirty="0" smtClean="0" sz="2000" spc="-2" b="1">
                <a:latin typeface="Times New Roman"/>
                <a:cs typeface="Times New Roman"/>
              </a:rPr>
              <a:t>a</a:t>
            </a:r>
            <a:r>
              <a:rPr dirty="0" smtClean="0" sz="2000" spc="-2" b="1">
                <a:latin typeface="Times New Roman"/>
                <a:cs typeface="Times New Roman"/>
              </a:rPr>
              <a:t>n</a:t>
            </a:r>
            <a:r>
              <a:rPr dirty="0" smtClean="0" sz="2000" spc="-2" b="1">
                <a:latin typeface="Times New Roman"/>
                <a:cs typeface="Times New Roman"/>
              </a:rPr>
              <a:t>d</a:t>
            </a:r>
            <a:r>
              <a:rPr dirty="0" smtClean="0" sz="2000" spc="-2" b="1">
                <a:latin typeface="Times New Roman"/>
                <a:cs typeface="Times New Roman"/>
              </a:rPr>
              <a:t> </a:t>
            </a:r>
            <a:r>
              <a:rPr dirty="0" smtClean="0" sz="2000" spc="-2" b="1">
                <a:latin typeface="Times New Roman"/>
                <a:cs typeface="Times New Roman"/>
              </a:rPr>
              <a:t>TCH</a:t>
            </a:r>
            <a:r>
              <a:rPr dirty="0" smtClean="0" sz="2000" spc="-2" b="1">
                <a:latin typeface="Times New Roman"/>
                <a:cs typeface="Times New Roman"/>
              </a:rPr>
              <a:t> </a:t>
            </a:r>
            <a:r>
              <a:rPr dirty="0" smtClean="0" sz="2000" spc="-2" b="1">
                <a:latin typeface="Times New Roman"/>
                <a:cs typeface="Times New Roman"/>
              </a:rPr>
              <a:t>c</a:t>
            </a:r>
            <a:r>
              <a:rPr dirty="0" smtClean="0" sz="2000" spc="-2" b="1">
                <a:latin typeface="Times New Roman"/>
                <a:cs typeface="Times New Roman"/>
              </a:rPr>
              <a:t>h</a:t>
            </a:r>
            <a:r>
              <a:rPr dirty="0" smtClean="0" sz="2000" spc="-2" b="1">
                <a:latin typeface="Times New Roman"/>
                <a:cs typeface="Times New Roman"/>
              </a:rPr>
              <a:t>a</a:t>
            </a:r>
            <a:r>
              <a:rPr dirty="0" smtClean="0" sz="2000" spc="-2" b="1">
                <a:latin typeface="Times New Roman"/>
                <a:cs typeface="Times New Roman"/>
              </a:rPr>
              <a:t>n</a:t>
            </a:r>
            <a:r>
              <a:rPr dirty="0" smtClean="0" sz="2000" spc="-2" b="1">
                <a:latin typeface="Times New Roman"/>
                <a:cs typeface="Times New Roman"/>
              </a:rPr>
              <a:t>n</a:t>
            </a:r>
            <a:r>
              <a:rPr dirty="0" smtClean="0" sz="2000" spc="-2" b="1">
                <a:latin typeface="Times New Roman"/>
                <a:cs typeface="Times New Roman"/>
              </a:rPr>
              <a:t>e</a:t>
            </a:r>
            <a:r>
              <a:rPr dirty="0" smtClean="0" sz="2000" spc="-2" b="1">
                <a:latin typeface="Times New Roman"/>
                <a:cs typeface="Times New Roman"/>
              </a:rPr>
              <a:t>ls</a:t>
            </a:r>
            <a:r>
              <a:rPr dirty="0" smtClean="0" sz="2000" spc="-2" b="1">
                <a:latin typeface="Times New Roman"/>
                <a:cs typeface="Times New Roman"/>
              </a:rPr>
              <a:t> </a:t>
            </a:r>
            <a:r>
              <a:rPr dirty="0" smtClean="0" sz="2000" spc="-2" b="1">
                <a:latin typeface="Times New Roman"/>
                <a:cs typeface="Times New Roman"/>
              </a:rPr>
              <a:t>the</a:t>
            </a:r>
            <a:r>
              <a:rPr dirty="0" smtClean="0" sz="2000" spc="-2" b="1">
                <a:latin typeface="Times New Roman"/>
                <a:cs typeface="Times New Roman"/>
              </a:rPr>
              <a:t> </a:t>
            </a:r>
            <a:r>
              <a:rPr dirty="0" smtClean="0" sz="2000" spc="-2" b="1">
                <a:latin typeface="Times New Roman"/>
                <a:cs typeface="Times New Roman"/>
              </a:rPr>
              <a:t>r</a:t>
            </a:r>
            <a:r>
              <a:rPr dirty="0" smtClean="0" sz="2000" spc="-2" b="1">
                <a:latin typeface="Times New Roman"/>
                <a:cs typeface="Times New Roman"/>
              </a:rPr>
              <a:t>e</a:t>
            </a:r>
            <a:r>
              <a:rPr dirty="0" smtClean="0" sz="2000" spc="-2" b="1">
                <a:latin typeface="Times New Roman"/>
                <a:cs typeface="Times New Roman"/>
              </a:rPr>
              <a:t>u</a:t>
            </a:r>
            <a:r>
              <a:rPr dirty="0" smtClean="0" sz="2000" spc="-2" b="1">
                <a:latin typeface="Times New Roman"/>
                <a:cs typeface="Times New Roman"/>
              </a:rPr>
              <a:t>se</a:t>
            </a:r>
            <a:r>
              <a:rPr dirty="0" smtClean="0" sz="2000" spc="-2" b="1">
                <a:latin typeface="Times New Roman"/>
                <a:cs typeface="Times New Roman"/>
              </a:rPr>
              <a:t> </a:t>
            </a:r>
            <a:r>
              <a:rPr dirty="0" smtClean="0" sz="2000" spc="-2" b="1">
                <a:latin typeface="Times New Roman"/>
                <a:cs typeface="Times New Roman"/>
              </a:rPr>
              <a:t>p</a:t>
            </a:r>
            <a:r>
              <a:rPr dirty="0" smtClean="0" sz="2000" spc="-2" b="1">
                <a:latin typeface="Times New Roman"/>
                <a:cs typeface="Times New Roman"/>
              </a:rPr>
              <a:t>at</a:t>
            </a:r>
            <a:r>
              <a:rPr dirty="0" smtClean="0" sz="2000" spc="-2" b="1">
                <a:latin typeface="Times New Roman"/>
                <a:cs typeface="Times New Roman"/>
              </a:rPr>
              <a:t>t</a:t>
            </a:r>
            <a:r>
              <a:rPr dirty="0" smtClean="0" sz="2000" spc="-2" b="1">
                <a:latin typeface="Times New Roman"/>
                <a:cs typeface="Times New Roman"/>
              </a:rPr>
              <a:t>e</a:t>
            </a:r>
            <a:r>
              <a:rPr dirty="0" smtClean="0" sz="2000" spc="-2" b="1">
                <a:latin typeface="Times New Roman"/>
                <a:cs typeface="Times New Roman"/>
              </a:rPr>
              <a:t>r</a:t>
            </a:r>
            <a:r>
              <a:rPr dirty="0" smtClean="0" sz="2000" spc="-2" b="1">
                <a:latin typeface="Times New Roman"/>
                <a:cs typeface="Times New Roman"/>
              </a:rPr>
              <a:t>n</a:t>
            </a:r>
            <a:r>
              <a:rPr dirty="0" smtClean="0" sz="2000" spc="-2" b="1">
                <a:latin typeface="Times New Roman"/>
                <a:cs typeface="Times New Roman"/>
              </a:rPr>
              <a:t> </a:t>
            </a:r>
            <a:r>
              <a:rPr dirty="0" smtClean="0" sz="2000" spc="-2" b="1">
                <a:latin typeface="Times New Roman"/>
                <a:cs typeface="Times New Roman"/>
              </a:rPr>
              <a:t>c</a:t>
            </a:r>
            <a:r>
              <a:rPr dirty="0" smtClean="0" sz="2000" spc="-2" b="1">
                <a:latin typeface="Times New Roman"/>
                <a:cs typeface="Times New Roman"/>
              </a:rPr>
              <a:t>an</a:t>
            </a:r>
            <a:r>
              <a:rPr dirty="0" smtClean="0" sz="2000" spc="-2" b="1">
                <a:latin typeface="Times New Roman"/>
                <a:cs typeface="Times New Roman"/>
              </a:rPr>
              <a:t> </a:t>
            </a:r>
            <a:r>
              <a:rPr dirty="0" smtClean="0" sz="2000" spc="-2" b="1">
                <a:latin typeface="Times New Roman"/>
                <a:cs typeface="Times New Roman"/>
              </a:rPr>
              <a:t>go</a:t>
            </a:r>
            <a:r>
              <a:rPr dirty="0" smtClean="0" sz="2000" spc="-2" b="1">
                <a:latin typeface="Times New Roman"/>
                <a:cs typeface="Times New Roman"/>
              </a:rPr>
              <a:t> </a:t>
            </a:r>
            <a:r>
              <a:rPr dirty="0" smtClean="0" sz="2000" spc="-2" b="1">
                <a:latin typeface="Times New Roman"/>
                <a:cs typeface="Times New Roman"/>
              </a:rPr>
              <a:t>f</a:t>
            </a:r>
            <a:r>
              <a:rPr dirty="0" smtClean="0" sz="2000" spc="-2" b="1">
                <a:latin typeface="Times New Roman"/>
                <a:cs typeface="Times New Roman"/>
              </a:rPr>
              <a:t>r</a:t>
            </a:r>
            <a:r>
              <a:rPr dirty="0" smtClean="0" sz="2000" spc="-2" b="1">
                <a:latin typeface="Times New Roman"/>
                <a:cs typeface="Times New Roman"/>
              </a:rPr>
              <a:t>om</a:t>
            </a:r>
            <a:endParaRPr sz="2000">
              <a:latin typeface="Times New Roman"/>
              <a:cs typeface="Times New Roman"/>
            </a:endParaRPr>
          </a:p>
          <a:p>
            <a:pPr marL="12700" marR="31111">
              <a:lnSpc>
                <a:spcPts val="2185"/>
              </a:lnSpc>
            </a:pPr>
            <a:r>
              <a:rPr dirty="0" smtClean="0" sz="2000" spc="-2" b="1">
                <a:latin typeface="Times New Roman"/>
                <a:cs typeface="Times New Roman"/>
              </a:rPr>
              <a:t>4/12</a:t>
            </a:r>
            <a:r>
              <a:rPr dirty="0" smtClean="0" sz="2000" spc="-2" b="1">
                <a:latin typeface="Times New Roman"/>
                <a:cs typeface="Times New Roman"/>
              </a:rPr>
              <a:t> </a:t>
            </a:r>
            <a:r>
              <a:rPr dirty="0" smtClean="0" sz="2000" spc="-2" b="1">
                <a:latin typeface="Times New Roman"/>
                <a:cs typeface="Times New Roman"/>
              </a:rPr>
              <a:t>to</a:t>
            </a:r>
            <a:r>
              <a:rPr dirty="0" smtClean="0" sz="2000" spc="-2" b="1">
                <a:latin typeface="Times New Roman"/>
                <a:cs typeface="Times New Roman"/>
              </a:rPr>
              <a:t> </a:t>
            </a:r>
            <a:r>
              <a:rPr dirty="0" smtClean="0" sz="2000" spc="-2" b="1">
                <a:latin typeface="Times New Roman"/>
                <a:cs typeface="Times New Roman"/>
              </a:rPr>
              <a:t>e</a:t>
            </a:r>
            <a:r>
              <a:rPr dirty="0" smtClean="0" sz="2000" spc="-2" b="1">
                <a:latin typeface="Times New Roman"/>
                <a:cs typeface="Times New Roman"/>
              </a:rPr>
              <a:t>.g.</a:t>
            </a:r>
            <a:r>
              <a:rPr dirty="0" smtClean="0" sz="2000" spc="-2" b="1">
                <a:latin typeface="Times New Roman"/>
                <a:cs typeface="Times New Roman"/>
              </a:rPr>
              <a:t> </a:t>
            </a:r>
            <a:r>
              <a:rPr dirty="0" smtClean="0" sz="2000" spc="-2" b="1">
                <a:latin typeface="Times New Roman"/>
                <a:cs typeface="Times New Roman"/>
              </a:rPr>
              <a:t>a</a:t>
            </a:r>
            <a:r>
              <a:rPr dirty="0" smtClean="0" sz="2000" spc="-2" b="1">
                <a:latin typeface="Times New Roman"/>
                <a:cs typeface="Times New Roman"/>
              </a:rPr>
              <a:t> </a:t>
            </a:r>
            <a:r>
              <a:rPr dirty="0" smtClean="0" sz="2000" spc="-2" b="1">
                <a:latin typeface="Times New Roman"/>
                <a:cs typeface="Times New Roman"/>
              </a:rPr>
              <a:t>9</a:t>
            </a:r>
            <a:r>
              <a:rPr dirty="0" smtClean="0" sz="2000" spc="-2" b="1">
                <a:latin typeface="Times New Roman"/>
                <a:cs typeface="Times New Roman"/>
              </a:rPr>
              <a:t> </a:t>
            </a:r>
            <a:r>
              <a:rPr dirty="0" smtClean="0" sz="2000" spc="-2" b="1">
                <a:latin typeface="Times New Roman"/>
                <a:cs typeface="Times New Roman"/>
              </a:rPr>
              <a:t>r</a:t>
            </a:r>
            <a:r>
              <a:rPr dirty="0" smtClean="0" sz="2000" spc="-2" b="1">
                <a:latin typeface="Times New Roman"/>
                <a:cs typeface="Times New Roman"/>
              </a:rPr>
              <a:t>e</a:t>
            </a:r>
            <a:r>
              <a:rPr dirty="0" smtClean="0" sz="2000" spc="-2" b="1">
                <a:latin typeface="Times New Roman"/>
                <a:cs typeface="Times New Roman"/>
              </a:rPr>
              <a:t>-</a:t>
            </a:r>
            <a:r>
              <a:rPr dirty="0" smtClean="0" sz="2000" spc="-2" b="1">
                <a:latin typeface="Times New Roman"/>
                <a:cs typeface="Times New Roman"/>
              </a:rPr>
              <a:t>u</a:t>
            </a:r>
            <a:r>
              <a:rPr dirty="0" smtClean="0" sz="2000" spc="-2" b="1">
                <a:latin typeface="Times New Roman"/>
                <a:cs typeface="Times New Roman"/>
              </a:rPr>
              <a:t>se.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ts val="2299"/>
              </a:lnSpc>
              <a:spcBef>
                <a:spcPts val="340"/>
              </a:spcBef>
            </a:pPr>
            <a:r>
              <a:rPr dirty="0" smtClean="0" sz="2000" spc="-3" b="1">
                <a:latin typeface="Times New Roman"/>
                <a:cs typeface="Times New Roman"/>
              </a:rPr>
              <a:t>T</a:t>
            </a:r>
            <a:r>
              <a:rPr dirty="0" smtClean="0" sz="2000" spc="-3" b="1">
                <a:latin typeface="Times New Roman"/>
                <a:cs typeface="Times New Roman"/>
              </a:rPr>
              <a:t>h</a:t>
            </a:r>
            <a:r>
              <a:rPr dirty="0" smtClean="0" sz="2000" spc="-3" b="1">
                <a:latin typeface="Times New Roman"/>
                <a:cs typeface="Times New Roman"/>
              </a:rPr>
              <a:t>e</a:t>
            </a:r>
            <a:r>
              <a:rPr dirty="0" smtClean="0" sz="2000" spc="-3" b="1">
                <a:latin typeface="Times New Roman"/>
                <a:cs typeface="Times New Roman"/>
              </a:rPr>
              <a:t> </a:t>
            </a:r>
            <a:r>
              <a:rPr dirty="0" smtClean="0" sz="2000" spc="-3" b="1">
                <a:latin typeface="Times New Roman"/>
                <a:cs typeface="Times New Roman"/>
              </a:rPr>
              <a:t>BC</a:t>
            </a:r>
            <a:r>
              <a:rPr dirty="0" smtClean="0" sz="2000" spc="-3" b="1">
                <a:latin typeface="Times New Roman"/>
                <a:cs typeface="Times New Roman"/>
              </a:rPr>
              <a:t>C</a:t>
            </a:r>
            <a:r>
              <a:rPr dirty="0" smtClean="0" sz="2000" spc="-3" b="1">
                <a:latin typeface="Times New Roman"/>
                <a:cs typeface="Times New Roman"/>
              </a:rPr>
              <a:t>H</a:t>
            </a:r>
            <a:r>
              <a:rPr dirty="0" smtClean="0" sz="2000" spc="-3" b="1">
                <a:latin typeface="Times New Roman"/>
                <a:cs typeface="Times New Roman"/>
              </a:rPr>
              <a:t> </a:t>
            </a:r>
            <a:r>
              <a:rPr dirty="0" smtClean="0" sz="2000" spc="-3" b="1">
                <a:latin typeface="Times New Roman"/>
                <a:cs typeface="Times New Roman"/>
              </a:rPr>
              <a:t>c</a:t>
            </a:r>
            <a:r>
              <a:rPr dirty="0" smtClean="0" sz="2000" spc="-3" b="1">
                <a:latin typeface="Times New Roman"/>
                <a:cs typeface="Times New Roman"/>
              </a:rPr>
              <a:t>a</a:t>
            </a:r>
            <a:r>
              <a:rPr dirty="0" smtClean="0" sz="2000" spc="-3" b="1">
                <a:latin typeface="Times New Roman"/>
                <a:cs typeface="Times New Roman"/>
              </a:rPr>
              <a:t>r</a:t>
            </a:r>
            <a:r>
              <a:rPr dirty="0" smtClean="0" sz="2000" spc="-3" b="1">
                <a:latin typeface="Times New Roman"/>
                <a:cs typeface="Times New Roman"/>
              </a:rPr>
              <a:t>r</a:t>
            </a:r>
            <a:r>
              <a:rPr dirty="0" smtClean="0" sz="2000" spc="-3" b="1">
                <a:latin typeface="Times New Roman"/>
                <a:cs typeface="Times New Roman"/>
              </a:rPr>
              <a:t>ier</a:t>
            </a:r>
            <a:r>
              <a:rPr dirty="0" smtClean="0" sz="2000" spc="-3" b="1">
                <a:latin typeface="Times New Roman"/>
                <a:cs typeface="Times New Roman"/>
              </a:rPr>
              <a:t> </a:t>
            </a:r>
            <a:r>
              <a:rPr dirty="0" smtClean="0" sz="2000" spc="-3" b="1">
                <a:latin typeface="Times New Roman"/>
                <a:cs typeface="Times New Roman"/>
              </a:rPr>
              <a:t>h</a:t>
            </a:r>
            <a:r>
              <a:rPr dirty="0" smtClean="0" sz="2000" spc="-3" b="1">
                <a:latin typeface="Times New Roman"/>
                <a:cs typeface="Times New Roman"/>
              </a:rPr>
              <a:t>as</a:t>
            </a:r>
            <a:r>
              <a:rPr dirty="0" smtClean="0" sz="2000" spc="-3" b="1">
                <a:latin typeface="Times New Roman"/>
                <a:cs typeface="Times New Roman"/>
              </a:rPr>
              <a:t> </a:t>
            </a:r>
            <a:r>
              <a:rPr dirty="0" smtClean="0" sz="2000" spc="-3" b="1">
                <a:latin typeface="Times New Roman"/>
                <a:cs typeface="Times New Roman"/>
              </a:rPr>
              <a:t>t</a:t>
            </a:r>
            <a:r>
              <a:rPr dirty="0" smtClean="0" sz="2000" spc="-3" b="1">
                <a:latin typeface="Times New Roman"/>
                <a:cs typeface="Times New Roman"/>
              </a:rPr>
              <a:t>o</a:t>
            </a:r>
            <a:r>
              <a:rPr dirty="0" smtClean="0" sz="2000" spc="-3" b="1">
                <a:latin typeface="Times New Roman"/>
                <a:cs typeface="Times New Roman"/>
              </a:rPr>
              <a:t> </a:t>
            </a:r>
            <a:r>
              <a:rPr dirty="0" smtClean="0" sz="2000" spc="-3" b="1">
                <a:latin typeface="Times New Roman"/>
                <a:cs typeface="Times New Roman"/>
              </a:rPr>
              <a:t>be</a:t>
            </a:r>
            <a:r>
              <a:rPr dirty="0" smtClean="0" sz="2000" spc="-3" b="1">
                <a:latin typeface="Times New Roman"/>
                <a:cs typeface="Times New Roman"/>
              </a:rPr>
              <a:t> </a:t>
            </a:r>
            <a:r>
              <a:rPr dirty="0" smtClean="0" sz="2000" spc="-3" b="1">
                <a:latin typeface="Times New Roman"/>
                <a:cs typeface="Times New Roman"/>
              </a:rPr>
              <a:t>pla</a:t>
            </a:r>
            <a:r>
              <a:rPr dirty="0" smtClean="0" sz="2000" spc="-3" b="1">
                <a:latin typeface="Times New Roman"/>
                <a:cs typeface="Times New Roman"/>
              </a:rPr>
              <a:t>n</a:t>
            </a:r>
            <a:r>
              <a:rPr dirty="0" smtClean="0" sz="2000" spc="-3" b="1">
                <a:latin typeface="Times New Roman"/>
                <a:cs typeface="Times New Roman"/>
              </a:rPr>
              <a:t>n</a:t>
            </a:r>
            <a:r>
              <a:rPr dirty="0" smtClean="0" sz="2000" spc="-3" b="1">
                <a:latin typeface="Times New Roman"/>
                <a:cs typeface="Times New Roman"/>
              </a:rPr>
              <a:t>e</a:t>
            </a:r>
            <a:r>
              <a:rPr dirty="0" smtClean="0" sz="2000" spc="-3" b="1">
                <a:latin typeface="Times New Roman"/>
                <a:cs typeface="Times New Roman"/>
              </a:rPr>
              <a:t>d</a:t>
            </a:r>
            <a:r>
              <a:rPr dirty="0" smtClean="0" sz="2000" spc="-3" b="1">
                <a:latin typeface="Times New Roman"/>
                <a:cs typeface="Times New Roman"/>
              </a:rPr>
              <a:t> </a:t>
            </a:r>
            <a:r>
              <a:rPr dirty="0" smtClean="0" sz="2000" spc="-3" b="1">
                <a:latin typeface="Times New Roman"/>
                <a:cs typeface="Times New Roman"/>
              </a:rPr>
              <a:t>in</a:t>
            </a:r>
            <a:r>
              <a:rPr dirty="0" smtClean="0" sz="2000" spc="-3" b="1">
                <a:latin typeface="Times New Roman"/>
                <a:cs typeface="Times New Roman"/>
              </a:rPr>
              <a:t> </a:t>
            </a:r>
            <a:r>
              <a:rPr dirty="0" smtClean="0" sz="2000" spc="-3" b="1">
                <a:latin typeface="Times New Roman"/>
                <a:cs typeface="Times New Roman"/>
              </a:rPr>
              <a:t>a</a:t>
            </a:r>
            <a:r>
              <a:rPr dirty="0" smtClean="0" sz="2000" spc="-3" b="1">
                <a:latin typeface="Times New Roman"/>
                <a:cs typeface="Times New Roman"/>
              </a:rPr>
              <a:t> </a:t>
            </a:r>
            <a:r>
              <a:rPr dirty="0" smtClean="0" sz="2000" spc="-3" b="1">
                <a:latin typeface="Times New Roman"/>
                <a:cs typeface="Times New Roman"/>
              </a:rPr>
              <a:t>c</a:t>
            </a:r>
            <a:r>
              <a:rPr dirty="0" smtClean="0" sz="2000" spc="-3" b="1">
                <a:latin typeface="Times New Roman"/>
                <a:cs typeface="Times New Roman"/>
              </a:rPr>
              <a:t>a</a:t>
            </a:r>
            <a:r>
              <a:rPr dirty="0" smtClean="0" sz="2000" spc="-3" b="1">
                <a:latin typeface="Times New Roman"/>
                <a:cs typeface="Times New Roman"/>
              </a:rPr>
              <a:t>r</a:t>
            </a:r>
            <a:r>
              <a:rPr dirty="0" smtClean="0" sz="2000" spc="-3" b="1">
                <a:latin typeface="Times New Roman"/>
                <a:cs typeface="Times New Roman"/>
              </a:rPr>
              <a:t>e</a:t>
            </a:r>
            <a:r>
              <a:rPr dirty="0" smtClean="0" sz="2000" spc="-3" b="1">
                <a:latin typeface="Times New Roman"/>
                <a:cs typeface="Times New Roman"/>
              </a:rPr>
              <a:t>f</a:t>
            </a:r>
            <a:r>
              <a:rPr dirty="0" smtClean="0" sz="2000" spc="-3" b="1">
                <a:latin typeface="Times New Roman"/>
                <a:cs typeface="Times New Roman"/>
              </a:rPr>
              <a:t>u</a:t>
            </a:r>
            <a:r>
              <a:rPr dirty="0" smtClean="0" sz="2000" spc="-3" b="1">
                <a:latin typeface="Times New Roman"/>
                <a:cs typeface="Times New Roman"/>
              </a:rPr>
              <a:t>l</a:t>
            </a:r>
            <a:r>
              <a:rPr dirty="0" smtClean="0" sz="2000" spc="-3" b="1">
                <a:latin typeface="Times New Roman"/>
                <a:cs typeface="Times New Roman"/>
              </a:rPr>
              <a:t> </a:t>
            </a:r>
            <a:r>
              <a:rPr dirty="0" smtClean="0" sz="2000" spc="-3" b="1">
                <a:latin typeface="Times New Roman"/>
                <a:cs typeface="Times New Roman"/>
              </a:rPr>
              <a:t>m</a:t>
            </a:r>
            <a:r>
              <a:rPr dirty="0" smtClean="0" sz="2000" spc="-3" b="1">
                <a:latin typeface="Times New Roman"/>
                <a:cs typeface="Times New Roman"/>
              </a:rPr>
              <a:t>an</a:t>
            </a:r>
            <a:r>
              <a:rPr dirty="0" smtClean="0" sz="2000" spc="-3" b="1">
                <a:latin typeface="Times New Roman"/>
                <a:cs typeface="Times New Roman"/>
              </a:rPr>
              <a:t>n</a:t>
            </a:r>
            <a:r>
              <a:rPr dirty="0" smtClean="0" sz="2000" spc="-3" b="1">
                <a:latin typeface="Times New Roman"/>
                <a:cs typeface="Times New Roman"/>
              </a:rPr>
              <a:t>e</a:t>
            </a:r>
            <a:r>
              <a:rPr dirty="0" smtClean="0" sz="2000" spc="-3" b="1">
                <a:latin typeface="Times New Roman"/>
                <a:cs typeface="Times New Roman"/>
              </a:rPr>
              <a:t>r</a:t>
            </a:r>
            <a:r>
              <a:rPr dirty="0" smtClean="0" sz="2000" spc="-3" b="1">
                <a:latin typeface="Times New Roman"/>
                <a:cs typeface="Times New Roman"/>
              </a:rPr>
              <a:t> </a:t>
            </a:r>
            <a:r>
              <a:rPr dirty="0" smtClean="0" sz="2000" spc="-3" b="1">
                <a:latin typeface="Times New Roman"/>
                <a:cs typeface="Times New Roman"/>
              </a:rPr>
              <a:t>and</a:t>
            </a:r>
            <a:r>
              <a:rPr dirty="0" smtClean="0" sz="2000" spc="-3" b="1">
                <a:latin typeface="Times New Roman"/>
                <a:cs typeface="Times New Roman"/>
              </a:rPr>
              <a:t> </a:t>
            </a:r>
            <a:r>
              <a:rPr dirty="0" smtClean="0" sz="2000" spc="-3" b="1">
                <a:latin typeface="Times New Roman"/>
                <a:cs typeface="Times New Roman"/>
              </a:rPr>
              <a:t>a</a:t>
            </a:r>
            <a:r>
              <a:rPr dirty="0" smtClean="0" sz="2000" spc="-3" b="1">
                <a:latin typeface="Times New Roman"/>
                <a:cs typeface="Times New Roman"/>
              </a:rPr>
              <a:t> </a:t>
            </a:r>
            <a:r>
              <a:rPr dirty="0" smtClean="0" sz="2000" spc="-3" b="1">
                <a:latin typeface="Times New Roman"/>
                <a:cs typeface="Times New Roman"/>
              </a:rPr>
              <a:t>12</a:t>
            </a:r>
            <a:r>
              <a:rPr dirty="0" smtClean="0" sz="2000" spc="-3" b="1">
                <a:latin typeface="Times New Roman"/>
                <a:cs typeface="Times New Roman"/>
              </a:rPr>
              <a:t> </a:t>
            </a:r>
            <a:r>
              <a:rPr dirty="0" smtClean="0" sz="2000" spc="-3" b="1">
                <a:latin typeface="Times New Roman"/>
                <a:cs typeface="Times New Roman"/>
              </a:rPr>
              <a:t>r</a:t>
            </a:r>
            <a:r>
              <a:rPr dirty="0" smtClean="0" sz="2000" spc="-3" b="1">
                <a:latin typeface="Times New Roman"/>
                <a:cs typeface="Times New Roman"/>
              </a:rPr>
              <a:t>e</a:t>
            </a:r>
            <a:r>
              <a:rPr dirty="0" smtClean="0" sz="2000" spc="-3" b="1">
                <a:latin typeface="Times New Roman"/>
                <a:cs typeface="Times New Roman"/>
              </a:rPr>
              <a:t>-</a:t>
            </a:r>
            <a:r>
              <a:rPr dirty="0" smtClean="0" sz="2000" spc="-3" b="1">
                <a:latin typeface="Times New Roman"/>
                <a:cs typeface="Times New Roman"/>
              </a:rPr>
              <a:t>u</a:t>
            </a:r>
            <a:r>
              <a:rPr dirty="0" smtClean="0" sz="2000" spc="-3" b="1">
                <a:latin typeface="Times New Roman"/>
                <a:cs typeface="Times New Roman"/>
              </a:rPr>
              <a:t>se</a:t>
            </a:r>
            <a:r>
              <a:rPr dirty="0" smtClean="0" sz="2000" spc="-3" b="1">
                <a:latin typeface="Times New Roman"/>
                <a:cs typeface="Times New Roman"/>
              </a:rPr>
              <a:t> 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ts val="2299"/>
              </a:lnSpc>
            </a:pPr>
            <a:r>
              <a:rPr dirty="0" smtClean="0" sz="2000" spc="4" b="1">
                <a:latin typeface="Times New Roman"/>
                <a:cs typeface="Times New Roman"/>
              </a:rPr>
              <a:t>p</a:t>
            </a:r>
            <a:r>
              <a:rPr dirty="0" smtClean="0" sz="2000" spc="0" b="1">
                <a:latin typeface="Times New Roman"/>
                <a:cs typeface="Times New Roman"/>
              </a:rPr>
              <a:t>at</a:t>
            </a:r>
            <a:r>
              <a:rPr dirty="0" smtClean="0" sz="2000" spc="-9" b="1">
                <a:latin typeface="Times New Roman"/>
                <a:cs typeface="Times New Roman"/>
              </a:rPr>
              <a:t>t</a:t>
            </a:r>
            <a:r>
              <a:rPr dirty="0" smtClean="0" sz="2000" spc="-9" b="1">
                <a:latin typeface="Times New Roman"/>
                <a:cs typeface="Times New Roman"/>
              </a:rPr>
              <a:t>e</a:t>
            </a:r>
            <a:r>
              <a:rPr dirty="0" smtClean="0" sz="2000" spc="-9" b="1">
                <a:latin typeface="Times New Roman"/>
                <a:cs typeface="Times New Roman"/>
              </a:rPr>
              <a:t>r</a:t>
            </a:r>
            <a:r>
              <a:rPr dirty="0" smtClean="0" sz="2000" spc="0" b="1">
                <a:latin typeface="Times New Roman"/>
                <a:cs typeface="Times New Roman"/>
              </a:rPr>
              <a:t>n</a:t>
            </a:r>
            <a:r>
              <a:rPr dirty="0" smtClean="0" sz="2000" spc="4" b="1">
                <a:latin typeface="Times New Roman"/>
                <a:cs typeface="Times New Roman"/>
              </a:rPr>
              <a:t> </a:t>
            </a:r>
            <a:r>
              <a:rPr dirty="0" smtClean="0" sz="2000" spc="0" b="1">
                <a:latin typeface="Times New Roman"/>
                <a:cs typeface="Times New Roman"/>
              </a:rPr>
              <a:t>s</a:t>
            </a:r>
            <a:r>
              <a:rPr dirty="0" smtClean="0" sz="2000" spc="9" b="1">
                <a:latin typeface="Times New Roman"/>
                <a:cs typeface="Times New Roman"/>
              </a:rPr>
              <a:t>h</a:t>
            </a:r>
            <a:r>
              <a:rPr dirty="0" smtClean="0" sz="2000" spc="0" b="1">
                <a:latin typeface="Times New Roman"/>
                <a:cs typeface="Times New Roman"/>
              </a:rPr>
              <a:t>all</a:t>
            </a:r>
            <a:r>
              <a:rPr dirty="0" smtClean="0" sz="2000" spc="-14" b="1">
                <a:latin typeface="Times New Roman"/>
                <a:cs typeface="Times New Roman"/>
              </a:rPr>
              <a:t> </a:t>
            </a:r>
            <a:r>
              <a:rPr dirty="0" smtClean="0" sz="2000" spc="4" b="1">
                <a:latin typeface="Times New Roman"/>
                <a:cs typeface="Times New Roman"/>
              </a:rPr>
              <a:t>b</a:t>
            </a:r>
            <a:r>
              <a:rPr dirty="0" smtClean="0" sz="2000" spc="0" b="1">
                <a:latin typeface="Times New Roman"/>
                <a:cs typeface="Times New Roman"/>
              </a:rPr>
              <a:t>e</a:t>
            </a:r>
            <a:r>
              <a:rPr dirty="0" smtClean="0" sz="2000" spc="-9" b="1">
                <a:latin typeface="Times New Roman"/>
                <a:cs typeface="Times New Roman"/>
              </a:rPr>
              <a:t> </a:t>
            </a:r>
            <a:r>
              <a:rPr dirty="0" smtClean="0" sz="2000" spc="4" b="1">
                <a:latin typeface="Times New Roman"/>
                <a:cs typeface="Times New Roman"/>
              </a:rPr>
              <a:t>u</a:t>
            </a:r>
            <a:r>
              <a:rPr dirty="0" smtClean="0" sz="2000" spc="0" b="1">
                <a:latin typeface="Times New Roman"/>
                <a:cs typeface="Times New Roman"/>
              </a:rPr>
              <a:t>sed</a:t>
            </a:r>
            <a:r>
              <a:rPr dirty="0" smtClean="0" sz="2000" spc="-19" b="1">
                <a:latin typeface="Times New Roman"/>
                <a:cs typeface="Times New Roman"/>
              </a:rPr>
              <a:t> </a:t>
            </a:r>
            <a:r>
              <a:rPr dirty="0" smtClean="0" sz="2000" spc="0" b="1">
                <a:latin typeface="Times New Roman"/>
                <a:cs typeface="Times New Roman"/>
              </a:rPr>
              <a:t>as</a:t>
            </a:r>
            <a:r>
              <a:rPr dirty="0" smtClean="0" sz="2000" spc="0" b="1">
                <a:latin typeface="Times New Roman"/>
                <a:cs typeface="Times New Roman"/>
              </a:rPr>
              <a:t> </a:t>
            </a:r>
            <a:r>
              <a:rPr dirty="0" smtClean="0" sz="2000" spc="0" b="1">
                <a:latin typeface="Times New Roman"/>
                <a:cs typeface="Times New Roman"/>
              </a:rPr>
              <a:t>a</a:t>
            </a:r>
            <a:r>
              <a:rPr dirty="0" smtClean="0" sz="2000" spc="0" b="1">
                <a:latin typeface="Times New Roman"/>
                <a:cs typeface="Times New Roman"/>
              </a:rPr>
              <a:t> </a:t>
            </a:r>
            <a:r>
              <a:rPr dirty="0" smtClean="0" sz="2000" spc="-25" b="1">
                <a:latin typeface="Times New Roman"/>
                <a:cs typeface="Times New Roman"/>
              </a:rPr>
              <a:t>m</a:t>
            </a:r>
            <a:r>
              <a:rPr dirty="0" smtClean="0" sz="2000" spc="0" b="1">
                <a:latin typeface="Times New Roman"/>
                <a:cs typeface="Times New Roman"/>
              </a:rPr>
              <a:t>i</a:t>
            </a:r>
            <a:r>
              <a:rPr dirty="0" smtClean="0" sz="2000" spc="9" b="1">
                <a:latin typeface="Times New Roman"/>
                <a:cs typeface="Times New Roman"/>
              </a:rPr>
              <a:t>n</a:t>
            </a:r>
            <a:r>
              <a:rPr dirty="0" smtClean="0" sz="2000" spc="0" b="1">
                <a:latin typeface="Times New Roman"/>
                <a:cs typeface="Times New Roman"/>
              </a:rPr>
              <a:t>i</a:t>
            </a:r>
            <a:r>
              <a:rPr dirty="0" smtClean="0" sz="2000" spc="-19" b="1">
                <a:latin typeface="Times New Roman"/>
                <a:cs typeface="Times New Roman"/>
              </a:rPr>
              <a:t>m</a:t>
            </a:r>
            <a:r>
              <a:rPr dirty="0" smtClean="0" sz="2000" spc="4" b="1">
                <a:latin typeface="Times New Roman"/>
                <a:cs typeface="Times New Roman"/>
              </a:rPr>
              <a:t>u</a:t>
            </a:r>
            <a:r>
              <a:rPr dirty="0" smtClean="0" sz="2000" spc="-25" b="1">
                <a:latin typeface="Times New Roman"/>
                <a:cs typeface="Times New Roman"/>
              </a:rPr>
              <a:t>m</a:t>
            </a:r>
            <a:r>
              <a:rPr dirty="0" smtClean="0" sz="2000" spc="0" b="1">
                <a:latin typeface="Times New Roman"/>
                <a:cs typeface="Times New Roman"/>
              </a:rPr>
              <a:t>,</a:t>
            </a:r>
            <a:r>
              <a:rPr dirty="0" smtClean="0" sz="2000" spc="19" b="1">
                <a:latin typeface="Times New Roman"/>
                <a:cs typeface="Times New Roman"/>
              </a:rPr>
              <a:t> </a:t>
            </a:r>
            <a:r>
              <a:rPr dirty="0" smtClean="0" sz="2000" spc="0" b="1">
                <a:latin typeface="Times New Roman"/>
                <a:cs typeface="Times New Roman"/>
              </a:rPr>
              <a:t>in</a:t>
            </a:r>
            <a:r>
              <a:rPr dirty="0" smtClean="0" sz="2000" spc="9" b="1">
                <a:latin typeface="Times New Roman"/>
                <a:cs typeface="Times New Roman"/>
              </a:rPr>
              <a:t> </a:t>
            </a:r>
            <a:r>
              <a:rPr dirty="0" smtClean="0" sz="2000" spc="0" b="1">
                <a:latin typeface="Times New Roman"/>
                <a:cs typeface="Times New Roman"/>
              </a:rPr>
              <a:t>o</a:t>
            </a:r>
            <a:r>
              <a:rPr dirty="0" smtClean="0" sz="2000" spc="-9" b="1">
                <a:latin typeface="Times New Roman"/>
                <a:cs typeface="Times New Roman"/>
              </a:rPr>
              <a:t>r</a:t>
            </a:r>
            <a:r>
              <a:rPr dirty="0" smtClean="0" sz="2000" spc="4" b="1">
                <a:latin typeface="Times New Roman"/>
                <a:cs typeface="Times New Roman"/>
              </a:rPr>
              <a:t>d</a:t>
            </a:r>
            <a:r>
              <a:rPr dirty="0" smtClean="0" sz="2000" spc="-9" b="1">
                <a:latin typeface="Times New Roman"/>
                <a:cs typeface="Times New Roman"/>
              </a:rPr>
              <a:t>e</a:t>
            </a:r>
            <a:r>
              <a:rPr dirty="0" smtClean="0" sz="2000" spc="0" b="1">
                <a:latin typeface="Times New Roman"/>
                <a:cs typeface="Times New Roman"/>
              </a:rPr>
              <a:t>r</a:t>
            </a:r>
            <a:r>
              <a:rPr dirty="0" smtClean="0" sz="2000" spc="-50" b="1">
                <a:latin typeface="Times New Roman"/>
                <a:cs typeface="Times New Roman"/>
              </a:rPr>
              <a:t> </a:t>
            </a:r>
            <a:r>
              <a:rPr dirty="0" smtClean="0" sz="2000" spc="9" b="1">
                <a:latin typeface="Times New Roman"/>
                <a:cs typeface="Times New Roman"/>
              </a:rPr>
              <a:t>f</a:t>
            </a:r>
            <a:r>
              <a:rPr dirty="0" smtClean="0" sz="2000" spc="0" b="1">
                <a:latin typeface="Times New Roman"/>
                <a:cs typeface="Times New Roman"/>
              </a:rPr>
              <a:t>or</a:t>
            </a:r>
            <a:r>
              <a:rPr dirty="0" smtClean="0" sz="2000" spc="-50" b="1">
                <a:latin typeface="Times New Roman"/>
                <a:cs typeface="Times New Roman"/>
              </a:rPr>
              <a:t> </a:t>
            </a:r>
            <a:r>
              <a:rPr dirty="0" smtClean="0" sz="2000" spc="0" b="1">
                <a:latin typeface="Times New Roman"/>
                <a:cs typeface="Times New Roman"/>
              </a:rPr>
              <a:t>the</a:t>
            </a:r>
            <a:r>
              <a:rPr dirty="0" smtClean="0" sz="2000" spc="0" b="1">
                <a:latin typeface="Times New Roman"/>
                <a:cs typeface="Times New Roman"/>
              </a:rPr>
              <a:t> </a:t>
            </a:r>
            <a:r>
              <a:rPr dirty="0" smtClean="0" sz="2000" spc="4" b="1">
                <a:latin typeface="Times New Roman"/>
                <a:cs typeface="Times New Roman"/>
              </a:rPr>
              <a:t>f</a:t>
            </a:r>
            <a:r>
              <a:rPr dirty="0" smtClean="0" sz="2000" spc="-50" b="1">
                <a:latin typeface="Times New Roman"/>
                <a:cs typeface="Times New Roman"/>
              </a:rPr>
              <a:t>r</a:t>
            </a:r>
            <a:r>
              <a:rPr dirty="0" smtClean="0" sz="2000" spc="-9" b="1">
                <a:latin typeface="Times New Roman"/>
                <a:cs typeface="Times New Roman"/>
              </a:rPr>
              <a:t>e</a:t>
            </a:r>
            <a:r>
              <a:rPr dirty="0" smtClean="0" sz="2000" spc="4" b="1">
                <a:latin typeface="Times New Roman"/>
                <a:cs typeface="Times New Roman"/>
              </a:rPr>
              <a:t>q</a:t>
            </a:r>
            <a:r>
              <a:rPr dirty="0" smtClean="0" sz="2000" spc="4" b="1">
                <a:latin typeface="Times New Roman"/>
                <a:cs typeface="Times New Roman"/>
              </a:rPr>
              <a:t>u</a:t>
            </a:r>
            <a:r>
              <a:rPr dirty="0" smtClean="0" sz="2000" spc="-9" b="1">
                <a:latin typeface="Times New Roman"/>
                <a:cs typeface="Times New Roman"/>
              </a:rPr>
              <a:t>e</a:t>
            </a:r>
            <a:r>
              <a:rPr dirty="0" smtClean="0" sz="2000" spc="4" b="1">
                <a:latin typeface="Times New Roman"/>
                <a:cs typeface="Times New Roman"/>
              </a:rPr>
              <a:t>n</a:t>
            </a:r>
            <a:r>
              <a:rPr dirty="0" smtClean="0" sz="2000" spc="-9" b="1">
                <a:latin typeface="Times New Roman"/>
                <a:cs typeface="Times New Roman"/>
              </a:rPr>
              <a:t>c</a:t>
            </a:r>
            <a:r>
              <a:rPr dirty="0" smtClean="0" sz="2000" spc="0" b="1">
                <a:latin typeface="Times New Roman"/>
                <a:cs typeface="Times New Roman"/>
              </a:rPr>
              <a:t>y</a:t>
            </a:r>
            <a:r>
              <a:rPr dirty="0" smtClean="0" sz="2000" spc="0" b="1">
                <a:latin typeface="Times New Roman"/>
                <a:cs typeface="Times New Roman"/>
              </a:rPr>
              <a:t> </a:t>
            </a:r>
            <a:r>
              <a:rPr dirty="0" smtClean="0" sz="2000" spc="4" b="1">
                <a:latin typeface="Times New Roman"/>
                <a:cs typeface="Times New Roman"/>
              </a:rPr>
              <a:t>p</a:t>
            </a:r>
            <a:r>
              <a:rPr dirty="0" smtClean="0" sz="2000" spc="0" b="1">
                <a:latin typeface="Times New Roman"/>
                <a:cs typeface="Times New Roman"/>
              </a:rPr>
              <a:t>lan</a:t>
            </a:r>
            <a:r>
              <a:rPr dirty="0" smtClean="0" sz="2000" spc="-9" b="1">
                <a:latin typeface="Times New Roman"/>
                <a:cs typeface="Times New Roman"/>
              </a:rPr>
              <a:t> </a:t>
            </a:r>
            <a:r>
              <a:rPr dirty="0" smtClean="0" sz="2000" spc="0" b="1">
                <a:latin typeface="Times New Roman"/>
                <a:cs typeface="Times New Roman"/>
              </a:rPr>
              <a:t>to</a:t>
            </a:r>
            <a:r>
              <a:rPr dirty="0" smtClean="0" sz="2000" spc="0" b="1">
                <a:latin typeface="Times New Roman"/>
                <a:cs typeface="Times New Roman"/>
              </a:rPr>
              <a:t> </a:t>
            </a:r>
            <a:r>
              <a:rPr dirty="0" smtClean="0" sz="2000" spc="0" b="1">
                <a:latin typeface="Times New Roman"/>
                <a:cs typeface="Times New Roman"/>
              </a:rPr>
              <a:t>pe</a:t>
            </a:r>
            <a:r>
              <a:rPr dirty="0" smtClean="0" sz="2000" spc="-14" b="1">
                <a:latin typeface="Times New Roman"/>
                <a:cs typeface="Times New Roman"/>
              </a:rPr>
              <a:t>r</a:t>
            </a:r>
            <a:r>
              <a:rPr dirty="0" smtClean="0" sz="2000" spc="9" b="1">
                <a:latin typeface="Times New Roman"/>
                <a:cs typeface="Times New Roman"/>
              </a:rPr>
              <a:t>f</a:t>
            </a:r>
            <a:r>
              <a:rPr dirty="0" smtClean="0" sz="2000" spc="0" b="1">
                <a:latin typeface="Times New Roman"/>
                <a:cs typeface="Times New Roman"/>
              </a:rPr>
              <a:t>o</a:t>
            </a:r>
            <a:r>
              <a:rPr dirty="0" smtClean="0" sz="2000" spc="-9" b="1">
                <a:latin typeface="Times New Roman"/>
                <a:cs typeface="Times New Roman"/>
              </a:rPr>
              <a:t>r</a:t>
            </a:r>
            <a:r>
              <a:rPr dirty="0" smtClean="0" sz="2000" spc="0" b="1">
                <a:latin typeface="Times New Roman"/>
                <a:cs typeface="Times New Roman"/>
              </a:rPr>
              <a:t>m</a:t>
            </a:r>
            <a:r>
              <a:rPr dirty="0" smtClean="0" sz="2000" spc="0" b="1">
                <a:latin typeface="Times New Roman"/>
                <a:cs typeface="Times New Roman"/>
              </a:rPr>
              <a:t> 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ts val="2299"/>
              </a:lnSpc>
            </a:pPr>
            <a:r>
              <a:rPr dirty="0" smtClean="0" sz="2000" spc="14" b="1">
                <a:latin typeface="Times New Roman"/>
                <a:cs typeface="Times New Roman"/>
              </a:rPr>
              <a:t>w</a:t>
            </a:r>
            <a:r>
              <a:rPr dirty="0" smtClean="0" sz="2000" spc="-9" b="1">
                <a:latin typeface="Times New Roman"/>
                <a:cs typeface="Times New Roman"/>
              </a:rPr>
              <a:t>e</a:t>
            </a:r>
            <a:r>
              <a:rPr dirty="0" smtClean="0" sz="2000" spc="0" b="1">
                <a:latin typeface="Times New Roman"/>
                <a:cs typeface="Times New Roman"/>
              </a:rPr>
              <a:t>l</a:t>
            </a:r>
            <a:r>
              <a:rPr dirty="0" smtClean="0" sz="2000" spc="4" b="1">
                <a:latin typeface="Times New Roman"/>
                <a:cs typeface="Times New Roman"/>
              </a:rPr>
              <a:t>l</a:t>
            </a:r>
            <a:r>
              <a:rPr dirty="0" smtClean="0" sz="2000" spc="0" b="1">
                <a:latin typeface="Times New Roman"/>
                <a:cs typeface="Times New Roman"/>
              </a:rPr>
              <a:t>.</a:t>
            </a:r>
            <a:r>
              <a:rPr dirty="0" smtClean="0" sz="2000" spc="-59" b="1">
                <a:latin typeface="Times New Roman"/>
                <a:cs typeface="Times New Roman"/>
              </a:rPr>
              <a:t> </a:t>
            </a:r>
            <a:r>
              <a:rPr dirty="0" smtClean="0" sz="2000" spc="0" b="1">
                <a:latin typeface="Times New Roman"/>
                <a:cs typeface="Times New Roman"/>
              </a:rPr>
              <a:t>T</a:t>
            </a:r>
            <a:r>
              <a:rPr dirty="0" smtClean="0" sz="2000" spc="9" b="1">
                <a:latin typeface="Times New Roman"/>
                <a:cs typeface="Times New Roman"/>
              </a:rPr>
              <a:t>h</a:t>
            </a:r>
            <a:r>
              <a:rPr dirty="0" smtClean="0" sz="2000" spc="0" b="1">
                <a:latin typeface="Times New Roman"/>
                <a:cs typeface="Times New Roman"/>
              </a:rPr>
              <a:t>e</a:t>
            </a:r>
            <a:r>
              <a:rPr dirty="0" smtClean="0" sz="2000" spc="-50" b="1">
                <a:latin typeface="Times New Roman"/>
                <a:cs typeface="Times New Roman"/>
              </a:rPr>
              <a:t> </a:t>
            </a:r>
            <a:r>
              <a:rPr dirty="0" smtClean="0" sz="2000" spc="0" b="1">
                <a:latin typeface="Times New Roman"/>
                <a:cs typeface="Times New Roman"/>
              </a:rPr>
              <a:t>TCH</a:t>
            </a:r>
            <a:r>
              <a:rPr dirty="0" smtClean="0" sz="2000" spc="0" b="1">
                <a:latin typeface="Times New Roman"/>
                <a:cs typeface="Times New Roman"/>
              </a:rPr>
              <a:t> </a:t>
            </a:r>
            <a:r>
              <a:rPr dirty="0" smtClean="0" sz="2000" spc="-9" b="1">
                <a:latin typeface="Times New Roman"/>
                <a:cs typeface="Times New Roman"/>
              </a:rPr>
              <a:t>c</a:t>
            </a:r>
            <a:r>
              <a:rPr dirty="0" smtClean="0" sz="2000" spc="0" b="1">
                <a:latin typeface="Times New Roman"/>
                <a:cs typeface="Times New Roman"/>
              </a:rPr>
              <a:t>a</a:t>
            </a:r>
            <a:r>
              <a:rPr dirty="0" smtClean="0" sz="2000" spc="-9" b="1">
                <a:latin typeface="Times New Roman"/>
                <a:cs typeface="Times New Roman"/>
              </a:rPr>
              <a:t>r</a:t>
            </a:r>
            <a:r>
              <a:rPr dirty="0" smtClean="0" sz="2000" spc="-9" b="1">
                <a:latin typeface="Times New Roman"/>
                <a:cs typeface="Times New Roman"/>
              </a:rPr>
              <a:t>r</a:t>
            </a:r>
            <a:r>
              <a:rPr dirty="0" smtClean="0" sz="2000" spc="0" b="1">
                <a:latin typeface="Times New Roman"/>
                <a:cs typeface="Times New Roman"/>
              </a:rPr>
              <a:t>ie</a:t>
            </a:r>
            <a:r>
              <a:rPr dirty="0" smtClean="0" sz="2000" spc="-9" b="1">
                <a:latin typeface="Times New Roman"/>
                <a:cs typeface="Times New Roman"/>
              </a:rPr>
              <a:t>r</a:t>
            </a:r>
            <a:r>
              <a:rPr dirty="0" smtClean="0" sz="2000" spc="0" b="1">
                <a:latin typeface="Times New Roman"/>
                <a:cs typeface="Times New Roman"/>
              </a:rPr>
              <a:t>s</a:t>
            </a:r>
            <a:r>
              <a:rPr dirty="0" smtClean="0" sz="2000" spc="19" b="1">
                <a:latin typeface="Times New Roman"/>
                <a:cs typeface="Times New Roman"/>
              </a:rPr>
              <a:t> </a:t>
            </a:r>
            <a:r>
              <a:rPr dirty="0" smtClean="0" sz="2000" spc="-9" b="1">
                <a:latin typeface="Times New Roman"/>
                <a:cs typeface="Times New Roman"/>
              </a:rPr>
              <a:t>c</a:t>
            </a:r>
            <a:r>
              <a:rPr dirty="0" smtClean="0" sz="2000" spc="0" b="1">
                <a:latin typeface="Times New Roman"/>
                <a:cs typeface="Times New Roman"/>
              </a:rPr>
              <a:t>an</a:t>
            </a:r>
            <a:r>
              <a:rPr dirty="0" smtClean="0" sz="2000" spc="4" b="1">
                <a:latin typeface="Times New Roman"/>
                <a:cs typeface="Times New Roman"/>
              </a:rPr>
              <a:t> </a:t>
            </a:r>
            <a:r>
              <a:rPr dirty="0" smtClean="0" sz="2000" spc="4" b="1">
                <a:latin typeface="Times New Roman"/>
                <a:cs typeface="Times New Roman"/>
              </a:rPr>
              <a:t>b</a:t>
            </a:r>
            <a:r>
              <a:rPr dirty="0" smtClean="0" sz="2000" spc="0" b="1">
                <a:latin typeface="Times New Roman"/>
                <a:cs typeface="Times New Roman"/>
              </a:rPr>
              <a:t>e</a:t>
            </a:r>
            <a:r>
              <a:rPr dirty="0" smtClean="0" sz="2000" spc="-9" b="1">
                <a:latin typeface="Times New Roman"/>
                <a:cs typeface="Times New Roman"/>
              </a:rPr>
              <a:t> </a:t>
            </a:r>
            <a:r>
              <a:rPr dirty="0" smtClean="0" sz="2000" spc="4" b="1">
                <a:latin typeface="Times New Roman"/>
                <a:cs typeface="Times New Roman"/>
              </a:rPr>
              <a:t>p</a:t>
            </a:r>
            <a:r>
              <a:rPr dirty="0" smtClean="0" sz="2000" spc="0" b="1">
                <a:latin typeface="Times New Roman"/>
                <a:cs typeface="Times New Roman"/>
              </a:rPr>
              <a:t>la</a:t>
            </a:r>
            <a:r>
              <a:rPr dirty="0" smtClean="0" sz="2000" spc="9" b="1">
                <a:latin typeface="Times New Roman"/>
                <a:cs typeface="Times New Roman"/>
              </a:rPr>
              <a:t>n</a:t>
            </a:r>
            <a:r>
              <a:rPr dirty="0" smtClean="0" sz="2000" spc="4" b="1">
                <a:latin typeface="Times New Roman"/>
                <a:cs typeface="Times New Roman"/>
              </a:rPr>
              <a:t>n</a:t>
            </a:r>
            <a:r>
              <a:rPr dirty="0" smtClean="0" sz="2000" spc="-9" b="1">
                <a:latin typeface="Times New Roman"/>
                <a:cs typeface="Times New Roman"/>
              </a:rPr>
              <a:t>e</a:t>
            </a:r>
            <a:r>
              <a:rPr dirty="0" smtClean="0" sz="2000" spc="0" b="1">
                <a:latin typeface="Times New Roman"/>
                <a:cs typeface="Times New Roman"/>
              </a:rPr>
              <a:t>d</a:t>
            </a:r>
            <a:r>
              <a:rPr dirty="0" smtClean="0" sz="2000" spc="-14" b="1">
                <a:latin typeface="Times New Roman"/>
                <a:cs typeface="Times New Roman"/>
              </a:rPr>
              <a:t> </a:t>
            </a:r>
            <a:r>
              <a:rPr dirty="0" smtClean="0" sz="2000" spc="0" b="1">
                <a:latin typeface="Times New Roman"/>
                <a:cs typeface="Times New Roman"/>
              </a:rPr>
              <a:t>in</a:t>
            </a:r>
            <a:r>
              <a:rPr dirty="0" smtClean="0" sz="2000" spc="-9" b="1">
                <a:latin typeface="Times New Roman"/>
                <a:cs typeface="Times New Roman"/>
              </a:rPr>
              <a:t> </a:t>
            </a:r>
            <a:r>
              <a:rPr dirty="0" smtClean="0" sz="2000" spc="4" b="1">
                <a:latin typeface="Times New Roman"/>
                <a:cs typeface="Times New Roman"/>
              </a:rPr>
              <a:t>d</a:t>
            </a:r>
            <a:r>
              <a:rPr dirty="0" smtClean="0" sz="2000" spc="0" b="1">
                <a:latin typeface="Times New Roman"/>
                <a:cs typeface="Times New Roman"/>
              </a:rPr>
              <a:t>i</a:t>
            </a:r>
            <a:r>
              <a:rPr dirty="0" smtClean="0" sz="2000" spc="14" b="1">
                <a:latin typeface="Times New Roman"/>
                <a:cs typeface="Times New Roman"/>
              </a:rPr>
              <a:t>f</a:t>
            </a:r>
            <a:r>
              <a:rPr dirty="0" smtClean="0" sz="2000" spc="9" b="1">
                <a:latin typeface="Times New Roman"/>
                <a:cs typeface="Times New Roman"/>
              </a:rPr>
              <a:t>f</a:t>
            </a:r>
            <a:r>
              <a:rPr dirty="0" smtClean="0" sz="2000" spc="-9" b="1">
                <a:latin typeface="Times New Roman"/>
                <a:cs typeface="Times New Roman"/>
              </a:rPr>
              <a:t>e</a:t>
            </a:r>
            <a:r>
              <a:rPr dirty="0" smtClean="0" sz="2000" spc="-50" b="1">
                <a:latin typeface="Times New Roman"/>
                <a:cs typeface="Times New Roman"/>
              </a:rPr>
              <a:t>r</a:t>
            </a:r>
            <a:r>
              <a:rPr dirty="0" smtClean="0" sz="2000" spc="-9" b="1">
                <a:latin typeface="Times New Roman"/>
                <a:cs typeface="Times New Roman"/>
              </a:rPr>
              <a:t>e</a:t>
            </a:r>
            <a:r>
              <a:rPr dirty="0" smtClean="0" sz="2000" spc="4" b="1">
                <a:latin typeface="Times New Roman"/>
                <a:cs typeface="Times New Roman"/>
              </a:rPr>
              <a:t>n</a:t>
            </a:r>
            <a:r>
              <a:rPr dirty="0" smtClean="0" sz="2000" spc="0" b="1">
                <a:latin typeface="Times New Roman"/>
                <a:cs typeface="Times New Roman"/>
              </a:rPr>
              <a:t>t</a:t>
            </a:r>
            <a:r>
              <a:rPr dirty="0" smtClean="0" sz="2000" spc="-44" b="1">
                <a:latin typeface="Times New Roman"/>
                <a:cs typeface="Times New Roman"/>
              </a:rPr>
              <a:t> </a:t>
            </a:r>
            <a:r>
              <a:rPr dirty="0" smtClean="0" sz="2000" spc="-50" b="1">
                <a:latin typeface="Times New Roman"/>
                <a:cs typeface="Times New Roman"/>
              </a:rPr>
              <a:t>r</a:t>
            </a:r>
            <a:r>
              <a:rPr dirty="0" smtClean="0" sz="2000" spc="-9" b="1">
                <a:latin typeface="Times New Roman"/>
                <a:cs typeface="Times New Roman"/>
              </a:rPr>
              <a:t>e</a:t>
            </a:r>
            <a:r>
              <a:rPr dirty="0" smtClean="0" sz="2000" spc="4" b="1">
                <a:latin typeface="Times New Roman"/>
                <a:cs typeface="Times New Roman"/>
              </a:rPr>
              <a:t>u</a:t>
            </a:r>
            <a:r>
              <a:rPr dirty="0" smtClean="0" sz="2000" spc="0" b="1">
                <a:latin typeface="Times New Roman"/>
                <a:cs typeface="Times New Roman"/>
              </a:rPr>
              <a:t>se</a:t>
            </a:r>
            <a:r>
              <a:rPr dirty="0" smtClean="0" sz="2000" spc="9" b="1">
                <a:latin typeface="Times New Roman"/>
                <a:cs typeface="Times New Roman"/>
              </a:rPr>
              <a:t> </a:t>
            </a:r>
            <a:r>
              <a:rPr dirty="0" smtClean="0" sz="2000" spc="4" b="1">
                <a:latin typeface="Times New Roman"/>
                <a:cs typeface="Times New Roman"/>
              </a:rPr>
              <a:t>p</a:t>
            </a:r>
            <a:r>
              <a:rPr dirty="0" smtClean="0" sz="2000" spc="0" b="1">
                <a:latin typeface="Times New Roman"/>
                <a:cs typeface="Times New Roman"/>
              </a:rPr>
              <a:t>at</a:t>
            </a:r>
            <a:r>
              <a:rPr dirty="0" smtClean="0" sz="2000" spc="-9" b="1">
                <a:latin typeface="Times New Roman"/>
                <a:cs typeface="Times New Roman"/>
              </a:rPr>
              <a:t>t</a:t>
            </a:r>
            <a:r>
              <a:rPr dirty="0" smtClean="0" sz="2000" spc="-9" b="1">
                <a:latin typeface="Times New Roman"/>
                <a:cs typeface="Times New Roman"/>
              </a:rPr>
              <a:t>e</a:t>
            </a:r>
            <a:r>
              <a:rPr dirty="0" smtClean="0" sz="2000" spc="-9" b="1">
                <a:latin typeface="Times New Roman"/>
                <a:cs typeface="Times New Roman"/>
              </a:rPr>
              <a:t>r</a:t>
            </a:r>
            <a:r>
              <a:rPr dirty="0" smtClean="0" sz="2000" spc="4" b="1">
                <a:latin typeface="Times New Roman"/>
                <a:cs typeface="Times New Roman"/>
              </a:rPr>
              <a:t>n</a:t>
            </a:r>
            <a:r>
              <a:rPr dirty="0" smtClean="0" sz="2000" spc="0" b="1">
                <a:latin typeface="Times New Roman"/>
                <a:cs typeface="Times New Roman"/>
              </a:rPr>
              <a:t>s</a:t>
            </a:r>
            <a:r>
              <a:rPr dirty="0" smtClean="0" sz="2000" spc="0" b="1">
                <a:latin typeface="Times New Roman"/>
                <a:cs typeface="Times New Roman"/>
              </a:rPr>
              <a:t> </a:t>
            </a:r>
            <a:r>
              <a:rPr dirty="0" smtClean="0" sz="2000" spc="9" b="1">
                <a:latin typeface="Times New Roman"/>
                <a:cs typeface="Times New Roman"/>
              </a:rPr>
              <a:t>d</a:t>
            </a:r>
            <a:r>
              <a:rPr dirty="0" smtClean="0" sz="2000" spc="-9" b="1">
                <a:latin typeface="Times New Roman"/>
                <a:cs typeface="Times New Roman"/>
              </a:rPr>
              <a:t>e</a:t>
            </a:r>
            <a:r>
              <a:rPr dirty="0" smtClean="0" sz="2000" spc="4" b="1">
                <a:latin typeface="Times New Roman"/>
                <a:cs typeface="Times New Roman"/>
              </a:rPr>
              <a:t>p</a:t>
            </a:r>
            <a:r>
              <a:rPr dirty="0" smtClean="0" sz="2000" spc="-9" b="1">
                <a:latin typeface="Times New Roman"/>
                <a:cs typeface="Times New Roman"/>
              </a:rPr>
              <a:t>e</a:t>
            </a:r>
            <a:r>
              <a:rPr dirty="0" smtClean="0" sz="2000" spc="4" b="1">
                <a:latin typeface="Times New Roman"/>
                <a:cs typeface="Times New Roman"/>
              </a:rPr>
              <a:t>n</a:t>
            </a:r>
            <a:r>
              <a:rPr dirty="0" smtClean="0" sz="2000" spc="4" b="1">
                <a:latin typeface="Times New Roman"/>
                <a:cs typeface="Times New Roman"/>
              </a:rPr>
              <a:t>d</a:t>
            </a:r>
            <a:r>
              <a:rPr dirty="0" smtClean="0" sz="2000" spc="0" b="1">
                <a:latin typeface="Times New Roman"/>
                <a:cs typeface="Times New Roman"/>
              </a:rPr>
              <a:t>i</a:t>
            </a:r>
            <a:r>
              <a:rPr dirty="0" smtClean="0" sz="2000" spc="9" b="1">
                <a:latin typeface="Times New Roman"/>
                <a:cs typeface="Times New Roman"/>
              </a:rPr>
              <a:t>n</a:t>
            </a:r>
            <a:r>
              <a:rPr dirty="0" smtClean="0" sz="2000" spc="0" b="1">
                <a:latin typeface="Times New Roman"/>
                <a:cs typeface="Times New Roman"/>
              </a:rPr>
              <a:t>g</a:t>
            </a:r>
            <a:r>
              <a:rPr dirty="0" smtClean="0" sz="2000" spc="-39" b="1">
                <a:latin typeface="Times New Roman"/>
                <a:cs typeface="Times New Roman"/>
              </a:rPr>
              <a:t> </a:t>
            </a:r>
            <a:r>
              <a:rPr dirty="0" smtClean="0" sz="2000" spc="0" b="1">
                <a:latin typeface="Times New Roman"/>
                <a:cs typeface="Times New Roman"/>
              </a:rPr>
              <a:t>of</a:t>
            </a:r>
            <a:r>
              <a:rPr dirty="0" smtClean="0" sz="2000" spc="0" b="1">
                <a:latin typeface="Times New Roman"/>
                <a:cs typeface="Times New Roman"/>
              </a:rPr>
              <a:t> 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ts val="2299"/>
              </a:lnSpc>
            </a:pPr>
            <a:r>
              <a:rPr dirty="0" smtClean="0" sz="2000" spc="-3" b="1">
                <a:latin typeface="Times New Roman"/>
                <a:cs typeface="Times New Roman"/>
              </a:rPr>
              <a:t>h</a:t>
            </a:r>
            <a:r>
              <a:rPr dirty="0" smtClean="0" sz="2000" spc="-3" b="1">
                <a:latin typeface="Times New Roman"/>
                <a:cs typeface="Times New Roman"/>
              </a:rPr>
              <a:t>ow</a:t>
            </a:r>
            <a:r>
              <a:rPr dirty="0" smtClean="0" sz="2000" spc="-3" b="1">
                <a:latin typeface="Times New Roman"/>
                <a:cs typeface="Times New Roman"/>
              </a:rPr>
              <a:t> </a:t>
            </a:r>
            <a:r>
              <a:rPr dirty="0" smtClean="0" sz="2000" spc="-3" b="1">
                <a:latin typeface="Times New Roman"/>
                <a:cs typeface="Times New Roman"/>
              </a:rPr>
              <a:t>m</a:t>
            </a:r>
            <a:r>
              <a:rPr dirty="0" smtClean="0" sz="2000" spc="-3" b="1">
                <a:latin typeface="Times New Roman"/>
                <a:cs typeface="Times New Roman"/>
              </a:rPr>
              <a:t>any</a:t>
            </a:r>
            <a:r>
              <a:rPr dirty="0" smtClean="0" sz="2000" spc="-3" b="1">
                <a:latin typeface="Times New Roman"/>
                <a:cs typeface="Times New Roman"/>
              </a:rPr>
              <a:t> </a:t>
            </a:r>
            <a:r>
              <a:rPr dirty="0" smtClean="0" sz="2000" spc="-3" b="1">
                <a:latin typeface="Times New Roman"/>
                <a:cs typeface="Times New Roman"/>
              </a:rPr>
              <a:t>f</a:t>
            </a:r>
            <a:r>
              <a:rPr dirty="0" smtClean="0" sz="2000" spc="-3" b="1">
                <a:latin typeface="Times New Roman"/>
                <a:cs typeface="Times New Roman"/>
              </a:rPr>
              <a:t>r</a:t>
            </a:r>
            <a:r>
              <a:rPr dirty="0" smtClean="0" sz="2000" spc="-3" b="1">
                <a:latin typeface="Times New Roman"/>
                <a:cs typeface="Times New Roman"/>
              </a:rPr>
              <a:t>e</a:t>
            </a:r>
            <a:r>
              <a:rPr dirty="0" smtClean="0" sz="2000" spc="-3" b="1">
                <a:latin typeface="Times New Roman"/>
                <a:cs typeface="Times New Roman"/>
              </a:rPr>
              <a:t>q</a:t>
            </a:r>
            <a:r>
              <a:rPr dirty="0" smtClean="0" sz="2000" spc="-3" b="1">
                <a:latin typeface="Times New Roman"/>
                <a:cs typeface="Times New Roman"/>
              </a:rPr>
              <a:t>u</a:t>
            </a:r>
            <a:r>
              <a:rPr dirty="0" smtClean="0" sz="2000" spc="-3" b="1">
                <a:latin typeface="Times New Roman"/>
                <a:cs typeface="Times New Roman"/>
              </a:rPr>
              <a:t>e</a:t>
            </a:r>
            <a:r>
              <a:rPr dirty="0" smtClean="0" sz="2000" spc="-3" b="1">
                <a:latin typeface="Times New Roman"/>
                <a:cs typeface="Times New Roman"/>
              </a:rPr>
              <a:t>n</a:t>
            </a:r>
            <a:r>
              <a:rPr dirty="0" smtClean="0" sz="2000" spc="-3" b="1">
                <a:latin typeface="Times New Roman"/>
                <a:cs typeface="Times New Roman"/>
              </a:rPr>
              <a:t>c</a:t>
            </a:r>
            <a:r>
              <a:rPr dirty="0" smtClean="0" sz="2000" spc="-3" b="1">
                <a:latin typeface="Times New Roman"/>
                <a:cs typeface="Times New Roman"/>
              </a:rPr>
              <a:t>ies</a:t>
            </a:r>
            <a:r>
              <a:rPr dirty="0" smtClean="0" sz="2000" spc="-3" b="1">
                <a:latin typeface="Times New Roman"/>
                <a:cs typeface="Times New Roman"/>
              </a:rPr>
              <a:t> </a:t>
            </a:r>
            <a:r>
              <a:rPr dirty="0" smtClean="0" sz="2000" spc="-3" b="1">
                <a:latin typeface="Times New Roman"/>
                <a:cs typeface="Times New Roman"/>
              </a:rPr>
              <a:t>t</a:t>
            </a:r>
            <a:r>
              <a:rPr dirty="0" smtClean="0" sz="2000" spc="-3" b="1">
                <a:latin typeface="Times New Roman"/>
                <a:cs typeface="Times New Roman"/>
              </a:rPr>
              <a:t>h</a:t>
            </a:r>
            <a:r>
              <a:rPr dirty="0" smtClean="0" sz="2000" spc="-3" b="1">
                <a:latin typeface="Times New Roman"/>
                <a:cs typeface="Times New Roman"/>
              </a:rPr>
              <a:t>at</a:t>
            </a:r>
            <a:r>
              <a:rPr dirty="0" smtClean="0" sz="2000" spc="-3" b="1">
                <a:latin typeface="Times New Roman"/>
                <a:cs typeface="Times New Roman"/>
              </a:rPr>
              <a:t> </a:t>
            </a:r>
            <a:r>
              <a:rPr dirty="0" smtClean="0" sz="2000" spc="-3" b="1">
                <a:latin typeface="Times New Roman"/>
                <a:cs typeface="Times New Roman"/>
              </a:rPr>
              <a:t>a</a:t>
            </a:r>
            <a:r>
              <a:rPr dirty="0" smtClean="0" sz="2000" spc="-3" b="1">
                <a:latin typeface="Times New Roman"/>
                <a:cs typeface="Times New Roman"/>
              </a:rPr>
              <a:t>r</a:t>
            </a:r>
            <a:r>
              <a:rPr dirty="0" smtClean="0" sz="2000" spc="-3" b="1">
                <a:latin typeface="Times New Roman"/>
                <a:cs typeface="Times New Roman"/>
              </a:rPr>
              <a:t>e</a:t>
            </a:r>
            <a:r>
              <a:rPr dirty="0" smtClean="0" sz="2000" spc="-3" b="1">
                <a:latin typeface="Times New Roman"/>
                <a:cs typeface="Times New Roman"/>
              </a:rPr>
              <a:t> </a:t>
            </a:r>
            <a:r>
              <a:rPr dirty="0" smtClean="0" sz="2000" spc="-3" b="1">
                <a:latin typeface="Times New Roman"/>
                <a:cs typeface="Times New Roman"/>
              </a:rPr>
              <a:t>availa</a:t>
            </a:r>
            <a:r>
              <a:rPr dirty="0" smtClean="0" sz="2000" spc="-3" b="1">
                <a:latin typeface="Times New Roman"/>
                <a:cs typeface="Times New Roman"/>
              </a:rPr>
              <a:t>b</a:t>
            </a:r>
            <a:r>
              <a:rPr dirty="0" smtClean="0" sz="2000" spc="-3" b="1">
                <a:latin typeface="Times New Roman"/>
                <a:cs typeface="Times New Roman"/>
              </a:rPr>
              <a:t>le</a:t>
            </a:r>
            <a:r>
              <a:rPr dirty="0" smtClean="0" sz="2000" spc="-3" b="1">
                <a:latin typeface="Times New Roman"/>
                <a:cs typeface="Times New Roman"/>
              </a:rPr>
              <a:t> </a:t>
            </a:r>
            <a:r>
              <a:rPr dirty="0" smtClean="0" sz="2000" spc="-3" b="1">
                <a:latin typeface="Times New Roman"/>
                <a:cs typeface="Times New Roman"/>
              </a:rPr>
              <a:t>and</a:t>
            </a:r>
            <a:r>
              <a:rPr dirty="0" smtClean="0" sz="2000" spc="-3" b="1">
                <a:latin typeface="Times New Roman"/>
                <a:cs typeface="Times New Roman"/>
              </a:rPr>
              <a:t> </a:t>
            </a:r>
            <a:r>
              <a:rPr dirty="0" smtClean="0" sz="2000" spc="-3" b="1">
                <a:latin typeface="Times New Roman"/>
                <a:cs typeface="Times New Roman"/>
              </a:rPr>
              <a:t>on</a:t>
            </a:r>
            <a:r>
              <a:rPr dirty="0" smtClean="0" sz="2000" spc="-3" b="1">
                <a:latin typeface="Times New Roman"/>
                <a:cs typeface="Times New Roman"/>
              </a:rPr>
              <a:t> </a:t>
            </a:r>
            <a:r>
              <a:rPr dirty="0" smtClean="0" sz="2000" spc="-3" b="1">
                <a:latin typeface="Times New Roman"/>
                <a:cs typeface="Times New Roman"/>
              </a:rPr>
              <a:t>t</a:t>
            </a:r>
            <a:r>
              <a:rPr dirty="0" smtClean="0" sz="2000" spc="-3" b="1">
                <a:latin typeface="Times New Roman"/>
                <a:cs typeface="Times New Roman"/>
              </a:rPr>
              <a:t>h</a:t>
            </a:r>
            <a:r>
              <a:rPr dirty="0" smtClean="0" sz="2000" spc="-3" b="1">
                <a:latin typeface="Times New Roman"/>
                <a:cs typeface="Times New Roman"/>
              </a:rPr>
              <a:t>e</a:t>
            </a:r>
            <a:r>
              <a:rPr dirty="0" smtClean="0" sz="2000" spc="-3" b="1">
                <a:latin typeface="Times New Roman"/>
                <a:cs typeface="Times New Roman"/>
              </a:rPr>
              <a:t> </a:t>
            </a:r>
            <a:r>
              <a:rPr dirty="0" smtClean="0" sz="2000" spc="-3" b="1">
                <a:latin typeface="Times New Roman"/>
                <a:cs typeface="Times New Roman"/>
              </a:rPr>
              <a:t>a</a:t>
            </a:r>
            <a:r>
              <a:rPr dirty="0" smtClean="0" sz="2000" spc="-3" b="1">
                <a:latin typeface="Times New Roman"/>
                <a:cs typeface="Times New Roman"/>
              </a:rPr>
              <a:t>m</a:t>
            </a:r>
            <a:r>
              <a:rPr dirty="0" smtClean="0" sz="2000" spc="-3" b="1">
                <a:latin typeface="Times New Roman"/>
                <a:cs typeface="Times New Roman"/>
              </a:rPr>
              <a:t>ou</a:t>
            </a:r>
            <a:r>
              <a:rPr dirty="0" smtClean="0" sz="2000" spc="-3" b="1">
                <a:latin typeface="Times New Roman"/>
                <a:cs typeface="Times New Roman"/>
              </a:rPr>
              <a:t>n</a:t>
            </a:r>
            <a:r>
              <a:rPr dirty="0" smtClean="0" sz="2000" spc="-3" b="1">
                <a:latin typeface="Times New Roman"/>
                <a:cs typeface="Times New Roman"/>
              </a:rPr>
              <a:t>t</a:t>
            </a:r>
            <a:r>
              <a:rPr dirty="0" smtClean="0" sz="2000" spc="-3" b="1">
                <a:latin typeface="Times New Roman"/>
                <a:cs typeface="Times New Roman"/>
              </a:rPr>
              <a:t> </a:t>
            </a:r>
            <a:r>
              <a:rPr dirty="0" smtClean="0" sz="2000" spc="-3" b="1">
                <a:latin typeface="Times New Roman"/>
                <a:cs typeface="Times New Roman"/>
              </a:rPr>
              <a:t>of</a:t>
            </a:r>
            <a:r>
              <a:rPr dirty="0" smtClean="0" sz="2000" spc="-3" b="1">
                <a:latin typeface="Times New Roman"/>
                <a:cs typeface="Times New Roman"/>
              </a:rPr>
              <a:t> </a:t>
            </a:r>
            <a:r>
              <a:rPr dirty="0" smtClean="0" sz="2000" spc="-3" b="1">
                <a:latin typeface="Times New Roman"/>
                <a:cs typeface="Times New Roman"/>
              </a:rPr>
              <a:t>h</a:t>
            </a:r>
            <a:r>
              <a:rPr dirty="0" smtClean="0" sz="2000" spc="-3" b="1">
                <a:latin typeface="Times New Roman"/>
                <a:cs typeface="Times New Roman"/>
              </a:rPr>
              <a:t>a</a:t>
            </a:r>
            <a:r>
              <a:rPr dirty="0" smtClean="0" sz="2000" spc="-3" b="1">
                <a:latin typeface="Times New Roman"/>
                <a:cs typeface="Times New Roman"/>
              </a:rPr>
              <a:t>r</a:t>
            </a:r>
            <a:r>
              <a:rPr dirty="0" smtClean="0" sz="2000" spc="-3" b="1">
                <a:latin typeface="Times New Roman"/>
                <a:cs typeface="Times New Roman"/>
              </a:rPr>
              <a:t>d</a:t>
            </a:r>
            <a:r>
              <a:rPr dirty="0" smtClean="0" sz="2000" spc="-3" b="1">
                <a:latin typeface="Times New Roman"/>
                <a:cs typeface="Times New Roman"/>
              </a:rPr>
              <a:t>w</a:t>
            </a:r>
            <a:r>
              <a:rPr dirty="0" smtClean="0" sz="2000" spc="-3" b="1">
                <a:latin typeface="Times New Roman"/>
                <a:cs typeface="Times New Roman"/>
              </a:rPr>
              <a:t>a</a:t>
            </a:r>
            <a:r>
              <a:rPr dirty="0" smtClean="0" sz="2000" spc="-3" b="1">
                <a:latin typeface="Times New Roman"/>
                <a:cs typeface="Times New Roman"/>
              </a:rPr>
              <a:t>r</a:t>
            </a:r>
            <a:r>
              <a:rPr dirty="0" smtClean="0" sz="2000" spc="-3" b="1">
                <a:latin typeface="Times New Roman"/>
                <a:cs typeface="Times New Roman"/>
              </a:rPr>
              <a:t>e</a:t>
            </a:r>
            <a:r>
              <a:rPr dirty="0" smtClean="0" sz="2000" spc="-3" b="1">
                <a:latin typeface="Times New Roman"/>
                <a:cs typeface="Times New Roman"/>
              </a:rPr>
              <a:t> 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ts val="2299"/>
              </a:lnSpc>
            </a:pPr>
            <a:r>
              <a:rPr dirty="0" smtClean="0" sz="2000" spc="-1" b="1">
                <a:latin typeface="Times New Roman"/>
                <a:cs typeface="Times New Roman"/>
              </a:rPr>
              <a:t>i</a:t>
            </a:r>
            <a:r>
              <a:rPr dirty="0" smtClean="0" sz="2000" spc="-1" b="1">
                <a:latin typeface="Times New Roman"/>
                <a:cs typeface="Times New Roman"/>
              </a:rPr>
              <a:t>n</a:t>
            </a:r>
            <a:r>
              <a:rPr dirty="0" smtClean="0" sz="2000" spc="-1" b="1">
                <a:latin typeface="Times New Roman"/>
                <a:cs typeface="Times New Roman"/>
              </a:rPr>
              <a:t>stalled</a:t>
            </a:r>
            <a:r>
              <a:rPr dirty="0" smtClean="0" sz="2000" spc="-1" b="1">
                <a:latin typeface="Times New Roman"/>
                <a:cs typeface="Times New Roman"/>
              </a:rPr>
              <a:t> </a:t>
            </a:r>
            <a:r>
              <a:rPr dirty="0" smtClean="0" sz="2000" spc="-1" b="1">
                <a:latin typeface="Times New Roman"/>
                <a:cs typeface="Times New Roman"/>
              </a:rPr>
              <a:t>in</a:t>
            </a:r>
            <a:r>
              <a:rPr dirty="0" smtClean="0" sz="2000" spc="-1" b="1">
                <a:latin typeface="Times New Roman"/>
                <a:cs typeface="Times New Roman"/>
              </a:rPr>
              <a:t> </a:t>
            </a:r>
            <a:r>
              <a:rPr dirty="0" smtClean="0" sz="2000" spc="-1" b="1">
                <a:latin typeface="Times New Roman"/>
                <a:cs typeface="Times New Roman"/>
              </a:rPr>
              <a:t>the</a:t>
            </a:r>
            <a:r>
              <a:rPr dirty="0" smtClean="0" sz="2000" spc="-1" b="1">
                <a:latin typeface="Times New Roman"/>
                <a:cs typeface="Times New Roman"/>
              </a:rPr>
              <a:t> </a:t>
            </a:r>
            <a:r>
              <a:rPr dirty="0" smtClean="0" sz="2000" spc="-1" b="1">
                <a:latin typeface="Times New Roman"/>
                <a:cs typeface="Times New Roman"/>
              </a:rPr>
              <a:t>base</a:t>
            </a:r>
            <a:r>
              <a:rPr dirty="0" smtClean="0" sz="2000" spc="-1" b="1">
                <a:latin typeface="Times New Roman"/>
                <a:cs typeface="Times New Roman"/>
              </a:rPr>
              <a:t> </a:t>
            </a:r>
            <a:r>
              <a:rPr dirty="0" smtClean="0" sz="2000" spc="-1" b="1">
                <a:latin typeface="Times New Roman"/>
                <a:cs typeface="Times New Roman"/>
              </a:rPr>
              <a:t>s</a:t>
            </a:r>
            <a:r>
              <a:rPr dirty="0" smtClean="0" sz="2000" spc="-1" b="1">
                <a:latin typeface="Times New Roman"/>
                <a:cs typeface="Times New Roman"/>
              </a:rPr>
              <a:t>t</a:t>
            </a:r>
            <a:r>
              <a:rPr dirty="0" smtClean="0" sz="2000" spc="-1" b="1">
                <a:latin typeface="Times New Roman"/>
                <a:cs typeface="Times New Roman"/>
              </a:rPr>
              <a:t>atio</a:t>
            </a:r>
            <a:r>
              <a:rPr dirty="0" smtClean="0" sz="2000" spc="-1" b="1">
                <a:latin typeface="Times New Roman"/>
                <a:cs typeface="Times New Roman"/>
              </a:rPr>
              <a:t>n</a:t>
            </a:r>
            <a:r>
              <a:rPr dirty="0" smtClean="0" sz="2000" spc="-1" b="1">
                <a:latin typeface="Times New Roman"/>
                <a:cs typeface="Times New Roman"/>
              </a:rPr>
              <a:t>s.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83540" y="2880442"/>
            <a:ext cx="152400" cy="279400"/>
          </a:xfrm>
          <a:prstGeom prst="rect">
            <a:avLst/>
          </a:prstGeom>
        </p:spPr>
        <p:txBody>
          <a:bodyPr wrap="square" lIns="0" tIns="13589" rIns="0" bIns="0" rtlCol="0">
            <a:noAutofit/>
          </a:bodyPr>
          <a:lstStyle/>
          <a:p>
            <a:pPr marL="12700">
              <a:lnSpc>
                <a:spcPts val="2140"/>
              </a:lnSpc>
            </a:pPr>
            <a:r>
              <a:rPr dirty="0" smtClean="0" sz="2000">
                <a:latin typeface="Times New Roman"/>
                <a:cs typeface="Times New Roman"/>
              </a:rPr>
              <a:t>•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83540" y="4313128"/>
            <a:ext cx="152558" cy="279717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dirty="0" smtClean="0" sz="2000">
                <a:latin typeface="Times New Roman"/>
                <a:cs typeface="Times New Roman"/>
              </a:rPr>
              <a:t>•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31140" y="6472848"/>
            <a:ext cx="5475228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o</a:t>
            </a:r>
            <a:r>
              <a:rPr dirty="0" smtClean="0" sz="1800" spc="0" b="1">
                <a:latin typeface="Georgia"/>
                <a:cs typeface="Georgia"/>
              </a:rPr>
              <a:t>d</a:t>
            </a:r>
            <a:r>
              <a:rPr dirty="0" smtClean="0" sz="1800" spc="0" b="1">
                <a:latin typeface="Georgia"/>
                <a:cs typeface="Georgia"/>
              </a:rPr>
              <a:t>ul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3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S</a:t>
            </a:r>
            <a:r>
              <a:rPr dirty="0" smtClean="0" sz="1800" spc="0" b="1">
                <a:latin typeface="Georgia"/>
                <a:cs typeface="Georgia"/>
              </a:rPr>
              <a:t>istem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K</a:t>
            </a:r>
            <a:r>
              <a:rPr dirty="0" smtClean="0" sz="1800" spc="0" b="1">
                <a:latin typeface="Georgia"/>
                <a:cs typeface="Georgia"/>
              </a:rPr>
              <a:t>o</a:t>
            </a: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unik</a:t>
            </a:r>
            <a:r>
              <a:rPr dirty="0" smtClean="0" sz="1800" spc="0" b="1">
                <a:latin typeface="Georgia"/>
                <a:cs typeface="Georgia"/>
              </a:rPr>
              <a:t>a</a:t>
            </a:r>
            <a:r>
              <a:rPr dirty="0" smtClean="0" sz="1800" spc="0" b="1">
                <a:latin typeface="Georgia"/>
                <a:cs typeface="Georgia"/>
              </a:rPr>
              <a:t>si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B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r>
              <a:rPr dirty="0" smtClean="0" sz="1800" spc="0" b="1">
                <a:latin typeface="Georgia"/>
                <a:cs typeface="Georgia"/>
              </a:rPr>
              <a:t>g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r>
              <a:rPr dirty="0" smtClean="0" sz="1800" spc="0" b="1">
                <a:latin typeface="Georgia"/>
                <a:cs typeface="Georgia"/>
              </a:rPr>
              <a:t>a</a:t>
            </a:r>
            <a:r>
              <a:rPr dirty="0" smtClean="0" sz="1800" spc="0" b="1">
                <a:latin typeface="Georgia"/>
                <a:cs typeface="Georgia"/>
              </a:rPr>
              <a:t>k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S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lul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474200" y="6472848"/>
            <a:ext cx="318019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-9" b="1">
                <a:latin typeface="Georgia"/>
                <a:cs typeface="Georgia"/>
              </a:rPr>
              <a:t>41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178298" y="1189354"/>
            <a:ext cx="65277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7" name="object 7"/>
          <p:cNvSpPr txBox="1"/>
          <p:nvPr/>
        </p:nvSpPr>
        <p:spPr>
          <a:xfrm>
            <a:off x="6487160" y="1189354"/>
            <a:ext cx="5842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6" name="object 6"/>
          <p:cNvSpPr txBox="1"/>
          <p:nvPr/>
        </p:nvSpPr>
        <p:spPr>
          <a:xfrm>
            <a:off x="6955790" y="1189354"/>
            <a:ext cx="61721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" name="object 5"/>
          <p:cNvSpPr txBox="1"/>
          <p:nvPr/>
        </p:nvSpPr>
        <p:spPr>
          <a:xfrm>
            <a:off x="7493508" y="1189354"/>
            <a:ext cx="64769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" name="object 4"/>
          <p:cNvSpPr txBox="1"/>
          <p:nvPr/>
        </p:nvSpPr>
        <p:spPr>
          <a:xfrm>
            <a:off x="8728455" y="1189354"/>
            <a:ext cx="6350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" name="object 3"/>
          <p:cNvSpPr txBox="1"/>
          <p:nvPr/>
        </p:nvSpPr>
        <p:spPr>
          <a:xfrm>
            <a:off x="1820052" y="1737995"/>
            <a:ext cx="63579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" name="object 2"/>
          <p:cNvSpPr txBox="1"/>
          <p:nvPr/>
        </p:nvSpPr>
        <p:spPr>
          <a:xfrm>
            <a:off x="2848003" y="1737995"/>
            <a:ext cx="55695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1"/>
          <p:cNvSpPr/>
          <p:nvPr/>
        </p:nvSpPr>
        <p:spPr>
          <a:xfrm>
            <a:off x="0" y="6400800"/>
            <a:ext cx="9903460" cy="457196"/>
          </a:xfrm>
          <a:custGeom>
            <a:avLst/>
            <a:gdLst/>
            <a:ahLst/>
            <a:cxnLst/>
            <a:rect l="l" t="t" r="r" b="b"/>
            <a:pathLst>
              <a:path w="9903460" h="457196">
                <a:moveTo>
                  <a:pt x="9903460" y="457196"/>
                </a:moveTo>
                <a:lnTo>
                  <a:pt x="9903460" y="0"/>
                </a:lnTo>
                <a:lnTo>
                  <a:pt x="0" y="0"/>
                </a:lnTo>
                <a:lnTo>
                  <a:pt x="0" y="457196"/>
                </a:lnTo>
                <a:lnTo>
                  <a:pt x="9903460" y="457196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" name="object 12"/>
          <p:cNvSpPr/>
          <p:nvPr/>
        </p:nvSpPr>
        <p:spPr>
          <a:xfrm>
            <a:off x="153670" y="640207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58419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" name="object 9"/>
          <p:cNvSpPr/>
          <p:nvPr/>
        </p:nvSpPr>
        <p:spPr>
          <a:xfrm>
            <a:off x="0" y="0"/>
            <a:ext cx="9903460" cy="609600"/>
          </a:xfrm>
          <a:custGeom>
            <a:avLst/>
            <a:gdLst/>
            <a:ahLst/>
            <a:cxnLst/>
            <a:rect l="l" t="t" r="r" b="b"/>
            <a:pathLst>
              <a:path w="9903460" h="609600">
                <a:moveTo>
                  <a:pt x="0" y="609600"/>
                </a:moveTo>
                <a:lnTo>
                  <a:pt x="9903460" y="609600"/>
                </a:lnTo>
                <a:lnTo>
                  <a:pt x="9903460" y="0"/>
                </a:lnTo>
                <a:lnTo>
                  <a:pt x="0" y="0"/>
                </a:lnTo>
                <a:lnTo>
                  <a:pt x="0" y="60960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" name="object 10"/>
          <p:cNvSpPr/>
          <p:nvPr/>
        </p:nvSpPr>
        <p:spPr>
          <a:xfrm>
            <a:off x="111760" y="60960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76200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3699891" y="68999"/>
            <a:ext cx="2617216" cy="533399"/>
          </a:xfrm>
          <a:prstGeom prst="rect">
            <a:avLst/>
          </a:prstGeom>
        </p:spPr>
        <p:txBody>
          <a:bodyPr wrap="square" lIns="0" tIns="26574" rIns="0" bIns="0" rtlCol="0">
            <a:noAutofit/>
          </a:bodyPr>
          <a:lstStyle/>
          <a:p>
            <a:pPr marL="12700">
              <a:lnSpc>
                <a:spcPts val="4185"/>
              </a:lnSpc>
            </a:pPr>
            <a:r>
              <a:rPr dirty="0" smtClean="0" sz="4000" spc="2">
                <a:latin typeface="Times New Roman"/>
                <a:cs typeface="Times New Roman"/>
              </a:rPr>
              <a:t>In</a:t>
            </a:r>
            <a:r>
              <a:rPr dirty="0" smtClean="0" sz="4000" spc="2">
                <a:latin typeface="Times New Roman"/>
                <a:cs typeface="Times New Roman"/>
              </a:rPr>
              <a:t>t</a:t>
            </a:r>
            <a:r>
              <a:rPr dirty="0" smtClean="0" sz="4000" spc="2">
                <a:latin typeface="Times New Roman"/>
                <a:cs typeface="Times New Roman"/>
              </a:rPr>
              <a:t>rodu</a:t>
            </a:r>
            <a:r>
              <a:rPr dirty="0" smtClean="0" sz="4000" spc="2">
                <a:latin typeface="Times New Roman"/>
                <a:cs typeface="Times New Roman"/>
              </a:rPr>
              <a:t>c</a:t>
            </a:r>
            <a:r>
              <a:rPr dirty="0" smtClean="0" sz="4000" spc="2">
                <a:latin typeface="Times New Roman"/>
                <a:cs typeface="Times New Roman"/>
              </a:rPr>
              <a:t>t</a:t>
            </a:r>
            <a:r>
              <a:rPr dirty="0" smtClean="0" sz="4000" spc="2">
                <a:latin typeface="Times New Roman"/>
                <a:cs typeface="Times New Roman"/>
              </a:rPr>
              <a:t>i</a:t>
            </a:r>
            <a:r>
              <a:rPr dirty="0" smtClean="0" sz="4000" spc="2">
                <a:latin typeface="Times New Roman"/>
                <a:cs typeface="Times New Roman"/>
              </a:rPr>
              <a:t>on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41057" y="989411"/>
            <a:ext cx="152558" cy="279717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dirty="0" smtClean="0" sz="2000">
                <a:latin typeface="Times New Roman"/>
                <a:cs typeface="Times New Roman"/>
              </a:rPr>
              <a:t>•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83957" y="989411"/>
            <a:ext cx="7895000" cy="4670743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 marR="38147">
              <a:lnSpc>
                <a:spcPts val="2145"/>
              </a:lnSpc>
            </a:pPr>
            <a:r>
              <a:rPr dirty="0" smtClean="0" sz="2000" spc="-4" b="1">
                <a:latin typeface="Times New Roman"/>
                <a:cs typeface="Times New Roman"/>
              </a:rPr>
              <a:t>All</a:t>
            </a:r>
            <a:r>
              <a:rPr dirty="0" smtClean="0" sz="2000" spc="-4" b="1">
                <a:latin typeface="Times New Roman"/>
                <a:cs typeface="Times New Roman"/>
              </a:rPr>
              <a:t> </a:t>
            </a:r>
            <a:r>
              <a:rPr dirty="0" smtClean="0" sz="2000" spc="-4" b="1">
                <a:latin typeface="Times New Roman"/>
                <a:cs typeface="Times New Roman"/>
              </a:rPr>
              <a:t>f</a:t>
            </a:r>
            <a:r>
              <a:rPr dirty="0" smtClean="0" sz="2000" spc="-4" b="1">
                <a:latin typeface="Times New Roman"/>
                <a:cs typeface="Times New Roman"/>
              </a:rPr>
              <a:t>e</a:t>
            </a:r>
            <a:r>
              <a:rPr dirty="0" smtClean="0" sz="2000" spc="-4" b="1">
                <a:latin typeface="Times New Roman"/>
                <a:cs typeface="Times New Roman"/>
              </a:rPr>
              <a:t>a</a:t>
            </a:r>
            <a:r>
              <a:rPr dirty="0" smtClean="0" sz="2000" spc="-4" b="1">
                <a:latin typeface="Times New Roman"/>
                <a:cs typeface="Times New Roman"/>
              </a:rPr>
              <a:t>t</a:t>
            </a:r>
            <a:r>
              <a:rPr dirty="0" smtClean="0" sz="2000" spc="-4" b="1">
                <a:latin typeface="Times New Roman"/>
                <a:cs typeface="Times New Roman"/>
              </a:rPr>
              <a:t>u</a:t>
            </a:r>
            <a:r>
              <a:rPr dirty="0" smtClean="0" sz="2000" spc="-4" b="1">
                <a:latin typeface="Times New Roman"/>
                <a:cs typeface="Times New Roman"/>
              </a:rPr>
              <a:t>r</a:t>
            </a:r>
            <a:r>
              <a:rPr dirty="0" smtClean="0" sz="2000" spc="-4" b="1">
                <a:latin typeface="Times New Roman"/>
                <a:cs typeface="Times New Roman"/>
              </a:rPr>
              <a:t>e</a:t>
            </a:r>
            <a:r>
              <a:rPr dirty="0" smtClean="0" sz="2000" spc="-4" b="1">
                <a:latin typeface="Times New Roman"/>
                <a:cs typeface="Times New Roman"/>
              </a:rPr>
              <a:t>s</a:t>
            </a:r>
            <a:r>
              <a:rPr dirty="0" smtClean="0" sz="2000" spc="-4" b="1">
                <a:latin typeface="Times New Roman"/>
                <a:cs typeface="Times New Roman"/>
              </a:rPr>
              <a:t> </a:t>
            </a:r>
            <a:r>
              <a:rPr dirty="0" smtClean="0" sz="2000" spc="-4" b="1">
                <a:latin typeface="Times New Roman"/>
                <a:cs typeface="Times New Roman"/>
              </a:rPr>
              <a:t>availa</a:t>
            </a:r>
            <a:r>
              <a:rPr dirty="0" smtClean="0" sz="2000" spc="-4" b="1">
                <a:latin typeface="Times New Roman"/>
                <a:cs typeface="Times New Roman"/>
              </a:rPr>
              <a:t>b</a:t>
            </a:r>
            <a:r>
              <a:rPr dirty="0" smtClean="0" sz="2000" spc="-4" b="1">
                <a:latin typeface="Times New Roman"/>
                <a:cs typeface="Times New Roman"/>
              </a:rPr>
              <a:t>le</a:t>
            </a:r>
            <a:r>
              <a:rPr dirty="0" smtClean="0" sz="2000" spc="-4" b="1">
                <a:latin typeface="Times New Roman"/>
                <a:cs typeface="Times New Roman"/>
              </a:rPr>
              <a:t> </a:t>
            </a:r>
            <a:r>
              <a:rPr dirty="0" smtClean="0" sz="2000" spc="-4" b="1">
                <a:latin typeface="Times New Roman"/>
                <a:cs typeface="Times New Roman"/>
              </a:rPr>
              <a:t>t</a:t>
            </a:r>
            <a:r>
              <a:rPr dirty="0" smtClean="0" sz="2000" spc="-4" b="1">
                <a:latin typeface="Times New Roman"/>
                <a:cs typeface="Times New Roman"/>
              </a:rPr>
              <a:t>o</a:t>
            </a:r>
            <a:r>
              <a:rPr dirty="0" smtClean="0" sz="2000" spc="-4" b="1">
                <a:latin typeface="Times New Roman"/>
                <a:cs typeface="Times New Roman"/>
              </a:rPr>
              <a:t> </a:t>
            </a:r>
            <a:r>
              <a:rPr dirty="0" smtClean="0" sz="2000" spc="-4" b="1">
                <a:latin typeface="Times New Roman"/>
                <a:cs typeface="Times New Roman"/>
              </a:rPr>
              <a:t>de</a:t>
            </a:r>
            <a:r>
              <a:rPr dirty="0" smtClean="0" sz="2000" spc="-4" b="1">
                <a:latin typeface="Times New Roman"/>
                <a:cs typeface="Times New Roman"/>
              </a:rPr>
              <a:t>c</a:t>
            </a:r>
            <a:r>
              <a:rPr dirty="0" smtClean="0" sz="2000" spc="-4" b="1">
                <a:latin typeface="Times New Roman"/>
                <a:cs typeface="Times New Roman"/>
              </a:rPr>
              <a:t>r</a:t>
            </a:r>
            <a:r>
              <a:rPr dirty="0" smtClean="0" sz="2000" spc="-4" b="1">
                <a:latin typeface="Times New Roman"/>
                <a:cs typeface="Times New Roman"/>
              </a:rPr>
              <a:t>e</a:t>
            </a:r>
            <a:r>
              <a:rPr dirty="0" smtClean="0" sz="2000" spc="-4" b="1">
                <a:latin typeface="Times New Roman"/>
                <a:cs typeface="Times New Roman"/>
              </a:rPr>
              <a:t>ase</a:t>
            </a:r>
            <a:r>
              <a:rPr dirty="0" smtClean="0" sz="2000" spc="-4" b="1">
                <a:latin typeface="Times New Roman"/>
                <a:cs typeface="Times New Roman"/>
              </a:rPr>
              <a:t> </a:t>
            </a:r>
            <a:r>
              <a:rPr dirty="0" smtClean="0" sz="2000" spc="-4" b="1">
                <a:latin typeface="Times New Roman"/>
                <a:cs typeface="Times New Roman"/>
              </a:rPr>
              <a:t>or</a:t>
            </a:r>
            <a:r>
              <a:rPr dirty="0" smtClean="0" sz="2000" spc="-4" b="1">
                <a:latin typeface="Times New Roman"/>
                <a:cs typeface="Times New Roman"/>
              </a:rPr>
              <a:t> </a:t>
            </a:r>
            <a:r>
              <a:rPr dirty="0" smtClean="0" sz="2000" spc="-4" b="1">
                <a:latin typeface="Times New Roman"/>
                <a:cs typeface="Times New Roman"/>
              </a:rPr>
              <a:t>av</a:t>
            </a:r>
            <a:r>
              <a:rPr dirty="0" smtClean="0" sz="2000" spc="-4" b="1">
                <a:latin typeface="Times New Roman"/>
                <a:cs typeface="Times New Roman"/>
              </a:rPr>
              <a:t>e</a:t>
            </a:r>
            <a:r>
              <a:rPr dirty="0" smtClean="0" sz="2000" spc="-4" b="1">
                <a:latin typeface="Times New Roman"/>
                <a:cs typeface="Times New Roman"/>
              </a:rPr>
              <a:t>r</a:t>
            </a:r>
            <a:r>
              <a:rPr dirty="0" smtClean="0" sz="2000" spc="-4" b="1">
                <a:latin typeface="Times New Roman"/>
                <a:cs typeface="Times New Roman"/>
              </a:rPr>
              <a:t>age</a:t>
            </a:r>
            <a:r>
              <a:rPr dirty="0" smtClean="0" sz="2000" spc="-4" b="1">
                <a:latin typeface="Times New Roman"/>
                <a:cs typeface="Times New Roman"/>
              </a:rPr>
              <a:t> </a:t>
            </a:r>
            <a:r>
              <a:rPr dirty="0" smtClean="0" sz="2000" spc="-4" b="1">
                <a:latin typeface="Times New Roman"/>
                <a:cs typeface="Times New Roman"/>
              </a:rPr>
              <a:t>t</a:t>
            </a:r>
            <a:r>
              <a:rPr dirty="0" smtClean="0" sz="2000" spc="-4" b="1">
                <a:latin typeface="Times New Roman"/>
                <a:cs typeface="Times New Roman"/>
              </a:rPr>
              <a:t>h</a:t>
            </a:r>
            <a:r>
              <a:rPr dirty="0" smtClean="0" sz="2000" spc="-4" b="1">
                <a:latin typeface="Times New Roman"/>
                <a:cs typeface="Times New Roman"/>
              </a:rPr>
              <a:t>e</a:t>
            </a:r>
            <a:r>
              <a:rPr dirty="0" smtClean="0" sz="2000" spc="-4" b="1">
                <a:latin typeface="Times New Roman"/>
                <a:cs typeface="Times New Roman"/>
              </a:rPr>
              <a:t> </a:t>
            </a:r>
            <a:r>
              <a:rPr dirty="0" smtClean="0" sz="2000" spc="-4" b="1">
                <a:latin typeface="Times New Roman"/>
                <a:cs typeface="Times New Roman"/>
              </a:rPr>
              <a:t>i</a:t>
            </a:r>
            <a:r>
              <a:rPr dirty="0" smtClean="0" sz="2000" spc="-4" b="1">
                <a:latin typeface="Times New Roman"/>
                <a:cs typeface="Times New Roman"/>
              </a:rPr>
              <a:t>n</a:t>
            </a:r>
            <a:r>
              <a:rPr dirty="0" smtClean="0" sz="2000" spc="-4" b="1">
                <a:latin typeface="Times New Roman"/>
                <a:cs typeface="Times New Roman"/>
              </a:rPr>
              <a:t>t</a:t>
            </a:r>
            <a:r>
              <a:rPr dirty="0" smtClean="0" sz="2000" spc="-4" b="1">
                <a:latin typeface="Times New Roman"/>
                <a:cs typeface="Times New Roman"/>
              </a:rPr>
              <a:t>e</a:t>
            </a:r>
            <a:r>
              <a:rPr dirty="0" smtClean="0" sz="2000" spc="-4" b="1">
                <a:latin typeface="Times New Roman"/>
                <a:cs typeface="Times New Roman"/>
              </a:rPr>
              <a:t>r</a:t>
            </a:r>
            <a:r>
              <a:rPr dirty="0" smtClean="0" sz="2000" spc="-4" b="1">
                <a:latin typeface="Times New Roman"/>
                <a:cs typeface="Times New Roman"/>
              </a:rPr>
              <a:t>f</a:t>
            </a:r>
            <a:r>
              <a:rPr dirty="0" smtClean="0" sz="2000" spc="-4" b="1">
                <a:latin typeface="Times New Roman"/>
                <a:cs typeface="Times New Roman"/>
              </a:rPr>
              <a:t>e</a:t>
            </a:r>
            <a:r>
              <a:rPr dirty="0" smtClean="0" sz="2000" spc="-4" b="1">
                <a:latin typeface="Times New Roman"/>
                <a:cs typeface="Times New Roman"/>
              </a:rPr>
              <a:t>r</a:t>
            </a:r>
            <a:r>
              <a:rPr dirty="0" smtClean="0" sz="2000" spc="-4" b="1">
                <a:latin typeface="Times New Roman"/>
                <a:cs typeface="Times New Roman"/>
              </a:rPr>
              <a:t>e</a:t>
            </a:r>
            <a:r>
              <a:rPr dirty="0" smtClean="0" sz="2000" spc="-4" b="1">
                <a:latin typeface="Times New Roman"/>
                <a:cs typeface="Times New Roman"/>
              </a:rPr>
              <a:t>n</a:t>
            </a:r>
            <a:r>
              <a:rPr dirty="0" smtClean="0" sz="2000" spc="-4" b="1">
                <a:latin typeface="Times New Roman"/>
                <a:cs typeface="Times New Roman"/>
              </a:rPr>
              <a:t>c</a:t>
            </a:r>
            <a:r>
              <a:rPr dirty="0" smtClean="0" sz="2000" spc="-4" b="1">
                <a:latin typeface="Times New Roman"/>
                <a:cs typeface="Times New Roman"/>
              </a:rPr>
              <a:t>e</a:t>
            </a:r>
            <a:r>
              <a:rPr dirty="0" smtClean="0" sz="2000" spc="-4" b="1">
                <a:latin typeface="Times New Roman"/>
                <a:cs typeface="Times New Roman"/>
              </a:rPr>
              <a:t> </a:t>
            </a:r>
            <a:r>
              <a:rPr dirty="0" smtClean="0" sz="2000" spc="-4" b="1">
                <a:latin typeface="Times New Roman"/>
                <a:cs typeface="Times New Roman"/>
              </a:rPr>
              <a:t>le</a:t>
            </a:r>
            <a:r>
              <a:rPr dirty="0" smtClean="0" sz="2000" spc="-4" b="1">
                <a:latin typeface="Times New Roman"/>
                <a:cs typeface="Times New Roman"/>
              </a:rPr>
              <a:t>v</a:t>
            </a:r>
            <a:r>
              <a:rPr dirty="0" smtClean="0" sz="2000" spc="-4" b="1">
                <a:latin typeface="Times New Roman"/>
                <a:cs typeface="Times New Roman"/>
              </a:rPr>
              <a:t>e</a:t>
            </a:r>
            <a:r>
              <a:rPr dirty="0" smtClean="0" sz="2000" spc="-4" b="1">
                <a:latin typeface="Times New Roman"/>
                <a:cs typeface="Times New Roman"/>
              </a:rPr>
              <a:t>l</a:t>
            </a:r>
            <a:r>
              <a:rPr dirty="0" smtClean="0" sz="2000" spc="-4" b="1">
                <a:latin typeface="Times New Roman"/>
                <a:cs typeface="Times New Roman"/>
              </a:rPr>
              <a:t> </a:t>
            </a:r>
            <a:r>
              <a:rPr dirty="0" smtClean="0" sz="2000" spc="-4" b="1">
                <a:latin typeface="Times New Roman"/>
                <a:cs typeface="Times New Roman"/>
              </a:rPr>
              <a:t>in</a:t>
            </a:r>
            <a:r>
              <a:rPr dirty="0" smtClean="0" sz="2000" spc="-4" b="1">
                <a:latin typeface="Times New Roman"/>
                <a:cs typeface="Times New Roman"/>
              </a:rPr>
              <a:t> </a:t>
            </a:r>
            <a:r>
              <a:rPr dirty="0" smtClean="0" sz="2000" spc="-4" b="1">
                <a:latin typeface="Times New Roman"/>
                <a:cs typeface="Times New Roman"/>
              </a:rPr>
              <a:t>t</a:t>
            </a:r>
            <a:r>
              <a:rPr dirty="0" smtClean="0" sz="2000" spc="-4" b="1">
                <a:latin typeface="Times New Roman"/>
                <a:cs typeface="Times New Roman"/>
              </a:rPr>
              <a:t>h</a:t>
            </a:r>
            <a:r>
              <a:rPr dirty="0" smtClean="0" sz="2000" spc="-4" b="1">
                <a:latin typeface="Times New Roman"/>
                <a:cs typeface="Times New Roman"/>
              </a:rPr>
              <a:t>e</a:t>
            </a:r>
            <a:endParaRPr sz="2000">
              <a:latin typeface="Times New Roman"/>
              <a:cs typeface="Times New Roman"/>
            </a:endParaRPr>
          </a:p>
          <a:p>
            <a:pPr marL="12700" marR="322629">
              <a:lnSpc>
                <a:spcPct val="100041"/>
              </a:lnSpc>
            </a:pPr>
            <a:r>
              <a:rPr dirty="0" smtClean="0" sz="2000" spc="-2" b="1">
                <a:latin typeface="Times New Roman"/>
                <a:cs typeface="Times New Roman"/>
              </a:rPr>
              <a:t>n</a:t>
            </a:r>
            <a:r>
              <a:rPr dirty="0" smtClean="0" sz="2000" spc="-2" b="1">
                <a:latin typeface="Times New Roman"/>
                <a:cs typeface="Times New Roman"/>
              </a:rPr>
              <a:t>e</a:t>
            </a:r>
            <a:r>
              <a:rPr dirty="0" smtClean="0" sz="2000" spc="-2" b="1">
                <a:latin typeface="Times New Roman"/>
                <a:cs typeface="Times New Roman"/>
              </a:rPr>
              <a:t>t</a:t>
            </a:r>
            <a:r>
              <a:rPr dirty="0" smtClean="0" sz="2000" spc="-2" b="1">
                <a:latin typeface="Times New Roman"/>
                <a:cs typeface="Times New Roman"/>
              </a:rPr>
              <a:t>w</a:t>
            </a:r>
            <a:r>
              <a:rPr dirty="0" smtClean="0" sz="2000" spc="-2" b="1">
                <a:latin typeface="Times New Roman"/>
                <a:cs typeface="Times New Roman"/>
              </a:rPr>
              <a:t>o</a:t>
            </a:r>
            <a:r>
              <a:rPr dirty="0" smtClean="0" sz="2000" spc="-2" b="1">
                <a:latin typeface="Times New Roman"/>
                <a:cs typeface="Times New Roman"/>
              </a:rPr>
              <a:t>r</a:t>
            </a:r>
            <a:r>
              <a:rPr dirty="0" smtClean="0" sz="2000" spc="-2" b="1">
                <a:latin typeface="Times New Roman"/>
                <a:cs typeface="Times New Roman"/>
              </a:rPr>
              <a:t>k</a:t>
            </a:r>
            <a:r>
              <a:rPr dirty="0" smtClean="0" sz="2000" spc="-2" b="1">
                <a:latin typeface="Times New Roman"/>
                <a:cs typeface="Times New Roman"/>
              </a:rPr>
              <a:t> </a:t>
            </a:r>
            <a:r>
              <a:rPr dirty="0" smtClean="0" sz="2000" spc="-2" b="1">
                <a:latin typeface="Times New Roman"/>
                <a:cs typeface="Times New Roman"/>
              </a:rPr>
              <a:t>s</a:t>
            </a:r>
            <a:r>
              <a:rPr dirty="0" smtClean="0" sz="2000" spc="-2" b="1">
                <a:latin typeface="Times New Roman"/>
                <a:cs typeface="Times New Roman"/>
              </a:rPr>
              <a:t>h</a:t>
            </a:r>
            <a:r>
              <a:rPr dirty="0" smtClean="0" sz="2000" spc="-2" b="1">
                <a:latin typeface="Times New Roman"/>
                <a:cs typeface="Times New Roman"/>
              </a:rPr>
              <a:t>o</a:t>
            </a:r>
            <a:r>
              <a:rPr dirty="0" smtClean="0" sz="2000" spc="-2" b="1">
                <a:latin typeface="Times New Roman"/>
                <a:cs typeface="Times New Roman"/>
              </a:rPr>
              <a:t>u</a:t>
            </a:r>
            <a:r>
              <a:rPr dirty="0" smtClean="0" sz="2000" spc="-2" b="1">
                <a:latin typeface="Times New Roman"/>
                <a:cs typeface="Times New Roman"/>
              </a:rPr>
              <a:t>ld</a:t>
            </a:r>
            <a:r>
              <a:rPr dirty="0" smtClean="0" sz="2000" spc="-2" b="1">
                <a:latin typeface="Times New Roman"/>
                <a:cs typeface="Times New Roman"/>
              </a:rPr>
              <a:t> </a:t>
            </a:r>
            <a:r>
              <a:rPr dirty="0" smtClean="0" sz="2000" spc="-2" b="1">
                <a:latin typeface="Times New Roman"/>
                <a:cs typeface="Times New Roman"/>
              </a:rPr>
              <a:t>b</a:t>
            </a:r>
            <a:r>
              <a:rPr dirty="0" smtClean="0" sz="2000" spc="-2" b="1">
                <a:latin typeface="Times New Roman"/>
                <a:cs typeface="Times New Roman"/>
              </a:rPr>
              <a:t>e</a:t>
            </a:r>
            <a:r>
              <a:rPr dirty="0" smtClean="0" sz="2000" spc="-2" b="1">
                <a:latin typeface="Times New Roman"/>
                <a:cs typeface="Times New Roman"/>
              </a:rPr>
              <a:t> </a:t>
            </a:r>
            <a:r>
              <a:rPr dirty="0" smtClean="0" sz="2000" spc="-2" b="1">
                <a:latin typeface="Times New Roman"/>
                <a:cs typeface="Times New Roman"/>
              </a:rPr>
              <a:t>u</a:t>
            </a:r>
            <a:r>
              <a:rPr dirty="0" smtClean="0" sz="2000" spc="-2" b="1">
                <a:latin typeface="Times New Roman"/>
                <a:cs typeface="Times New Roman"/>
              </a:rPr>
              <a:t>sed</a:t>
            </a:r>
            <a:r>
              <a:rPr dirty="0" smtClean="0" sz="2000" spc="-2" b="1">
                <a:latin typeface="Times New Roman"/>
                <a:cs typeface="Times New Roman"/>
              </a:rPr>
              <a:t> </a:t>
            </a:r>
            <a:r>
              <a:rPr dirty="0" smtClean="0" sz="2000" spc="-2" b="1">
                <a:latin typeface="Times New Roman"/>
                <a:cs typeface="Times New Roman"/>
              </a:rPr>
              <a:t>(</a:t>
            </a:r>
            <a:r>
              <a:rPr dirty="0" smtClean="0" sz="2000" spc="-2" b="1">
                <a:latin typeface="Times New Roman"/>
                <a:cs typeface="Times New Roman"/>
              </a:rPr>
              <a:t>e</a:t>
            </a:r>
            <a:r>
              <a:rPr dirty="0" smtClean="0" sz="2000" spc="-2" b="1">
                <a:latin typeface="Times New Roman"/>
                <a:cs typeface="Times New Roman"/>
              </a:rPr>
              <a:t>.g.</a:t>
            </a:r>
            <a:r>
              <a:rPr dirty="0" smtClean="0" sz="2000" spc="-2" b="1">
                <a:latin typeface="Times New Roman"/>
                <a:cs typeface="Times New Roman"/>
              </a:rPr>
              <a:t> </a:t>
            </a:r>
            <a:r>
              <a:rPr dirty="0" smtClean="0" sz="2000" spc="-2" b="1">
                <a:latin typeface="Times New Roman"/>
                <a:cs typeface="Times New Roman"/>
              </a:rPr>
              <a:t>F</a:t>
            </a:r>
            <a:r>
              <a:rPr dirty="0" smtClean="0" sz="2000" spc="-2" b="1">
                <a:latin typeface="Times New Roman"/>
                <a:cs typeface="Times New Roman"/>
              </a:rPr>
              <a:t>r</a:t>
            </a:r>
            <a:r>
              <a:rPr dirty="0" smtClean="0" sz="2000" spc="-2" b="1">
                <a:latin typeface="Times New Roman"/>
                <a:cs typeface="Times New Roman"/>
              </a:rPr>
              <a:t>e</a:t>
            </a:r>
            <a:r>
              <a:rPr dirty="0" smtClean="0" sz="2000" spc="-2" b="1">
                <a:latin typeface="Times New Roman"/>
                <a:cs typeface="Times New Roman"/>
              </a:rPr>
              <a:t>q</a:t>
            </a:r>
            <a:r>
              <a:rPr dirty="0" smtClean="0" sz="2000" spc="-2" b="1">
                <a:latin typeface="Times New Roman"/>
                <a:cs typeface="Times New Roman"/>
              </a:rPr>
              <a:t>u</a:t>
            </a:r>
            <a:r>
              <a:rPr dirty="0" smtClean="0" sz="2000" spc="-2" b="1">
                <a:latin typeface="Times New Roman"/>
                <a:cs typeface="Times New Roman"/>
              </a:rPr>
              <a:t>e</a:t>
            </a:r>
            <a:r>
              <a:rPr dirty="0" smtClean="0" sz="2000" spc="-2" b="1">
                <a:latin typeface="Times New Roman"/>
                <a:cs typeface="Times New Roman"/>
              </a:rPr>
              <a:t>n</a:t>
            </a:r>
            <a:r>
              <a:rPr dirty="0" smtClean="0" sz="2000" spc="-2" b="1">
                <a:latin typeface="Times New Roman"/>
                <a:cs typeface="Times New Roman"/>
              </a:rPr>
              <a:t>c</a:t>
            </a:r>
            <a:r>
              <a:rPr dirty="0" smtClean="0" sz="2000" spc="-2" b="1">
                <a:latin typeface="Times New Roman"/>
                <a:cs typeface="Times New Roman"/>
              </a:rPr>
              <a:t>y</a:t>
            </a:r>
            <a:r>
              <a:rPr dirty="0" smtClean="0" sz="2000" spc="-2" b="1">
                <a:latin typeface="Times New Roman"/>
                <a:cs typeface="Times New Roman"/>
              </a:rPr>
              <a:t> </a:t>
            </a:r>
            <a:r>
              <a:rPr dirty="0" smtClean="0" sz="2000" spc="-2" b="1">
                <a:latin typeface="Times New Roman"/>
                <a:cs typeface="Times New Roman"/>
              </a:rPr>
              <a:t>h</a:t>
            </a:r>
            <a:r>
              <a:rPr dirty="0" smtClean="0" sz="2000" spc="-2" b="1">
                <a:latin typeface="Times New Roman"/>
                <a:cs typeface="Times New Roman"/>
              </a:rPr>
              <a:t>o</a:t>
            </a:r>
            <a:r>
              <a:rPr dirty="0" smtClean="0" sz="2000" spc="-2" b="1">
                <a:latin typeface="Times New Roman"/>
                <a:cs typeface="Times New Roman"/>
              </a:rPr>
              <a:t>p</a:t>
            </a:r>
            <a:r>
              <a:rPr dirty="0" smtClean="0" sz="2000" spc="-2" b="1">
                <a:latin typeface="Times New Roman"/>
                <a:cs typeface="Times New Roman"/>
              </a:rPr>
              <a:t>p</a:t>
            </a:r>
            <a:r>
              <a:rPr dirty="0" smtClean="0" sz="2000" spc="-2" b="1">
                <a:latin typeface="Times New Roman"/>
                <a:cs typeface="Times New Roman"/>
              </a:rPr>
              <a:t>i</a:t>
            </a:r>
            <a:r>
              <a:rPr dirty="0" smtClean="0" sz="2000" spc="-2" b="1">
                <a:latin typeface="Times New Roman"/>
                <a:cs typeface="Times New Roman"/>
              </a:rPr>
              <a:t>n</a:t>
            </a:r>
            <a:r>
              <a:rPr dirty="0" smtClean="0" sz="2000" spc="-2" b="1">
                <a:latin typeface="Times New Roman"/>
                <a:cs typeface="Times New Roman"/>
              </a:rPr>
              <a:t>g,</a:t>
            </a:r>
            <a:r>
              <a:rPr dirty="0" smtClean="0" sz="2000" spc="-2" b="1">
                <a:latin typeface="Times New Roman"/>
                <a:cs typeface="Times New Roman"/>
              </a:rPr>
              <a:t> </a:t>
            </a:r>
            <a:r>
              <a:rPr dirty="0" smtClean="0" sz="2000" spc="-2" b="1">
                <a:latin typeface="Times New Roman"/>
                <a:cs typeface="Times New Roman"/>
              </a:rPr>
              <a:t>Dyna</a:t>
            </a:r>
            <a:r>
              <a:rPr dirty="0" smtClean="0" sz="2000" spc="-2" b="1">
                <a:latin typeface="Times New Roman"/>
                <a:cs typeface="Times New Roman"/>
              </a:rPr>
              <a:t>m</a:t>
            </a:r>
            <a:r>
              <a:rPr dirty="0" smtClean="0" sz="2000" spc="-2" b="1">
                <a:latin typeface="Times New Roman"/>
                <a:cs typeface="Times New Roman"/>
              </a:rPr>
              <a:t>ic</a:t>
            </a:r>
            <a:r>
              <a:rPr dirty="0" smtClean="0" sz="2000" spc="-2" b="1">
                <a:latin typeface="Times New Roman"/>
                <a:cs typeface="Times New Roman"/>
              </a:rPr>
              <a:t> </a:t>
            </a:r>
            <a:r>
              <a:rPr dirty="0" smtClean="0" sz="2000" spc="-2" b="1">
                <a:latin typeface="Times New Roman"/>
                <a:cs typeface="Times New Roman"/>
              </a:rPr>
              <a:t>P</a:t>
            </a:r>
            <a:r>
              <a:rPr dirty="0" smtClean="0" sz="2000" spc="-2" b="1">
                <a:latin typeface="Times New Roman"/>
                <a:cs typeface="Times New Roman"/>
              </a:rPr>
              <a:t>o</a:t>
            </a:r>
            <a:r>
              <a:rPr dirty="0" smtClean="0" sz="2000" spc="-2" b="1">
                <a:latin typeface="Times New Roman"/>
                <a:cs typeface="Times New Roman"/>
              </a:rPr>
              <a:t>w</a:t>
            </a:r>
            <a:r>
              <a:rPr dirty="0" smtClean="0" sz="2000" spc="-2" b="1">
                <a:latin typeface="Times New Roman"/>
                <a:cs typeface="Times New Roman"/>
              </a:rPr>
              <a:t>e</a:t>
            </a:r>
            <a:r>
              <a:rPr dirty="0" smtClean="0" sz="2000" spc="-2" b="1">
                <a:latin typeface="Times New Roman"/>
                <a:cs typeface="Times New Roman"/>
              </a:rPr>
              <a:t>r</a:t>
            </a:r>
            <a:r>
              <a:rPr dirty="0" smtClean="0" sz="2000" spc="-2" b="1">
                <a:latin typeface="Times New Roman"/>
                <a:cs typeface="Times New Roman"/>
              </a:rPr>
              <a:t> </a:t>
            </a:r>
            <a:r>
              <a:rPr dirty="0" smtClean="0" sz="2000" spc="-2" b="1">
                <a:latin typeface="Times New Roman"/>
                <a:cs typeface="Times New Roman"/>
              </a:rPr>
              <a:t>Cont</a:t>
            </a:r>
            <a:r>
              <a:rPr dirty="0" smtClean="0" sz="2000" spc="-2" b="1">
                <a:latin typeface="Times New Roman"/>
                <a:cs typeface="Times New Roman"/>
              </a:rPr>
              <a:t>r</a:t>
            </a:r>
            <a:r>
              <a:rPr dirty="0" smtClean="0" sz="2000" spc="-2" b="1">
                <a:latin typeface="Times New Roman"/>
                <a:cs typeface="Times New Roman"/>
              </a:rPr>
              <a:t>ol,</a:t>
            </a:r>
            <a:r>
              <a:rPr dirty="0" smtClean="0" sz="2000" spc="-2" b="1">
                <a:latin typeface="Times New Roman"/>
                <a:cs typeface="Times New Roman"/>
              </a:rPr>
              <a:t> </a:t>
            </a:r>
            <a:r>
              <a:rPr dirty="0" smtClean="0" sz="2000" spc="-2" b="1">
                <a:latin typeface="Times New Roman"/>
                <a:cs typeface="Times New Roman"/>
              </a:rPr>
              <a:t>D</a:t>
            </a:r>
            <a:r>
              <a:rPr dirty="0" smtClean="0" sz="2000" spc="-2" b="1">
                <a:latin typeface="Times New Roman"/>
                <a:cs typeface="Times New Roman"/>
              </a:rPr>
              <a:t>T</a:t>
            </a:r>
            <a:r>
              <a:rPr dirty="0" smtClean="0" sz="2000" spc="-2" b="1">
                <a:latin typeface="Times New Roman"/>
                <a:cs typeface="Times New Roman"/>
              </a:rPr>
              <a:t>X</a:t>
            </a:r>
            <a:r>
              <a:rPr dirty="0" smtClean="0" sz="2000" spc="-2" b="1">
                <a:latin typeface="Times New Roman"/>
                <a:cs typeface="Times New Roman"/>
              </a:rPr>
              <a:t>)</a:t>
            </a:r>
            <a:r>
              <a:rPr dirty="0" smtClean="0" sz="2000" spc="-2" b="1">
                <a:latin typeface="Times New Roman"/>
                <a:cs typeface="Times New Roman"/>
              </a:rPr>
              <a:t>.</a:t>
            </a:r>
            <a:r>
              <a:rPr dirty="0" smtClean="0" sz="2000" spc="-2" b="1">
                <a:latin typeface="Times New Roman"/>
                <a:cs typeface="Times New Roman"/>
              </a:rPr>
              <a:t> </a:t>
            </a:r>
            <a:r>
              <a:rPr dirty="0" smtClean="0" sz="2000" spc="-2" b="1">
                <a:latin typeface="Times New Roman"/>
                <a:cs typeface="Times New Roman"/>
              </a:rPr>
              <a:t>T</a:t>
            </a:r>
            <a:r>
              <a:rPr dirty="0" smtClean="0" sz="2000" spc="-2" b="1">
                <a:latin typeface="Times New Roman"/>
                <a:cs typeface="Times New Roman"/>
              </a:rPr>
              <a:t>h</a:t>
            </a:r>
            <a:r>
              <a:rPr dirty="0" smtClean="0" sz="2000" spc="-2" b="1">
                <a:latin typeface="Times New Roman"/>
                <a:cs typeface="Times New Roman"/>
              </a:rPr>
              <a:t>e</a:t>
            </a:r>
            <a:r>
              <a:rPr dirty="0" smtClean="0" sz="2000" spc="-2" b="1">
                <a:latin typeface="Times New Roman"/>
                <a:cs typeface="Times New Roman"/>
              </a:rPr>
              <a:t> </a:t>
            </a:r>
            <a:r>
              <a:rPr dirty="0" smtClean="0" sz="2000" spc="-2" b="1">
                <a:latin typeface="Times New Roman"/>
                <a:cs typeface="Times New Roman"/>
              </a:rPr>
              <a:t>m</a:t>
            </a:r>
            <a:r>
              <a:rPr dirty="0" smtClean="0" sz="2000" spc="-2" b="1">
                <a:latin typeface="Times New Roman"/>
                <a:cs typeface="Times New Roman"/>
              </a:rPr>
              <a:t>ost</a:t>
            </a:r>
            <a:r>
              <a:rPr dirty="0" smtClean="0" sz="2000" spc="-2" b="1">
                <a:latin typeface="Times New Roman"/>
                <a:cs typeface="Times New Roman"/>
              </a:rPr>
              <a:t> </a:t>
            </a:r>
            <a:r>
              <a:rPr dirty="0" smtClean="0" sz="2000" spc="-2" b="1">
                <a:latin typeface="Times New Roman"/>
                <a:cs typeface="Times New Roman"/>
              </a:rPr>
              <a:t>i</a:t>
            </a:r>
            <a:r>
              <a:rPr dirty="0" smtClean="0" sz="2000" spc="-2" b="1">
                <a:latin typeface="Times New Roman"/>
                <a:cs typeface="Times New Roman"/>
              </a:rPr>
              <a:t>m</a:t>
            </a:r>
            <a:r>
              <a:rPr dirty="0" smtClean="0" sz="2000" spc="-2" b="1">
                <a:latin typeface="Times New Roman"/>
                <a:cs typeface="Times New Roman"/>
              </a:rPr>
              <a:t>p</a:t>
            </a:r>
            <a:r>
              <a:rPr dirty="0" smtClean="0" sz="2000" spc="-2" b="1">
                <a:latin typeface="Times New Roman"/>
                <a:cs typeface="Times New Roman"/>
              </a:rPr>
              <a:t>o</a:t>
            </a:r>
            <a:r>
              <a:rPr dirty="0" smtClean="0" sz="2000" spc="-2" b="1">
                <a:latin typeface="Times New Roman"/>
                <a:cs typeface="Times New Roman"/>
              </a:rPr>
              <a:t>r</a:t>
            </a:r>
            <a:r>
              <a:rPr dirty="0" smtClean="0" sz="2000" spc="-2" b="1">
                <a:latin typeface="Times New Roman"/>
                <a:cs typeface="Times New Roman"/>
              </a:rPr>
              <a:t>tant</a:t>
            </a:r>
            <a:r>
              <a:rPr dirty="0" smtClean="0" sz="2000" spc="-2" b="1">
                <a:latin typeface="Times New Roman"/>
                <a:cs typeface="Times New Roman"/>
              </a:rPr>
              <a:t> </a:t>
            </a:r>
            <a:r>
              <a:rPr dirty="0" smtClean="0" sz="2000" spc="-2" b="1">
                <a:latin typeface="Times New Roman"/>
                <a:cs typeface="Times New Roman"/>
              </a:rPr>
              <a:t>f</a:t>
            </a:r>
            <a:r>
              <a:rPr dirty="0" smtClean="0" sz="2000" spc="-2" b="1">
                <a:latin typeface="Times New Roman"/>
                <a:cs typeface="Times New Roman"/>
              </a:rPr>
              <a:t>e</a:t>
            </a:r>
            <a:r>
              <a:rPr dirty="0" smtClean="0" sz="2000" spc="-2" b="1">
                <a:latin typeface="Times New Roman"/>
                <a:cs typeface="Times New Roman"/>
              </a:rPr>
              <a:t>atu</a:t>
            </a:r>
            <a:r>
              <a:rPr dirty="0" smtClean="0" sz="2000" spc="-2" b="1">
                <a:latin typeface="Times New Roman"/>
                <a:cs typeface="Times New Roman"/>
              </a:rPr>
              <a:t>r</a:t>
            </a:r>
            <a:r>
              <a:rPr dirty="0" smtClean="0" sz="2000" spc="-2" b="1">
                <a:latin typeface="Times New Roman"/>
                <a:cs typeface="Times New Roman"/>
              </a:rPr>
              <a:t>e</a:t>
            </a:r>
            <a:r>
              <a:rPr dirty="0" smtClean="0" sz="2000" spc="-2" b="1">
                <a:latin typeface="Times New Roman"/>
                <a:cs typeface="Times New Roman"/>
              </a:rPr>
              <a:t> </a:t>
            </a:r>
            <a:r>
              <a:rPr dirty="0" smtClean="0" sz="2000" spc="-2" b="1">
                <a:latin typeface="Times New Roman"/>
                <a:cs typeface="Times New Roman"/>
              </a:rPr>
              <a:t>is</a:t>
            </a:r>
            <a:r>
              <a:rPr dirty="0" smtClean="0" sz="2000" spc="-2" b="1">
                <a:latin typeface="Times New Roman"/>
                <a:cs typeface="Times New Roman"/>
              </a:rPr>
              <a:t> </a:t>
            </a:r>
            <a:r>
              <a:rPr dirty="0" smtClean="0" sz="2000" spc="-2" b="1">
                <a:latin typeface="Times New Roman"/>
                <a:cs typeface="Times New Roman"/>
              </a:rPr>
              <a:t>f</a:t>
            </a:r>
            <a:r>
              <a:rPr dirty="0" smtClean="0" sz="2000" spc="-2" b="1">
                <a:latin typeface="Times New Roman"/>
                <a:cs typeface="Times New Roman"/>
              </a:rPr>
              <a:t>r</a:t>
            </a:r>
            <a:r>
              <a:rPr dirty="0" smtClean="0" sz="2000" spc="-2" b="1">
                <a:latin typeface="Times New Roman"/>
                <a:cs typeface="Times New Roman"/>
              </a:rPr>
              <a:t>e</a:t>
            </a:r>
            <a:r>
              <a:rPr dirty="0" smtClean="0" sz="2000" spc="-2" b="1">
                <a:latin typeface="Times New Roman"/>
                <a:cs typeface="Times New Roman"/>
              </a:rPr>
              <a:t>q</a:t>
            </a:r>
            <a:r>
              <a:rPr dirty="0" smtClean="0" sz="2000" spc="-2" b="1">
                <a:latin typeface="Times New Roman"/>
                <a:cs typeface="Times New Roman"/>
              </a:rPr>
              <a:t>u</a:t>
            </a:r>
            <a:r>
              <a:rPr dirty="0" smtClean="0" sz="2000" spc="-2" b="1">
                <a:latin typeface="Times New Roman"/>
                <a:cs typeface="Times New Roman"/>
              </a:rPr>
              <a:t>e</a:t>
            </a:r>
            <a:r>
              <a:rPr dirty="0" smtClean="0" sz="2000" spc="-2" b="1">
                <a:latin typeface="Times New Roman"/>
                <a:cs typeface="Times New Roman"/>
              </a:rPr>
              <a:t>n</a:t>
            </a:r>
            <a:r>
              <a:rPr dirty="0" smtClean="0" sz="2000" spc="-2" b="1">
                <a:latin typeface="Times New Roman"/>
                <a:cs typeface="Times New Roman"/>
              </a:rPr>
              <a:t>c</a:t>
            </a:r>
            <a:r>
              <a:rPr dirty="0" smtClean="0" sz="2000" spc="-2" b="1">
                <a:latin typeface="Times New Roman"/>
                <a:cs typeface="Times New Roman"/>
              </a:rPr>
              <a:t>y</a:t>
            </a:r>
            <a:r>
              <a:rPr dirty="0" smtClean="0" sz="2000" spc="-2" b="1">
                <a:latin typeface="Times New Roman"/>
                <a:cs typeface="Times New Roman"/>
              </a:rPr>
              <a:t> </a:t>
            </a:r>
            <a:r>
              <a:rPr dirty="0" smtClean="0" sz="2000" spc="-2" b="1">
                <a:latin typeface="Times New Roman"/>
                <a:cs typeface="Times New Roman"/>
              </a:rPr>
              <a:t>h</a:t>
            </a:r>
            <a:r>
              <a:rPr dirty="0" smtClean="0" sz="2000" spc="-2" b="1">
                <a:latin typeface="Times New Roman"/>
                <a:cs typeface="Times New Roman"/>
              </a:rPr>
              <a:t>o</a:t>
            </a:r>
            <a:r>
              <a:rPr dirty="0" smtClean="0" sz="2000" spc="-2" b="1">
                <a:latin typeface="Times New Roman"/>
                <a:cs typeface="Times New Roman"/>
              </a:rPr>
              <a:t>p</a:t>
            </a:r>
            <a:r>
              <a:rPr dirty="0" smtClean="0" sz="2000" spc="-2" b="1">
                <a:latin typeface="Times New Roman"/>
                <a:cs typeface="Times New Roman"/>
              </a:rPr>
              <a:t>p</a:t>
            </a:r>
            <a:r>
              <a:rPr dirty="0" smtClean="0" sz="2000" spc="-2" b="1">
                <a:latin typeface="Times New Roman"/>
                <a:cs typeface="Times New Roman"/>
              </a:rPr>
              <a:t>i</a:t>
            </a:r>
            <a:r>
              <a:rPr dirty="0" smtClean="0" sz="2000" spc="-2" b="1">
                <a:latin typeface="Times New Roman"/>
                <a:cs typeface="Times New Roman"/>
              </a:rPr>
              <a:t>n</a:t>
            </a:r>
            <a:r>
              <a:rPr dirty="0" smtClean="0" sz="2000" spc="-2" b="1">
                <a:latin typeface="Times New Roman"/>
                <a:cs typeface="Times New Roman"/>
              </a:rPr>
              <a:t>g</a:t>
            </a:r>
            <a:r>
              <a:rPr dirty="0" smtClean="0" sz="2000" spc="-2" b="1">
                <a:latin typeface="Times New Roman"/>
                <a:cs typeface="Times New Roman"/>
              </a:rPr>
              <a:t> </a:t>
            </a:r>
            <a:r>
              <a:rPr dirty="0" smtClean="0" sz="2000" spc="-2" b="1">
                <a:latin typeface="Times New Roman"/>
                <a:cs typeface="Times New Roman"/>
              </a:rPr>
              <a:t>a</a:t>
            </a:r>
            <a:r>
              <a:rPr dirty="0" smtClean="0" sz="2000" spc="-2" b="1">
                <a:latin typeface="Times New Roman"/>
                <a:cs typeface="Times New Roman"/>
              </a:rPr>
              <a:t>n</a:t>
            </a:r>
            <a:r>
              <a:rPr dirty="0" smtClean="0" sz="2000" spc="-2" b="1">
                <a:latin typeface="Times New Roman"/>
                <a:cs typeface="Times New Roman"/>
              </a:rPr>
              <a:t>d</a:t>
            </a:r>
            <a:r>
              <a:rPr dirty="0" smtClean="0" sz="2000" spc="-2" b="1">
                <a:latin typeface="Times New Roman"/>
                <a:cs typeface="Times New Roman"/>
              </a:rPr>
              <a:t> </a:t>
            </a:r>
            <a:r>
              <a:rPr dirty="0" smtClean="0" sz="2000" spc="-2" b="1">
                <a:latin typeface="Times New Roman"/>
                <a:cs typeface="Times New Roman"/>
              </a:rPr>
              <a:t>the</a:t>
            </a:r>
            <a:r>
              <a:rPr dirty="0" smtClean="0" sz="2000" spc="-2" b="1">
                <a:latin typeface="Times New Roman"/>
                <a:cs typeface="Times New Roman"/>
              </a:rPr>
              <a:t> </a:t>
            </a:r>
            <a:r>
              <a:rPr dirty="0" smtClean="0" sz="2000" spc="-2" b="1">
                <a:latin typeface="Times New Roman"/>
                <a:cs typeface="Times New Roman"/>
              </a:rPr>
              <a:t>ho</a:t>
            </a:r>
            <a:r>
              <a:rPr dirty="0" smtClean="0" sz="2000" spc="-2" b="1">
                <a:latin typeface="Times New Roman"/>
                <a:cs typeface="Times New Roman"/>
              </a:rPr>
              <a:t>p</a:t>
            </a:r>
            <a:r>
              <a:rPr dirty="0" smtClean="0" sz="2000" spc="-2" b="1">
                <a:latin typeface="Times New Roman"/>
                <a:cs typeface="Times New Roman"/>
              </a:rPr>
              <a:t>p</a:t>
            </a:r>
            <a:r>
              <a:rPr dirty="0" smtClean="0" sz="2000" spc="-2" b="1">
                <a:latin typeface="Times New Roman"/>
                <a:cs typeface="Times New Roman"/>
              </a:rPr>
              <a:t>i</a:t>
            </a:r>
            <a:r>
              <a:rPr dirty="0" smtClean="0" sz="2000" spc="-2" b="1">
                <a:latin typeface="Times New Roman"/>
                <a:cs typeface="Times New Roman"/>
              </a:rPr>
              <a:t>n</a:t>
            </a:r>
            <a:r>
              <a:rPr dirty="0" smtClean="0" sz="2000" spc="-2" b="1">
                <a:latin typeface="Times New Roman"/>
                <a:cs typeface="Times New Roman"/>
              </a:rPr>
              <a:t>g</a:t>
            </a:r>
            <a:r>
              <a:rPr dirty="0" smtClean="0" sz="2000" spc="-2" b="1">
                <a:latin typeface="Times New Roman"/>
                <a:cs typeface="Times New Roman"/>
              </a:rPr>
              <a:t> </a:t>
            </a:r>
            <a:r>
              <a:rPr dirty="0" smtClean="0" sz="2000" spc="-2" b="1">
                <a:latin typeface="Times New Roman"/>
                <a:cs typeface="Times New Roman"/>
              </a:rPr>
              <a:t>s</a:t>
            </a:r>
            <a:r>
              <a:rPr dirty="0" smtClean="0" sz="2000" spc="-2" b="1">
                <a:latin typeface="Times New Roman"/>
                <a:cs typeface="Times New Roman"/>
              </a:rPr>
              <a:t>h</a:t>
            </a:r>
            <a:r>
              <a:rPr dirty="0" smtClean="0" sz="2000" spc="-2" b="1">
                <a:latin typeface="Times New Roman"/>
                <a:cs typeface="Times New Roman"/>
              </a:rPr>
              <a:t>o</a:t>
            </a:r>
            <a:r>
              <a:rPr dirty="0" smtClean="0" sz="2000" spc="-2" b="1">
                <a:latin typeface="Times New Roman"/>
                <a:cs typeface="Times New Roman"/>
              </a:rPr>
              <a:t>u</a:t>
            </a:r>
            <a:r>
              <a:rPr dirty="0" smtClean="0" sz="2000" spc="-2" b="1">
                <a:latin typeface="Times New Roman"/>
                <a:cs typeface="Times New Roman"/>
              </a:rPr>
              <a:t>ld</a:t>
            </a:r>
            <a:r>
              <a:rPr dirty="0" smtClean="0" sz="2000" spc="-2" b="1">
                <a:latin typeface="Times New Roman"/>
                <a:cs typeface="Times New Roman"/>
              </a:rPr>
              <a:t> </a:t>
            </a:r>
            <a:r>
              <a:rPr dirty="0" smtClean="0" sz="2000" spc="-2" b="1">
                <a:latin typeface="Times New Roman"/>
                <a:cs typeface="Times New Roman"/>
              </a:rPr>
              <a:t>b</a:t>
            </a:r>
            <a:r>
              <a:rPr dirty="0" smtClean="0" sz="2000" spc="-2" b="1">
                <a:latin typeface="Times New Roman"/>
                <a:cs typeface="Times New Roman"/>
              </a:rPr>
              <a:t>e</a:t>
            </a:r>
            <a:r>
              <a:rPr dirty="0" smtClean="0" sz="2000" spc="-2" b="1">
                <a:latin typeface="Times New Roman"/>
                <a:cs typeface="Times New Roman"/>
              </a:rPr>
              <a:t> </a:t>
            </a:r>
            <a:r>
              <a:rPr dirty="0" smtClean="0" sz="2000" spc="-2" b="1">
                <a:latin typeface="Times New Roman"/>
                <a:cs typeface="Times New Roman"/>
              </a:rPr>
              <a:t>m</a:t>
            </a:r>
            <a:r>
              <a:rPr dirty="0" smtClean="0" sz="2000" spc="-2" b="1">
                <a:latin typeface="Times New Roman"/>
                <a:cs typeface="Times New Roman"/>
              </a:rPr>
              <a:t>a</a:t>
            </a:r>
            <a:r>
              <a:rPr dirty="0" smtClean="0" sz="2000" spc="-2" b="1">
                <a:latin typeface="Times New Roman"/>
                <a:cs typeface="Times New Roman"/>
              </a:rPr>
              <a:t>d</a:t>
            </a:r>
            <a:r>
              <a:rPr dirty="0" smtClean="0" sz="2000" spc="-2" b="1">
                <a:latin typeface="Times New Roman"/>
                <a:cs typeface="Times New Roman"/>
              </a:rPr>
              <a:t>e</a:t>
            </a:r>
            <a:r>
              <a:rPr dirty="0" smtClean="0" sz="2000" spc="-2" b="1">
                <a:latin typeface="Times New Roman"/>
                <a:cs typeface="Times New Roman"/>
              </a:rPr>
              <a:t> </a:t>
            </a:r>
            <a:r>
              <a:rPr dirty="0" smtClean="0" sz="2000" spc="-2" b="1">
                <a:latin typeface="Times New Roman"/>
                <a:cs typeface="Times New Roman"/>
              </a:rPr>
              <a:t>ov</a:t>
            </a:r>
            <a:r>
              <a:rPr dirty="0" smtClean="0" sz="2000" spc="-2" b="1">
                <a:latin typeface="Times New Roman"/>
                <a:cs typeface="Times New Roman"/>
              </a:rPr>
              <a:t>e</a:t>
            </a:r>
            <a:r>
              <a:rPr dirty="0" smtClean="0" sz="2000" spc="-2" b="1">
                <a:latin typeface="Times New Roman"/>
                <a:cs typeface="Times New Roman"/>
              </a:rPr>
              <a:t>r</a:t>
            </a:r>
            <a:r>
              <a:rPr dirty="0" smtClean="0" sz="2000" spc="-2" b="1">
                <a:latin typeface="Times New Roman"/>
                <a:cs typeface="Times New Roman"/>
              </a:rPr>
              <a:t> </a:t>
            </a:r>
            <a:r>
              <a:rPr dirty="0" smtClean="0" sz="2000" spc="-2" b="1">
                <a:latin typeface="Times New Roman"/>
                <a:cs typeface="Times New Roman"/>
              </a:rPr>
              <a:t>as</a:t>
            </a:r>
            <a:r>
              <a:rPr dirty="0" smtClean="0" sz="2000" spc="-2" b="1">
                <a:latin typeface="Times New Roman"/>
                <a:cs typeface="Times New Roman"/>
              </a:rPr>
              <a:t> </a:t>
            </a:r>
            <a:r>
              <a:rPr dirty="0" smtClean="0" sz="2000" spc="-2" b="1">
                <a:latin typeface="Times New Roman"/>
                <a:cs typeface="Times New Roman"/>
              </a:rPr>
              <a:t>m</a:t>
            </a:r>
            <a:r>
              <a:rPr dirty="0" smtClean="0" sz="2000" spc="-2" b="1">
                <a:latin typeface="Times New Roman"/>
                <a:cs typeface="Times New Roman"/>
              </a:rPr>
              <a:t>a</a:t>
            </a:r>
            <a:r>
              <a:rPr dirty="0" smtClean="0" sz="2000" spc="-2" b="1">
                <a:latin typeface="Times New Roman"/>
                <a:cs typeface="Times New Roman"/>
              </a:rPr>
              <a:t>n</a:t>
            </a:r>
            <a:r>
              <a:rPr dirty="0" smtClean="0" sz="2000" spc="-2" b="1">
                <a:latin typeface="Times New Roman"/>
                <a:cs typeface="Times New Roman"/>
              </a:rPr>
              <a:t>y</a:t>
            </a:r>
            <a:r>
              <a:rPr dirty="0" smtClean="0" sz="2000" spc="-2" b="1">
                <a:latin typeface="Times New Roman"/>
                <a:cs typeface="Times New Roman"/>
              </a:rPr>
              <a:t> </a:t>
            </a:r>
            <a:r>
              <a:rPr dirty="0" smtClean="0" sz="2000" spc="-2" b="1">
                <a:latin typeface="Times New Roman"/>
                <a:cs typeface="Times New Roman"/>
              </a:rPr>
              <a:t>f</a:t>
            </a:r>
            <a:r>
              <a:rPr dirty="0" smtClean="0" sz="2000" spc="-2" b="1">
                <a:latin typeface="Times New Roman"/>
                <a:cs typeface="Times New Roman"/>
              </a:rPr>
              <a:t>r</a:t>
            </a:r>
            <a:r>
              <a:rPr dirty="0" smtClean="0" sz="2000" spc="-2" b="1">
                <a:latin typeface="Times New Roman"/>
                <a:cs typeface="Times New Roman"/>
              </a:rPr>
              <a:t>e</a:t>
            </a:r>
            <a:r>
              <a:rPr dirty="0" smtClean="0" sz="2000" spc="-2" b="1">
                <a:latin typeface="Times New Roman"/>
                <a:cs typeface="Times New Roman"/>
              </a:rPr>
              <a:t>q</a:t>
            </a:r>
            <a:r>
              <a:rPr dirty="0" smtClean="0" sz="2000" spc="-2" b="1">
                <a:latin typeface="Times New Roman"/>
                <a:cs typeface="Times New Roman"/>
              </a:rPr>
              <a:t>u</a:t>
            </a:r>
            <a:r>
              <a:rPr dirty="0" smtClean="0" sz="2000" spc="-2" b="1">
                <a:latin typeface="Times New Roman"/>
                <a:cs typeface="Times New Roman"/>
              </a:rPr>
              <a:t>e</a:t>
            </a:r>
            <a:r>
              <a:rPr dirty="0" smtClean="0" sz="2000" spc="-2" b="1">
                <a:latin typeface="Times New Roman"/>
                <a:cs typeface="Times New Roman"/>
              </a:rPr>
              <a:t>n</a:t>
            </a:r>
            <a:r>
              <a:rPr dirty="0" smtClean="0" sz="2000" spc="-2" b="1">
                <a:latin typeface="Times New Roman"/>
                <a:cs typeface="Times New Roman"/>
              </a:rPr>
              <a:t>c</a:t>
            </a:r>
            <a:r>
              <a:rPr dirty="0" smtClean="0" sz="2000" spc="-2" b="1">
                <a:latin typeface="Times New Roman"/>
                <a:cs typeface="Times New Roman"/>
              </a:rPr>
              <a:t>ies</a:t>
            </a:r>
            <a:r>
              <a:rPr dirty="0" smtClean="0" sz="2000" spc="-2" b="1">
                <a:latin typeface="Times New Roman"/>
                <a:cs typeface="Times New Roman"/>
              </a:rPr>
              <a:t> </a:t>
            </a:r>
            <a:r>
              <a:rPr dirty="0" smtClean="0" sz="2000" spc="-2" b="1">
                <a:latin typeface="Times New Roman"/>
                <a:cs typeface="Times New Roman"/>
              </a:rPr>
              <a:t>as</a:t>
            </a:r>
            <a:r>
              <a:rPr dirty="0" smtClean="0" sz="2000" spc="-2" b="1">
                <a:latin typeface="Times New Roman"/>
                <a:cs typeface="Times New Roman"/>
              </a:rPr>
              <a:t> </a:t>
            </a:r>
            <a:r>
              <a:rPr dirty="0" smtClean="0" sz="2000" spc="-2" b="1">
                <a:latin typeface="Times New Roman"/>
                <a:cs typeface="Times New Roman"/>
              </a:rPr>
              <a:t>p</a:t>
            </a:r>
            <a:r>
              <a:rPr dirty="0" smtClean="0" sz="2000" spc="-2" b="1">
                <a:latin typeface="Times New Roman"/>
                <a:cs typeface="Times New Roman"/>
              </a:rPr>
              <a:t>oss</a:t>
            </a:r>
            <a:r>
              <a:rPr dirty="0" smtClean="0" sz="2000" spc="-2" b="1">
                <a:latin typeface="Times New Roman"/>
                <a:cs typeface="Times New Roman"/>
              </a:rPr>
              <a:t>i</a:t>
            </a:r>
            <a:r>
              <a:rPr dirty="0" smtClean="0" sz="2000" spc="-2" b="1">
                <a:latin typeface="Times New Roman"/>
                <a:cs typeface="Times New Roman"/>
              </a:rPr>
              <a:t>b</a:t>
            </a:r>
            <a:r>
              <a:rPr dirty="0" smtClean="0" sz="2000" spc="-2" b="1">
                <a:latin typeface="Times New Roman"/>
                <a:cs typeface="Times New Roman"/>
              </a:rPr>
              <a:t>le.</a:t>
            </a:r>
            <a:endParaRPr sz="2000">
              <a:latin typeface="Times New Roman"/>
              <a:cs typeface="Times New Roman"/>
            </a:endParaRPr>
          </a:p>
          <a:p>
            <a:pPr marL="12700" marR="223823">
              <a:lnSpc>
                <a:spcPct val="100041"/>
              </a:lnSpc>
              <a:spcBef>
                <a:spcPts val="480"/>
              </a:spcBef>
            </a:pPr>
            <a:r>
              <a:rPr dirty="0" smtClean="0" sz="2000" spc="-3" b="1">
                <a:latin typeface="Times New Roman"/>
                <a:cs typeface="Times New Roman"/>
              </a:rPr>
              <a:t>T</a:t>
            </a:r>
            <a:r>
              <a:rPr dirty="0" smtClean="0" sz="2000" spc="-3" b="1">
                <a:latin typeface="Times New Roman"/>
                <a:cs typeface="Times New Roman"/>
              </a:rPr>
              <a:t>h</a:t>
            </a:r>
            <a:r>
              <a:rPr dirty="0" smtClean="0" sz="2000" spc="-3" b="1">
                <a:latin typeface="Times New Roman"/>
                <a:cs typeface="Times New Roman"/>
              </a:rPr>
              <a:t>e</a:t>
            </a:r>
            <a:r>
              <a:rPr dirty="0" smtClean="0" sz="2000" spc="-3" b="1">
                <a:latin typeface="Times New Roman"/>
                <a:cs typeface="Times New Roman"/>
              </a:rPr>
              <a:t> </a:t>
            </a:r>
            <a:r>
              <a:rPr dirty="0" smtClean="0" sz="2000" spc="-3" b="1">
                <a:latin typeface="Times New Roman"/>
                <a:cs typeface="Times New Roman"/>
              </a:rPr>
              <a:t>TCH</a:t>
            </a:r>
            <a:r>
              <a:rPr dirty="0" smtClean="0" sz="2000" spc="-3" b="1">
                <a:latin typeface="Times New Roman"/>
                <a:cs typeface="Times New Roman"/>
              </a:rPr>
              <a:t> </a:t>
            </a:r>
            <a:r>
              <a:rPr dirty="0" smtClean="0" sz="2000" spc="-3" b="1">
                <a:latin typeface="Times New Roman"/>
                <a:cs typeface="Times New Roman"/>
              </a:rPr>
              <a:t>f</a:t>
            </a:r>
            <a:r>
              <a:rPr dirty="0" smtClean="0" sz="2000" spc="-3" b="1">
                <a:latin typeface="Times New Roman"/>
                <a:cs typeface="Times New Roman"/>
              </a:rPr>
              <a:t>r</a:t>
            </a:r>
            <a:r>
              <a:rPr dirty="0" smtClean="0" sz="2000" spc="-3" b="1">
                <a:latin typeface="Times New Roman"/>
                <a:cs typeface="Times New Roman"/>
              </a:rPr>
              <a:t>e</a:t>
            </a:r>
            <a:r>
              <a:rPr dirty="0" smtClean="0" sz="2000" spc="-3" b="1">
                <a:latin typeface="Times New Roman"/>
                <a:cs typeface="Times New Roman"/>
              </a:rPr>
              <a:t>q</a:t>
            </a:r>
            <a:r>
              <a:rPr dirty="0" smtClean="0" sz="2000" spc="-3" b="1">
                <a:latin typeface="Times New Roman"/>
                <a:cs typeface="Times New Roman"/>
              </a:rPr>
              <a:t>u</a:t>
            </a:r>
            <a:r>
              <a:rPr dirty="0" smtClean="0" sz="2000" spc="-3" b="1">
                <a:latin typeface="Times New Roman"/>
                <a:cs typeface="Times New Roman"/>
              </a:rPr>
              <a:t>e</a:t>
            </a:r>
            <a:r>
              <a:rPr dirty="0" smtClean="0" sz="2000" spc="-3" b="1">
                <a:latin typeface="Times New Roman"/>
                <a:cs typeface="Times New Roman"/>
              </a:rPr>
              <a:t>n</a:t>
            </a:r>
            <a:r>
              <a:rPr dirty="0" smtClean="0" sz="2000" spc="-3" b="1">
                <a:latin typeface="Times New Roman"/>
                <a:cs typeface="Times New Roman"/>
              </a:rPr>
              <a:t>c</a:t>
            </a:r>
            <a:r>
              <a:rPr dirty="0" smtClean="0" sz="2000" spc="-3" b="1">
                <a:latin typeface="Times New Roman"/>
                <a:cs typeface="Times New Roman"/>
              </a:rPr>
              <a:t>ies</a:t>
            </a:r>
            <a:r>
              <a:rPr dirty="0" smtClean="0" sz="2000" spc="-3" b="1">
                <a:latin typeface="Times New Roman"/>
                <a:cs typeface="Times New Roman"/>
              </a:rPr>
              <a:t> </a:t>
            </a:r>
            <a:r>
              <a:rPr dirty="0" smtClean="0" sz="2000" spc="-3" b="1">
                <a:latin typeface="Times New Roman"/>
                <a:cs typeface="Times New Roman"/>
              </a:rPr>
              <a:t>a</a:t>
            </a:r>
            <a:r>
              <a:rPr dirty="0" smtClean="0" sz="2000" spc="-3" b="1">
                <a:latin typeface="Times New Roman"/>
                <a:cs typeface="Times New Roman"/>
              </a:rPr>
              <a:t>r</a:t>
            </a:r>
            <a:r>
              <a:rPr dirty="0" smtClean="0" sz="2000" spc="-3" b="1">
                <a:latin typeface="Times New Roman"/>
                <a:cs typeface="Times New Roman"/>
              </a:rPr>
              <a:t>e</a:t>
            </a:r>
            <a:r>
              <a:rPr dirty="0" smtClean="0" sz="2000" spc="-3" b="1">
                <a:latin typeface="Times New Roman"/>
                <a:cs typeface="Times New Roman"/>
              </a:rPr>
              <a:t> </a:t>
            </a:r>
            <a:r>
              <a:rPr dirty="0" smtClean="0" sz="2000" spc="-3" b="1">
                <a:latin typeface="Times New Roman"/>
                <a:cs typeface="Times New Roman"/>
              </a:rPr>
              <a:t>p</a:t>
            </a:r>
            <a:r>
              <a:rPr dirty="0" smtClean="0" sz="2000" spc="-3" b="1">
                <a:latin typeface="Times New Roman"/>
                <a:cs typeface="Times New Roman"/>
              </a:rPr>
              <a:t>la</a:t>
            </a:r>
            <a:r>
              <a:rPr dirty="0" smtClean="0" sz="2000" spc="-3" b="1">
                <a:latin typeface="Times New Roman"/>
                <a:cs typeface="Times New Roman"/>
              </a:rPr>
              <a:t>n</a:t>
            </a:r>
            <a:r>
              <a:rPr dirty="0" smtClean="0" sz="2000" spc="-3" b="1">
                <a:latin typeface="Times New Roman"/>
                <a:cs typeface="Times New Roman"/>
              </a:rPr>
              <a:t>n</a:t>
            </a:r>
            <a:r>
              <a:rPr dirty="0" smtClean="0" sz="2000" spc="-3" b="1">
                <a:latin typeface="Times New Roman"/>
                <a:cs typeface="Times New Roman"/>
              </a:rPr>
              <a:t>e</a:t>
            </a:r>
            <a:r>
              <a:rPr dirty="0" smtClean="0" sz="2000" spc="-3" b="1">
                <a:latin typeface="Times New Roman"/>
                <a:cs typeface="Times New Roman"/>
              </a:rPr>
              <a:t>d</a:t>
            </a:r>
            <a:r>
              <a:rPr dirty="0" smtClean="0" sz="2000" spc="-3" b="1">
                <a:latin typeface="Times New Roman"/>
                <a:cs typeface="Times New Roman"/>
              </a:rPr>
              <a:t> </a:t>
            </a:r>
            <a:r>
              <a:rPr dirty="0" smtClean="0" sz="2000" spc="-3" b="1">
                <a:latin typeface="Times New Roman"/>
                <a:cs typeface="Times New Roman"/>
              </a:rPr>
              <a:t>in</a:t>
            </a:r>
            <a:r>
              <a:rPr dirty="0" smtClean="0" sz="2000" spc="-3" b="1">
                <a:latin typeface="Times New Roman"/>
                <a:cs typeface="Times New Roman"/>
              </a:rPr>
              <a:t> </a:t>
            </a:r>
            <a:r>
              <a:rPr dirty="0" smtClean="0" sz="2000" spc="-3" b="1">
                <a:latin typeface="Times New Roman"/>
                <a:cs typeface="Times New Roman"/>
              </a:rPr>
              <a:t>d</a:t>
            </a:r>
            <a:r>
              <a:rPr dirty="0" smtClean="0" sz="2000" spc="-3" b="1">
                <a:latin typeface="Times New Roman"/>
                <a:cs typeface="Times New Roman"/>
              </a:rPr>
              <a:t>i</a:t>
            </a:r>
            <a:r>
              <a:rPr dirty="0" smtClean="0" sz="2000" spc="-3" b="1">
                <a:latin typeface="Times New Roman"/>
                <a:cs typeface="Times New Roman"/>
              </a:rPr>
              <a:t>f</a:t>
            </a:r>
            <a:r>
              <a:rPr dirty="0" smtClean="0" sz="2000" spc="-3" b="1">
                <a:latin typeface="Times New Roman"/>
                <a:cs typeface="Times New Roman"/>
              </a:rPr>
              <a:t>f</a:t>
            </a:r>
            <a:r>
              <a:rPr dirty="0" smtClean="0" sz="2000" spc="-3" b="1">
                <a:latin typeface="Times New Roman"/>
                <a:cs typeface="Times New Roman"/>
              </a:rPr>
              <a:t>e</a:t>
            </a:r>
            <a:r>
              <a:rPr dirty="0" smtClean="0" sz="2000" spc="-3" b="1">
                <a:latin typeface="Times New Roman"/>
                <a:cs typeface="Times New Roman"/>
              </a:rPr>
              <a:t>r</a:t>
            </a:r>
            <a:r>
              <a:rPr dirty="0" smtClean="0" sz="2000" spc="-3" b="1">
                <a:latin typeface="Times New Roman"/>
                <a:cs typeface="Times New Roman"/>
              </a:rPr>
              <a:t>e</a:t>
            </a:r>
            <a:r>
              <a:rPr dirty="0" smtClean="0" sz="2000" spc="-3" b="1">
                <a:latin typeface="Times New Roman"/>
                <a:cs typeface="Times New Roman"/>
              </a:rPr>
              <a:t>n</a:t>
            </a:r>
            <a:r>
              <a:rPr dirty="0" smtClean="0" sz="2000" spc="-3" b="1">
                <a:latin typeface="Times New Roman"/>
                <a:cs typeface="Times New Roman"/>
              </a:rPr>
              <a:t>t</a:t>
            </a:r>
            <a:r>
              <a:rPr dirty="0" smtClean="0" sz="2000" spc="-3" b="1">
                <a:latin typeface="Times New Roman"/>
                <a:cs typeface="Times New Roman"/>
              </a:rPr>
              <a:t> </a:t>
            </a:r>
            <a:r>
              <a:rPr dirty="0" smtClean="0" sz="2000" spc="-3" b="1">
                <a:latin typeface="Times New Roman"/>
                <a:cs typeface="Times New Roman"/>
              </a:rPr>
              <a:t>laye</a:t>
            </a:r>
            <a:r>
              <a:rPr dirty="0" smtClean="0" sz="2000" spc="-3" b="1">
                <a:latin typeface="Times New Roman"/>
                <a:cs typeface="Times New Roman"/>
              </a:rPr>
              <a:t>r</a:t>
            </a:r>
            <a:r>
              <a:rPr dirty="0" smtClean="0" sz="2000" spc="-3" b="1">
                <a:latin typeface="Times New Roman"/>
                <a:cs typeface="Times New Roman"/>
              </a:rPr>
              <a:t>s</a:t>
            </a:r>
            <a:r>
              <a:rPr dirty="0" smtClean="0" sz="2000" spc="-3" b="1">
                <a:latin typeface="Times New Roman"/>
                <a:cs typeface="Times New Roman"/>
              </a:rPr>
              <a:t> </a:t>
            </a:r>
            <a:r>
              <a:rPr dirty="0" smtClean="0" sz="2000" spc="-3" b="1">
                <a:latin typeface="Times New Roman"/>
                <a:cs typeface="Times New Roman"/>
              </a:rPr>
              <a:t>w</a:t>
            </a:r>
            <a:r>
              <a:rPr dirty="0" smtClean="0" sz="2000" spc="-3" b="1">
                <a:latin typeface="Times New Roman"/>
                <a:cs typeface="Times New Roman"/>
              </a:rPr>
              <a:t>ith</a:t>
            </a:r>
            <a:r>
              <a:rPr dirty="0" smtClean="0" sz="2000" spc="-3" b="1">
                <a:latin typeface="Times New Roman"/>
                <a:cs typeface="Times New Roman"/>
              </a:rPr>
              <a:t> </a:t>
            </a:r>
            <a:r>
              <a:rPr dirty="0" smtClean="0" sz="2000" spc="-3" b="1">
                <a:latin typeface="Times New Roman"/>
                <a:cs typeface="Times New Roman"/>
              </a:rPr>
              <a:t>i</a:t>
            </a:r>
            <a:r>
              <a:rPr dirty="0" smtClean="0" sz="2000" spc="-3" b="1">
                <a:latin typeface="Times New Roman"/>
                <a:cs typeface="Times New Roman"/>
              </a:rPr>
              <a:t>n</a:t>
            </a:r>
            <a:r>
              <a:rPr dirty="0" smtClean="0" sz="2000" spc="-3" b="1">
                <a:latin typeface="Times New Roman"/>
                <a:cs typeface="Times New Roman"/>
              </a:rPr>
              <a:t>d</a:t>
            </a:r>
            <a:r>
              <a:rPr dirty="0" smtClean="0" sz="2000" spc="-3" b="1">
                <a:latin typeface="Times New Roman"/>
                <a:cs typeface="Times New Roman"/>
              </a:rPr>
              <a:t>e</a:t>
            </a:r>
            <a:r>
              <a:rPr dirty="0" smtClean="0" sz="2000" spc="-3" b="1">
                <a:latin typeface="Times New Roman"/>
                <a:cs typeface="Times New Roman"/>
              </a:rPr>
              <a:t>p</a:t>
            </a:r>
            <a:r>
              <a:rPr dirty="0" smtClean="0" sz="2000" spc="-3" b="1">
                <a:latin typeface="Times New Roman"/>
                <a:cs typeface="Times New Roman"/>
              </a:rPr>
              <a:t>e</a:t>
            </a:r>
            <a:r>
              <a:rPr dirty="0" smtClean="0" sz="2000" spc="-3" b="1">
                <a:latin typeface="Times New Roman"/>
                <a:cs typeface="Times New Roman"/>
              </a:rPr>
              <a:t>n</a:t>
            </a:r>
            <a:r>
              <a:rPr dirty="0" smtClean="0" sz="2000" spc="-3" b="1">
                <a:latin typeface="Times New Roman"/>
                <a:cs typeface="Times New Roman"/>
              </a:rPr>
              <a:t>d</a:t>
            </a:r>
            <a:r>
              <a:rPr dirty="0" smtClean="0" sz="2000" spc="-3" b="1">
                <a:latin typeface="Times New Roman"/>
                <a:cs typeface="Times New Roman"/>
              </a:rPr>
              <a:t>e</a:t>
            </a:r>
            <a:r>
              <a:rPr dirty="0" smtClean="0" sz="2000" spc="-3" b="1">
                <a:latin typeface="Times New Roman"/>
                <a:cs typeface="Times New Roman"/>
              </a:rPr>
              <a:t>n</a:t>
            </a:r>
            <a:r>
              <a:rPr dirty="0" smtClean="0" sz="2000" spc="-3" b="1">
                <a:latin typeface="Times New Roman"/>
                <a:cs typeface="Times New Roman"/>
              </a:rPr>
              <a:t>t</a:t>
            </a:r>
            <a:r>
              <a:rPr dirty="0" smtClean="0" sz="2000" spc="-3" b="1">
                <a:latin typeface="Times New Roman"/>
                <a:cs typeface="Times New Roman"/>
              </a:rPr>
              <a:t> </a:t>
            </a:r>
            <a:r>
              <a:rPr dirty="0" smtClean="0" sz="2000" spc="-3" b="1">
                <a:latin typeface="Times New Roman"/>
                <a:cs typeface="Times New Roman"/>
              </a:rPr>
              <a:t>r</a:t>
            </a:r>
            <a:r>
              <a:rPr dirty="0" smtClean="0" sz="2000" spc="-3" b="1">
                <a:latin typeface="Times New Roman"/>
                <a:cs typeface="Times New Roman"/>
              </a:rPr>
              <a:t>e</a:t>
            </a:r>
            <a:r>
              <a:rPr dirty="0" smtClean="0" sz="2000" spc="-3" b="1">
                <a:latin typeface="Times New Roman"/>
                <a:cs typeface="Times New Roman"/>
              </a:rPr>
              <a:t>-</a:t>
            </a:r>
            <a:r>
              <a:rPr dirty="0" smtClean="0" sz="2000" spc="-3" b="1">
                <a:latin typeface="Times New Roman"/>
                <a:cs typeface="Times New Roman"/>
              </a:rPr>
              <a:t>u</a:t>
            </a:r>
            <a:r>
              <a:rPr dirty="0" smtClean="0" sz="2000" spc="-3" b="1">
                <a:latin typeface="Times New Roman"/>
                <a:cs typeface="Times New Roman"/>
              </a:rPr>
              <a:t>se</a:t>
            </a:r>
            <a:r>
              <a:rPr dirty="0" smtClean="0" sz="2000" spc="-3" b="1">
                <a:latin typeface="Times New Roman"/>
                <a:cs typeface="Times New Roman"/>
              </a:rPr>
              <a:t> </a:t>
            </a:r>
            <a:r>
              <a:rPr dirty="0" smtClean="0" sz="2000" spc="-3" b="1">
                <a:latin typeface="Times New Roman"/>
                <a:cs typeface="Times New Roman"/>
              </a:rPr>
              <a:t>s</a:t>
            </a:r>
            <a:r>
              <a:rPr dirty="0" smtClean="0" sz="2000" spc="-3" b="1">
                <a:latin typeface="Times New Roman"/>
                <a:cs typeface="Times New Roman"/>
              </a:rPr>
              <a:t>c</a:t>
            </a:r>
            <a:r>
              <a:rPr dirty="0" smtClean="0" sz="2000" spc="-3" b="1">
                <a:latin typeface="Times New Roman"/>
                <a:cs typeface="Times New Roman"/>
              </a:rPr>
              <a:t>h</a:t>
            </a:r>
            <a:r>
              <a:rPr dirty="0" smtClean="0" sz="2000" spc="-3" b="1">
                <a:latin typeface="Times New Roman"/>
                <a:cs typeface="Times New Roman"/>
              </a:rPr>
              <a:t>e</a:t>
            </a:r>
            <a:r>
              <a:rPr dirty="0" smtClean="0" sz="2000" spc="-3" b="1">
                <a:latin typeface="Times New Roman"/>
                <a:cs typeface="Times New Roman"/>
              </a:rPr>
              <a:t>m</a:t>
            </a:r>
            <a:r>
              <a:rPr dirty="0" smtClean="0" sz="2000" spc="-3" b="1">
                <a:latin typeface="Times New Roman"/>
                <a:cs typeface="Times New Roman"/>
              </a:rPr>
              <a:t>e</a:t>
            </a:r>
            <a:r>
              <a:rPr dirty="0" smtClean="0" sz="2000" spc="-3" b="1">
                <a:latin typeface="Times New Roman"/>
                <a:cs typeface="Times New Roman"/>
              </a:rPr>
              <a:t>s.</a:t>
            </a:r>
            <a:r>
              <a:rPr dirty="0" smtClean="0" sz="2000" spc="-3" b="1">
                <a:latin typeface="Times New Roman"/>
                <a:cs typeface="Times New Roman"/>
              </a:rPr>
              <a:t> </a:t>
            </a:r>
            <a:r>
              <a:rPr dirty="0" smtClean="0" sz="2000" spc="-3" b="1">
                <a:latin typeface="Times New Roman"/>
                <a:cs typeface="Times New Roman"/>
              </a:rPr>
              <a:t>T</a:t>
            </a:r>
            <a:r>
              <a:rPr dirty="0" smtClean="0" sz="2000" spc="-3" b="1">
                <a:latin typeface="Times New Roman"/>
                <a:cs typeface="Times New Roman"/>
              </a:rPr>
              <a:t>h</a:t>
            </a:r>
            <a:r>
              <a:rPr dirty="0" smtClean="0" sz="2000" spc="-3" b="1">
                <a:latin typeface="Times New Roman"/>
                <a:cs typeface="Times New Roman"/>
              </a:rPr>
              <a:t>e</a:t>
            </a:r>
            <a:r>
              <a:rPr dirty="0" smtClean="0" sz="2000" spc="-3" b="1">
                <a:latin typeface="Times New Roman"/>
                <a:cs typeface="Times New Roman"/>
              </a:rPr>
              <a:t> </a:t>
            </a:r>
            <a:r>
              <a:rPr dirty="0" smtClean="0" sz="2000" spc="-3" b="1">
                <a:latin typeface="Times New Roman"/>
                <a:cs typeface="Times New Roman"/>
              </a:rPr>
              <a:t>m</a:t>
            </a:r>
            <a:r>
              <a:rPr dirty="0" smtClean="0" sz="2000" spc="-3" b="1">
                <a:latin typeface="Times New Roman"/>
                <a:cs typeface="Times New Roman"/>
              </a:rPr>
              <a:t>e</a:t>
            </a:r>
            <a:r>
              <a:rPr dirty="0" smtClean="0" sz="2000" spc="-3" b="1">
                <a:latin typeface="Times New Roman"/>
                <a:cs typeface="Times New Roman"/>
              </a:rPr>
              <a:t>t</a:t>
            </a:r>
            <a:r>
              <a:rPr dirty="0" smtClean="0" sz="2000" spc="-3" b="1">
                <a:latin typeface="Times New Roman"/>
                <a:cs typeface="Times New Roman"/>
              </a:rPr>
              <a:t>h</a:t>
            </a:r>
            <a:r>
              <a:rPr dirty="0" smtClean="0" sz="2000" spc="-3" b="1">
                <a:latin typeface="Times New Roman"/>
                <a:cs typeface="Times New Roman"/>
              </a:rPr>
              <a:t>od</a:t>
            </a:r>
            <a:r>
              <a:rPr dirty="0" smtClean="0" sz="2000" spc="-3" b="1">
                <a:latin typeface="Times New Roman"/>
                <a:cs typeface="Times New Roman"/>
              </a:rPr>
              <a:t> </a:t>
            </a:r>
            <a:r>
              <a:rPr dirty="0" smtClean="0" sz="2000" spc="-3" b="1">
                <a:latin typeface="Times New Roman"/>
                <a:cs typeface="Times New Roman"/>
              </a:rPr>
              <a:t>is</a:t>
            </a:r>
            <a:r>
              <a:rPr dirty="0" smtClean="0" sz="2000" spc="-3" b="1">
                <a:latin typeface="Times New Roman"/>
                <a:cs typeface="Times New Roman"/>
              </a:rPr>
              <a:t> </a:t>
            </a:r>
            <a:r>
              <a:rPr dirty="0" smtClean="0" sz="2000" spc="-3" b="1">
                <a:latin typeface="Times New Roman"/>
                <a:cs typeface="Times New Roman"/>
              </a:rPr>
              <a:t>c</a:t>
            </a:r>
            <a:r>
              <a:rPr dirty="0" smtClean="0" sz="2000" spc="-3" b="1">
                <a:latin typeface="Times New Roman"/>
                <a:cs typeface="Times New Roman"/>
              </a:rPr>
              <a:t>alled</a:t>
            </a:r>
            <a:r>
              <a:rPr dirty="0" smtClean="0" sz="2000" spc="-3" b="1">
                <a:latin typeface="Times New Roman"/>
                <a:cs typeface="Times New Roman"/>
              </a:rPr>
              <a:t> </a:t>
            </a:r>
            <a:r>
              <a:rPr dirty="0" smtClean="0" sz="2000" spc="-3" b="1">
                <a:latin typeface="Times New Roman"/>
                <a:cs typeface="Times New Roman"/>
              </a:rPr>
              <a:t>M</a:t>
            </a:r>
            <a:r>
              <a:rPr dirty="0" smtClean="0" sz="2000" spc="-3" b="1">
                <a:latin typeface="Times New Roman"/>
                <a:cs typeface="Times New Roman"/>
              </a:rPr>
              <a:t>RP</a:t>
            </a:r>
            <a:r>
              <a:rPr dirty="0" smtClean="0" sz="2000" spc="-3" b="1">
                <a:latin typeface="Times New Roman"/>
                <a:cs typeface="Times New Roman"/>
              </a:rPr>
              <a:t> </a:t>
            </a:r>
            <a:r>
              <a:rPr dirty="0" smtClean="0" sz="2000" spc="-3" b="1">
                <a:latin typeface="Times New Roman"/>
                <a:cs typeface="Times New Roman"/>
              </a:rPr>
              <a:t>(</a:t>
            </a:r>
            <a:r>
              <a:rPr dirty="0" smtClean="0" sz="2000" spc="-3" b="1">
                <a:latin typeface="Times New Roman"/>
                <a:cs typeface="Times New Roman"/>
              </a:rPr>
              <a:t>M</a:t>
            </a:r>
            <a:r>
              <a:rPr dirty="0" smtClean="0" sz="2000" spc="-3" b="1">
                <a:latin typeface="Times New Roman"/>
                <a:cs typeface="Times New Roman"/>
              </a:rPr>
              <a:t>u</a:t>
            </a:r>
            <a:r>
              <a:rPr dirty="0" smtClean="0" sz="2000" spc="-3" b="1">
                <a:latin typeface="Times New Roman"/>
                <a:cs typeface="Times New Roman"/>
              </a:rPr>
              <a:t>lti</a:t>
            </a:r>
            <a:r>
              <a:rPr dirty="0" smtClean="0" sz="2000" spc="-3" b="1">
                <a:latin typeface="Times New Roman"/>
                <a:cs typeface="Times New Roman"/>
              </a:rPr>
              <a:t>p</a:t>
            </a:r>
            <a:r>
              <a:rPr dirty="0" smtClean="0" sz="2000" spc="-3" b="1">
                <a:latin typeface="Times New Roman"/>
                <a:cs typeface="Times New Roman"/>
              </a:rPr>
              <a:t>le</a:t>
            </a:r>
            <a:r>
              <a:rPr dirty="0" smtClean="0" sz="2000" spc="-3" b="1">
                <a:latin typeface="Times New Roman"/>
                <a:cs typeface="Times New Roman"/>
              </a:rPr>
              <a:t> </a:t>
            </a:r>
            <a:r>
              <a:rPr dirty="0" smtClean="0" sz="2000" spc="-3" b="1">
                <a:latin typeface="Times New Roman"/>
                <a:cs typeface="Times New Roman"/>
              </a:rPr>
              <a:t>R</a:t>
            </a:r>
            <a:r>
              <a:rPr dirty="0" smtClean="0" sz="2000" spc="-3" b="1">
                <a:latin typeface="Times New Roman"/>
                <a:cs typeface="Times New Roman"/>
              </a:rPr>
              <a:t>e</a:t>
            </a:r>
            <a:r>
              <a:rPr dirty="0" smtClean="0" sz="2000" spc="-3" b="1">
                <a:latin typeface="Times New Roman"/>
                <a:cs typeface="Times New Roman"/>
              </a:rPr>
              <a:t>-</a:t>
            </a:r>
            <a:r>
              <a:rPr dirty="0" smtClean="0" sz="2000" spc="-3" b="1">
                <a:latin typeface="Times New Roman"/>
                <a:cs typeface="Times New Roman"/>
              </a:rPr>
              <a:t>u</a:t>
            </a:r>
            <a:r>
              <a:rPr dirty="0" smtClean="0" sz="2000" spc="-3" b="1">
                <a:latin typeface="Times New Roman"/>
                <a:cs typeface="Times New Roman"/>
              </a:rPr>
              <a:t>se</a:t>
            </a:r>
            <a:r>
              <a:rPr dirty="0" smtClean="0" sz="2000" spc="-3" b="1">
                <a:latin typeface="Times New Roman"/>
                <a:cs typeface="Times New Roman"/>
              </a:rPr>
              <a:t> </a:t>
            </a:r>
            <a:r>
              <a:rPr dirty="0" smtClean="0" sz="2000" spc="-3" b="1">
                <a:latin typeface="Times New Roman"/>
                <a:cs typeface="Times New Roman"/>
              </a:rPr>
              <a:t>P</a:t>
            </a:r>
            <a:r>
              <a:rPr dirty="0" smtClean="0" sz="2000" spc="-3" b="1">
                <a:latin typeface="Times New Roman"/>
                <a:cs typeface="Times New Roman"/>
              </a:rPr>
              <a:t>a</a:t>
            </a:r>
            <a:r>
              <a:rPr dirty="0" smtClean="0" sz="2000" spc="-3" b="1">
                <a:latin typeface="Times New Roman"/>
                <a:cs typeface="Times New Roman"/>
              </a:rPr>
              <a:t>t</a:t>
            </a:r>
            <a:r>
              <a:rPr dirty="0" smtClean="0" sz="2000" spc="-3" b="1">
                <a:latin typeface="Times New Roman"/>
                <a:cs typeface="Times New Roman"/>
              </a:rPr>
              <a:t>t</a:t>
            </a:r>
            <a:r>
              <a:rPr dirty="0" smtClean="0" sz="2000" spc="-3" b="1">
                <a:latin typeface="Times New Roman"/>
                <a:cs typeface="Times New Roman"/>
              </a:rPr>
              <a:t>e</a:t>
            </a:r>
            <a:r>
              <a:rPr dirty="0" smtClean="0" sz="2000" spc="-3" b="1">
                <a:latin typeface="Times New Roman"/>
                <a:cs typeface="Times New Roman"/>
              </a:rPr>
              <a:t>r</a:t>
            </a:r>
            <a:r>
              <a:rPr dirty="0" smtClean="0" sz="2000" spc="-3" b="1">
                <a:latin typeface="Times New Roman"/>
                <a:cs typeface="Times New Roman"/>
              </a:rPr>
              <a:t>n</a:t>
            </a:r>
            <a:r>
              <a:rPr dirty="0" smtClean="0" sz="2000" spc="-3" b="1">
                <a:latin typeface="Times New Roman"/>
                <a:cs typeface="Times New Roman"/>
              </a:rPr>
              <a:t>)</a:t>
            </a:r>
            <a:r>
              <a:rPr dirty="0" smtClean="0" sz="2000" spc="-3" b="1">
                <a:latin typeface="Times New Roman"/>
                <a:cs typeface="Times New Roman"/>
              </a:rPr>
              <a:t> </a:t>
            </a:r>
            <a:r>
              <a:rPr dirty="0" smtClean="0" sz="2000" spc="-3" b="1">
                <a:latin typeface="Times New Roman"/>
                <a:cs typeface="Times New Roman"/>
              </a:rPr>
              <a:t>a</a:t>
            </a:r>
            <a:r>
              <a:rPr dirty="0" smtClean="0" sz="2000" spc="-3" b="1">
                <a:latin typeface="Times New Roman"/>
                <a:cs typeface="Times New Roman"/>
              </a:rPr>
              <a:t>n</a:t>
            </a:r>
            <a:r>
              <a:rPr dirty="0" smtClean="0" sz="2000" spc="-3" b="1">
                <a:latin typeface="Times New Roman"/>
                <a:cs typeface="Times New Roman"/>
              </a:rPr>
              <a:t>d</a:t>
            </a:r>
            <a:r>
              <a:rPr dirty="0" smtClean="0" sz="2000" spc="-3" b="1">
                <a:latin typeface="Times New Roman"/>
                <a:cs typeface="Times New Roman"/>
              </a:rPr>
              <a:t> </a:t>
            </a:r>
            <a:r>
              <a:rPr dirty="0" smtClean="0" sz="2000" spc="-3" b="1">
                <a:latin typeface="Times New Roman"/>
                <a:cs typeface="Times New Roman"/>
              </a:rPr>
              <a:t>c</a:t>
            </a:r>
            <a:r>
              <a:rPr dirty="0" smtClean="0" sz="2000" spc="-3" b="1">
                <a:latin typeface="Times New Roman"/>
                <a:cs typeface="Times New Roman"/>
              </a:rPr>
              <a:t>an</a:t>
            </a:r>
            <a:r>
              <a:rPr dirty="0" smtClean="0" sz="2000" spc="-3" b="1">
                <a:latin typeface="Times New Roman"/>
                <a:cs typeface="Times New Roman"/>
              </a:rPr>
              <a:t> </a:t>
            </a:r>
            <a:r>
              <a:rPr dirty="0" smtClean="0" sz="2000" spc="-3" b="1">
                <a:latin typeface="Times New Roman"/>
                <a:cs typeface="Times New Roman"/>
              </a:rPr>
              <a:t>b</a:t>
            </a:r>
            <a:r>
              <a:rPr dirty="0" smtClean="0" sz="2000" spc="-3" b="1">
                <a:latin typeface="Times New Roman"/>
                <a:cs typeface="Times New Roman"/>
              </a:rPr>
              <a:t>e</a:t>
            </a:r>
            <a:r>
              <a:rPr dirty="0" smtClean="0" sz="2000" spc="-3" b="1">
                <a:latin typeface="Times New Roman"/>
                <a:cs typeface="Times New Roman"/>
              </a:rPr>
              <a:t> </a:t>
            </a:r>
            <a:r>
              <a:rPr dirty="0" smtClean="0" sz="2000" spc="-3" b="1">
                <a:latin typeface="Times New Roman"/>
                <a:cs typeface="Times New Roman"/>
              </a:rPr>
              <a:t>d</a:t>
            </a:r>
            <a:r>
              <a:rPr dirty="0" smtClean="0" sz="2000" spc="-3" b="1">
                <a:latin typeface="Times New Roman"/>
                <a:cs typeface="Times New Roman"/>
              </a:rPr>
              <a:t>e</a:t>
            </a:r>
            <a:r>
              <a:rPr dirty="0" smtClean="0" sz="2000" spc="-3" b="1">
                <a:latin typeface="Times New Roman"/>
                <a:cs typeface="Times New Roman"/>
              </a:rPr>
              <a:t>sc</a:t>
            </a:r>
            <a:r>
              <a:rPr dirty="0" smtClean="0" sz="2000" spc="-3" b="1">
                <a:latin typeface="Times New Roman"/>
                <a:cs typeface="Times New Roman"/>
              </a:rPr>
              <a:t>r</a:t>
            </a:r>
            <a:r>
              <a:rPr dirty="0" smtClean="0" sz="2000" spc="-3" b="1">
                <a:latin typeface="Times New Roman"/>
                <a:cs typeface="Times New Roman"/>
              </a:rPr>
              <a:t>i</a:t>
            </a:r>
            <a:r>
              <a:rPr dirty="0" smtClean="0" sz="2000" spc="-3" b="1">
                <a:latin typeface="Times New Roman"/>
                <a:cs typeface="Times New Roman"/>
              </a:rPr>
              <a:t>b</a:t>
            </a:r>
            <a:r>
              <a:rPr dirty="0" smtClean="0" sz="2000" spc="-3" b="1">
                <a:latin typeface="Times New Roman"/>
                <a:cs typeface="Times New Roman"/>
              </a:rPr>
              <a:t>e</a:t>
            </a:r>
            <a:r>
              <a:rPr dirty="0" smtClean="0" sz="2000" spc="-3" b="1">
                <a:latin typeface="Times New Roman"/>
                <a:cs typeface="Times New Roman"/>
              </a:rPr>
              <a:t>d</a:t>
            </a:r>
            <a:r>
              <a:rPr dirty="0" smtClean="0" sz="2000" spc="-3" b="1">
                <a:latin typeface="Times New Roman"/>
                <a:cs typeface="Times New Roman"/>
              </a:rPr>
              <a:t> </a:t>
            </a:r>
            <a:r>
              <a:rPr dirty="0" smtClean="0" sz="2000" spc="-3" b="1">
                <a:latin typeface="Times New Roman"/>
                <a:cs typeface="Times New Roman"/>
              </a:rPr>
              <a:t>a</a:t>
            </a:r>
            <a:r>
              <a:rPr dirty="0" smtClean="0" sz="2000" spc="-3" b="1">
                <a:latin typeface="Times New Roman"/>
                <a:cs typeface="Times New Roman"/>
              </a:rPr>
              <a:t>c</a:t>
            </a:r>
            <a:r>
              <a:rPr dirty="0" smtClean="0" sz="2000" spc="-3" b="1">
                <a:latin typeface="Times New Roman"/>
                <a:cs typeface="Times New Roman"/>
              </a:rPr>
              <a:t>c</a:t>
            </a:r>
            <a:r>
              <a:rPr dirty="0" smtClean="0" sz="2000" spc="-3" b="1">
                <a:latin typeface="Times New Roman"/>
                <a:cs typeface="Times New Roman"/>
              </a:rPr>
              <a:t>o</a:t>
            </a:r>
            <a:r>
              <a:rPr dirty="0" smtClean="0" sz="2000" spc="-3" b="1">
                <a:latin typeface="Times New Roman"/>
                <a:cs typeface="Times New Roman"/>
              </a:rPr>
              <a:t>r</a:t>
            </a:r>
            <a:r>
              <a:rPr dirty="0" smtClean="0" sz="2000" spc="-3" b="1">
                <a:latin typeface="Times New Roman"/>
                <a:cs typeface="Times New Roman"/>
              </a:rPr>
              <a:t>d</a:t>
            </a:r>
            <a:r>
              <a:rPr dirty="0" smtClean="0" sz="2000" spc="-3" b="1">
                <a:latin typeface="Times New Roman"/>
                <a:cs typeface="Times New Roman"/>
              </a:rPr>
              <a:t>i</a:t>
            </a:r>
            <a:r>
              <a:rPr dirty="0" smtClean="0" sz="2000" spc="-3" b="1">
                <a:latin typeface="Times New Roman"/>
                <a:cs typeface="Times New Roman"/>
              </a:rPr>
              <a:t>n</a:t>
            </a:r>
            <a:r>
              <a:rPr dirty="0" smtClean="0" sz="2000" spc="-3" b="1">
                <a:latin typeface="Times New Roman"/>
                <a:cs typeface="Times New Roman"/>
              </a:rPr>
              <a:t>g</a:t>
            </a:r>
            <a:r>
              <a:rPr dirty="0" smtClean="0" sz="2000" spc="-3" b="1">
                <a:latin typeface="Times New Roman"/>
                <a:cs typeface="Times New Roman"/>
              </a:rPr>
              <a:t> </a:t>
            </a:r>
            <a:r>
              <a:rPr dirty="0" smtClean="0" sz="2000" spc="-3" b="1">
                <a:latin typeface="Times New Roman"/>
                <a:cs typeface="Times New Roman"/>
              </a:rPr>
              <a:t>to</a:t>
            </a:r>
            <a:r>
              <a:rPr dirty="0" smtClean="0" sz="2000" spc="-3" b="1">
                <a:latin typeface="Times New Roman"/>
                <a:cs typeface="Times New Roman"/>
              </a:rPr>
              <a:t> </a:t>
            </a:r>
            <a:r>
              <a:rPr dirty="0" smtClean="0" sz="2000" spc="-3" b="1">
                <a:latin typeface="Times New Roman"/>
                <a:cs typeface="Times New Roman"/>
              </a:rPr>
              <a:t>t</a:t>
            </a:r>
            <a:r>
              <a:rPr dirty="0" smtClean="0" sz="2000" spc="-3" b="1">
                <a:latin typeface="Times New Roman"/>
                <a:cs typeface="Times New Roman"/>
              </a:rPr>
              <a:t>h</a:t>
            </a:r>
            <a:r>
              <a:rPr dirty="0" smtClean="0" sz="2000" spc="-3" b="1">
                <a:latin typeface="Times New Roman"/>
                <a:cs typeface="Times New Roman"/>
              </a:rPr>
              <a:t>e</a:t>
            </a:r>
            <a:r>
              <a:rPr dirty="0" smtClean="0" sz="2000" spc="-3" b="1">
                <a:latin typeface="Times New Roman"/>
                <a:cs typeface="Times New Roman"/>
              </a:rPr>
              <a:t> </a:t>
            </a:r>
            <a:r>
              <a:rPr dirty="0" smtClean="0" sz="2000" spc="-3" b="1">
                <a:latin typeface="Times New Roman"/>
                <a:cs typeface="Times New Roman"/>
              </a:rPr>
              <a:t>r</a:t>
            </a:r>
            <a:r>
              <a:rPr dirty="0" smtClean="0" sz="2000" spc="-3" b="1">
                <a:latin typeface="Times New Roman"/>
                <a:cs typeface="Times New Roman"/>
              </a:rPr>
              <a:t>e</a:t>
            </a:r>
            <a:r>
              <a:rPr dirty="0" smtClean="0" sz="2000" spc="-3" b="1">
                <a:latin typeface="Times New Roman"/>
                <a:cs typeface="Times New Roman"/>
              </a:rPr>
              <a:t>u</a:t>
            </a:r>
            <a:r>
              <a:rPr dirty="0" smtClean="0" sz="2000" spc="-3" b="1">
                <a:latin typeface="Times New Roman"/>
                <a:cs typeface="Times New Roman"/>
              </a:rPr>
              <a:t>se</a:t>
            </a:r>
            <a:r>
              <a:rPr dirty="0" smtClean="0" sz="2000" spc="-3" b="1">
                <a:latin typeface="Times New Roman"/>
                <a:cs typeface="Times New Roman"/>
              </a:rPr>
              <a:t> </a:t>
            </a:r>
            <a:r>
              <a:rPr dirty="0" smtClean="0" sz="2000" spc="-3" b="1">
                <a:latin typeface="Times New Roman"/>
                <a:cs typeface="Times New Roman"/>
              </a:rPr>
              <a:t>p</a:t>
            </a:r>
            <a:r>
              <a:rPr dirty="0" smtClean="0" sz="2000" spc="-3" b="1">
                <a:latin typeface="Times New Roman"/>
                <a:cs typeface="Times New Roman"/>
              </a:rPr>
              <a:t>at</a:t>
            </a:r>
            <a:r>
              <a:rPr dirty="0" smtClean="0" sz="2000" spc="-3" b="1">
                <a:latin typeface="Times New Roman"/>
                <a:cs typeface="Times New Roman"/>
              </a:rPr>
              <a:t>t</a:t>
            </a:r>
            <a:r>
              <a:rPr dirty="0" smtClean="0" sz="2000" spc="-3" b="1">
                <a:latin typeface="Times New Roman"/>
                <a:cs typeface="Times New Roman"/>
              </a:rPr>
              <a:t>e</a:t>
            </a:r>
            <a:r>
              <a:rPr dirty="0" smtClean="0" sz="2000" spc="-3" b="1">
                <a:latin typeface="Times New Roman"/>
                <a:cs typeface="Times New Roman"/>
              </a:rPr>
              <a:t>r</a:t>
            </a:r>
            <a:r>
              <a:rPr dirty="0" smtClean="0" sz="2000" spc="-3" b="1">
                <a:latin typeface="Times New Roman"/>
                <a:cs typeface="Times New Roman"/>
              </a:rPr>
              <a:t>n</a:t>
            </a:r>
            <a:r>
              <a:rPr dirty="0" smtClean="0" sz="2000" spc="-3" b="1">
                <a:latin typeface="Times New Roman"/>
                <a:cs typeface="Times New Roman"/>
              </a:rPr>
              <a:t>s</a:t>
            </a:r>
            <a:r>
              <a:rPr dirty="0" smtClean="0" sz="2000" spc="-3" b="1">
                <a:latin typeface="Times New Roman"/>
                <a:cs typeface="Times New Roman"/>
              </a:rPr>
              <a:t> </a:t>
            </a:r>
            <a:r>
              <a:rPr dirty="0" smtClean="0" sz="2000" spc="-3" b="1">
                <a:latin typeface="Times New Roman"/>
                <a:cs typeface="Times New Roman"/>
              </a:rPr>
              <a:t>of</a:t>
            </a:r>
            <a:r>
              <a:rPr dirty="0" smtClean="0" sz="2000" spc="-3" b="1">
                <a:latin typeface="Times New Roman"/>
                <a:cs typeface="Times New Roman"/>
              </a:rPr>
              <a:t> </a:t>
            </a:r>
            <a:r>
              <a:rPr dirty="0" smtClean="0" sz="2000" spc="-3" b="1">
                <a:latin typeface="Times New Roman"/>
                <a:cs typeface="Times New Roman"/>
              </a:rPr>
              <a:t>the</a:t>
            </a:r>
            <a:r>
              <a:rPr dirty="0" smtClean="0" sz="2000" spc="-3" b="1">
                <a:latin typeface="Times New Roman"/>
                <a:cs typeface="Times New Roman"/>
              </a:rPr>
              <a:t> </a:t>
            </a:r>
            <a:r>
              <a:rPr dirty="0" smtClean="0" sz="2000" spc="-3" b="1">
                <a:latin typeface="Times New Roman"/>
                <a:cs typeface="Times New Roman"/>
              </a:rPr>
              <a:t>d</a:t>
            </a:r>
            <a:r>
              <a:rPr dirty="0" smtClean="0" sz="2000" spc="-3" b="1">
                <a:latin typeface="Times New Roman"/>
                <a:cs typeface="Times New Roman"/>
              </a:rPr>
              <a:t>i</a:t>
            </a:r>
            <a:r>
              <a:rPr dirty="0" smtClean="0" sz="2000" spc="-3" b="1">
                <a:latin typeface="Times New Roman"/>
                <a:cs typeface="Times New Roman"/>
              </a:rPr>
              <a:t>f</a:t>
            </a:r>
            <a:r>
              <a:rPr dirty="0" smtClean="0" sz="2000" spc="-3" b="1">
                <a:latin typeface="Times New Roman"/>
                <a:cs typeface="Times New Roman"/>
              </a:rPr>
              <a:t>f</a:t>
            </a:r>
            <a:r>
              <a:rPr dirty="0" smtClean="0" sz="2000" spc="-3" b="1">
                <a:latin typeface="Times New Roman"/>
                <a:cs typeface="Times New Roman"/>
              </a:rPr>
              <a:t>e</a:t>
            </a:r>
            <a:r>
              <a:rPr dirty="0" smtClean="0" sz="2000" spc="-3" b="1">
                <a:latin typeface="Times New Roman"/>
                <a:cs typeface="Times New Roman"/>
              </a:rPr>
              <a:t>r</a:t>
            </a:r>
            <a:r>
              <a:rPr dirty="0" smtClean="0" sz="2000" spc="-3" b="1">
                <a:latin typeface="Times New Roman"/>
                <a:cs typeface="Times New Roman"/>
              </a:rPr>
              <a:t>e</a:t>
            </a:r>
            <a:r>
              <a:rPr dirty="0" smtClean="0" sz="2000" spc="-3" b="1">
                <a:latin typeface="Times New Roman"/>
                <a:cs typeface="Times New Roman"/>
              </a:rPr>
              <a:t>n</a:t>
            </a:r>
            <a:r>
              <a:rPr dirty="0" smtClean="0" sz="2000" spc="-3" b="1">
                <a:latin typeface="Times New Roman"/>
                <a:cs typeface="Times New Roman"/>
              </a:rPr>
              <a:t>t</a:t>
            </a:r>
            <a:r>
              <a:rPr dirty="0" smtClean="0" sz="2000" spc="-3" b="1">
                <a:latin typeface="Times New Roman"/>
                <a:cs typeface="Times New Roman"/>
              </a:rPr>
              <a:t> </a:t>
            </a:r>
            <a:r>
              <a:rPr dirty="0" smtClean="0" sz="2000" spc="-3" b="1">
                <a:latin typeface="Times New Roman"/>
                <a:cs typeface="Times New Roman"/>
              </a:rPr>
              <a:t>laye</a:t>
            </a:r>
            <a:r>
              <a:rPr dirty="0" smtClean="0" sz="2000" spc="-3" b="1">
                <a:latin typeface="Times New Roman"/>
                <a:cs typeface="Times New Roman"/>
              </a:rPr>
              <a:t>r</a:t>
            </a:r>
            <a:r>
              <a:rPr dirty="0" smtClean="0" sz="2000" spc="-3" b="1">
                <a:latin typeface="Times New Roman"/>
                <a:cs typeface="Times New Roman"/>
              </a:rPr>
              <a:t>s.</a:t>
            </a:r>
            <a:r>
              <a:rPr dirty="0" smtClean="0" sz="2000" spc="-3" b="1">
                <a:latin typeface="Times New Roman"/>
                <a:cs typeface="Times New Roman"/>
              </a:rPr>
              <a:t> </a:t>
            </a:r>
            <a:r>
              <a:rPr dirty="0" smtClean="0" sz="2000" spc="-3" b="1">
                <a:latin typeface="Times New Roman"/>
                <a:cs typeface="Times New Roman"/>
              </a:rPr>
              <a:t>F</a:t>
            </a:r>
            <a:r>
              <a:rPr dirty="0" smtClean="0" sz="2000" spc="-3" b="1">
                <a:latin typeface="Times New Roman"/>
                <a:cs typeface="Times New Roman"/>
              </a:rPr>
              <a:t>irst</a:t>
            </a:r>
            <a:r>
              <a:rPr dirty="0" smtClean="0" sz="2000" spc="-3" b="1">
                <a:latin typeface="Times New Roman"/>
                <a:cs typeface="Times New Roman"/>
              </a:rPr>
              <a:t> </a:t>
            </a:r>
            <a:r>
              <a:rPr dirty="0" smtClean="0" sz="2000" spc="-3" b="1">
                <a:latin typeface="Times New Roman"/>
                <a:cs typeface="Times New Roman"/>
              </a:rPr>
              <a:t>the</a:t>
            </a:r>
            <a:r>
              <a:rPr dirty="0" smtClean="0" sz="2000" spc="-3" b="1">
                <a:latin typeface="Times New Roman"/>
                <a:cs typeface="Times New Roman"/>
              </a:rPr>
              <a:t> </a:t>
            </a:r>
            <a:r>
              <a:rPr dirty="0" smtClean="0" sz="2000" spc="-3" b="1">
                <a:latin typeface="Times New Roman"/>
                <a:cs typeface="Times New Roman"/>
              </a:rPr>
              <a:t>r</a:t>
            </a:r>
            <a:r>
              <a:rPr dirty="0" smtClean="0" sz="2000" spc="-3" b="1">
                <a:latin typeface="Times New Roman"/>
                <a:cs typeface="Times New Roman"/>
              </a:rPr>
              <a:t>e</a:t>
            </a:r>
            <a:r>
              <a:rPr dirty="0" smtClean="0" sz="2000" spc="-3" b="1">
                <a:latin typeface="Times New Roman"/>
                <a:cs typeface="Times New Roman"/>
              </a:rPr>
              <a:t>u</a:t>
            </a:r>
            <a:r>
              <a:rPr dirty="0" smtClean="0" sz="2000" spc="-3" b="1">
                <a:latin typeface="Times New Roman"/>
                <a:cs typeface="Times New Roman"/>
              </a:rPr>
              <a:t>se</a:t>
            </a:r>
            <a:r>
              <a:rPr dirty="0" smtClean="0" sz="2000" spc="-3" b="1">
                <a:latin typeface="Times New Roman"/>
                <a:cs typeface="Times New Roman"/>
              </a:rPr>
              <a:t> </a:t>
            </a:r>
            <a:r>
              <a:rPr dirty="0" smtClean="0" sz="2000" spc="-3" b="1">
                <a:latin typeface="Times New Roman"/>
                <a:cs typeface="Times New Roman"/>
              </a:rPr>
              <a:t>of</a:t>
            </a:r>
            <a:r>
              <a:rPr dirty="0" smtClean="0" sz="2000" spc="-3" b="1">
                <a:latin typeface="Times New Roman"/>
                <a:cs typeface="Times New Roman"/>
              </a:rPr>
              <a:t> </a:t>
            </a:r>
            <a:r>
              <a:rPr dirty="0" smtClean="0" sz="2000" spc="-3" b="1">
                <a:latin typeface="Times New Roman"/>
                <a:cs typeface="Times New Roman"/>
              </a:rPr>
              <a:t>the</a:t>
            </a:r>
            <a:r>
              <a:rPr dirty="0" smtClean="0" sz="2000" spc="-3" b="1">
                <a:latin typeface="Times New Roman"/>
                <a:cs typeface="Times New Roman"/>
              </a:rPr>
              <a:t> </a:t>
            </a:r>
            <a:r>
              <a:rPr dirty="0" smtClean="0" sz="2000" spc="-3" b="1">
                <a:latin typeface="Times New Roman"/>
                <a:cs typeface="Times New Roman"/>
              </a:rPr>
              <a:t>BC</a:t>
            </a:r>
            <a:r>
              <a:rPr dirty="0" smtClean="0" sz="2000" spc="-3" b="1">
                <a:latin typeface="Times New Roman"/>
                <a:cs typeface="Times New Roman"/>
              </a:rPr>
              <a:t>C</a:t>
            </a:r>
            <a:r>
              <a:rPr dirty="0" smtClean="0" sz="2000" spc="-3" b="1">
                <a:latin typeface="Times New Roman"/>
                <a:cs typeface="Times New Roman"/>
              </a:rPr>
              <a:t>H,</a:t>
            </a:r>
            <a:r>
              <a:rPr dirty="0" smtClean="0" sz="2000" spc="-3" b="1">
                <a:latin typeface="Times New Roman"/>
                <a:cs typeface="Times New Roman"/>
              </a:rPr>
              <a:t> </a:t>
            </a:r>
            <a:r>
              <a:rPr dirty="0" smtClean="0" sz="2000" spc="-3" b="1">
                <a:latin typeface="Times New Roman"/>
                <a:cs typeface="Times New Roman"/>
              </a:rPr>
              <a:t>f</a:t>
            </a:r>
            <a:r>
              <a:rPr dirty="0" smtClean="0" sz="2000" spc="-3" b="1">
                <a:latin typeface="Times New Roman"/>
                <a:cs typeface="Times New Roman"/>
              </a:rPr>
              <a:t>ol</a:t>
            </a:r>
            <a:r>
              <a:rPr dirty="0" smtClean="0" sz="2000" spc="-3" b="1">
                <a:latin typeface="Times New Roman"/>
                <a:cs typeface="Times New Roman"/>
              </a:rPr>
              <a:t>l</a:t>
            </a:r>
            <a:r>
              <a:rPr dirty="0" smtClean="0" sz="2000" spc="-3" b="1">
                <a:latin typeface="Times New Roman"/>
                <a:cs typeface="Times New Roman"/>
              </a:rPr>
              <a:t>o</a:t>
            </a:r>
            <a:r>
              <a:rPr dirty="0" smtClean="0" sz="2000" spc="-3" b="1">
                <a:latin typeface="Times New Roman"/>
                <a:cs typeface="Times New Roman"/>
              </a:rPr>
              <a:t>w</a:t>
            </a:r>
            <a:r>
              <a:rPr dirty="0" smtClean="0" sz="2000" spc="-3" b="1">
                <a:latin typeface="Times New Roman"/>
                <a:cs typeface="Times New Roman"/>
              </a:rPr>
              <a:t>e</a:t>
            </a:r>
            <a:r>
              <a:rPr dirty="0" smtClean="0" sz="2000" spc="-3" b="1">
                <a:latin typeface="Times New Roman"/>
                <a:cs typeface="Times New Roman"/>
              </a:rPr>
              <a:t>d</a:t>
            </a:r>
            <a:r>
              <a:rPr dirty="0" smtClean="0" sz="2000" spc="-3" b="1">
                <a:latin typeface="Times New Roman"/>
                <a:cs typeface="Times New Roman"/>
              </a:rPr>
              <a:t> </a:t>
            </a:r>
            <a:r>
              <a:rPr dirty="0" smtClean="0" sz="2000" spc="-3" b="1">
                <a:latin typeface="Times New Roman"/>
                <a:cs typeface="Times New Roman"/>
              </a:rPr>
              <a:t>b</a:t>
            </a:r>
            <a:r>
              <a:rPr dirty="0" smtClean="0" sz="2000" spc="-3" b="1">
                <a:latin typeface="Times New Roman"/>
                <a:cs typeface="Times New Roman"/>
              </a:rPr>
              <a:t>y</a:t>
            </a:r>
            <a:r>
              <a:rPr dirty="0" smtClean="0" sz="2000" spc="-3" b="1">
                <a:latin typeface="Times New Roman"/>
                <a:cs typeface="Times New Roman"/>
              </a:rPr>
              <a:t> </a:t>
            </a:r>
            <a:r>
              <a:rPr dirty="0" smtClean="0" sz="2000" spc="-3" b="1">
                <a:latin typeface="Times New Roman"/>
                <a:cs typeface="Times New Roman"/>
              </a:rPr>
              <a:t>the</a:t>
            </a:r>
            <a:r>
              <a:rPr dirty="0" smtClean="0" sz="2000" spc="-3" b="1">
                <a:latin typeface="Times New Roman"/>
                <a:cs typeface="Times New Roman"/>
              </a:rPr>
              <a:t> </a:t>
            </a:r>
            <a:r>
              <a:rPr dirty="0" smtClean="0" sz="2000" spc="-3" b="1">
                <a:latin typeface="Times New Roman"/>
                <a:cs typeface="Times New Roman"/>
              </a:rPr>
              <a:t>d</a:t>
            </a:r>
            <a:r>
              <a:rPr dirty="0" smtClean="0" sz="2000" spc="-3" b="1">
                <a:latin typeface="Times New Roman"/>
                <a:cs typeface="Times New Roman"/>
              </a:rPr>
              <a:t>i</a:t>
            </a:r>
            <a:r>
              <a:rPr dirty="0" smtClean="0" sz="2000" spc="-3" b="1">
                <a:latin typeface="Times New Roman"/>
                <a:cs typeface="Times New Roman"/>
              </a:rPr>
              <a:t>f</a:t>
            </a:r>
            <a:r>
              <a:rPr dirty="0" smtClean="0" sz="2000" spc="-3" b="1">
                <a:latin typeface="Times New Roman"/>
                <a:cs typeface="Times New Roman"/>
              </a:rPr>
              <a:t>f</a:t>
            </a:r>
            <a:r>
              <a:rPr dirty="0" smtClean="0" sz="2000" spc="-3" b="1">
                <a:latin typeface="Times New Roman"/>
                <a:cs typeface="Times New Roman"/>
              </a:rPr>
              <a:t>e</a:t>
            </a:r>
            <a:r>
              <a:rPr dirty="0" smtClean="0" sz="2000" spc="-3" b="1">
                <a:latin typeface="Times New Roman"/>
                <a:cs typeface="Times New Roman"/>
              </a:rPr>
              <a:t>r</a:t>
            </a:r>
            <a:r>
              <a:rPr dirty="0" smtClean="0" sz="2000" spc="-3" b="1">
                <a:latin typeface="Times New Roman"/>
                <a:cs typeface="Times New Roman"/>
              </a:rPr>
              <a:t>e</a:t>
            </a:r>
            <a:r>
              <a:rPr dirty="0" smtClean="0" sz="2000" spc="-3" b="1">
                <a:latin typeface="Times New Roman"/>
                <a:cs typeface="Times New Roman"/>
              </a:rPr>
              <a:t>n</a:t>
            </a:r>
            <a:r>
              <a:rPr dirty="0" smtClean="0" sz="2000" spc="-3" b="1">
                <a:latin typeface="Times New Roman"/>
                <a:cs typeface="Times New Roman"/>
              </a:rPr>
              <a:t>t</a:t>
            </a:r>
            <a:r>
              <a:rPr dirty="0" smtClean="0" sz="2000" spc="-3" b="1">
                <a:latin typeface="Times New Roman"/>
                <a:cs typeface="Times New Roman"/>
              </a:rPr>
              <a:t> </a:t>
            </a:r>
            <a:r>
              <a:rPr dirty="0" smtClean="0" sz="2000" spc="-3" b="1">
                <a:latin typeface="Times New Roman"/>
                <a:cs typeface="Times New Roman"/>
              </a:rPr>
              <a:t>TCH</a:t>
            </a:r>
            <a:r>
              <a:rPr dirty="0" smtClean="0" sz="2000" spc="-3" b="1">
                <a:latin typeface="Times New Roman"/>
                <a:cs typeface="Times New Roman"/>
              </a:rPr>
              <a:t> </a:t>
            </a:r>
            <a:r>
              <a:rPr dirty="0" smtClean="0" sz="2000" spc="-3" b="1">
                <a:latin typeface="Times New Roman"/>
                <a:cs typeface="Times New Roman"/>
              </a:rPr>
              <a:t>p</a:t>
            </a:r>
            <a:r>
              <a:rPr dirty="0" smtClean="0" sz="2000" spc="-3" b="1">
                <a:latin typeface="Times New Roman"/>
                <a:cs typeface="Times New Roman"/>
              </a:rPr>
              <a:t>a</a:t>
            </a:r>
            <a:r>
              <a:rPr dirty="0" smtClean="0" sz="2000" spc="-3" b="1">
                <a:latin typeface="Times New Roman"/>
                <a:cs typeface="Times New Roman"/>
              </a:rPr>
              <a:t>t</a:t>
            </a:r>
            <a:r>
              <a:rPr dirty="0" smtClean="0" sz="2000" spc="-3" b="1">
                <a:latin typeface="Times New Roman"/>
                <a:cs typeface="Times New Roman"/>
              </a:rPr>
              <a:t>t</a:t>
            </a:r>
            <a:r>
              <a:rPr dirty="0" smtClean="0" sz="2000" spc="-3" b="1">
                <a:latin typeface="Times New Roman"/>
                <a:cs typeface="Times New Roman"/>
              </a:rPr>
              <a:t>e</a:t>
            </a:r>
            <a:r>
              <a:rPr dirty="0" smtClean="0" sz="2000" spc="-3" b="1">
                <a:latin typeface="Times New Roman"/>
                <a:cs typeface="Times New Roman"/>
              </a:rPr>
              <a:t>r</a:t>
            </a:r>
            <a:r>
              <a:rPr dirty="0" smtClean="0" sz="2000" spc="-3" b="1">
                <a:latin typeface="Times New Roman"/>
                <a:cs typeface="Times New Roman"/>
              </a:rPr>
              <a:t>n</a:t>
            </a:r>
            <a:r>
              <a:rPr dirty="0" smtClean="0" sz="2000" spc="-3" b="1">
                <a:latin typeface="Times New Roman"/>
                <a:cs typeface="Times New Roman"/>
              </a:rPr>
              <a:t>s</a:t>
            </a:r>
            <a:r>
              <a:rPr dirty="0" smtClean="0" sz="2000" spc="-3" b="1">
                <a:latin typeface="Times New Roman"/>
                <a:cs typeface="Times New Roman"/>
              </a:rPr>
              <a:t> </a:t>
            </a:r>
            <a:r>
              <a:rPr dirty="0" smtClean="0" sz="2000" spc="-3" b="1">
                <a:latin typeface="Times New Roman"/>
                <a:cs typeface="Times New Roman"/>
              </a:rPr>
              <a:t>(</a:t>
            </a:r>
            <a:r>
              <a:rPr dirty="0" smtClean="0" sz="2000" spc="-3" b="1">
                <a:latin typeface="Times New Roman"/>
                <a:cs typeface="Times New Roman"/>
              </a:rPr>
              <a:t>e</a:t>
            </a:r>
            <a:r>
              <a:rPr dirty="0" smtClean="0" sz="2000" spc="-3" b="1">
                <a:latin typeface="Times New Roman"/>
                <a:cs typeface="Times New Roman"/>
              </a:rPr>
              <a:t>.g.</a:t>
            </a:r>
            <a:r>
              <a:rPr dirty="0" smtClean="0" sz="2000" spc="-3" b="1">
                <a:latin typeface="Times New Roman"/>
                <a:cs typeface="Times New Roman"/>
              </a:rPr>
              <a:t> </a:t>
            </a:r>
            <a:r>
              <a:rPr dirty="0" smtClean="0" sz="2000" spc="-3" b="1">
                <a:latin typeface="Times New Roman"/>
                <a:cs typeface="Times New Roman"/>
              </a:rPr>
              <a:t>12/8/7).</a:t>
            </a:r>
            <a:endParaRPr sz="2000">
              <a:latin typeface="Times New Roman"/>
              <a:cs typeface="Times New Roman"/>
            </a:endParaRPr>
          </a:p>
          <a:p>
            <a:pPr marL="12700" marR="43229">
              <a:lnSpc>
                <a:spcPct val="100041"/>
              </a:lnSpc>
              <a:spcBef>
                <a:spcPts val="484"/>
              </a:spcBef>
            </a:pPr>
            <a:r>
              <a:rPr dirty="0" smtClean="0" sz="2000" spc="-3" b="1">
                <a:latin typeface="Times New Roman"/>
                <a:cs typeface="Times New Roman"/>
              </a:rPr>
              <a:t>An</a:t>
            </a:r>
            <a:r>
              <a:rPr dirty="0" smtClean="0" sz="2000" spc="-3" b="1">
                <a:latin typeface="Times New Roman"/>
                <a:cs typeface="Times New Roman"/>
              </a:rPr>
              <a:t> </a:t>
            </a:r>
            <a:r>
              <a:rPr dirty="0" smtClean="0" sz="2000" spc="-3" b="1">
                <a:latin typeface="Times New Roman"/>
                <a:cs typeface="Times New Roman"/>
              </a:rPr>
              <a:t>M</a:t>
            </a:r>
            <a:r>
              <a:rPr dirty="0" smtClean="0" sz="2000" spc="-3" b="1">
                <a:latin typeface="Times New Roman"/>
                <a:cs typeface="Times New Roman"/>
              </a:rPr>
              <a:t>R</a:t>
            </a:r>
            <a:r>
              <a:rPr dirty="0" smtClean="0" sz="2000" spc="-3" b="1">
                <a:latin typeface="Times New Roman"/>
                <a:cs typeface="Times New Roman"/>
              </a:rPr>
              <a:t>P</a:t>
            </a:r>
            <a:r>
              <a:rPr dirty="0" smtClean="0" sz="2000" spc="-3" b="1">
                <a:latin typeface="Times New Roman"/>
                <a:cs typeface="Times New Roman"/>
              </a:rPr>
              <a:t> </a:t>
            </a:r>
            <a:r>
              <a:rPr dirty="0" smtClean="0" sz="2000" spc="-3" b="1">
                <a:latin typeface="Times New Roman"/>
                <a:cs typeface="Times New Roman"/>
              </a:rPr>
              <a:t>of</a:t>
            </a:r>
            <a:r>
              <a:rPr dirty="0" smtClean="0" sz="2000" spc="-3" b="1">
                <a:latin typeface="Times New Roman"/>
                <a:cs typeface="Times New Roman"/>
              </a:rPr>
              <a:t> </a:t>
            </a:r>
            <a:r>
              <a:rPr dirty="0" smtClean="0" sz="2000" spc="-3" b="1">
                <a:latin typeface="Times New Roman"/>
                <a:cs typeface="Times New Roman"/>
              </a:rPr>
              <a:t>12/8</a:t>
            </a:r>
            <a:r>
              <a:rPr dirty="0" smtClean="0" sz="2000" spc="-3" b="1">
                <a:latin typeface="Times New Roman"/>
                <a:cs typeface="Times New Roman"/>
              </a:rPr>
              <a:t>/</a:t>
            </a:r>
            <a:r>
              <a:rPr dirty="0" smtClean="0" sz="2000" spc="-3" b="1">
                <a:latin typeface="Times New Roman"/>
                <a:cs typeface="Times New Roman"/>
              </a:rPr>
              <a:t>7</a:t>
            </a:r>
            <a:r>
              <a:rPr dirty="0" smtClean="0" sz="2000" spc="-3" b="1">
                <a:latin typeface="Times New Roman"/>
                <a:cs typeface="Times New Roman"/>
              </a:rPr>
              <a:t> </a:t>
            </a:r>
            <a:r>
              <a:rPr dirty="0" smtClean="0" sz="2000" spc="-3" b="1">
                <a:latin typeface="Times New Roman"/>
                <a:cs typeface="Times New Roman"/>
              </a:rPr>
              <a:t>h</a:t>
            </a:r>
            <a:r>
              <a:rPr dirty="0" smtClean="0" sz="2000" spc="-3" b="1">
                <a:latin typeface="Times New Roman"/>
                <a:cs typeface="Times New Roman"/>
              </a:rPr>
              <a:t>as</a:t>
            </a:r>
            <a:r>
              <a:rPr dirty="0" smtClean="0" sz="2000" spc="-3" b="1">
                <a:latin typeface="Times New Roman"/>
                <a:cs typeface="Times New Roman"/>
              </a:rPr>
              <a:t> </a:t>
            </a:r>
            <a:r>
              <a:rPr dirty="0" smtClean="0" sz="2000" spc="-3" b="1">
                <a:latin typeface="Times New Roman"/>
                <a:cs typeface="Times New Roman"/>
              </a:rPr>
              <a:t>a</a:t>
            </a:r>
            <a:r>
              <a:rPr dirty="0" smtClean="0" sz="2000" spc="-3" b="1">
                <a:latin typeface="Times New Roman"/>
                <a:cs typeface="Times New Roman"/>
              </a:rPr>
              <a:t> </a:t>
            </a:r>
            <a:r>
              <a:rPr dirty="0" smtClean="0" sz="2000" spc="-3" b="1">
                <a:latin typeface="Times New Roman"/>
                <a:cs typeface="Times New Roman"/>
              </a:rPr>
              <a:t>r</a:t>
            </a:r>
            <a:r>
              <a:rPr dirty="0" smtClean="0" sz="2000" spc="-3" b="1">
                <a:latin typeface="Times New Roman"/>
                <a:cs typeface="Times New Roman"/>
              </a:rPr>
              <a:t>e</a:t>
            </a:r>
            <a:r>
              <a:rPr dirty="0" smtClean="0" sz="2000" spc="-3" b="1">
                <a:latin typeface="Times New Roman"/>
                <a:cs typeface="Times New Roman"/>
              </a:rPr>
              <a:t>-</a:t>
            </a:r>
            <a:r>
              <a:rPr dirty="0" smtClean="0" sz="2000" spc="-3" b="1">
                <a:latin typeface="Times New Roman"/>
                <a:cs typeface="Times New Roman"/>
              </a:rPr>
              <a:t>u</a:t>
            </a:r>
            <a:r>
              <a:rPr dirty="0" smtClean="0" sz="2000" spc="-3" b="1">
                <a:latin typeface="Times New Roman"/>
                <a:cs typeface="Times New Roman"/>
              </a:rPr>
              <a:t>se</a:t>
            </a:r>
            <a:r>
              <a:rPr dirty="0" smtClean="0" sz="2000" spc="-3" b="1">
                <a:latin typeface="Times New Roman"/>
                <a:cs typeface="Times New Roman"/>
              </a:rPr>
              <a:t> </a:t>
            </a:r>
            <a:r>
              <a:rPr dirty="0" smtClean="0" sz="2000" spc="-3" b="1">
                <a:latin typeface="Times New Roman"/>
                <a:cs typeface="Times New Roman"/>
              </a:rPr>
              <a:t>of</a:t>
            </a:r>
            <a:r>
              <a:rPr dirty="0" smtClean="0" sz="2000" spc="-3" b="1">
                <a:latin typeface="Times New Roman"/>
                <a:cs typeface="Times New Roman"/>
              </a:rPr>
              <a:t> </a:t>
            </a:r>
            <a:r>
              <a:rPr dirty="0" smtClean="0" sz="2000" spc="-3" b="1">
                <a:latin typeface="Times New Roman"/>
                <a:cs typeface="Times New Roman"/>
              </a:rPr>
              <a:t>12</a:t>
            </a:r>
            <a:r>
              <a:rPr dirty="0" smtClean="0" sz="2000" spc="-3" b="1">
                <a:latin typeface="Times New Roman"/>
                <a:cs typeface="Times New Roman"/>
              </a:rPr>
              <a:t> </a:t>
            </a:r>
            <a:r>
              <a:rPr dirty="0" smtClean="0" sz="2000" spc="-3" b="1">
                <a:latin typeface="Times New Roman"/>
                <a:cs typeface="Times New Roman"/>
              </a:rPr>
              <a:t>o</a:t>
            </a:r>
            <a:r>
              <a:rPr dirty="0" smtClean="0" sz="2000" spc="-3" b="1">
                <a:latin typeface="Times New Roman"/>
                <a:cs typeface="Times New Roman"/>
              </a:rPr>
              <a:t>n</a:t>
            </a:r>
            <a:r>
              <a:rPr dirty="0" smtClean="0" sz="2000" spc="-3" b="1">
                <a:latin typeface="Times New Roman"/>
                <a:cs typeface="Times New Roman"/>
              </a:rPr>
              <a:t> </a:t>
            </a:r>
            <a:r>
              <a:rPr dirty="0" smtClean="0" sz="2000" spc="-3" b="1">
                <a:latin typeface="Times New Roman"/>
                <a:cs typeface="Times New Roman"/>
              </a:rPr>
              <a:t>the</a:t>
            </a:r>
            <a:r>
              <a:rPr dirty="0" smtClean="0" sz="2000" spc="-3" b="1">
                <a:latin typeface="Times New Roman"/>
                <a:cs typeface="Times New Roman"/>
              </a:rPr>
              <a:t> </a:t>
            </a:r>
            <a:r>
              <a:rPr dirty="0" smtClean="0" sz="2000" spc="-3" b="1">
                <a:latin typeface="Times New Roman"/>
                <a:cs typeface="Times New Roman"/>
              </a:rPr>
              <a:t>BCCH</a:t>
            </a:r>
            <a:r>
              <a:rPr dirty="0" smtClean="0" sz="2000" spc="-3" b="1">
                <a:latin typeface="Times New Roman"/>
                <a:cs typeface="Times New Roman"/>
              </a:rPr>
              <a:t> </a:t>
            </a:r>
            <a:r>
              <a:rPr dirty="0" smtClean="0" sz="2000" spc="-3" b="1">
                <a:latin typeface="Times New Roman"/>
                <a:cs typeface="Times New Roman"/>
              </a:rPr>
              <a:t>c</a:t>
            </a:r>
            <a:r>
              <a:rPr dirty="0" smtClean="0" sz="2000" spc="-3" b="1">
                <a:latin typeface="Times New Roman"/>
                <a:cs typeface="Times New Roman"/>
              </a:rPr>
              <a:t>ar</a:t>
            </a:r>
            <a:r>
              <a:rPr dirty="0" smtClean="0" sz="2000" spc="-3" b="1">
                <a:latin typeface="Times New Roman"/>
                <a:cs typeface="Times New Roman"/>
              </a:rPr>
              <a:t>r</a:t>
            </a:r>
            <a:r>
              <a:rPr dirty="0" smtClean="0" sz="2000" spc="-3" b="1">
                <a:latin typeface="Times New Roman"/>
                <a:cs typeface="Times New Roman"/>
              </a:rPr>
              <a:t>ie</a:t>
            </a:r>
            <a:r>
              <a:rPr dirty="0" smtClean="0" sz="2000" spc="-3" b="1">
                <a:latin typeface="Times New Roman"/>
                <a:cs typeface="Times New Roman"/>
              </a:rPr>
              <a:t>r</a:t>
            </a:r>
            <a:r>
              <a:rPr dirty="0" smtClean="0" sz="2000" spc="-3" b="1">
                <a:latin typeface="Times New Roman"/>
                <a:cs typeface="Times New Roman"/>
              </a:rPr>
              <a:t>s</a:t>
            </a:r>
            <a:r>
              <a:rPr dirty="0" smtClean="0" sz="2000" spc="-3" b="1">
                <a:latin typeface="Times New Roman"/>
                <a:cs typeface="Times New Roman"/>
              </a:rPr>
              <a:t> </a:t>
            </a:r>
            <a:r>
              <a:rPr dirty="0" smtClean="0" sz="2000" spc="-3" b="1">
                <a:latin typeface="Times New Roman"/>
                <a:cs typeface="Times New Roman"/>
              </a:rPr>
              <a:t>a</a:t>
            </a:r>
            <a:r>
              <a:rPr dirty="0" smtClean="0" sz="2000" spc="-3" b="1">
                <a:latin typeface="Times New Roman"/>
                <a:cs typeface="Times New Roman"/>
              </a:rPr>
              <a:t>n</a:t>
            </a:r>
            <a:r>
              <a:rPr dirty="0" smtClean="0" sz="2000" spc="-3" b="1">
                <a:latin typeface="Times New Roman"/>
                <a:cs typeface="Times New Roman"/>
              </a:rPr>
              <a:t>d</a:t>
            </a:r>
            <a:r>
              <a:rPr dirty="0" smtClean="0" sz="2000" spc="-3" b="1">
                <a:latin typeface="Times New Roman"/>
                <a:cs typeface="Times New Roman"/>
              </a:rPr>
              <a:t> </a:t>
            </a:r>
            <a:r>
              <a:rPr dirty="0" smtClean="0" sz="2000" spc="-3" b="1">
                <a:latin typeface="Times New Roman"/>
                <a:cs typeface="Times New Roman"/>
              </a:rPr>
              <a:t>a</a:t>
            </a:r>
            <a:r>
              <a:rPr dirty="0" smtClean="0" sz="2000" spc="-3" b="1">
                <a:latin typeface="Times New Roman"/>
                <a:cs typeface="Times New Roman"/>
              </a:rPr>
              <a:t> </a:t>
            </a:r>
            <a:r>
              <a:rPr dirty="0" smtClean="0" sz="2000" spc="-3" b="1">
                <a:latin typeface="Times New Roman"/>
                <a:cs typeface="Times New Roman"/>
              </a:rPr>
              <a:t>r</a:t>
            </a:r>
            <a:r>
              <a:rPr dirty="0" smtClean="0" sz="2000" spc="-3" b="1">
                <a:latin typeface="Times New Roman"/>
                <a:cs typeface="Times New Roman"/>
              </a:rPr>
              <a:t>e</a:t>
            </a:r>
            <a:r>
              <a:rPr dirty="0" smtClean="0" sz="2000" spc="-3" b="1">
                <a:latin typeface="Times New Roman"/>
                <a:cs typeface="Times New Roman"/>
              </a:rPr>
              <a:t>-</a:t>
            </a:r>
            <a:r>
              <a:rPr dirty="0" smtClean="0" sz="2000" spc="-3" b="1">
                <a:latin typeface="Times New Roman"/>
                <a:cs typeface="Times New Roman"/>
              </a:rPr>
              <a:t>u</a:t>
            </a:r>
            <a:r>
              <a:rPr dirty="0" smtClean="0" sz="2000" spc="-3" b="1">
                <a:latin typeface="Times New Roman"/>
                <a:cs typeface="Times New Roman"/>
              </a:rPr>
              <a:t>se</a:t>
            </a:r>
            <a:r>
              <a:rPr dirty="0" smtClean="0" sz="2000" spc="-3" b="1">
                <a:latin typeface="Times New Roman"/>
                <a:cs typeface="Times New Roman"/>
              </a:rPr>
              <a:t> </a:t>
            </a:r>
            <a:r>
              <a:rPr dirty="0" smtClean="0" sz="2000" spc="-3" b="1">
                <a:latin typeface="Times New Roman"/>
                <a:cs typeface="Times New Roman"/>
              </a:rPr>
              <a:t>of</a:t>
            </a:r>
            <a:r>
              <a:rPr dirty="0" smtClean="0" sz="2000" spc="-3" b="1">
                <a:latin typeface="Times New Roman"/>
                <a:cs typeface="Times New Roman"/>
              </a:rPr>
              <a:t> </a:t>
            </a:r>
            <a:r>
              <a:rPr dirty="0" smtClean="0" sz="2000" spc="-3" b="1">
                <a:latin typeface="Times New Roman"/>
                <a:cs typeface="Times New Roman"/>
              </a:rPr>
              <a:t>8</a:t>
            </a:r>
            <a:r>
              <a:rPr dirty="0" smtClean="0" sz="2000" spc="-3" b="1">
                <a:latin typeface="Times New Roman"/>
                <a:cs typeface="Times New Roman"/>
              </a:rPr>
              <a:t> </a:t>
            </a:r>
            <a:r>
              <a:rPr dirty="0" smtClean="0" sz="2000" spc="-3" b="1">
                <a:latin typeface="Times New Roman"/>
                <a:cs typeface="Times New Roman"/>
              </a:rPr>
              <a:t>on</a:t>
            </a:r>
            <a:r>
              <a:rPr dirty="0" smtClean="0" sz="2000" spc="-3" b="1">
                <a:latin typeface="Times New Roman"/>
                <a:cs typeface="Times New Roman"/>
              </a:rPr>
              <a:t> </a:t>
            </a:r>
            <a:r>
              <a:rPr dirty="0" smtClean="0" sz="2000" spc="-3" b="1">
                <a:latin typeface="Times New Roman"/>
                <a:cs typeface="Times New Roman"/>
              </a:rPr>
              <a:t>the</a:t>
            </a:r>
            <a:r>
              <a:rPr dirty="0" smtClean="0" sz="2000" spc="-3" b="1">
                <a:latin typeface="Times New Roman"/>
                <a:cs typeface="Times New Roman"/>
              </a:rPr>
              <a:t> </a:t>
            </a:r>
            <a:r>
              <a:rPr dirty="0" smtClean="0" sz="2000" spc="-3" b="1">
                <a:latin typeface="Times New Roman"/>
                <a:cs typeface="Times New Roman"/>
              </a:rPr>
              <a:t>f</a:t>
            </a:r>
            <a:r>
              <a:rPr dirty="0" smtClean="0" sz="2000" spc="-3" b="1">
                <a:latin typeface="Times New Roman"/>
                <a:cs typeface="Times New Roman"/>
              </a:rPr>
              <a:t>irst</a:t>
            </a:r>
            <a:r>
              <a:rPr dirty="0" smtClean="0" sz="2000" spc="-3" b="1">
                <a:latin typeface="Times New Roman"/>
                <a:cs typeface="Times New Roman"/>
              </a:rPr>
              <a:t> </a:t>
            </a:r>
            <a:r>
              <a:rPr dirty="0" smtClean="0" sz="2000" spc="-3" b="1">
                <a:latin typeface="Times New Roman"/>
                <a:cs typeface="Times New Roman"/>
              </a:rPr>
              <a:t>TCH</a:t>
            </a:r>
            <a:r>
              <a:rPr dirty="0" smtClean="0" sz="2000" spc="-3" b="1">
                <a:latin typeface="Times New Roman"/>
                <a:cs typeface="Times New Roman"/>
              </a:rPr>
              <a:t> </a:t>
            </a:r>
            <a:r>
              <a:rPr dirty="0" smtClean="0" sz="2000" spc="-3" b="1">
                <a:latin typeface="Times New Roman"/>
                <a:cs typeface="Times New Roman"/>
              </a:rPr>
              <a:t>c</a:t>
            </a:r>
            <a:r>
              <a:rPr dirty="0" smtClean="0" sz="2000" spc="-3" b="1">
                <a:latin typeface="Times New Roman"/>
                <a:cs typeface="Times New Roman"/>
              </a:rPr>
              <a:t>a</a:t>
            </a:r>
            <a:r>
              <a:rPr dirty="0" smtClean="0" sz="2000" spc="-3" b="1">
                <a:latin typeface="Times New Roman"/>
                <a:cs typeface="Times New Roman"/>
              </a:rPr>
              <a:t>r</a:t>
            </a:r>
            <a:r>
              <a:rPr dirty="0" smtClean="0" sz="2000" spc="-3" b="1">
                <a:latin typeface="Times New Roman"/>
                <a:cs typeface="Times New Roman"/>
              </a:rPr>
              <a:t>r</a:t>
            </a:r>
            <a:r>
              <a:rPr dirty="0" smtClean="0" sz="2000" spc="-3" b="1">
                <a:latin typeface="Times New Roman"/>
                <a:cs typeface="Times New Roman"/>
              </a:rPr>
              <a:t>ie</a:t>
            </a:r>
            <a:r>
              <a:rPr dirty="0" smtClean="0" sz="2000" spc="-3" b="1">
                <a:latin typeface="Times New Roman"/>
                <a:cs typeface="Times New Roman"/>
              </a:rPr>
              <a:t>r</a:t>
            </a:r>
            <a:r>
              <a:rPr dirty="0" smtClean="0" sz="2000" spc="-3" b="1">
                <a:latin typeface="Times New Roman"/>
                <a:cs typeface="Times New Roman"/>
              </a:rPr>
              <a:t>s</a:t>
            </a:r>
            <a:r>
              <a:rPr dirty="0" smtClean="0" sz="2000" spc="-3" b="1">
                <a:latin typeface="Times New Roman"/>
                <a:cs typeface="Times New Roman"/>
              </a:rPr>
              <a:t> </a:t>
            </a:r>
            <a:r>
              <a:rPr dirty="0" smtClean="0" sz="2000" spc="-3" b="1">
                <a:latin typeface="Times New Roman"/>
                <a:cs typeface="Times New Roman"/>
              </a:rPr>
              <a:t>a</a:t>
            </a:r>
            <a:r>
              <a:rPr dirty="0" smtClean="0" sz="2000" spc="-3" b="1">
                <a:latin typeface="Times New Roman"/>
                <a:cs typeface="Times New Roman"/>
              </a:rPr>
              <a:t>n</a:t>
            </a:r>
            <a:r>
              <a:rPr dirty="0" smtClean="0" sz="2000" spc="-3" b="1">
                <a:latin typeface="Times New Roman"/>
                <a:cs typeface="Times New Roman"/>
              </a:rPr>
              <a:t>d</a:t>
            </a:r>
            <a:r>
              <a:rPr dirty="0" smtClean="0" sz="2000" spc="-3" b="1">
                <a:latin typeface="Times New Roman"/>
                <a:cs typeface="Times New Roman"/>
              </a:rPr>
              <a:t> </a:t>
            </a:r>
            <a:r>
              <a:rPr dirty="0" smtClean="0" sz="2000" spc="-3" b="1">
                <a:latin typeface="Times New Roman"/>
                <a:cs typeface="Times New Roman"/>
              </a:rPr>
              <a:t>7</a:t>
            </a:r>
            <a:r>
              <a:rPr dirty="0" smtClean="0" sz="2000" spc="-3" b="1">
                <a:latin typeface="Times New Roman"/>
                <a:cs typeface="Times New Roman"/>
              </a:rPr>
              <a:t> </a:t>
            </a:r>
            <a:r>
              <a:rPr dirty="0" smtClean="0" sz="2000" spc="-3" b="1">
                <a:latin typeface="Times New Roman"/>
                <a:cs typeface="Times New Roman"/>
              </a:rPr>
              <a:t>on</a:t>
            </a:r>
            <a:r>
              <a:rPr dirty="0" smtClean="0" sz="2000" spc="-3" b="1">
                <a:latin typeface="Times New Roman"/>
                <a:cs typeface="Times New Roman"/>
              </a:rPr>
              <a:t> </a:t>
            </a:r>
            <a:r>
              <a:rPr dirty="0" smtClean="0" sz="2000" spc="-3" b="1">
                <a:latin typeface="Times New Roman"/>
                <a:cs typeface="Times New Roman"/>
              </a:rPr>
              <a:t>the</a:t>
            </a:r>
            <a:r>
              <a:rPr dirty="0" smtClean="0" sz="2000" spc="-3" b="1">
                <a:latin typeface="Times New Roman"/>
                <a:cs typeface="Times New Roman"/>
              </a:rPr>
              <a:t> </a:t>
            </a:r>
            <a:r>
              <a:rPr dirty="0" smtClean="0" sz="2000" spc="-3" b="1">
                <a:latin typeface="Times New Roman"/>
                <a:cs typeface="Times New Roman"/>
              </a:rPr>
              <a:t>t</a:t>
            </a:r>
            <a:r>
              <a:rPr dirty="0" smtClean="0" sz="2000" spc="-3" b="1">
                <a:latin typeface="Times New Roman"/>
                <a:cs typeface="Times New Roman"/>
              </a:rPr>
              <a:t>h</a:t>
            </a:r>
            <a:r>
              <a:rPr dirty="0" smtClean="0" sz="2000" spc="-3" b="1">
                <a:latin typeface="Times New Roman"/>
                <a:cs typeface="Times New Roman"/>
              </a:rPr>
              <a:t>ird.</a:t>
            </a:r>
            <a:r>
              <a:rPr dirty="0" smtClean="0" sz="2000" spc="-3" b="1">
                <a:latin typeface="Times New Roman"/>
                <a:cs typeface="Times New Roman"/>
              </a:rPr>
              <a:t> </a:t>
            </a:r>
            <a:r>
              <a:rPr dirty="0" smtClean="0" sz="2000" spc="-3" b="1">
                <a:latin typeface="Times New Roman"/>
                <a:cs typeface="Times New Roman"/>
              </a:rPr>
              <a:t>T</a:t>
            </a:r>
            <a:r>
              <a:rPr dirty="0" smtClean="0" sz="2000" spc="-3" b="1">
                <a:latin typeface="Times New Roman"/>
                <a:cs typeface="Times New Roman"/>
              </a:rPr>
              <a:t>h</a:t>
            </a:r>
            <a:r>
              <a:rPr dirty="0" smtClean="0" sz="2000" spc="-3" b="1">
                <a:latin typeface="Times New Roman"/>
                <a:cs typeface="Times New Roman"/>
              </a:rPr>
              <a:t>is</a:t>
            </a:r>
            <a:r>
              <a:rPr dirty="0" smtClean="0" sz="2000" spc="-3" b="1">
                <a:latin typeface="Times New Roman"/>
                <a:cs typeface="Times New Roman"/>
              </a:rPr>
              <a:t> </a:t>
            </a:r>
            <a:r>
              <a:rPr dirty="0" smtClean="0" sz="2000" spc="-3" b="1">
                <a:latin typeface="Times New Roman"/>
                <a:cs typeface="Times New Roman"/>
              </a:rPr>
              <a:t>p</a:t>
            </a:r>
            <a:r>
              <a:rPr dirty="0" smtClean="0" sz="2000" spc="-3" b="1">
                <a:latin typeface="Times New Roman"/>
                <a:cs typeface="Times New Roman"/>
              </a:rPr>
              <a:t>a</a:t>
            </a:r>
            <a:r>
              <a:rPr dirty="0" smtClean="0" sz="2000" spc="-3" b="1">
                <a:latin typeface="Times New Roman"/>
                <a:cs typeface="Times New Roman"/>
              </a:rPr>
              <a:t>r</a:t>
            </a:r>
            <a:r>
              <a:rPr dirty="0" smtClean="0" sz="2000" spc="-3" b="1">
                <a:latin typeface="Times New Roman"/>
                <a:cs typeface="Times New Roman"/>
              </a:rPr>
              <a:t>ti</a:t>
            </a:r>
            <a:r>
              <a:rPr dirty="0" smtClean="0" sz="2000" spc="-3" b="1">
                <a:latin typeface="Times New Roman"/>
                <a:cs typeface="Times New Roman"/>
              </a:rPr>
              <a:t>c</a:t>
            </a:r>
            <a:r>
              <a:rPr dirty="0" smtClean="0" sz="2000" spc="-3" b="1">
                <a:latin typeface="Times New Roman"/>
                <a:cs typeface="Times New Roman"/>
              </a:rPr>
              <a:t>u</a:t>
            </a:r>
            <a:r>
              <a:rPr dirty="0" smtClean="0" sz="2000" spc="-3" b="1">
                <a:latin typeface="Times New Roman"/>
                <a:cs typeface="Times New Roman"/>
              </a:rPr>
              <a:t>lar</a:t>
            </a:r>
            <a:r>
              <a:rPr dirty="0" smtClean="0" sz="2000" spc="-3" b="1">
                <a:latin typeface="Times New Roman"/>
                <a:cs typeface="Times New Roman"/>
              </a:rPr>
              <a:t> </a:t>
            </a:r>
            <a:r>
              <a:rPr dirty="0" smtClean="0" sz="2000" spc="-3" b="1">
                <a:latin typeface="Times New Roman"/>
                <a:cs typeface="Times New Roman"/>
              </a:rPr>
              <a:t>s</a:t>
            </a:r>
            <a:r>
              <a:rPr dirty="0" smtClean="0" sz="2000" spc="-3" b="1">
                <a:latin typeface="Times New Roman"/>
                <a:cs typeface="Times New Roman"/>
              </a:rPr>
              <a:t>c</a:t>
            </a:r>
            <a:r>
              <a:rPr dirty="0" smtClean="0" sz="2000" spc="-3" b="1">
                <a:latin typeface="Times New Roman"/>
                <a:cs typeface="Times New Roman"/>
              </a:rPr>
              <a:t>h</a:t>
            </a:r>
            <a:r>
              <a:rPr dirty="0" smtClean="0" sz="2000" spc="-3" b="1">
                <a:latin typeface="Times New Roman"/>
                <a:cs typeface="Times New Roman"/>
              </a:rPr>
              <a:t>e</a:t>
            </a:r>
            <a:r>
              <a:rPr dirty="0" smtClean="0" sz="2000" spc="-3" b="1">
                <a:latin typeface="Times New Roman"/>
                <a:cs typeface="Times New Roman"/>
              </a:rPr>
              <a:t>m</a:t>
            </a:r>
            <a:r>
              <a:rPr dirty="0" smtClean="0" sz="2000" spc="-3" b="1">
                <a:latin typeface="Times New Roman"/>
                <a:cs typeface="Times New Roman"/>
              </a:rPr>
              <a:t>e</a:t>
            </a:r>
            <a:r>
              <a:rPr dirty="0" smtClean="0" sz="2000" spc="-3" b="1">
                <a:latin typeface="Times New Roman"/>
                <a:cs typeface="Times New Roman"/>
              </a:rPr>
              <a:t> </a:t>
            </a:r>
            <a:r>
              <a:rPr dirty="0" smtClean="0" sz="2000" spc="-3" b="1">
                <a:latin typeface="Times New Roman"/>
                <a:cs typeface="Times New Roman"/>
              </a:rPr>
              <a:t>is</a:t>
            </a:r>
            <a:r>
              <a:rPr dirty="0" smtClean="0" sz="2000" spc="-3" b="1">
                <a:latin typeface="Times New Roman"/>
                <a:cs typeface="Times New Roman"/>
              </a:rPr>
              <a:t> </a:t>
            </a:r>
            <a:r>
              <a:rPr dirty="0" smtClean="0" sz="2000" spc="-3" b="1">
                <a:latin typeface="Times New Roman"/>
                <a:cs typeface="Times New Roman"/>
              </a:rPr>
              <a:t>e</a:t>
            </a:r>
            <a:r>
              <a:rPr dirty="0" smtClean="0" sz="2000" spc="-3" b="1">
                <a:latin typeface="Times New Roman"/>
                <a:cs typeface="Times New Roman"/>
              </a:rPr>
              <a:t>q</a:t>
            </a:r>
            <a:r>
              <a:rPr dirty="0" smtClean="0" sz="2000" spc="-3" b="1">
                <a:latin typeface="Times New Roman"/>
                <a:cs typeface="Times New Roman"/>
              </a:rPr>
              <a:t>u</a:t>
            </a:r>
            <a:r>
              <a:rPr dirty="0" smtClean="0" sz="2000" spc="-3" b="1">
                <a:latin typeface="Times New Roman"/>
                <a:cs typeface="Times New Roman"/>
              </a:rPr>
              <a:t>ivalent</a:t>
            </a:r>
            <a:r>
              <a:rPr dirty="0" smtClean="0" sz="2000" spc="-3" b="1">
                <a:latin typeface="Times New Roman"/>
                <a:cs typeface="Times New Roman"/>
              </a:rPr>
              <a:t> </a:t>
            </a:r>
            <a:r>
              <a:rPr dirty="0" smtClean="0" sz="2000" spc="-3" b="1">
                <a:latin typeface="Times New Roman"/>
                <a:cs typeface="Times New Roman"/>
              </a:rPr>
              <a:t>t</a:t>
            </a:r>
            <a:r>
              <a:rPr dirty="0" smtClean="0" sz="2000" spc="-3" b="1">
                <a:latin typeface="Times New Roman"/>
                <a:cs typeface="Times New Roman"/>
              </a:rPr>
              <a:t>o</a:t>
            </a:r>
            <a:r>
              <a:rPr dirty="0" smtClean="0" sz="2000" spc="-3" b="1">
                <a:latin typeface="Times New Roman"/>
                <a:cs typeface="Times New Roman"/>
              </a:rPr>
              <a:t> </a:t>
            </a:r>
            <a:r>
              <a:rPr dirty="0" smtClean="0" sz="2000" spc="-3" b="1">
                <a:latin typeface="Times New Roman"/>
                <a:cs typeface="Times New Roman"/>
              </a:rPr>
              <a:t>a</a:t>
            </a:r>
            <a:r>
              <a:rPr dirty="0" smtClean="0" sz="2000" spc="-3" b="1">
                <a:latin typeface="Times New Roman"/>
                <a:cs typeface="Times New Roman"/>
              </a:rPr>
              <a:t> </a:t>
            </a:r>
            <a:r>
              <a:rPr dirty="0" smtClean="0" sz="2000" spc="-3" b="1">
                <a:latin typeface="Times New Roman"/>
                <a:cs typeface="Times New Roman"/>
              </a:rPr>
              <a:t>no</a:t>
            </a:r>
            <a:r>
              <a:rPr dirty="0" smtClean="0" sz="2000" spc="-3" b="1">
                <a:latin typeface="Times New Roman"/>
                <a:cs typeface="Times New Roman"/>
              </a:rPr>
              <a:t>m</a:t>
            </a:r>
            <a:r>
              <a:rPr dirty="0" smtClean="0" sz="2000" spc="-3" b="1">
                <a:latin typeface="Times New Roman"/>
                <a:cs typeface="Times New Roman"/>
              </a:rPr>
              <a:t>i</a:t>
            </a:r>
            <a:r>
              <a:rPr dirty="0" smtClean="0" sz="2000" spc="-3" b="1">
                <a:latin typeface="Times New Roman"/>
                <a:cs typeface="Times New Roman"/>
              </a:rPr>
              <a:t>n</a:t>
            </a:r>
            <a:r>
              <a:rPr dirty="0" smtClean="0" sz="2000" spc="-3" b="1">
                <a:latin typeface="Times New Roman"/>
                <a:cs typeface="Times New Roman"/>
              </a:rPr>
              <a:t>al</a:t>
            </a:r>
            <a:r>
              <a:rPr dirty="0" smtClean="0" sz="2000" spc="-3" b="1">
                <a:latin typeface="Times New Roman"/>
                <a:cs typeface="Times New Roman"/>
              </a:rPr>
              <a:t> </a:t>
            </a:r>
            <a:r>
              <a:rPr dirty="0" smtClean="0" sz="2000" spc="-3" b="1">
                <a:latin typeface="Times New Roman"/>
                <a:cs typeface="Times New Roman"/>
              </a:rPr>
              <a:t>3/9</a:t>
            </a:r>
            <a:r>
              <a:rPr dirty="0" smtClean="0" sz="2000" spc="-3" b="1">
                <a:latin typeface="Times New Roman"/>
                <a:cs typeface="Times New Roman"/>
              </a:rPr>
              <a:t> </a:t>
            </a:r>
            <a:r>
              <a:rPr dirty="0" smtClean="0" sz="2000" spc="-3" b="1">
                <a:latin typeface="Times New Roman"/>
                <a:cs typeface="Times New Roman"/>
              </a:rPr>
              <a:t>r</a:t>
            </a:r>
            <a:r>
              <a:rPr dirty="0" smtClean="0" sz="2000" spc="-3" b="1">
                <a:latin typeface="Times New Roman"/>
                <a:cs typeface="Times New Roman"/>
              </a:rPr>
              <a:t>e</a:t>
            </a:r>
            <a:r>
              <a:rPr dirty="0" smtClean="0" sz="2000" spc="-3" b="1">
                <a:latin typeface="Times New Roman"/>
                <a:cs typeface="Times New Roman"/>
              </a:rPr>
              <a:t>u</a:t>
            </a:r>
            <a:r>
              <a:rPr dirty="0" smtClean="0" sz="2000" spc="-3" b="1">
                <a:latin typeface="Times New Roman"/>
                <a:cs typeface="Times New Roman"/>
              </a:rPr>
              <a:t>se</a:t>
            </a:r>
            <a:r>
              <a:rPr dirty="0" smtClean="0" sz="2000" spc="-3" b="1">
                <a:latin typeface="Times New Roman"/>
                <a:cs typeface="Times New Roman"/>
              </a:rPr>
              <a:t> </a:t>
            </a:r>
            <a:r>
              <a:rPr dirty="0" smtClean="0" sz="2000" spc="-3" b="1">
                <a:latin typeface="Times New Roman"/>
                <a:cs typeface="Times New Roman"/>
              </a:rPr>
              <a:t>p</a:t>
            </a:r>
            <a:r>
              <a:rPr dirty="0" smtClean="0" sz="2000" spc="-3" b="1">
                <a:latin typeface="Times New Roman"/>
                <a:cs typeface="Times New Roman"/>
              </a:rPr>
              <a:t>a</a:t>
            </a:r>
            <a:r>
              <a:rPr dirty="0" smtClean="0" sz="2000" spc="-3" b="1">
                <a:latin typeface="Times New Roman"/>
                <a:cs typeface="Times New Roman"/>
              </a:rPr>
              <a:t>t</a:t>
            </a:r>
            <a:r>
              <a:rPr dirty="0" smtClean="0" sz="2000" spc="-3" b="1">
                <a:latin typeface="Times New Roman"/>
                <a:cs typeface="Times New Roman"/>
              </a:rPr>
              <a:t>t</a:t>
            </a:r>
            <a:r>
              <a:rPr dirty="0" smtClean="0" sz="2000" spc="-3" b="1">
                <a:latin typeface="Times New Roman"/>
                <a:cs typeface="Times New Roman"/>
              </a:rPr>
              <a:t>e</a:t>
            </a:r>
            <a:r>
              <a:rPr dirty="0" smtClean="0" sz="2000" spc="-3" b="1">
                <a:latin typeface="Times New Roman"/>
                <a:cs typeface="Times New Roman"/>
              </a:rPr>
              <a:t>r</a:t>
            </a:r>
            <a:r>
              <a:rPr dirty="0" smtClean="0" sz="2000" spc="-3" b="1">
                <a:latin typeface="Times New Roman"/>
                <a:cs typeface="Times New Roman"/>
              </a:rPr>
              <a:t>n</a:t>
            </a:r>
            <a:r>
              <a:rPr dirty="0" smtClean="0" sz="2000" spc="-3" b="1">
                <a:latin typeface="Times New Roman"/>
                <a:cs typeface="Times New Roman"/>
              </a:rPr>
              <a:t>.</a:t>
            </a:r>
            <a:r>
              <a:rPr dirty="0" smtClean="0" sz="2000" spc="-3" b="1">
                <a:latin typeface="Times New Roman"/>
                <a:cs typeface="Times New Roman"/>
              </a:rPr>
              <a:t> </a:t>
            </a:r>
            <a:r>
              <a:rPr dirty="0" smtClean="0" sz="2000" spc="-3" b="1">
                <a:latin typeface="Times New Roman"/>
                <a:cs typeface="Times New Roman"/>
              </a:rPr>
              <a:t>If</a:t>
            </a:r>
            <a:r>
              <a:rPr dirty="0" smtClean="0" sz="2000" spc="-3" b="1">
                <a:latin typeface="Times New Roman"/>
                <a:cs typeface="Times New Roman"/>
              </a:rPr>
              <a:t> </a:t>
            </a:r>
            <a:r>
              <a:rPr dirty="0" smtClean="0" sz="2000" spc="-3" b="1">
                <a:latin typeface="Times New Roman"/>
                <a:cs typeface="Times New Roman"/>
              </a:rPr>
              <a:t>t</a:t>
            </a:r>
            <a:r>
              <a:rPr dirty="0" smtClean="0" sz="2000" spc="-3" b="1">
                <a:latin typeface="Times New Roman"/>
                <a:cs typeface="Times New Roman"/>
              </a:rPr>
              <a:t>h</a:t>
            </a:r>
            <a:r>
              <a:rPr dirty="0" smtClean="0" sz="2000" spc="-3" b="1">
                <a:latin typeface="Times New Roman"/>
                <a:cs typeface="Times New Roman"/>
              </a:rPr>
              <a:t>e</a:t>
            </a:r>
            <a:r>
              <a:rPr dirty="0" smtClean="0" sz="2000" spc="-3" b="1">
                <a:latin typeface="Times New Roman"/>
                <a:cs typeface="Times New Roman"/>
              </a:rPr>
              <a:t>r</a:t>
            </a:r>
            <a:r>
              <a:rPr dirty="0" smtClean="0" sz="2000" spc="-3" b="1">
                <a:latin typeface="Times New Roman"/>
                <a:cs typeface="Times New Roman"/>
              </a:rPr>
              <a:t>e</a:t>
            </a:r>
            <a:r>
              <a:rPr dirty="0" smtClean="0" sz="2000" spc="-3" b="1">
                <a:latin typeface="Times New Roman"/>
                <a:cs typeface="Times New Roman"/>
              </a:rPr>
              <a:t> </a:t>
            </a:r>
            <a:r>
              <a:rPr dirty="0" smtClean="0" sz="2000" spc="-3" b="1">
                <a:latin typeface="Times New Roman"/>
                <a:cs typeface="Times New Roman"/>
              </a:rPr>
              <a:t>a</a:t>
            </a:r>
            <a:r>
              <a:rPr dirty="0" smtClean="0" sz="2000" spc="-3" b="1">
                <a:latin typeface="Times New Roman"/>
                <a:cs typeface="Times New Roman"/>
              </a:rPr>
              <a:t>r</a:t>
            </a:r>
            <a:r>
              <a:rPr dirty="0" smtClean="0" sz="2000" spc="-3" b="1">
                <a:latin typeface="Times New Roman"/>
                <a:cs typeface="Times New Roman"/>
              </a:rPr>
              <a:t>e</a:t>
            </a:r>
            <a:r>
              <a:rPr dirty="0" smtClean="0" sz="2000" spc="-3" b="1">
                <a:latin typeface="Times New Roman"/>
                <a:cs typeface="Times New Roman"/>
              </a:rPr>
              <a:t> </a:t>
            </a:r>
            <a:r>
              <a:rPr dirty="0" smtClean="0" sz="2000" spc="-3" b="1">
                <a:latin typeface="Times New Roman"/>
                <a:cs typeface="Times New Roman"/>
              </a:rPr>
              <a:t>32</a:t>
            </a:r>
            <a:r>
              <a:rPr dirty="0" smtClean="0" sz="2000" spc="-3" b="1">
                <a:latin typeface="Times New Roman"/>
                <a:cs typeface="Times New Roman"/>
              </a:rPr>
              <a:t> </a:t>
            </a:r>
            <a:r>
              <a:rPr dirty="0" smtClean="0" sz="2000" spc="-3" b="1">
                <a:latin typeface="Times New Roman"/>
                <a:cs typeface="Times New Roman"/>
              </a:rPr>
              <a:t>f</a:t>
            </a:r>
            <a:r>
              <a:rPr dirty="0" smtClean="0" sz="2000" spc="-3" b="1">
                <a:latin typeface="Times New Roman"/>
                <a:cs typeface="Times New Roman"/>
              </a:rPr>
              <a:t>r</a:t>
            </a:r>
            <a:r>
              <a:rPr dirty="0" smtClean="0" sz="2000" spc="-3" b="1">
                <a:latin typeface="Times New Roman"/>
                <a:cs typeface="Times New Roman"/>
              </a:rPr>
              <a:t>e</a:t>
            </a:r>
            <a:r>
              <a:rPr dirty="0" smtClean="0" sz="2000" spc="-3" b="1">
                <a:latin typeface="Times New Roman"/>
                <a:cs typeface="Times New Roman"/>
              </a:rPr>
              <a:t>q</a:t>
            </a:r>
            <a:r>
              <a:rPr dirty="0" smtClean="0" sz="2000" spc="-3" b="1">
                <a:latin typeface="Times New Roman"/>
                <a:cs typeface="Times New Roman"/>
              </a:rPr>
              <a:t>u</a:t>
            </a:r>
            <a:r>
              <a:rPr dirty="0" smtClean="0" sz="2000" spc="-3" b="1">
                <a:latin typeface="Times New Roman"/>
                <a:cs typeface="Times New Roman"/>
              </a:rPr>
              <a:t>e</a:t>
            </a:r>
            <a:r>
              <a:rPr dirty="0" smtClean="0" sz="2000" spc="-3" b="1">
                <a:latin typeface="Times New Roman"/>
                <a:cs typeface="Times New Roman"/>
              </a:rPr>
              <a:t>n</a:t>
            </a:r>
            <a:r>
              <a:rPr dirty="0" smtClean="0" sz="2000" spc="-3" b="1">
                <a:latin typeface="Times New Roman"/>
                <a:cs typeface="Times New Roman"/>
              </a:rPr>
              <a:t>c</a:t>
            </a:r>
            <a:r>
              <a:rPr dirty="0" smtClean="0" sz="2000" spc="-3" b="1">
                <a:latin typeface="Times New Roman"/>
                <a:cs typeface="Times New Roman"/>
              </a:rPr>
              <a:t>ies</a:t>
            </a:r>
            <a:r>
              <a:rPr dirty="0" smtClean="0" sz="2000" spc="-3" b="1">
                <a:latin typeface="Times New Roman"/>
                <a:cs typeface="Times New Roman"/>
              </a:rPr>
              <a:t> </a:t>
            </a:r>
            <a:r>
              <a:rPr dirty="0" smtClean="0" sz="2000" spc="-3" b="1">
                <a:latin typeface="Times New Roman"/>
                <a:cs typeface="Times New Roman"/>
              </a:rPr>
              <a:t>avai</a:t>
            </a:r>
            <a:r>
              <a:rPr dirty="0" smtClean="0" sz="2000" spc="-3" b="1">
                <a:latin typeface="Times New Roman"/>
                <a:cs typeface="Times New Roman"/>
              </a:rPr>
              <a:t>l</a:t>
            </a:r>
            <a:r>
              <a:rPr dirty="0" smtClean="0" sz="2000" spc="-3" b="1">
                <a:latin typeface="Times New Roman"/>
                <a:cs typeface="Times New Roman"/>
              </a:rPr>
              <a:t>a</a:t>
            </a:r>
            <a:r>
              <a:rPr dirty="0" smtClean="0" sz="2000" spc="-3" b="1">
                <a:latin typeface="Times New Roman"/>
                <a:cs typeface="Times New Roman"/>
              </a:rPr>
              <a:t>b</a:t>
            </a:r>
            <a:r>
              <a:rPr dirty="0" smtClean="0" sz="2000" spc="-3" b="1">
                <a:latin typeface="Times New Roman"/>
                <a:cs typeface="Times New Roman"/>
              </a:rPr>
              <a:t>le</a:t>
            </a:r>
            <a:r>
              <a:rPr dirty="0" smtClean="0" sz="2000" spc="-3" b="1">
                <a:latin typeface="Times New Roman"/>
                <a:cs typeface="Times New Roman"/>
              </a:rPr>
              <a:t> </a:t>
            </a:r>
            <a:r>
              <a:rPr dirty="0" smtClean="0" sz="2000" spc="-3" b="1">
                <a:latin typeface="Times New Roman"/>
                <a:cs typeface="Times New Roman"/>
              </a:rPr>
              <a:t>a</a:t>
            </a:r>
            <a:r>
              <a:rPr dirty="0" smtClean="0" sz="2000" spc="-3" b="1">
                <a:latin typeface="Times New Roman"/>
                <a:cs typeface="Times New Roman"/>
              </a:rPr>
              <a:t>n</a:t>
            </a:r>
            <a:r>
              <a:rPr dirty="0" smtClean="0" sz="2000" spc="-3" b="1">
                <a:latin typeface="Times New Roman"/>
                <a:cs typeface="Times New Roman"/>
              </a:rPr>
              <a:t>d</a:t>
            </a:r>
            <a:r>
              <a:rPr dirty="0" smtClean="0" sz="2000" spc="-3" b="1">
                <a:latin typeface="Times New Roman"/>
                <a:cs typeface="Times New Roman"/>
              </a:rPr>
              <a:t> </a:t>
            </a:r>
            <a:r>
              <a:rPr dirty="0" smtClean="0" sz="2000" spc="-3" b="1">
                <a:latin typeface="Times New Roman"/>
                <a:cs typeface="Times New Roman"/>
              </a:rPr>
              <a:t>f</a:t>
            </a:r>
            <a:r>
              <a:rPr dirty="0" smtClean="0" sz="2000" spc="-3" b="1">
                <a:latin typeface="Times New Roman"/>
                <a:cs typeface="Times New Roman"/>
              </a:rPr>
              <a:t>o</a:t>
            </a:r>
            <a:r>
              <a:rPr dirty="0" smtClean="0" sz="2000" spc="-3" b="1">
                <a:latin typeface="Times New Roman"/>
                <a:cs typeface="Times New Roman"/>
              </a:rPr>
              <a:t>u</a:t>
            </a:r>
            <a:r>
              <a:rPr dirty="0" smtClean="0" sz="2000" spc="-3" b="1">
                <a:latin typeface="Times New Roman"/>
                <a:cs typeface="Times New Roman"/>
              </a:rPr>
              <a:t>r</a:t>
            </a:r>
            <a:r>
              <a:rPr dirty="0" smtClean="0" sz="2000" spc="-3" b="1">
                <a:latin typeface="Times New Roman"/>
                <a:cs typeface="Times New Roman"/>
              </a:rPr>
              <a:t> </a:t>
            </a:r>
            <a:r>
              <a:rPr dirty="0" smtClean="0" sz="2000" spc="-3" b="1">
                <a:latin typeface="Times New Roman"/>
                <a:cs typeface="Times New Roman"/>
              </a:rPr>
              <a:t>TRXs</a:t>
            </a:r>
            <a:r>
              <a:rPr dirty="0" smtClean="0" sz="2000" spc="-3" b="1">
                <a:latin typeface="Times New Roman"/>
                <a:cs typeface="Times New Roman"/>
              </a:rPr>
              <a:t> </a:t>
            </a:r>
            <a:r>
              <a:rPr dirty="0" smtClean="0" sz="2000" spc="-3" b="1">
                <a:latin typeface="Times New Roman"/>
                <a:cs typeface="Times New Roman"/>
              </a:rPr>
              <a:t>i</a:t>
            </a:r>
            <a:r>
              <a:rPr dirty="0" smtClean="0" sz="2000" spc="-3" b="1">
                <a:latin typeface="Times New Roman"/>
                <a:cs typeface="Times New Roman"/>
              </a:rPr>
              <a:t>n</a:t>
            </a:r>
            <a:r>
              <a:rPr dirty="0" smtClean="0" sz="2000" spc="-3" b="1">
                <a:latin typeface="Times New Roman"/>
                <a:cs typeface="Times New Roman"/>
              </a:rPr>
              <a:t>stalled</a:t>
            </a:r>
            <a:r>
              <a:rPr dirty="0" smtClean="0" sz="2000" spc="-3" b="1">
                <a:latin typeface="Times New Roman"/>
                <a:cs typeface="Times New Roman"/>
              </a:rPr>
              <a:t> </a:t>
            </a:r>
            <a:r>
              <a:rPr dirty="0" smtClean="0" sz="2000" spc="-3" b="1">
                <a:latin typeface="Times New Roman"/>
                <a:cs typeface="Times New Roman"/>
              </a:rPr>
              <a:t>in</a:t>
            </a:r>
            <a:r>
              <a:rPr dirty="0" smtClean="0" sz="2000" spc="-3" b="1">
                <a:latin typeface="Times New Roman"/>
                <a:cs typeface="Times New Roman"/>
              </a:rPr>
              <a:t> </a:t>
            </a:r>
            <a:r>
              <a:rPr dirty="0" smtClean="0" sz="2000" spc="-3" b="1">
                <a:latin typeface="Times New Roman"/>
                <a:cs typeface="Times New Roman"/>
              </a:rPr>
              <a:t>th</a:t>
            </a:r>
            <a:r>
              <a:rPr dirty="0" smtClean="0" sz="2000" spc="-3" b="1">
                <a:latin typeface="Times New Roman"/>
                <a:cs typeface="Times New Roman"/>
              </a:rPr>
              <a:t>r</a:t>
            </a:r>
            <a:r>
              <a:rPr dirty="0" smtClean="0" sz="2000" spc="-3" b="1">
                <a:latin typeface="Times New Roman"/>
                <a:cs typeface="Times New Roman"/>
              </a:rPr>
              <a:t>e</a:t>
            </a:r>
            <a:r>
              <a:rPr dirty="0" smtClean="0" sz="2000" spc="-3" b="1">
                <a:latin typeface="Times New Roman"/>
                <a:cs typeface="Times New Roman"/>
              </a:rPr>
              <a:t>e</a:t>
            </a:r>
            <a:r>
              <a:rPr dirty="0" smtClean="0" sz="2000" spc="-3" b="1">
                <a:latin typeface="Times New Roman"/>
                <a:cs typeface="Times New Roman"/>
              </a:rPr>
              <a:t> </a:t>
            </a:r>
            <a:r>
              <a:rPr dirty="0" smtClean="0" sz="2000" spc="-3" b="1">
                <a:latin typeface="Times New Roman"/>
                <a:cs typeface="Times New Roman"/>
              </a:rPr>
              <a:t>se</a:t>
            </a:r>
            <a:r>
              <a:rPr dirty="0" smtClean="0" sz="2000" spc="-3" b="1">
                <a:latin typeface="Times New Roman"/>
                <a:cs typeface="Times New Roman"/>
              </a:rPr>
              <a:t>c</a:t>
            </a:r>
            <a:r>
              <a:rPr dirty="0" smtClean="0" sz="2000" spc="-3" b="1">
                <a:latin typeface="Times New Roman"/>
                <a:cs typeface="Times New Roman"/>
              </a:rPr>
              <a:t>tor</a:t>
            </a:r>
            <a:r>
              <a:rPr dirty="0" smtClean="0" sz="2000" spc="-3" b="1">
                <a:latin typeface="Times New Roman"/>
                <a:cs typeface="Times New Roman"/>
              </a:rPr>
              <a:t> </a:t>
            </a:r>
            <a:r>
              <a:rPr dirty="0" smtClean="0" sz="2000" spc="-3" b="1">
                <a:latin typeface="Times New Roman"/>
                <a:cs typeface="Times New Roman"/>
              </a:rPr>
              <a:t>s</a:t>
            </a:r>
            <a:r>
              <a:rPr dirty="0" smtClean="0" sz="2000" spc="-3" b="1">
                <a:latin typeface="Times New Roman"/>
                <a:cs typeface="Times New Roman"/>
              </a:rPr>
              <a:t>i</a:t>
            </a:r>
            <a:r>
              <a:rPr dirty="0" smtClean="0" sz="2000" spc="-3" b="1">
                <a:latin typeface="Times New Roman"/>
                <a:cs typeface="Times New Roman"/>
              </a:rPr>
              <a:t>t</a:t>
            </a:r>
            <a:r>
              <a:rPr dirty="0" smtClean="0" sz="2000" spc="-3" b="1">
                <a:latin typeface="Times New Roman"/>
                <a:cs typeface="Times New Roman"/>
              </a:rPr>
              <a:t>e</a:t>
            </a:r>
            <a:r>
              <a:rPr dirty="0" smtClean="0" sz="2000" spc="-3" b="1">
                <a:latin typeface="Times New Roman"/>
                <a:cs typeface="Times New Roman"/>
              </a:rPr>
              <a:t>s</a:t>
            </a:r>
            <a:r>
              <a:rPr dirty="0" smtClean="0" sz="2000" spc="-3" b="1">
                <a:latin typeface="Times New Roman"/>
                <a:cs typeface="Times New Roman"/>
              </a:rPr>
              <a:t> </a:t>
            </a:r>
            <a:r>
              <a:rPr dirty="0" smtClean="0" sz="2000" spc="-3" b="1">
                <a:latin typeface="Times New Roman"/>
                <a:cs typeface="Times New Roman"/>
              </a:rPr>
              <a:t>an</a:t>
            </a:r>
            <a:r>
              <a:rPr dirty="0" smtClean="0" sz="2000" spc="-3" b="1">
                <a:latin typeface="Times New Roman"/>
                <a:cs typeface="Times New Roman"/>
              </a:rPr>
              <a:t> </a:t>
            </a:r>
            <a:r>
              <a:rPr dirty="0" smtClean="0" sz="2000" spc="-3" b="1">
                <a:latin typeface="Times New Roman"/>
                <a:cs typeface="Times New Roman"/>
              </a:rPr>
              <a:t>M</a:t>
            </a:r>
            <a:r>
              <a:rPr dirty="0" smtClean="0" sz="2000" spc="-3" b="1">
                <a:latin typeface="Times New Roman"/>
                <a:cs typeface="Times New Roman"/>
              </a:rPr>
              <a:t>RP</a:t>
            </a:r>
            <a:r>
              <a:rPr dirty="0" smtClean="0" sz="2000" spc="-3" b="1">
                <a:latin typeface="Times New Roman"/>
                <a:cs typeface="Times New Roman"/>
              </a:rPr>
              <a:t> </a:t>
            </a:r>
            <a:r>
              <a:rPr dirty="0" smtClean="0" sz="2000" spc="-3" b="1">
                <a:latin typeface="Times New Roman"/>
                <a:cs typeface="Times New Roman"/>
              </a:rPr>
              <a:t>of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95825"/>
              </a:lnSpc>
            </a:pPr>
            <a:r>
              <a:rPr dirty="0" smtClean="0" sz="2000" spc="-3" b="1">
                <a:latin typeface="Times New Roman"/>
                <a:cs typeface="Times New Roman"/>
              </a:rPr>
              <a:t>12/8/5/5</a:t>
            </a:r>
            <a:r>
              <a:rPr dirty="0" smtClean="0" sz="2000" spc="-3" b="1">
                <a:latin typeface="Times New Roman"/>
                <a:cs typeface="Times New Roman"/>
              </a:rPr>
              <a:t> </a:t>
            </a:r>
            <a:r>
              <a:rPr dirty="0" smtClean="0" sz="2000" spc="-3" b="1">
                <a:latin typeface="Times New Roman"/>
                <a:cs typeface="Times New Roman"/>
              </a:rPr>
              <a:t>or</a:t>
            </a:r>
            <a:r>
              <a:rPr dirty="0" smtClean="0" sz="2000" spc="-3" b="1">
                <a:latin typeface="Times New Roman"/>
                <a:cs typeface="Times New Roman"/>
              </a:rPr>
              <a:t> </a:t>
            </a:r>
            <a:r>
              <a:rPr dirty="0" smtClean="0" sz="2000" spc="-3" b="1">
                <a:latin typeface="Times New Roman"/>
                <a:cs typeface="Times New Roman"/>
              </a:rPr>
              <a:t>12/8/6/4</a:t>
            </a:r>
            <a:r>
              <a:rPr dirty="0" smtClean="0" sz="2000" spc="-3" b="1">
                <a:latin typeface="Times New Roman"/>
                <a:cs typeface="Times New Roman"/>
              </a:rPr>
              <a:t> </a:t>
            </a:r>
            <a:r>
              <a:rPr dirty="0" smtClean="0" sz="2000" spc="-3" b="1">
                <a:latin typeface="Times New Roman"/>
                <a:cs typeface="Times New Roman"/>
              </a:rPr>
              <a:t>c</a:t>
            </a:r>
            <a:r>
              <a:rPr dirty="0" smtClean="0" sz="2000" spc="-3" b="1">
                <a:latin typeface="Times New Roman"/>
                <a:cs typeface="Times New Roman"/>
              </a:rPr>
              <a:t>an</a:t>
            </a:r>
            <a:r>
              <a:rPr dirty="0" smtClean="0" sz="2000" spc="-3" b="1">
                <a:latin typeface="Times New Roman"/>
                <a:cs typeface="Times New Roman"/>
              </a:rPr>
              <a:t> </a:t>
            </a:r>
            <a:r>
              <a:rPr dirty="0" smtClean="0" sz="2000" spc="-3" b="1">
                <a:latin typeface="Times New Roman"/>
                <a:cs typeface="Times New Roman"/>
              </a:rPr>
              <a:t>b</a:t>
            </a:r>
            <a:r>
              <a:rPr dirty="0" smtClean="0" sz="2000" spc="-3" b="1">
                <a:latin typeface="Times New Roman"/>
                <a:cs typeface="Times New Roman"/>
              </a:rPr>
              <a:t>e</a:t>
            </a:r>
            <a:r>
              <a:rPr dirty="0" smtClean="0" sz="2000" spc="-3" b="1">
                <a:latin typeface="Times New Roman"/>
                <a:cs typeface="Times New Roman"/>
              </a:rPr>
              <a:t> </a:t>
            </a:r>
            <a:r>
              <a:rPr dirty="0" smtClean="0" sz="2000" spc="-3" b="1">
                <a:latin typeface="Times New Roman"/>
                <a:cs typeface="Times New Roman"/>
              </a:rPr>
              <a:t>u</a:t>
            </a:r>
            <a:r>
              <a:rPr dirty="0" smtClean="0" sz="2000" spc="-3" b="1">
                <a:latin typeface="Times New Roman"/>
                <a:cs typeface="Times New Roman"/>
              </a:rPr>
              <a:t>s</a:t>
            </a:r>
            <a:r>
              <a:rPr dirty="0" smtClean="0" sz="2000" spc="-3" b="1">
                <a:latin typeface="Times New Roman"/>
                <a:cs typeface="Times New Roman"/>
              </a:rPr>
              <a:t>e</a:t>
            </a:r>
            <a:r>
              <a:rPr dirty="0" smtClean="0" sz="2000" spc="-3" b="1">
                <a:latin typeface="Times New Roman"/>
                <a:cs typeface="Times New Roman"/>
              </a:rPr>
              <a:t>d</a:t>
            </a:r>
            <a:r>
              <a:rPr dirty="0" smtClean="0" sz="2000" spc="-3" b="1">
                <a:latin typeface="Times New Roman"/>
                <a:cs typeface="Times New Roman"/>
              </a:rPr>
              <a:t> </a:t>
            </a:r>
            <a:r>
              <a:rPr dirty="0" smtClean="0" sz="2000" spc="-3" b="1">
                <a:latin typeface="Times New Roman"/>
                <a:cs typeface="Times New Roman"/>
              </a:rPr>
              <a:t>w</a:t>
            </a:r>
            <a:r>
              <a:rPr dirty="0" smtClean="0" sz="2000" spc="-3" b="1">
                <a:latin typeface="Times New Roman"/>
                <a:cs typeface="Times New Roman"/>
              </a:rPr>
              <a:t>h</a:t>
            </a:r>
            <a:r>
              <a:rPr dirty="0" smtClean="0" sz="2000" spc="-3" b="1">
                <a:latin typeface="Times New Roman"/>
                <a:cs typeface="Times New Roman"/>
              </a:rPr>
              <a:t>ich</a:t>
            </a:r>
            <a:r>
              <a:rPr dirty="0" smtClean="0" sz="2000" spc="-3" b="1">
                <a:latin typeface="Times New Roman"/>
                <a:cs typeface="Times New Roman"/>
              </a:rPr>
              <a:t> </a:t>
            </a:r>
            <a:r>
              <a:rPr dirty="0" smtClean="0" sz="2000" spc="-3" b="1">
                <a:latin typeface="Times New Roman"/>
                <a:cs typeface="Times New Roman"/>
              </a:rPr>
              <a:t>is</a:t>
            </a:r>
            <a:r>
              <a:rPr dirty="0" smtClean="0" sz="2000" spc="-3" b="1">
                <a:latin typeface="Times New Roman"/>
                <a:cs typeface="Times New Roman"/>
              </a:rPr>
              <a:t> </a:t>
            </a:r>
            <a:r>
              <a:rPr dirty="0" smtClean="0" sz="2000" spc="-3" b="1">
                <a:latin typeface="Times New Roman"/>
                <a:cs typeface="Times New Roman"/>
              </a:rPr>
              <a:t>e</a:t>
            </a:r>
            <a:r>
              <a:rPr dirty="0" smtClean="0" sz="2000" spc="-3" b="1">
                <a:latin typeface="Times New Roman"/>
                <a:cs typeface="Times New Roman"/>
              </a:rPr>
              <a:t>q</a:t>
            </a:r>
            <a:r>
              <a:rPr dirty="0" smtClean="0" sz="2000" spc="-3" b="1">
                <a:latin typeface="Times New Roman"/>
                <a:cs typeface="Times New Roman"/>
              </a:rPr>
              <a:t>u</a:t>
            </a:r>
            <a:r>
              <a:rPr dirty="0" smtClean="0" sz="2000" spc="-3" b="1">
                <a:latin typeface="Times New Roman"/>
                <a:cs typeface="Times New Roman"/>
              </a:rPr>
              <a:t>ivalent</a:t>
            </a:r>
            <a:r>
              <a:rPr dirty="0" smtClean="0" sz="2000" spc="-3" b="1">
                <a:latin typeface="Times New Roman"/>
                <a:cs typeface="Times New Roman"/>
              </a:rPr>
              <a:t> </a:t>
            </a:r>
            <a:r>
              <a:rPr dirty="0" smtClean="0" sz="2000" spc="-3" b="1">
                <a:latin typeface="Times New Roman"/>
                <a:cs typeface="Times New Roman"/>
              </a:rPr>
              <a:t>t</a:t>
            </a:r>
            <a:r>
              <a:rPr dirty="0" smtClean="0" sz="2000" spc="-3" b="1">
                <a:latin typeface="Times New Roman"/>
                <a:cs typeface="Times New Roman"/>
              </a:rPr>
              <a:t>o</a:t>
            </a:r>
            <a:r>
              <a:rPr dirty="0" smtClean="0" sz="2000" spc="-3" b="1">
                <a:latin typeface="Times New Roman"/>
                <a:cs typeface="Times New Roman"/>
              </a:rPr>
              <a:t> </a:t>
            </a:r>
            <a:r>
              <a:rPr dirty="0" smtClean="0" sz="2000" spc="-3" b="1">
                <a:latin typeface="Times New Roman"/>
                <a:cs typeface="Times New Roman"/>
              </a:rPr>
              <a:t>a</a:t>
            </a:r>
            <a:r>
              <a:rPr dirty="0" smtClean="0" sz="2000" spc="-3" b="1">
                <a:latin typeface="Times New Roman"/>
                <a:cs typeface="Times New Roman"/>
              </a:rPr>
              <a:t> </a:t>
            </a:r>
            <a:r>
              <a:rPr dirty="0" smtClean="0" sz="2000" spc="-3" b="1">
                <a:latin typeface="Times New Roman"/>
                <a:cs typeface="Times New Roman"/>
              </a:rPr>
              <a:t>no</a:t>
            </a:r>
            <a:r>
              <a:rPr dirty="0" smtClean="0" sz="2000" spc="-3" b="1">
                <a:latin typeface="Times New Roman"/>
                <a:cs typeface="Times New Roman"/>
              </a:rPr>
              <a:t>m</a:t>
            </a:r>
            <a:r>
              <a:rPr dirty="0" smtClean="0" sz="2000" spc="-3" b="1">
                <a:latin typeface="Times New Roman"/>
                <a:cs typeface="Times New Roman"/>
              </a:rPr>
              <a:t>i</a:t>
            </a:r>
            <a:r>
              <a:rPr dirty="0" smtClean="0" sz="2000" spc="-3" b="1">
                <a:latin typeface="Times New Roman"/>
                <a:cs typeface="Times New Roman"/>
              </a:rPr>
              <a:t>n</a:t>
            </a:r>
            <a:r>
              <a:rPr dirty="0" smtClean="0" sz="2000" spc="-3" b="1">
                <a:latin typeface="Times New Roman"/>
                <a:cs typeface="Times New Roman"/>
              </a:rPr>
              <a:t>al</a:t>
            </a:r>
            <a:r>
              <a:rPr dirty="0" smtClean="0" sz="2000" spc="-3" b="1">
                <a:latin typeface="Times New Roman"/>
                <a:cs typeface="Times New Roman"/>
              </a:rPr>
              <a:t> </a:t>
            </a:r>
            <a:r>
              <a:rPr dirty="0" smtClean="0" sz="2000" spc="-3" b="1">
                <a:latin typeface="Times New Roman"/>
                <a:cs typeface="Times New Roman"/>
              </a:rPr>
              <a:t>r</a:t>
            </a:r>
            <a:r>
              <a:rPr dirty="0" smtClean="0" sz="2000" spc="-3" b="1">
                <a:latin typeface="Times New Roman"/>
                <a:cs typeface="Times New Roman"/>
              </a:rPr>
              <a:t>e</a:t>
            </a:r>
            <a:r>
              <a:rPr dirty="0" smtClean="0" sz="2000" spc="-3" b="1">
                <a:latin typeface="Times New Roman"/>
                <a:cs typeface="Times New Roman"/>
              </a:rPr>
              <a:t>u</a:t>
            </a:r>
            <a:r>
              <a:rPr dirty="0" smtClean="0" sz="2000" spc="-3" b="1">
                <a:latin typeface="Times New Roman"/>
                <a:cs typeface="Times New Roman"/>
              </a:rPr>
              <a:t>se</a:t>
            </a:r>
            <a:r>
              <a:rPr dirty="0" smtClean="0" sz="2000" spc="-3" b="1">
                <a:latin typeface="Times New Roman"/>
                <a:cs typeface="Times New Roman"/>
              </a:rPr>
              <a:t> </a:t>
            </a:r>
            <a:r>
              <a:rPr dirty="0" smtClean="0" sz="2000" spc="-3" b="1">
                <a:latin typeface="Times New Roman"/>
                <a:cs typeface="Times New Roman"/>
              </a:rPr>
              <a:t>of</a:t>
            </a:r>
            <a:endParaRPr sz="2000">
              <a:latin typeface="Times New Roman"/>
              <a:cs typeface="Times New Roman"/>
            </a:endParaRPr>
          </a:p>
          <a:p>
            <a:pPr marL="12700" marR="38147">
              <a:lnSpc>
                <a:spcPct val="95825"/>
              </a:lnSpc>
              <a:spcBef>
                <a:spcPts val="100"/>
              </a:spcBef>
            </a:pPr>
            <a:r>
              <a:rPr dirty="0" smtClean="0" sz="2000" spc="0" b="1">
                <a:latin typeface="Times New Roman"/>
                <a:cs typeface="Times New Roman"/>
              </a:rPr>
              <a:t>8</a:t>
            </a:r>
            <a:r>
              <a:rPr dirty="0" smtClean="0" sz="2000" spc="0" b="1">
                <a:latin typeface="Times New Roman"/>
                <a:cs typeface="Times New Roman"/>
              </a:rPr>
              <a:t> </a:t>
            </a:r>
            <a:r>
              <a:rPr dirty="0" smtClean="0" sz="2000" spc="0" b="1">
                <a:latin typeface="Times New Roman"/>
                <a:cs typeface="Times New Roman"/>
              </a:rPr>
              <a:t>(3</a:t>
            </a:r>
            <a:r>
              <a:rPr dirty="0" smtClean="0" sz="2000" spc="0" b="1">
                <a:latin typeface="Times New Roman"/>
                <a:cs typeface="Times New Roman"/>
              </a:rPr>
              <a:t>2</a:t>
            </a:r>
            <a:r>
              <a:rPr dirty="0" smtClean="0" sz="2000" spc="0" b="1">
                <a:latin typeface="Times New Roman"/>
                <a:cs typeface="Times New Roman"/>
              </a:rPr>
              <a:t>/4).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41057" y="2270461"/>
            <a:ext cx="152400" cy="279400"/>
          </a:xfrm>
          <a:prstGeom prst="rect">
            <a:avLst/>
          </a:prstGeom>
        </p:spPr>
        <p:txBody>
          <a:bodyPr wrap="square" lIns="0" tIns="13589" rIns="0" bIns="0" rtlCol="0">
            <a:noAutofit/>
          </a:bodyPr>
          <a:lstStyle/>
          <a:p>
            <a:pPr marL="12700">
              <a:lnSpc>
                <a:spcPts val="2140"/>
              </a:lnSpc>
            </a:pPr>
            <a:r>
              <a:rPr dirty="0" smtClean="0" sz="2000">
                <a:latin typeface="Times New Roman"/>
                <a:cs typeface="Times New Roman"/>
              </a:rPr>
              <a:t>•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41057" y="3856183"/>
            <a:ext cx="152400" cy="279400"/>
          </a:xfrm>
          <a:prstGeom prst="rect">
            <a:avLst/>
          </a:prstGeom>
        </p:spPr>
        <p:txBody>
          <a:bodyPr wrap="square" lIns="0" tIns="13589" rIns="0" bIns="0" rtlCol="0">
            <a:noAutofit/>
          </a:bodyPr>
          <a:lstStyle/>
          <a:p>
            <a:pPr marL="12700">
              <a:lnSpc>
                <a:spcPts val="2140"/>
              </a:lnSpc>
            </a:pPr>
            <a:r>
              <a:rPr dirty="0" smtClean="0" sz="2000">
                <a:latin typeface="Times New Roman"/>
                <a:cs typeface="Times New Roman"/>
              </a:rPr>
              <a:t>•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1140" y="6472848"/>
            <a:ext cx="5475228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o</a:t>
            </a:r>
            <a:r>
              <a:rPr dirty="0" smtClean="0" sz="1800" spc="0" b="1">
                <a:latin typeface="Georgia"/>
                <a:cs typeface="Georgia"/>
              </a:rPr>
              <a:t>d</a:t>
            </a:r>
            <a:r>
              <a:rPr dirty="0" smtClean="0" sz="1800" spc="0" b="1">
                <a:latin typeface="Georgia"/>
                <a:cs typeface="Georgia"/>
              </a:rPr>
              <a:t>ul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3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S</a:t>
            </a:r>
            <a:r>
              <a:rPr dirty="0" smtClean="0" sz="1800" spc="0" b="1">
                <a:latin typeface="Georgia"/>
                <a:cs typeface="Georgia"/>
              </a:rPr>
              <a:t>istem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K</a:t>
            </a:r>
            <a:r>
              <a:rPr dirty="0" smtClean="0" sz="1800" spc="0" b="1">
                <a:latin typeface="Georgia"/>
                <a:cs typeface="Georgia"/>
              </a:rPr>
              <a:t>o</a:t>
            </a: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unik</a:t>
            </a:r>
            <a:r>
              <a:rPr dirty="0" smtClean="0" sz="1800" spc="0" b="1">
                <a:latin typeface="Georgia"/>
                <a:cs typeface="Georgia"/>
              </a:rPr>
              <a:t>a</a:t>
            </a:r>
            <a:r>
              <a:rPr dirty="0" smtClean="0" sz="1800" spc="0" b="1">
                <a:latin typeface="Georgia"/>
                <a:cs typeface="Georgia"/>
              </a:rPr>
              <a:t>si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B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r>
              <a:rPr dirty="0" smtClean="0" sz="1800" spc="0" b="1">
                <a:latin typeface="Georgia"/>
                <a:cs typeface="Georgia"/>
              </a:rPr>
              <a:t>g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r>
              <a:rPr dirty="0" smtClean="0" sz="1800" spc="0" b="1">
                <a:latin typeface="Georgia"/>
                <a:cs typeface="Georgia"/>
              </a:rPr>
              <a:t>a</a:t>
            </a:r>
            <a:r>
              <a:rPr dirty="0" smtClean="0" sz="1800" spc="0" b="1">
                <a:latin typeface="Georgia"/>
                <a:cs typeface="Georgia"/>
              </a:rPr>
              <a:t>k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S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lul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9443720" y="6472848"/>
            <a:ext cx="349273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-9" b="1">
                <a:latin typeface="Georgia"/>
                <a:cs typeface="Georgia"/>
              </a:rPr>
              <a:t>42</a:t>
            </a:r>
            <a:endParaRPr sz="1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bject 18"/>
          <p:cNvSpPr/>
          <p:nvPr/>
        </p:nvSpPr>
        <p:spPr>
          <a:xfrm>
            <a:off x="0" y="6400800"/>
            <a:ext cx="9903460" cy="457196"/>
          </a:xfrm>
          <a:custGeom>
            <a:avLst/>
            <a:gdLst/>
            <a:ahLst/>
            <a:cxnLst/>
            <a:rect l="l" t="t" r="r" b="b"/>
            <a:pathLst>
              <a:path w="9903460" h="457196">
                <a:moveTo>
                  <a:pt x="9903460" y="457196"/>
                </a:moveTo>
                <a:lnTo>
                  <a:pt x="9903460" y="0"/>
                </a:lnTo>
                <a:lnTo>
                  <a:pt x="0" y="0"/>
                </a:lnTo>
                <a:lnTo>
                  <a:pt x="0" y="457196"/>
                </a:lnTo>
                <a:lnTo>
                  <a:pt x="9903460" y="457196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" name="object 19"/>
          <p:cNvSpPr/>
          <p:nvPr/>
        </p:nvSpPr>
        <p:spPr>
          <a:xfrm>
            <a:off x="153670" y="640207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58419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" name="object 20"/>
          <p:cNvSpPr/>
          <p:nvPr/>
        </p:nvSpPr>
        <p:spPr>
          <a:xfrm>
            <a:off x="5039360" y="2372360"/>
            <a:ext cx="4866640" cy="41630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" name="object 21"/>
          <p:cNvSpPr/>
          <p:nvPr/>
        </p:nvSpPr>
        <p:spPr>
          <a:xfrm>
            <a:off x="6003822" y="2439670"/>
            <a:ext cx="1592073" cy="1848738"/>
          </a:xfrm>
          <a:custGeom>
            <a:avLst/>
            <a:gdLst/>
            <a:ahLst/>
            <a:cxnLst/>
            <a:rect l="l" t="t" r="r" b="b"/>
            <a:pathLst>
              <a:path w="1592073" h="1848738">
                <a:moveTo>
                  <a:pt x="214986" y="95250"/>
                </a:moveTo>
                <a:lnTo>
                  <a:pt x="226915" y="90710"/>
                </a:lnTo>
                <a:lnTo>
                  <a:pt x="238844" y="86165"/>
                </a:lnTo>
                <a:lnTo>
                  <a:pt x="250769" y="81611"/>
                </a:lnTo>
                <a:lnTo>
                  <a:pt x="262688" y="77045"/>
                </a:lnTo>
                <a:lnTo>
                  <a:pt x="274597" y="72462"/>
                </a:lnTo>
                <a:lnTo>
                  <a:pt x="286495" y="67861"/>
                </a:lnTo>
                <a:lnTo>
                  <a:pt x="298377" y="63237"/>
                </a:lnTo>
                <a:lnTo>
                  <a:pt x="310242" y="58586"/>
                </a:lnTo>
                <a:lnTo>
                  <a:pt x="322086" y="53906"/>
                </a:lnTo>
                <a:lnTo>
                  <a:pt x="333907" y="49192"/>
                </a:lnTo>
                <a:lnTo>
                  <a:pt x="345701" y="44442"/>
                </a:lnTo>
                <a:lnTo>
                  <a:pt x="357467" y="39651"/>
                </a:lnTo>
                <a:lnTo>
                  <a:pt x="369201" y="34817"/>
                </a:lnTo>
                <a:lnTo>
                  <a:pt x="380901" y="29935"/>
                </a:lnTo>
                <a:lnTo>
                  <a:pt x="392563" y="25003"/>
                </a:lnTo>
                <a:lnTo>
                  <a:pt x="404185" y="20017"/>
                </a:lnTo>
                <a:lnTo>
                  <a:pt x="415764" y="14973"/>
                </a:lnTo>
                <a:lnTo>
                  <a:pt x="427297" y="9868"/>
                </a:lnTo>
                <a:lnTo>
                  <a:pt x="438782" y="4698"/>
                </a:lnTo>
                <a:lnTo>
                  <a:pt x="449047" y="0"/>
                </a:lnTo>
                <a:lnTo>
                  <a:pt x="463534" y="1640"/>
                </a:lnTo>
                <a:lnTo>
                  <a:pt x="474866" y="2859"/>
                </a:lnTo>
                <a:lnTo>
                  <a:pt x="483596" y="3768"/>
                </a:lnTo>
                <a:lnTo>
                  <a:pt x="490277" y="4477"/>
                </a:lnTo>
                <a:lnTo>
                  <a:pt x="495462" y="5099"/>
                </a:lnTo>
                <a:lnTo>
                  <a:pt x="499704" y="5745"/>
                </a:lnTo>
                <a:lnTo>
                  <a:pt x="503558" y="6526"/>
                </a:lnTo>
                <a:lnTo>
                  <a:pt x="507575" y="7553"/>
                </a:lnTo>
                <a:lnTo>
                  <a:pt x="512309" y="8938"/>
                </a:lnTo>
                <a:lnTo>
                  <a:pt x="518313" y="10793"/>
                </a:lnTo>
                <a:lnTo>
                  <a:pt x="526140" y="13228"/>
                </a:lnTo>
                <a:lnTo>
                  <a:pt x="536345" y="16355"/>
                </a:lnTo>
                <a:lnTo>
                  <a:pt x="545313" y="19050"/>
                </a:lnTo>
                <a:lnTo>
                  <a:pt x="552171" y="20700"/>
                </a:lnTo>
                <a:lnTo>
                  <a:pt x="566014" y="25400"/>
                </a:lnTo>
                <a:lnTo>
                  <a:pt x="574515" y="36445"/>
                </a:lnTo>
                <a:lnTo>
                  <a:pt x="583400" y="46207"/>
                </a:lnTo>
                <a:lnTo>
                  <a:pt x="592679" y="54856"/>
                </a:lnTo>
                <a:lnTo>
                  <a:pt x="602357" y="62560"/>
                </a:lnTo>
                <a:lnTo>
                  <a:pt x="612444" y="69490"/>
                </a:lnTo>
                <a:lnTo>
                  <a:pt x="622947" y="75815"/>
                </a:lnTo>
                <a:lnTo>
                  <a:pt x="633874" y="81705"/>
                </a:lnTo>
                <a:lnTo>
                  <a:pt x="645232" y="87330"/>
                </a:lnTo>
                <a:lnTo>
                  <a:pt x="657030" y="92859"/>
                </a:lnTo>
                <a:lnTo>
                  <a:pt x="669275" y="98462"/>
                </a:lnTo>
                <a:lnTo>
                  <a:pt x="676123" y="101600"/>
                </a:lnTo>
                <a:lnTo>
                  <a:pt x="680784" y="113756"/>
                </a:lnTo>
                <a:lnTo>
                  <a:pt x="685257" y="125438"/>
                </a:lnTo>
                <a:lnTo>
                  <a:pt x="689839" y="133476"/>
                </a:lnTo>
                <a:lnTo>
                  <a:pt x="700212" y="141633"/>
                </a:lnTo>
                <a:lnTo>
                  <a:pt x="709702" y="149961"/>
                </a:lnTo>
                <a:lnTo>
                  <a:pt x="711720" y="161878"/>
                </a:lnTo>
                <a:lnTo>
                  <a:pt x="711995" y="172716"/>
                </a:lnTo>
                <a:lnTo>
                  <a:pt x="711481" y="184764"/>
                </a:lnTo>
                <a:lnTo>
                  <a:pt x="710292" y="197745"/>
                </a:lnTo>
                <a:lnTo>
                  <a:pt x="708547" y="211383"/>
                </a:lnTo>
                <a:lnTo>
                  <a:pt x="706361" y="225402"/>
                </a:lnTo>
                <a:lnTo>
                  <a:pt x="703850" y="239525"/>
                </a:lnTo>
                <a:lnTo>
                  <a:pt x="701131" y="253478"/>
                </a:lnTo>
                <a:lnTo>
                  <a:pt x="698319" y="266982"/>
                </a:lnTo>
                <a:lnTo>
                  <a:pt x="695531" y="279762"/>
                </a:lnTo>
                <a:lnTo>
                  <a:pt x="692884" y="291542"/>
                </a:lnTo>
                <a:lnTo>
                  <a:pt x="690493" y="302045"/>
                </a:lnTo>
                <a:lnTo>
                  <a:pt x="689839" y="304926"/>
                </a:lnTo>
                <a:lnTo>
                  <a:pt x="692035" y="319402"/>
                </a:lnTo>
                <a:lnTo>
                  <a:pt x="694332" y="332897"/>
                </a:lnTo>
                <a:lnTo>
                  <a:pt x="697950" y="344959"/>
                </a:lnTo>
                <a:lnTo>
                  <a:pt x="704108" y="355136"/>
                </a:lnTo>
                <a:lnTo>
                  <a:pt x="714026" y="362976"/>
                </a:lnTo>
                <a:lnTo>
                  <a:pt x="728924" y="368028"/>
                </a:lnTo>
                <a:lnTo>
                  <a:pt x="731114" y="368426"/>
                </a:lnTo>
                <a:lnTo>
                  <a:pt x="744996" y="371087"/>
                </a:lnTo>
                <a:lnTo>
                  <a:pt x="760632" y="373860"/>
                </a:lnTo>
                <a:lnTo>
                  <a:pt x="777172" y="376641"/>
                </a:lnTo>
                <a:lnTo>
                  <a:pt x="793769" y="379323"/>
                </a:lnTo>
                <a:lnTo>
                  <a:pt x="809573" y="381801"/>
                </a:lnTo>
                <a:lnTo>
                  <a:pt x="823737" y="383969"/>
                </a:lnTo>
                <a:lnTo>
                  <a:pt x="835412" y="385721"/>
                </a:lnTo>
                <a:lnTo>
                  <a:pt x="843749" y="386953"/>
                </a:lnTo>
                <a:lnTo>
                  <a:pt x="847900" y="387559"/>
                </a:lnTo>
                <a:lnTo>
                  <a:pt x="848208" y="387603"/>
                </a:lnTo>
                <a:lnTo>
                  <a:pt x="859918" y="393275"/>
                </a:lnTo>
                <a:lnTo>
                  <a:pt x="871108" y="399045"/>
                </a:lnTo>
                <a:lnTo>
                  <a:pt x="882117" y="404734"/>
                </a:lnTo>
                <a:lnTo>
                  <a:pt x="893282" y="410162"/>
                </a:lnTo>
                <a:lnTo>
                  <a:pt x="904944" y="415149"/>
                </a:lnTo>
                <a:lnTo>
                  <a:pt x="916915" y="419353"/>
                </a:lnTo>
                <a:lnTo>
                  <a:pt x="931576" y="416900"/>
                </a:lnTo>
                <a:lnTo>
                  <a:pt x="944935" y="413724"/>
                </a:lnTo>
                <a:lnTo>
                  <a:pt x="957200" y="409800"/>
                </a:lnTo>
                <a:lnTo>
                  <a:pt x="968580" y="405100"/>
                </a:lnTo>
                <a:lnTo>
                  <a:pt x="979282" y="399599"/>
                </a:lnTo>
                <a:lnTo>
                  <a:pt x="989517" y="393269"/>
                </a:lnTo>
                <a:lnTo>
                  <a:pt x="999492" y="386084"/>
                </a:lnTo>
                <a:lnTo>
                  <a:pt x="1009416" y="378018"/>
                </a:lnTo>
                <a:lnTo>
                  <a:pt x="1019498" y="369043"/>
                </a:lnTo>
                <a:lnTo>
                  <a:pt x="1025543" y="357327"/>
                </a:lnTo>
                <a:lnTo>
                  <a:pt x="1032559" y="348668"/>
                </a:lnTo>
                <a:lnTo>
                  <a:pt x="1041019" y="342195"/>
                </a:lnTo>
                <a:lnTo>
                  <a:pt x="1050728" y="337656"/>
                </a:lnTo>
                <a:lnTo>
                  <a:pt x="1061489" y="334800"/>
                </a:lnTo>
                <a:lnTo>
                  <a:pt x="1073109" y="333373"/>
                </a:lnTo>
                <a:lnTo>
                  <a:pt x="1085391" y="333123"/>
                </a:lnTo>
                <a:lnTo>
                  <a:pt x="1098140" y="333799"/>
                </a:lnTo>
                <a:lnTo>
                  <a:pt x="1111162" y="335146"/>
                </a:lnTo>
                <a:lnTo>
                  <a:pt x="1124260" y="336914"/>
                </a:lnTo>
                <a:lnTo>
                  <a:pt x="1137239" y="338849"/>
                </a:lnTo>
                <a:lnTo>
                  <a:pt x="1149904" y="340699"/>
                </a:lnTo>
                <a:lnTo>
                  <a:pt x="1162061" y="342212"/>
                </a:lnTo>
                <a:lnTo>
                  <a:pt x="1171550" y="343026"/>
                </a:lnTo>
                <a:lnTo>
                  <a:pt x="1179741" y="353989"/>
                </a:lnTo>
                <a:lnTo>
                  <a:pt x="1186638" y="364856"/>
                </a:lnTo>
                <a:lnTo>
                  <a:pt x="1192607" y="375674"/>
                </a:lnTo>
                <a:lnTo>
                  <a:pt x="1198015" y="386491"/>
                </a:lnTo>
                <a:lnTo>
                  <a:pt x="1203229" y="397353"/>
                </a:lnTo>
                <a:lnTo>
                  <a:pt x="1208615" y="408307"/>
                </a:lnTo>
                <a:lnTo>
                  <a:pt x="1214540" y="419399"/>
                </a:lnTo>
                <a:lnTo>
                  <a:pt x="1221370" y="430676"/>
                </a:lnTo>
                <a:lnTo>
                  <a:pt x="1226668" y="438403"/>
                </a:lnTo>
                <a:lnTo>
                  <a:pt x="1234975" y="444540"/>
                </a:lnTo>
                <a:lnTo>
                  <a:pt x="1246133" y="446344"/>
                </a:lnTo>
                <a:lnTo>
                  <a:pt x="1258906" y="445747"/>
                </a:lnTo>
                <a:lnTo>
                  <a:pt x="1272057" y="444680"/>
                </a:lnTo>
                <a:lnTo>
                  <a:pt x="1281659" y="444753"/>
                </a:lnTo>
                <a:lnTo>
                  <a:pt x="1295234" y="450793"/>
                </a:lnTo>
                <a:lnTo>
                  <a:pt x="1306936" y="456606"/>
                </a:lnTo>
                <a:lnTo>
                  <a:pt x="1317193" y="462770"/>
                </a:lnTo>
                <a:lnTo>
                  <a:pt x="1326434" y="469862"/>
                </a:lnTo>
                <a:lnTo>
                  <a:pt x="1335090" y="478460"/>
                </a:lnTo>
                <a:lnTo>
                  <a:pt x="1343635" y="489203"/>
                </a:lnTo>
                <a:lnTo>
                  <a:pt x="1343891" y="501960"/>
                </a:lnTo>
                <a:lnTo>
                  <a:pt x="1344017" y="514715"/>
                </a:lnTo>
                <a:lnTo>
                  <a:pt x="1344046" y="527464"/>
                </a:lnTo>
                <a:lnTo>
                  <a:pt x="1344011" y="540207"/>
                </a:lnTo>
                <a:lnTo>
                  <a:pt x="1343943" y="552940"/>
                </a:lnTo>
                <a:lnTo>
                  <a:pt x="1343875" y="565661"/>
                </a:lnTo>
                <a:lnTo>
                  <a:pt x="1343840" y="578367"/>
                </a:lnTo>
                <a:lnTo>
                  <a:pt x="1343870" y="591057"/>
                </a:lnTo>
                <a:lnTo>
                  <a:pt x="1343998" y="603728"/>
                </a:lnTo>
                <a:lnTo>
                  <a:pt x="1344257" y="616377"/>
                </a:lnTo>
                <a:lnTo>
                  <a:pt x="1344678" y="629003"/>
                </a:lnTo>
                <a:lnTo>
                  <a:pt x="1345294" y="641602"/>
                </a:lnTo>
                <a:lnTo>
                  <a:pt x="1346139" y="654172"/>
                </a:lnTo>
                <a:lnTo>
                  <a:pt x="1347243" y="666712"/>
                </a:lnTo>
                <a:lnTo>
                  <a:pt x="1348641" y="679218"/>
                </a:lnTo>
                <a:lnTo>
                  <a:pt x="1350364" y="691688"/>
                </a:lnTo>
                <a:lnTo>
                  <a:pt x="1358429" y="699711"/>
                </a:lnTo>
                <a:lnTo>
                  <a:pt x="1371942" y="702945"/>
                </a:lnTo>
                <a:lnTo>
                  <a:pt x="1378052" y="705230"/>
                </a:lnTo>
                <a:lnTo>
                  <a:pt x="1389222" y="710841"/>
                </a:lnTo>
                <a:lnTo>
                  <a:pt x="1400664" y="716100"/>
                </a:lnTo>
                <a:lnTo>
                  <a:pt x="1412334" y="721045"/>
                </a:lnTo>
                <a:lnTo>
                  <a:pt x="1424188" y="725717"/>
                </a:lnTo>
                <a:lnTo>
                  <a:pt x="1436185" y="730157"/>
                </a:lnTo>
                <a:lnTo>
                  <a:pt x="1448280" y="734403"/>
                </a:lnTo>
                <a:lnTo>
                  <a:pt x="1460431" y="738495"/>
                </a:lnTo>
                <a:lnTo>
                  <a:pt x="1472595" y="742474"/>
                </a:lnTo>
                <a:lnTo>
                  <a:pt x="1484729" y="746379"/>
                </a:lnTo>
                <a:lnTo>
                  <a:pt x="1495019" y="749680"/>
                </a:lnTo>
                <a:lnTo>
                  <a:pt x="1503181" y="759992"/>
                </a:lnTo>
                <a:lnTo>
                  <a:pt x="1511886" y="768764"/>
                </a:lnTo>
                <a:lnTo>
                  <a:pt x="1521086" y="776646"/>
                </a:lnTo>
                <a:lnTo>
                  <a:pt x="1530731" y="784286"/>
                </a:lnTo>
                <a:lnTo>
                  <a:pt x="1540775" y="792333"/>
                </a:lnTo>
                <a:lnTo>
                  <a:pt x="1550137" y="800480"/>
                </a:lnTo>
                <a:lnTo>
                  <a:pt x="1554917" y="813811"/>
                </a:lnTo>
                <a:lnTo>
                  <a:pt x="1559875" y="827956"/>
                </a:lnTo>
                <a:lnTo>
                  <a:pt x="1564878" y="842781"/>
                </a:lnTo>
                <a:lnTo>
                  <a:pt x="1569795" y="858150"/>
                </a:lnTo>
                <a:lnTo>
                  <a:pt x="1574495" y="873926"/>
                </a:lnTo>
                <a:lnTo>
                  <a:pt x="1578845" y="889975"/>
                </a:lnTo>
                <a:lnTo>
                  <a:pt x="1582715" y="906161"/>
                </a:lnTo>
                <a:lnTo>
                  <a:pt x="1585973" y="922348"/>
                </a:lnTo>
                <a:lnTo>
                  <a:pt x="1588487" y="938400"/>
                </a:lnTo>
                <a:lnTo>
                  <a:pt x="1590126" y="954182"/>
                </a:lnTo>
                <a:lnTo>
                  <a:pt x="1590758" y="969559"/>
                </a:lnTo>
                <a:lnTo>
                  <a:pt x="1590251" y="984394"/>
                </a:lnTo>
                <a:lnTo>
                  <a:pt x="1588475" y="998552"/>
                </a:lnTo>
                <a:lnTo>
                  <a:pt x="1585298" y="1011897"/>
                </a:lnTo>
                <a:lnTo>
                  <a:pt x="1580587" y="1024294"/>
                </a:lnTo>
                <a:lnTo>
                  <a:pt x="1574212" y="1035607"/>
                </a:lnTo>
                <a:lnTo>
                  <a:pt x="1566041" y="1045701"/>
                </a:lnTo>
                <a:lnTo>
                  <a:pt x="1555942" y="1054439"/>
                </a:lnTo>
                <a:lnTo>
                  <a:pt x="1543784" y="1061687"/>
                </a:lnTo>
                <a:lnTo>
                  <a:pt x="1529436" y="1067307"/>
                </a:lnTo>
                <a:lnTo>
                  <a:pt x="1520488" y="1078740"/>
                </a:lnTo>
                <a:lnTo>
                  <a:pt x="1511387" y="1088795"/>
                </a:lnTo>
                <a:lnTo>
                  <a:pt x="1502054" y="1097578"/>
                </a:lnTo>
                <a:lnTo>
                  <a:pt x="1492406" y="1105196"/>
                </a:lnTo>
                <a:lnTo>
                  <a:pt x="1482365" y="1111756"/>
                </a:lnTo>
                <a:lnTo>
                  <a:pt x="1471848" y="1117363"/>
                </a:lnTo>
                <a:lnTo>
                  <a:pt x="1460777" y="1122125"/>
                </a:lnTo>
                <a:lnTo>
                  <a:pt x="1449069" y="1126147"/>
                </a:lnTo>
                <a:lnTo>
                  <a:pt x="1436645" y="1129535"/>
                </a:lnTo>
                <a:lnTo>
                  <a:pt x="1423425" y="1132397"/>
                </a:lnTo>
                <a:lnTo>
                  <a:pt x="1409327" y="1134839"/>
                </a:lnTo>
                <a:lnTo>
                  <a:pt x="1394271" y="1136966"/>
                </a:lnTo>
                <a:lnTo>
                  <a:pt x="1391768" y="1137284"/>
                </a:lnTo>
                <a:lnTo>
                  <a:pt x="1379391" y="1139864"/>
                </a:lnTo>
                <a:lnTo>
                  <a:pt x="1366602" y="1141663"/>
                </a:lnTo>
                <a:lnTo>
                  <a:pt x="1355430" y="1145591"/>
                </a:lnTo>
                <a:lnTo>
                  <a:pt x="1350493" y="1149984"/>
                </a:lnTo>
                <a:lnTo>
                  <a:pt x="1343062" y="1159497"/>
                </a:lnTo>
                <a:lnTo>
                  <a:pt x="1334611" y="1168814"/>
                </a:lnTo>
                <a:lnTo>
                  <a:pt x="1325242" y="1177728"/>
                </a:lnTo>
                <a:lnTo>
                  <a:pt x="1315054" y="1186030"/>
                </a:lnTo>
                <a:lnTo>
                  <a:pt x="1304148" y="1193511"/>
                </a:lnTo>
                <a:lnTo>
                  <a:pt x="1292625" y="1199964"/>
                </a:lnTo>
                <a:lnTo>
                  <a:pt x="1280585" y="1205178"/>
                </a:lnTo>
                <a:lnTo>
                  <a:pt x="1274801" y="1207134"/>
                </a:lnTo>
                <a:lnTo>
                  <a:pt x="1270603" y="1218989"/>
                </a:lnTo>
                <a:lnTo>
                  <a:pt x="1266800" y="1229821"/>
                </a:lnTo>
                <a:lnTo>
                  <a:pt x="1263435" y="1239867"/>
                </a:lnTo>
                <a:lnTo>
                  <a:pt x="1260551" y="1249363"/>
                </a:lnTo>
                <a:lnTo>
                  <a:pt x="1258192" y="1258546"/>
                </a:lnTo>
                <a:lnTo>
                  <a:pt x="1256400" y="1267651"/>
                </a:lnTo>
                <a:lnTo>
                  <a:pt x="1255219" y="1276915"/>
                </a:lnTo>
                <a:lnTo>
                  <a:pt x="1254693" y="1286574"/>
                </a:lnTo>
                <a:lnTo>
                  <a:pt x="1254865" y="1296864"/>
                </a:lnTo>
                <a:lnTo>
                  <a:pt x="1255777" y="1308022"/>
                </a:lnTo>
                <a:lnTo>
                  <a:pt x="1257475" y="1320283"/>
                </a:lnTo>
                <a:lnTo>
                  <a:pt x="1260000" y="1333883"/>
                </a:lnTo>
                <a:lnTo>
                  <a:pt x="1263396" y="1349060"/>
                </a:lnTo>
                <a:lnTo>
                  <a:pt x="1267706" y="1366049"/>
                </a:lnTo>
                <a:lnTo>
                  <a:pt x="1272975" y="1385086"/>
                </a:lnTo>
                <a:lnTo>
                  <a:pt x="1274801" y="1391411"/>
                </a:lnTo>
                <a:lnTo>
                  <a:pt x="1281418" y="1400430"/>
                </a:lnTo>
                <a:lnTo>
                  <a:pt x="1292527" y="1406358"/>
                </a:lnTo>
                <a:lnTo>
                  <a:pt x="1305922" y="1410772"/>
                </a:lnTo>
                <a:lnTo>
                  <a:pt x="1319400" y="1415252"/>
                </a:lnTo>
                <a:lnTo>
                  <a:pt x="1323061" y="1416811"/>
                </a:lnTo>
                <a:lnTo>
                  <a:pt x="1334316" y="1421804"/>
                </a:lnTo>
                <a:lnTo>
                  <a:pt x="1345656" y="1426944"/>
                </a:lnTo>
                <a:lnTo>
                  <a:pt x="1357075" y="1432209"/>
                </a:lnTo>
                <a:lnTo>
                  <a:pt x="1368562" y="1437576"/>
                </a:lnTo>
                <a:lnTo>
                  <a:pt x="1380110" y="1443022"/>
                </a:lnTo>
                <a:lnTo>
                  <a:pt x="1391709" y="1448523"/>
                </a:lnTo>
                <a:lnTo>
                  <a:pt x="1403352" y="1454056"/>
                </a:lnTo>
                <a:lnTo>
                  <a:pt x="1415029" y="1459599"/>
                </a:lnTo>
                <a:lnTo>
                  <a:pt x="1426732" y="1465127"/>
                </a:lnTo>
                <a:lnTo>
                  <a:pt x="1438453" y="1470618"/>
                </a:lnTo>
                <a:lnTo>
                  <a:pt x="1450182" y="1476049"/>
                </a:lnTo>
                <a:lnTo>
                  <a:pt x="1461912" y="1481397"/>
                </a:lnTo>
                <a:lnTo>
                  <a:pt x="1473633" y="1486637"/>
                </a:lnTo>
                <a:lnTo>
                  <a:pt x="1485338" y="1491748"/>
                </a:lnTo>
                <a:lnTo>
                  <a:pt x="1497017" y="1496706"/>
                </a:lnTo>
                <a:lnTo>
                  <a:pt x="1508662" y="1501488"/>
                </a:lnTo>
                <a:lnTo>
                  <a:pt x="1520265" y="1506071"/>
                </a:lnTo>
                <a:lnTo>
                  <a:pt x="1531816" y="1510431"/>
                </a:lnTo>
                <a:lnTo>
                  <a:pt x="1536294" y="1512061"/>
                </a:lnTo>
                <a:lnTo>
                  <a:pt x="1547226" y="1522589"/>
                </a:lnTo>
                <a:lnTo>
                  <a:pt x="1556820" y="1532786"/>
                </a:lnTo>
                <a:lnTo>
                  <a:pt x="1565130" y="1542753"/>
                </a:lnTo>
                <a:lnTo>
                  <a:pt x="1572212" y="1552587"/>
                </a:lnTo>
                <a:lnTo>
                  <a:pt x="1578122" y="1562387"/>
                </a:lnTo>
                <a:lnTo>
                  <a:pt x="1582916" y="1572253"/>
                </a:lnTo>
                <a:lnTo>
                  <a:pt x="1586647" y="1582283"/>
                </a:lnTo>
                <a:lnTo>
                  <a:pt x="1589374" y="1592575"/>
                </a:lnTo>
                <a:lnTo>
                  <a:pt x="1591150" y="1603230"/>
                </a:lnTo>
                <a:lnTo>
                  <a:pt x="1592031" y="1614344"/>
                </a:lnTo>
                <a:lnTo>
                  <a:pt x="1592073" y="1626018"/>
                </a:lnTo>
                <a:lnTo>
                  <a:pt x="1591331" y="1638349"/>
                </a:lnTo>
                <a:lnTo>
                  <a:pt x="1589862" y="1651437"/>
                </a:lnTo>
                <a:lnTo>
                  <a:pt x="1587720" y="1665381"/>
                </a:lnTo>
                <a:lnTo>
                  <a:pt x="1584960" y="1680279"/>
                </a:lnTo>
                <a:lnTo>
                  <a:pt x="1581640" y="1696230"/>
                </a:lnTo>
                <a:lnTo>
                  <a:pt x="1577813" y="1713332"/>
                </a:lnTo>
                <a:lnTo>
                  <a:pt x="1573536" y="1731686"/>
                </a:lnTo>
                <a:lnTo>
                  <a:pt x="1568864" y="1751388"/>
                </a:lnTo>
                <a:lnTo>
                  <a:pt x="1563853" y="1772538"/>
                </a:lnTo>
                <a:lnTo>
                  <a:pt x="1557742" y="1779128"/>
                </a:lnTo>
                <a:lnTo>
                  <a:pt x="1546220" y="1780580"/>
                </a:lnTo>
                <a:lnTo>
                  <a:pt x="1532297" y="1779557"/>
                </a:lnTo>
                <a:lnTo>
                  <a:pt x="1518985" y="1778721"/>
                </a:lnTo>
                <a:lnTo>
                  <a:pt x="1502945" y="1780024"/>
                </a:lnTo>
                <a:lnTo>
                  <a:pt x="1490452" y="1781247"/>
                </a:lnTo>
                <a:lnTo>
                  <a:pt x="1478003" y="1782686"/>
                </a:lnTo>
                <a:lnTo>
                  <a:pt x="1465360" y="1784469"/>
                </a:lnTo>
                <a:lnTo>
                  <a:pt x="1460602" y="1785238"/>
                </a:lnTo>
                <a:lnTo>
                  <a:pt x="1447145" y="1787823"/>
                </a:lnTo>
                <a:lnTo>
                  <a:pt x="1434406" y="1791304"/>
                </a:lnTo>
                <a:lnTo>
                  <a:pt x="1422252" y="1795507"/>
                </a:lnTo>
                <a:lnTo>
                  <a:pt x="1410548" y="1800259"/>
                </a:lnTo>
                <a:lnTo>
                  <a:pt x="1399162" y="1805386"/>
                </a:lnTo>
                <a:lnTo>
                  <a:pt x="1387959" y="1810717"/>
                </a:lnTo>
                <a:lnTo>
                  <a:pt x="1376805" y="1816076"/>
                </a:lnTo>
                <a:lnTo>
                  <a:pt x="1365567" y="1821292"/>
                </a:lnTo>
                <a:lnTo>
                  <a:pt x="1354112" y="1826190"/>
                </a:lnTo>
                <a:lnTo>
                  <a:pt x="1342305" y="1830597"/>
                </a:lnTo>
                <a:lnTo>
                  <a:pt x="1330013" y="1834340"/>
                </a:lnTo>
                <a:lnTo>
                  <a:pt x="1323061" y="1836038"/>
                </a:lnTo>
                <a:lnTo>
                  <a:pt x="1311205" y="1842008"/>
                </a:lnTo>
                <a:lnTo>
                  <a:pt x="1300601" y="1844410"/>
                </a:lnTo>
                <a:lnTo>
                  <a:pt x="1290786" y="1843932"/>
                </a:lnTo>
                <a:lnTo>
                  <a:pt x="1281299" y="1841263"/>
                </a:lnTo>
                <a:lnTo>
                  <a:pt x="1271681" y="1837089"/>
                </a:lnTo>
                <a:lnTo>
                  <a:pt x="1261468" y="1832098"/>
                </a:lnTo>
                <a:lnTo>
                  <a:pt x="1250201" y="1826979"/>
                </a:lnTo>
                <a:lnTo>
                  <a:pt x="1240384" y="1823338"/>
                </a:lnTo>
                <a:lnTo>
                  <a:pt x="1230466" y="1815266"/>
                </a:lnTo>
                <a:lnTo>
                  <a:pt x="1221334" y="1806464"/>
                </a:lnTo>
                <a:lnTo>
                  <a:pt x="1219810" y="1804288"/>
                </a:lnTo>
                <a:lnTo>
                  <a:pt x="1216381" y="1797938"/>
                </a:lnTo>
                <a:lnTo>
                  <a:pt x="1218032" y="1790064"/>
                </a:lnTo>
                <a:lnTo>
                  <a:pt x="1212952" y="1785238"/>
                </a:lnTo>
                <a:lnTo>
                  <a:pt x="1200779" y="1776210"/>
                </a:lnTo>
                <a:lnTo>
                  <a:pt x="1186520" y="1767720"/>
                </a:lnTo>
                <a:lnTo>
                  <a:pt x="1175174" y="1761663"/>
                </a:lnTo>
                <a:lnTo>
                  <a:pt x="1171550" y="1759838"/>
                </a:lnTo>
                <a:lnTo>
                  <a:pt x="1150565" y="1760769"/>
                </a:lnTo>
                <a:lnTo>
                  <a:pt x="1132332" y="1761227"/>
                </a:lnTo>
                <a:lnTo>
                  <a:pt x="1116609" y="1761315"/>
                </a:lnTo>
                <a:lnTo>
                  <a:pt x="1103155" y="1761133"/>
                </a:lnTo>
                <a:lnTo>
                  <a:pt x="1091728" y="1760783"/>
                </a:lnTo>
                <a:lnTo>
                  <a:pt x="1082088" y="1760367"/>
                </a:lnTo>
                <a:lnTo>
                  <a:pt x="1073993" y="1759985"/>
                </a:lnTo>
                <a:lnTo>
                  <a:pt x="1067202" y="1759739"/>
                </a:lnTo>
                <a:lnTo>
                  <a:pt x="1061474" y="1759730"/>
                </a:lnTo>
                <a:lnTo>
                  <a:pt x="1056567" y="1760061"/>
                </a:lnTo>
                <a:lnTo>
                  <a:pt x="1052240" y="1760831"/>
                </a:lnTo>
                <a:lnTo>
                  <a:pt x="1048252" y="1762143"/>
                </a:lnTo>
                <a:lnTo>
                  <a:pt x="1044361" y="1764097"/>
                </a:lnTo>
                <a:lnTo>
                  <a:pt x="1040327" y="1766796"/>
                </a:lnTo>
                <a:lnTo>
                  <a:pt x="1035908" y="1770340"/>
                </a:lnTo>
                <a:lnTo>
                  <a:pt x="1030862" y="1774831"/>
                </a:lnTo>
                <a:lnTo>
                  <a:pt x="1024949" y="1780370"/>
                </a:lnTo>
                <a:lnTo>
                  <a:pt x="1017927" y="1787058"/>
                </a:lnTo>
                <a:lnTo>
                  <a:pt x="1009555" y="1794997"/>
                </a:lnTo>
                <a:lnTo>
                  <a:pt x="999592" y="1804288"/>
                </a:lnTo>
                <a:lnTo>
                  <a:pt x="988402" y="1813622"/>
                </a:lnTo>
                <a:lnTo>
                  <a:pt x="977678" y="1820723"/>
                </a:lnTo>
                <a:lnTo>
                  <a:pt x="967085" y="1826130"/>
                </a:lnTo>
                <a:lnTo>
                  <a:pt x="956287" y="1830384"/>
                </a:lnTo>
                <a:lnTo>
                  <a:pt x="944949" y="1834025"/>
                </a:lnTo>
                <a:lnTo>
                  <a:pt x="932735" y="1837593"/>
                </a:lnTo>
                <a:lnTo>
                  <a:pt x="919312" y="1841627"/>
                </a:lnTo>
                <a:lnTo>
                  <a:pt x="916915" y="1842388"/>
                </a:lnTo>
                <a:lnTo>
                  <a:pt x="910057" y="1844039"/>
                </a:lnTo>
                <a:lnTo>
                  <a:pt x="896341" y="1848738"/>
                </a:lnTo>
                <a:lnTo>
                  <a:pt x="883567" y="1843852"/>
                </a:lnTo>
                <a:lnTo>
                  <a:pt x="871875" y="1837902"/>
                </a:lnTo>
                <a:lnTo>
                  <a:pt x="861006" y="1831168"/>
                </a:lnTo>
                <a:lnTo>
                  <a:pt x="850704" y="1823924"/>
                </a:lnTo>
                <a:lnTo>
                  <a:pt x="840709" y="1816449"/>
                </a:lnTo>
                <a:lnTo>
                  <a:pt x="830765" y="1809017"/>
                </a:lnTo>
                <a:lnTo>
                  <a:pt x="820614" y="1801907"/>
                </a:lnTo>
                <a:lnTo>
                  <a:pt x="809998" y="1795395"/>
                </a:lnTo>
                <a:lnTo>
                  <a:pt x="798659" y="1789757"/>
                </a:lnTo>
                <a:lnTo>
                  <a:pt x="786232" y="1785238"/>
                </a:lnTo>
                <a:lnTo>
                  <a:pt x="773647" y="1781627"/>
                </a:lnTo>
                <a:lnTo>
                  <a:pt x="761347" y="1778234"/>
                </a:lnTo>
                <a:lnTo>
                  <a:pt x="749230" y="1775048"/>
                </a:lnTo>
                <a:lnTo>
                  <a:pt x="737197" y="1772058"/>
                </a:lnTo>
                <a:lnTo>
                  <a:pt x="725146" y="1769251"/>
                </a:lnTo>
                <a:lnTo>
                  <a:pt x="712978" y="1766616"/>
                </a:lnTo>
                <a:lnTo>
                  <a:pt x="700590" y="1764140"/>
                </a:lnTo>
                <a:lnTo>
                  <a:pt x="687884" y="1761812"/>
                </a:lnTo>
                <a:lnTo>
                  <a:pt x="676123" y="1759838"/>
                </a:lnTo>
                <a:lnTo>
                  <a:pt x="669265" y="1755139"/>
                </a:lnTo>
                <a:lnTo>
                  <a:pt x="660629" y="1753488"/>
                </a:lnTo>
                <a:lnTo>
                  <a:pt x="655422" y="1747138"/>
                </a:lnTo>
                <a:lnTo>
                  <a:pt x="649181" y="1733349"/>
                </a:lnTo>
                <a:lnTo>
                  <a:pt x="644209" y="1718084"/>
                </a:lnTo>
                <a:lnTo>
                  <a:pt x="641776" y="1709313"/>
                </a:lnTo>
                <a:lnTo>
                  <a:pt x="641706" y="1709038"/>
                </a:lnTo>
                <a:lnTo>
                  <a:pt x="642104" y="1696444"/>
                </a:lnTo>
                <a:lnTo>
                  <a:pt x="642513" y="1683801"/>
                </a:lnTo>
                <a:lnTo>
                  <a:pt x="642935" y="1671119"/>
                </a:lnTo>
                <a:lnTo>
                  <a:pt x="643376" y="1658405"/>
                </a:lnTo>
                <a:lnTo>
                  <a:pt x="643841" y="1645671"/>
                </a:lnTo>
                <a:lnTo>
                  <a:pt x="644334" y="1632925"/>
                </a:lnTo>
                <a:lnTo>
                  <a:pt x="644860" y="1620177"/>
                </a:lnTo>
                <a:lnTo>
                  <a:pt x="645423" y="1607435"/>
                </a:lnTo>
                <a:lnTo>
                  <a:pt x="646028" y="1594710"/>
                </a:lnTo>
                <a:lnTo>
                  <a:pt x="646680" y="1582010"/>
                </a:lnTo>
                <a:lnTo>
                  <a:pt x="647384" y="1569345"/>
                </a:lnTo>
                <a:lnTo>
                  <a:pt x="648144" y="1556725"/>
                </a:lnTo>
                <a:lnTo>
                  <a:pt x="648564" y="1550161"/>
                </a:lnTo>
                <a:lnTo>
                  <a:pt x="648564" y="1543811"/>
                </a:lnTo>
                <a:lnTo>
                  <a:pt x="657200" y="1537461"/>
                </a:lnTo>
                <a:lnTo>
                  <a:pt x="655422" y="1531111"/>
                </a:lnTo>
                <a:lnTo>
                  <a:pt x="650417" y="1521504"/>
                </a:lnTo>
                <a:lnTo>
                  <a:pt x="640452" y="1510533"/>
                </a:lnTo>
                <a:lnTo>
                  <a:pt x="629425" y="1500378"/>
                </a:lnTo>
                <a:lnTo>
                  <a:pt x="621233" y="1493218"/>
                </a:lnTo>
                <a:lnTo>
                  <a:pt x="621005" y="1493011"/>
                </a:lnTo>
                <a:lnTo>
                  <a:pt x="612385" y="1483992"/>
                </a:lnTo>
                <a:lnTo>
                  <a:pt x="603365" y="1475235"/>
                </a:lnTo>
                <a:lnTo>
                  <a:pt x="593963" y="1466760"/>
                </a:lnTo>
                <a:lnTo>
                  <a:pt x="584198" y="1458590"/>
                </a:lnTo>
                <a:lnTo>
                  <a:pt x="574088" y="1450743"/>
                </a:lnTo>
                <a:lnTo>
                  <a:pt x="563653" y="1443240"/>
                </a:lnTo>
                <a:lnTo>
                  <a:pt x="552910" y="1436103"/>
                </a:lnTo>
                <a:lnTo>
                  <a:pt x="541878" y="1429350"/>
                </a:lnTo>
                <a:lnTo>
                  <a:pt x="530575" y="1423003"/>
                </a:lnTo>
                <a:lnTo>
                  <a:pt x="519021" y="1417083"/>
                </a:lnTo>
                <a:lnTo>
                  <a:pt x="507234" y="1411609"/>
                </a:lnTo>
                <a:lnTo>
                  <a:pt x="495232" y="1406602"/>
                </a:lnTo>
                <a:lnTo>
                  <a:pt x="483034" y="1402083"/>
                </a:lnTo>
                <a:lnTo>
                  <a:pt x="470658" y="1398072"/>
                </a:lnTo>
                <a:lnTo>
                  <a:pt x="469621" y="1397761"/>
                </a:lnTo>
                <a:lnTo>
                  <a:pt x="456442" y="1399631"/>
                </a:lnTo>
                <a:lnTo>
                  <a:pt x="443508" y="1401795"/>
                </a:lnTo>
                <a:lnTo>
                  <a:pt x="430793" y="1404217"/>
                </a:lnTo>
                <a:lnTo>
                  <a:pt x="418266" y="1406859"/>
                </a:lnTo>
                <a:lnTo>
                  <a:pt x="405900" y="1409686"/>
                </a:lnTo>
                <a:lnTo>
                  <a:pt x="393667" y="1412660"/>
                </a:lnTo>
                <a:lnTo>
                  <a:pt x="381538" y="1415745"/>
                </a:lnTo>
                <a:lnTo>
                  <a:pt x="369485" y="1418904"/>
                </a:lnTo>
                <a:lnTo>
                  <a:pt x="357479" y="1422100"/>
                </a:lnTo>
                <a:lnTo>
                  <a:pt x="345494" y="1425298"/>
                </a:lnTo>
                <a:lnTo>
                  <a:pt x="333499" y="1428460"/>
                </a:lnTo>
                <a:lnTo>
                  <a:pt x="321467" y="1431549"/>
                </a:lnTo>
                <a:lnTo>
                  <a:pt x="309370" y="1434529"/>
                </a:lnTo>
                <a:lnTo>
                  <a:pt x="297180" y="1437364"/>
                </a:lnTo>
                <a:lnTo>
                  <a:pt x="284867" y="1440016"/>
                </a:lnTo>
                <a:lnTo>
                  <a:pt x="272405" y="1442449"/>
                </a:lnTo>
                <a:lnTo>
                  <a:pt x="259763" y="1444626"/>
                </a:lnTo>
                <a:lnTo>
                  <a:pt x="246915" y="1446511"/>
                </a:lnTo>
                <a:lnTo>
                  <a:pt x="233832" y="1448067"/>
                </a:lnTo>
                <a:lnTo>
                  <a:pt x="228829" y="1448561"/>
                </a:lnTo>
                <a:lnTo>
                  <a:pt x="216420" y="1452484"/>
                </a:lnTo>
                <a:lnTo>
                  <a:pt x="206844" y="1455924"/>
                </a:lnTo>
                <a:lnTo>
                  <a:pt x="199310" y="1458847"/>
                </a:lnTo>
                <a:lnTo>
                  <a:pt x="193028" y="1461217"/>
                </a:lnTo>
                <a:lnTo>
                  <a:pt x="187209" y="1463000"/>
                </a:lnTo>
                <a:lnTo>
                  <a:pt x="181063" y="1464159"/>
                </a:lnTo>
                <a:lnTo>
                  <a:pt x="173800" y="1464661"/>
                </a:lnTo>
                <a:lnTo>
                  <a:pt x="164630" y="1464470"/>
                </a:lnTo>
                <a:lnTo>
                  <a:pt x="152764" y="1463550"/>
                </a:lnTo>
                <a:lnTo>
                  <a:pt x="137412" y="1461867"/>
                </a:lnTo>
                <a:lnTo>
                  <a:pt x="132436" y="1461261"/>
                </a:lnTo>
                <a:lnTo>
                  <a:pt x="122243" y="1453532"/>
                </a:lnTo>
                <a:lnTo>
                  <a:pt x="112295" y="1445696"/>
                </a:lnTo>
                <a:lnTo>
                  <a:pt x="102466" y="1437825"/>
                </a:lnTo>
                <a:lnTo>
                  <a:pt x="92634" y="1429991"/>
                </a:lnTo>
                <a:lnTo>
                  <a:pt x="82672" y="1422265"/>
                </a:lnTo>
                <a:lnTo>
                  <a:pt x="72458" y="1414717"/>
                </a:lnTo>
                <a:lnTo>
                  <a:pt x="61866" y="1407420"/>
                </a:lnTo>
                <a:lnTo>
                  <a:pt x="56744" y="1404111"/>
                </a:lnTo>
                <a:lnTo>
                  <a:pt x="51706" y="1391699"/>
                </a:lnTo>
                <a:lnTo>
                  <a:pt x="46297" y="1380307"/>
                </a:lnTo>
                <a:lnTo>
                  <a:pt x="40835" y="1369346"/>
                </a:lnTo>
                <a:lnTo>
                  <a:pt x="35637" y="1358225"/>
                </a:lnTo>
                <a:lnTo>
                  <a:pt x="31023" y="1346356"/>
                </a:lnTo>
                <a:lnTo>
                  <a:pt x="29185" y="1340484"/>
                </a:lnTo>
                <a:lnTo>
                  <a:pt x="29921" y="1325282"/>
                </a:lnTo>
                <a:lnTo>
                  <a:pt x="28987" y="1313372"/>
                </a:lnTo>
                <a:lnTo>
                  <a:pt x="26944" y="1303814"/>
                </a:lnTo>
                <a:lnTo>
                  <a:pt x="24353" y="1295667"/>
                </a:lnTo>
                <a:lnTo>
                  <a:pt x="21776" y="1287993"/>
                </a:lnTo>
                <a:lnTo>
                  <a:pt x="19774" y="1279850"/>
                </a:lnTo>
                <a:lnTo>
                  <a:pt x="18909" y="1270298"/>
                </a:lnTo>
                <a:lnTo>
                  <a:pt x="19742" y="1258398"/>
                </a:lnTo>
                <a:lnTo>
                  <a:pt x="22327" y="1245234"/>
                </a:lnTo>
                <a:lnTo>
                  <a:pt x="23951" y="1235074"/>
                </a:lnTo>
                <a:lnTo>
                  <a:pt x="26441" y="1219750"/>
                </a:lnTo>
                <a:lnTo>
                  <a:pt x="30087" y="1204619"/>
                </a:lnTo>
                <a:lnTo>
                  <a:pt x="35178" y="1195039"/>
                </a:lnTo>
                <a:lnTo>
                  <a:pt x="44244" y="1189741"/>
                </a:lnTo>
                <a:lnTo>
                  <a:pt x="56641" y="1182554"/>
                </a:lnTo>
                <a:lnTo>
                  <a:pt x="70446" y="1174541"/>
                </a:lnTo>
                <a:lnTo>
                  <a:pt x="82867" y="1167370"/>
                </a:lnTo>
                <a:lnTo>
                  <a:pt x="91161" y="1162684"/>
                </a:lnTo>
                <a:lnTo>
                  <a:pt x="104073" y="1154497"/>
                </a:lnTo>
                <a:lnTo>
                  <a:pt x="114426" y="1147168"/>
                </a:lnTo>
                <a:lnTo>
                  <a:pt x="122805" y="1140410"/>
                </a:lnTo>
                <a:lnTo>
                  <a:pt x="129796" y="1133935"/>
                </a:lnTo>
                <a:lnTo>
                  <a:pt x="135983" y="1127455"/>
                </a:lnTo>
                <a:lnTo>
                  <a:pt x="141953" y="1120682"/>
                </a:lnTo>
                <a:lnTo>
                  <a:pt x="148291" y="1113328"/>
                </a:lnTo>
                <a:lnTo>
                  <a:pt x="155581" y="1105104"/>
                </a:lnTo>
                <a:lnTo>
                  <a:pt x="164410" y="1095724"/>
                </a:lnTo>
                <a:lnTo>
                  <a:pt x="175363" y="1084899"/>
                </a:lnTo>
                <a:lnTo>
                  <a:pt x="180569" y="1080007"/>
                </a:lnTo>
                <a:lnTo>
                  <a:pt x="179306" y="1063574"/>
                </a:lnTo>
                <a:lnTo>
                  <a:pt x="179509" y="1050264"/>
                </a:lnTo>
                <a:lnTo>
                  <a:pt x="180992" y="1039774"/>
                </a:lnTo>
                <a:lnTo>
                  <a:pt x="183569" y="1031798"/>
                </a:lnTo>
                <a:lnTo>
                  <a:pt x="187054" y="1026032"/>
                </a:lnTo>
                <a:lnTo>
                  <a:pt x="191260" y="1022172"/>
                </a:lnTo>
                <a:lnTo>
                  <a:pt x="196003" y="1019911"/>
                </a:lnTo>
                <a:lnTo>
                  <a:pt x="201096" y="1018946"/>
                </a:lnTo>
                <a:lnTo>
                  <a:pt x="206353" y="1018971"/>
                </a:lnTo>
                <a:lnTo>
                  <a:pt x="211588" y="1019682"/>
                </a:lnTo>
                <a:lnTo>
                  <a:pt x="216616" y="1020775"/>
                </a:lnTo>
                <a:lnTo>
                  <a:pt x="221250" y="1021943"/>
                </a:lnTo>
                <a:lnTo>
                  <a:pt x="225305" y="1022883"/>
                </a:lnTo>
                <a:lnTo>
                  <a:pt x="228594" y="1023289"/>
                </a:lnTo>
                <a:lnTo>
                  <a:pt x="230932" y="1022857"/>
                </a:lnTo>
                <a:lnTo>
                  <a:pt x="232133" y="1021283"/>
                </a:lnTo>
                <a:lnTo>
                  <a:pt x="232010" y="1018260"/>
                </a:lnTo>
                <a:lnTo>
                  <a:pt x="230378" y="1013485"/>
                </a:lnTo>
                <a:lnTo>
                  <a:pt x="227052" y="1006652"/>
                </a:lnTo>
                <a:lnTo>
                  <a:pt x="221844" y="997457"/>
                </a:lnTo>
                <a:lnTo>
                  <a:pt x="220686" y="987053"/>
                </a:lnTo>
                <a:lnTo>
                  <a:pt x="221710" y="975329"/>
                </a:lnTo>
                <a:lnTo>
                  <a:pt x="224351" y="962697"/>
                </a:lnTo>
                <a:lnTo>
                  <a:pt x="228044" y="949568"/>
                </a:lnTo>
                <a:lnTo>
                  <a:pt x="232227" y="936352"/>
                </a:lnTo>
                <a:lnTo>
                  <a:pt x="236335" y="923460"/>
                </a:lnTo>
                <a:lnTo>
                  <a:pt x="239804" y="911305"/>
                </a:lnTo>
                <a:lnTo>
                  <a:pt x="242070" y="900295"/>
                </a:lnTo>
                <a:lnTo>
                  <a:pt x="242545" y="895857"/>
                </a:lnTo>
                <a:lnTo>
                  <a:pt x="242808" y="881206"/>
                </a:lnTo>
                <a:lnTo>
                  <a:pt x="241598" y="868202"/>
                </a:lnTo>
                <a:lnTo>
                  <a:pt x="238997" y="856371"/>
                </a:lnTo>
                <a:lnTo>
                  <a:pt x="235085" y="845238"/>
                </a:lnTo>
                <a:lnTo>
                  <a:pt x="229945" y="834331"/>
                </a:lnTo>
                <a:lnTo>
                  <a:pt x="224143" y="826069"/>
                </a:lnTo>
                <a:lnTo>
                  <a:pt x="215748" y="816844"/>
                </a:lnTo>
                <a:lnTo>
                  <a:pt x="205428" y="806176"/>
                </a:lnTo>
                <a:lnTo>
                  <a:pt x="194969" y="795685"/>
                </a:lnTo>
                <a:lnTo>
                  <a:pt x="186156" y="786990"/>
                </a:lnTo>
                <a:lnTo>
                  <a:pt x="180774" y="781710"/>
                </a:lnTo>
                <a:lnTo>
                  <a:pt x="180569" y="781430"/>
                </a:lnTo>
                <a:lnTo>
                  <a:pt x="173417" y="779154"/>
                </a:lnTo>
                <a:lnTo>
                  <a:pt x="166188" y="781491"/>
                </a:lnTo>
                <a:lnTo>
                  <a:pt x="158373" y="784939"/>
                </a:lnTo>
                <a:lnTo>
                  <a:pt x="149463" y="785997"/>
                </a:lnTo>
                <a:lnTo>
                  <a:pt x="139294" y="781430"/>
                </a:lnTo>
                <a:lnTo>
                  <a:pt x="132299" y="775278"/>
                </a:lnTo>
                <a:lnTo>
                  <a:pt x="124350" y="766909"/>
                </a:lnTo>
                <a:lnTo>
                  <a:pt x="115688" y="756937"/>
                </a:lnTo>
                <a:lnTo>
                  <a:pt x="106554" y="745976"/>
                </a:lnTo>
                <a:lnTo>
                  <a:pt x="97188" y="734642"/>
                </a:lnTo>
                <a:lnTo>
                  <a:pt x="87833" y="723548"/>
                </a:lnTo>
                <a:lnTo>
                  <a:pt x="78729" y="713308"/>
                </a:lnTo>
                <a:lnTo>
                  <a:pt x="70118" y="704538"/>
                </a:lnTo>
                <a:lnTo>
                  <a:pt x="63602" y="698880"/>
                </a:lnTo>
                <a:lnTo>
                  <a:pt x="49354" y="694489"/>
                </a:lnTo>
                <a:lnTo>
                  <a:pt x="39350" y="691622"/>
                </a:lnTo>
                <a:lnTo>
                  <a:pt x="32555" y="689791"/>
                </a:lnTo>
                <a:lnTo>
                  <a:pt x="27932" y="688507"/>
                </a:lnTo>
                <a:lnTo>
                  <a:pt x="24447" y="687281"/>
                </a:lnTo>
                <a:lnTo>
                  <a:pt x="21062" y="685625"/>
                </a:lnTo>
                <a:lnTo>
                  <a:pt x="16744" y="683051"/>
                </a:lnTo>
                <a:lnTo>
                  <a:pt x="10456" y="679068"/>
                </a:lnTo>
                <a:lnTo>
                  <a:pt x="1626" y="673480"/>
                </a:lnTo>
                <a:lnTo>
                  <a:pt x="2903" y="654305"/>
                </a:lnTo>
                <a:lnTo>
                  <a:pt x="3371" y="636682"/>
                </a:lnTo>
                <a:lnTo>
                  <a:pt x="3223" y="620524"/>
                </a:lnTo>
                <a:lnTo>
                  <a:pt x="2652" y="605745"/>
                </a:lnTo>
                <a:lnTo>
                  <a:pt x="1850" y="592257"/>
                </a:lnTo>
                <a:lnTo>
                  <a:pt x="1012" y="579975"/>
                </a:lnTo>
                <a:lnTo>
                  <a:pt x="331" y="568811"/>
                </a:lnTo>
                <a:lnTo>
                  <a:pt x="0" y="558679"/>
                </a:lnTo>
                <a:lnTo>
                  <a:pt x="211" y="549492"/>
                </a:lnTo>
                <a:lnTo>
                  <a:pt x="1158" y="541164"/>
                </a:lnTo>
                <a:lnTo>
                  <a:pt x="3035" y="533607"/>
                </a:lnTo>
                <a:lnTo>
                  <a:pt x="6035" y="526736"/>
                </a:lnTo>
                <a:lnTo>
                  <a:pt x="10350" y="520463"/>
                </a:lnTo>
                <a:lnTo>
                  <a:pt x="16175" y="514702"/>
                </a:lnTo>
                <a:lnTo>
                  <a:pt x="23701" y="509365"/>
                </a:lnTo>
                <a:lnTo>
                  <a:pt x="33124" y="504367"/>
                </a:lnTo>
                <a:lnTo>
                  <a:pt x="44634" y="499621"/>
                </a:lnTo>
                <a:lnTo>
                  <a:pt x="56744" y="495553"/>
                </a:lnTo>
                <a:lnTo>
                  <a:pt x="65338" y="484250"/>
                </a:lnTo>
                <a:lnTo>
                  <a:pt x="74117" y="473883"/>
                </a:lnTo>
                <a:lnTo>
                  <a:pt x="83116" y="464394"/>
                </a:lnTo>
                <a:lnTo>
                  <a:pt x="92374" y="455729"/>
                </a:lnTo>
                <a:lnTo>
                  <a:pt x="101926" y="447831"/>
                </a:lnTo>
                <a:lnTo>
                  <a:pt x="111809" y="440646"/>
                </a:lnTo>
                <a:lnTo>
                  <a:pt x="122059" y="434117"/>
                </a:lnTo>
                <a:lnTo>
                  <a:pt x="132714" y="428189"/>
                </a:lnTo>
                <a:lnTo>
                  <a:pt x="143810" y="422805"/>
                </a:lnTo>
                <a:lnTo>
                  <a:pt x="155384" y="417911"/>
                </a:lnTo>
                <a:lnTo>
                  <a:pt x="167472" y="413450"/>
                </a:lnTo>
                <a:lnTo>
                  <a:pt x="180111" y="409367"/>
                </a:lnTo>
                <a:lnTo>
                  <a:pt x="193338" y="405605"/>
                </a:lnTo>
                <a:lnTo>
                  <a:pt x="207189" y="402110"/>
                </a:lnTo>
                <a:lnTo>
                  <a:pt x="214986" y="400303"/>
                </a:lnTo>
                <a:lnTo>
                  <a:pt x="223840" y="386536"/>
                </a:lnTo>
                <a:lnTo>
                  <a:pt x="230879" y="372419"/>
                </a:lnTo>
                <a:lnTo>
                  <a:pt x="236250" y="357985"/>
                </a:lnTo>
                <a:lnTo>
                  <a:pt x="240101" y="343267"/>
                </a:lnTo>
                <a:lnTo>
                  <a:pt x="242578" y="328296"/>
                </a:lnTo>
                <a:lnTo>
                  <a:pt x="243829" y="313105"/>
                </a:lnTo>
                <a:lnTo>
                  <a:pt x="244001" y="297725"/>
                </a:lnTo>
                <a:lnTo>
                  <a:pt x="243241" y="282189"/>
                </a:lnTo>
                <a:lnTo>
                  <a:pt x="241695" y="266529"/>
                </a:lnTo>
                <a:lnTo>
                  <a:pt x="239513" y="250777"/>
                </a:lnTo>
                <a:lnTo>
                  <a:pt x="236839" y="234965"/>
                </a:lnTo>
                <a:lnTo>
                  <a:pt x="233822" y="219124"/>
                </a:lnTo>
                <a:lnTo>
                  <a:pt x="230609" y="203288"/>
                </a:lnTo>
                <a:lnTo>
                  <a:pt x="227347" y="187488"/>
                </a:lnTo>
                <a:lnTo>
                  <a:pt x="224183" y="171757"/>
                </a:lnTo>
                <a:lnTo>
                  <a:pt x="221265" y="156126"/>
                </a:lnTo>
                <a:lnTo>
                  <a:pt x="218738" y="140628"/>
                </a:lnTo>
                <a:lnTo>
                  <a:pt x="216752" y="125294"/>
                </a:lnTo>
                <a:lnTo>
                  <a:pt x="215452" y="110157"/>
                </a:lnTo>
                <a:lnTo>
                  <a:pt x="214986" y="95250"/>
                </a:lnTo>
                <a:close/>
              </a:path>
            </a:pathLst>
          </a:custGeom>
          <a:ln w="58420">
            <a:solidFill>
              <a:srgbClr val="FF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2" name="object 22"/>
          <p:cNvSpPr/>
          <p:nvPr/>
        </p:nvSpPr>
        <p:spPr>
          <a:xfrm>
            <a:off x="0" y="2819400"/>
            <a:ext cx="5290820" cy="17018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3" name="object 23"/>
          <p:cNvSpPr/>
          <p:nvPr/>
        </p:nvSpPr>
        <p:spPr>
          <a:xfrm>
            <a:off x="1680210" y="2757170"/>
            <a:ext cx="0" cy="1790699"/>
          </a:xfrm>
          <a:custGeom>
            <a:avLst/>
            <a:gdLst/>
            <a:ahLst/>
            <a:cxnLst/>
            <a:rect l="l" t="t" r="r" b="b"/>
            <a:pathLst>
              <a:path w="0" h="1790700">
                <a:moveTo>
                  <a:pt x="0" y="0"/>
                </a:moveTo>
                <a:lnTo>
                  <a:pt x="0" y="1790699"/>
                </a:lnTo>
              </a:path>
            </a:pathLst>
          </a:custGeom>
          <a:ln w="38100">
            <a:solidFill>
              <a:srgbClr val="FF0000"/>
            </a:solidFill>
            <a:prstDash val="lgDash"/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4" name="object 24"/>
          <p:cNvSpPr/>
          <p:nvPr/>
        </p:nvSpPr>
        <p:spPr>
          <a:xfrm>
            <a:off x="3303270" y="2769870"/>
            <a:ext cx="0" cy="1790699"/>
          </a:xfrm>
          <a:custGeom>
            <a:avLst/>
            <a:gdLst/>
            <a:ahLst/>
            <a:cxnLst/>
            <a:rect l="l" t="t" r="r" b="b"/>
            <a:pathLst>
              <a:path w="0" h="1790700">
                <a:moveTo>
                  <a:pt x="0" y="0"/>
                </a:moveTo>
                <a:lnTo>
                  <a:pt x="0" y="1790699"/>
                </a:lnTo>
              </a:path>
            </a:pathLst>
          </a:custGeom>
          <a:ln w="38100">
            <a:solidFill>
              <a:srgbClr val="FF0000"/>
            </a:solidFill>
            <a:prstDash val="lgDash"/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5" name="object 25"/>
          <p:cNvSpPr/>
          <p:nvPr/>
        </p:nvSpPr>
        <p:spPr>
          <a:xfrm>
            <a:off x="5991057" y="3877310"/>
            <a:ext cx="1589642" cy="1846275"/>
          </a:xfrm>
          <a:custGeom>
            <a:avLst/>
            <a:gdLst/>
            <a:ahLst/>
            <a:cxnLst/>
            <a:rect l="l" t="t" r="r" b="b"/>
            <a:pathLst>
              <a:path w="1589642" h="1846275">
                <a:moveTo>
                  <a:pt x="214670" y="95122"/>
                </a:moveTo>
                <a:lnTo>
                  <a:pt x="226599" y="90577"/>
                </a:lnTo>
                <a:lnTo>
                  <a:pt x="238528" y="86027"/>
                </a:lnTo>
                <a:lnTo>
                  <a:pt x="250453" y="81470"/>
                </a:lnTo>
                <a:lnTo>
                  <a:pt x="262371" y="76902"/>
                </a:lnTo>
                <a:lnTo>
                  <a:pt x="274280" y="72319"/>
                </a:lnTo>
                <a:lnTo>
                  <a:pt x="286177" y="67718"/>
                </a:lnTo>
                <a:lnTo>
                  <a:pt x="298059" y="63094"/>
                </a:lnTo>
                <a:lnTo>
                  <a:pt x="309923" y="58445"/>
                </a:lnTo>
                <a:lnTo>
                  <a:pt x="321766" y="53766"/>
                </a:lnTo>
                <a:lnTo>
                  <a:pt x="333586" y="49054"/>
                </a:lnTo>
                <a:lnTo>
                  <a:pt x="345380" y="44305"/>
                </a:lnTo>
                <a:lnTo>
                  <a:pt x="357145" y="39515"/>
                </a:lnTo>
                <a:lnTo>
                  <a:pt x="368878" y="34681"/>
                </a:lnTo>
                <a:lnTo>
                  <a:pt x="380576" y="29799"/>
                </a:lnTo>
                <a:lnTo>
                  <a:pt x="392236" y="24866"/>
                </a:lnTo>
                <a:lnTo>
                  <a:pt x="403857" y="19877"/>
                </a:lnTo>
                <a:lnTo>
                  <a:pt x="415434" y="14828"/>
                </a:lnTo>
                <a:lnTo>
                  <a:pt x="426965" y="9717"/>
                </a:lnTo>
                <a:lnTo>
                  <a:pt x="438447" y="4540"/>
                </a:lnTo>
                <a:lnTo>
                  <a:pt x="448350" y="0"/>
                </a:lnTo>
                <a:lnTo>
                  <a:pt x="462819" y="1614"/>
                </a:lnTo>
                <a:lnTo>
                  <a:pt x="474133" y="2810"/>
                </a:lnTo>
                <a:lnTo>
                  <a:pt x="482846" y="3701"/>
                </a:lnTo>
                <a:lnTo>
                  <a:pt x="489512" y="4397"/>
                </a:lnTo>
                <a:lnTo>
                  <a:pt x="494684" y="5011"/>
                </a:lnTo>
                <a:lnTo>
                  <a:pt x="498917" y="5653"/>
                </a:lnTo>
                <a:lnTo>
                  <a:pt x="502766" y="6436"/>
                </a:lnTo>
                <a:lnTo>
                  <a:pt x="506784" y="7472"/>
                </a:lnTo>
                <a:lnTo>
                  <a:pt x="511524" y="8871"/>
                </a:lnTo>
                <a:lnTo>
                  <a:pt x="517543" y="10745"/>
                </a:lnTo>
                <a:lnTo>
                  <a:pt x="525393" y="13207"/>
                </a:lnTo>
                <a:lnTo>
                  <a:pt x="535628" y="16368"/>
                </a:lnTo>
                <a:lnTo>
                  <a:pt x="544489" y="19050"/>
                </a:lnTo>
                <a:lnTo>
                  <a:pt x="551347" y="20573"/>
                </a:lnTo>
                <a:lnTo>
                  <a:pt x="565190" y="25400"/>
                </a:lnTo>
                <a:lnTo>
                  <a:pt x="573706" y="36464"/>
                </a:lnTo>
                <a:lnTo>
                  <a:pt x="582602" y="46234"/>
                </a:lnTo>
                <a:lnTo>
                  <a:pt x="591887" y="54882"/>
                </a:lnTo>
                <a:lnTo>
                  <a:pt x="601569" y="62581"/>
                </a:lnTo>
                <a:lnTo>
                  <a:pt x="611656" y="69501"/>
                </a:lnTo>
                <a:lnTo>
                  <a:pt x="622158" y="75815"/>
                </a:lnTo>
                <a:lnTo>
                  <a:pt x="633083" y="81696"/>
                </a:lnTo>
                <a:lnTo>
                  <a:pt x="644439" y="87315"/>
                </a:lnTo>
                <a:lnTo>
                  <a:pt x="656235" y="92844"/>
                </a:lnTo>
                <a:lnTo>
                  <a:pt x="668479" y="98456"/>
                </a:lnTo>
                <a:lnTo>
                  <a:pt x="675045" y="101472"/>
                </a:lnTo>
                <a:lnTo>
                  <a:pt x="679776" y="113646"/>
                </a:lnTo>
                <a:lnTo>
                  <a:pt x="684269" y="125304"/>
                </a:lnTo>
                <a:lnTo>
                  <a:pt x="688888" y="133222"/>
                </a:lnTo>
                <a:lnTo>
                  <a:pt x="699194" y="141453"/>
                </a:lnTo>
                <a:lnTo>
                  <a:pt x="708660" y="149784"/>
                </a:lnTo>
                <a:lnTo>
                  <a:pt x="710643" y="161632"/>
                </a:lnTo>
                <a:lnTo>
                  <a:pt x="710918" y="172475"/>
                </a:lnTo>
                <a:lnTo>
                  <a:pt x="710402" y="184527"/>
                </a:lnTo>
                <a:lnTo>
                  <a:pt x="709213" y="197511"/>
                </a:lnTo>
                <a:lnTo>
                  <a:pt x="707468" y="211150"/>
                </a:lnTo>
                <a:lnTo>
                  <a:pt x="705284" y="225169"/>
                </a:lnTo>
                <a:lnTo>
                  <a:pt x="702778" y="239291"/>
                </a:lnTo>
                <a:lnTo>
                  <a:pt x="700066" y="253239"/>
                </a:lnTo>
                <a:lnTo>
                  <a:pt x="697266" y="266739"/>
                </a:lnTo>
                <a:lnTo>
                  <a:pt x="694495" y="279513"/>
                </a:lnTo>
                <a:lnTo>
                  <a:pt x="691870" y="291285"/>
                </a:lnTo>
                <a:lnTo>
                  <a:pt x="689508" y="301778"/>
                </a:lnTo>
                <a:lnTo>
                  <a:pt x="688888" y="304545"/>
                </a:lnTo>
                <a:lnTo>
                  <a:pt x="691045" y="319017"/>
                </a:lnTo>
                <a:lnTo>
                  <a:pt x="693336" y="332532"/>
                </a:lnTo>
                <a:lnTo>
                  <a:pt x="696975" y="344624"/>
                </a:lnTo>
                <a:lnTo>
                  <a:pt x="703180" y="354828"/>
                </a:lnTo>
                <a:lnTo>
                  <a:pt x="713168" y="362677"/>
                </a:lnTo>
                <a:lnTo>
                  <a:pt x="728155" y="367705"/>
                </a:lnTo>
                <a:lnTo>
                  <a:pt x="730036" y="368045"/>
                </a:lnTo>
                <a:lnTo>
                  <a:pt x="743914" y="370672"/>
                </a:lnTo>
                <a:lnTo>
                  <a:pt x="759554" y="373413"/>
                </a:lnTo>
                <a:lnTo>
                  <a:pt x="776099" y="376162"/>
                </a:lnTo>
                <a:lnTo>
                  <a:pt x="792698" y="378814"/>
                </a:lnTo>
                <a:lnTo>
                  <a:pt x="808497" y="381264"/>
                </a:lnTo>
                <a:lnTo>
                  <a:pt x="822640" y="383405"/>
                </a:lnTo>
                <a:lnTo>
                  <a:pt x="834276" y="385134"/>
                </a:lnTo>
                <a:lnTo>
                  <a:pt x="842549" y="386344"/>
                </a:lnTo>
                <a:lnTo>
                  <a:pt x="846607" y="386930"/>
                </a:lnTo>
                <a:lnTo>
                  <a:pt x="846876" y="386969"/>
                </a:lnTo>
                <a:lnTo>
                  <a:pt x="858586" y="392693"/>
                </a:lnTo>
                <a:lnTo>
                  <a:pt x="869776" y="398495"/>
                </a:lnTo>
                <a:lnTo>
                  <a:pt x="880785" y="404194"/>
                </a:lnTo>
                <a:lnTo>
                  <a:pt x="891951" y="409611"/>
                </a:lnTo>
                <a:lnTo>
                  <a:pt x="903612" y="414566"/>
                </a:lnTo>
                <a:lnTo>
                  <a:pt x="915583" y="418719"/>
                </a:lnTo>
                <a:lnTo>
                  <a:pt x="930234" y="416260"/>
                </a:lnTo>
                <a:lnTo>
                  <a:pt x="943587" y="413078"/>
                </a:lnTo>
                <a:lnTo>
                  <a:pt x="955849" y="409149"/>
                </a:lnTo>
                <a:lnTo>
                  <a:pt x="967229" y="404447"/>
                </a:lnTo>
                <a:lnTo>
                  <a:pt x="977937" y="398949"/>
                </a:lnTo>
                <a:lnTo>
                  <a:pt x="988181" y="392629"/>
                </a:lnTo>
                <a:lnTo>
                  <a:pt x="998171" y="385462"/>
                </a:lnTo>
                <a:lnTo>
                  <a:pt x="1008114" y="377424"/>
                </a:lnTo>
                <a:lnTo>
                  <a:pt x="1018221" y="368491"/>
                </a:lnTo>
                <a:lnTo>
                  <a:pt x="1024064" y="356934"/>
                </a:lnTo>
                <a:lnTo>
                  <a:pt x="1031065" y="348268"/>
                </a:lnTo>
                <a:lnTo>
                  <a:pt x="1039513" y="341793"/>
                </a:lnTo>
                <a:lnTo>
                  <a:pt x="1049213" y="337257"/>
                </a:lnTo>
                <a:lnTo>
                  <a:pt x="1059969" y="334406"/>
                </a:lnTo>
                <a:lnTo>
                  <a:pt x="1071585" y="332986"/>
                </a:lnTo>
                <a:lnTo>
                  <a:pt x="1083865" y="332745"/>
                </a:lnTo>
                <a:lnTo>
                  <a:pt x="1096614" y="333428"/>
                </a:lnTo>
                <a:lnTo>
                  <a:pt x="1109637" y="334783"/>
                </a:lnTo>
                <a:lnTo>
                  <a:pt x="1122736" y="336557"/>
                </a:lnTo>
                <a:lnTo>
                  <a:pt x="1135717" y="338495"/>
                </a:lnTo>
                <a:lnTo>
                  <a:pt x="1148384" y="340344"/>
                </a:lnTo>
                <a:lnTo>
                  <a:pt x="1160541" y="341852"/>
                </a:lnTo>
                <a:lnTo>
                  <a:pt x="1169837" y="342645"/>
                </a:lnTo>
                <a:lnTo>
                  <a:pt x="1178008" y="353562"/>
                </a:lnTo>
                <a:lnTo>
                  <a:pt x="1184889" y="364408"/>
                </a:lnTo>
                <a:lnTo>
                  <a:pt x="1190846" y="375224"/>
                </a:lnTo>
                <a:lnTo>
                  <a:pt x="1196249" y="386051"/>
                </a:lnTo>
                <a:lnTo>
                  <a:pt x="1201466" y="396932"/>
                </a:lnTo>
                <a:lnTo>
                  <a:pt x="1206865" y="407906"/>
                </a:lnTo>
                <a:lnTo>
                  <a:pt x="1212815" y="419015"/>
                </a:lnTo>
                <a:lnTo>
                  <a:pt x="1219683" y="430301"/>
                </a:lnTo>
                <a:lnTo>
                  <a:pt x="1224828" y="437769"/>
                </a:lnTo>
                <a:lnTo>
                  <a:pt x="1233153" y="443925"/>
                </a:lnTo>
                <a:lnTo>
                  <a:pt x="1244336" y="445749"/>
                </a:lnTo>
                <a:lnTo>
                  <a:pt x="1257135" y="445162"/>
                </a:lnTo>
                <a:lnTo>
                  <a:pt x="1270308" y="444084"/>
                </a:lnTo>
                <a:lnTo>
                  <a:pt x="1279819" y="444119"/>
                </a:lnTo>
                <a:lnTo>
                  <a:pt x="1293349" y="450165"/>
                </a:lnTo>
                <a:lnTo>
                  <a:pt x="1305008" y="455987"/>
                </a:lnTo>
                <a:lnTo>
                  <a:pt x="1315233" y="462162"/>
                </a:lnTo>
                <a:lnTo>
                  <a:pt x="1324464" y="469269"/>
                </a:lnTo>
                <a:lnTo>
                  <a:pt x="1333137" y="477890"/>
                </a:lnTo>
                <a:lnTo>
                  <a:pt x="1341668" y="488569"/>
                </a:lnTo>
                <a:lnTo>
                  <a:pt x="1341903" y="501327"/>
                </a:lnTo>
                <a:lnTo>
                  <a:pt x="1342014" y="514082"/>
                </a:lnTo>
                <a:lnTo>
                  <a:pt x="1342032" y="526833"/>
                </a:lnTo>
                <a:lnTo>
                  <a:pt x="1341990" y="539577"/>
                </a:lnTo>
                <a:lnTo>
                  <a:pt x="1341919" y="552311"/>
                </a:lnTo>
                <a:lnTo>
                  <a:pt x="1341852" y="565033"/>
                </a:lnTo>
                <a:lnTo>
                  <a:pt x="1341820" y="577741"/>
                </a:lnTo>
                <a:lnTo>
                  <a:pt x="1341857" y="590432"/>
                </a:lnTo>
                <a:lnTo>
                  <a:pt x="1341994" y="603103"/>
                </a:lnTo>
                <a:lnTo>
                  <a:pt x="1342263" y="615754"/>
                </a:lnTo>
                <a:lnTo>
                  <a:pt x="1342696" y="628380"/>
                </a:lnTo>
                <a:lnTo>
                  <a:pt x="1343326" y="640979"/>
                </a:lnTo>
                <a:lnTo>
                  <a:pt x="1344185" y="653550"/>
                </a:lnTo>
                <a:lnTo>
                  <a:pt x="1345305" y="666089"/>
                </a:lnTo>
                <a:lnTo>
                  <a:pt x="1346718" y="678595"/>
                </a:lnTo>
                <a:lnTo>
                  <a:pt x="1348457" y="691065"/>
                </a:lnTo>
                <a:lnTo>
                  <a:pt x="1356454" y="698762"/>
                </a:lnTo>
                <a:lnTo>
                  <a:pt x="1370047" y="702030"/>
                </a:lnTo>
                <a:lnTo>
                  <a:pt x="1375958" y="704214"/>
                </a:lnTo>
                <a:lnTo>
                  <a:pt x="1387104" y="709831"/>
                </a:lnTo>
                <a:lnTo>
                  <a:pt x="1398529" y="715093"/>
                </a:lnTo>
                <a:lnTo>
                  <a:pt x="1410189" y="720043"/>
                </a:lnTo>
                <a:lnTo>
                  <a:pt x="1422039" y="724719"/>
                </a:lnTo>
                <a:lnTo>
                  <a:pt x="1434036" y="729161"/>
                </a:lnTo>
                <a:lnTo>
                  <a:pt x="1446136" y="733411"/>
                </a:lnTo>
                <a:lnTo>
                  <a:pt x="1458294" y="737506"/>
                </a:lnTo>
                <a:lnTo>
                  <a:pt x="1470468" y="741488"/>
                </a:lnTo>
                <a:lnTo>
                  <a:pt x="1482612" y="745396"/>
                </a:lnTo>
                <a:lnTo>
                  <a:pt x="1492798" y="748664"/>
                </a:lnTo>
                <a:lnTo>
                  <a:pt x="1500961" y="758987"/>
                </a:lnTo>
                <a:lnTo>
                  <a:pt x="1509654" y="767768"/>
                </a:lnTo>
                <a:lnTo>
                  <a:pt x="1518835" y="775658"/>
                </a:lnTo>
                <a:lnTo>
                  <a:pt x="1528463" y="783309"/>
                </a:lnTo>
                <a:lnTo>
                  <a:pt x="1538498" y="791370"/>
                </a:lnTo>
                <a:lnTo>
                  <a:pt x="1547789" y="799464"/>
                </a:lnTo>
                <a:lnTo>
                  <a:pt x="1552551" y="812758"/>
                </a:lnTo>
                <a:lnTo>
                  <a:pt x="1557493" y="826868"/>
                </a:lnTo>
                <a:lnTo>
                  <a:pt x="1562482" y="841659"/>
                </a:lnTo>
                <a:lnTo>
                  <a:pt x="1567386" y="856997"/>
                </a:lnTo>
                <a:lnTo>
                  <a:pt x="1572076" y="872743"/>
                </a:lnTo>
                <a:lnTo>
                  <a:pt x="1576417" y="888765"/>
                </a:lnTo>
                <a:lnTo>
                  <a:pt x="1580281" y="904925"/>
                </a:lnTo>
                <a:lnTo>
                  <a:pt x="1583534" y="921088"/>
                </a:lnTo>
                <a:lnTo>
                  <a:pt x="1586045" y="937118"/>
                </a:lnTo>
                <a:lnTo>
                  <a:pt x="1587683" y="952881"/>
                </a:lnTo>
                <a:lnTo>
                  <a:pt x="1588316" y="968239"/>
                </a:lnTo>
                <a:lnTo>
                  <a:pt x="1587812" y="983058"/>
                </a:lnTo>
                <a:lnTo>
                  <a:pt x="1586041" y="997201"/>
                </a:lnTo>
                <a:lnTo>
                  <a:pt x="1582870" y="1010534"/>
                </a:lnTo>
                <a:lnTo>
                  <a:pt x="1578168" y="1022921"/>
                </a:lnTo>
                <a:lnTo>
                  <a:pt x="1571803" y="1034226"/>
                </a:lnTo>
                <a:lnTo>
                  <a:pt x="1563644" y="1044312"/>
                </a:lnTo>
                <a:lnTo>
                  <a:pt x="1553560" y="1053046"/>
                </a:lnTo>
                <a:lnTo>
                  <a:pt x="1541418" y="1060290"/>
                </a:lnTo>
                <a:lnTo>
                  <a:pt x="1527088" y="1065910"/>
                </a:lnTo>
                <a:lnTo>
                  <a:pt x="1518122" y="1077338"/>
                </a:lnTo>
                <a:lnTo>
                  <a:pt x="1509008" y="1087386"/>
                </a:lnTo>
                <a:lnTo>
                  <a:pt x="1499664" y="1096161"/>
                </a:lnTo>
                <a:lnTo>
                  <a:pt x="1490008" y="1103769"/>
                </a:lnTo>
                <a:lnTo>
                  <a:pt x="1479959" y="1110316"/>
                </a:lnTo>
                <a:lnTo>
                  <a:pt x="1469435" y="1115909"/>
                </a:lnTo>
                <a:lnTo>
                  <a:pt x="1458354" y="1120654"/>
                </a:lnTo>
                <a:lnTo>
                  <a:pt x="1446637" y="1124657"/>
                </a:lnTo>
                <a:lnTo>
                  <a:pt x="1434200" y="1128024"/>
                </a:lnTo>
                <a:lnTo>
                  <a:pt x="1420962" y="1130861"/>
                </a:lnTo>
                <a:lnTo>
                  <a:pt x="1406842" y="1133275"/>
                </a:lnTo>
                <a:lnTo>
                  <a:pt x="1391759" y="1135373"/>
                </a:lnTo>
                <a:lnTo>
                  <a:pt x="1389674" y="1135633"/>
                </a:lnTo>
                <a:lnTo>
                  <a:pt x="1377267" y="1138294"/>
                </a:lnTo>
                <a:lnTo>
                  <a:pt x="1364468" y="1140118"/>
                </a:lnTo>
                <a:lnTo>
                  <a:pt x="1353337" y="1144037"/>
                </a:lnTo>
                <a:lnTo>
                  <a:pt x="1348526" y="1148333"/>
                </a:lnTo>
                <a:lnTo>
                  <a:pt x="1341049" y="1157894"/>
                </a:lnTo>
                <a:lnTo>
                  <a:pt x="1332573" y="1167238"/>
                </a:lnTo>
                <a:lnTo>
                  <a:pt x="1323197" y="1176160"/>
                </a:lnTo>
                <a:lnTo>
                  <a:pt x="1313017" y="1184457"/>
                </a:lnTo>
                <a:lnTo>
                  <a:pt x="1302131" y="1191926"/>
                </a:lnTo>
                <a:lnTo>
                  <a:pt x="1290636" y="1198362"/>
                </a:lnTo>
                <a:lnTo>
                  <a:pt x="1278630" y="1203562"/>
                </a:lnTo>
                <a:lnTo>
                  <a:pt x="1272961" y="1205483"/>
                </a:lnTo>
                <a:lnTo>
                  <a:pt x="1268758" y="1217328"/>
                </a:lnTo>
                <a:lnTo>
                  <a:pt x="1264951" y="1228152"/>
                </a:lnTo>
                <a:lnTo>
                  <a:pt x="1261584" y="1238190"/>
                </a:lnTo>
                <a:lnTo>
                  <a:pt x="1258698" y="1247680"/>
                </a:lnTo>
                <a:lnTo>
                  <a:pt x="1256339" y="1256858"/>
                </a:lnTo>
                <a:lnTo>
                  <a:pt x="1254549" y="1265962"/>
                </a:lnTo>
                <a:lnTo>
                  <a:pt x="1253372" y="1275227"/>
                </a:lnTo>
                <a:lnTo>
                  <a:pt x="1252851" y="1284890"/>
                </a:lnTo>
                <a:lnTo>
                  <a:pt x="1253031" y="1295188"/>
                </a:lnTo>
                <a:lnTo>
                  <a:pt x="1253954" y="1306358"/>
                </a:lnTo>
                <a:lnTo>
                  <a:pt x="1255663" y="1318636"/>
                </a:lnTo>
                <a:lnTo>
                  <a:pt x="1258204" y="1332259"/>
                </a:lnTo>
                <a:lnTo>
                  <a:pt x="1261618" y="1347463"/>
                </a:lnTo>
                <a:lnTo>
                  <a:pt x="1265949" y="1364486"/>
                </a:lnTo>
                <a:lnTo>
                  <a:pt x="1271242" y="1383563"/>
                </a:lnTo>
                <a:lnTo>
                  <a:pt x="1279555" y="1398561"/>
                </a:lnTo>
                <a:lnTo>
                  <a:pt x="1290698" y="1404491"/>
                </a:lnTo>
                <a:lnTo>
                  <a:pt x="1304131" y="1408889"/>
                </a:lnTo>
                <a:lnTo>
                  <a:pt x="1317596" y="1413348"/>
                </a:lnTo>
                <a:lnTo>
                  <a:pt x="1320967" y="1414780"/>
                </a:lnTo>
                <a:lnTo>
                  <a:pt x="1332226" y="1419793"/>
                </a:lnTo>
                <a:lnTo>
                  <a:pt x="1343570" y="1424950"/>
                </a:lnTo>
                <a:lnTo>
                  <a:pt x="1354989" y="1430229"/>
                </a:lnTo>
                <a:lnTo>
                  <a:pt x="1366476" y="1435606"/>
                </a:lnTo>
                <a:lnTo>
                  <a:pt x="1378022" y="1441058"/>
                </a:lnTo>
                <a:lnTo>
                  <a:pt x="1389618" y="1446564"/>
                </a:lnTo>
                <a:lnTo>
                  <a:pt x="1401257" y="1452099"/>
                </a:lnTo>
                <a:lnTo>
                  <a:pt x="1412930" y="1457641"/>
                </a:lnTo>
                <a:lnTo>
                  <a:pt x="1424629" y="1463168"/>
                </a:lnTo>
                <a:lnTo>
                  <a:pt x="1436345" y="1468657"/>
                </a:lnTo>
                <a:lnTo>
                  <a:pt x="1448070" y="1474083"/>
                </a:lnTo>
                <a:lnTo>
                  <a:pt x="1459796" y="1479426"/>
                </a:lnTo>
                <a:lnTo>
                  <a:pt x="1471514" y="1484662"/>
                </a:lnTo>
                <a:lnTo>
                  <a:pt x="1483217" y="1489768"/>
                </a:lnTo>
                <a:lnTo>
                  <a:pt x="1494895" y="1494721"/>
                </a:lnTo>
                <a:lnTo>
                  <a:pt x="1506540" y="1499499"/>
                </a:lnTo>
                <a:lnTo>
                  <a:pt x="1518144" y="1504078"/>
                </a:lnTo>
                <a:lnTo>
                  <a:pt x="1529699" y="1508437"/>
                </a:lnTo>
                <a:lnTo>
                  <a:pt x="1534073" y="1510030"/>
                </a:lnTo>
                <a:lnTo>
                  <a:pt x="1544969" y="1520538"/>
                </a:lnTo>
                <a:lnTo>
                  <a:pt x="1554530" y="1530716"/>
                </a:lnTo>
                <a:lnTo>
                  <a:pt x="1562812" y="1540664"/>
                </a:lnTo>
                <a:lnTo>
                  <a:pt x="1569868" y="1550479"/>
                </a:lnTo>
                <a:lnTo>
                  <a:pt x="1575757" y="1560260"/>
                </a:lnTo>
                <a:lnTo>
                  <a:pt x="1580531" y="1570107"/>
                </a:lnTo>
                <a:lnTo>
                  <a:pt x="1584248" y="1580118"/>
                </a:lnTo>
                <a:lnTo>
                  <a:pt x="1586962" y="1590392"/>
                </a:lnTo>
                <a:lnTo>
                  <a:pt x="1588728" y="1601027"/>
                </a:lnTo>
                <a:lnTo>
                  <a:pt x="1589604" y="1612123"/>
                </a:lnTo>
                <a:lnTo>
                  <a:pt x="1589642" y="1623778"/>
                </a:lnTo>
                <a:lnTo>
                  <a:pt x="1588900" y="1636091"/>
                </a:lnTo>
                <a:lnTo>
                  <a:pt x="1587433" y="1649161"/>
                </a:lnTo>
                <a:lnTo>
                  <a:pt x="1585295" y="1663087"/>
                </a:lnTo>
                <a:lnTo>
                  <a:pt x="1582543" y="1677967"/>
                </a:lnTo>
                <a:lnTo>
                  <a:pt x="1579232" y="1693899"/>
                </a:lnTo>
                <a:lnTo>
                  <a:pt x="1575417" y="1710984"/>
                </a:lnTo>
                <a:lnTo>
                  <a:pt x="1571154" y="1729320"/>
                </a:lnTo>
                <a:lnTo>
                  <a:pt x="1566498" y="1749005"/>
                </a:lnTo>
                <a:lnTo>
                  <a:pt x="1561505" y="1770138"/>
                </a:lnTo>
                <a:lnTo>
                  <a:pt x="1555393" y="1776687"/>
                </a:lnTo>
                <a:lnTo>
                  <a:pt x="1543869" y="1778122"/>
                </a:lnTo>
                <a:lnTo>
                  <a:pt x="1529945" y="1777104"/>
                </a:lnTo>
                <a:lnTo>
                  <a:pt x="1516632" y="1776296"/>
                </a:lnTo>
                <a:lnTo>
                  <a:pt x="1500586" y="1777587"/>
                </a:lnTo>
                <a:lnTo>
                  <a:pt x="1488103" y="1778814"/>
                </a:lnTo>
                <a:lnTo>
                  <a:pt x="1475667" y="1780271"/>
                </a:lnTo>
                <a:lnTo>
                  <a:pt x="1463019" y="1782073"/>
                </a:lnTo>
                <a:lnTo>
                  <a:pt x="1444945" y="1785394"/>
                </a:lnTo>
                <a:lnTo>
                  <a:pt x="1432227" y="1788863"/>
                </a:lnTo>
                <a:lnTo>
                  <a:pt x="1420092" y="1793057"/>
                </a:lnTo>
                <a:lnTo>
                  <a:pt x="1408406" y="1797804"/>
                </a:lnTo>
                <a:lnTo>
                  <a:pt x="1397033" y="1802930"/>
                </a:lnTo>
                <a:lnTo>
                  <a:pt x="1385838" y="1808260"/>
                </a:lnTo>
                <a:lnTo>
                  <a:pt x="1374686" y="1813621"/>
                </a:lnTo>
                <a:lnTo>
                  <a:pt x="1363441" y="1818840"/>
                </a:lnTo>
                <a:lnTo>
                  <a:pt x="1351970" y="1823742"/>
                </a:lnTo>
                <a:lnTo>
                  <a:pt x="1340137" y="1828155"/>
                </a:lnTo>
                <a:lnTo>
                  <a:pt x="1327806" y="1831904"/>
                </a:lnTo>
                <a:lnTo>
                  <a:pt x="1320967" y="1833575"/>
                </a:lnTo>
                <a:lnTo>
                  <a:pt x="1309126" y="1839532"/>
                </a:lnTo>
                <a:lnTo>
                  <a:pt x="1298540" y="1841910"/>
                </a:lnTo>
                <a:lnTo>
                  <a:pt x="1288743" y="1841403"/>
                </a:lnTo>
                <a:lnTo>
                  <a:pt x="1279268" y="1838705"/>
                </a:lnTo>
                <a:lnTo>
                  <a:pt x="1269647" y="1834509"/>
                </a:lnTo>
                <a:lnTo>
                  <a:pt x="1259413" y="1829510"/>
                </a:lnTo>
                <a:lnTo>
                  <a:pt x="1248100" y="1824400"/>
                </a:lnTo>
                <a:lnTo>
                  <a:pt x="1238544" y="1820887"/>
                </a:lnTo>
                <a:lnTo>
                  <a:pt x="1228620" y="1812800"/>
                </a:lnTo>
                <a:lnTo>
                  <a:pt x="1219485" y="1804008"/>
                </a:lnTo>
                <a:lnTo>
                  <a:pt x="1217970" y="1801863"/>
                </a:lnTo>
                <a:lnTo>
                  <a:pt x="1214541" y="1795513"/>
                </a:lnTo>
                <a:lnTo>
                  <a:pt x="1216192" y="1787575"/>
                </a:lnTo>
                <a:lnTo>
                  <a:pt x="1211112" y="1782826"/>
                </a:lnTo>
                <a:lnTo>
                  <a:pt x="1198925" y="1773757"/>
                </a:lnTo>
                <a:lnTo>
                  <a:pt x="1184680" y="1765265"/>
                </a:lnTo>
                <a:lnTo>
                  <a:pt x="1173384" y="1759235"/>
                </a:lnTo>
                <a:lnTo>
                  <a:pt x="1169837" y="1757451"/>
                </a:lnTo>
                <a:lnTo>
                  <a:pt x="1148869" y="1758371"/>
                </a:lnTo>
                <a:lnTo>
                  <a:pt x="1130650" y="1758821"/>
                </a:lnTo>
                <a:lnTo>
                  <a:pt x="1114937" y="1758903"/>
                </a:lnTo>
                <a:lnTo>
                  <a:pt x="1101491" y="1758717"/>
                </a:lnTo>
                <a:lnTo>
                  <a:pt x="1090071" y="1758365"/>
                </a:lnTo>
                <a:lnTo>
                  <a:pt x="1080435" y="1757947"/>
                </a:lnTo>
                <a:lnTo>
                  <a:pt x="1072342" y="1757565"/>
                </a:lnTo>
                <a:lnTo>
                  <a:pt x="1065552" y="1757320"/>
                </a:lnTo>
                <a:lnTo>
                  <a:pt x="1059825" y="1757313"/>
                </a:lnTo>
                <a:lnTo>
                  <a:pt x="1054918" y="1757645"/>
                </a:lnTo>
                <a:lnTo>
                  <a:pt x="1050591" y="1758417"/>
                </a:lnTo>
                <a:lnTo>
                  <a:pt x="1046603" y="1759730"/>
                </a:lnTo>
                <a:lnTo>
                  <a:pt x="1042714" y="1761687"/>
                </a:lnTo>
                <a:lnTo>
                  <a:pt x="1038682" y="1764386"/>
                </a:lnTo>
                <a:lnTo>
                  <a:pt x="1034266" y="1767931"/>
                </a:lnTo>
                <a:lnTo>
                  <a:pt x="1029226" y="1772421"/>
                </a:lnTo>
                <a:lnTo>
                  <a:pt x="1023321" y="1777958"/>
                </a:lnTo>
                <a:lnTo>
                  <a:pt x="1016310" y="1784644"/>
                </a:lnTo>
                <a:lnTo>
                  <a:pt x="1007952" y="1792578"/>
                </a:lnTo>
                <a:lnTo>
                  <a:pt x="998006" y="1801863"/>
                </a:lnTo>
                <a:lnTo>
                  <a:pt x="986839" y="1811206"/>
                </a:lnTo>
                <a:lnTo>
                  <a:pt x="976138" y="1818304"/>
                </a:lnTo>
                <a:lnTo>
                  <a:pt x="965563" y="1823702"/>
                </a:lnTo>
                <a:lnTo>
                  <a:pt x="954772" y="1827949"/>
                </a:lnTo>
                <a:lnTo>
                  <a:pt x="943426" y="1831590"/>
                </a:lnTo>
                <a:lnTo>
                  <a:pt x="931186" y="1835173"/>
                </a:lnTo>
                <a:lnTo>
                  <a:pt x="917711" y="1839245"/>
                </a:lnTo>
                <a:lnTo>
                  <a:pt x="915583" y="1839925"/>
                </a:lnTo>
                <a:lnTo>
                  <a:pt x="908725" y="1841512"/>
                </a:lnTo>
                <a:lnTo>
                  <a:pt x="895009" y="1846275"/>
                </a:lnTo>
                <a:lnTo>
                  <a:pt x="882222" y="1841368"/>
                </a:lnTo>
                <a:lnTo>
                  <a:pt x="870520" y="1835405"/>
                </a:lnTo>
                <a:lnTo>
                  <a:pt x="859644" y="1828662"/>
                </a:lnTo>
                <a:lnTo>
                  <a:pt x="849337" y="1821416"/>
                </a:lnTo>
                <a:lnTo>
                  <a:pt x="839340" y="1813942"/>
                </a:lnTo>
                <a:lnTo>
                  <a:pt x="829396" y="1806516"/>
                </a:lnTo>
                <a:lnTo>
                  <a:pt x="819248" y="1799415"/>
                </a:lnTo>
                <a:lnTo>
                  <a:pt x="808637" y="1792914"/>
                </a:lnTo>
                <a:lnTo>
                  <a:pt x="797307" y="1787289"/>
                </a:lnTo>
                <a:lnTo>
                  <a:pt x="785027" y="1782826"/>
                </a:lnTo>
                <a:lnTo>
                  <a:pt x="772432" y="1779197"/>
                </a:lnTo>
                <a:lnTo>
                  <a:pt x="760130" y="1775795"/>
                </a:lnTo>
                <a:lnTo>
                  <a:pt x="748018" y="1772606"/>
                </a:lnTo>
                <a:lnTo>
                  <a:pt x="735991" y="1769618"/>
                </a:lnTo>
                <a:lnTo>
                  <a:pt x="723947" y="1766816"/>
                </a:lnTo>
                <a:lnTo>
                  <a:pt x="711784" y="1764188"/>
                </a:lnTo>
                <a:lnTo>
                  <a:pt x="699397" y="1761720"/>
                </a:lnTo>
                <a:lnTo>
                  <a:pt x="686684" y="1759399"/>
                </a:lnTo>
                <a:lnTo>
                  <a:pt x="675045" y="1757451"/>
                </a:lnTo>
                <a:lnTo>
                  <a:pt x="668187" y="1752688"/>
                </a:lnTo>
                <a:lnTo>
                  <a:pt x="659678" y="1751101"/>
                </a:lnTo>
                <a:lnTo>
                  <a:pt x="654471" y="1744751"/>
                </a:lnTo>
                <a:lnTo>
                  <a:pt x="648233" y="1730942"/>
                </a:lnTo>
                <a:lnTo>
                  <a:pt x="643263" y="1715681"/>
                </a:lnTo>
                <a:lnTo>
                  <a:pt x="640827" y="1706905"/>
                </a:lnTo>
                <a:lnTo>
                  <a:pt x="640755" y="1706626"/>
                </a:lnTo>
                <a:lnTo>
                  <a:pt x="641154" y="1694032"/>
                </a:lnTo>
                <a:lnTo>
                  <a:pt x="641564" y="1681389"/>
                </a:lnTo>
                <a:lnTo>
                  <a:pt x="641987" y="1668706"/>
                </a:lnTo>
                <a:lnTo>
                  <a:pt x="642430" y="1655992"/>
                </a:lnTo>
                <a:lnTo>
                  <a:pt x="642896" y="1643258"/>
                </a:lnTo>
                <a:lnTo>
                  <a:pt x="643391" y="1630512"/>
                </a:lnTo>
                <a:lnTo>
                  <a:pt x="643918" y="1617763"/>
                </a:lnTo>
                <a:lnTo>
                  <a:pt x="644483" y="1605022"/>
                </a:lnTo>
                <a:lnTo>
                  <a:pt x="645091" y="1592297"/>
                </a:lnTo>
                <a:lnTo>
                  <a:pt x="645746" y="1579598"/>
                </a:lnTo>
                <a:lnTo>
                  <a:pt x="646452" y="1566934"/>
                </a:lnTo>
                <a:lnTo>
                  <a:pt x="647215" y="1554315"/>
                </a:lnTo>
                <a:lnTo>
                  <a:pt x="647613" y="1548130"/>
                </a:lnTo>
                <a:lnTo>
                  <a:pt x="647613" y="1541780"/>
                </a:lnTo>
                <a:lnTo>
                  <a:pt x="656249" y="1535430"/>
                </a:lnTo>
                <a:lnTo>
                  <a:pt x="654471" y="1529080"/>
                </a:lnTo>
                <a:lnTo>
                  <a:pt x="649413" y="1519419"/>
                </a:lnTo>
                <a:lnTo>
                  <a:pt x="639453" y="1508453"/>
                </a:lnTo>
                <a:lnTo>
                  <a:pt x="628455" y="1498327"/>
                </a:lnTo>
                <a:lnTo>
                  <a:pt x="620282" y="1491186"/>
                </a:lnTo>
                <a:lnTo>
                  <a:pt x="620054" y="1490980"/>
                </a:lnTo>
                <a:lnTo>
                  <a:pt x="611422" y="1481971"/>
                </a:lnTo>
                <a:lnTo>
                  <a:pt x="602392" y="1473222"/>
                </a:lnTo>
                <a:lnTo>
                  <a:pt x="592982" y="1464754"/>
                </a:lnTo>
                <a:lnTo>
                  <a:pt x="583212" y="1456587"/>
                </a:lnTo>
                <a:lnTo>
                  <a:pt x="573098" y="1448743"/>
                </a:lnTo>
                <a:lnTo>
                  <a:pt x="562661" y="1441242"/>
                </a:lnTo>
                <a:lnTo>
                  <a:pt x="551917" y="1434105"/>
                </a:lnTo>
                <a:lnTo>
                  <a:pt x="540885" y="1427352"/>
                </a:lnTo>
                <a:lnTo>
                  <a:pt x="529584" y="1421005"/>
                </a:lnTo>
                <a:lnTo>
                  <a:pt x="518033" y="1415085"/>
                </a:lnTo>
                <a:lnTo>
                  <a:pt x="506248" y="1409611"/>
                </a:lnTo>
                <a:lnTo>
                  <a:pt x="494250" y="1404606"/>
                </a:lnTo>
                <a:lnTo>
                  <a:pt x="482055" y="1400090"/>
                </a:lnTo>
                <a:lnTo>
                  <a:pt x="469683" y="1396084"/>
                </a:lnTo>
                <a:lnTo>
                  <a:pt x="468924" y="1395856"/>
                </a:lnTo>
                <a:lnTo>
                  <a:pt x="455750" y="1397729"/>
                </a:lnTo>
                <a:lnTo>
                  <a:pt x="442822" y="1399895"/>
                </a:lnTo>
                <a:lnTo>
                  <a:pt x="430112" y="1402320"/>
                </a:lnTo>
                <a:lnTo>
                  <a:pt x="417591" y="1404965"/>
                </a:lnTo>
                <a:lnTo>
                  <a:pt x="405230" y="1407795"/>
                </a:lnTo>
                <a:lnTo>
                  <a:pt x="393002" y="1410771"/>
                </a:lnTo>
                <a:lnTo>
                  <a:pt x="380878" y="1413858"/>
                </a:lnTo>
                <a:lnTo>
                  <a:pt x="368829" y="1417018"/>
                </a:lnTo>
                <a:lnTo>
                  <a:pt x="356826" y="1420215"/>
                </a:lnTo>
                <a:lnTo>
                  <a:pt x="344842" y="1423411"/>
                </a:lnTo>
                <a:lnTo>
                  <a:pt x="332848" y="1426570"/>
                </a:lnTo>
                <a:lnTo>
                  <a:pt x="320815" y="1429654"/>
                </a:lnTo>
                <a:lnTo>
                  <a:pt x="308715" y="1432628"/>
                </a:lnTo>
                <a:lnTo>
                  <a:pt x="296519" y="1435454"/>
                </a:lnTo>
                <a:lnTo>
                  <a:pt x="284199" y="1438094"/>
                </a:lnTo>
                <a:lnTo>
                  <a:pt x="271726" y="1440513"/>
                </a:lnTo>
                <a:lnTo>
                  <a:pt x="259073" y="1442674"/>
                </a:lnTo>
                <a:lnTo>
                  <a:pt x="246210" y="1444539"/>
                </a:lnTo>
                <a:lnTo>
                  <a:pt x="233109" y="1446071"/>
                </a:lnTo>
                <a:lnTo>
                  <a:pt x="228386" y="1446530"/>
                </a:lnTo>
                <a:lnTo>
                  <a:pt x="216005" y="1450498"/>
                </a:lnTo>
                <a:lnTo>
                  <a:pt x="206454" y="1453974"/>
                </a:lnTo>
                <a:lnTo>
                  <a:pt x="198939" y="1456921"/>
                </a:lnTo>
                <a:lnTo>
                  <a:pt x="192666" y="1459304"/>
                </a:lnTo>
                <a:lnTo>
                  <a:pt x="186840" y="1461088"/>
                </a:lnTo>
                <a:lnTo>
                  <a:pt x="180668" y="1462237"/>
                </a:lnTo>
                <a:lnTo>
                  <a:pt x="173355" y="1462715"/>
                </a:lnTo>
                <a:lnTo>
                  <a:pt x="164106" y="1462488"/>
                </a:lnTo>
                <a:lnTo>
                  <a:pt x="152128" y="1461519"/>
                </a:lnTo>
                <a:lnTo>
                  <a:pt x="136625" y="1459774"/>
                </a:lnTo>
                <a:lnTo>
                  <a:pt x="132247" y="1459230"/>
                </a:lnTo>
                <a:lnTo>
                  <a:pt x="122035" y="1451492"/>
                </a:lnTo>
                <a:lnTo>
                  <a:pt x="112071" y="1443657"/>
                </a:lnTo>
                <a:lnTo>
                  <a:pt x="102230" y="1435794"/>
                </a:lnTo>
                <a:lnTo>
                  <a:pt x="92390" y="1427971"/>
                </a:lnTo>
                <a:lnTo>
                  <a:pt x="82427" y="1420256"/>
                </a:lnTo>
                <a:lnTo>
                  <a:pt x="72218" y="1412716"/>
                </a:lnTo>
                <a:lnTo>
                  <a:pt x="61640" y="1405420"/>
                </a:lnTo>
                <a:lnTo>
                  <a:pt x="56682" y="1402206"/>
                </a:lnTo>
                <a:lnTo>
                  <a:pt x="51646" y="1389775"/>
                </a:lnTo>
                <a:lnTo>
                  <a:pt x="46249" y="1378371"/>
                </a:lnTo>
                <a:lnTo>
                  <a:pt x="40798" y="1367407"/>
                </a:lnTo>
                <a:lnTo>
                  <a:pt x="35596" y="1356294"/>
                </a:lnTo>
                <a:lnTo>
                  <a:pt x="30952" y="1344444"/>
                </a:lnTo>
                <a:lnTo>
                  <a:pt x="29123" y="1338707"/>
                </a:lnTo>
                <a:lnTo>
                  <a:pt x="29863" y="1323479"/>
                </a:lnTo>
                <a:lnTo>
                  <a:pt x="28934" y="1311556"/>
                </a:lnTo>
                <a:lnTo>
                  <a:pt x="26897" y="1301992"/>
                </a:lnTo>
                <a:lnTo>
                  <a:pt x="24313" y="1293843"/>
                </a:lnTo>
                <a:lnTo>
                  <a:pt x="21744" y="1286165"/>
                </a:lnTo>
                <a:lnTo>
                  <a:pt x="19751" y="1278013"/>
                </a:lnTo>
                <a:lnTo>
                  <a:pt x="18896" y="1268444"/>
                </a:lnTo>
                <a:lnTo>
                  <a:pt x="19739" y="1256512"/>
                </a:lnTo>
                <a:lnTo>
                  <a:pt x="22265" y="1243583"/>
                </a:lnTo>
                <a:lnTo>
                  <a:pt x="23889" y="1233432"/>
                </a:lnTo>
                <a:lnTo>
                  <a:pt x="26390" y="1218119"/>
                </a:lnTo>
                <a:lnTo>
                  <a:pt x="30065" y="1202993"/>
                </a:lnTo>
                <a:lnTo>
                  <a:pt x="35215" y="1193401"/>
                </a:lnTo>
                <a:lnTo>
                  <a:pt x="44283" y="1188081"/>
                </a:lnTo>
                <a:lnTo>
                  <a:pt x="56693" y="1180885"/>
                </a:lnTo>
                <a:lnTo>
                  <a:pt x="70506" y="1172863"/>
                </a:lnTo>
                <a:lnTo>
                  <a:pt x="82891" y="1165682"/>
                </a:lnTo>
                <a:lnTo>
                  <a:pt x="90972" y="1161033"/>
                </a:lnTo>
                <a:lnTo>
                  <a:pt x="103898" y="1152870"/>
                </a:lnTo>
                <a:lnTo>
                  <a:pt x="114259" y="1145562"/>
                </a:lnTo>
                <a:lnTo>
                  <a:pt x="122644" y="1138820"/>
                </a:lnTo>
                <a:lnTo>
                  <a:pt x="129638" y="1132358"/>
                </a:lnTo>
                <a:lnTo>
                  <a:pt x="135830" y="1125888"/>
                </a:lnTo>
                <a:lnTo>
                  <a:pt x="141808" y="1119122"/>
                </a:lnTo>
                <a:lnTo>
                  <a:pt x="148158" y="1111773"/>
                </a:lnTo>
                <a:lnTo>
                  <a:pt x="155469" y="1103552"/>
                </a:lnTo>
                <a:lnTo>
                  <a:pt x="164327" y="1094173"/>
                </a:lnTo>
                <a:lnTo>
                  <a:pt x="175321" y="1083347"/>
                </a:lnTo>
                <a:lnTo>
                  <a:pt x="180380" y="1078610"/>
                </a:lnTo>
                <a:lnTo>
                  <a:pt x="179115" y="1062194"/>
                </a:lnTo>
                <a:lnTo>
                  <a:pt x="179313" y="1048898"/>
                </a:lnTo>
                <a:lnTo>
                  <a:pt x="180788" y="1038418"/>
                </a:lnTo>
                <a:lnTo>
                  <a:pt x="183355" y="1030450"/>
                </a:lnTo>
                <a:lnTo>
                  <a:pt x="186827" y="1024689"/>
                </a:lnTo>
                <a:lnTo>
                  <a:pt x="191020" y="1020831"/>
                </a:lnTo>
                <a:lnTo>
                  <a:pt x="195748" y="1018570"/>
                </a:lnTo>
                <a:lnTo>
                  <a:pt x="200826" y="1017604"/>
                </a:lnTo>
                <a:lnTo>
                  <a:pt x="206068" y="1017626"/>
                </a:lnTo>
                <a:lnTo>
                  <a:pt x="211288" y="1018333"/>
                </a:lnTo>
                <a:lnTo>
                  <a:pt x="216302" y="1019420"/>
                </a:lnTo>
                <a:lnTo>
                  <a:pt x="220924" y="1020583"/>
                </a:lnTo>
                <a:lnTo>
                  <a:pt x="224969" y="1021516"/>
                </a:lnTo>
                <a:lnTo>
                  <a:pt x="228250" y="1021916"/>
                </a:lnTo>
                <a:lnTo>
                  <a:pt x="230582" y="1021478"/>
                </a:lnTo>
                <a:lnTo>
                  <a:pt x="231781" y="1019898"/>
                </a:lnTo>
                <a:lnTo>
                  <a:pt x="231661" y="1016870"/>
                </a:lnTo>
                <a:lnTo>
                  <a:pt x="230035" y="1012091"/>
                </a:lnTo>
                <a:lnTo>
                  <a:pt x="226719" y="1005256"/>
                </a:lnTo>
                <a:lnTo>
                  <a:pt x="221528" y="996060"/>
                </a:lnTo>
                <a:lnTo>
                  <a:pt x="220370" y="985684"/>
                </a:lnTo>
                <a:lnTo>
                  <a:pt x="221398" y="973975"/>
                </a:lnTo>
                <a:lnTo>
                  <a:pt x="224046" y="961350"/>
                </a:lnTo>
                <a:lnTo>
                  <a:pt x="227746" y="948220"/>
                </a:lnTo>
                <a:lnTo>
                  <a:pt x="231935" y="935000"/>
                </a:lnTo>
                <a:lnTo>
                  <a:pt x="236045" y="922103"/>
                </a:lnTo>
                <a:lnTo>
                  <a:pt x="239511" y="909942"/>
                </a:lnTo>
                <a:lnTo>
                  <a:pt x="241767" y="898933"/>
                </a:lnTo>
                <a:lnTo>
                  <a:pt x="242229" y="894588"/>
                </a:lnTo>
                <a:lnTo>
                  <a:pt x="242442" y="879964"/>
                </a:lnTo>
                <a:lnTo>
                  <a:pt x="241211" y="866971"/>
                </a:lnTo>
                <a:lnTo>
                  <a:pt x="238594" y="855137"/>
                </a:lnTo>
                <a:lnTo>
                  <a:pt x="234652" y="843990"/>
                </a:lnTo>
                <a:lnTo>
                  <a:pt x="229447" y="833058"/>
                </a:lnTo>
                <a:lnTo>
                  <a:pt x="223734" y="824909"/>
                </a:lnTo>
                <a:lnTo>
                  <a:pt x="215353" y="815665"/>
                </a:lnTo>
                <a:lnTo>
                  <a:pt x="205042" y="804985"/>
                </a:lnTo>
                <a:lnTo>
                  <a:pt x="194601" y="794500"/>
                </a:lnTo>
                <a:lnTo>
                  <a:pt x="185828" y="785839"/>
                </a:lnTo>
                <a:lnTo>
                  <a:pt x="180523" y="780633"/>
                </a:lnTo>
                <a:lnTo>
                  <a:pt x="180380" y="780414"/>
                </a:lnTo>
                <a:lnTo>
                  <a:pt x="173206" y="778128"/>
                </a:lnTo>
                <a:lnTo>
                  <a:pt x="165954" y="780459"/>
                </a:lnTo>
                <a:lnTo>
                  <a:pt x="158109" y="783893"/>
                </a:lnTo>
                <a:lnTo>
                  <a:pt x="149157" y="784917"/>
                </a:lnTo>
                <a:lnTo>
                  <a:pt x="139105" y="780414"/>
                </a:lnTo>
                <a:lnTo>
                  <a:pt x="132109" y="774227"/>
                </a:lnTo>
                <a:lnTo>
                  <a:pt x="124165" y="765842"/>
                </a:lnTo>
                <a:lnTo>
                  <a:pt x="115512" y="755869"/>
                </a:lnTo>
                <a:lnTo>
                  <a:pt x="106391" y="744917"/>
                </a:lnTo>
                <a:lnTo>
                  <a:pt x="97040" y="733595"/>
                </a:lnTo>
                <a:lnTo>
                  <a:pt x="87698" y="722512"/>
                </a:lnTo>
                <a:lnTo>
                  <a:pt x="78606" y="712277"/>
                </a:lnTo>
                <a:lnTo>
                  <a:pt x="70002" y="703500"/>
                </a:lnTo>
                <a:lnTo>
                  <a:pt x="63540" y="697864"/>
                </a:lnTo>
                <a:lnTo>
                  <a:pt x="49301" y="693470"/>
                </a:lnTo>
                <a:lnTo>
                  <a:pt x="39307" y="690611"/>
                </a:lnTo>
                <a:lnTo>
                  <a:pt x="32519" y="688794"/>
                </a:lnTo>
                <a:lnTo>
                  <a:pt x="27901" y="687523"/>
                </a:lnTo>
                <a:lnTo>
                  <a:pt x="24414" y="686303"/>
                </a:lnTo>
                <a:lnTo>
                  <a:pt x="21020" y="684640"/>
                </a:lnTo>
                <a:lnTo>
                  <a:pt x="16681" y="682038"/>
                </a:lnTo>
                <a:lnTo>
                  <a:pt x="10360" y="678002"/>
                </a:lnTo>
                <a:lnTo>
                  <a:pt x="1691" y="672464"/>
                </a:lnTo>
                <a:lnTo>
                  <a:pt x="2951" y="653286"/>
                </a:lnTo>
                <a:lnTo>
                  <a:pt x="3403" y="635663"/>
                </a:lnTo>
                <a:lnTo>
                  <a:pt x="3240" y="619507"/>
                </a:lnTo>
                <a:lnTo>
                  <a:pt x="2657" y="604732"/>
                </a:lnTo>
                <a:lnTo>
                  <a:pt x="1847" y="591251"/>
                </a:lnTo>
                <a:lnTo>
                  <a:pt x="1005" y="578978"/>
                </a:lnTo>
                <a:lnTo>
                  <a:pt x="324" y="567824"/>
                </a:lnTo>
                <a:lnTo>
                  <a:pt x="0" y="557704"/>
                </a:lnTo>
                <a:lnTo>
                  <a:pt x="224" y="548530"/>
                </a:lnTo>
                <a:lnTo>
                  <a:pt x="1193" y="540216"/>
                </a:lnTo>
                <a:lnTo>
                  <a:pt x="3099" y="532674"/>
                </a:lnTo>
                <a:lnTo>
                  <a:pt x="6137" y="525818"/>
                </a:lnTo>
                <a:lnTo>
                  <a:pt x="10501" y="519561"/>
                </a:lnTo>
                <a:lnTo>
                  <a:pt x="16385" y="513816"/>
                </a:lnTo>
                <a:lnTo>
                  <a:pt x="23983" y="508495"/>
                </a:lnTo>
                <a:lnTo>
                  <a:pt x="33489" y="503513"/>
                </a:lnTo>
                <a:lnTo>
                  <a:pt x="45097" y="498783"/>
                </a:lnTo>
                <a:lnTo>
                  <a:pt x="56682" y="494919"/>
                </a:lnTo>
                <a:lnTo>
                  <a:pt x="65262" y="483603"/>
                </a:lnTo>
                <a:lnTo>
                  <a:pt x="74030" y="473224"/>
                </a:lnTo>
                <a:lnTo>
                  <a:pt x="83022" y="463727"/>
                </a:lnTo>
                <a:lnTo>
                  <a:pt x="92275" y="455055"/>
                </a:lnTo>
                <a:lnTo>
                  <a:pt x="101825" y="447152"/>
                </a:lnTo>
                <a:lnTo>
                  <a:pt x="111708" y="439963"/>
                </a:lnTo>
                <a:lnTo>
                  <a:pt x="121960" y="433431"/>
                </a:lnTo>
                <a:lnTo>
                  <a:pt x="132618" y="427501"/>
                </a:lnTo>
                <a:lnTo>
                  <a:pt x="143718" y="422116"/>
                </a:lnTo>
                <a:lnTo>
                  <a:pt x="155297" y="417221"/>
                </a:lnTo>
                <a:lnTo>
                  <a:pt x="167390" y="412760"/>
                </a:lnTo>
                <a:lnTo>
                  <a:pt x="180034" y="408676"/>
                </a:lnTo>
                <a:lnTo>
                  <a:pt x="193265" y="404915"/>
                </a:lnTo>
                <a:lnTo>
                  <a:pt x="207120" y="401419"/>
                </a:lnTo>
                <a:lnTo>
                  <a:pt x="214670" y="399669"/>
                </a:lnTo>
                <a:lnTo>
                  <a:pt x="223507" y="385921"/>
                </a:lnTo>
                <a:lnTo>
                  <a:pt x="230532" y="371826"/>
                </a:lnTo>
                <a:lnTo>
                  <a:pt x="235893" y="357415"/>
                </a:lnTo>
                <a:lnTo>
                  <a:pt x="239737" y="342722"/>
                </a:lnTo>
                <a:lnTo>
                  <a:pt x="242209" y="327777"/>
                </a:lnTo>
                <a:lnTo>
                  <a:pt x="243457" y="312612"/>
                </a:lnTo>
                <a:lnTo>
                  <a:pt x="243629" y="297260"/>
                </a:lnTo>
                <a:lnTo>
                  <a:pt x="242870" y="281752"/>
                </a:lnTo>
                <a:lnTo>
                  <a:pt x="241328" y="266120"/>
                </a:lnTo>
                <a:lnTo>
                  <a:pt x="239149" y="250396"/>
                </a:lnTo>
                <a:lnTo>
                  <a:pt x="236481" y="234612"/>
                </a:lnTo>
                <a:lnTo>
                  <a:pt x="233470" y="218800"/>
                </a:lnTo>
                <a:lnTo>
                  <a:pt x="230263" y="202992"/>
                </a:lnTo>
                <a:lnTo>
                  <a:pt x="227007" y="187220"/>
                </a:lnTo>
                <a:lnTo>
                  <a:pt x="223849" y="171515"/>
                </a:lnTo>
                <a:lnTo>
                  <a:pt x="220936" y="155910"/>
                </a:lnTo>
                <a:lnTo>
                  <a:pt x="218415" y="140436"/>
                </a:lnTo>
                <a:lnTo>
                  <a:pt x="216432" y="125126"/>
                </a:lnTo>
                <a:lnTo>
                  <a:pt x="215135" y="110010"/>
                </a:lnTo>
                <a:lnTo>
                  <a:pt x="214670" y="95122"/>
                </a:lnTo>
                <a:close/>
              </a:path>
            </a:pathLst>
          </a:custGeom>
          <a:ln w="58419">
            <a:solidFill>
              <a:srgbClr val="0000FF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6" name="object 26"/>
          <p:cNvSpPr/>
          <p:nvPr/>
        </p:nvSpPr>
        <p:spPr>
          <a:xfrm>
            <a:off x="7311858" y="3194050"/>
            <a:ext cx="1589641" cy="1848739"/>
          </a:xfrm>
          <a:custGeom>
            <a:avLst/>
            <a:gdLst/>
            <a:ahLst/>
            <a:cxnLst/>
            <a:rect l="l" t="t" r="r" b="b"/>
            <a:pathLst>
              <a:path w="1589641" h="1848739">
                <a:moveTo>
                  <a:pt x="214669" y="95250"/>
                </a:moveTo>
                <a:lnTo>
                  <a:pt x="226596" y="90704"/>
                </a:lnTo>
                <a:lnTo>
                  <a:pt x="238522" y="86152"/>
                </a:lnTo>
                <a:lnTo>
                  <a:pt x="250445" y="81592"/>
                </a:lnTo>
                <a:lnTo>
                  <a:pt x="262361" y="77019"/>
                </a:lnTo>
                <a:lnTo>
                  <a:pt x="274268" y="72430"/>
                </a:lnTo>
                <a:lnTo>
                  <a:pt x="286163" y="67822"/>
                </a:lnTo>
                <a:lnTo>
                  <a:pt x="298042" y="63191"/>
                </a:lnTo>
                <a:lnTo>
                  <a:pt x="309904" y="58534"/>
                </a:lnTo>
                <a:lnTo>
                  <a:pt x="321745" y="53847"/>
                </a:lnTo>
                <a:lnTo>
                  <a:pt x="333563" y="49126"/>
                </a:lnTo>
                <a:lnTo>
                  <a:pt x="345355" y="44368"/>
                </a:lnTo>
                <a:lnTo>
                  <a:pt x="357117" y="39570"/>
                </a:lnTo>
                <a:lnTo>
                  <a:pt x="368848" y="34728"/>
                </a:lnTo>
                <a:lnTo>
                  <a:pt x="380544" y="29839"/>
                </a:lnTo>
                <a:lnTo>
                  <a:pt x="392202" y="24899"/>
                </a:lnTo>
                <a:lnTo>
                  <a:pt x="403821" y="19904"/>
                </a:lnTo>
                <a:lnTo>
                  <a:pt x="415396" y="14852"/>
                </a:lnTo>
                <a:lnTo>
                  <a:pt x="426925" y="9738"/>
                </a:lnTo>
                <a:lnTo>
                  <a:pt x="438405" y="4560"/>
                </a:lnTo>
                <a:lnTo>
                  <a:pt x="448349" y="0"/>
                </a:lnTo>
                <a:lnTo>
                  <a:pt x="462818" y="1641"/>
                </a:lnTo>
                <a:lnTo>
                  <a:pt x="474132" y="2861"/>
                </a:lnTo>
                <a:lnTo>
                  <a:pt x="482845" y="3770"/>
                </a:lnTo>
                <a:lnTo>
                  <a:pt x="489511" y="4479"/>
                </a:lnTo>
                <a:lnTo>
                  <a:pt x="494683" y="5102"/>
                </a:lnTo>
                <a:lnTo>
                  <a:pt x="498916" y="5748"/>
                </a:lnTo>
                <a:lnTo>
                  <a:pt x="502765" y="6531"/>
                </a:lnTo>
                <a:lnTo>
                  <a:pt x="506783" y="7560"/>
                </a:lnTo>
                <a:lnTo>
                  <a:pt x="511524" y="8949"/>
                </a:lnTo>
                <a:lnTo>
                  <a:pt x="517542" y="10809"/>
                </a:lnTo>
                <a:lnTo>
                  <a:pt x="525392" y="13251"/>
                </a:lnTo>
                <a:lnTo>
                  <a:pt x="535627" y="16387"/>
                </a:lnTo>
                <a:lnTo>
                  <a:pt x="544488" y="19050"/>
                </a:lnTo>
                <a:lnTo>
                  <a:pt x="551346" y="20700"/>
                </a:lnTo>
                <a:lnTo>
                  <a:pt x="565189" y="25400"/>
                </a:lnTo>
                <a:lnTo>
                  <a:pt x="573700" y="36461"/>
                </a:lnTo>
                <a:lnTo>
                  <a:pt x="582591" y="46236"/>
                </a:lnTo>
                <a:lnTo>
                  <a:pt x="591870" y="54894"/>
                </a:lnTo>
                <a:lnTo>
                  <a:pt x="601546" y="62606"/>
                </a:lnTo>
                <a:lnTo>
                  <a:pt x="611628" y="69542"/>
                </a:lnTo>
                <a:lnTo>
                  <a:pt x="622123" y="75872"/>
                </a:lnTo>
                <a:lnTo>
                  <a:pt x="633040" y="81768"/>
                </a:lnTo>
                <a:lnTo>
                  <a:pt x="644388" y="87399"/>
                </a:lnTo>
                <a:lnTo>
                  <a:pt x="656175" y="92937"/>
                </a:lnTo>
                <a:lnTo>
                  <a:pt x="668410" y="98551"/>
                </a:lnTo>
                <a:lnTo>
                  <a:pt x="675044" y="101600"/>
                </a:lnTo>
                <a:lnTo>
                  <a:pt x="679762" y="113739"/>
                </a:lnTo>
                <a:lnTo>
                  <a:pt x="684233" y="125405"/>
                </a:lnTo>
                <a:lnTo>
                  <a:pt x="688887" y="133476"/>
                </a:lnTo>
                <a:lnTo>
                  <a:pt x="699193" y="141656"/>
                </a:lnTo>
                <a:lnTo>
                  <a:pt x="708659" y="150034"/>
                </a:lnTo>
                <a:lnTo>
                  <a:pt x="710642" y="161880"/>
                </a:lnTo>
                <a:lnTo>
                  <a:pt x="710917" y="172720"/>
                </a:lnTo>
                <a:lnTo>
                  <a:pt x="710403" y="184770"/>
                </a:lnTo>
                <a:lnTo>
                  <a:pt x="709217" y="197754"/>
                </a:lnTo>
                <a:lnTo>
                  <a:pt x="707475" y="211395"/>
                </a:lnTo>
                <a:lnTo>
                  <a:pt x="705294" y="225417"/>
                </a:lnTo>
                <a:lnTo>
                  <a:pt x="702791" y="239543"/>
                </a:lnTo>
                <a:lnTo>
                  <a:pt x="700083" y="253497"/>
                </a:lnTo>
                <a:lnTo>
                  <a:pt x="697285" y="267003"/>
                </a:lnTo>
                <a:lnTo>
                  <a:pt x="694516" y="279784"/>
                </a:lnTo>
                <a:lnTo>
                  <a:pt x="691891" y="291564"/>
                </a:lnTo>
                <a:lnTo>
                  <a:pt x="689528" y="302066"/>
                </a:lnTo>
                <a:lnTo>
                  <a:pt x="688887" y="304926"/>
                </a:lnTo>
                <a:lnTo>
                  <a:pt x="691045" y="319442"/>
                </a:lnTo>
                <a:lnTo>
                  <a:pt x="693335" y="332970"/>
                </a:lnTo>
                <a:lnTo>
                  <a:pt x="696974" y="345054"/>
                </a:lnTo>
                <a:lnTo>
                  <a:pt x="703179" y="355238"/>
                </a:lnTo>
                <a:lnTo>
                  <a:pt x="713167" y="363068"/>
                </a:lnTo>
                <a:lnTo>
                  <a:pt x="728154" y="368087"/>
                </a:lnTo>
                <a:lnTo>
                  <a:pt x="730035" y="368426"/>
                </a:lnTo>
                <a:lnTo>
                  <a:pt x="743908" y="371093"/>
                </a:lnTo>
                <a:lnTo>
                  <a:pt x="759541" y="373872"/>
                </a:lnTo>
                <a:lnTo>
                  <a:pt x="776081" y="376658"/>
                </a:lnTo>
                <a:lnTo>
                  <a:pt x="792675" y="379345"/>
                </a:lnTo>
                <a:lnTo>
                  <a:pt x="808470" y="381825"/>
                </a:lnTo>
                <a:lnTo>
                  <a:pt x="822612" y="383994"/>
                </a:lnTo>
                <a:lnTo>
                  <a:pt x="834251" y="385744"/>
                </a:lnTo>
                <a:lnTo>
                  <a:pt x="842531" y="386969"/>
                </a:lnTo>
                <a:lnTo>
                  <a:pt x="846601" y="387564"/>
                </a:lnTo>
                <a:lnTo>
                  <a:pt x="846875" y="387603"/>
                </a:lnTo>
                <a:lnTo>
                  <a:pt x="858585" y="393275"/>
                </a:lnTo>
                <a:lnTo>
                  <a:pt x="869775" y="399045"/>
                </a:lnTo>
                <a:lnTo>
                  <a:pt x="880784" y="404734"/>
                </a:lnTo>
                <a:lnTo>
                  <a:pt x="891950" y="410162"/>
                </a:lnTo>
                <a:lnTo>
                  <a:pt x="903611" y="415149"/>
                </a:lnTo>
                <a:lnTo>
                  <a:pt x="915582" y="419354"/>
                </a:lnTo>
                <a:lnTo>
                  <a:pt x="930220" y="416897"/>
                </a:lnTo>
                <a:lnTo>
                  <a:pt x="943561" y="413717"/>
                </a:lnTo>
                <a:lnTo>
                  <a:pt x="955813" y="409787"/>
                </a:lnTo>
                <a:lnTo>
                  <a:pt x="967185" y="405080"/>
                </a:lnTo>
                <a:lnTo>
                  <a:pt x="977885" y="399570"/>
                </a:lnTo>
                <a:lnTo>
                  <a:pt x="988122" y="393229"/>
                </a:lnTo>
                <a:lnTo>
                  <a:pt x="998102" y="386032"/>
                </a:lnTo>
                <a:lnTo>
                  <a:pt x="1008035" y="377951"/>
                </a:lnTo>
                <a:lnTo>
                  <a:pt x="1018130" y="368959"/>
                </a:lnTo>
                <a:lnTo>
                  <a:pt x="1024063" y="357315"/>
                </a:lnTo>
                <a:lnTo>
                  <a:pt x="1031064" y="348649"/>
                </a:lnTo>
                <a:lnTo>
                  <a:pt x="1039512" y="342174"/>
                </a:lnTo>
                <a:lnTo>
                  <a:pt x="1049212" y="337638"/>
                </a:lnTo>
                <a:lnTo>
                  <a:pt x="1059968" y="334787"/>
                </a:lnTo>
                <a:lnTo>
                  <a:pt x="1071584" y="333367"/>
                </a:lnTo>
                <a:lnTo>
                  <a:pt x="1083864" y="333126"/>
                </a:lnTo>
                <a:lnTo>
                  <a:pt x="1096614" y="333809"/>
                </a:lnTo>
                <a:lnTo>
                  <a:pt x="1109636" y="335164"/>
                </a:lnTo>
                <a:lnTo>
                  <a:pt x="1122735" y="336938"/>
                </a:lnTo>
                <a:lnTo>
                  <a:pt x="1135716" y="338876"/>
                </a:lnTo>
                <a:lnTo>
                  <a:pt x="1148383" y="340725"/>
                </a:lnTo>
                <a:lnTo>
                  <a:pt x="1160540" y="342233"/>
                </a:lnTo>
                <a:lnTo>
                  <a:pt x="1169836" y="343026"/>
                </a:lnTo>
                <a:lnTo>
                  <a:pt x="1177992" y="353995"/>
                </a:lnTo>
                <a:lnTo>
                  <a:pt x="1184862" y="364868"/>
                </a:lnTo>
                <a:lnTo>
                  <a:pt x="1190812" y="375693"/>
                </a:lnTo>
                <a:lnTo>
                  <a:pt x="1196206" y="386516"/>
                </a:lnTo>
                <a:lnTo>
                  <a:pt x="1201413" y="397385"/>
                </a:lnTo>
                <a:lnTo>
                  <a:pt x="1206797" y="408345"/>
                </a:lnTo>
                <a:lnTo>
                  <a:pt x="1212725" y="419444"/>
                </a:lnTo>
                <a:lnTo>
                  <a:pt x="1219564" y="430729"/>
                </a:lnTo>
                <a:lnTo>
                  <a:pt x="1224827" y="438404"/>
                </a:lnTo>
                <a:lnTo>
                  <a:pt x="1233135" y="444540"/>
                </a:lnTo>
                <a:lnTo>
                  <a:pt x="1244293" y="446344"/>
                </a:lnTo>
                <a:lnTo>
                  <a:pt x="1257065" y="445747"/>
                </a:lnTo>
                <a:lnTo>
                  <a:pt x="1270216" y="444680"/>
                </a:lnTo>
                <a:lnTo>
                  <a:pt x="1279818" y="444754"/>
                </a:lnTo>
                <a:lnTo>
                  <a:pt x="1293348" y="450800"/>
                </a:lnTo>
                <a:lnTo>
                  <a:pt x="1305007" y="456622"/>
                </a:lnTo>
                <a:lnTo>
                  <a:pt x="1315232" y="462797"/>
                </a:lnTo>
                <a:lnTo>
                  <a:pt x="1324463" y="469904"/>
                </a:lnTo>
                <a:lnTo>
                  <a:pt x="1333136" y="478525"/>
                </a:lnTo>
                <a:lnTo>
                  <a:pt x="1341667" y="489204"/>
                </a:lnTo>
                <a:lnTo>
                  <a:pt x="1341902" y="501962"/>
                </a:lnTo>
                <a:lnTo>
                  <a:pt x="1342013" y="514717"/>
                </a:lnTo>
                <a:lnTo>
                  <a:pt x="1342032" y="527468"/>
                </a:lnTo>
                <a:lnTo>
                  <a:pt x="1341989" y="540212"/>
                </a:lnTo>
                <a:lnTo>
                  <a:pt x="1341919" y="552946"/>
                </a:lnTo>
                <a:lnTo>
                  <a:pt x="1341851" y="565669"/>
                </a:lnTo>
                <a:lnTo>
                  <a:pt x="1341819" y="578377"/>
                </a:lnTo>
                <a:lnTo>
                  <a:pt x="1341855" y="591068"/>
                </a:lnTo>
                <a:lnTo>
                  <a:pt x="1341989" y="603740"/>
                </a:lnTo>
                <a:lnTo>
                  <a:pt x="1342255" y="616390"/>
                </a:lnTo>
                <a:lnTo>
                  <a:pt x="1342685" y="629017"/>
                </a:lnTo>
                <a:lnTo>
                  <a:pt x="1343309" y="641618"/>
                </a:lnTo>
                <a:lnTo>
                  <a:pt x="1344161" y="654189"/>
                </a:lnTo>
                <a:lnTo>
                  <a:pt x="1345272" y="666730"/>
                </a:lnTo>
                <a:lnTo>
                  <a:pt x="1346674" y="679237"/>
                </a:lnTo>
                <a:lnTo>
                  <a:pt x="1348399" y="691709"/>
                </a:lnTo>
                <a:lnTo>
                  <a:pt x="1356404" y="699725"/>
                </a:lnTo>
                <a:lnTo>
                  <a:pt x="1369939" y="702969"/>
                </a:lnTo>
                <a:lnTo>
                  <a:pt x="1375957" y="705231"/>
                </a:lnTo>
                <a:lnTo>
                  <a:pt x="1387103" y="710847"/>
                </a:lnTo>
                <a:lnTo>
                  <a:pt x="1398529" y="716109"/>
                </a:lnTo>
                <a:lnTo>
                  <a:pt x="1410188" y="721059"/>
                </a:lnTo>
                <a:lnTo>
                  <a:pt x="1422038" y="725735"/>
                </a:lnTo>
                <a:lnTo>
                  <a:pt x="1434035" y="730177"/>
                </a:lnTo>
                <a:lnTo>
                  <a:pt x="1446135" y="734427"/>
                </a:lnTo>
                <a:lnTo>
                  <a:pt x="1458294" y="738522"/>
                </a:lnTo>
                <a:lnTo>
                  <a:pt x="1470467" y="742504"/>
                </a:lnTo>
                <a:lnTo>
                  <a:pt x="1482611" y="746412"/>
                </a:lnTo>
                <a:lnTo>
                  <a:pt x="1492797" y="749681"/>
                </a:lnTo>
                <a:lnTo>
                  <a:pt x="1500960" y="760003"/>
                </a:lnTo>
                <a:lnTo>
                  <a:pt x="1509653" y="768784"/>
                </a:lnTo>
                <a:lnTo>
                  <a:pt x="1518834" y="776674"/>
                </a:lnTo>
                <a:lnTo>
                  <a:pt x="1528462" y="784325"/>
                </a:lnTo>
                <a:lnTo>
                  <a:pt x="1538497" y="792386"/>
                </a:lnTo>
                <a:lnTo>
                  <a:pt x="1547788" y="800481"/>
                </a:lnTo>
                <a:lnTo>
                  <a:pt x="1552550" y="813811"/>
                </a:lnTo>
                <a:lnTo>
                  <a:pt x="1557492" y="827956"/>
                </a:lnTo>
                <a:lnTo>
                  <a:pt x="1562481" y="842781"/>
                </a:lnTo>
                <a:lnTo>
                  <a:pt x="1567385" y="858150"/>
                </a:lnTo>
                <a:lnTo>
                  <a:pt x="1572075" y="873926"/>
                </a:lnTo>
                <a:lnTo>
                  <a:pt x="1576417" y="889975"/>
                </a:lnTo>
                <a:lnTo>
                  <a:pt x="1580280" y="906161"/>
                </a:lnTo>
                <a:lnTo>
                  <a:pt x="1583533" y="922348"/>
                </a:lnTo>
                <a:lnTo>
                  <a:pt x="1586044" y="938400"/>
                </a:lnTo>
                <a:lnTo>
                  <a:pt x="1587682" y="954182"/>
                </a:lnTo>
                <a:lnTo>
                  <a:pt x="1588315" y="969559"/>
                </a:lnTo>
                <a:lnTo>
                  <a:pt x="1587811" y="984394"/>
                </a:lnTo>
                <a:lnTo>
                  <a:pt x="1586040" y="998552"/>
                </a:lnTo>
                <a:lnTo>
                  <a:pt x="1582869" y="1011897"/>
                </a:lnTo>
                <a:lnTo>
                  <a:pt x="1578167" y="1024294"/>
                </a:lnTo>
                <a:lnTo>
                  <a:pt x="1571802" y="1035607"/>
                </a:lnTo>
                <a:lnTo>
                  <a:pt x="1563643" y="1045701"/>
                </a:lnTo>
                <a:lnTo>
                  <a:pt x="1553559" y="1054439"/>
                </a:lnTo>
                <a:lnTo>
                  <a:pt x="1541417" y="1061687"/>
                </a:lnTo>
                <a:lnTo>
                  <a:pt x="1527087" y="1067308"/>
                </a:lnTo>
                <a:lnTo>
                  <a:pt x="1518128" y="1078756"/>
                </a:lnTo>
                <a:lnTo>
                  <a:pt x="1509021" y="1088822"/>
                </a:lnTo>
                <a:lnTo>
                  <a:pt x="1499684" y="1097614"/>
                </a:lnTo>
                <a:lnTo>
                  <a:pt x="1490036" y="1105238"/>
                </a:lnTo>
                <a:lnTo>
                  <a:pt x="1479996" y="1111801"/>
                </a:lnTo>
                <a:lnTo>
                  <a:pt x="1469482" y="1117409"/>
                </a:lnTo>
                <a:lnTo>
                  <a:pt x="1458413" y="1122170"/>
                </a:lnTo>
                <a:lnTo>
                  <a:pt x="1446708" y="1126190"/>
                </a:lnTo>
                <a:lnTo>
                  <a:pt x="1434285" y="1129576"/>
                </a:lnTo>
                <a:lnTo>
                  <a:pt x="1421063" y="1132436"/>
                </a:lnTo>
                <a:lnTo>
                  <a:pt x="1406961" y="1134875"/>
                </a:lnTo>
                <a:lnTo>
                  <a:pt x="1391897" y="1137001"/>
                </a:lnTo>
                <a:lnTo>
                  <a:pt x="1389673" y="1137285"/>
                </a:lnTo>
                <a:lnTo>
                  <a:pt x="1377266" y="1139868"/>
                </a:lnTo>
                <a:lnTo>
                  <a:pt x="1364467" y="1141675"/>
                </a:lnTo>
                <a:lnTo>
                  <a:pt x="1353337" y="1145636"/>
                </a:lnTo>
                <a:lnTo>
                  <a:pt x="1348525" y="1149985"/>
                </a:lnTo>
                <a:lnTo>
                  <a:pt x="1341048" y="1159507"/>
                </a:lnTo>
                <a:lnTo>
                  <a:pt x="1332572" y="1168834"/>
                </a:lnTo>
                <a:lnTo>
                  <a:pt x="1323196" y="1177756"/>
                </a:lnTo>
                <a:lnTo>
                  <a:pt x="1313016" y="1186064"/>
                </a:lnTo>
                <a:lnTo>
                  <a:pt x="1302130" y="1193549"/>
                </a:lnTo>
                <a:lnTo>
                  <a:pt x="1290635" y="1200001"/>
                </a:lnTo>
                <a:lnTo>
                  <a:pt x="1278629" y="1205212"/>
                </a:lnTo>
                <a:lnTo>
                  <a:pt x="1272960" y="1207135"/>
                </a:lnTo>
                <a:lnTo>
                  <a:pt x="1268762" y="1218989"/>
                </a:lnTo>
                <a:lnTo>
                  <a:pt x="1264959" y="1229821"/>
                </a:lnTo>
                <a:lnTo>
                  <a:pt x="1261594" y="1239867"/>
                </a:lnTo>
                <a:lnTo>
                  <a:pt x="1258710" y="1249363"/>
                </a:lnTo>
                <a:lnTo>
                  <a:pt x="1256351" y="1258546"/>
                </a:lnTo>
                <a:lnTo>
                  <a:pt x="1254559" y="1267651"/>
                </a:lnTo>
                <a:lnTo>
                  <a:pt x="1253378" y="1276915"/>
                </a:lnTo>
                <a:lnTo>
                  <a:pt x="1252852" y="1286574"/>
                </a:lnTo>
                <a:lnTo>
                  <a:pt x="1253024" y="1296864"/>
                </a:lnTo>
                <a:lnTo>
                  <a:pt x="1253937" y="1308022"/>
                </a:lnTo>
                <a:lnTo>
                  <a:pt x="1255634" y="1320283"/>
                </a:lnTo>
                <a:lnTo>
                  <a:pt x="1258159" y="1333883"/>
                </a:lnTo>
                <a:lnTo>
                  <a:pt x="1261555" y="1349060"/>
                </a:lnTo>
                <a:lnTo>
                  <a:pt x="1265865" y="1366049"/>
                </a:lnTo>
                <a:lnTo>
                  <a:pt x="1271134" y="1385086"/>
                </a:lnTo>
                <a:lnTo>
                  <a:pt x="1272960" y="1391412"/>
                </a:lnTo>
                <a:lnTo>
                  <a:pt x="1279544" y="1400460"/>
                </a:lnTo>
                <a:lnTo>
                  <a:pt x="1290669" y="1406398"/>
                </a:lnTo>
                <a:lnTo>
                  <a:pt x="1304085" y="1410824"/>
                </a:lnTo>
                <a:lnTo>
                  <a:pt x="1317540" y="1415335"/>
                </a:lnTo>
                <a:lnTo>
                  <a:pt x="1320966" y="1416812"/>
                </a:lnTo>
                <a:lnTo>
                  <a:pt x="1332225" y="1421806"/>
                </a:lnTo>
                <a:lnTo>
                  <a:pt x="1343569" y="1426949"/>
                </a:lnTo>
                <a:lnTo>
                  <a:pt x="1354988" y="1432217"/>
                </a:lnTo>
                <a:lnTo>
                  <a:pt x="1366475" y="1437587"/>
                </a:lnTo>
                <a:lnTo>
                  <a:pt x="1378021" y="1443035"/>
                </a:lnTo>
                <a:lnTo>
                  <a:pt x="1389617" y="1448539"/>
                </a:lnTo>
                <a:lnTo>
                  <a:pt x="1401256" y="1454075"/>
                </a:lnTo>
                <a:lnTo>
                  <a:pt x="1412929" y="1459621"/>
                </a:lnTo>
                <a:lnTo>
                  <a:pt x="1424628" y="1465152"/>
                </a:lnTo>
                <a:lnTo>
                  <a:pt x="1436344" y="1470645"/>
                </a:lnTo>
                <a:lnTo>
                  <a:pt x="1448069" y="1476079"/>
                </a:lnTo>
                <a:lnTo>
                  <a:pt x="1459795" y="1481428"/>
                </a:lnTo>
                <a:lnTo>
                  <a:pt x="1471514" y="1486671"/>
                </a:lnTo>
                <a:lnTo>
                  <a:pt x="1483216" y="1491783"/>
                </a:lnTo>
                <a:lnTo>
                  <a:pt x="1494894" y="1496743"/>
                </a:lnTo>
                <a:lnTo>
                  <a:pt x="1506539" y="1501525"/>
                </a:lnTo>
                <a:lnTo>
                  <a:pt x="1518143" y="1506108"/>
                </a:lnTo>
                <a:lnTo>
                  <a:pt x="1529698" y="1510469"/>
                </a:lnTo>
                <a:lnTo>
                  <a:pt x="1534072" y="1512062"/>
                </a:lnTo>
                <a:lnTo>
                  <a:pt x="1544968" y="1522589"/>
                </a:lnTo>
                <a:lnTo>
                  <a:pt x="1554529" y="1532786"/>
                </a:lnTo>
                <a:lnTo>
                  <a:pt x="1562811" y="1542753"/>
                </a:lnTo>
                <a:lnTo>
                  <a:pt x="1569868" y="1552587"/>
                </a:lnTo>
                <a:lnTo>
                  <a:pt x="1575756" y="1562387"/>
                </a:lnTo>
                <a:lnTo>
                  <a:pt x="1580530" y="1572253"/>
                </a:lnTo>
                <a:lnTo>
                  <a:pt x="1584247" y="1582283"/>
                </a:lnTo>
                <a:lnTo>
                  <a:pt x="1586961" y="1592575"/>
                </a:lnTo>
                <a:lnTo>
                  <a:pt x="1588728" y="1603230"/>
                </a:lnTo>
                <a:lnTo>
                  <a:pt x="1589603" y="1614344"/>
                </a:lnTo>
                <a:lnTo>
                  <a:pt x="1589641" y="1626018"/>
                </a:lnTo>
                <a:lnTo>
                  <a:pt x="1588899" y="1638349"/>
                </a:lnTo>
                <a:lnTo>
                  <a:pt x="1587432" y="1651437"/>
                </a:lnTo>
                <a:lnTo>
                  <a:pt x="1585294" y="1665381"/>
                </a:lnTo>
                <a:lnTo>
                  <a:pt x="1582542" y="1680279"/>
                </a:lnTo>
                <a:lnTo>
                  <a:pt x="1579231" y="1696230"/>
                </a:lnTo>
                <a:lnTo>
                  <a:pt x="1575416" y="1713332"/>
                </a:lnTo>
                <a:lnTo>
                  <a:pt x="1571153" y="1731686"/>
                </a:lnTo>
                <a:lnTo>
                  <a:pt x="1566497" y="1751388"/>
                </a:lnTo>
                <a:lnTo>
                  <a:pt x="1561504" y="1772539"/>
                </a:lnTo>
                <a:lnTo>
                  <a:pt x="1555394" y="1779128"/>
                </a:lnTo>
                <a:lnTo>
                  <a:pt x="1543871" y="1780580"/>
                </a:lnTo>
                <a:lnTo>
                  <a:pt x="1529949" y="1779557"/>
                </a:lnTo>
                <a:lnTo>
                  <a:pt x="1516637" y="1778721"/>
                </a:lnTo>
                <a:lnTo>
                  <a:pt x="1500585" y="1780026"/>
                </a:lnTo>
                <a:lnTo>
                  <a:pt x="1488102" y="1781253"/>
                </a:lnTo>
                <a:lnTo>
                  <a:pt x="1475666" y="1782697"/>
                </a:lnTo>
                <a:lnTo>
                  <a:pt x="1463018" y="1784487"/>
                </a:lnTo>
                <a:lnTo>
                  <a:pt x="1444945" y="1787826"/>
                </a:lnTo>
                <a:lnTo>
                  <a:pt x="1432229" y="1791310"/>
                </a:lnTo>
                <a:lnTo>
                  <a:pt x="1420096" y="1795518"/>
                </a:lnTo>
                <a:lnTo>
                  <a:pt x="1408411" y="1800275"/>
                </a:lnTo>
                <a:lnTo>
                  <a:pt x="1397039" y="1805408"/>
                </a:lnTo>
                <a:lnTo>
                  <a:pt x="1385845" y="1810743"/>
                </a:lnTo>
                <a:lnTo>
                  <a:pt x="1374694" y="1816106"/>
                </a:lnTo>
                <a:lnTo>
                  <a:pt x="1363451" y="1821325"/>
                </a:lnTo>
                <a:lnTo>
                  <a:pt x="1351982" y="1826224"/>
                </a:lnTo>
                <a:lnTo>
                  <a:pt x="1340150" y="1830630"/>
                </a:lnTo>
                <a:lnTo>
                  <a:pt x="1327822" y="1834370"/>
                </a:lnTo>
                <a:lnTo>
                  <a:pt x="1320966" y="1836039"/>
                </a:lnTo>
                <a:lnTo>
                  <a:pt x="1309135" y="1842017"/>
                </a:lnTo>
                <a:lnTo>
                  <a:pt x="1298558" y="1844414"/>
                </a:lnTo>
                <a:lnTo>
                  <a:pt x="1288769" y="1843921"/>
                </a:lnTo>
                <a:lnTo>
                  <a:pt x="1279302" y="1841232"/>
                </a:lnTo>
                <a:lnTo>
                  <a:pt x="1269691" y="1837038"/>
                </a:lnTo>
                <a:lnTo>
                  <a:pt x="1259471" y="1832031"/>
                </a:lnTo>
                <a:lnTo>
                  <a:pt x="1248176" y="1826904"/>
                </a:lnTo>
                <a:lnTo>
                  <a:pt x="1238543" y="1823339"/>
                </a:lnTo>
                <a:lnTo>
                  <a:pt x="1228625" y="1815266"/>
                </a:lnTo>
                <a:lnTo>
                  <a:pt x="1219493" y="1806464"/>
                </a:lnTo>
                <a:lnTo>
                  <a:pt x="1217969" y="1804289"/>
                </a:lnTo>
                <a:lnTo>
                  <a:pt x="1214540" y="1797939"/>
                </a:lnTo>
                <a:lnTo>
                  <a:pt x="1216191" y="1790064"/>
                </a:lnTo>
                <a:lnTo>
                  <a:pt x="1211111" y="1785239"/>
                </a:lnTo>
                <a:lnTo>
                  <a:pt x="1198928" y="1776190"/>
                </a:lnTo>
                <a:lnTo>
                  <a:pt x="1184686" y="1767687"/>
                </a:lnTo>
                <a:lnTo>
                  <a:pt x="1173390" y="1761635"/>
                </a:lnTo>
                <a:lnTo>
                  <a:pt x="1169836" y="1759839"/>
                </a:lnTo>
                <a:lnTo>
                  <a:pt x="1148868" y="1760769"/>
                </a:lnTo>
                <a:lnTo>
                  <a:pt x="1130649" y="1761227"/>
                </a:lnTo>
                <a:lnTo>
                  <a:pt x="1114937" y="1761315"/>
                </a:lnTo>
                <a:lnTo>
                  <a:pt x="1101491" y="1761133"/>
                </a:lnTo>
                <a:lnTo>
                  <a:pt x="1090070" y="1760783"/>
                </a:lnTo>
                <a:lnTo>
                  <a:pt x="1080434" y="1760367"/>
                </a:lnTo>
                <a:lnTo>
                  <a:pt x="1072341" y="1759985"/>
                </a:lnTo>
                <a:lnTo>
                  <a:pt x="1065552" y="1759739"/>
                </a:lnTo>
                <a:lnTo>
                  <a:pt x="1059824" y="1759730"/>
                </a:lnTo>
                <a:lnTo>
                  <a:pt x="1054917" y="1760061"/>
                </a:lnTo>
                <a:lnTo>
                  <a:pt x="1050590" y="1760831"/>
                </a:lnTo>
                <a:lnTo>
                  <a:pt x="1046602" y="1762143"/>
                </a:lnTo>
                <a:lnTo>
                  <a:pt x="1042713" y="1764097"/>
                </a:lnTo>
                <a:lnTo>
                  <a:pt x="1038681" y="1766796"/>
                </a:lnTo>
                <a:lnTo>
                  <a:pt x="1034265" y="1770340"/>
                </a:lnTo>
                <a:lnTo>
                  <a:pt x="1029226" y="1774831"/>
                </a:lnTo>
                <a:lnTo>
                  <a:pt x="1023320" y="1780370"/>
                </a:lnTo>
                <a:lnTo>
                  <a:pt x="1016309" y="1787058"/>
                </a:lnTo>
                <a:lnTo>
                  <a:pt x="1007951" y="1794997"/>
                </a:lnTo>
                <a:lnTo>
                  <a:pt x="998005" y="1804289"/>
                </a:lnTo>
                <a:lnTo>
                  <a:pt x="986840" y="1813643"/>
                </a:lnTo>
                <a:lnTo>
                  <a:pt x="976141" y="1820754"/>
                </a:lnTo>
                <a:lnTo>
                  <a:pt x="965567" y="1826166"/>
                </a:lnTo>
                <a:lnTo>
                  <a:pt x="954779" y="1830424"/>
                </a:lnTo>
                <a:lnTo>
                  <a:pt x="943436" y="1834070"/>
                </a:lnTo>
                <a:lnTo>
                  <a:pt x="931199" y="1837649"/>
                </a:lnTo>
                <a:lnTo>
                  <a:pt x="917728" y="1841706"/>
                </a:lnTo>
                <a:lnTo>
                  <a:pt x="915582" y="1842389"/>
                </a:lnTo>
                <a:lnTo>
                  <a:pt x="908724" y="1844039"/>
                </a:lnTo>
                <a:lnTo>
                  <a:pt x="895008" y="1848739"/>
                </a:lnTo>
                <a:lnTo>
                  <a:pt x="882224" y="1843847"/>
                </a:lnTo>
                <a:lnTo>
                  <a:pt x="870524" y="1837891"/>
                </a:lnTo>
                <a:lnTo>
                  <a:pt x="859650" y="1831150"/>
                </a:lnTo>
                <a:lnTo>
                  <a:pt x="849344" y="1823899"/>
                </a:lnTo>
                <a:lnTo>
                  <a:pt x="839349" y="1816416"/>
                </a:lnTo>
                <a:lnTo>
                  <a:pt x="829407" y="1808979"/>
                </a:lnTo>
                <a:lnTo>
                  <a:pt x="819262" y="1801866"/>
                </a:lnTo>
                <a:lnTo>
                  <a:pt x="808654" y="1795353"/>
                </a:lnTo>
                <a:lnTo>
                  <a:pt x="797327" y="1789718"/>
                </a:lnTo>
                <a:lnTo>
                  <a:pt x="785026" y="1785239"/>
                </a:lnTo>
                <a:lnTo>
                  <a:pt x="772432" y="1781623"/>
                </a:lnTo>
                <a:lnTo>
                  <a:pt x="760131" y="1778227"/>
                </a:lnTo>
                <a:lnTo>
                  <a:pt x="748018" y="1775038"/>
                </a:lnTo>
                <a:lnTo>
                  <a:pt x="735993" y="1772045"/>
                </a:lnTo>
                <a:lnTo>
                  <a:pt x="723950" y="1769236"/>
                </a:lnTo>
                <a:lnTo>
                  <a:pt x="711787" y="1766599"/>
                </a:lnTo>
                <a:lnTo>
                  <a:pt x="699401" y="1764122"/>
                </a:lnTo>
                <a:lnTo>
                  <a:pt x="686688" y="1761793"/>
                </a:lnTo>
                <a:lnTo>
                  <a:pt x="675044" y="1759839"/>
                </a:lnTo>
                <a:lnTo>
                  <a:pt x="668186" y="1755139"/>
                </a:lnTo>
                <a:lnTo>
                  <a:pt x="659677" y="1753489"/>
                </a:lnTo>
                <a:lnTo>
                  <a:pt x="654470" y="1747139"/>
                </a:lnTo>
                <a:lnTo>
                  <a:pt x="648229" y="1733349"/>
                </a:lnTo>
                <a:lnTo>
                  <a:pt x="643257" y="1718084"/>
                </a:lnTo>
                <a:lnTo>
                  <a:pt x="640824" y="1709313"/>
                </a:lnTo>
                <a:lnTo>
                  <a:pt x="640754" y="1709039"/>
                </a:lnTo>
                <a:lnTo>
                  <a:pt x="641153" y="1696444"/>
                </a:lnTo>
                <a:lnTo>
                  <a:pt x="641561" y="1683801"/>
                </a:lnTo>
                <a:lnTo>
                  <a:pt x="641983" y="1671119"/>
                </a:lnTo>
                <a:lnTo>
                  <a:pt x="642425" y="1658405"/>
                </a:lnTo>
                <a:lnTo>
                  <a:pt x="642889" y="1645671"/>
                </a:lnTo>
                <a:lnTo>
                  <a:pt x="643382" y="1632925"/>
                </a:lnTo>
                <a:lnTo>
                  <a:pt x="643908" y="1620177"/>
                </a:lnTo>
                <a:lnTo>
                  <a:pt x="644471" y="1607435"/>
                </a:lnTo>
                <a:lnTo>
                  <a:pt x="645077" y="1594710"/>
                </a:lnTo>
                <a:lnTo>
                  <a:pt x="645729" y="1582010"/>
                </a:lnTo>
                <a:lnTo>
                  <a:pt x="646432" y="1569345"/>
                </a:lnTo>
                <a:lnTo>
                  <a:pt x="647192" y="1556725"/>
                </a:lnTo>
                <a:lnTo>
                  <a:pt x="647612" y="1550162"/>
                </a:lnTo>
                <a:lnTo>
                  <a:pt x="647612" y="1543812"/>
                </a:lnTo>
                <a:lnTo>
                  <a:pt x="656248" y="1537462"/>
                </a:lnTo>
                <a:lnTo>
                  <a:pt x="654470" y="1531112"/>
                </a:lnTo>
                <a:lnTo>
                  <a:pt x="649412" y="1521504"/>
                </a:lnTo>
                <a:lnTo>
                  <a:pt x="639452" y="1510533"/>
                </a:lnTo>
                <a:lnTo>
                  <a:pt x="628454" y="1500378"/>
                </a:lnTo>
                <a:lnTo>
                  <a:pt x="620281" y="1493218"/>
                </a:lnTo>
                <a:lnTo>
                  <a:pt x="620053" y="1493012"/>
                </a:lnTo>
                <a:lnTo>
                  <a:pt x="611424" y="1483981"/>
                </a:lnTo>
                <a:lnTo>
                  <a:pt x="602398" y="1475214"/>
                </a:lnTo>
                <a:lnTo>
                  <a:pt x="592992" y="1466730"/>
                </a:lnTo>
                <a:lnTo>
                  <a:pt x="583226" y="1458551"/>
                </a:lnTo>
                <a:lnTo>
                  <a:pt x="573117" y="1450697"/>
                </a:lnTo>
                <a:lnTo>
                  <a:pt x="562684" y="1443187"/>
                </a:lnTo>
                <a:lnTo>
                  <a:pt x="551945" y="1436044"/>
                </a:lnTo>
                <a:lnTo>
                  <a:pt x="540918" y="1429287"/>
                </a:lnTo>
                <a:lnTo>
                  <a:pt x="529623" y="1422937"/>
                </a:lnTo>
                <a:lnTo>
                  <a:pt x="518076" y="1417014"/>
                </a:lnTo>
                <a:lnTo>
                  <a:pt x="506297" y="1411540"/>
                </a:lnTo>
                <a:lnTo>
                  <a:pt x="494304" y="1406533"/>
                </a:lnTo>
                <a:lnTo>
                  <a:pt x="482115" y="1402016"/>
                </a:lnTo>
                <a:lnTo>
                  <a:pt x="469748" y="1398009"/>
                </a:lnTo>
                <a:lnTo>
                  <a:pt x="468923" y="1397762"/>
                </a:lnTo>
                <a:lnTo>
                  <a:pt x="455750" y="1399633"/>
                </a:lnTo>
                <a:lnTo>
                  <a:pt x="442824" y="1401800"/>
                </a:lnTo>
                <a:lnTo>
                  <a:pt x="430115" y="1404225"/>
                </a:lnTo>
                <a:lnTo>
                  <a:pt x="417595" y="1406870"/>
                </a:lnTo>
                <a:lnTo>
                  <a:pt x="405236" y="1409700"/>
                </a:lnTo>
                <a:lnTo>
                  <a:pt x="393009" y="1412678"/>
                </a:lnTo>
                <a:lnTo>
                  <a:pt x="380886" y="1415767"/>
                </a:lnTo>
                <a:lnTo>
                  <a:pt x="368838" y="1418929"/>
                </a:lnTo>
                <a:lnTo>
                  <a:pt x="356837" y="1422129"/>
                </a:lnTo>
                <a:lnTo>
                  <a:pt x="344854" y="1425330"/>
                </a:lnTo>
                <a:lnTo>
                  <a:pt x="332861" y="1428494"/>
                </a:lnTo>
                <a:lnTo>
                  <a:pt x="320829" y="1431586"/>
                </a:lnTo>
                <a:lnTo>
                  <a:pt x="308730" y="1434567"/>
                </a:lnTo>
                <a:lnTo>
                  <a:pt x="296536" y="1437403"/>
                </a:lnTo>
                <a:lnTo>
                  <a:pt x="284218" y="1440054"/>
                </a:lnTo>
                <a:lnTo>
                  <a:pt x="271747" y="1442486"/>
                </a:lnTo>
                <a:lnTo>
                  <a:pt x="259095" y="1444661"/>
                </a:lnTo>
                <a:lnTo>
                  <a:pt x="246234" y="1446543"/>
                </a:lnTo>
                <a:lnTo>
                  <a:pt x="233135" y="1448094"/>
                </a:lnTo>
                <a:lnTo>
                  <a:pt x="228385" y="1448562"/>
                </a:lnTo>
                <a:lnTo>
                  <a:pt x="215999" y="1452498"/>
                </a:lnTo>
                <a:lnTo>
                  <a:pt x="206446" y="1455949"/>
                </a:lnTo>
                <a:lnTo>
                  <a:pt x="198930" y="1458877"/>
                </a:lnTo>
                <a:lnTo>
                  <a:pt x="192655" y="1461249"/>
                </a:lnTo>
                <a:lnTo>
                  <a:pt x="186827" y="1463028"/>
                </a:lnTo>
                <a:lnTo>
                  <a:pt x="180650" y="1464178"/>
                </a:lnTo>
                <a:lnTo>
                  <a:pt x="173329" y="1464665"/>
                </a:lnTo>
                <a:lnTo>
                  <a:pt x="164069" y="1464452"/>
                </a:lnTo>
                <a:lnTo>
                  <a:pt x="152074" y="1463505"/>
                </a:lnTo>
                <a:lnTo>
                  <a:pt x="136549" y="1461788"/>
                </a:lnTo>
                <a:lnTo>
                  <a:pt x="132246" y="1461262"/>
                </a:lnTo>
                <a:lnTo>
                  <a:pt x="122043" y="1453524"/>
                </a:lnTo>
                <a:lnTo>
                  <a:pt x="112086" y="1445679"/>
                </a:lnTo>
                <a:lnTo>
                  <a:pt x="102253" y="1437800"/>
                </a:lnTo>
                <a:lnTo>
                  <a:pt x="92421" y="1429958"/>
                </a:lnTo>
                <a:lnTo>
                  <a:pt x="82467" y="1422224"/>
                </a:lnTo>
                <a:lnTo>
                  <a:pt x="72268" y="1414670"/>
                </a:lnTo>
                <a:lnTo>
                  <a:pt x="61700" y="1407367"/>
                </a:lnTo>
                <a:lnTo>
                  <a:pt x="56681" y="1404112"/>
                </a:lnTo>
                <a:lnTo>
                  <a:pt x="51654" y="1391699"/>
                </a:lnTo>
                <a:lnTo>
                  <a:pt x="46267" y="1380307"/>
                </a:lnTo>
                <a:lnTo>
                  <a:pt x="40824" y="1369346"/>
                </a:lnTo>
                <a:lnTo>
                  <a:pt x="35629" y="1358225"/>
                </a:lnTo>
                <a:lnTo>
                  <a:pt x="30987" y="1346356"/>
                </a:lnTo>
                <a:lnTo>
                  <a:pt x="29122" y="1340485"/>
                </a:lnTo>
                <a:lnTo>
                  <a:pt x="29863" y="1325271"/>
                </a:lnTo>
                <a:lnTo>
                  <a:pt x="28937" y="1313354"/>
                </a:lnTo>
                <a:lnTo>
                  <a:pt x="26904" y="1303792"/>
                </a:lnTo>
                <a:lnTo>
                  <a:pt x="24324" y="1295642"/>
                </a:lnTo>
                <a:lnTo>
                  <a:pt x="21756" y="1287961"/>
                </a:lnTo>
                <a:lnTo>
                  <a:pt x="19760" y="1279807"/>
                </a:lnTo>
                <a:lnTo>
                  <a:pt x="18896" y="1270237"/>
                </a:lnTo>
                <a:lnTo>
                  <a:pt x="19722" y="1258309"/>
                </a:lnTo>
                <a:lnTo>
                  <a:pt x="22264" y="1245235"/>
                </a:lnTo>
                <a:lnTo>
                  <a:pt x="23889" y="1235083"/>
                </a:lnTo>
                <a:lnTo>
                  <a:pt x="26389" y="1219770"/>
                </a:lnTo>
                <a:lnTo>
                  <a:pt x="30064" y="1204644"/>
                </a:lnTo>
                <a:lnTo>
                  <a:pt x="35215" y="1195052"/>
                </a:lnTo>
                <a:lnTo>
                  <a:pt x="44282" y="1189719"/>
                </a:lnTo>
                <a:lnTo>
                  <a:pt x="56692" y="1182499"/>
                </a:lnTo>
                <a:lnTo>
                  <a:pt x="70505" y="1174459"/>
                </a:lnTo>
                <a:lnTo>
                  <a:pt x="82890" y="1167284"/>
                </a:lnTo>
                <a:lnTo>
                  <a:pt x="90971" y="1162685"/>
                </a:lnTo>
                <a:lnTo>
                  <a:pt x="103883" y="1154497"/>
                </a:lnTo>
                <a:lnTo>
                  <a:pt x="114236" y="1147168"/>
                </a:lnTo>
                <a:lnTo>
                  <a:pt x="122615" y="1140410"/>
                </a:lnTo>
                <a:lnTo>
                  <a:pt x="129606" y="1133935"/>
                </a:lnTo>
                <a:lnTo>
                  <a:pt x="135794" y="1127455"/>
                </a:lnTo>
                <a:lnTo>
                  <a:pt x="141763" y="1120682"/>
                </a:lnTo>
                <a:lnTo>
                  <a:pt x="148101" y="1113328"/>
                </a:lnTo>
                <a:lnTo>
                  <a:pt x="155391" y="1105104"/>
                </a:lnTo>
                <a:lnTo>
                  <a:pt x="164220" y="1095724"/>
                </a:lnTo>
                <a:lnTo>
                  <a:pt x="175173" y="1084899"/>
                </a:lnTo>
                <a:lnTo>
                  <a:pt x="180379" y="1080008"/>
                </a:lnTo>
                <a:lnTo>
                  <a:pt x="179114" y="1063574"/>
                </a:lnTo>
                <a:lnTo>
                  <a:pt x="179312" y="1050264"/>
                </a:lnTo>
                <a:lnTo>
                  <a:pt x="180787" y="1039774"/>
                </a:lnTo>
                <a:lnTo>
                  <a:pt x="183354" y="1031798"/>
                </a:lnTo>
                <a:lnTo>
                  <a:pt x="186826" y="1026033"/>
                </a:lnTo>
                <a:lnTo>
                  <a:pt x="191019" y="1022172"/>
                </a:lnTo>
                <a:lnTo>
                  <a:pt x="195747" y="1019911"/>
                </a:lnTo>
                <a:lnTo>
                  <a:pt x="200825" y="1018946"/>
                </a:lnTo>
                <a:lnTo>
                  <a:pt x="206067" y="1018971"/>
                </a:lnTo>
                <a:lnTo>
                  <a:pt x="211287" y="1019683"/>
                </a:lnTo>
                <a:lnTo>
                  <a:pt x="216302" y="1020775"/>
                </a:lnTo>
                <a:lnTo>
                  <a:pt x="220923" y="1021943"/>
                </a:lnTo>
                <a:lnTo>
                  <a:pt x="224968" y="1022883"/>
                </a:lnTo>
                <a:lnTo>
                  <a:pt x="228249" y="1023289"/>
                </a:lnTo>
                <a:lnTo>
                  <a:pt x="230582" y="1022857"/>
                </a:lnTo>
                <a:lnTo>
                  <a:pt x="231780" y="1021283"/>
                </a:lnTo>
                <a:lnTo>
                  <a:pt x="231660" y="1018260"/>
                </a:lnTo>
                <a:lnTo>
                  <a:pt x="230034" y="1013485"/>
                </a:lnTo>
                <a:lnTo>
                  <a:pt x="226718" y="1006652"/>
                </a:lnTo>
                <a:lnTo>
                  <a:pt x="221527" y="997457"/>
                </a:lnTo>
                <a:lnTo>
                  <a:pt x="220370" y="987053"/>
                </a:lnTo>
                <a:lnTo>
                  <a:pt x="221393" y="975329"/>
                </a:lnTo>
                <a:lnTo>
                  <a:pt x="224034" y="962697"/>
                </a:lnTo>
                <a:lnTo>
                  <a:pt x="227727" y="949568"/>
                </a:lnTo>
                <a:lnTo>
                  <a:pt x="231910" y="936352"/>
                </a:lnTo>
                <a:lnTo>
                  <a:pt x="236018" y="923460"/>
                </a:lnTo>
                <a:lnTo>
                  <a:pt x="239487" y="911305"/>
                </a:lnTo>
                <a:lnTo>
                  <a:pt x="241753" y="900295"/>
                </a:lnTo>
                <a:lnTo>
                  <a:pt x="242228" y="895857"/>
                </a:lnTo>
                <a:lnTo>
                  <a:pt x="242442" y="881199"/>
                </a:lnTo>
                <a:lnTo>
                  <a:pt x="241217" y="868190"/>
                </a:lnTo>
                <a:lnTo>
                  <a:pt x="238611" y="856353"/>
                </a:lnTo>
                <a:lnTo>
                  <a:pt x="234686" y="845216"/>
                </a:lnTo>
                <a:lnTo>
                  <a:pt x="229500" y="834303"/>
                </a:lnTo>
                <a:lnTo>
                  <a:pt x="223740" y="826053"/>
                </a:lnTo>
                <a:lnTo>
                  <a:pt x="215372" y="816803"/>
                </a:lnTo>
                <a:lnTo>
                  <a:pt x="205074" y="806111"/>
                </a:lnTo>
                <a:lnTo>
                  <a:pt x="194640" y="795606"/>
                </a:lnTo>
                <a:lnTo>
                  <a:pt x="185865" y="786917"/>
                </a:lnTo>
                <a:lnTo>
                  <a:pt x="180541" y="781674"/>
                </a:lnTo>
                <a:lnTo>
                  <a:pt x="180379" y="781431"/>
                </a:lnTo>
                <a:lnTo>
                  <a:pt x="173227" y="779154"/>
                </a:lnTo>
                <a:lnTo>
                  <a:pt x="165998" y="781491"/>
                </a:lnTo>
                <a:lnTo>
                  <a:pt x="158183" y="784939"/>
                </a:lnTo>
                <a:lnTo>
                  <a:pt x="149273" y="785997"/>
                </a:lnTo>
                <a:lnTo>
                  <a:pt x="139104" y="781431"/>
                </a:lnTo>
                <a:lnTo>
                  <a:pt x="132108" y="775273"/>
                </a:lnTo>
                <a:lnTo>
                  <a:pt x="124164" y="766895"/>
                </a:lnTo>
                <a:lnTo>
                  <a:pt x="115512" y="756913"/>
                </a:lnTo>
                <a:lnTo>
                  <a:pt x="106390" y="745942"/>
                </a:lnTo>
                <a:lnTo>
                  <a:pt x="97039" y="734598"/>
                </a:lnTo>
                <a:lnTo>
                  <a:pt x="87697" y="723498"/>
                </a:lnTo>
                <a:lnTo>
                  <a:pt x="78605" y="713257"/>
                </a:lnTo>
                <a:lnTo>
                  <a:pt x="70001" y="704490"/>
                </a:lnTo>
                <a:lnTo>
                  <a:pt x="63539" y="698881"/>
                </a:lnTo>
                <a:lnTo>
                  <a:pt x="49289" y="694478"/>
                </a:lnTo>
                <a:lnTo>
                  <a:pt x="39290" y="691608"/>
                </a:lnTo>
                <a:lnTo>
                  <a:pt x="32503" y="689778"/>
                </a:lnTo>
                <a:lnTo>
                  <a:pt x="27886" y="688493"/>
                </a:lnTo>
                <a:lnTo>
                  <a:pt x="24398" y="687261"/>
                </a:lnTo>
                <a:lnTo>
                  <a:pt x="20998" y="685588"/>
                </a:lnTo>
                <a:lnTo>
                  <a:pt x="16646" y="682982"/>
                </a:lnTo>
                <a:lnTo>
                  <a:pt x="10301" y="678949"/>
                </a:lnTo>
                <a:lnTo>
                  <a:pt x="1690" y="673481"/>
                </a:lnTo>
                <a:lnTo>
                  <a:pt x="2949" y="654286"/>
                </a:lnTo>
                <a:lnTo>
                  <a:pt x="3402" y="636647"/>
                </a:lnTo>
                <a:lnTo>
                  <a:pt x="3241" y="620476"/>
                </a:lnTo>
                <a:lnTo>
                  <a:pt x="2660" y="605686"/>
                </a:lnTo>
                <a:lnTo>
                  <a:pt x="1852" y="592190"/>
                </a:lnTo>
                <a:lnTo>
                  <a:pt x="1010" y="579902"/>
                </a:lnTo>
                <a:lnTo>
                  <a:pt x="328" y="568733"/>
                </a:lnTo>
                <a:lnTo>
                  <a:pt x="0" y="558599"/>
                </a:lnTo>
                <a:lnTo>
                  <a:pt x="217" y="549410"/>
                </a:lnTo>
                <a:lnTo>
                  <a:pt x="1173" y="541081"/>
                </a:lnTo>
                <a:lnTo>
                  <a:pt x="3063" y="533525"/>
                </a:lnTo>
                <a:lnTo>
                  <a:pt x="6079" y="526654"/>
                </a:lnTo>
                <a:lnTo>
                  <a:pt x="10414" y="520382"/>
                </a:lnTo>
                <a:lnTo>
                  <a:pt x="16261" y="514621"/>
                </a:lnTo>
                <a:lnTo>
                  <a:pt x="23815" y="509285"/>
                </a:lnTo>
                <a:lnTo>
                  <a:pt x="33267" y="504286"/>
                </a:lnTo>
                <a:lnTo>
                  <a:pt x="44812" y="499539"/>
                </a:lnTo>
                <a:lnTo>
                  <a:pt x="56681" y="495554"/>
                </a:lnTo>
                <a:lnTo>
                  <a:pt x="65261" y="484238"/>
                </a:lnTo>
                <a:lnTo>
                  <a:pt x="74029" y="473859"/>
                </a:lnTo>
                <a:lnTo>
                  <a:pt x="83021" y="464362"/>
                </a:lnTo>
                <a:lnTo>
                  <a:pt x="92274" y="455690"/>
                </a:lnTo>
                <a:lnTo>
                  <a:pt x="101824" y="447787"/>
                </a:lnTo>
                <a:lnTo>
                  <a:pt x="111707" y="440598"/>
                </a:lnTo>
                <a:lnTo>
                  <a:pt x="121959" y="434066"/>
                </a:lnTo>
                <a:lnTo>
                  <a:pt x="132617" y="428136"/>
                </a:lnTo>
                <a:lnTo>
                  <a:pt x="143717" y="422751"/>
                </a:lnTo>
                <a:lnTo>
                  <a:pt x="155296" y="417856"/>
                </a:lnTo>
                <a:lnTo>
                  <a:pt x="167389" y="413395"/>
                </a:lnTo>
                <a:lnTo>
                  <a:pt x="180033" y="409311"/>
                </a:lnTo>
                <a:lnTo>
                  <a:pt x="193264" y="405550"/>
                </a:lnTo>
                <a:lnTo>
                  <a:pt x="207119" y="402054"/>
                </a:lnTo>
                <a:lnTo>
                  <a:pt x="214669" y="400303"/>
                </a:lnTo>
                <a:lnTo>
                  <a:pt x="223506" y="386536"/>
                </a:lnTo>
                <a:lnTo>
                  <a:pt x="230531" y="372419"/>
                </a:lnTo>
                <a:lnTo>
                  <a:pt x="235892" y="357985"/>
                </a:lnTo>
                <a:lnTo>
                  <a:pt x="239736" y="343267"/>
                </a:lnTo>
                <a:lnTo>
                  <a:pt x="242208" y="328296"/>
                </a:lnTo>
                <a:lnTo>
                  <a:pt x="243456" y="313105"/>
                </a:lnTo>
                <a:lnTo>
                  <a:pt x="243628" y="297725"/>
                </a:lnTo>
                <a:lnTo>
                  <a:pt x="242869" y="282189"/>
                </a:lnTo>
                <a:lnTo>
                  <a:pt x="241327" y="266529"/>
                </a:lnTo>
                <a:lnTo>
                  <a:pt x="239148" y="250777"/>
                </a:lnTo>
                <a:lnTo>
                  <a:pt x="236480" y="234965"/>
                </a:lnTo>
                <a:lnTo>
                  <a:pt x="233469" y="219124"/>
                </a:lnTo>
                <a:lnTo>
                  <a:pt x="230262" y="203288"/>
                </a:lnTo>
                <a:lnTo>
                  <a:pt x="227006" y="187488"/>
                </a:lnTo>
                <a:lnTo>
                  <a:pt x="223849" y="171757"/>
                </a:lnTo>
                <a:lnTo>
                  <a:pt x="220936" y="156126"/>
                </a:lnTo>
                <a:lnTo>
                  <a:pt x="218414" y="140628"/>
                </a:lnTo>
                <a:lnTo>
                  <a:pt x="216431" y="125294"/>
                </a:lnTo>
                <a:lnTo>
                  <a:pt x="215134" y="110157"/>
                </a:lnTo>
                <a:lnTo>
                  <a:pt x="214669" y="95250"/>
                </a:lnTo>
                <a:close/>
              </a:path>
            </a:pathLst>
          </a:custGeom>
          <a:ln w="58419">
            <a:solidFill>
              <a:srgbClr val="3333CC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" name="object 16"/>
          <p:cNvSpPr/>
          <p:nvPr/>
        </p:nvSpPr>
        <p:spPr>
          <a:xfrm>
            <a:off x="0" y="0"/>
            <a:ext cx="9903460" cy="609600"/>
          </a:xfrm>
          <a:custGeom>
            <a:avLst/>
            <a:gdLst/>
            <a:ahLst/>
            <a:cxnLst/>
            <a:rect l="l" t="t" r="r" b="b"/>
            <a:pathLst>
              <a:path w="9903460" h="609600">
                <a:moveTo>
                  <a:pt x="0" y="609600"/>
                </a:moveTo>
                <a:lnTo>
                  <a:pt x="9903460" y="609600"/>
                </a:lnTo>
                <a:lnTo>
                  <a:pt x="9903460" y="0"/>
                </a:lnTo>
                <a:lnTo>
                  <a:pt x="0" y="0"/>
                </a:lnTo>
                <a:lnTo>
                  <a:pt x="0" y="60960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" name="object 17"/>
          <p:cNvSpPr/>
          <p:nvPr/>
        </p:nvSpPr>
        <p:spPr>
          <a:xfrm>
            <a:off x="111760" y="60960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76200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3699891" y="30899"/>
            <a:ext cx="2617216" cy="533399"/>
          </a:xfrm>
          <a:prstGeom prst="rect">
            <a:avLst/>
          </a:prstGeom>
        </p:spPr>
        <p:txBody>
          <a:bodyPr wrap="square" lIns="0" tIns="26574" rIns="0" bIns="0" rtlCol="0">
            <a:noAutofit/>
          </a:bodyPr>
          <a:lstStyle/>
          <a:p>
            <a:pPr marL="12700">
              <a:lnSpc>
                <a:spcPts val="4185"/>
              </a:lnSpc>
            </a:pPr>
            <a:r>
              <a:rPr dirty="0" smtClean="0" sz="4000" spc="2">
                <a:latin typeface="Times New Roman"/>
                <a:cs typeface="Times New Roman"/>
              </a:rPr>
              <a:t>In</a:t>
            </a:r>
            <a:r>
              <a:rPr dirty="0" smtClean="0" sz="4000" spc="2">
                <a:latin typeface="Times New Roman"/>
                <a:cs typeface="Times New Roman"/>
              </a:rPr>
              <a:t>t</a:t>
            </a:r>
            <a:r>
              <a:rPr dirty="0" smtClean="0" sz="4000" spc="2">
                <a:latin typeface="Times New Roman"/>
                <a:cs typeface="Times New Roman"/>
              </a:rPr>
              <a:t>rodu</a:t>
            </a:r>
            <a:r>
              <a:rPr dirty="0" smtClean="0" sz="4000" spc="2">
                <a:latin typeface="Times New Roman"/>
                <a:cs typeface="Times New Roman"/>
              </a:rPr>
              <a:t>c</a:t>
            </a:r>
            <a:r>
              <a:rPr dirty="0" smtClean="0" sz="4000" spc="2">
                <a:latin typeface="Times New Roman"/>
                <a:cs typeface="Times New Roman"/>
              </a:rPr>
              <a:t>t</a:t>
            </a:r>
            <a:r>
              <a:rPr dirty="0" smtClean="0" sz="4000" spc="2">
                <a:latin typeface="Times New Roman"/>
                <a:cs typeface="Times New Roman"/>
              </a:rPr>
              <a:t>i</a:t>
            </a:r>
            <a:r>
              <a:rPr dirty="0" smtClean="0" sz="4000" spc="2">
                <a:latin typeface="Times New Roman"/>
                <a:cs typeface="Times New Roman"/>
              </a:rPr>
              <a:t>on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59740" y="844520"/>
            <a:ext cx="177958" cy="330517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>
                <a:latin typeface="Times New Roman"/>
                <a:cs typeface="Times New Roman"/>
              </a:rPr>
              <a:t>•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02957" y="844520"/>
            <a:ext cx="7956014" cy="696469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 spc="-2" b="1">
                <a:latin typeface="Times New Roman"/>
                <a:cs typeface="Times New Roman"/>
              </a:rPr>
              <a:t>B</a:t>
            </a:r>
            <a:r>
              <a:rPr dirty="0" smtClean="0" sz="2400" spc="-2" b="1">
                <a:latin typeface="Times New Roman"/>
                <a:cs typeface="Times New Roman"/>
              </a:rPr>
              <a:t>e</a:t>
            </a:r>
            <a:r>
              <a:rPr dirty="0" smtClean="0" sz="2400" spc="-2" b="1">
                <a:latin typeface="Times New Roman"/>
                <a:cs typeface="Times New Roman"/>
              </a:rPr>
              <a:t>f</a:t>
            </a:r>
            <a:r>
              <a:rPr dirty="0" smtClean="0" sz="2400" spc="-2" b="1">
                <a:latin typeface="Times New Roman"/>
                <a:cs typeface="Times New Roman"/>
              </a:rPr>
              <a:t>o</a:t>
            </a:r>
            <a:r>
              <a:rPr dirty="0" smtClean="0" sz="2400" spc="-2" b="1">
                <a:latin typeface="Times New Roman"/>
                <a:cs typeface="Times New Roman"/>
              </a:rPr>
              <a:t>r</a:t>
            </a:r>
            <a:r>
              <a:rPr dirty="0" smtClean="0" sz="2400" spc="-2" b="1">
                <a:latin typeface="Times New Roman"/>
                <a:cs typeface="Times New Roman"/>
              </a:rPr>
              <a:t>e</a:t>
            </a:r>
            <a:r>
              <a:rPr dirty="0" smtClean="0" sz="2400" spc="-2" b="1">
                <a:latin typeface="Times New Roman"/>
                <a:cs typeface="Times New Roman"/>
              </a:rPr>
              <a:t> </a:t>
            </a:r>
            <a:r>
              <a:rPr dirty="0" smtClean="0" sz="2400" spc="-2" b="1">
                <a:latin typeface="Times New Roman"/>
                <a:cs typeface="Times New Roman"/>
              </a:rPr>
              <a:t>the</a:t>
            </a:r>
            <a:r>
              <a:rPr dirty="0" smtClean="0" sz="2400" spc="-2" b="1">
                <a:latin typeface="Times New Roman"/>
                <a:cs typeface="Times New Roman"/>
              </a:rPr>
              <a:t> </a:t>
            </a:r>
            <a:r>
              <a:rPr dirty="0" smtClean="0" sz="2400" spc="-2" b="1">
                <a:latin typeface="Times New Roman"/>
                <a:cs typeface="Times New Roman"/>
              </a:rPr>
              <a:t>a</a:t>
            </a:r>
            <a:r>
              <a:rPr dirty="0" smtClean="0" sz="2400" spc="-2" b="1">
                <a:latin typeface="Times New Roman"/>
                <a:cs typeface="Times New Roman"/>
              </a:rPr>
              <a:t>c</a:t>
            </a:r>
            <a:r>
              <a:rPr dirty="0" smtClean="0" sz="2400" spc="-2" b="1">
                <a:latin typeface="Times New Roman"/>
                <a:cs typeface="Times New Roman"/>
              </a:rPr>
              <a:t>tual</a:t>
            </a:r>
            <a:r>
              <a:rPr dirty="0" smtClean="0" sz="2400" spc="-2" b="1">
                <a:latin typeface="Times New Roman"/>
                <a:cs typeface="Times New Roman"/>
              </a:rPr>
              <a:t> </a:t>
            </a:r>
            <a:r>
              <a:rPr dirty="0" smtClean="0" sz="2400" spc="-2" b="1">
                <a:latin typeface="Times New Roman"/>
                <a:cs typeface="Times New Roman"/>
              </a:rPr>
              <a:t>f</a:t>
            </a:r>
            <a:r>
              <a:rPr dirty="0" smtClean="0" sz="2400" spc="-2" b="1">
                <a:latin typeface="Times New Roman"/>
                <a:cs typeface="Times New Roman"/>
              </a:rPr>
              <a:t>r</a:t>
            </a:r>
            <a:r>
              <a:rPr dirty="0" smtClean="0" sz="2400" spc="-2" b="1">
                <a:latin typeface="Times New Roman"/>
                <a:cs typeface="Times New Roman"/>
              </a:rPr>
              <a:t>equen</a:t>
            </a:r>
            <a:r>
              <a:rPr dirty="0" smtClean="0" sz="2400" spc="-2" b="1">
                <a:latin typeface="Times New Roman"/>
                <a:cs typeface="Times New Roman"/>
              </a:rPr>
              <a:t>c</a:t>
            </a:r>
            <a:r>
              <a:rPr dirty="0" smtClean="0" sz="2400" spc="-2" b="1">
                <a:latin typeface="Times New Roman"/>
                <a:cs typeface="Times New Roman"/>
              </a:rPr>
              <a:t>y</a:t>
            </a:r>
            <a:r>
              <a:rPr dirty="0" smtClean="0" sz="2400" spc="-2" b="1">
                <a:latin typeface="Times New Roman"/>
                <a:cs typeface="Times New Roman"/>
              </a:rPr>
              <a:t> </a:t>
            </a:r>
            <a:r>
              <a:rPr dirty="0" smtClean="0" sz="2400" spc="-2" b="1">
                <a:latin typeface="Times New Roman"/>
                <a:cs typeface="Times New Roman"/>
              </a:rPr>
              <a:t>planning</a:t>
            </a:r>
            <a:r>
              <a:rPr dirty="0" smtClean="0" sz="2400" spc="-2" b="1">
                <a:latin typeface="Times New Roman"/>
                <a:cs typeface="Times New Roman"/>
              </a:rPr>
              <a:t> </a:t>
            </a:r>
            <a:r>
              <a:rPr dirty="0" smtClean="0" sz="2400" spc="-2" b="1">
                <a:latin typeface="Times New Roman"/>
                <a:cs typeface="Times New Roman"/>
              </a:rPr>
              <a:t>i</a:t>
            </a:r>
            <a:r>
              <a:rPr dirty="0" smtClean="0" sz="2400" spc="-2" b="1">
                <a:latin typeface="Times New Roman"/>
                <a:cs typeface="Times New Roman"/>
              </a:rPr>
              <a:t>s</a:t>
            </a:r>
            <a:r>
              <a:rPr dirty="0" smtClean="0" sz="2400" spc="-2" b="1">
                <a:latin typeface="Times New Roman"/>
                <a:cs typeface="Times New Roman"/>
              </a:rPr>
              <a:t> </a:t>
            </a:r>
            <a:r>
              <a:rPr dirty="0" smtClean="0" sz="2400" spc="-2" b="1">
                <a:latin typeface="Times New Roman"/>
                <a:cs typeface="Times New Roman"/>
              </a:rPr>
              <a:t>s</a:t>
            </a:r>
            <a:r>
              <a:rPr dirty="0" smtClean="0" sz="2400" spc="-2" b="1">
                <a:latin typeface="Times New Roman"/>
                <a:cs typeface="Times New Roman"/>
              </a:rPr>
              <a:t>ta</a:t>
            </a:r>
            <a:r>
              <a:rPr dirty="0" smtClean="0" sz="2400" spc="-2" b="1">
                <a:latin typeface="Times New Roman"/>
                <a:cs typeface="Times New Roman"/>
              </a:rPr>
              <a:t>r</a:t>
            </a:r>
            <a:r>
              <a:rPr dirty="0" smtClean="0" sz="2400" spc="-2" b="1">
                <a:latin typeface="Times New Roman"/>
                <a:cs typeface="Times New Roman"/>
              </a:rPr>
              <a:t>ted,</a:t>
            </a:r>
            <a:r>
              <a:rPr dirty="0" smtClean="0" sz="2400" spc="-2" b="1">
                <a:latin typeface="Times New Roman"/>
                <a:cs typeface="Times New Roman"/>
              </a:rPr>
              <a:t> </a:t>
            </a:r>
            <a:r>
              <a:rPr dirty="0" smtClean="0" sz="2400" spc="-2" b="1">
                <a:latin typeface="Times New Roman"/>
                <a:cs typeface="Times New Roman"/>
              </a:rPr>
              <a:t>the</a:t>
            </a:r>
            <a:r>
              <a:rPr dirty="0" smtClean="0" sz="2400" spc="-2" b="1">
                <a:latin typeface="Times New Roman"/>
                <a:cs typeface="Times New Roman"/>
              </a:rPr>
              <a:t> </a:t>
            </a:r>
            <a:r>
              <a:rPr dirty="0" smtClean="0" sz="2400" spc="-2" b="1">
                <a:latin typeface="Times New Roman"/>
                <a:cs typeface="Times New Roman"/>
              </a:rPr>
              <a:t>a</a:t>
            </a:r>
            <a:r>
              <a:rPr dirty="0" smtClean="0" sz="2400" spc="-2" b="1">
                <a:latin typeface="Times New Roman"/>
                <a:cs typeface="Times New Roman"/>
              </a:rPr>
              <a:t>va</a:t>
            </a:r>
            <a:r>
              <a:rPr dirty="0" smtClean="0" sz="2400" spc="-2" b="1">
                <a:latin typeface="Times New Roman"/>
                <a:cs typeface="Times New Roman"/>
              </a:rPr>
              <a:t>i</a:t>
            </a:r>
            <a:r>
              <a:rPr dirty="0" smtClean="0" sz="2400" spc="-2" b="1">
                <a:latin typeface="Times New Roman"/>
                <a:cs typeface="Times New Roman"/>
              </a:rPr>
              <a:t>l</a:t>
            </a:r>
            <a:r>
              <a:rPr dirty="0" smtClean="0" sz="2400" spc="-2" b="1">
                <a:latin typeface="Times New Roman"/>
                <a:cs typeface="Times New Roman"/>
              </a:rPr>
              <a:t>able</a:t>
            </a:r>
            <a:endParaRPr sz="2400">
              <a:latin typeface="Times New Roman"/>
              <a:cs typeface="Times New Roman"/>
            </a:endParaRPr>
          </a:p>
          <a:p>
            <a:pPr marL="12700" marR="45767">
              <a:lnSpc>
                <a:spcPct val="95825"/>
              </a:lnSpc>
            </a:pPr>
            <a:r>
              <a:rPr dirty="0" smtClean="0" sz="2400" spc="-3" b="1">
                <a:latin typeface="Times New Roman"/>
                <a:cs typeface="Times New Roman"/>
              </a:rPr>
              <a:t>f</a:t>
            </a:r>
            <a:r>
              <a:rPr dirty="0" smtClean="0" sz="2400" spc="-3" b="1">
                <a:latin typeface="Times New Roman"/>
                <a:cs typeface="Times New Roman"/>
              </a:rPr>
              <a:t>r</a:t>
            </a:r>
            <a:r>
              <a:rPr dirty="0" smtClean="0" sz="2400" spc="-3" b="1">
                <a:latin typeface="Times New Roman"/>
                <a:cs typeface="Times New Roman"/>
              </a:rPr>
              <a:t>equenci</a:t>
            </a:r>
            <a:r>
              <a:rPr dirty="0" smtClean="0" sz="2400" spc="-3" b="1">
                <a:latin typeface="Times New Roman"/>
                <a:cs typeface="Times New Roman"/>
              </a:rPr>
              <a:t>e</a:t>
            </a:r>
            <a:r>
              <a:rPr dirty="0" smtClean="0" sz="2400" spc="-3" b="1">
                <a:latin typeface="Times New Roman"/>
                <a:cs typeface="Times New Roman"/>
              </a:rPr>
              <a:t>s</a:t>
            </a:r>
            <a:r>
              <a:rPr dirty="0" smtClean="0" sz="2400" spc="-3" b="1">
                <a:latin typeface="Times New Roman"/>
                <a:cs typeface="Times New Roman"/>
              </a:rPr>
              <a:t> </a:t>
            </a:r>
            <a:r>
              <a:rPr dirty="0" smtClean="0" sz="2400" spc="-3" b="1">
                <a:latin typeface="Times New Roman"/>
                <a:cs typeface="Times New Roman"/>
              </a:rPr>
              <a:t>a</a:t>
            </a:r>
            <a:r>
              <a:rPr dirty="0" smtClean="0" sz="2400" spc="-3" b="1">
                <a:latin typeface="Times New Roman"/>
                <a:cs typeface="Times New Roman"/>
              </a:rPr>
              <a:t>r</a:t>
            </a:r>
            <a:r>
              <a:rPr dirty="0" smtClean="0" sz="2400" spc="-3" b="1">
                <a:latin typeface="Times New Roman"/>
                <a:cs typeface="Times New Roman"/>
              </a:rPr>
              <a:t>e</a:t>
            </a:r>
            <a:r>
              <a:rPr dirty="0" smtClean="0" sz="2400" spc="-3" b="1">
                <a:latin typeface="Times New Roman"/>
                <a:cs typeface="Times New Roman"/>
              </a:rPr>
              <a:t> </a:t>
            </a:r>
            <a:r>
              <a:rPr dirty="0" smtClean="0" sz="2400" spc="-3" b="1">
                <a:latin typeface="Times New Roman"/>
                <a:cs typeface="Times New Roman"/>
              </a:rPr>
              <a:t>nor</a:t>
            </a:r>
            <a:r>
              <a:rPr dirty="0" smtClean="0" sz="2400" spc="-3" b="1">
                <a:latin typeface="Times New Roman"/>
                <a:cs typeface="Times New Roman"/>
              </a:rPr>
              <a:t>m</a:t>
            </a:r>
            <a:r>
              <a:rPr dirty="0" smtClean="0" sz="2400" spc="-3" b="1">
                <a:latin typeface="Times New Roman"/>
                <a:cs typeface="Times New Roman"/>
              </a:rPr>
              <a:t>a</a:t>
            </a:r>
            <a:r>
              <a:rPr dirty="0" smtClean="0" sz="2400" spc="-3" b="1">
                <a:latin typeface="Times New Roman"/>
                <a:cs typeface="Times New Roman"/>
              </a:rPr>
              <a:t>l</a:t>
            </a:r>
            <a:r>
              <a:rPr dirty="0" smtClean="0" sz="2400" spc="-3" b="1">
                <a:latin typeface="Times New Roman"/>
                <a:cs typeface="Times New Roman"/>
              </a:rPr>
              <a:t>ly</a:t>
            </a:r>
            <a:r>
              <a:rPr dirty="0" smtClean="0" sz="2400" spc="-3" b="1">
                <a:latin typeface="Times New Roman"/>
                <a:cs typeface="Times New Roman"/>
              </a:rPr>
              <a:t> </a:t>
            </a:r>
            <a:r>
              <a:rPr dirty="0" smtClean="0" sz="2400" spc="-3" b="1">
                <a:latin typeface="Times New Roman"/>
                <a:cs typeface="Times New Roman"/>
              </a:rPr>
              <a:t>ar</a:t>
            </a:r>
            <a:r>
              <a:rPr dirty="0" smtClean="0" sz="2400" spc="-3" b="1">
                <a:latin typeface="Times New Roman"/>
                <a:cs typeface="Times New Roman"/>
              </a:rPr>
              <a:t>r</a:t>
            </a:r>
            <a:r>
              <a:rPr dirty="0" smtClean="0" sz="2400" spc="-3" b="1">
                <a:latin typeface="Times New Roman"/>
                <a:cs typeface="Times New Roman"/>
              </a:rPr>
              <a:t>anged</a:t>
            </a:r>
            <a:r>
              <a:rPr dirty="0" smtClean="0" sz="2400" spc="-3" b="1">
                <a:latin typeface="Times New Roman"/>
                <a:cs typeface="Times New Roman"/>
              </a:rPr>
              <a:t> </a:t>
            </a:r>
            <a:r>
              <a:rPr dirty="0" smtClean="0" sz="2400" spc="-3" b="1">
                <a:latin typeface="Times New Roman"/>
                <a:cs typeface="Times New Roman"/>
              </a:rPr>
              <a:t>into</a:t>
            </a:r>
            <a:r>
              <a:rPr dirty="0" smtClean="0" sz="2400" spc="-3" b="1">
                <a:latin typeface="Times New Roman"/>
                <a:cs typeface="Times New Roman"/>
              </a:rPr>
              <a:t> </a:t>
            </a:r>
            <a:r>
              <a:rPr dirty="0" smtClean="0" sz="2400" spc="-3" b="1">
                <a:latin typeface="Times New Roman"/>
                <a:cs typeface="Times New Roman"/>
              </a:rPr>
              <a:t>f</a:t>
            </a:r>
            <a:r>
              <a:rPr dirty="0" smtClean="0" sz="2400" spc="-3" b="1">
                <a:latin typeface="Times New Roman"/>
                <a:cs typeface="Times New Roman"/>
              </a:rPr>
              <a:t>r</a:t>
            </a:r>
            <a:r>
              <a:rPr dirty="0" smtClean="0" sz="2400" spc="-3" b="1">
                <a:latin typeface="Times New Roman"/>
                <a:cs typeface="Times New Roman"/>
              </a:rPr>
              <a:t>equency</a:t>
            </a:r>
            <a:r>
              <a:rPr dirty="0" smtClean="0" sz="2400" spc="-3" b="1">
                <a:latin typeface="Times New Roman"/>
                <a:cs typeface="Times New Roman"/>
              </a:rPr>
              <a:t> </a:t>
            </a:r>
            <a:r>
              <a:rPr dirty="0" smtClean="0" sz="2400" spc="-3" b="1">
                <a:latin typeface="Times New Roman"/>
                <a:cs typeface="Times New Roman"/>
              </a:rPr>
              <a:t>g</a:t>
            </a:r>
            <a:r>
              <a:rPr dirty="0" smtClean="0" sz="2400" spc="-3" b="1">
                <a:latin typeface="Times New Roman"/>
                <a:cs typeface="Times New Roman"/>
              </a:rPr>
              <a:t>r</a:t>
            </a:r>
            <a:r>
              <a:rPr dirty="0" smtClean="0" sz="2400" spc="-3" b="1">
                <a:latin typeface="Times New Roman"/>
                <a:cs typeface="Times New Roman"/>
              </a:rPr>
              <a:t>ou</a:t>
            </a:r>
            <a:r>
              <a:rPr dirty="0" smtClean="0" sz="2400" spc="-3" b="1">
                <a:latin typeface="Times New Roman"/>
                <a:cs typeface="Times New Roman"/>
              </a:rPr>
              <a:t>p</a:t>
            </a:r>
            <a:r>
              <a:rPr dirty="0" smtClean="0" sz="2400" spc="-3" b="1">
                <a:latin typeface="Times New Roman"/>
                <a:cs typeface="Times New Roman"/>
              </a:rPr>
              <a:t>s.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02957" y="1576294"/>
            <a:ext cx="1287060" cy="696469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 spc="3" b="1">
                <a:latin typeface="Times New Roman"/>
                <a:cs typeface="Times New Roman"/>
              </a:rPr>
              <a:t>The</a:t>
            </a:r>
            <a:r>
              <a:rPr dirty="0" smtClean="0" sz="2400" spc="3" b="1">
                <a:latin typeface="Times New Roman"/>
                <a:cs typeface="Times New Roman"/>
              </a:rPr>
              <a:t> </a:t>
            </a:r>
            <a:r>
              <a:rPr dirty="0" smtClean="0" sz="2400" spc="3" b="1">
                <a:latin typeface="Times New Roman"/>
                <a:cs typeface="Times New Roman"/>
              </a:rPr>
              <a:t>m</a:t>
            </a:r>
            <a:r>
              <a:rPr dirty="0" smtClean="0" sz="2400" spc="3" b="1">
                <a:latin typeface="Times New Roman"/>
                <a:cs typeface="Times New Roman"/>
              </a:rPr>
              <a:t>ost</a:t>
            </a:r>
            <a:endParaRPr sz="2400">
              <a:latin typeface="Times New Roman"/>
              <a:cs typeface="Times New Roman"/>
            </a:endParaRPr>
          </a:p>
          <a:p>
            <a:pPr marL="12700" marR="45767">
              <a:lnSpc>
                <a:spcPct val="95825"/>
              </a:lnSpc>
            </a:pPr>
            <a:r>
              <a:rPr dirty="0" smtClean="0" sz="2400" spc="0" b="1">
                <a:latin typeface="Times New Roman"/>
                <a:cs typeface="Times New Roman"/>
              </a:rPr>
              <a:t>pat</a:t>
            </a:r>
            <a:r>
              <a:rPr dirty="0" smtClean="0" sz="2400" spc="0" b="1">
                <a:latin typeface="Times New Roman"/>
                <a:cs typeface="Times New Roman"/>
              </a:rPr>
              <a:t>t</a:t>
            </a:r>
            <a:r>
              <a:rPr dirty="0" smtClean="0" sz="2400" spc="0" b="1">
                <a:latin typeface="Times New Roman"/>
                <a:cs typeface="Times New Roman"/>
              </a:rPr>
              <a:t>e</a:t>
            </a:r>
            <a:r>
              <a:rPr dirty="0" smtClean="0" sz="2400" spc="0" b="1">
                <a:latin typeface="Times New Roman"/>
                <a:cs typeface="Times New Roman"/>
              </a:rPr>
              <a:t>r</a:t>
            </a:r>
            <a:r>
              <a:rPr dirty="0" smtClean="0" sz="2400" spc="0" b="1">
                <a:latin typeface="Times New Roman"/>
                <a:cs typeface="Times New Roman"/>
              </a:rPr>
              <a:t>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090553" y="1576294"/>
            <a:ext cx="1195525" cy="330517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 spc="7" b="1">
                <a:latin typeface="Times New Roman"/>
                <a:cs typeface="Times New Roman"/>
              </a:rPr>
              <a:t>c</a:t>
            </a:r>
            <a:r>
              <a:rPr dirty="0" smtClean="0" sz="2400" spc="7" b="1">
                <a:latin typeface="Times New Roman"/>
                <a:cs typeface="Times New Roman"/>
              </a:rPr>
              <a:t>o</a:t>
            </a:r>
            <a:r>
              <a:rPr dirty="0" smtClean="0" sz="2400" spc="7" b="1">
                <a:latin typeface="Times New Roman"/>
                <a:cs typeface="Times New Roman"/>
              </a:rPr>
              <a:t>m</a:t>
            </a:r>
            <a:r>
              <a:rPr dirty="0" smtClean="0" sz="2400" spc="7" b="1">
                <a:latin typeface="Times New Roman"/>
                <a:cs typeface="Times New Roman"/>
              </a:rPr>
              <a:t>m</a:t>
            </a:r>
            <a:r>
              <a:rPr dirty="0" smtClean="0" sz="2400" spc="7" b="1">
                <a:latin typeface="Times New Roman"/>
                <a:cs typeface="Times New Roman"/>
              </a:rPr>
              <a:t>on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283867" y="1576294"/>
            <a:ext cx="862892" cy="330517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 spc="-5" b="1">
                <a:latin typeface="Times New Roman"/>
                <a:cs typeface="Times New Roman"/>
              </a:rPr>
              <a:t>r</a:t>
            </a:r>
            <a:r>
              <a:rPr dirty="0" smtClean="0" sz="2400" spc="-5" b="1">
                <a:latin typeface="Times New Roman"/>
                <a:cs typeface="Times New Roman"/>
              </a:rPr>
              <a:t>e</a:t>
            </a:r>
            <a:r>
              <a:rPr dirty="0" smtClean="0" sz="2400" spc="-5" b="1">
                <a:latin typeface="Times New Roman"/>
                <a:cs typeface="Times New Roman"/>
              </a:rPr>
              <a:t>-u</a:t>
            </a:r>
            <a:r>
              <a:rPr dirty="0" smtClean="0" sz="2400" spc="-5" b="1">
                <a:latin typeface="Times New Roman"/>
                <a:cs typeface="Times New Roman"/>
              </a:rPr>
              <a:t>s</a:t>
            </a:r>
            <a:r>
              <a:rPr dirty="0" smtClean="0" sz="2400" spc="-5" b="1">
                <a:latin typeface="Times New Roman"/>
                <a:cs typeface="Times New Roman"/>
              </a:rPr>
              <a:t>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50956" y="1576294"/>
            <a:ext cx="1035949" cy="330517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 spc="-1" b="1">
                <a:latin typeface="Times New Roman"/>
                <a:cs typeface="Times New Roman"/>
              </a:rPr>
              <a:t>patte</a:t>
            </a:r>
            <a:r>
              <a:rPr dirty="0" smtClean="0" sz="2400" spc="-1" b="1">
                <a:latin typeface="Times New Roman"/>
                <a:cs typeface="Times New Roman"/>
              </a:rPr>
              <a:t>r</a:t>
            </a:r>
            <a:r>
              <a:rPr dirty="0" smtClean="0" sz="2400" spc="-1" b="1">
                <a:latin typeface="Times New Roman"/>
                <a:cs typeface="Times New Roman"/>
              </a:rPr>
              <a:t>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192017" y="1576294"/>
            <a:ext cx="800093" cy="330517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 b="1">
                <a:latin typeface="Times New Roman"/>
                <a:cs typeface="Times New Roman"/>
              </a:rPr>
              <a:t>today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997222" y="1576294"/>
            <a:ext cx="273765" cy="330517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 spc="-2" b="1">
                <a:latin typeface="Times New Roman"/>
                <a:cs typeface="Times New Roman"/>
              </a:rPr>
              <a:t>i</a:t>
            </a:r>
            <a:r>
              <a:rPr dirty="0" smtClean="0" sz="2400" spc="-2" b="1">
                <a:latin typeface="Times New Roman"/>
                <a:cs typeface="Times New Roman"/>
              </a:rPr>
              <a:t>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76099" y="1576294"/>
            <a:ext cx="223726" cy="330517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 b="1"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04938" y="1576294"/>
            <a:ext cx="612751" cy="330517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 spc="-1" b="1">
                <a:latin typeface="Times New Roman"/>
                <a:cs typeface="Times New Roman"/>
              </a:rPr>
              <a:t>4/</a:t>
            </a:r>
            <a:r>
              <a:rPr dirty="0" smtClean="0" sz="2400" spc="-1" b="1">
                <a:latin typeface="Times New Roman"/>
                <a:cs typeface="Times New Roman"/>
              </a:rPr>
              <a:t>1</a:t>
            </a:r>
            <a:r>
              <a:rPr dirty="0" smtClean="0" sz="2400" spc="-1" b="1"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22801" y="1576294"/>
            <a:ext cx="1429359" cy="330517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 spc="-9" b="1">
                <a:latin typeface="Times New Roman"/>
                <a:cs typeface="Times New Roman"/>
              </a:rPr>
              <a:t>c</a:t>
            </a:r>
            <a:r>
              <a:rPr dirty="0" smtClean="0" sz="2400" spc="-9" b="1">
                <a:latin typeface="Times New Roman"/>
                <a:cs typeface="Times New Roman"/>
              </a:rPr>
              <a:t>l</a:t>
            </a:r>
            <a:r>
              <a:rPr dirty="0" smtClean="0" sz="2400" spc="-9" b="1">
                <a:latin typeface="Times New Roman"/>
                <a:cs typeface="Times New Roman"/>
              </a:rPr>
              <a:t>ov</a:t>
            </a:r>
            <a:r>
              <a:rPr dirty="0" smtClean="0" sz="2400" spc="-9" b="1">
                <a:latin typeface="Times New Roman"/>
                <a:cs typeface="Times New Roman"/>
              </a:rPr>
              <a:t>e</a:t>
            </a:r>
            <a:r>
              <a:rPr dirty="0" smtClean="0" sz="2400" spc="-9" b="1">
                <a:latin typeface="Times New Roman"/>
                <a:cs typeface="Times New Roman"/>
              </a:rPr>
              <a:t>r</a:t>
            </a:r>
            <a:r>
              <a:rPr dirty="0" smtClean="0" sz="2400" spc="-9" b="1">
                <a:latin typeface="Times New Roman"/>
                <a:cs typeface="Times New Roman"/>
              </a:rPr>
              <a:t>-</a:t>
            </a:r>
            <a:r>
              <a:rPr dirty="0" smtClean="0" sz="2400" spc="-9" b="1">
                <a:latin typeface="Times New Roman"/>
                <a:cs typeface="Times New Roman"/>
              </a:rPr>
              <a:t>l</a:t>
            </a:r>
            <a:r>
              <a:rPr dirty="0" smtClean="0" sz="2400" spc="-9" b="1">
                <a:latin typeface="Times New Roman"/>
                <a:cs typeface="Times New Roman"/>
              </a:rPr>
              <a:t>e</a:t>
            </a:r>
            <a:r>
              <a:rPr dirty="0" smtClean="0" sz="2400" spc="-9" b="1">
                <a:latin typeface="Times New Roman"/>
                <a:cs typeface="Times New Roman"/>
              </a:rPr>
              <a:t>a</a:t>
            </a:r>
            <a:r>
              <a:rPr dirty="0" smtClean="0" sz="2400" spc="-9" b="1">
                <a:latin typeface="Times New Roman"/>
                <a:cs typeface="Times New Roman"/>
              </a:rPr>
              <a:t>f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1140" y="6472848"/>
            <a:ext cx="5475228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o</a:t>
            </a:r>
            <a:r>
              <a:rPr dirty="0" smtClean="0" sz="1800" spc="0" b="1">
                <a:latin typeface="Georgia"/>
                <a:cs typeface="Georgia"/>
              </a:rPr>
              <a:t>d</a:t>
            </a:r>
            <a:r>
              <a:rPr dirty="0" smtClean="0" sz="1800" spc="0" b="1">
                <a:latin typeface="Georgia"/>
                <a:cs typeface="Georgia"/>
              </a:rPr>
              <a:t>ul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3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S</a:t>
            </a:r>
            <a:r>
              <a:rPr dirty="0" smtClean="0" sz="1800" spc="0" b="1">
                <a:latin typeface="Georgia"/>
                <a:cs typeface="Georgia"/>
              </a:rPr>
              <a:t>istem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K</a:t>
            </a:r>
            <a:r>
              <a:rPr dirty="0" smtClean="0" sz="1800" spc="0" b="1">
                <a:latin typeface="Georgia"/>
                <a:cs typeface="Georgia"/>
              </a:rPr>
              <a:t>o</a:t>
            </a: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unik</a:t>
            </a:r>
            <a:r>
              <a:rPr dirty="0" smtClean="0" sz="1800" spc="0" b="1">
                <a:latin typeface="Georgia"/>
                <a:cs typeface="Georgia"/>
              </a:rPr>
              <a:t>a</a:t>
            </a:r>
            <a:r>
              <a:rPr dirty="0" smtClean="0" sz="1800" spc="0" b="1">
                <a:latin typeface="Georgia"/>
                <a:cs typeface="Georgia"/>
              </a:rPr>
              <a:t>si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B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r>
              <a:rPr dirty="0" smtClean="0" sz="1800" spc="0" b="1">
                <a:latin typeface="Georgia"/>
                <a:cs typeface="Georgia"/>
              </a:rPr>
              <a:t>g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r>
              <a:rPr dirty="0" smtClean="0" sz="1800" spc="0" b="1">
                <a:latin typeface="Georgia"/>
                <a:cs typeface="Georgia"/>
              </a:rPr>
              <a:t>a</a:t>
            </a:r>
            <a:r>
              <a:rPr dirty="0" smtClean="0" sz="1800" spc="0" b="1">
                <a:latin typeface="Georgia"/>
                <a:cs typeface="Georgia"/>
              </a:rPr>
              <a:t>k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S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lul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9443720" y="6472848"/>
            <a:ext cx="348826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-9" b="1">
                <a:latin typeface="Georgia"/>
                <a:cs typeface="Georgia"/>
              </a:rPr>
              <a:t>43</a:t>
            </a:r>
            <a:endParaRPr sz="1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2"/>
          <p:cNvSpPr/>
          <p:nvPr/>
        </p:nvSpPr>
        <p:spPr>
          <a:xfrm>
            <a:off x="0" y="6400800"/>
            <a:ext cx="9903460" cy="457196"/>
          </a:xfrm>
          <a:custGeom>
            <a:avLst/>
            <a:gdLst/>
            <a:ahLst/>
            <a:cxnLst/>
            <a:rect l="l" t="t" r="r" b="b"/>
            <a:pathLst>
              <a:path w="9903460" h="457196">
                <a:moveTo>
                  <a:pt x="9903460" y="457196"/>
                </a:moveTo>
                <a:lnTo>
                  <a:pt x="9903460" y="0"/>
                </a:lnTo>
                <a:lnTo>
                  <a:pt x="0" y="0"/>
                </a:lnTo>
                <a:lnTo>
                  <a:pt x="0" y="457196"/>
                </a:lnTo>
                <a:lnTo>
                  <a:pt x="9903460" y="457196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" name="object 13"/>
          <p:cNvSpPr/>
          <p:nvPr/>
        </p:nvSpPr>
        <p:spPr>
          <a:xfrm>
            <a:off x="153670" y="640207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58419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" name="object 10"/>
          <p:cNvSpPr/>
          <p:nvPr/>
        </p:nvSpPr>
        <p:spPr>
          <a:xfrm>
            <a:off x="0" y="0"/>
            <a:ext cx="9903460" cy="609600"/>
          </a:xfrm>
          <a:custGeom>
            <a:avLst/>
            <a:gdLst/>
            <a:ahLst/>
            <a:cxnLst/>
            <a:rect l="l" t="t" r="r" b="b"/>
            <a:pathLst>
              <a:path w="9903460" h="609600">
                <a:moveTo>
                  <a:pt x="0" y="609600"/>
                </a:moveTo>
                <a:lnTo>
                  <a:pt x="9903460" y="609600"/>
                </a:lnTo>
                <a:lnTo>
                  <a:pt x="9903460" y="0"/>
                </a:lnTo>
                <a:lnTo>
                  <a:pt x="0" y="0"/>
                </a:lnTo>
                <a:lnTo>
                  <a:pt x="0" y="60960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" name="object 11"/>
          <p:cNvSpPr/>
          <p:nvPr/>
        </p:nvSpPr>
        <p:spPr>
          <a:xfrm>
            <a:off x="111760" y="60960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76200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" name="object 9"/>
          <p:cNvSpPr/>
          <p:nvPr/>
        </p:nvSpPr>
        <p:spPr>
          <a:xfrm>
            <a:off x="817880" y="1313179"/>
            <a:ext cx="8206740" cy="47599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964689" y="107099"/>
            <a:ext cx="1174496" cy="533399"/>
          </a:xfrm>
          <a:prstGeom prst="rect">
            <a:avLst/>
          </a:prstGeom>
        </p:spPr>
        <p:txBody>
          <a:bodyPr wrap="square" lIns="0" tIns="26574" rIns="0" bIns="0" rtlCol="0">
            <a:noAutofit/>
          </a:bodyPr>
          <a:lstStyle/>
          <a:p>
            <a:pPr marL="12700">
              <a:lnSpc>
                <a:spcPts val="4185"/>
              </a:lnSpc>
            </a:pPr>
            <a:r>
              <a:rPr dirty="0" smtClean="0" sz="4000">
                <a:latin typeface="Times New Roman"/>
                <a:cs typeface="Times New Roman"/>
              </a:rPr>
              <a:t>MRP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145790" y="107099"/>
            <a:ext cx="242823" cy="533399"/>
          </a:xfrm>
          <a:prstGeom prst="rect">
            <a:avLst/>
          </a:prstGeom>
        </p:spPr>
        <p:txBody>
          <a:bodyPr wrap="square" lIns="0" tIns="26574" rIns="0" bIns="0" rtlCol="0">
            <a:noAutofit/>
          </a:bodyPr>
          <a:lstStyle/>
          <a:p>
            <a:pPr marL="12700">
              <a:lnSpc>
                <a:spcPts val="4185"/>
              </a:lnSpc>
            </a:pPr>
            <a:r>
              <a:rPr dirty="0" smtClean="0" sz="4000">
                <a:latin typeface="Times New Roman"/>
                <a:cs typeface="Times New Roman"/>
              </a:rPr>
              <a:t>: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414014" y="107099"/>
            <a:ext cx="1855724" cy="533399"/>
          </a:xfrm>
          <a:prstGeom prst="rect">
            <a:avLst/>
          </a:prstGeom>
        </p:spPr>
        <p:txBody>
          <a:bodyPr wrap="square" lIns="0" tIns="26574" rIns="0" bIns="0" rtlCol="0">
            <a:noAutofit/>
          </a:bodyPr>
          <a:lstStyle/>
          <a:p>
            <a:pPr marL="12700">
              <a:lnSpc>
                <a:spcPts val="4185"/>
              </a:lnSpc>
            </a:pPr>
            <a:r>
              <a:rPr dirty="0" smtClean="0" sz="4000" spc="3">
                <a:latin typeface="Times New Roman"/>
                <a:cs typeface="Times New Roman"/>
              </a:rPr>
              <a:t>M</a:t>
            </a:r>
            <a:r>
              <a:rPr dirty="0" smtClean="0" sz="4000" spc="3">
                <a:latin typeface="Times New Roman"/>
                <a:cs typeface="Times New Roman"/>
              </a:rPr>
              <a:t>ul</a:t>
            </a:r>
            <a:r>
              <a:rPr dirty="0" smtClean="0" sz="4000" spc="3">
                <a:latin typeface="Times New Roman"/>
                <a:cs typeface="Times New Roman"/>
              </a:rPr>
              <a:t>t</a:t>
            </a:r>
            <a:r>
              <a:rPr dirty="0" smtClean="0" sz="4000" spc="3">
                <a:latin typeface="Times New Roman"/>
                <a:cs typeface="Times New Roman"/>
              </a:rPr>
              <a:t>ip</a:t>
            </a:r>
            <a:r>
              <a:rPr dirty="0" smtClean="0" sz="4000" spc="3">
                <a:latin typeface="Times New Roman"/>
                <a:cs typeface="Times New Roman"/>
              </a:rPr>
              <a:t>l</a:t>
            </a:r>
            <a:r>
              <a:rPr dirty="0" smtClean="0" sz="4000" spc="3">
                <a:latin typeface="Times New Roman"/>
                <a:cs typeface="Times New Roman"/>
              </a:rPr>
              <a:t>e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290566" y="107099"/>
            <a:ext cx="1343152" cy="533399"/>
          </a:xfrm>
          <a:prstGeom prst="rect">
            <a:avLst/>
          </a:prstGeom>
        </p:spPr>
        <p:txBody>
          <a:bodyPr wrap="square" lIns="0" tIns="26574" rIns="0" bIns="0" rtlCol="0">
            <a:noAutofit/>
          </a:bodyPr>
          <a:lstStyle/>
          <a:p>
            <a:pPr marL="12700">
              <a:lnSpc>
                <a:spcPts val="4185"/>
              </a:lnSpc>
            </a:pPr>
            <a:r>
              <a:rPr dirty="0" smtClean="0" sz="4000">
                <a:latin typeface="Times New Roman"/>
                <a:cs typeface="Times New Roman"/>
              </a:rPr>
              <a:t>Reuse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659118" y="107099"/>
            <a:ext cx="1542796" cy="533399"/>
          </a:xfrm>
          <a:prstGeom prst="rect">
            <a:avLst/>
          </a:prstGeom>
        </p:spPr>
        <p:txBody>
          <a:bodyPr wrap="square" lIns="0" tIns="26574" rIns="0" bIns="0" rtlCol="0">
            <a:noAutofit/>
          </a:bodyPr>
          <a:lstStyle/>
          <a:p>
            <a:pPr marL="12700">
              <a:lnSpc>
                <a:spcPts val="4185"/>
              </a:lnSpc>
            </a:pPr>
            <a:r>
              <a:rPr dirty="0" smtClean="0" sz="4000" spc="2">
                <a:latin typeface="Times New Roman"/>
                <a:cs typeface="Times New Roman"/>
              </a:rPr>
              <a:t>Pat</a:t>
            </a:r>
            <a:r>
              <a:rPr dirty="0" smtClean="0" sz="4000" spc="2">
                <a:latin typeface="Times New Roman"/>
                <a:cs typeface="Times New Roman"/>
              </a:rPr>
              <a:t>t</a:t>
            </a:r>
            <a:r>
              <a:rPr dirty="0" smtClean="0" sz="4000" spc="2">
                <a:latin typeface="Times New Roman"/>
                <a:cs typeface="Times New Roman"/>
              </a:rPr>
              <a:t>ern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1140" y="6472848"/>
            <a:ext cx="5475228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o</a:t>
            </a:r>
            <a:r>
              <a:rPr dirty="0" smtClean="0" sz="1800" spc="0" b="1">
                <a:latin typeface="Georgia"/>
                <a:cs typeface="Georgia"/>
              </a:rPr>
              <a:t>d</a:t>
            </a:r>
            <a:r>
              <a:rPr dirty="0" smtClean="0" sz="1800" spc="0" b="1">
                <a:latin typeface="Georgia"/>
                <a:cs typeface="Georgia"/>
              </a:rPr>
              <a:t>ul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3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S</a:t>
            </a:r>
            <a:r>
              <a:rPr dirty="0" smtClean="0" sz="1800" spc="0" b="1">
                <a:latin typeface="Georgia"/>
                <a:cs typeface="Georgia"/>
              </a:rPr>
              <a:t>istem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K</a:t>
            </a:r>
            <a:r>
              <a:rPr dirty="0" smtClean="0" sz="1800" spc="0" b="1">
                <a:latin typeface="Georgia"/>
                <a:cs typeface="Georgia"/>
              </a:rPr>
              <a:t>o</a:t>
            </a: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unik</a:t>
            </a:r>
            <a:r>
              <a:rPr dirty="0" smtClean="0" sz="1800" spc="0" b="1">
                <a:latin typeface="Georgia"/>
                <a:cs typeface="Georgia"/>
              </a:rPr>
              <a:t>a</a:t>
            </a:r>
            <a:r>
              <a:rPr dirty="0" smtClean="0" sz="1800" spc="0" b="1">
                <a:latin typeface="Georgia"/>
                <a:cs typeface="Georgia"/>
              </a:rPr>
              <a:t>si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B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r>
              <a:rPr dirty="0" smtClean="0" sz="1800" spc="0" b="1">
                <a:latin typeface="Georgia"/>
                <a:cs typeface="Georgia"/>
              </a:rPr>
              <a:t>g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r>
              <a:rPr dirty="0" smtClean="0" sz="1800" spc="0" b="1">
                <a:latin typeface="Georgia"/>
                <a:cs typeface="Georgia"/>
              </a:rPr>
              <a:t>a</a:t>
            </a:r>
            <a:r>
              <a:rPr dirty="0" smtClean="0" sz="1800" spc="0" b="1">
                <a:latin typeface="Georgia"/>
                <a:cs typeface="Georgia"/>
              </a:rPr>
              <a:t>k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S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lul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9438640" y="6472848"/>
            <a:ext cx="354519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-9" b="1">
                <a:latin typeface="Georgia"/>
                <a:cs typeface="Georgia"/>
              </a:rPr>
              <a:t>44</a:t>
            </a:r>
            <a:endParaRPr sz="1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object 28"/>
          <p:cNvSpPr/>
          <p:nvPr/>
        </p:nvSpPr>
        <p:spPr>
          <a:xfrm>
            <a:off x="0" y="6400800"/>
            <a:ext cx="9903460" cy="457196"/>
          </a:xfrm>
          <a:custGeom>
            <a:avLst/>
            <a:gdLst/>
            <a:ahLst/>
            <a:cxnLst/>
            <a:rect l="l" t="t" r="r" b="b"/>
            <a:pathLst>
              <a:path w="9903460" h="457196">
                <a:moveTo>
                  <a:pt x="9903460" y="457196"/>
                </a:moveTo>
                <a:lnTo>
                  <a:pt x="9903460" y="0"/>
                </a:lnTo>
                <a:lnTo>
                  <a:pt x="0" y="0"/>
                </a:lnTo>
                <a:lnTo>
                  <a:pt x="0" y="457196"/>
                </a:lnTo>
                <a:lnTo>
                  <a:pt x="9903460" y="457196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9" name="object 29"/>
          <p:cNvSpPr/>
          <p:nvPr/>
        </p:nvSpPr>
        <p:spPr>
          <a:xfrm>
            <a:off x="153670" y="640207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58419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6" name="object 26"/>
          <p:cNvSpPr/>
          <p:nvPr/>
        </p:nvSpPr>
        <p:spPr>
          <a:xfrm>
            <a:off x="0" y="0"/>
            <a:ext cx="9903460" cy="609600"/>
          </a:xfrm>
          <a:custGeom>
            <a:avLst/>
            <a:gdLst/>
            <a:ahLst/>
            <a:cxnLst/>
            <a:rect l="l" t="t" r="r" b="b"/>
            <a:pathLst>
              <a:path w="9903460" h="609600">
                <a:moveTo>
                  <a:pt x="0" y="609600"/>
                </a:moveTo>
                <a:lnTo>
                  <a:pt x="9903460" y="609600"/>
                </a:lnTo>
                <a:lnTo>
                  <a:pt x="9903460" y="0"/>
                </a:lnTo>
                <a:lnTo>
                  <a:pt x="0" y="0"/>
                </a:lnTo>
                <a:lnTo>
                  <a:pt x="0" y="60960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7" name="object 27"/>
          <p:cNvSpPr/>
          <p:nvPr/>
        </p:nvSpPr>
        <p:spPr>
          <a:xfrm>
            <a:off x="111760" y="60960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76200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1146492" y="54124"/>
            <a:ext cx="3065779" cy="482600"/>
          </a:xfrm>
          <a:prstGeom prst="rect">
            <a:avLst/>
          </a:prstGeom>
        </p:spPr>
        <p:txBody>
          <a:bodyPr wrap="square" lIns="0" tIns="23971" rIns="0" bIns="0" rtlCol="0">
            <a:noAutofit/>
          </a:bodyPr>
          <a:lstStyle/>
          <a:p>
            <a:pPr marL="12700">
              <a:lnSpc>
                <a:spcPts val="3775"/>
              </a:lnSpc>
            </a:pPr>
            <a:r>
              <a:rPr dirty="0" smtClean="0" sz="3600">
                <a:latin typeface="Times New Roman"/>
                <a:cs typeface="Times New Roman"/>
              </a:rPr>
              <a:t>Exa</a:t>
            </a:r>
            <a:r>
              <a:rPr dirty="0" smtClean="0" sz="3600">
                <a:latin typeface="Times New Roman"/>
                <a:cs typeface="Times New Roman"/>
              </a:rPr>
              <a:t>m</a:t>
            </a:r>
            <a:r>
              <a:rPr dirty="0" smtClean="0" sz="3600">
                <a:latin typeface="Times New Roman"/>
                <a:cs typeface="Times New Roman"/>
              </a:rPr>
              <a:t>ple</a:t>
            </a:r>
            <a:r>
              <a:rPr dirty="0" smtClean="0" sz="3600">
                <a:latin typeface="Times New Roman"/>
                <a:cs typeface="Times New Roman"/>
              </a:rPr>
              <a:t> </a:t>
            </a:r>
            <a:r>
              <a:rPr dirty="0" smtClean="0" sz="3600">
                <a:latin typeface="Times New Roman"/>
                <a:cs typeface="Times New Roman"/>
              </a:rPr>
              <a:t>:</a:t>
            </a:r>
            <a:r>
              <a:rPr dirty="0" smtClean="0" sz="3600">
                <a:latin typeface="Times New Roman"/>
                <a:cs typeface="Times New Roman"/>
              </a:rPr>
              <a:t> </a:t>
            </a:r>
            <a:r>
              <a:rPr dirty="0" smtClean="0" sz="3600">
                <a:latin typeface="Times New Roman"/>
                <a:cs typeface="Times New Roman"/>
              </a:rPr>
              <a:t>GSM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232592" y="54124"/>
            <a:ext cx="3811930" cy="482600"/>
          </a:xfrm>
          <a:prstGeom prst="rect">
            <a:avLst/>
          </a:prstGeom>
        </p:spPr>
        <p:txBody>
          <a:bodyPr wrap="square" lIns="0" tIns="23971" rIns="0" bIns="0" rtlCol="0">
            <a:noAutofit/>
          </a:bodyPr>
          <a:lstStyle/>
          <a:p>
            <a:pPr marL="12700">
              <a:lnSpc>
                <a:spcPts val="3775"/>
              </a:lnSpc>
            </a:pPr>
            <a:r>
              <a:rPr dirty="0" smtClean="0" sz="3600" spc="-1">
                <a:latin typeface="Times New Roman"/>
                <a:cs typeface="Times New Roman"/>
              </a:rPr>
              <a:t>Channel</a:t>
            </a:r>
            <a:r>
              <a:rPr dirty="0" smtClean="0" sz="3600" spc="-1">
                <a:latin typeface="Times New Roman"/>
                <a:cs typeface="Times New Roman"/>
              </a:rPr>
              <a:t> </a:t>
            </a:r>
            <a:r>
              <a:rPr dirty="0" smtClean="0" sz="3600" spc="-1">
                <a:latin typeface="Times New Roman"/>
                <a:cs typeface="Times New Roman"/>
              </a:rPr>
              <a:t>Nu</a:t>
            </a:r>
            <a:r>
              <a:rPr dirty="0" smtClean="0" sz="3600" spc="-1">
                <a:latin typeface="Times New Roman"/>
                <a:cs typeface="Times New Roman"/>
              </a:rPr>
              <a:t>m</a:t>
            </a:r>
            <a:r>
              <a:rPr dirty="0" smtClean="0" sz="3600" spc="-1">
                <a:latin typeface="Times New Roman"/>
                <a:cs typeface="Times New Roman"/>
              </a:rPr>
              <a:t>bering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92455" y="1132820"/>
            <a:ext cx="190500" cy="355600"/>
          </a:xfrm>
          <a:prstGeom prst="rect">
            <a:avLst/>
          </a:prstGeom>
        </p:spPr>
        <p:txBody>
          <a:bodyPr wrap="square" lIns="0" tIns="17494" rIns="0" bIns="0" rtlCol="0">
            <a:noAutofit/>
          </a:bodyPr>
          <a:lstStyle/>
          <a:p>
            <a:pPr marL="12700">
              <a:lnSpc>
                <a:spcPts val="2755"/>
              </a:lnSpc>
            </a:pPr>
            <a:r>
              <a:rPr dirty="0" smtClean="0" sz="2600">
                <a:solidFill>
                  <a:srgbClr val="3333CC"/>
                </a:solidFill>
                <a:latin typeface="Times New Roman"/>
                <a:cs typeface="Times New Roman"/>
              </a:rPr>
              <a:t>•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35355" y="1132820"/>
            <a:ext cx="2926414" cy="1636203"/>
          </a:xfrm>
          <a:prstGeom prst="rect">
            <a:avLst/>
          </a:prstGeom>
        </p:spPr>
        <p:txBody>
          <a:bodyPr wrap="square" lIns="0" tIns="17494" rIns="0" bIns="0" rtlCol="0">
            <a:noAutofit/>
          </a:bodyPr>
          <a:lstStyle/>
          <a:p>
            <a:pPr marL="12700" marR="55579">
              <a:lnSpc>
                <a:spcPts val="2755"/>
              </a:lnSpc>
            </a:pPr>
            <a:r>
              <a:rPr dirty="0" smtClean="0" sz="2600" spc="3" u="heavy">
                <a:solidFill>
                  <a:srgbClr val="3333CC"/>
                </a:solidFill>
                <a:latin typeface="Times New Roman"/>
                <a:cs typeface="Times New Roman"/>
              </a:rPr>
              <a:t>GS</a:t>
            </a:r>
            <a:r>
              <a:rPr dirty="0" smtClean="0" sz="2600" spc="3" u="heavy">
                <a:solidFill>
                  <a:srgbClr val="3333CC"/>
                </a:solidFill>
                <a:latin typeface="Times New Roman"/>
                <a:cs typeface="Times New Roman"/>
              </a:rPr>
              <a:t>M</a:t>
            </a:r>
            <a:r>
              <a:rPr dirty="0" smtClean="0" sz="2600" spc="3" u="heavy">
                <a:solidFill>
                  <a:srgbClr val="3333CC"/>
                </a:solidFill>
                <a:latin typeface="Times New Roman"/>
                <a:cs typeface="Times New Roman"/>
              </a:rPr>
              <a:t>900</a:t>
            </a:r>
            <a:endParaRPr sz="2600">
              <a:latin typeface="Times New Roman"/>
              <a:cs typeface="Times New Roman"/>
            </a:endParaRPr>
          </a:p>
          <a:p>
            <a:pPr marL="584200">
              <a:lnSpc>
                <a:spcPts val="2333"/>
              </a:lnSpc>
              <a:spcBef>
                <a:spcPts val="347"/>
              </a:spcBef>
            </a:pPr>
            <a:r>
              <a:rPr dirty="0" smtClean="0" sz="2200" spc="1">
                <a:latin typeface="Times New Roman"/>
                <a:cs typeface="Times New Roman"/>
              </a:rPr>
              <a:t>F</a:t>
            </a:r>
            <a:r>
              <a:rPr dirty="0" smtClean="0" baseline="-21990" sz="2175" spc="1">
                <a:latin typeface="Times New Roman"/>
                <a:cs typeface="Times New Roman"/>
              </a:rPr>
              <a:t>U</a:t>
            </a:r>
            <a:r>
              <a:rPr dirty="0" smtClean="0" sz="2200" spc="1">
                <a:latin typeface="Times New Roman"/>
                <a:cs typeface="Times New Roman"/>
              </a:rPr>
              <a:t>(</a:t>
            </a:r>
            <a:r>
              <a:rPr dirty="0" smtClean="0" sz="2200" spc="1">
                <a:latin typeface="Times New Roman"/>
                <a:cs typeface="Times New Roman"/>
              </a:rPr>
              <a:t>n)</a:t>
            </a:r>
            <a:r>
              <a:rPr dirty="0" smtClean="0" sz="2200" spc="1">
                <a:latin typeface="Times New Roman"/>
                <a:cs typeface="Times New Roman"/>
              </a:rPr>
              <a:t> </a:t>
            </a:r>
            <a:r>
              <a:rPr dirty="0" smtClean="0" sz="2200" spc="1">
                <a:latin typeface="Times New Roman"/>
                <a:cs typeface="Times New Roman"/>
              </a:rPr>
              <a:t>=</a:t>
            </a:r>
            <a:r>
              <a:rPr dirty="0" smtClean="0" sz="2200" spc="1">
                <a:latin typeface="Times New Roman"/>
                <a:cs typeface="Times New Roman"/>
              </a:rPr>
              <a:t> </a:t>
            </a:r>
            <a:r>
              <a:rPr dirty="0" smtClean="0" sz="2200" spc="1">
                <a:latin typeface="Times New Roman"/>
                <a:cs typeface="Times New Roman"/>
              </a:rPr>
              <a:t>890</a:t>
            </a:r>
            <a:r>
              <a:rPr dirty="0" smtClean="0" sz="2200" spc="1">
                <a:latin typeface="Times New Roman"/>
                <a:cs typeface="Times New Roman"/>
              </a:rPr>
              <a:t> </a:t>
            </a:r>
            <a:r>
              <a:rPr dirty="0" smtClean="0" sz="2200" spc="1">
                <a:latin typeface="Times New Roman"/>
                <a:cs typeface="Times New Roman"/>
              </a:rPr>
              <a:t>+</a:t>
            </a:r>
            <a:r>
              <a:rPr dirty="0" smtClean="0" sz="2200" spc="1">
                <a:latin typeface="Times New Roman"/>
                <a:cs typeface="Times New Roman"/>
              </a:rPr>
              <a:t> </a:t>
            </a:r>
            <a:r>
              <a:rPr dirty="0" smtClean="0" sz="2200" spc="1">
                <a:latin typeface="Times New Roman"/>
                <a:cs typeface="Times New Roman"/>
              </a:rPr>
              <a:t>0</a:t>
            </a:r>
            <a:r>
              <a:rPr dirty="0" smtClean="0" sz="2200" spc="1">
                <a:latin typeface="Times New Roman"/>
                <a:cs typeface="Times New Roman"/>
              </a:rPr>
              <a:t>.</a:t>
            </a:r>
            <a:r>
              <a:rPr dirty="0" smtClean="0" sz="2200" spc="1">
                <a:latin typeface="Times New Roman"/>
                <a:cs typeface="Times New Roman"/>
              </a:rPr>
              <a:t>2</a:t>
            </a:r>
            <a:r>
              <a:rPr dirty="0" smtClean="0" sz="2200" spc="-9">
                <a:latin typeface="Symbol"/>
                <a:cs typeface="Symbol"/>
              </a:rPr>
              <a:t></a:t>
            </a:r>
            <a:r>
              <a:rPr dirty="0" smtClean="0" sz="2200" spc="1">
                <a:latin typeface="Times New Roman"/>
                <a:cs typeface="Times New Roman"/>
              </a:rPr>
              <a:t>n</a:t>
            </a:r>
            <a:endParaRPr sz="2200">
              <a:latin typeface="Times New Roman"/>
              <a:cs typeface="Times New Roman"/>
            </a:endParaRPr>
          </a:p>
          <a:p>
            <a:pPr marL="584200" marR="55579">
              <a:lnSpc>
                <a:spcPts val="2333"/>
              </a:lnSpc>
              <a:spcBef>
                <a:spcPts val="794"/>
              </a:spcBef>
            </a:pPr>
            <a:r>
              <a:rPr dirty="0" smtClean="0" sz="2200" spc="2">
                <a:latin typeface="Times New Roman"/>
                <a:cs typeface="Times New Roman"/>
              </a:rPr>
              <a:t>F</a:t>
            </a:r>
            <a:r>
              <a:rPr dirty="0" smtClean="0" baseline="-21990" sz="2175" spc="2">
                <a:latin typeface="Times New Roman"/>
                <a:cs typeface="Times New Roman"/>
              </a:rPr>
              <a:t>D</a:t>
            </a:r>
            <a:r>
              <a:rPr dirty="0" smtClean="0" sz="2200" spc="2">
                <a:latin typeface="Times New Roman"/>
                <a:cs typeface="Times New Roman"/>
              </a:rPr>
              <a:t>(</a:t>
            </a:r>
            <a:r>
              <a:rPr dirty="0" smtClean="0" sz="2200" spc="2">
                <a:latin typeface="Times New Roman"/>
                <a:cs typeface="Times New Roman"/>
              </a:rPr>
              <a:t>n)</a:t>
            </a:r>
            <a:r>
              <a:rPr dirty="0" smtClean="0" sz="2200" spc="2">
                <a:latin typeface="Times New Roman"/>
                <a:cs typeface="Times New Roman"/>
              </a:rPr>
              <a:t> </a:t>
            </a:r>
            <a:r>
              <a:rPr dirty="0" smtClean="0" sz="2200" spc="2">
                <a:latin typeface="Times New Roman"/>
                <a:cs typeface="Times New Roman"/>
              </a:rPr>
              <a:t>=</a:t>
            </a:r>
            <a:r>
              <a:rPr dirty="0" smtClean="0" sz="2200" spc="2">
                <a:latin typeface="Times New Roman"/>
                <a:cs typeface="Times New Roman"/>
              </a:rPr>
              <a:t> </a:t>
            </a:r>
            <a:r>
              <a:rPr dirty="0" smtClean="0" sz="2200" spc="2">
                <a:latin typeface="Times New Roman"/>
                <a:cs typeface="Times New Roman"/>
              </a:rPr>
              <a:t>F</a:t>
            </a:r>
            <a:r>
              <a:rPr dirty="0" smtClean="0" baseline="-21990" sz="2175" spc="2">
                <a:latin typeface="Times New Roman"/>
                <a:cs typeface="Times New Roman"/>
              </a:rPr>
              <a:t>u</a:t>
            </a:r>
            <a:r>
              <a:rPr dirty="0" smtClean="0" sz="2200" spc="2">
                <a:latin typeface="Times New Roman"/>
                <a:cs typeface="Times New Roman"/>
              </a:rPr>
              <a:t>(</a:t>
            </a:r>
            <a:r>
              <a:rPr dirty="0" smtClean="0" sz="2200" spc="2">
                <a:latin typeface="Times New Roman"/>
                <a:cs typeface="Times New Roman"/>
              </a:rPr>
              <a:t>n)</a:t>
            </a:r>
            <a:r>
              <a:rPr dirty="0" smtClean="0" sz="2200" spc="2">
                <a:latin typeface="Times New Roman"/>
                <a:cs typeface="Times New Roman"/>
              </a:rPr>
              <a:t> </a:t>
            </a:r>
            <a:r>
              <a:rPr dirty="0" smtClean="0" sz="2200" spc="2">
                <a:latin typeface="Times New Roman"/>
                <a:cs typeface="Times New Roman"/>
              </a:rPr>
              <a:t>+</a:t>
            </a:r>
            <a:r>
              <a:rPr dirty="0" smtClean="0" sz="2200" spc="2">
                <a:latin typeface="Times New Roman"/>
                <a:cs typeface="Times New Roman"/>
              </a:rPr>
              <a:t> </a:t>
            </a:r>
            <a:r>
              <a:rPr dirty="0" smtClean="0" sz="2200" spc="2">
                <a:latin typeface="Times New Roman"/>
                <a:cs typeface="Times New Roman"/>
              </a:rPr>
              <a:t>45</a:t>
            </a:r>
            <a:endParaRPr sz="2200">
              <a:latin typeface="Times New Roman"/>
              <a:cs typeface="Times New Roman"/>
            </a:endParaRPr>
          </a:p>
          <a:p>
            <a:pPr marL="12700" marR="55579">
              <a:lnSpc>
                <a:spcPct val="95825"/>
              </a:lnSpc>
              <a:spcBef>
                <a:spcPts val="919"/>
              </a:spcBef>
            </a:pPr>
            <a:r>
              <a:rPr dirty="0" smtClean="0" sz="2600" spc="-1" u="heavy">
                <a:solidFill>
                  <a:srgbClr val="3333CC"/>
                </a:solidFill>
                <a:latin typeface="Times New Roman"/>
                <a:cs typeface="Times New Roman"/>
              </a:rPr>
              <a:t>E</a:t>
            </a:r>
            <a:r>
              <a:rPr dirty="0" smtClean="0" sz="2600" spc="-1" u="heavy">
                <a:solidFill>
                  <a:srgbClr val="3333CC"/>
                </a:solidFill>
                <a:latin typeface="Times New Roman"/>
                <a:cs typeface="Times New Roman"/>
              </a:rPr>
              <a:t>-</a:t>
            </a:r>
            <a:r>
              <a:rPr dirty="0" smtClean="0" sz="2600" spc="-1" u="heavy">
                <a:solidFill>
                  <a:srgbClr val="3333CC"/>
                </a:solidFill>
                <a:latin typeface="Times New Roman"/>
                <a:cs typeface="Times New Roman"/>
              </a:rPr>
              <a:t>GSM</a:t>
            </a:r>
            <a:r>
              <a:rPr dirty="0" smtClean="0" sz="2600" spc="-1" u="heavy">
                <a:solidFill>
                  <a:srgbClr val="3333CC"/>
                </a:solidFill>
                <a:latin typeface="Times New Roman"/>
                <a:cs typeface="Times New Roman"/>
              </a:rPr>
              <a:t>900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250944" y="1587845"/>
            <a:ext cx="1331476" cy="706374"/>
          </a:xfrm>
          <a:prstGeom prst="rect">
            <a:avLst/>
          </a:prstGeom>
        </p:spPr>
        <p:txBody>
          <a:bodyPr wrap="square" lIns="0" tIns="14890" rIns="0" bIns="0" rtlCol="0">
            <a:noAutofit/>
          </a:bodyPr>
          <a:lstStyle/>
          <a:p>
            <a:pPr marL="12700" marR="42579">
              <a:lnSpc>
                <a:spcPts val="2345"/>
              </a:lnSpc>
            </a:pPr>
            <a:r>
              <a:rPr dirty="0" smtClean="0" sz="2200" spc="0">
                <a:latin typeface="Times New Roman"/>
                <a:cs typeface="Times New Roman"/>
              </a:rPr>
              <a:t>(</a:t>
            </a:r>
            <a:r>
              <a:rPr dirty="0" smtClean="0" sz="2200" spc="0">
                <a:latin typeface="Times New Roman"/>
                <a:cs typeface="Times New Roman"/>
              </a:rPr>
              <a:t>MHz)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2091"/>
              </a:lnSpc>
              <a:spcBef>
                <a:spcPts val="357"/>
              </a:spcBef>
            </a:pPr>
            <a:r>
              <a:rPr dirty="0" smtClean="0" sz="2200" spc="0">
                <a:latin typeface="Times New Roman"/>
                <a:cs typeface="Times New Roman"/>
              </a:rPr>
              <a:t>(</a:t>
            </a:r>
            <a:r>
              <a:rPr dirty="0" smtClean="0" sz="2200" spc="0">
                <a:latin typeface="Times New Roman"/>
                <a:cs typeface="Times New Roman"/>
              </a:rPr>
              <a:t>MHz)</a:t>
            </a:r>
            <a:r>
              <a:rPr dirty="0" smtClean="0" sz="2200" spc="0">
                <a:latin typeface="Times New Roman"/>
                <a:cs typeface="Times New Roman"/>
              </a:rPr>
              <a:t> </a:t>
            </a:r>
            <a:r>
              <a:rPr dirty="0" smtClean="0" sz="2200" spc="0">
                <a:latin typeface="Times New Roman"/>
                <a:cs typeface="Times New Roman"/>
              </a:rPr>
              <a:t> </a:t>
            </a:r>
            <a:r>
              <a:rPr dirty="0" smtClean="0" sz="2200" spc="0">
                <a:latin typeface="Times New Roman"/>
                <a:cs typeface="Times New Roman"/>
              </a:rPr>
              <a:t>1</a:t>
            </a:r>
            <a:r>
              <a:rPr dirty="0" smtClean="0" sz="2200" spc="0">
                <a:latin typeface="Times New Roman"/>
                <a:cs typeface="Times New Roman"/>
              </a:rPr>
              <a:t> </a:t>
            </a:r>
            <a:r>
              <a:rPr dirty="0" smtClean="0" sz="2200" spc="0">
                <a:latin typeface="Symbol"/>
                <a:cs typeface="Symbol"/>
              </a:rPr>
              <a:t></a:t>
            </a:r>
            <a:endParaRPr sz="2200">
              <a:latin typeface="Symbol"/>
              <a:cs typeface="Symbo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584825" y="1984956"/>
            <a:ext cx="432189" cy="309262"/>
          </a:xfrm>
          <a:prstGeom prst="rect">
            <a:avLst/>
          </a:prstGeom>
        </p:spPr>
        <p:txBody>
          <a:bodyPr wrap="square" lIns="0" tIns="15176" rIns="0" bIns="0" rtlCol="0">
            <a:noAutofit/>
          </a:bodyPr>
          <a:lstStyle/>
          <a:p>
            <a:pPr marL="12700">
              <a:lnSpc>
                <a:spcPts val="2390"/>
              </a:lnSpc>
            </a:pPr>
            <a:r>
              <a:rPr dirty="0" smtClean="0" sz="2200" spc="4">
                <a:latin typeface="Times New Roman"/>
                <a:cs typeface="Times New Roman"/>
              </a:rPr>
              <a:t>n</a:t>
            </a:r>
            <a:r>
              <a:rPr dirty="0" smtClean="0" sz="2200" spc="4">
                <a:latin typeface="Times New Roman"/>
                <a:cs typeface="Times New Roman"/>
              </a:rPr>
              <a:t> </a:t>
            </a:r>
            <a:r>
              <a:rPr dirty="0" smtClean="0" sz="2200" spc="0">
                <a:latin typeface="Symbol"/>
                <a:cs typeface="Symbol"/>
              </a:rPr>
              <a:t></a:t>
            </a:r>
            <a:endParaRPr sz="2200">
              <a:latin typeface="Symbol"/>
              <a:cs typeface="Symbo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019165" y="1989419"/>
            <a:ext cx="486410" cy="304800"/>
          </a:xfrm>
          <a:prstGeom prst="rect">
            <a:avLst/>
          </a:prstGeom>
        </p:spPr>
        <p:txBody>
          <a:bodyPr wrap="square" lIns="0" tIns="14890" rIns="0" bIns="0" rtlCol="0">
            <a:noAutofit/>
          </a:bodyPr>
          <a:lstStyle/>
          <a:p>
            <a:pPr marL="12700">
              <a:lnSpc>
                <a:spcPts val="2345"/>
              </a:lnSpc>
            </a:pPr>
            <a:r>
              <a:rPr dirty="0" smtClean="0" sz="2200">
                <a:latin typeface="Times New Roman"/>
                <a:cs typeface="Times New Roman"/>
              </a:rPr>
              <a:t>124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92455" y="2413106"/>
            <a:ext cx="190658" cy="355917"/>
          </a:xfrm>
          <a:prstGeom prst="rect">
            <a:avLst/>
          </a:prstGeom>
        </p:spPr>
        <p:txBody>
          <a:bodyPr wrap="square" lIns="0" tIns="17494" rIns="0" bIns="0" rtlCol="0">
            <a:noAutofit/>
          </a:bodyPr>
          <a:lstStyle/>
          <a:p>
            <a:pPr marL="12700">
              <a:lnSpc>
                <a:spcPts val="2755"/>
              </a:lnSpc>
            </a:pPr>
            <a:r>
              <a:rPr dirty="0" smtClean="0" sz="2600">
                <a:solidFill>
                  <a:srgbClr val="3333CC"/>
                </a:solidFill>
                <a:latin typeface="Times New Roman"/>
                <a:cs typeface="Times New Roman"/>
              </a:rPr>
              <a:t>•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506855" y="2864177"/>
            <a:ext cx="4019809" cy="359358"/>
          </a:xfrm>
          <a:prstGeom prst="rect">
            <a:avLst/>
          </a:prstGeom>
        </p:spPr>
        <p:txBody>
          <a:bodyPr wrap="square" lIns="0" tIns="17589" rIns="0" bIns="0" rtlCol="0">
            <a:noAutofit/>
          </a:bodyPr>
          <a:lstStyle/>
          <a:p>
            <a:pPr marL="12700">
              <a:lnSpc>
                <a:spcPts val="2770"/>
              </a:lnSpc>
            </a:pPr>
            <a:r>
              <a:rPr dirty="0" smtClean="0" baseline="7905" sz="3300" spc="1">
                <a:latin typeface="Times New Roman"/>
                <a:cs typeface="Times New Roman"/>
              </a:rPr>
              <a:t>F</a:t>
            </a:r>
            <a:r>
              <a:rPr dirty="0" smtClean="0" baseline="-9995" sz="2175" spc="1">
                <a:latin typeface="Times New Roman"/>
                <a:cs typeface="Times New Roman"/>
              </a:rPr>
              <a:t>U</a:t>
            </a:r>
            <a:r>
              <a:rPr dirty="0" smtClean="0" baseline="7905" sz="3300" spc="1">
                <a:latin typeface="Times New Roman"/>
                <a:cs typeface="Times New Roman"/>
              </a:rPr>
              <a:t>(</a:t>
            </a:r>
            <a:r>
              <a:rPr dirty="0" smtClean="0" baseline="7905" sz="3300" spc="1">
                <a:latin typeface="Times New Roman"/>
                <a:cs typeface="Times New Roman"/>
              </a:rPr>
              <a:t>n)</a:t>
            </a:r>
            <a:r>
              <a:rPr dirty="0" smtClean="0" baseline="7905" sz="3300" spc="1">
                <a:latin typeface="Times New Roman"/>
                <a:cs typeface="Times New Roman"/>
              </a:rPr>
              <a:t> </a:t>
            </a:r>
            <a:r>
              <a:rPr dirty="0" smtClean="0" baseline="7905" sz="3300" spc="1">
                <a:latin typeface="Times New Roman"/>
                <a:cs typeface="Times New Roman"/>
              </a:rPr>
              <a:t>=</a:t>
            </a:r>
            <a:r>
              <a:rPr dirty="0" smtClean="0" baseline="7905" sz="3300" spc="1">
                <a:latin typeface="Times New Roman"/>
                <a:cs typeface="Times New Roman"/>
              </a:rPr>
              <a:t> </a:t>
            </a:r>
            <a:r>
              <a:rPr dirty="0" smtClean="0" baseline="7905" sz="3300" spc="1">
                <a:latin typeface="Times New Roman"/>
                <a:cs typeface="Times New Roman"/>
              </a:rPr>
              <a:t>890</a:t>
            </a:r>
            <a:r>
              <a:rPr dirty="0" smtClean="0" baseline="7905" sz="3300" spc="1">
                <a:latin typeface="Times New Roman"/>
                <a:cs typeface="Times New Roman"/>
              </a:rPr>
              <a:t> </a:t>
            </a:r>
            <a:r>
              <a:rPr dirty="0" smtClean="0" baseline="7905" sz="3300" spc="1">
                <a:latin typeface="Times New Roman"/>
                <a:cs typeface="Times New Roman"/>
              </a:rPr>
              <a:t>+</a:t>
            </a:r>
            <a:r>
              <a:rPr dirty="0" smtClean="0" baseline="7905" sz="3300" spc="1">
                <a:latin typeface="Times New Roman"/>
                <a:cs typeface="Times New Roman"/>
              </a:rPr>
              <a:t> </a:t>
            </a:r>
            <a:r>
              <a:rPr dirty="0" smtClean="0" baseline="7905" sz="3300" spc="1">
                <a:latin typeface="Times New Roman"/>
                <a:cs typeface="Times New Roman"/>
              </a:rPr>
              <a:t>0</a:t>
            </a:r>
            <a:r>
              <a:rPr dirty="0" smtClean="0" baseline="7905" sz="3300" spc="1">
                <a:latin typeface="Times New Roman"/>
                <a:cs typeface="Times New Roman"/>
              </a:rPr>
              <a:t>.</a:t>
            </a:r>
            <a:r>
              <a:rPr dirty="0" smtClean="0" baseline="7905" sz="3300" spc="1">
                <a:latin typeface="Times New Roman"/>
                <a:cs typeface="Times New Roman"/>
              </a:rPr>
              <a:t>2</a:t>
            </a:r>
            <a:r>
              <a:rPr dirty="0" smtClean="0" sz="2200" spc="-9">
                <a:latin typeface="Symbol"/>
                <a:cs typeface="Symbol"/>
              </a:rPr>
              <a:t></a:t>
            </a:r>
            <a:r>
              <a:rPr dirty="0" smtClean="0" baseline="7905" sz="3300" spc="1">
                <a:latin typeface="Times New Roman"/>
                <a:cs typeface="Times New Roman"/>
              </a:rPr>
              <a:t>(</a:t>
            </a:r>
            <a:r>
              <a:rPr dirty="0" smtClean="0" baseline="7905" sz="3300" spc="1">
                <a:latin typeface="Times New Roman"/>
                <a:cs typeface="Times New Roman"/>
              </a:rPr>
              <a:t>n</a:t>
            </a:r>
            <a:r>
              <a:rPr dirty="0" smtClean="0" baseline="7905" sz="3300" spc="1">
                <a:latin typeface="Times New Roman"/>
                <a:cs typeface="Times New Roman"/>
              </a:rPr>
              <a:t>-</a:t>
            </a:r>
            <a:r>
              <a:rPr dirty="0" smtClean="0" baseline="7905" sz="3300" spc="1">
                <a:latin typeface="Times New Roman"/>
                <a:cs typeface="Times New Roman"/>
              </a:rPr>
              <a:t>1024)</a:t>
            </a:r>
            <a:r>
              <a:rPr dirty="0" smtClean="0" baseline="7905" sz="3300" spc="1">
                <a:latin typeface="Times New Roman"/>
                <a:cs typeface="Times New Roman"/>
              </a:rPr>
              <a:t> </a:t>
            </a:r>
            <a:r>
              <a:rPr dirty="0" smtClean="0" baseline="7905" sz="3300" spc="1">
                <a:latin typeface="Times New Roman"/>
                <a:cs typeface="Times New Roman"/>
              </a:rPr>
              <a:t>(</a:t>
            </a:r>
            <a:r>
              <a:rPr dirty="0" smtClean="0" baseline="7905" sz="3300" spc="1">
                <a:latin typeface="Times New Roman"/>
                <a:cs typeface="Times New Roman"/>
              </a:rPr>
              <a:t>MHz)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080125" y="2864177"/>
            <a:ext cx="1772573" cy="309262"/>
          </a:xfrm>
          <a:prstGeom prst="rect">
            <a:avLst/>
          </a:prstGeom>
        </p:spPr>
        <p:txBody>
          <a:bodyPr wrap="square" lIns="0" tIns="15176" rIns="0" bIns="0" rtlCol="0">
            <a:noAutofit/>
          </a:bodyPr>
          <a:lstStyle/>
          <a:p>
            <a:pPr marL="12700">
              <a:lnSpc>
                <a:spcPts val="2390"/>
              </a:lnSpc>
            </a:pPr>
            <a:r>
              <a:rPr dirty="0" smtClean="0" sz="2200">
                <a:latin typeface="Times New Roman"/>
                <a:cs typeface="Times New Roman"/>
              </a:rPr>
              <a:t>974</a:t>
            </a:r>
            <a:r>
              <a:rPr dirty="0" smtClean="0" sz="2200">
                <a:latin typeface="Times New Roman"/>
                <a:cs typeface="Times New Roman"/>
              </a:rPr>
              <a:t> </a:t>
            </a:r>
            <a:r>
              <a:rPr dirty="0" smtClean="0" sz="2200">
                <a:latin typeface="Symbol"/>
                <a:cs typeface="Symbol"/>
              </a:rPr>
              <a:t></a:t>
            </a:r>
            <a:r>
              <a:rPr dirty="0" smtClean="0" sz="2200">
                <a:latin typeface="Times New Roman"/>
                <a:cs typeface="Times New Roman"/>
              </a:rPr>
              <a:t> </a:t>
            </a:r>
            <a:r>
              <a:rPr dirty="0" smtClean="0" sz="2200">
                <a:latin typeface="Times New Roman"/>
                <a:cs typeface="Times New Roman"/>
              </a:rPr>
              <a:t>n</a:t>
            </a:r>
            <a:r>
              <a:rPr dirty="0" smtClean="0" sz="2200">
                <a:latin typeface="Times New Roman"/>
                <a:cs typeface="Times New Roman"/>
              </a:rPr>
              <a:t> </a:t>
            </a:r>
            <a:r>
              <a:rPr dirty="0" smtClean="0" sz="2200">
                <a:latin typeface="Symbol"/>
                <a:cs typeface="Symbol"/>
              </a:rPr>
              <a:t></a:t>
            </a:r>
            <a:r>
              <a:rPr dirty="0" smtClean="0" sz="2200">
                <a:latin typeface="Times New Roman"/>
                <a:cs typeface="Times New Roman"/>
              </a:rPr>
              <a:t> </a:t>
            </a:r>
            <a:r>
              <a:rPr dirty="0" smtClean="0" sz="2200">
                <a:latin typeface="Times New Roman"/>
                <a:cs typeface="Times New Roman"/>
              </a:rPr>
              <a:t>1023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506855" y="3269833"/>
            <a:ext cx="2143057" cy="355150"/>
          </a:xfrm>
          <a:prstGeom prst="rect">
            <a:avLst/>
          </a:prstGeom>
        </p:spPr>
        <p:txBody>
          <a:bodyPr wrap="square" lIns="0" tIns="17367" rIns="0" bIns="0" rtlCol="0">
            <a:noAutofit/>
          </a:bodyPr>
          <a:lstStyle/>
          <a:p>
            <a:pPr marL="12700">
              <a:lnSpc>
                <a:spcPts val="2735"/>
              </a:lnSpc>
            </a:pPr>
            <a:r>
              <a:rPr dirty="0" smtClean="0" baseline="7905" sz="3300" spc="2">
                <a:latin typeface="Times New Roman"/>
                <a:cs typeface="Times New Roman"/>
              </a:rPr>
              <a:t>F</a:t>
            </a:r>
            <a:r>
              <a:rPr dirty="0" smtClean="0" baseline="-7996" sz="2175" spc="2">
                <a:latin typeface="Times New Roman"/>
                <a:cs typeface="Times New Roman"/>
              </a:rPr>
              <a:t>D</a:t>
            </a:r>
            <a:r>
              <a:rPr dirty="0" smtClean="0" baseline="7905" sz="3300" spc="2">
                <a:latin typeface="Times New Roman"/>
                <a:cs typeface="Times New Roman"/>
              </a:rPr>
              <a:t>(</a:t>
            </a:r>
            <a:r>
              <a:rPr dirty="0" smtClean="0" baseline="7905" sz="3300" spc="2">
                <a:latin typeface="Times New Roman"/>
                <a:cs typeface="Times New Roman"/>
              </a:rPr>
              <a:t>n)</a:t>
            </a:r>
            <a:r>
              <a:rPr dirty="0" smtClean="0" baseline="7905" sz="3300" spc="2">
                <a:latin typeface="Times New Roman"/>
                <a:cs typeface="Times New Roman"/>
              </a:rPr>
              <a:t> </a:t>
            </a:r>
            <a:r>
              <a:rPr dirty="0" smtClean="0" baseline="7905" sz="3300" spc="2">
                <a:latin typeface="Times New Roman"/>
                <a:cs typeface="Times New Roman"/>
              </a:rPr>
              <a:t>=</a:t>
            </a:r>
            <a:r>
              <a:rPr dirty="0" smtClean="0" baseline="7905" sz="3300" spc="2">
                <a:latin typeface="Times New Roman"/>
                <a:cs typeface="Times New Roman"/>
              </a:rPr>
              <a:t> </a:t>
            </a:r>
            <a:r>
              <a:rPr dirty="0" smtClean="0" baseline="7905" sz="3300" spc="2">
                <a:latin typeface="Times New Roman"/>
                <a:cs typeface="Times New Roman"/>
              </a:rPr>
              <a:t>F</a:t>
            </a:r>
            <a:r>
              <a:rPr dirty="0" smtClean="0" baseline="-7996" sz="2175" spc="2">
                <a:latin typeface="Times New Roman"/>
                <a:cs typeface="Times New Roman"/>
              </a:rPr>
              <a:t>u</a:t>
            </a:r>
            <a:r>
              <a:rPr dirty="0" smtClean="0" baseline="7905" sz="3300" spc="2">
                <a:latin typeface="Times New Roman"/>
                <a:cs typeface="Times New Roman"/>
              </a:rPr>
              <a:t>(</a:t>
            </a:r>
            <a:r>
              <a:rPr dirty="0" smtClean="0" baseline="7905" sz="3300" spc="2">
                <a:latin typeface="Times New Roman"/>
                <a:cs typeface="Times New Roman"/>
              </a:rPr>
              <a:t>n)</a:t>
            </a:r>
            <a:r>
              <a:rPr dirty="0" smtClean="0" baseline="7905" sz="3300" spc="2">
                <a:latin typeface="Times New Roman"/>
                <a:cs typeface="Times New Roman"/>
              </a:rPr>
              <a:t> </a:t>
            </a:r>
            <a:r>
              <a:rPr dirty="0" smtClean="0" baseline="7905" sz="3300" spc="2">
                <a:latin typeface="Times New Roman"/>
                <a:cs typeface="Times New Roman"/>
              </a:rPr>
              <a:t>+</a:t>
            </a:r>
            <a:r>
              <a:rPr dirty="0" smtClean="0" baseline="7905" sz="3300" spc="2">
                <a:latin typeface="Times New Roman"/>
                <a:cs typeface="Times New Roman"/>
              </a:rPr>
              <a:t> </a:t>
            </a:r>
            <a:r>
              <a:rPr dirty="0" smtClean="0" baseline="7905" sz="3300" spc="2">
                <a:latin typeface="Times New Roman"/>
                <a:cs typeface="Times New Roman"/>
              </a:rPr>
              <a:t>45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250944" y="3269833"/>
            <a:ext cx="828116" cy="304800"/>
          </a:xfrm>
          <a:prstGeom prst="rect">
            <a:avLst/>
          </a:prstGeom>
        </p:spPr>
        <p:txBody>
          <a:bodyPr wrap="square" lIns="0" tIns="14890" rIns="0" bIns="0" rtlCol="0">
            <a:noAutofit/>
          </a:bodyPr>
          <a:lstStyle/>
          <a:p>
            <a:pPr marL="12700">
              <a:lnSpc>
                <a:spcPts val="2345"/>
              </a:lnSpc>
            </a:pPr>
            <a:r>
              <a:rPr dirty="0" smtClean="0" sz="2200" spc="0">
                <a:latin typeface="Times New Roman"/>
                <a:cs typeface="Times New Roman"/>
              </a:rPr>
              <a:t>(</a:t>
            </a:r>
            <a:r>
              <a:rPr dirty="0" smtClean="0" sz="2200" spc="0">
                <a:latin typeface="Times New Roman"/>
                <a:cs typeface="Times New Roman"/>
              </a:rPr>
              <a:t>MHz)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06855" y="3671534"/>
            <a:ext cx="6425692" cy="304800"/>
          </a:xfrm>
          <a:prstGeom prst="rect">
            <a:avLst/>
          </a:prstGeom>
        </p:spPr>
        <p:txBody>
          <a:bodyPr wrap="square" lIns="0" tIns="14890" rIns="0" bIns="0" rtlCol="0">
            <a:noAutofit/>
          </a:bodyPr>
          <a:lstStyle/>
          <a:p>
            <a:pPr marL="12700">
              <a:lnSpc>
                <a:spcPts val="2345"/>
              </a:lnSpc>
            </a:pPr>
            <a:r>
              <a:rPr dirty="0" smtClean="0" sz="2200" spc="-1">
                <a:latin typeface="Times New Roman"/>
                <a:cs typeface="Times New Roman"/>
              </a:rPr>
              <a:t>n</a:t>
            </a:r>
            <a:r>
              <a:rPr dirty="0" smtClean="0" sz="2200" spc="-1">
                <a:latin typeface="Times New Roman"/>
                <a:cs typeface="Times New Roman"/>
              </a:rPr>
              <a:t> </a:t>
            </a:r>
            <a:r>
              <a:rPr dirty="0" smtClean="0" sz="2200" spc="-1">
                <a:latin typeface="Times New Roman"/>
                <a:cs typeface="Times New Roman"/>
              </a:rPr>
              <a:t>i</a:t>
            </a:r>
            <a:r>
              <a:rPr dirty="0" smtClean="0" sz="2200" spc="-1">
                <a:latin typeface="Times New Roman"/>
                <a:cs typeface="Times New Roman"/>
              </a:rPr>
              <a:t>s</a:t>
            </a:r>
            <a:r>
              <a:rPr dirty="0" smtClean="0" sz="2200" spc="-1">
                <a:latin typeface="Times New Roman"/>
                <a:cs typeface="Times New Roman"/>
              </a:rPr>
              <a:t> </a:t>
            </a:r>
            <a:r>
              <a:rPr dirty="0" smtClean="0" sz="2200" spc="-1">
                <a:latin typeface="Times New Roman"/>
                <a:cs typeface="Times New Roman"/>
              </a:rPr>
              <a:t>ca</a:t>
            </a:r>
            <a:r>
              <a:rPr dirty="0" smtClean="0" sz="2200" spc="-1">
                <a:latin typeface="Times New Roman"/>
                <a:cs typeface="Times New Roman"/>
              </a:rPr>
              <a:t>l</a:t>
            </a:r>
            <a:r>
              <a:rPr dirty="0" smtClean="0" sz="2200" spc="-1">
                <a:latin typeface="Times New Roman"/>
                <a:cs typeface="Times New Roman"/>
              </a:rPr>
              <a:t>l</a:t>
            </a:r>
            <a:r>
              <a:rPr dirty="0" smtClean="0" sz="2200" spc="-1">
                <a:latin typeface="Times New Roman"/>
                <a:cs typeface="Times New Roman"/>
              </a:rPr>
              <a:t>ed</a:t>
            </a:r>
            <a:r>
              <a:rPr dirty="0" smtClean="0" sz="2200" spc="-1">
                <a:latin typeface="Times New Roman"/>
                <a:cs typeface="Times New Roman"/>
              </a:rPr>
              <a:t> </a:t>
            </a:r>
            <a:r>
              <a:rPr dirty="0" smtClean="0" sz="2200" spc="-1" i="1" u="heavy">
                <a:latin typeface="Times New Roman"/>
                <a:cs typeface="Times New Roman"/>
              </a:rPr>
              <a:t>Abso</a:t>
            </a:r>
            <a:r>
              <a:rPr dirty="0" smtClean="0" sz="2200" spc="-1" i="1" u="heavy">
                <a:latin typeface="Times New Roman"/>
                <a:cs typeface="Times New Roman"/>
              </a:rPr>
              <a:t>l</a:t>
            </a:r>
            <a:r>
              <a:rPr dirty="0" smtClean="0" sz="2200" spc="-1" i="1" u="heavy">
                <a:latin typeface="Times New Roman"/>
                <a:cs typeface="Times New Roman"/>
              </a:rPr>
              <a:t>u</a:t>
            </a:r>
            <a:r>
              <a:rPr dirty="0" smtClean="0" sz="2200" spc="-1" i="1" u="heavy">
                <a:latin typeface="Times New Roman"/>
                <a:cs typeface="Times New Roman"/>
              </a:rPr>
              <a:t>t</a:t>
            </a:r>
            <a:r>
              <a:rPr dirty="0" smtClean="0" sz="2200" spc="-1" i="1" u="heavy">
                <a:latin typeface="Times New Roman"/>
                <a:cs typeface="Times New Roman"/>
              </a:rPr>
              <a:t>e</a:t>
            </a:r>
            <a:r>
              <a:rPr dirty="0" smtClean="0" sz="2200" spc="-1" i="1" u="heavy">
                <a:latin typeface="Times New Roman"/>
                <a:cs typeface="Times New Roman"/>
              </a:rPr>
              <a:t>l</a:t>
            </a:r>
            <a:r>
              <a:rPr dirty="0" smtClean="0" sz="2200" spc="-1" i="1" u="heavy">
                <a:latin typeface="Times New Roman"/>
                <a:cs typeface="Times New Roman"/>
              </a:rPr>
              <a:t>y</a:t>
            </a:r>
            <a:r>
              <a:rPr dirty="0" smtClean="0" sz="2200" spc="-1" i="1" u="heavy">
                <a:latin typeface="Times New Roman"/>
                <a:cs typeface="Times New Roman"/>
              </a:rPr>
              <a:t> </a:t>
            </a:r>
            <a:r>
              <a:rPr dirty="0" smtClean="0" sz="2200" spc="-1" i="1" u="heavy">
                <a:latin typeface="Times New Roman"/>
                <a:cs typeface="Times New Roman"/>
              </a:rPr>
              <a:t>Radio</a:t>
            </a:r>
            <a:r>
              <a:rPr dirty="0" smtClean="0" sz="2200" spc="-1" i="1" u="heavy">
                <a:latin typeface="Times New Roman"/>
                <a:cs typeface="Times New Roman"/>
              </a:rPr>
              <a:t> </a:t>
            </a:r>
            <a:r>
              <a:rPr dirty="0" smtClean="0" sz="2200" spc="-1" i="1" u="heavy">
                <a:latin typeface="Times New Roman"/>
                <a:cs typeface="Times New Roman"/>
              </a:rPr>
              <a:t>F</a:t>
            </a:r>
            <a:r>
              <a:rPr dirty="0" smtClean="0" sz="2200" spc="-1" i="1" u="heavy">
                <a:latin typeface="Times New Roman"/>
                <a:cs typeface="Times New Roman"/>
              </a:rPr>
              <a:t>r</a:t>
            </a:r>
            <a:r>
              <a:rPr dirty="0" smtClean="0" sz="2200" spc="-1" i="1" u="heavy">
                <a:latin typeface="Times New Roman"/>
                <a:cs typeface="Times New Roman"/>
              </a:rPr>
              <a:t>equen</a:t>
            </a:r>
            <a:r>
              <a:rPr dirty="0" smtClean="0" sz="2200" spc="-1" i="1" u="heavy">
                <a:latin typeface="Times New Roman"/>
                <a:cs typeface="Times New Roman"/>
              </a:rPr>
              <a:t>c</a:t>
            </a:r>
            <a:r>
              <a:rPr dirty="0" smtClean="0" sz="2200" spc="-1" i="1" u="heavy">
                <a:latin typeface="Times New Roman"/>
                <a:cs typeface="Times New Roman"/>
              </a:rPr>
              <a:t>y</a:t>
            </a:r>
            <a:r>
              <a:rPr dirty="0" smtClean="0" sz="2200" spc="-1" i="1" u="heavy">
                <a:latin typeface="Times New Roman"/>
                <a:cs typeface="Times New Roman"/>
              </a:rPr>
              <a:t> </a:t>
            </a:r>
            <a:r>
              <a:rPr dirty="0" smtClean="0" sz="2200" spc="-1" i="1" u="heavy">
                <a:latin typeface="Times New Roman"/>
                <a:cs typeface="Times New Roman"/>
              </a:rPr>
              <a:t>C</a:t>
            </a:r>
            <a:r>
              <a:rPr dirty="0" smtClean="0" sz="2200" spc="-1" i="1" u="heavy">
                <a:latin typeface="Times New Roman"/>
                <a:cs typeface="Times New Roman"/>
              </a:rPr>
              <a:t>hannel</a:t>
            </a:r>
            <a:r>
              <a:rPr dirty="0" smtClean="0" sz="2200" spc="-1" i="1" u="heavy">
                <a:latin typeface="Times New Roman"/>
                <a:cs typeface="Times New Roman"/>
              </a:rPr>
              <a:t> </a:t>
            </a:r>
            <a:r>
              <a:rPr dirty="0" smtClean="0" sz="2200" spc="-1" i="1" u="heavy">
                <a:latin typeface="Times New Roman"/>
                <a:cs typeface="Times New Roman"/>
              </a:rPr>
              <a:t>N</a:t>
            </a:r>
            <a:r>
              <a:rPr dirty="0" smtClean="0" sz="2200" spc="-1" i="1" u="heavy">
                <a:latin typeface="Times New Roman"/>
                <a:cs typeface="Times New Roman"/>
              </a:rPr>
              <a:t>u</a:t>
            </a:r>
            <a:r>
              <a:rPr dirty="0" smtClean="0" sz="2200" spc="-1" i="1" u="heavy">
                <a:latin typeface="Times New Roman"/>
                <a:cs typeface="Times New Roman"/>
              </a:rPr>
              <a:t>m</a:t>
            </a:r>
            <a:r>
              <a:rPr dirty="0" smtClean="0" sz="2200" spc="-1" i="1" u="heavy">
                <a:latin typeface="Times New Roman"/>
                <a:cs typeface="Times New Roman"/>
              </a:rPr>
              <a:t>ber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35355" y="4006814"/>
            <a:ext cx="3979955" cy="1989455"/>
          </a:xfrm>
          <a:prstGeom prst="rect">
            <a:avLst/>
          </a:prstGeom>
        </p:spPr>
        <p:txBody>
          <a:bodyPr wrap="square" lIns="0" tIns="14890" rIns="0" bIns="0" rtlCol="0">
            <a:noAutofit/>
          </a:bodyPr>
          <a:lstStyle/>
          <a:p>
            <a:pPr marL="584200" marR="55579">
              <a:lnSpc>
                <a:spcPts val="2345"/>
              </a:lnSpc>
            </a:pPr>
            <a:r>
              <a:rPr dirty="0" smtClean="0" sz="2200" spc="-4" u="heavy">
                <a:latin typeface="Times New Roman"/>
                <a:cs typeface="Times New Roman"/>
              </a:rPr>
              <a:t>(</a:t>
            </a:r>
            <a:r>
              <a:rPr dirty="0" smtClean="0" sz="2200" spc="-4" u="heavy">
                <a:latin typeface="Times New Roman"/>
                <a:cs typeface="Times New Roman"/>
              </a:rPr>
              <a:t>A</a:t>
            </a:r>
            <a:r>
              <a:rPr dirty="0" smtClean="0" sz="2200" spc="-4" u="heavy">
                <a:latin typeface="Times New Roman"/>
                <a:cs typeface="Times New Roman"/>
              </a:rPr>
              <a:t>R</a:t>
            </a:r>
            <a:r>
              <a:rPr dirty="0" smtClean="0" sz="2200" spc="-4" u="heavy">
                <a:latin typeface="Times New Roman"/>
                <a:cs typeface="Times New Roman"/>
              </a:rPr>
              <a:t>F</a:t>
            </a:r>
            <a:r>
              <a:rPr dirty="0" smtClean="0" sz="2200" spc="-4" u="heavy">
                <a:latin typeface="Times New Roman"/>
                <a:cs typeface="Times New Roman"/>
              </a:rPr>
              <a:t>C</a:t>
            </a:r>
            <a:r>
              <a:rPr dirty="0" smtClean="0" sz="2200" spc="-4" u="heavy">
                <a:latin typeface="Times New Roman"/>
                <a:cs typeface="Times New Roman"/>
              </a:rPr>
              <a:t>N</a:t>
            </a:r>
            <a:r>
              <a:rPr dirty="0" smtClean="0" sz="2200" spc="-4" u="heavy">
                <a:latin typeface="Times New Roman"/>
                <a:cs typeface="Times New Roman"/>
              </a:rPr>
              <a:t>)</a:t>
            </a:r>
            <a:endParaRPr sz="2200">
              <a:latin typeface="Times New Roman"/>
              <a:cs typeface="Times New Roman"/>
            </a:endParaRPr>
          </a:p>
          <a:p>
            <a:pPr marL="12700" marR="55579">
              <a:lnSpc>
                <a:spcPct val="95825"/>
              </a:lnSpc>
              <a:spcBef>
                <a:spcPts val="642"/>
              </a:spcBef>
            </a:pPr>
            <a:r>
              <a:rPr dirty="0" smtClean="0" sz="2600" spc="3" u="heavy">
                <a:solidFill>
                  <a:srgbClr val="3333CC"/>
                </a:solidFill>
                <a:latin typeface="Times New Roman"/>
                <a:cs typeface="Times New Roman"/>
              </a:rPr>
              <a:t>GS</a:t>
            </a:r>
            <a:r>
              <a:rPr dirty="0" smtClean="0" sz="2600" spc="3" u="heavy">
                <a:solidFill>
                  <a:srgbClr val="3333CC"/>
                </a:solidFill>
                <a:latin typeface="Times New Roman"/>
                <a:cs typeface="Times New Roman"/>
              </a:rPr>
              <a:t>M</a:t>
            </a:r>
            <a:r>
              <a:rPr dirty="0" smtClean="0" sz="2600" spc="3" u="heavy">
                <a:solidFill>
                  <a:srgbClr val="3333CC"/>
                </a:solidFill>
                <a:latin typeface="Times New Roman"/>
                <a:cs typeface="Times New Roman"/>
              </a:rPr>
              <a:t>1800</a:t>
            </a:r>
            <a:endParaRPr sz="2600">
              <a:latin typeface="Times New Roman"/>
              <a:cs typeface="Times New Roman"/>
            </a:endParaRPr>
          </a:p>
          <a:p>
            <a:pPr marL="566419">
              <a:lnSpc>
                <a:spcPts val="2325"/>
              </a:lnSpc>
              <a:spcBef>
                <a:spcPts val="484"/>
              </a:spcBef>
            </a:pPr>
            <a:r>
              <a:rPr dirty="0" smtClean="0" sz="2200" spc="1" b="1">
                <a:latin typeface="Times New Roman"/>
                <a:cs typeface="Times New Roman"/>
              </a:rPr>
              <a:t>F</a:t>
            </a:r>
            <a:r>
              <a:rPr dirty="0" smtClean="0" baseline="-21990" sz="2175" spc="1" b="1">
                <a:latin typeface="Times New Roman"/>
                <a:cs typeface="Times New Roman"/>
              </a:rPr>
              <a:t>u</a:t>
            </a:r>
            <a:r>
              <a:rPr dirty="0" smtClean="0" sz="2200" spc="1" b="1">
                <a:latin typeface="Times New Roman"/>
                <a:cs typeface="Times New Roman"/>
              </a:rPr>
              <a:t>(</a:t>
            </a:r>
            <a:r>
              <a:rPr dirty="0" smtClean="0" sz="2200" spc="1" b="1">
                <a:latin typeface="Times New Roman"/>
                <a:cs typeface="Times New Roman"/>
              </a:rPr>
              <a:t>n)</a:t>
            </a:r>
            <a:r>
              <a:rPr dirty="0" smtClean="0" sz="2200" spc="1" b="1">
                <a:latin typeface="Times New Roman"/>
                <a:cs typeface="Times New Roman"/>
              </a:rPr>
              <a:t> </a:t>
            </a:r>
            <a:r>
              <a:rPr dirty="0" smtClean="0" sz="2200" spc="1" b="1">
                <a:latin typeface="Times New Roman"/>
                <a:cs typeface="Times New Roman"/>
              </a:rPr>
              <a:t>=</a:t>
            </a:r>
            <a:r>
              <a:rPr dirty="0" smtClean="0" sz="2200" spc="1" b="1">
                <a:latin typeface="Times New Roman"/>
                <a:cs typeface="Times New Roman"/>
              </a:rPr>
              <a:t> </a:t>
            </a:r>
            <a:r>
              <a:rPr dirty="0" smtClean="0" sz="2200" spc="1" b="1">
                <a:latin typeface="Times New Roman"/>
                <a:cs typeface="Times New Roman"/>
              </a:rPr>
              <a:t>1710</a:t>
            </a:r>
            <a:r>
              <a:rPr dirty="0" smtClean="0" sz="2200" spc="1" b="1">
                <a:latin typeface="Times New Roman"/>
                <a:cs typeface="Times New Roman"/>
              </a:rPr>
              <a:t>.</a:t>
            </a:r>
            <a:r>
              <a:rPr dirty="0" smtClean="0" sz="2200" spc="1" b="1">
                <a:latin typeface="Times New Roman"/>
                <a:cs typeface="Times New Roman"/>
              </a:rPr>
              <a:t>2</a:t>
            </a:r>
            <a:r>
              <a:rPr dirty="0" smtClean="0" sz="2200" spc="1" b="1">
                <a:latin typeface="Times New Roman"/>
                <a:cs typeface="Times New Roman"/>
              </a:rPr>
              <a:t> </a:t>
            </a:r>
            <a:r>
              <a:rPr dirty="0" smtClean="0" sz="2200" spc="1" b="1">
                <a:latin typeface="Times New Roman"/>
                <a:cs typeface="Times New Roman"/>
              </a:rPr>
              <a:t>+</a:t>
            </a:r>
            <a:r>
              <a:rPr dirty="0" smtClean="0" sz="2200" spc="1" b="1">
                <a:latin typeface="Times New Roman"/>
                <a:cs typeface="Times New Roman"/>
              </a:rPr>
              <a:t> </a:t>
            </a:r>
            <a:r>
              <a:rPr dirty="0" smtClean="0" sz="2200" spc="1" b="1">
                <a:latin typeface="Times New Roman"/>
                <a:cs typeface="Times New Roman"/>
              </a:rPr>
              <a:t>0</a:t>
            </a:r>
            <a:r>
              <a:rPr dirty="0" smtClean="0" sz="2200" spc="1" b="1">
                <a:latin typeface="Times New Roman"/>
                <a:cs typeface="Times New Roman"/>
              </a:rPr>
              <a:t>.</a:t>
            </a:r>
            <a:r>
              <a:rPr dirty="0" smtClean="0" sz="2200" spc="1" b="1">
                <a:latin typeface="Times New Roman"/>
                <a:cs typeface="Times New Roman"/>
              </a:rPr>
              <a:t>2</a:t>
            </a:r>
            <a:r>
              <a:rPr dirty="0" smtClean="0" sz="2200" spc="9">
                <a:latin typeface="Symbol"/>
                <a:cs typeface="Symbol"/>
              </a:rPr>
              <a:t></a:t>
            </a:r>
            <a:r>
              <a:rPr dirty="0" smtClean="0" sz="2200" spc="1" b="1">
                <a:latin typeface="Times New Roman"/>
                <a:cs typeface="Times New Roman"/>
              </a:rPr>
              <a:t>(</a:t>
            </a:r>
            <a:r>
              <a:rPr dirty="0" smtClean="0" sz="2200" spc="1" b="1">
                <a:latin typeface="Times New Roman"/>
                <a:cs typeface="Times New Roman"/>
              </a:rPr>
              <a:t>n</a:t>
            </a:r>
            <a:r>
              <a:rPr dirty="0" smtClean="0" sz="2200" spc="1" b="1">
                <a:latin typeface="Times New Roman"/>
                <a:cs typeface="Times New Roman"/>
              </a:rPr>
              <a:t>-</a:t>
            </a:r>
            <a:r>
              <a:rPr dirty="0" smtClean="0" sz="2200" spc="1" b="1">
                <a:latin typeface="Times New Roman"/>
                <a:cs typeface="Times New Roman"/>
              </a:rPr>
              <a:t>512)</a:t>
            </a:r>
            <a:endParaRPr sz="2200">
              <a:latin typeface="Times New Roman"/>
              <a:cs typeface="Times New Roman"/>
            </a:endParaRPr>
          </a:p>
          <a:p>
            <a:pPr marL="584200" marR="55579">
              <a:lnSpc>
                <a:spcPts val="2333"/>
              </a:lnSpc>
              <a:spcBef>
                <a:spcPts val="810"/>
              </a:spcBef>
            </a:pPr>
            <a:r>
              <a:rPr dirty="0" smtClean="0" sz="2200" spc="1">
                <a:latin typeface="Times New Roman"/>
                <a:cs typeface="Times New Roman"/>
              </a:rPr>
              <a:t>F</a:t>
            </a:r>
            <a:r>
              <a:rPr dirty="0" smtClean="0" baseline="-21990" sz="2175" spc="1">
                <a:latin typeface="Times New Roman"/>
                <a:cs typeface="Times New Roman"/>
              </a:rPr>
              <a:t>D</a:t>
            </a:r>
            <a:r>
              <a:rPr dirty="0" smtClean="0" sz="2200" spc="1">
                <a:latin typeface="Times New Roman"/>
                <a:cs typeface="Times New Roman"/>
              </a:rPr>
              <a:t>(n)</a:t>
            </a:r>
            <a:r>
              <a:rPr dirty="0" smtClean="0" sz="2200" spc="1">
                <a:latin typeface="Times New Roman"/>
                <a:cs typeface="Times New Roman"/>
              </a:rPr>
              <a:t> </a:t>
            </a:r>
            <a:r>
              <a:rPr dirty="0" smtClean="0" sz="2200" spc="1">
                <a:latin typeface="Times New Roman"/>
                <a:cs typeface="Times New Roman"/>
              </a:rPr>
              <a:t>=</a:t>
            </a:r>
            <a:r>
              <a:rPr dirty="0" smtClean="0" sz="2200" spc="1">
                <a:latin typeface="Times New Roman"/>
                <a:cs typeface="Times New Roman"/>
              </a:rPr>
              <a:t> </a:t>
            </a:r>
            <a:r>
              <a:rPr dirty="0" smtClean="0" sz="2200" spc="1">
                <a:latin typeface="Times New Roman"/>
                <a:cs typeface="Times New Roman"/>
              </a:rPr>
              <a:t>F</a:t>
            </a:r>
            <a:r>
              <a:rPr dirty="0" smtClean="0" baseline="-21990" sz="2175" spc="1">
                <a:latin typeface="Times New Roman"/>
                <a:cs typeface="Times New Roman"/>
              </a:rPr>
              <a:t>U</a:t>
            </a:r>
            <a:r>
              <a:rPr dirty="0" smtClean="0" sz="2200" spc="1">
                <a:latin typeface="Times New Roman"/>
                <a:cs typeface="Times New Roman"/>
              </a:rPr>
              <a:t>(n)</a:t>
            </a:r>
            <a:r>
              <a:rPr dirty="0" smtClean="0" sz="2200" spc="1">
                <a:latin typeface="Times New Roman"/>
                <a:cs typeface="Times New Roman"/>
              </a:rPr>
              <a:t> </a:t>
            </a:r>
            <a:r>
              <a:rPr dirty="0" smtClean="0" sz="2200" spc="1">
                <a:latin typeface="Times New Roman"/>
                <a:cs typeface="Times New Roman"/>
              </a:rPr>
              <a:t>+</a:t>
            </a:r>
            <a:r>
              <a:rPr dirty="0" smtClean="0" sz="2200" spc="1">
                <a:latin typeface="Times New Roman"/>
                <a:cs typeface="Times New Roman"/>
              </a:rPr>
              <a:t> </a:t>
            </a:r>
            <a:r>
              <a:rPr dirty="0" smtClean="0" sz="2200" spc="1">
                <a:latin typeface="Times New Roman"/>
                <a:cs typeface="Times New Roman"/>
              </a:rPr>
              <a:t>95</a:t>
            </a:r>
            <a:endParaRPr sz="2200">
              <a:latin typeface="Times New Roman"/>
              <a:cs typeface="Times New Roman"/>
            </a:endParaRPr>
          </a:p>
          <a:p>
            <a:pPr marL="584200" marR="55579">
              <a:lnSpc>
                <a:spcPct val="95825"/>
              </a:lnSpc>
              <a:spcBef>
                <a:spcPts val="794"/>
              </a:spcBef>
            </a:pPr>
            <a:r>
              <a:rPr dirty="0" smtClean="0" sz="2200" spc="1">
                <a:latin typeface="Times New Roman"/>
                <a:cs typeface="Times New Roman"/>
              </a:rPr>
              <a:t>374</a:t>
            </a:r>
            <a:r>
              <a:rPr dirty="0" smtClean="0" sz="2200" spc="1">
                <a:latin typeface="Times New Roman"/>
                <a:cs typeface="Times New Roman"/>
              </a:rPr>
              <a:t> </a:t>
            </a:r>
            <a:r>
              <a:rPr dirty="0" smtClean="0" sz="2200" spc="1">
                <a:latin typeface="Times New Roman"/>
                <a:cs typeface="Times New Roman"/>
              </a:rPr>
              <a:t>chann</a:t>
            </a:r>
            <a:r>
              <a:rPr dirty="0" smtClean="0" sz="2200" spc="1">
                <a:latin typeface="Times New Roman"/>
                <a:cs typeface="Times New Roman"/>
              </a:rPr>
              <a:t>e</a:t>
            </a:r>
            <a:r>
              <a:rPr dirty="0" smtClean="0" sz="2200" spc="1">
                <a:latin typeface="Times New Roman"/>
                <a:cs typeface="Times New Roman"/>
              </a:rPr>
              <a:t>l</a:t>
            </a:r>
            <a:r>
              <a:rPr dirty="0" smtClean="0" sz="2200" spc="1">
                <a:latin typeface="Times New Roman"/>
                <a:cs typeface="Times New Roman"/>
              </a:rPr>
              <a:t>s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92455" y="4431137"/>
            <a:ext cx="190500" cy="355600"/>
          </a:xfrm>
          <a:prstGeom prst="rect">
            <a:avLst/>
          </a:prstGeom>
        </p:spPr>
        <p:txBody>
          <a:bodyPr wrap="square" lIns="0" tIns="17494" rIns="0" bIns="0" rtlCol="0">
            <a:noAutofit/>
          </a:bodyPr>
          <a:lstStyle/>
          <a:p>
            <a:pPr marL="12700">
              <a:lnSpc>
                <a:spcPts val="2755"/>
              </a:lnSpc>
            </a:pPr>
            <a:r>
              <a:rPr dirty="0" smtClean="0" sz="2600">
                <a:solidFill>
                  <a:srgbClr val="3333CC"/>
                </a:solidFill>
                <a:latin typeface="Times New Roman"/>
                <a:cs typeface="Times New Roman"/>
              </a:rPr>
              <a:t>•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165344" y="4886035"/>
            <a:ext cx="858012" cy="708722"/>
          </a:xfrm>
          <a:prstGeom prst="rect">
            <a:avLst/>
          </a:prstGeom>
        </p:spPr>
        <p:txBody>
          <a:bodyPr wrap="square" lIns="0" tIns="14890" rIns="0" bIns="0" rtlCol="0">
            <a:noAutofit/>
          </a:bodyPr>
          <a:lstStyle/>
          <a:p>
            <a:pPr marL="12700">
              <a:lnSpc>
                <a:spcPts val="2345"/>
              </a:lnSpc>
            </a:pPr>
            <a:r>
              <a:rPr dirty="0" smtClean="0" sz="2200" spc="0" b="1">
                <a:latin typeface="Times New Roman"/>
                <a:cs typeface="Times New Roman"/>
              </a:rPr>
              <a:t>(</a:t>
            </a:r>
            <a:r>
              <a:rPr dirty="0" smtClean="0" sz="2200" spc="0" b="1">
                <a:latin typeface="Times New Roman"/>
                <a:cs typeface="Times New Roman"/>
              </a:rPr>
              <a:t>M</a:t>
            </a:r>
            <a:r>
              <a:rPr dirty="0" smtClean="0" sz="2200" spc="0" b="1">
                <a:latin typeface="Times New Roman"/>
                <a:cs typeface="Times New Roman"/>
              </a:rPr>
              <a:t>H</a:t>
            </a:r>
            <a:r>
              <a:rPr dirty="0" smtClean="0" sz="2200" spc="0" b="1">
                <a:latin typeface="Times New Roman"/>
                <a:cs typeface="Times New Roman"/>
              </a:rPr>
              <a:t>z</a:t>
            </a:r>
            <a:r>
              <a:rPr dirty="0" smtClean="0" sz="2200" spc="0" b="1">
                <a:latin typeface="Times New Roman"/>
                <a:cs typeface="Times New Roman"/>
              </a:rPr>
              <a:t>)</a:t>
            </a:r>
            <a:endParaRPr sz="2200">
              <a:latin typeface="Times New Roman"/>
              <a:cs typeface="Times New Roman"/>
            </a:endParaRPr>
          </a:p>
          <a:p>
            <a:pPr marL="12700" marR="41910">
              <a:lnSpc>
                <a:spcPct val="95825"/>
              </a:lnSpc>
              <a:spcBef>
                <a:spcPts val="532"/>
              </a:spcBef>
            </a:pPr>
            <a:r>
              <a:rPr dirty="0" smtClean="0" sz="2200" spc="0">
                <a:latin typeface="Times New Roman"/>
                <a:cs typeface="Times New Roman"/>
              </a:rPr>
              <a:t>(</a:t>
            </a:r>
            <a:r>
              <a:rPr dirty="0" smtClean="0" sz="2200" spc="0">
                <a:latin typeface="Times New Roman"/>
                <a:cs typeface="Times New Roman"/>
              </a:rPr>
              <a:t>M</a:t>
            </a:r>
            <a:r>
              <a:rPr dirty="0" smtClean="0" sz="2200" spc="0">
                <a:latin typeface="Times New Roman"/>
                <a:cs typeface="Times New Roman"/>
              </a:rPr>
              <a:t>H</a:t>
            </a:r>
            <a:r>
              <a:rPr dirty="0" smtClean="0" sz="2200" spc="0">
                <a:latin typeface="Times New Roman"/>
                <a:cs typeface="Times New Roman"/>
              </a:rPr>
              <a:t>z)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080125" y="5285172"/>
            <a:ext cx="711812" cy="309585"/>
          </a:xfrm>
          <a:prstGeom prst="rect">
            <a:avLst/>
          </a:prstGeom>
        </p:spPr>
        <p:txBody>
          <a:bodyPr wrap="square" lIns="0" tIns="15176" rIns="0" bIns="0" rtlCol="0">
            <a:noAutofit/>
          </a:bodyPr>
          <a:lstStyle/>
          <a:p>
            <a:pPr marL="12700">
              <a:lnSpc>
                <a:spcPts val="2390"/>
              </a:lnSpc>
            </a:pPr>
            <a:r>
              <a:rPr dirty="0" smtClean="0" sz="2200" spc="2">
                <a:latin typeface="Times New Roman"/>
                <a:cs typeface="Times New Roman"/>
              </a:rPr>
              <a:t>512</a:t>
            </a:r>
            <a:r>
              <a:rPr dirty="0" smtClean="0" sz="2200" spc="2">
                <a:latin typeface="Times New Roman"/>
                <a:cs typeface="Times New Roman"/>
              </a:rPr>
              <a:t> </a:t>
            </a:r>
            <a:r>
              <a:rPr dirty="0" smtClean="0" sz="2200" spc="0">
                <a:latin typeface="Symbol"/>
                <a:cs typeface="Symbol"/>
              </a:rPr>
              <a:t></a:t>
            </a:r>
            <a:endParaRPr sz="2200">
              <a:latin typeface="Symbol"/>
              <a:cs typeface="Symbo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794119" y="5285172"/>
            <a:ext cx="918927" cy="309585"/>
          </a:xfrm>
          <a:prstGeom prst="rect">
            <a:avLst/>
          </a:prstGeom>
        </p:spPr>
        <p:txBody>
          <a:bodyPr wrap="square" lIns="0" tIns="15176" rIns="0" bIns="0" rtlCol="0">
            <a:noAutofit/>
          </a:bodyPr>
          <a:lstStyle/>
          <a:p>
            <a:pPr marL="12700">
              <a:lnSpc>
                <a:spcPts val="2390"/>
              </a:lnSpc>
            </a:pPr>
            <a:r>
              <a:rPr dirty="0" smtClean="0" sz="2200" spc="-1">
                <a:latin typeface="Times New Roman"/>
                <a:cs typeface="Times New Roman"/>
              </a:rPr>
              <a:t>n</a:t>
            </a:r>
            <a:r>
              <a:rPr dirty="0" smtClean="0" sz="2200" spc="-1">
                <a:latin typeface="Times New Roman"/>
                <a:cs typeface="Times New Roman"/>
              </a:rPr>
              <a:t> </a:t>
            </a:r>
            <a:r>
              <a:rPr dirty="0" smtClean="0" sz="2200" spc="0">
                <a:latin typeface="Symbol"/>
                <a:cs typeface="Symbol"/>
              </a:rPr>
              <a:t></a:t>
            </a:r>
            <a:r>
              <a:rPr dirty="0" smtClean="0" sz="2200" spc="-1">
                <a:latin typeface="Times New Roman"/>
                <a:cs typeface="Times New Roman"/>
              </a:rPr>
              <a:t> </a:t>
            </a:r>
            <a:r>
              <a:rPr dirty="0" smtClean="0" sz="2200" spc="-1">
                <a:latin typeface="Times New Roman"/>
                <a:cs typeface="Times New Roman"/>
              </a:rPr>
              <a:t>885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31140" y="6472848"/>
            <a:ext cx="5475228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o</a:t>
            </a:r>
            <a:r>
              <a:rPr dirty="0" smtClean="0" sz="1800" spc="0" b="1">
                <a:latin typeface="Georgia"/>
                <a:cs typeface="Georgia"/>
              </a:rPr>
              <a:t>d</a:t>
            </a:r>
            <a:r>
              <a:rPr dirty="0" smtClean="0" sz="1800" spc="0" b="1">
                <a:latin typeface="Georgia"/>
                <a:cs typeface="Georgia"/>
              </a:rPr>
              <a:t>ul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3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S</a:t>
            </a:r>
            <a:r>
              <a:rPr dirty="0" smtClean="0" sz="1800" spc="0" b="1">
                <a:latin typeface="Georgia"/>
                <a:cs typeface="Georgia"/>
              </a:rPr>
              <a:t>istem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K</a:t>
            </a:r>
            <a:r>
              <a:rPr dirty="0" smtClean="0" sz="1800" spc="0" b="1">
                <a:latin typeface="Georgia"/>
                <a:cs typeface="Georgia"/>
              </a:rPr>
              <a:t>o</a:t>
            </a: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unik</a:t>
            </a:r>
            <a:r>
              <a:rPr dirty="0" smtClean="0" sz="1800" spc="0" b="1">
                <a:latin typeface="Georgia"/>
                <a:cs typeface="Georgia"/>
              </a:rPr>
              <a:t>a</a:t>
            </a:r>
            <a:r>
              <a:rPr dirty="0" smtClean="0" sz="1800" spc="0" b="1">
                <a:latin typeface="Georgia"/>
                <a:cs typeface="Georgia"/>
              </a:rPr>
              <a:t>si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B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r>
              <a:rPr dirty="0" smtClean="0" sz="1800" spc="0" b="1">
                <a:latin typeface="Georgia"/>
                <a:cs typeface="Georgia"/>
              </a:rPr>
              <a:t>g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r>
              <a:rPr dirty="0" smtClean="0" sz="1800" spc="0" b="1">
                <a:latin typeface="Georgia"/>
                <a:cs typeface="Georgia"/>
              </a:rPr>
              <a:t>a</a:t>
            </a:r>
            <a:r>
              <a:rPr dirty="0" smtClean="0" sz="1800" spc="0" b="1">
                <a:latin typeface="Georgia"/>
                <a:cs typeface="Georgia"/>
              </a:rPr>
              <a:t>k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S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lul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448800" y="6472848"/>
            <a:ext cx="343022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-9" b="1">
                <a:latin typeface="Georgia"/>
                <a:cs typeface="Georgia"/>
              </a:rPr>
              <a:t>45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903649" y="3769360"/>
            <a:ext cx="6764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" name="object 4"/>
          <p:cNvSpPr txBox="1"/>
          <p:nvPr/>
        </p:nvSpPr>
        <p:spPr>
          <a:xfrm>
            <a:off x="4638776" y="3769360"/>
            <a:ext cx="72034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" name="object 3"/>
          <p:cNvSpPr txBox="1"/>
          <p:nvPr/>
        </p:nvSpPr>
        <p:spPr>
          <a:xfrm>
            <a:off x="5896305" y="3769360"/>
            <a:ext cx="66979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" name="object 2"/>
          <p:cNvSpPr txBox="1"/>
          <p:nvPr/>
        </p:nvSpPr>
        <p:spPr>
          <a:xfrm>
            <a:off x="6909333" y="3769360"/>
            <a:ext cx="70332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object 81"/>
          <p:cNvSpPr/>
          <p:nvPr/>
        </p:nvSpPr>
        <p:spPr>
          <a:xfrm>
            <a:off x="0" y="6400800"/>
            <a:ext cx="9903460" cy="457196"/>
          </a:xfrm>
          <a:custGeom>
            <a:avLst/>
            <a:gdLst/>
            <a:ahLst/>
            <a:cxnLst/>
            <a:rect l="l" t="t" r="r" b="b"/>
            <a:pathLst>
              <a:path w="9903460" h="457196">
                <a:moveTo>
                  <a:pt x="9903460" y="457196"/>
                </a:moveTo>
                <a:lnTo>
                  <a:pt x="9903460" y="0"/>
                </a:lnTo>
                <a:lnTo>
                  <a:pt x="0" y="0"/>
                </a:lnTo>
                <a:lnTo>
                  <a:pt x="0" y="457196"/>
                </a:lnTo>
                <a:lnTo>
                  <a:pt x="9903460" y="457196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2" name="object 82"/>
          <p:cNvSpPr/>
          <p:nvPr/>
        </p:nvSpPr>
        <p:spPr>
          <a:xfrm>
            <a:off x="153670" y="640207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58419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9" name="object 79"/>
          <p:cNvSpPr/>
          <p:nvPr/>
        </p:nvSpPr>
        <p:spPr>
          <a:xfrm>
            <a:off x="0" y="0"/>
            <a:ext cx="9903460" cy="609600"/>
          </a:xfrm>
          <a:custGeom>
            <a:avLst/>
            <a:gdLst/>
            <a:ahLst/>
            <a:cxnLst/>
            <a:rect l="l" t="t" r="r" b="b"/>
            <a:pathLst>
              <a:path w="9903460" h="609600">
                <a:moveTo>
                  <a:pt x="0" y="609600"/>
                </a:moveTo>
                <a:lnTo>
                  <a:pt x="9903460" y="609600"/>
                </a:lnTo>
                <a:lnTo>
                  <a:pt x="9903460" y="0"/>
                </a:lnTo>
                <a:lnTo>
                  <a:pt x="0" y="0"/>
                </a:lnTo>
                <a:lnTo>
                  <a:pt x="0" y="60960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0" name="object 80"/>
          <p:cNvSpPr/>
          <p:nvPr/>
        </p:nvSpPr>
        <p:spPr>
          <a:xfrm>
            <a:off x="111760" y="60960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76200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" name="object 17"/>
          <p:cNvSpPr/>
          <p:nvPr/>
        </p:nvSpPr>
        <p:spPr>
          <a:xfrm>
            <a:off x="6827092" y="1859083"/>
            <a:ext cx="900015" cy="16317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" name="object 18"/>
          <p:cNvSpPr/>
          <p:nvPr/>
        </p:nvSpPr>
        <p:spPr>
          <a:xfrm>
            <a:off x="6827092" y="1859083"/>
            <a:ext cx="900015" cy="1631708"/>
          </a:xfrm>
          <a:custGeom>
            <a:avLst/>
            <a:gdLst/>
            <a:ahLst/>
            <a:cxnLst/>
            <a:rect l="l" t="t" r="r" b="b"/>
            <a:pathLst>
              <a:path w="900015" h="1631708">
                <a:moveTo>
                  <a:pt x="47925" y="715587"/>
                </a:moveTo>
                <a:lnTo>
                  <a:pt x="65835" y="649476"/>
                </a:lnTo>
                <a:lnTo>
                  <a:pt x="85971" y="585491"/>
                </a:lnTo>
                <a:lnTo>
                  <a:pt x="108177" y="523814"/>
                </a:lnTo>
                <a:lnTo>
                  <a:pt x="132299" y="464629"/>
                </a:lnTo>
                <a:lnTo>
                  <a:pt x="158181" y="408118"/>
                </a:lnTo>
                <a:lnTo>
                  <a:pt x="185668" y="354464"/>
                </a:lnTo>
                <a:lnTo>
                  <a:pt x="214605" y="303850"/>
                </a:lnTo>
                <a:lnTo>
                  <a:pt x="244836" y="256459"/>
                </a:lnTo>
                <a:lnTo>
                  <a:pt x="276207" y="212473"/>
                </a:lnTo>
                <a:lnTo>
                  <a:pt x="308561" y="172075"/>
                </a:lnTo>
                <a:lnTo>
                  <a:pt x="341744" y="135448"/>
                </a:lnTo>
                <a:lnTo>
                  <a:pt x="375601" y="102775"/>
                </a:lnTo>
                <a:lnTo>
                  <a:pt x="409975" y="74238"/>
                </a:lnTo>
                <a:lnTo>
                  <a:pt x="444713" y="50020"/>
                </a:lnTo>
                <a:lnTo>
                  <a:pt x="479658" y="30305"/>
                </a:lnTo>
                <a:lnTo>
                  <a:pt x="549550" y="5112"/>
                </a:lnTo>
                <a:lnTo>
                  <a:pt x="584187" y="0"/>
                </a:lnTo>
                <a:lnTo>
                  <a:pt x="618410" y="120"/>
                </a:lnTo>
                <a:lnTo>
                  <a:pt x="684362" y="16565"/>
                </a:lnTo>
                <a:lnTo>
                  <a:pt x="742790" y="53293"/>
                </a:lnTo>
                <a:lnTo>
                  <a:pt x="792653" y="108341"/>
                </a:lnTo>
                <a:lnTo>
                  <a:pt x="814245" y="142150"/>
                </a:lnTo>
                <a:lnTo>
                  <a:pt x="833541" y="179837"/>
                </a:lnTo>
                <a:lnTo>
                  <a:pt x="850489" y="221167"/>
                </a:lnTo>
                <a:lnTo>
                  <a:pt x="865040" y="265907"/>
                </a:lnTo>
                <a:lnTo>
                  <a:pt x="877140" y="313823"/>
                </a:lnTo>
                <a:lnTo>
                  <a:pt x="886740" y="364680"/>
                </a:lnTo>
                <a:lnTo>
                  <a:pt x="893786" y="418244"/>
                </a:lnTo>
                <a:lnTo>
                  <a:pt x="898229" y="474281"/>
                </a:lnTo>
                <a:lnTo>
                  <a:pt x="900015" y="532557"/>
                </a:lnTo>
                <a:lnTo>
                  <a:pt x="899095" y="592838"/>
                </a:lnTo>
                <a:lnTo>
                  <a:pt x="895417" y="654889"/>
                </a:lnTo>
                <a:lnTo>
                  <a:pt x="888928" y="718478"/>
                </a:lnTo>
                <a:lnTo>
                  <a:pt x="879579" y="783368"/>
                </a:lnTo>
                <a:lnTo>
                  <a:pt x="867316" y="849327"/>
                </a:lnTo>
                <a:lnTo>
                  <a:pt x="852089" y="916120"/>
                </a:lnTo>
                <a:lnTo>
                  <a:pt x="834180" y="982231"/>
                </a:lnTo>
                <a:lnTo>
                  <a:pt x="814044" y="1046217"/>
                </a:lnTo>
                <a:lnTo>
                  <a:pt x="791838" y="1107893"/>
                </a:lnTo>
                <a:lnTo>
                  <a:pt x="767716" y="1167078"/>
                </a:lnTo>
                <a:lnTo>
                  <a:pt x="741834" y="1223589"/>
                </a:lnTo>
                <a:lnTo>
                  <a:pt x="714347" y="1277243"/>
                </a:lnTo>
                <a:lnTo>
                  <a:pt x="685410" y="1327857"/>
                </a:lnTo>
                <a:lnTo>
                  <a:pt x="655179" y="1375249"/>
                </a:lnTo>
                <a:lnTo>
                  <a:pt x="623808" y="1419235"/>
                </a:lnTo>
                <a:lnTo>
                  <a:pt x="591454" y="1459633"/>
                </a:lnTo>
                <a:lnTo>
                  <a:pt x="558271" y="1496260"/>
                </a:lnTo>
                <a:lnTo>
                  <a:pt x="524414" y="1528933"/>
                </a:lnTo>
                <a:lnTo>
                  <a:pt x="490040" y="1557470"/>
                </a:lnTo>
                <a:lnTo>
                  <a:pt x="455302" y="1581687"/>
                </a:lnTo>
                <a:lnTo>
                  <a:pt x="420357" y="1601402"/>
                </a:lnTo>
                <a:lnTo>
                  <a:pt x="350465" y="1626596"/>
                </a:lnTo>
                <a:lnTo>
                  <a:pt x="315828" y="1631708"/>
                </a:lnTo>
                <a:lnTo>
                  <a:pt x="281605" y="1631587"/>
                </a:lnTo>
                <a:lnTo>
                  <a:pt x="215653" y="1615142"/>
                </a:lnTo>
                <a:lnTo>
                  <a:pt x="157225" y="1578415"/>
                </a:lnTo>
                <a:lnTo>
                  <a:pt x="107361" y="1523367"/>
                </a:lnTo>
                <a:lnTo>
                  <a:pt x="85770" y="1489558"/>
                </a:lnTo>
                <a:lnTo>
                  <a:pt x="66474" y="1451871"/>
                </a:lnTo>
                <a:lnTo>
                  <a:pt x="49526" y="1410540"/>
                </a:lnTo>
                <a:lnTo>
                  <a:pt x="34975" y="1365800"/>
                </a:lnTo>
                <a:lnTo>
                  <a:pt x="22875" y="1317885"/>
                </a:lnTo>
                <a:lnTo>
                  <a:pt x="13275" y="1267028"/>
                </a:lnTo>
                <a:lnTo>
                  <a:pt x="6229" y="1213464"/>
                </a:lnTo>
                <a:lnTo>
                  <a:pt x="1786" y="1157427"/>
                </a:lnTo>
                <a:lnTo>
                  <a:pt x="0" y="1099151"/>
                </a:lnTo>
                <a:lnTo>
                  <a:pt x="920" y="1038870"/>
                </a:lnTo>
                <a:lnTo>
                  <a:pt x="4598" y="976818"/>
                </a:lnTo>
                <a:lnTo>
                  <a:pt x="11087" y="913230"/>
                </a:lnTo>
                <a:lnTo>
                  <a:pt x="20436" y="848339"/>
                </a:lnTo>
                <a:lnTo>
                  <a:pt x="32699" y="782380"/>
                </a:lnTo>
                <a:lnTo>
                  <a:pt x="47925" y="715587"/>
                </a:lnTo>
                <a:close/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" name="object 19"/>
          <p:cNvSpPr/>
          <p:nvPr/>
        </p:nvSpPr>
        <p:spPr>
          <a:xfrm>
            <a:off x="6657361" y="3651303"/>
            <a:ext cx="901331" cy="163184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" name="object 20"/>
          <p:cNvSpPr/>
          <p:nvPr/>
        </p:nvSpPr>
        <p:spPr>
          <a:xfrm>
            <a:off x="6657361" y="3651303"/>
            <a:ext cx="901331" cy="1631842"/>
          </a:xfrm>
          <a:custGeom>
            <a:avLst/>
            <a:gdLst/>
            <a:ahLst/>
            <a:cxnLst/>
            <a:rect l="l" t="t" r="r" b="b"/>
            <a:pathLst>
              <a:path w="901331" h="1631842">
                <a:moveTo>
                  <a:pt x="47857" y="715464"/>
                </a:moveTo>
                <a:lnTo>
                  <a:pt x="65769" y="649354"/>
                </a:lnTo>
                <a:lnTo>
                  <a:pt x="85913" y="585371"/>
                </a:lnTo>
                <a:lnTo>
                  <a:pt x="108133" y="523699"/>
                </a:lnTo>
                <a:lnTo>
                  <a:pt x="132272" y="464519"/>
                </a:lnTo>
                <a:lnTo>
                  <a:pt x="158176" y="408015"/>
                </a:lnTo>
                <a:lnTo>
                  <a:pt x="185689" y="354368"/>
                </a:lnTo>
                <a:lnTo>
                  <a:pt x="214655" y="303763"/>
                </a:lnTo>
                <a:lnTo>
                  <a:pt x="244918" y="256380"/>
                </a:lnTo>
                <a:lnTo>
                  <a:pt x="276323" y="212403"/>
                </a:lnTo>
                <a:lnTo>
                  <a:pt x="308715" y="172015"/>
                </a:lnTo>
                <a:lnTo>
                  <a:pt x="341937" y="135397"/>
                </a:lnTo>
                <a:lnTo>
                  <a:pt x="375834" y="102733"/>
                </a:lnTo>
                <a:lnTo>
                  <a:pt x="410250" y="74206"/>
                </a:lnTo>
                <a:lnTo>
                  <a:pt x="445030" y="49997"/>
                </a:lnTo>
                <a:lnTo>
                  <a:pt x="480018" y="30289"/>
                </a:lnTo>
                <a:lnTo>
                  <a:pt x="515058" y="15265"/>
                </a:lnTo>
                <a:lnTo>
                  <a:pt x="584674" y="0"/>
                </a:lnTo>
                <a:lnTo>
                  <a:pt x="618937" y="123"/>
                </a:lnTo>
                <a:lnTo>
                  <a:pt x="685003" y="16588"/>
                </a:lnTo>
                <a:lnTo>
                  <a:pt x="743575" y="53353"/>
                </a:lnTo>
                <a:lnTo>
                  <a:pt x="793571" y="108438"/>
                </a:lnTo>
                <a:lnTo>
                  <a:pt x="815224" y="142264"/>
                </a:lnTo>
                <a:lnTo>
                  <a:pt x="834577" y="179968"/>
                </a:lnTo>
                <a:lnTo>
                  <a:pt x="851580" y="221315"/>
                </a:lnTo>
                <a:lnTo>
                  <a:pt x="866180" y="266071"/>
                </a:lnTo>
                <a:lnTo>
                  <a:pt x="878326" y="314001"/>
                </a:lnTo>
                <a:lnTo>
                  <a:pt x="887966" y="364872"/>
                </a:lnTo>
                <a:lnTo>
                  <a:pt x="895047" y="418448"/>
                </a:lnTo>
                <a:lnTo>
                  <a:pt x="899520" y="474497"/>
                </a:lnTo>
                <a:lnTo>
                  <a:pt x="901331" y="532784"/>
                </a:lnTo>
                <a:lnTo>
                  <a:pt x="900430" y="593073"/>
                </a:lnTo>
                <a:lnTo>
                  <a:pt x="896764" y="655133"/>
                </a:lnTo>
                <a:lnTo>
                  <a:pt x="890281" y="718727"/>
                </a:lnTo>
                <a:lnTo>
                  <a:pt x="880930" y="783622"/>
                </a:lnTo>
                <a:lnTo>
                  <a:pt x="868660" y="849584"/>
                </a:lnTo>
                <a:lnTo>
                  <a:pt x="853418" y="916378"/>
                </a:lnTo>
                <a:lnTo>
                  <a:pt x="835524" y="982488"/>
                </a:lnTo>
                <a:lnTo>
                  <a:pt x="815396" y="1046471"/>
                </a:lnTo>
                <a:lnTo>
                  <a:pt x="793191" y="1108143"/>
                </a:lnTo>
                <a:lnTo>
                  <a:pt x="769063" y="1167323"/>
                </a:lnTo>
                <a:lnTo>
                  <a:pt x="743170" y="1223827"/>
                </a:lnTo>
                <a:lnTo>
                  <a:pt x="715666" y="1277473"/>
                </a:lnTo>
                <a:lnTo>
                  <a:pt x="686707" y="1328079"/>
                </a:lnTo>
                <a:lnTo>
                  <a:pt x="656448" y="1375461"/>
                </a:lnTo>
                <a:lnTo>
                  <a:pt x="625046" y="1419438"/>
                </a:lnTo>
                <a:lnTo>
                  <a:pt x="592655" y="1459827"/>
                </a:lnTo>
                <a:lnTo>
                  <a:pt x="559432" y="1496444"/>
                </a:lnTo>
                <a:lnTo>
                  <a:pt x="525532" y="1529108"/>
                </a:lnTo>
                <a:lnTo>
                  <a:pt x="491111" y="1557636"/>
                </a:lnTo>
                <a:lnTo>
                  <a:pt x="456325" y="1581845"/>
                </a:lnTo>
                <a:lnTo>
                  <a:pt x="421328" y="1601553"/>
                </a:lnTo>
                <a:lnTo>
                  <a:pt x="386277" y="1616577"/>
                </a:lnTo>
                <a:lnTo>
                  <a:pt x="316635" y="1631842"/>
                </a:lnTo>
                <a:lnTo>
                  <a:pt x="282356" y="1631719"/>
                </a:lnTo>
                <a:lnTo>
                  <a:pt x="216272" y="1615254"/>
                </a:lnTo>
                <a:lnTo>
                  <a:pt x="157707" y="1578489"/>
                </a:lnTo>
                <a:lnTo>
                  <a:pt x="107722" y="1523404"/>
                </a:lnTo>
                <a:lnTo>
                  <a:pt x="86075" y="1489577"/>
                </a:lnTo>
                <a:lnTo>
                  <a:pt x="66728" y="1451874"/>
                </a:lnTo>
                <a:lnTo>
                  <a:pt x="49731" y="1410527"/>
                </a:lnTo>
                <a:lnTo>
                  <a:pt x="35137" y="1365771"/>
                </a:lnTo>
                <a:lnTo>
                  <a:pt x="22997" y="1317841"/>
                </a:lnTo>
                <a:lnTo>
                  <a:pt x="13361" y="1266970"/>
                </a:lnTo>
                <a:lnTo>
                  <a:pt x="6282" y="1213393"/>
                </a:lnTo>
                <a:lnTo>
                  <a:pt x="1811" y="1157344"/>
                </a:lnTo>
                <a:lnTo>
                  <a:pt x="0" y="1099058"/>
                </a:lnTo>
                <a:lnTo>
                  <a:pt x="899" y="1038768"/>
                </a:lnTo>
                <a:lnTo>
                  <a:pt x="4560" y="976709"/>
                </a:lnTo>
                <a:lnTo>
                  <a:pt x="11035" y="913115"/>
                </a:lnTo>
                <a:lnTo>
                  <a:pt x="20375" y="848220"/>
                </a:lnTo>
                <a:lnTo>
                  <a:pt x="32632" y="782258"/>
                </a:lnTo>
                <a:lnTo>
                  <a:pt x="47857" y="715464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" name="object 21"/>
          <p:cNvSpPr/>
          <p:nvPr/>
        </p:nvSpPr>
        <p:spPr>
          <a:xfrm>
            <a:off x="6055891" y="2776548"/>
            <a:ext cx="904133" cy="163192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2" name="object 22"/>
          <p:cNvSpPr/>
          <p:nvPr/>
        </p:nvSpPr>
        <p:spPr>
          <a:xfrm>
            <a:off x="6055891" y="2776548"/>
            <a:ext cx="904133" cy="1631928"/>
          </a:xfrm>
          <a:custGeom>
            <a:avLst/>
            <a:gdLst/>
            <a:ahLst/>
            <a:cxnLst/>
            <a:rect l="l" t="t" r="r" b="b"/>
            <a:pathLst>
              <a:path w="904133" h="1631928">
                <a:moveTo>
                  <a:pt x="47728" y="715189"/>
                </a:moveTo>
                <a:lnTo>
                  <a:pt x="65628" y="649062"/>
                </a:lnTo>
                <a:lnTo>
                  <a:pt x="85772" y="585066"/>
                </a:lnTo>
                <a:lnTo>
                  <a:pt x="108004" y="523384"/>
                </a:lnTo>
                <a:lnTo>
                  <a:pt x="132168" y="464199"/>
                </a:lnTo>
                <a:lnTo>
                  <a:pt x="158107" y="407693"/>
                </a:lnTo>
                <a:lnTo>
                  <a:pt x="185665" y="354048"/>
                </a:lnTo>
                <a:lnTo>
                  <a:pt x="214686" y="303448"/>
                </a:lnTo>
                <a:lnTo>
                  <a:pt x="245015" y="256075"/>
                </a:lnTo>
                <a:lnTo>
                  <a:pt x="276493" y="212112"/>
                </a:lnTo>
                <a:lnTo>
                  <a:pt x="308967" y="171741"/>
                </a:lnTo>
                <a:lnTo>
                  <a:pt x="342278" y="135144"/>
                </a:lnTo>
                <a:lnTo>
                  <a:pt x="376272" y="102505"/>
                </a:lnTo>
                <a:lnTo>
                  <a:pt x="410791" y="74006"/>
                </a:lnTo>
                <a:lnTo>
                  <a:pt x="445680" y="49829"/>
                </a:lnTo>
                <a:lnTo>
                  <a:pt x="480782" y="30157"/>
                </a:lnTo>
                <a:lnTo>
                  <a:pt x="515941" y="15174"/>
                </a:lnTo>
                <a:lnTo>
                  <a:pt x="585806" y="0"/>
                </a:lnTo>
                <a:lnTo>
                  <a:pt x="620200" y="174"/>
                </a:lnTo>
                <a:lnTo>
                  <a:pt x="686530" y="16714"/>
                </a:lnTo>
                <a:lnTo>
                  <a:pt x="745352" y="53524"/>
                </a:lnTo>
                <a:lnTo>
                  <a:pt x="795581" y="108655"/>
                </a:lnTo>
                <a:lnTo>
                  <a:pt x="817343" y="142506"/>
                </a:lnTo>
                <a:lnTo>
                  <a:pt x="836801" y="180233"/>
                </a:lnTo>
                <a:lnTo>
                  <a:pt x="853903" y="221602"/>
                </a:lnTo>
                <a:lnTo>
                  <a:pt x="868598" y="266380"/>
                </a:lnTo>
                <a:lnTo>
                  <a:pt x="880832" y="314330"/>
                </a:lnTo>
                <a:lnTo>
                  <a:pt x="890554" y="365219"/>
                </a:lnTo>
                <a:lnTo>
                  <a:pt x="897713" y="418811"/>
                </a:lnTo>
                <a:lnTo>
                  <a:pt x="902257" y="474873"/>
                </a:lnTo>
                <a:lnTo>
                  <a:pt x="904133" y="533169"/>
                </a:lnTo>
                <a:lnTo>
                  <a:pt x="903289" y="593466"/>
                </a:lnTo>
                <a:lnTo>
                  <a:pt x="899674" y="655528"/>
                </a:lnTo>
                <a:lnTo>
                  <a:pt x="893236" y="719121"/>
                </a:lnTo>
                <a:lnTo>
                  <a:pt x="883923" y="784010"/>
                </a:lnTo>
                <a:lnTo>
                  <a:pt x="871683" y="849961"/>
                </a:lnTo>
                <a:lnTo>
                  <a:pt x="856464" y="916738"/>
                </a:lnTo>
                <a:lnTo>
                  <a:pt x="838546" y="982866"/>
                </a:lnTo>
                <a:lnTo>
                  <a:pt x="818385" y="1046862"/>
                </a:lnTo>
                <a:lnTo>
                  <a:pt x="796139" y="1108544"/>
                </a:lnTo>
                <a:lnTo>
                  <a:pt x="771962" y="1167729"/>
                </a:lnTo>
                <a:lnTo>
                  <a:pt x="746011" y="1224235"/>
                </a:lnTo>
                <a:lnTo>
                  <a:pt x="718443" y="1277880"/>
                </a:lnTo>
                <a:lnTo>
                  <a:pt x="689413" y="1328480"/>
                </a:lnTo>
                <a:lnTo>
                  <a:pt x="659077" y="1375853"/>
                </a:lnTo>
                <a:lnTo>
                  <a:pt x="627592" y="1419816"/>
                </a:lnTo>
                <a:lnTo>
                  <a:pt x="595114" y="1460187"/>
                </a:lnTo>
                <a:lnTo>
                  <a:pt x="561798" y="1496784"/>
                </a:lnTo>
                <a:lnTo>
                  <a:pt x="527801" y="1529423"/>
                </a:lnTo>
                <a:lnTo>
                  <a:pt x="493279" y="1557922"/>
                </a:lnTo>
                <a:lnTo>
                  <a:pt x="458388" y="1582099"/>
                </a:lnTo>
                <a:lnTo>
                  <a:pt x="423285" y="1601771"/>
                </a:lnTo>
                <a:lnTo>
                  <a:pt x="388124" y="1616754"/>
                </a:lnTo>
                <a:lnTo>
                  <a:pt x="318258" y="1631928"/>
                </a:lnTo>
                <a:lnTo>
                  <a:pt x="283865" y="1631753"/>
                </a:lnTo>
                <a:lnTo>
                  <a:pt x="217552" y="1615213"/>
                </a:lnTo>
                <a:lnTo>
                  <a:pt x="158754" y="1578404"/>
                </a:lnTo>
                <a:lnTo>
                  <a:pt x="108539" y="1523273"/>
                </a:lnTo>
                <a:lnTo>
                  <a:pt x="86781" y="1489422"/>
                </a:lnTo>
                <a:lnTo>
                  <a:pt x="67325" y="1451695"/>
                </a:lnTo>
                <a:lnTo>
                  <a:pt x="50224" y="1410325"/>
                </a:lnTo>
                <a:lnTo>
                  <a:pt x="35530" y="1365548"/>
                </a:lnTo>
                <a:lnTo>
                  <a:pt x="23296" y="1317598"/>
                </a:lnTo>
                <a:lnTo>
                  <a:pt x="13574" y="1266709"/>
                </a:lnTo>
                <a:lnTo>
                  <a:pt x="6415" y="1213117"/>
                </a:lnTo>
                <a:lnTo>
                  <a:pt x="1873" y="1157055"/>
                </a:lnTo>
                <a:lnTo>
                  <a:pt x="0" y="1098759"/>
                </a:lnTo>
                <a:lnTo>
                  <a:pt x="847" y="1038462"/>
                </a:lnTo>
                <a:lnTo>
                  <a:pt x="4467" y="976400"/>
                </a:lnTo>
                <a:lnTo>
                  <a:pt x="10914" y="912807"/>
                </a:lnTo>
                <a:lnTo>
                  <a:pt x="20237" y="847918"/>
                </a:lnTo>
                <a:lnTo>
                  <a:pt x="32491" y="781967"/>
                </a:lnTo>
                <a:lnTo>
                  <a:pt x="47728" y="715189"/>
                </a:lnTo>
                <a:close/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3" name="object 23"/>
          <p:cNvSpPr/>
          <p:nvPr/>
        </p:nvSpPr>
        <p:spPr>
          <a:xfrm>
            <a:off x="6139180" y="3688079"/>
            <a:ext cx="398399" cy="429894"/>
          </a:xfrm>
          <a:custGeom>
            <a:avLst/>
            <a:gdLst/>
            <a:ahLst/>
            <a:cxnLst/>
            <a:rect l="l" t="t" r="r" b="b"/>
            <a:pathLst>
              <a:path w="398399" h="429895">
                <a:moveTo>
                  <a:pt x="0" y="279654"/>
                </a:moveTo>
                <a:lnTo>
                  <a:pt x="36957" y="67056"/>
                </a:lnTo>
                <a:lnTo>
                  <a:pt x="243586" y="0"/>
                </a:lnTo>
                <a:lnTo>
                  <a:pt x="398399" y="150241"/>
                </a:lnTo>
                <a:lnTo>
                  <a:pt x="361442" y="362839"/>
                </a:lnTo>
                <a:lnTo>
                  <a:pt x="154812" y="429895"/>
                </a:lnTo>
                <a:lnTo>
                  <a:pt x="0" y="279654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4" name="object 24"/>
          <p:cNvSpPr/>
          <p:nvPr/>
        </p:nvSpPr>
        <p:spPr>
          <a:xfrm>
            <a:off x="6508369" y="3774567"/>
            <a:ext cx="395224" cy="429387"/>
          </a:xfrm>
          <a:custGeom>
            <a:avLst/>
            <a:gdLst/>
            <a:ahLst/>
            <a:cxnLst/>
            <a:rect l="l" t="t" r="r" b="b"/>
            <a:pathLst>
              <a:path w="395224" h="429387">
                <a:moveTo>
                  <a:pt x="0" y="278891"/>
                </a:moveTo>
                <a:lnTo>
                  <a:pt x="36195" y="66547"/>
                </a:lnTo>
                <a:lnTo>
                  <a:pt x="241046" y="0"/>
                </a:lnTo>
                <a:lnTo>
                  <a:pt x="395224" y="150494"/>
                </a:lnTo>
                <a:lnTo>
                  <a:pt x="359028" y="362838"/>
                </a:lnTo>
                <a:lnTo>
                  <a:pt x="154050" y="429386"/>
                </a:lnTo>
                <a:lnTo>
                  <a:pt x="0" y="278891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5" name="object 25"/>
          <p:cNvSpPr/>
          <p:nvPr/>
        </p:nvSpPr>
        <p:spPr>
          <a:xfrm>
            <a:off x="6880859" y="3843020"/>
            <a:ext cx="396875" cy="431292"/>
          </a:xfrm>
          <a:custGeom>
            <a:avLst/>
            <a:gdLst/>
            <a:ahLst/>
            <a:cxnLst/>
            <a:rect l="l" t="t" r="r" b="b"/>
            <a:pathLst>
              <a:path w="396875" h="431292">
                <a:moveTo>
                  <a:pt x="0" y="280161"/>
                </a:moveTo>
                <a:lnTo>
                  <a:pt x="36322" y="66928"/>
                </a:lnTo>
                <a:lnTo>
                  <a:pt x="242062" y="0"/>
                </a:lnTo>
                <a:lnTo>
                  <a:pt x="396875" y="151129"/>
                </a:lnTo>
                <a:lnTo>
                  <a:pt x="360553" y="364362"/>
                </a:lnTo>
                <a:lnTo>
                  <a:pt x="154686" y="431291"/>
                </a:lnTo>
                <a:lnTo>
                  <a:pt x="0" y="280161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6" name="object 26"/>
          <p:cNvSpPr/>
          <p:nvPr/>
        </p:nvSpPr>
        <p:spPr>
          <a:xfrm>
            <a:off x="6629273" y="4141470"/>
            <a:ext cx="398399" cy="431419"/>
          </a:xfrm>
          <a:custGeom>
            <a:avLst/>
            <a:gdLst/>
            <a:ahLst/>
            <a:cxnLst/>
            <a:rect l="l" t="t" r="r" b="b"/>
            <a:pathLst>
              <a:path w="398399" h="431419">
                <a:moveTo>
                  <a:pt x="0" y="280415"/>
                </a:moveTo>
                <a:lnTo>
                  <a:pt x="36702" y="67055"/>
                </a:lnTo>
                <a:lnTo>
                  <a:pt x="243331" y="0"/>
                </a:lnTo>
                <a:lnTo>
                  <a:pt x="398399" y="151002"/>
                </a:lnTo>
                <a:lnTo>
                  <a:pt x="361696" y="364362"/>
                </a:lnTo>
                <a:lnTo>
                  <a:pt x="155067" y="431418"/>
                </a:lnTo>
                <a:lnTo>
                  <a:pt x="0" y="280415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7" name="object 27"/>
          <p:cNvSpPr/>
          <p:nvPr/>
        </p:nvSpPr>
        <p:spPr>
          <a:xfrm>
            <a:off x="6255004" y="4074541"/>
            <a:ext cx="396875" cy="432815"/>
          </a:xfrm>
          <a:custGeom>
            <a:avLst/>
            <a:gdLst/>
            <a:ahLst/>
            <a:cxnLst/>
            <a:rect l="l" t="t" r="r" b="b"/>
            <a:pathLst>
              <a:path w="396875" h="432815">
                <a:moveTo>
                  <a:pt x="0" y="280796"/>
                </a:moveTo>
                <a:lnTo>
                  <a:pt x="36068" y="66928"/>
                </a:lnTo>
                <a:lnTo>
                  <a:pt x="241935" y="0"/>
                </a:lnTo>
                <a:lnTo>
                  <a:pt x="396875" y="151891"/>
                </a:lnTo>
                <a:lnTo>
                  <a:pt x="360806" y="365886"/>
                </a:lnTo>
                <a:lnTo>
                  <a:pt x="154940" y="432815"/>
                </a:lnTo>
                <a:lnTo>
                  <a:pt x="0" y="280796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8" name="object 28"/>
          <p:cNvSpPr/>
          <p:nvPr/>
        </p:nvSpPr>
        <p:spPr>
          <a:xfrm>
            <a:off x="5895721" y="3991482"/>
            <a:ext cx="396875" cy="429641"/>
          </a:xfrm>
          <a:custGeom>
            <a:avLst/>
            <a:gdLst/>
            <a:ahLst/>
            <a:cxnLst/>
            <a:rect l="l" t="t" r="r" b="b"/>
            <a:pathLst>
              <a:path w="396875" h="429641">
                <a:moveTo>
                  <a:pt x="0" y="279273"/>
                </a:moveTo>
                <a:lnTo>
                  <a:pt x="36575" y="66802"/>
                </a:lnTo>
                <a:lnTo>
                  <a:pt x="242442" y="0"/>
                </a:lnTo>
                <a:lnTo>
                  <a:pt x="396875" y="150368"/>
                </a:lnTo>
                <a:lnTo>
                  <a:pt x="360299" y="362839"/>
                </a:lnTo>
                <a:lnTo>
                  <a:pt x="154558" y="429641"/>
                </a:lnTo>
                <a:lnTo>
                  <a:pt x="0" y="279273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9" name="object 29"/>
          <p:cNvSpPr/>
          <p:nvPr/>
        </p:nvSpPr>
        <p:spPr>
          <a:xfrm>
            <a:off x="6006719" y="4363339"/>
            <a:ext cx="398398" cy="431419"/>
          </a:xfrm>
          <a:custGeom>
            <a:avLst/>
            <a:gdLst/>
            <a:ahLst/>
            <a:cxnLst/>
            <a:rect l="l" t="t" r="r" b="b"/>
            <a:pathLst>
              <a:path w="398398" h="431418">
                <a:moveTo>
                  <a:pt x="0" y="280416"/>
                </a:moveTo>
                <a:lnTo>
                  <a:pt x="36702" y="67056"/>
                </a:lnTo>
                <a:lnTo>
                  <a:pt x="243331" y="0"/>
                </a:lnTo>
                <a:lnTo>
                  <a:pt x="398398" y="151003"/>
                </a:lnTo>
                <a:lnTo>
                  <a:pt x="361695" y="364363"/>
                </a:lnTo>
                <a:lnTo>
                  <a:pt x="155066" y="431419"/>
                </a:lnTo>
                <a:lnTo>
                  <a:pt x="0" y="280416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0" name="object 30"/>
          <p:cNvSpPr/>
          <p:nvPr/>
        </p:nvSpPr>
        <p:spPr>
          <a:xfrm>
            <a:off x="6375908" y="4448175"/>
            <a:ext cx="395223" cy="432562"/>
          </a:xfrm>
          <a:custGeom>
            <a:avLst/>
            <a:gdLst/>
            <a:ahLst/>
            <a:cxnLst/>
            <a:rect l="l" t="t" r="r" b="b"/>
            <a:pathLst>
              <a:path w="395223" h="432562">
                <a:moveTo>
                  <a:pt x="0" y="280543"/>
                </a:moveTo>
                <a:lnTo>
                  <a:pt x="35687" y="66675"/>
                </a:lnTo>
                <a:lnTo>
                  <a:pt x="240664" y="0"/>
                </a:lnTo>
                <a:lnTo>
                  <a:pt x="395223" y="152145"/>
                </a:lnTo>
                <a:lnTo>
                  <a:pt x="359537" y="365887"/>
                </a:lnTo>
                <a:lnTo>
                  <a:pt x="154559" y="432562"/>
                </a:lnTo>
                <a:lnTo>
                  <a:pt x="0" y="280543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1" name="object 31"/>
          <p:cNvSpPr/>
          <p:nvPr/>
        </p:nvSpPr>
        <p:spPr>
          <a:xfrm>
            <a:off x="6751701" y="4518279"/>
            <a:ext cx="396875" cy="432815"/>
          </a:xfrm>
          <a:custGeom>
            <a:avLst/>
            <a:gdLst/>
            <a:ahLst/>
            <a:cxnLst/>
            <a:rect l="l" t="t" r="r" b="b"/>
            <a:pathLst>
              <a:path w="396875" h="432815">
                <a:moveTo>
                  <a:pt x="0" y="280924"/>
                </a:moveTo>
                <a:lnTo>
                  <a:pt x="36068" y="66929"/>
                </a:lnTo>
                <a:lnTo>
                  <a:pt x="241934" y="0"/>
                </a:lnTo>
                <a:lnTo>
                  <a:pt x="396875" y="152019"/>
                </a:lnTo>
                <a:lnTo>
                  <a:pt x="360806" y="365887"/>
                </a:lnTo>
                <a:lnTo>
                  <a:pt x="154940" y="432816"/>
                </a:lnTo>
                <a:lnTo>
                  <a:pt x="0" y="280924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2" name="object 32"/>
          <p:cNvSpPr/>
          <p:nvPr/>
        </p:nvSpPr>
        <p:spPr>
          <a:xfrm>
            <a:off x="6496812" y="4818253"/>
            <a:ext cx="398398" cy="429895"/>
          </a:xfrm>
          <a:custGeom>
            <a:avLst/>
            <a:gdLst/>
            <a:ahLst/>
            <a:cxnLst/>
            <a:rect l="l" t="t" r="r" b="b"/>
            <a:pathLst>
              <a:path w="398398" h="429895">
                <a:moveTo>
                  <a:pt x="0" y="279654"/>
                </a:moveTo>
                <a:lnTo>
                  <a:pt x="36957" y="67056"/>
                </a:lnTo>
                <a:lnTo>
                  <a:pt x="243586" y="0"/>
                </a:lnTo>
                <a:lnTo>
                  <a:pt x="398398" y="150241"/>
                </a:lnTo>
                <a:lnTo>
                  <a:pt x="361441" y="362839"/>
                </a:lnTo>
                <a:lnTo>
                  <a:pt x="154812" y="429895"/>
                </a:lnTo>
                <a:lnTo>
                  <a:pt x="0" y="279654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3" name="object 33"/>
          <p:cNvSpPr/>
          <p:nvPr/>
        </p:nvSpPr>
        <p:spPr>
          <a:xfrm>
            <a:off x="6122543" y="4751324"/>
            <a:ext cx="396875" cy="431292"/>
          </a:xfrm>
          <a:custGeom>
            <a:avLst/>
            <a:gdLst/>
            <a:ahLst/>
            <a:cxnLst/>
            <a:rect l="l" t="t" r="r" b="b"/>
            <a:pathLst>
              <a:path w="396875" h="431292">
                <a:moveTo>
                  <a:pt x="0" y="280162"/>
                </a:moveTo>
                <a:lnTo>
                  <a:pt x="36322" y="66928"/>
                </a:lnTo>
                <a:lnTo>
                  <a:pt x="242189" y="0"/>
                </a:lnTo>
                <a:lnTo>
                  <a:pt x="396875" y="151130"/>
                </a:lnTo>
                <a:lnTo>
                  <a:pt x="360553" y="364363"/>
                </a:lnTo>
                <a:lnTo>
                  <a:pt x="154812" y="431292"/>
                </a:lnTo>
                <a:lnTo>
                  <a:pt x="0" y="280162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4" name="object 34"/>
          <p:cNvSpPr/>
          <p:nvPr/>
        </p:nvSpPr>
        <p:spPr>
          <a:xfrm>
            <a:off x="5766562" y="4666869"/>
            <a:ext cx="395224" cy="430911"/>
          </a:xfrm>
          <a:custGeom>
            <a:avLst/>
            <a:gdLst/>
            <a:ahLst/>
            <a:cxnLst/>
            <a:rect l="l" t="t" r="r" b="b"/>
            <a:pathLst>
              <a:path w="395224" h="430911">
                <a:moveTo>
                  <a:pt x="0" y="279653"/>
                </a:moveTo>
                <a:lnTo>
                  <a:pt x="35940" y="66547"/>
                </a:lnTo>
                <a:lnTo>
                  <a:pt x="240918" y="0"/>
                </a:lnTo>
                <a:lnTo>
                  <a:pt x="395224" y="151256"/>
                </a:lnTo>
                <a:lnTo>
                  <a:pt x="359283" y="364362"/>
                </a:lnTo>
                <a:lnTo>
                  <a:pt x="154304" y="430910"/>
                </a:lnTo>
                <a:lnTo>
                  <a:pt x="0" y="279653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5" name="object 35"/>
          <p:cNvSpPr/>
          <p:nvPr/>
        </p:nvSpPr>
        <p:spPr>
          <a:xfrm>
            <a:off x="7255002" y="3913251"/>
            <a:ext cx="396875" cy="431292"/>
          </a:xfrm>
          <a:custGeom>
            <a:avLst/>
            <a:gdLst/>
            <a:ahLst/>
            <a:cxnLst/>
            <a:rect l="l" t="t" r="r" b="b"/>
            <a:pathLst>
              <a:path w="396875" h="431292">
                <a:moveTo>
                  <a:pt x="0" y="280162"/>
                </a:moveTo>
                <a:lnTo>
                  <a:pt x="36322" y="66929"/>
                </a:lnTo>
                <a:lnTo>
                  <a:pt x="242189" y="0"/>
                </a:lnTo>
                <a:lnTo>
                  <a:pt x="396875" y="151256"/>
                </a:lnTo>
                <a:lnTo>
                  <a:pt x="360552" y="364363"/>
                </a:lnTo>
                <a:lnTo>
                  <a:pt x="154813" y="431292"/>
                </a:lnTo>
                <a:lnTo>
                  <a:pt x="0" y="280162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6" name="object 36"/>
          <p:cNvSpPr/>
          <p:nvPr/>
        </p:nvSpPr>
        <p:spPr>
          <a:xfrm>
            <a:off x="5647436" y="4301236"/>
            <a:ext cx="396748" cy="431164"/>
          </a:xfrm>
          <a:custGeom>
            <a:avLst/>
            <a:gdLst/>
            <a:ahLst/>
            <a:cxnLst/>
            <a:rect l="l" t="t" r="r" b="b"/>
            <a:pathLst>
              <a:path w="396748" h="431164">
                <a:moveTo>
                  <a:pt x="0" y="280034"/>
                </a:moveTo>
                <a:lnTo>
                  <a:pt x="36322" y="66801"/>
                </a:lnTo>
                <a:lnTo>
                  <a:pt x="242062" y="0"/>
                </a:lnTo>
                <a:lnTo>
                  <a:pt x="396748" y="151130"/>
                </a:lnTo>
                <a:lnTo>
                  <a:pt x="360425" y="364363"/>
                </a:lnTo>
                <a:lnTo>
                  <a:pt x="154686" y="431164"/>
                </a:lnTo>
                <a:lnTo>
                  <a:pt x="0" y="280034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7" name="object 37"/>
          <p:cNvSpPr/>
          <p:nvPr/>
        </p:nvSpPr>
        <p:spPr>
          <a:xfrm>
            <a:off x="7106031" y="4596511"/>
            <a:ext cx="396875" cy="431164"/>
          </a:xfrm>
          <a:custGeom>
            <a:avLst/>
            <a:gdLst/>
            <a:ahLst/>
            <a:cxnLst/>
            <a:rect l="l" t="t" r="r" b="b"/>
            <a:pathLst>
              <a:path w="396875" h="431164">
                <a:moveTo>
                  <a:pt x="0" y="280034"/>
                </a:moveTo>
                <a:lnTo>
                  <a:pt x="36322" y="66801"/>
                </a:lnTo>
                <a:lnTo>
                  <a:pt x="242062" y="0"/>
                </a:lnTo>
                <a:lnTo>
                  <a:pt x="396875" y="151130"/>
                </a:lnTo>
                <a:lnTo>
                  <a:pt x="360552" y="364363"/>
                </a:lnTo>
                <a:lnTo>
                  <a:pt x="154686" y="431164"/>
                </a:lnTo>
                <a:lnTo>
                  <a:pt x="0" y="280034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8" name="object 38"/>
          <p:cNvSpPr/>
          <p:nvPr/>
        </p:nvSpPr>
        <p:spPr>
          <a:xfrm>
            <a:off x="6867652" y="4906137"/>
            <a:ext cx="396748" cy="431291"/>
          </a:xfrm>
          <a:custGeom>
            <a:avLst/>
            <a:gdLst/>
            <a:ahLst/>
            <a:cxnLst/>
            <a:rect l="l" t="t" r="r" b="b"/>
            <a:pathLst>
              <a:path w="396748" h="431291">
                <a:moveTo>
                  <a:pt x="0" y="280162"/>
                </a:moveTo>
                <a:lnTo>
                  <a:pt x="36322" y="66929"/>
                </a:lnTo>
                <a:lnTo>
                  <a:pt x="242062" y="0"/>
                </a:lnTo>
                <a:lnTo>
                  <a:pt x="396748" y="151256"/>
                </a:lnTo>
                <a:lnTo>
                  <a:pt x="360425" y="364363"/>
                </a:lnTo>
                <a:lnTo>
                  <a:pt x="154686" y="431291"/>
                </a:lnTo>
                <a:lnTo>
                  <a:pt x="0" y="280162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9" name="object 39"/>
          <p:cNvSpPr/>
          <p:nvPr/>
        </p:nvSpPr>
        <p:spPr>
          <a:xfrm>
            <a:off x="7370953" y="4296410"/>
            <a:ext cx="396748" cy="432815"/>
          </a:xfrm>
          <a:custGeom>
            <a:avLst/>
            <a:gdLst/>
            <a:ahLst/>
            <a:cxnLst/>
            <a:rect l="l" t="t" r="r" b="b"/>
            <a:pathLst>
              <a:path w="396748" h="432815">
                <a:moveTo>
                  <a:pt x="0" y="280923"/>
                </a:moveTo>
                <a:lnTo>
                  <a:pt x="36068" y="66928"/>
                </a:lnTo>
                <a:lnTo>
                  <a:pt x="241807" y="0"/>
                </a:lnTo>
                <a:lnTo>
                  <a:pt x="396748" y="151891"/>
                </a:lnTo>
                <a:lnTo>
                  <a:pt x="360679" y="365887"/>
                </a:lnTo>
                <a:lnTo>
                  <a:pt x="154940" y="432815"/>
                </a:lnTo>
                <a:lnTo>
                  <a:pt x="0" y="280923"/>
                </a:lnTo>
                <a:close/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0" name="object 40"/>
          <p:cNvSpPr/>
          <p:nvPr/>
        </p:nvSpPr>
        <p:spPr>
          <a:xfrm>
            <a:off x="7016623" y="4213606"/>
            <a:ext cx="393573" cy="429132"/>
          </a:xfrm>
          <a:custGeom>
            <a:avLst/>
            <a:gdLst/>
            <a:ahLst/>
            <a:cxnLst/>
            <a:rect l="l" t="t" r="r" b="b"/>
            <a:pathLst>
              <a:path w="393573" h="429132">
                <a:moveTo>
                  <a:pt x="0" y="278511"/>
                </a:moveTo>
                <a:lnTo>
                  <a:pt x="35813" y="66294"/>
                </a:lnTo>
                <a:lnTo>
                  <a:pt x="239902" y="0"/>
                </a:lnTo>
                <a:lnTo>
                  <a:pt x="393573" y="150622"/>
                </a:lnTo>
                <a:lnTo>
                  <a:pt x="357758" y="362839"/>
                </a:lnTo>
                <a:lnTo>
                  <a:pt x="153670" y="429133"/>
                </a:lnTo>
                <a:lnTo>
                  <a:pt x="0" y="278511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1" name="object 41"/>
          <p:cNvSpPr/>
          <p:nvPr/>
        </p:nvSpPr>
        <p:spPr>
          <a:xfrm>
            <a:off x="6779895" y="2407920"/>
            <a:ext cx="398399" cy="431418"/>
          </a:xfrm>
          <a:custGeom>
            <a:avLst/>
            <a:gdLst/>
            <a:ahLst/>
            <a:cxnLst/>
            <a:rect l="l" t="t" r="r" b="b"/>
            <a:pathLst>
              <a:path w="398399" h="431418">
                <a:moveTo>
                  <a:pt x="0" y="280415"/>
                </a:moveTo>
                <a:lnTo>
                  <a:pt x="36702" y="67055"/>
                </a:lnTo>
                <a:lnTo>
                  <a:pt x="243331" y="0"/>
                </a:lnTo>
                <a:lnTo>
                  <a:pt x="398399" y="151002"/>
                </a:lnTo>
                <a:lnTo>
                  <a:pt x="361696" y="364363"/>
                </a:lnTo>
                <a:lnTo>
                  <a:pt x="155066" y="431418"/>
                </a:lnTo>
                <a:lnTo>
                  <a:pt x="0" y="280415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2" name="object 42"/>
          <p:cNvSpPr/>
          <p:nvPr/>
        </p:nvSpPr>
        <p:spPr>
          <a:xfrm>
            <a:off x="7147433" y="2494153"/>
            <a:ext cx="396748" cy="429641"/>
          </a:xfrm>
          <a:custGeom>
            <a:avLst/>
            <a:gdLst/>
            <a:ahLst/>
            <a:cxnLst/>
            <a:rect l="l" t="t" r="r" b="b"/>
            <a:pathLst>
              <a:path w="396748" h="429641">
                <a:moveTo>
                  <a:pt x="0" y="279273"/>
                </a:moveTo>
                <a:lnTo>
                  <a:pt x="36575" y="66801"/>
                </a:lnTo>
                <a:lnTo>
                  <a:pt x="242316" y="0"/>
                </a:lnTo>
                <a:lnTo>
                  <a:pt x="396748" y="150368"/>
                </a:lnTo>
                <a:lnTo>
                  <a:pt x="360172" y="362838"/>
                </a:lnTo>
                <a:lnTo>
                  <a:pt x="154432" y="429641"/>
                </a:lnTo>
                <a:lnTo>
                  <a:pt x="0" y="279273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3" name="object 43"/>
          <p:cNvSpPr/>
          <p:nvPr/>
        </p:nvSpPr>
        <p:spPr>
          <a:xfrm>
            <a:off x="7521575" y="2562860"/>
            <a:ext cx="396875" cy="431164"/>
          </a:xfrm>
          <a:custGeom>
            <a:avLst/>
            <a:gdLst/>
            <a:ahLst/>
            <a:cxnLst/>
            <a:rect l="l" t="t" r="r" b="b"/>
            <a:pathLst>
              <a:path w="396875" h="431164">
                <a:moveTo>
                  <a:pt x="0" y="280035"/>
                </a:moveTo>
                <a:lnTo>
                  <a:pt x="36322" y="66801"/>
                </a:lnTo>
                <a:lnTo>
                  <a:pt x="242189" y="0"/>
                </a:lnTo>
                <a:lnTo>
                  <a:pt x="396875" y="151129"/>
                </a:lnTo>
                <a:lnTo>
                  <a:pt x="360552" y="364363"/>
                </a:lnTo>
                <a:lnTo>
                  <a:pt x="154813" y="431164"/>
                </a:lnTo>
                <a:lnTo>
                  <a:pt x="0" y="280035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4" name="object 44"/>
          <p:cNvSpPr/>
          <p:nvPr/>
        </p:nvSpPr>
        <p:spPr>
          <a:xfrm>
            <a:off x="7269988" y="2862961"/>
            <a:ext cx="396747" cy="429640"/>
          </a:xfrm>
          <a:custGeom>
            <a:avLst/>
            <a:gdLst/>
            <a:ahLst/>
            <a:cxnLst/>
            <a:rect l="l" t="t" r="r" b="b"/>
            <a:pathLst>
              <a:path w="396747" h="429640">
                <a:moveTo>
                  <a:pt x="0" y="279273"/>
                </a:moveTo>
                <a:lnTo>
                  <a:pt x="36575" y="66801"/>
                </a:lnTo>
                <a:lnTo>
                  <a:pt x="242315" y="0"/>
                </a:lnTo>
                <a:lnTo>
                  <a:pt x="396747" y="150367"/>
                </a:lnTo>
                <a:lnTo>
                  <a:pt x="360171" y="362838"/>
                </a:lnTo>
                <a:lnTo>
                  <a:pt x="154431" y="429640"/>
                </a:lnTo>
                <a:lnTo>
                  <a:pt x="0" y="279273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5" name="object 45"/>
          <p:cNvSpPr/>
          <p:nvPr/>
        </p:nvSpPr>
        <p:spPr>
          <a:xfrm>
            <a:off x="6895719" y="2794380"/>
            <a:ext cx="396875" cy="432689"/>
          </a:xfrm>
          <a:custGeom>
            <a:avLst/>
            <a:gdLst/>
            <a:ahLst/>
            <a:cxnLst/>
            <a:rect l="l" t="t" r="r" b="b"/>
            <a:pathLst>
              <a:path w="396875" h="432689">
                <a:moveTo>
                  <a:pt x="0" y="280797"/>
                </a:moveTo>
                <a:lnTo>
                  <a:pt x="36195" y="66802"/>
                </a:lnTo>
                <a:lnTo>
                  <a:pt x="241934" y="0"/>
                </a:lnTo>
                <a:lnTo>
                  <a:pt x="396875" y="151892"/>
                </a:lnTo>
                <a:lnTo>
                  <a:pt x="360806" y="365887"/>
                </a:lnTo>
                <a:lnTo>
                  <a:pt x="155066" y="432689"/>
                </a:lnTo>
                <a:lnTo>
                  <a:pt x="0" y="280797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6" name="object 46"/>
          <p:cNvSpPr/>
          <p:nvPr/>
        </p:nvSpPr>
        <p:spPr>
          <a:xfrm>
            <a:off x="6536435" y="2711323"/>
            <a:ext cx="395224" cy="429513"/>
          </a:xfrm>
          <a:custGeom>
            <a:avLst/>
            <a:gdLst/>
            <a:ahLst/>
            <a:cxnLst/>
            <a:rect l="l" t="t" r="r" b="b"/>
            <a:pathLst>
              <a:path w="395224" h="429513">
                <a:moveTo>
                  <a:pt x="0" y="279018"/>
                </a:moveTo>
                <a:lnTo>
                  <a:pt x="36195" y="66675"/>
                </a:lnTo>
                <a:lnTo>
                  <a:pt x="241173" y="0"/>
                </a:lnTo>
                <a:lnTo>
                  <a:pt x="395224" y="150622"/>
                </a:lnTo>
                <a:lnTo>
                  <a:pt x="359029" y="362965"/>
                </a:lnTo>
                <a:lnTo>
                  <a:pt x="154178" y="429513"/>
                </a:lnTo>
                <a:lnTo>
                  <a:pt x="0" y="279018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7" name="object 47"/>
          <p:cNvSpPr/>
          <p:nvPr/>
        </p:nvSpPr>
        <p:spPr>
          <a:xfrm>
            <a:off x="6647433" y="3083052"/>
            <a:ext cx="398399" cy="431546"/>
          </a:xfrm>
          <a:custGeom>
            <a:avLst/>
            <a:gdLst/>
            <a:ahLst/>
            <a:cxnLst/>
            <a:rect l="l" t="t" r="r" b="b"/>
            <a:pathLst>
              <a:path w="398399" h="431546">
                <a:moveTo>
                  <a:pt x="0" y="280543"/>
                </a:moveTo>
                <a:lnTo>
                  <a:pt x="36702" y="67183"/>
                </a:lnTo>
                <a:lnTo>
                  <a:pt x="243332" y="0"/>
                </a:lnTo>
                <a:lnTo>
                  <a:pt x="398399" y="151002"/>
                </a:lnTo>
                <a:lnTo>
                  <a:pt x="361696" y="364363"/>
                </a:lnTo>
                <a:lnTo>
                  <a:pt x="155194" y="431546"/>
                </a:lnTo>
                <a:lnTo>
                  <a:pt x="0" y="280543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8" name="object 48"/>
          <p:cNvSpPr/>
          <p:nvPr/>
        </p:nvSpPr>
        <p:spPr>
          <a:xfrm>
            <a:off x="7014972" y="3167888"/>
            <a:ext cx="396875" cy="432688"/>
          </a:xfrm>
          <a:custGeom>
            <a:avLst/>
            <a:gdLst/>
            <a:ahLst/>
            <a:cxnLst/>
            <a:rect l="l" t="t" r="r" b="b"/>
            <a:pathLst>
              <a:path w="396875" h="432688">
                <a:moveTo>
                  <a:pt x="0" y="280797"/>
                </a:moveTo>
                <a:lnTo>
                  <a:pt x="36068" y="66801"/>
                </a:lnTo>
                <a:lnTo>
                  <a:pt x="241807" y="0"/>
                </a:lnTo>
                <a:lnTo>
                  <a:pt x="396875" y="151891"/>
                </a:lnTo>
                <a:lnTo>
                  <a:pt x="360679" y="365887"/>
                </a:lnTo>
                <a:lnTo>
                  <a:pt x="154939" y="432688"/>
                </a:lnTo>
                <a:lnTo>
                  <a:pt x="0" y="280797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9" name="object 49"/>
          <p:cNvSpPr/>
          <p:nvPr/>
        </p:nvSpPr>
        <p:spPr>
          <a:xfrm>
            <a:off x="7392416" y="3238246"/>
            <a:ext cx="395224" cy="432434"/>
          </a:xfrm>
          <a:custGeom>
            <a:avLst/>
            <a:gdLst/>
            <a:ahLst/>
            <a:cxnLst/>
            <a:rect l="l" t="t" r="r" b="b"/>
            <a:pathLst>
              <a:path w="395224" h="432434">
                <a:moveTo>
                  <a:pt x="0" y="280415"/>
                </a:moveTo>
                <a:lnTo>
                  <a:pt x="35686" y="66548"/>
                </a:lnTo>
                <a:lnTo>
                  <a:pt x="240664" y="0"/>
                </a:lnTo>
                <a:lnTo>
                  <a:pt x="395224" y="152018"/>
                </a:lnTo>
                <a:lnTo>
                  <a:pt x="359536" y="365887"/>
                </a:lnTo>
                <a:lnTo>
                  <a:pt x="154558" y="432434"/>
                </a:lnTo>
                <a:lnTo>
                  <a:pt x="0" y="280415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0" name="object 50"/>
          <p:cNvSpPr/>
          <p:nvPr/>
        </p:nvSpPr>
        <p:spPr>
          <a:xfrm>
            <a:off x="7137527" y="3538220"/>
            <a:ext cx="396748" cy="431164"/>
          </a:xfrm>
          <a:custGeom>
            <a:avLst/>
            <a:gdLst/>
            <a:ahLst/>
            <a:cxnLst/>
            <a:rect l="l" t="t" r="r" b="b"/>
            <a:pathLst>
              <a:path w="396748" h="431164">
                <a:moveTo>
                  <a:pt x="0" y="280034"/>
                </a:moveTo>
                <a:lnTo>
                  <a:pt x="36322" y="66801"/>
                </a:lnTo>
                <a:lnTo>
                  <a:pt x="242062" y="0"/>
                </a:lnTo>
                <a:lnTo>
                  <a:pt x="396748" y="151129"/>
                </a:lnTo>
                <a:lnTo>
                  <a:pt x="360425" y="364362"/>
                </a:lnTo>
                <a:lnTo>
                  <a:pt x="154686" y="431164"/>
                </a:lnTo>
                <a:lnTo>
                  <a:pt x="0" y="280034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1" name="object 51"/>
          <p:cNvSpPr/>
          <p:nvPr/>
        </p:nvSpPr>
        <p:spPr>
          <a:xfrm>
            <a:off x="6763384" y="3471164"/>
            <a:ext cx="396748" cy="431165"/>
          </a:xfrm>
          <a:custGeom>
            <a:avLst/>
            <a:gdLst/>
            <a:ahLst/>
            <a:cxnLst/>
            <a:rect l="l" t="t" r="r" b="b"/>
            <a:pathLst>
              <a:path w="396748" h="431164">
                <a:moveTo>
                  <a:pt x="0" y="280035"/>
                </a:moveTo>
                <a:lnTo>
                  <a:pt x="36322" y="66801"/>
                </a:lnTo>
                <a:lnTo>
                  <a:pt x="242062" y="0"/>
                </a:lnTo>
                <a:lnTo>
                  <a:pt x="396748" y="151130"/>
                </a:lnTo>
                <a:lnTo>
                  <a:pt x="360425" y="364363"/>
                </a:lnTo>
                <a:lnTo>
                  <a:pt x="154686" y="431165"/>
                </a:lnTo>
                <a:lnTo>
                  <a:pt x="0" y="280035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2" name="object 52"/>
          <p:cNvSpPr/>
          <p:nvPr/>
        </p:nvSpPr>
        <p:spPr>
          <a:xfrm>
            <a:off x="6405753" y="3386582"/>
            <a:ext cx="396748" cy="431164"/>
          </a:xfrm>
          <a:custGeom>
            <a:avLst/>
            <a:gdLst/>
            <a:ahLst/>
            <a:cxnLst/>
            <a:rect l="l" t="t" r="r" b="b"/>
            <a:pathLst>
              <a:path w="396748" h="431164">
                <a:moveTo>
                  <a:pt x="0" y="280034"/>
                </a:moveTo>
                <a:lnTo>
                  <a:pt x="36322" y="66801"/>
                </a:lnTo>
                <a:lnTo>
                  <a:pt x="242062" y="0"/>
                </a:lnTo>
                <a:lnTo>
                  <a:pt x="396748" y="151129"/>
                </a:lnTo>
                <a:lnTo>
                  <a:pt x="360425" y="364362"/>
                </a:lnTo>
                <a:lnTo>
                  <a:pt x="154686" y="431164"/>
                </a:lnTo>
                <a:lnTo>
                  <a:pt x="0" y="280034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3" name="object 53"/>
          <p:cNvSpPr/>
          <p:nvPr/>
        </p:nvSpPr>
        <p:spPr>
          <a:xfrm>
            <a:off x="7895844" y="2633091"/>
            <a:ext cx="396748" cy="431164"/>
          </a:xfrm>
          <a:custGeom>
            <a:avLst/>
            <a:gdLst/>
            <a:ahLst/>
            <a:cxnLst/>
            <a:rect l="l" t="t" r="r" b="b"/>
            <a:pathLst>
              <a:path w="396748" h="431164">
                <a:moveTo>
                  <a:pt x="0" y="280035"/>
                </a:moveTo>
                <a:lnTo>
                  <a:pt x="36322" y="66801"/>
                </a:lnTo>
                <a:lnTo>
                  <a:pt x="242061" y="0"/>
                </a:lnTo>
                <a:lnTo>
                  <a:pt x="396748" y="151130"/>
                </a:lnTo>
                <a:lnTo>
                  <a:pt x="360425" y="364363"/>
                </a:lnTo>
                <a:lnTo>
                  <a:pt x="154685" y="431164"/>
                </a:lnTo>
                <a:lnTo>
                  <a:pt x="0" y="280035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4" name="object 54"/>
          <p:cNvSpPr/>
          <p:nvPr/>
        </p:nvSpPr>
        <p:spPr>
          <a:xfrm>
            <a:off x="6288151" y="3021076"/>
            <a:ext cx="395224" cy="431038"/>
          </a:xfrm>
          <a:custGeom>
            <a:avLst/>
            <a:gdLst/>
            <a:ahLst/>
            <a:cxnLst/>
            <a:rect l="l" t="t" r="r" b="b"/>
            <a:pathLst>
              <a:path w="395224" h="431038">
                <a:moveTo>
                  <a:pt x="0" y="279653"/>
                </a:moveTo>
                <a:lnTo>
                  <a:pt x="35940" y="66675"/>
                </a:lnTo>
                <a:lnTo>
                  <a:pt x="240919" y="0"/>
                </a:lnTo>
                <a:lnTo>
                  <a:pt x="395224" y="151257"/>
                </a:lnTo>
                <a:lnTo>
                  <a:pt x="359282" y="364363"/>
                </a:lnTo>
                <a:lnTo>
                  <a:pt x="154304" y="431038"/>
                </a:lnTo>
                <a:lnTo>
                  <a:pt x="0" y="279653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5" name="object 55"/>
          <p:cNvSpPr/>
          <p:nvPr/>
        </p:nvSpPr>
        <p:spPr>
          <a:xfrm>
            <a:off x="7746746" y="3316478"/>
            <a:ext cx="395224" cy="430911"/>
          </a:xfrm>
          <a:custGeom>
            <a:avLst/>
            <a:gdLst/>
            <a:ahLst/>
            <a:cxnLst/>
            <a:rect l="l" t="t" r="r" b="b"/>
            <a:pathLst>
              <a:path w="395224" h="430911">
                <a:moveTo>
                  <a:pt x="0" y="279654"/>
                </a:moveTo>
                <a:lnTo>
                  <a:pt x="35940" y="66548"/>
                </a:lnTo>
                <a:lnTo>
                  <a:pt x="240919" y="0"/>
                </a:lnTo>
                <a:lnTo>
                  <a:pt x="395224" y="151257"/>
                </a:lnTo>
                <a:lnTo>
                  <a:pt x="359282" y="364363"/>
                </a:lnTo>
                <a:lnTo>
                  <a:pt x="154304" y="430911"/>
                </a:lnTo>
                <a:lnTo>
                  <a:pt x="0" y="279654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6" name="object 56"/>
          <p:cNvSpPr/>
          <p:nvPr/>
        </p:nvSpPr>
        <p:spPr>
          <a:xfrm>
            <a:off x="7508367" y="3627628"/>
            <a:ext cx="395224" cy="429514"/>
          </a:xfrm>
          <a:custGeom>
            <a:avLst/>
            <a:gdLst/>
            <a:ahLst/>
            <a:cxnLst/>
            <a:rect l="l" t="t" r="r" b="b"/>
            <a:pathLst>
              <a:path w="395224" h="429514">
                <a:moveTo>
                  <a:pt x="0" y="279019"/>
                </a:moveTo>
                <a:lnTo>
                  <a:pt x="36194" y="66675"/>
                </a:lnTo>
                <a:lnTo>
                  <a:pt x="241046" y="0"/>
                </a:lnTo>
                <a:lnTo>
                  <a:pt x="395224" y="150495"/>
                </a:lnTo>
                <a:lnTo>
                  <a:pt x="359028" y="362839"/>
                </a:lnTo>
                <a:lnTo>
                  <a:pt x="154050" y="429514"/>
                </a:lnTo>
                <a:lnTo>
                  <a:pt x="0" y="279019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7" name="object 57"/>
          <p:cNvSpPr/>
          <p:nvPr/>
        </p:nvSpPr>
        <p:spPr>
          <a:xfrm>
            <a:off x="8011668" y="3016377"/>
            <a:ext cx="395224" cy="432435"/>
          </a:xfrm>
          <a:custGeom>
            <a:avLst/>
            <a:gdLst/>
            <a:ahLst/>
            <a:cxnLst/>
            <a:rect l="l" t="t" r="r" b="b"/>
            <a:pathLst>
              <a:path w="395224" h="432435">
                <a:moveTo>
                  <a:pt x="0" y="280415"/>
                </a:moveTo>
                <a:lnTo>
                  <a:pt x="35686" y="66548"/>
                </a:lnTo>
                <a:lnTo>
                  <a:pt x="240664" y="0"/>
                </a:lnTo>
                <a:lnTo>
                  <a:pt x="395224" y="152019"/>
                </a:lnTo>
                <a:lnTo>
                  <a:pt x="359536" y="365887"/>
                </a:lnTo>
                <a:lnTo>
                  <a:pt x="154558" y="432435"/>
                </a:lnTo>
                <a:lnTo>
                  <a:pt x="0" y="280415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8" name="object 58"/>
          <p:cNvSpPr/>
          <p:nvPr/>
        </p:nvSpPr>
        <p:spPr>
          <a:xfrm>
            <a:off x="7657338" y="2933446"/>
            <a:ext cx="393572" cy="429132"/>
          </a:xfrm>
          <a:custGeom>
            <a:avLst/>
            <a:gdLst/>
            <a:ahLst/>
            <a:cxnLst/>
            <a:rect l="l" t="t" r="r" b="b"/>
            <a:pathLst>
              <a:path w="393572" h="429132">
                <a:moveTo>
                  <a:pt x="0" y="278511"/>
                </a:moveTo>
                <a:lnTo>
                  <a:pt x="35813" y="66293"/>
                </a:lnTo>
                <a:lnTo>
                  <a:pt x="239902" y="0"/>
                </a:lnTo>
                <a:lnTo>
                  <a:pt x="393572" y="150621"/>
                </a:lnTo>
                <a:lnTo>
                  <a:pt x="357758" y="362838"/>
                </a:lnTo>
                <a:lnTo>
                  <a:pt x="153669" y="429132"/>
                </a:lnTo>
                <a:lnTo>
                  <a:pt x="0" y="278511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9" name="object 59"/>
          <p:cNvSpPr/>
          <p:nvPr/>
        </p:nvSpPr>
        <p:spPr>
          <a:xfrm>
            <a:off x="8122666" y="3384804"/>
            <a:ext cx="398399" cy="431419"/>
          </a:xfrm>
          <a:custGeom>
            <a:avLst/>
            <a:gdLst/>
            <a:ahLst/>
            <a:cxnLst/>
            <a:rect l="l" t="t" r="r" b="b"/>
            <a:pathLst>
              <a:path w="398399" h="431419">
                <a:moveTo>
                  <a:pt x="0" y="280416"/>
                </a:moveTo>
                <a:lnTo>
                  <a:pt x="36702" y="67056"/>
                </a:lnTo>
                <a:lnTo>
                  <a:pt x="243331" y="0"/>
                </a:lnTo>
                <a:lnTo>
                  <a:pt x="398399" y="151003"/>
                </a:lnTo>
                <a:lnTo>
                  <a:pt x="361695" y="364363"/>
                </a:lnTo>
                <a:lnTo>
                  <a:pt x="155066" y="431419"/>
                </a:lnTo>
                <a:lnTo>
                  <a:pt x="0" y="280416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0" name="object 60"/>
          <p:cNvSpPr/>
          <p:nvPr/>
        </p:nvSpPr>
        <p:spPr>
          <a:xfrm>
            <a:off x="8490204" y="3471037"/>
            <a:ext cx="396748" cy="429768"/>
          </a:xfrm>
          <a:custGeom>
            <a:avLst/>
            <a:gdLst/>
            <a:ahLst/>
            <a:cxnLst/>
            <a:rect l="l" t="t" r="r" b="b"/>
            <a:pathLst>
              <a:path w="396748" h="429767">
                <a:moveTo>
                  <a:pt x="0" y="279400"/>
                </a:moveTo>
                <a:lnTo>
                  <a:pt x="36575" y="66928"/>
                </a:lnTo>
                <a:lnTo>
                  <a:pt x="242316" y="0"/>
                </a:lnTo>
                <a:lnTo>
                  <a:pt x="396748" y="150494"/>
                </a:lnTo>
                <a:lnTo>
                  <a:pt x="360172" y="362838"/>
                </a:lnTo>
                <a:lnTo>
                  <a:pt x="154431" y="429768"/>
                </a:lnTo>
                <a:lnTo>
                  <a:pt x="0" y="27940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1" name="object 61"/>
          <p:cNvSpPr/>
          <p:nvPr/>
        </p:nvSpPr>
        <p:spPr>
          <a:xfrm>
            <a:off x="7496809" y="4682744"/>
            <a:ext cx="396748" cy="431164"/>
          </a:xfrm>
          <a:custGeom>
            <a:avLst/>
            <a:gdLst/>
            <a:ahLst/>
            <a:cxnLst/>
            <a:rect l="l" t="t" r="r" b="b"/>
            <a:pathLst>
              <a:path w="396748" h="431164">
                <a:moveTo>
                  <a:pt x="0" y="280034"/>
                </a:moveTo>
                <a:lnTo>
                  <a:pt x="36322" y="66801"/>
                </a:lnTo>
                <a:lnTo>
                  <a:pt x="242062" y="0"/>
                </a:lnTo>
                <a:lnTo>
                  <a:pt x="396748" y="151129"/>
                </a:lnTo>
                <a:lnTo>
                  <a:pt x="360425" y="364362"/>
                </a:lnTo>
                <a:lnTo>
                  <a:pt x="154686" y="431164"/>
                </a:lnTo>
                <a:lnTo>
                  <a:pt x="0" y="280034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2" name="object 62"/>
          <p:cNvSpPr/>
          <p:nvPr/>
        </p:nvSpPr>
        <p:spPr>
          <a:xfrm>
            <a:off x="8612632" y="3839845"/>
            <a:ext cx="396875" cy="429641"/>
          </a:xfrm>
          <a:custGeom>
            <a:avLst/>
            <a:gdLst/>
            <a:ahLst/>
            <a:cxnLst/>
            <a:rect l="l" t="t" r="r" b="b"/>
            <a:pathLst>
              <a:path w="396875" h="429641">
                <a:moveTo>
                  <a:pt x="0" y="279272"/>
                </a:moveTo>
                <a:lnTo>
                  <a:pt x="36575" y="66801"/>
                </a:lnTo>
                <a:lnTo>
                  <a:pt x="242443" y="0"/>
                </a:lnTo>
                <a:lnTo>
                  <a:pt x="396875" y="150367"/>
                </a:lnTo>
                <a:lnTo>
                  <a:pt x="360299" y="362838"/>
                </a:lnTo>
                <a:lnTo>
                  <a:pt x="154559" y="429640"/>
                </a:lnTo>
                <a:lnTo>
                  <a:pt x="0" y="279272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3" name="object 63"/>
          <p:cNvSpPr/>
          <p:nvPr/>
        </p:nvSpPr>
        <p:spPr>
          <a:xfrm>
            <a:off x="8238490" y="3772789"/>
            <a:ext cx="396875" cy="431292"/>
          </a:xfrm>
          <a:custGeom>
            <a:avLst/>
            <a:gdLst/>
            <a:ahLst/>
            <a:cxnLst/>
            <a:rect l="l" t="t" r="r" b="b"/>
            <a:pathLst>
              <a:path w="396875" h="431291">
                <a:moveTo>
                  <a:pt x="0" y="280162"/>
                </a:moveTo>
                <a:lnTo>
                  <a:pt x="36321" y="66929"/>
                </a:lnTo>
                <a:lnTo>
                  <a:pt x="242061" y="0"/>
                </a:lnTo>
                <a:lnTo>
                  <a:pt x="396875" y="151130"/>
                </a:lnTo>
                <a:lnTo>
                  <a:pt x="360552" y="364363"/>
                </a:lnTo>
                <a:lnTo>
                  <a:pt x="154685" y="431292"/>
                </a:lnTo>
                <a:lnTo>
                  <a:pt x="0" y="280162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4" name="object 64"/>
          <p:cNvSpPr/>
          <p:nvPr/>
        </p:nvSpPr>
        <p:spPr>
          <a:xfrm>
            <a:off x="7879207" y="3688333"/>
            <a:ext cx="395224" cy="429387"/>
          </a:xfrm>
          <a:custGeom>
            <a:avLst/>
            <a:gdLst/>
            <a:ahLst/>
            <a:cxnLst/>
            <a:rect l="l" t="t" r="r" b="b"/>
            <a:pathLst>
              <a:path w="395224" h="429387">
                <a:moveTo>
                  <a:pt x="0" y="278892"/>
                </a:moveTo>
                <a:lnTo>
                  <a:pt x="36195" y="66548"/>
                </a:lnTo>
                <a:lnTo>
                  <a:pt x="241173" y="0"/>
                </a:lnTo>
                <a:lnTo>
                  <a:pt x="395224" y="150495"/>
                </a:lnTo>
                <a:lnTo>
                  <a:pt x="359028" y="362839"/>
                </a:lnTo>
                <a:lnTo>
                  <a:pt x="154050" y="429387"/>
                </a:lnTo>
                <a:lnTo>
                  <a:pt x="0" y="278892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5" name="object 65"/>
          <p:cNvSpPr/>
          <p:nvPr/>
        </p:nvSpPr>
        <p:spPr>
          <a:xfrm>
            <a:off x="7990205" y="4061587"/>
            <a:ext cx="398399" cy="430021"/>
          </a:xfrm>
          <a:custGeom>
            <a:avLst/>
            <a:gdLst/>
            <a:ahLst/>
            <a:cxnLst/>
            <a:rect l="l" t="t" r="r" b="b"/>
            <a:pathLst>
              <a:path w="398399" h="430021">
                <a:moveTo>
                  <a:pt x="0" y="279654"/>
                </a:moveTo>
                <a:lnTo>
                  <a:pt x="36956" y="67182"/>
                </a:lnTo>
                <a:lnTo>
                  <a:pt x="243586" y="0"/>
                </a:lnTo>
                <a:lnTo>
                  <a:pt x="398399" y="150240"/>
                </a:lnTo>
                <a:lnTo>
                  <a:pt x="361442" y="362838"/>
                </a:lnTo>
                <a:lnTo>
                  <a:pt x="154813" y="430021"/>
                </a:lnTo>
                <a:lnTo>
                  <a:pt x="0" y="279654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6" name="object 66"/>
          <p:cNvSpPr/>
          <p:nvPr/>
        </p:nvSpPr>
        <p:spPr>
          <a:xfrm>
            <a:off x="8357743" y="4144772"/>
            <a:ext cx="396748" cy="432815"/>
          </a:xfrm>
          <a:custGeom>
            <a:avLst/>
            <a:gdLst/>
            <a:ahLst/>
            <a:cxnLst/>
            <a:rect l="l" t="t" r="r" b="b"/>
            <a:pathLst>
              <a:path w="396748" h="432815">
                <a:moveTo>
                  <a:pt x="0" y="280923"/>
                </a:moveTo>
                <a:lnTo>
                  <a:pt x="36067" y="66928"/>
                </a:lnTo>
                <a:lnTo>
                  <a:pt x="241807" y="0"/>
                </a:lnTo>
                <a:lnTo>
                  <a:pt x="396748" y="151891"/>
                </a:lnTo>
                <a:lnTo>
                  <a:pt x="360679" y="365886"/>
                </a:lnTo>
                <a:lnTo>
                  <a:pt x="154939" y="432815"/>
                </a:lnTo>
                <a:lnTo>
                  <a:pt x="0" y="280923"/>
                </a:lnTo>
                <a:close/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7" name="object 67"/>
          <p:cNvSpPr/>
          <p:nvPr/>
        </p:nvSpPr>
        <p:spPr>
          <a:xfrm>
            <a:off x="8269985" y="2701671"/>
            <a:ext cx="396748" cy="431291"/>
          </a:xfrm>
          <a:custGeom>
            <a:avLst/>
            <a:gdLst/>
            <a:ahLst/>
            <a:cxnLst/>
            <a:rect l="l" t="t" r="r" b="b"/>
            <a:pathLst>
              <a:path w="396748" h="431291">
                <a:moveTo>
                  <a:pt x="0" y="280162"/>
                </a:moveTo>
                <a:lnTo>
                  <a:pt x="36322" y="66928"/>
                </a:lnTo>
                <a:lnTo>
                  <a:pt x="242062" y="0"/>
                </a:lnTo>
                <a:lnTo>
                  <a:pt x="396748" y="151129"/>
                </a:lnTo>
                <a:lnTo>
                  <a:pt x="360425" y="364363"/>
                </a:lnTo>
                <a:lnTo>
                  <a:pt x="154686" y="431291"/>
                </a:lnTo>
                <a:lnTo>
                  <a:pt x="0" y="280162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8" name="object 68"/>
          <p:cNvSpPr/>
          <p:nvPr/>
        </p:nvSpPr>
        <p:spPr>
          <a:xfrm>
            <a:off x="8480171" y="4515104"/>
            <a:ext cx="396875" cy="431164"/>
          </a:xfrm>
          <a:custGeom>
            <a:avLst/>
            <a:gdLst/>
            <a:ahLst/>
            <a:cxnLst/>
            <a:rect l="l" t="t" r="r" b="b"/>
            <a:pathLst>
              <a:path w="396875" h="431164">
                <a:moveTo>
                  <a:pt x="0" y="280035"/>
                </a:moveTo>
                <a:lnTo>
                  <a:pt x="36449" y="66802"/>
                </a:lnTo>
                <a:lnTo>
                  <a:pt x="242188" y="0"/>
                </a:lnTo>
                <a:lnTo>
                  <a:pt x="396875" y="151130"/>
                </a:lnTo>
                <a:lnTo>
                  <a:pt x="360552" y="364363"/>
                </a:lnTo>
                <a:lnTo>
                  <a:pt x="154812" y="431165"/>
                </a:lnTo>
                <a:lnTo>
                  <a:pt x="0" y="280035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9" name="object 69"/>
          <p:cNvSpPr/>
          <p:nvPr/>
        </p:nvSpPr>
        <p:spPr>
          <a:xfrm>
            <a:off x="8106029" y="4448048"/>
            <a:ext cx="396875" cy="432815"/>
          </a:xfrm>
          <a:custGeom>
            <a:avLst/>
            <a:gdLst/>
            <a:ahLst/>
            <a:cxnLst/>
            <a:rect l="l" t="t" r="r" b="b"/>
            <a:pathLst>
              <a:path w="396875" h="432815">
                <a:moveTo>
                  <a:pt x="0" y="280924"/>
                </a:moveTo>
                <a:lnTo>
                  <a:pt x="36068" y="66928"/>
                </a:lnTo>
                <a:lnTo>
                  <a:pt x="241807" y="0"/>
                </a:lnTo>
                <a:lnTo>
                  <a:pt x="396875" y="152019"/>
                </a:lnTo>
                <a:lnTo>
                  <a:pt x="360806" y="365887"/>
                </a:lnTo>
                <a:lnTo>
                  <a:pt x="154940" y="432815"/>
                </a:lnTo>
                <a:lnTo>
                  <a:pt x="0" y="280924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0" name="object 70"/>
          <p:cNvSpPr/>
          <p:nvPr/>
        </p:nvSpPr>
        <p:spPr>
          <a:xfrm>
            <a:off x="7748397" y="4363466"/>
            <a:ext cx="396875" cy="431164"/>
          </a:xfrm>
          <a:custGeom>
            <a:avLst/>
            <a:gdLst/>
            <a:ahLst/>
            <a:cxnLst/>
            <a:rect l="l" t="t" r="r" b="b"/>
            <a:pathLst>
              <a:path w="396875" h="431164">
                <a:moveTo>
                  <a:pt x="0" y="280034"/>
                </a:moveTo>
                <a:lnTo>
                  <a:pt x="36322" y="66801"/>
                </a:lnTo>
                <a:lnTo>
                  <a:pt x="242188" y="0"/>
                </a:lnTo>
                <a:lnTo>
                  <a:pt x="396875" y="151129"/>
                </a:lnTo>
                <a:lnTo>
                  <a:pt x="360552" y="364362"/>
                </a:lnTo>
                <a:lnTo>
                  <a:pt x="154812" y="431164"/>
                </a:lnTo>
                <a:lnTo>
                  <a:pt x="0" y="280034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1" name="object 71"/>
          <p:cNvSpPr/>
          <p:nvPr/>
        </p:nvSpPr>
        <p:spPr>
          <a:xfrm>
            <a:off x="7870952" y="4753102"/>
            <a:ext cx="395224" cy="430911"/>
          </a:xfrm>
          <a:custGeom>
            <a:avLst/>
            <a:gdLst/>
            <a:ahLst/>
            <a:cxnLst/>
            <a:rect l="l" t="t" r="r" b="b"/>
            <a:pathLst>
              <a:path w="395224" h="430911">
                <a:moveTo>
                  <a:pt x="0" y="279654"/>
                </a:moveTo>
                <a:lnTo>
                  <a:pt x="35941" y="66548"/>
                </a:lnTo>
                <a:lnTo>
                  <a:pt x="240919" y="0"/>
                </a:lnTo>
                <a:lnTo>
                  <a:pt x="395224" y="151256"/>
                </a:lnTo>
                <a:lnTo>
                  <a:pt x="359282" y="364363"/>
                </a:lnTo>
                <a:lnTo>
                  <a:pt x="154304" y="430911"/>
                </a:lnTo>
                <a:lnTo>
                  <a:pt x="0" y="279654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2" name="object 72"/>
          <p:cNvSpPr/>
          <p:nvPr/>
        </p:nvSpPr>
        <p:spPr>
          <a:xfrm>
            <a:off x="7630795" y="3998087"/>
            <a:ext cx="395224" cy="430911"/>
          </a:xfrm>
          <a:custGeom>
            <a:avLst/>
            <a:gdLst/>
            <a:ahLst/>
            <a:cxnLst/>
            <a:rect l="l" t="t" r="r" b="b"/>
            <a:pathLst>
              <a:path w="395224" h="430911">
                <a:moveTo>
                  <a:pt x="0" y="279654"/>
                </a:moveTo>
                <a:lnTo>
                  <a:pt x="35940" y="66548"/>
                </a:lnTo>
                <a:lnTo>
                  <a:pt x="240919" y="0"/>
                </a:lnTo>
                <a:lnTo>
                  <a:pt x="395224" y="151256"/>
                </a:lnTo>
                <a:lnTo>
                  <a:pt x="359282" y="364363"/>
                </a:lnTo>
                <a:lnTo>
                  <a:pt x="154431" y="430911"/>
                </a:lnTo>
                <a:lnTo>
                  <a:pt x="0" y="279654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3" name="object 73"/>
          <p:cNvSpPr/>
          <p:nvPr/>
        </p:nvSpPr>
        <p:spPr>
          <a:xfrm>
            <a:off x="8624316" y="2779903"/>
            <a:ext cx="396748" cy="429641"/>
          </a:xfrm>
          <a:custGeom>
            <a:avLst/>
            <a:gdLst/>
            <a:ahLst/>
            <a:cxnLst/>
            <a:rect l="l" t="t" r="r" b="b"/>
            <a:pathLst>
              <a:path w="396748" h="429641">
                <a:moveTo>
                  <a:pt x="0" y="279273"/>
                </a:moveTo>
                <a:lnTo>
                  <a:pt x="36575" y="66801"/>
                </a:lnTo>
                <a:lnTo>
                  <a:pt x="242315" y="0"/>
                </a:lnTo>
                <a:lnTo>
                  <a:pt x="396748" y="150368"/>
                </a:lnTo>
                <a:lnTo>
                  <a:pt x="360172" y="362838"/>
                </a:lnTo>
                <a:lnTo>
                  <a:pt x="154431" y="429641"/>
                </a:lnTo>
                <a:lnTo>
                  <a:pt x="0" y="279273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4" name="object 74"/>
          <p:cNvSpPr/>
          <p:nvPr/>
        </p:nvSpPr>
        <p:spPr>
          <a:xfrm>
            <a:off x="8385809" y="3089655"/>
            <a:ext cx="396875" cy="431165"/>
          </a:xfrm>
          <a:custGeom>
            <a:avLst/>
            <a:gdLst/>
            <a:ahLst/>
            <a:cxnLst/>
            <a:rect l="l" t="t" r="r" b="b"/>
            <a:pathLst>
              <a:path w="396875" h="431165">
                <a:moveTo>
                  <a:pt x="0" y="280035"/>
                </a:moveTo>
                <a:lnTo>
                  <a:pt x="36322" y="66802"/>
                </a:lnTo>
                <a:lnTo>
                  <a:pt x="242189" y="0"/>
                </a:lnTo>
                <a:lnTo>
                  <a:pt x="396875" y="151130"/>
                </a:lnTo>
                <a:lnTo>
                  <a:pt x="360553" y="364363"/>
                </a:lnTo>
                <a:lnTo>
                  <a:pt x="154813" y="431165"/>
                </a:lnTo>
                <a:lnTo>
                  <a:pt x="0" y="280035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5" name="object 75"/>
          <p:cNvSpPr/>
          <p:nvPr/>
        </p:nvSpPr>
        <p:spPr>
          <a:xfrm>
            <a:off x="8236839" y="4832858"/>
            <a:ext cx="396875" cy="432689"/>
          </a:xfrm>
          <a:custGeom>
            <a:avLst/>
            <a:gdLst/>
            <a:ahLst/>
            <a:cxnLst/>
            <a:rect l="l" t="t" r="r" b="b"/>
            <a:pathLst>
              <a:path w="396875" h="432688">
                <a:moveTo>
                  <a:pt x="0" y="280797"/>
                </a:moveTo>
                <a:lnTo>
                  <a:pt x="36067" y="66802"/>
                </a:lnTo>
                <a:lnTo>
                  <a:pt x="241807" y="0"/>
                </a:lnTo>
                <a:lnTo>
                  <a:pt x="396875" y="151892"/>
                </a:lnTo>
                <a:lnTo>
                  <a:pt x="360679" y="365887"/>
                </a:lnTo>
                <a:lnTo>
                  <a:pt x="154939" y="432689"/>
                </a:lnTo>
                <a:lnTo>
                  <a:pt x="0" y="280797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6" name="object 76"/>
          <p:cNvSpPr/>
          <p:nvPr/>
        </p:nvSpPr>
        <p:spPr>
          <a:xfrm>
            <a:off x="6038088" y="3318129"/>
            <a:ext cx="393700" cy="430657"/>
          </a:xfrm>
          <a:custGeom>
            <a:avLst/>
            <a:gdLst/>
            <a:ahLst/>
            <a:cxnLst/>
            <a:rect l="l" t="t" r="r" b="b"/>
            <a:pathLst>
              <a:path w="393700" h="430657">
                <a:moveTo>
                  <a:pt x="0" y="279273"/>
                </a:moveTo>
                <a:lnTo>
                  <a:pt x="35560" y="66294"/>
                </a:lnTo>
                <a:lnTo>
                  <a:pt x="239649" y="0"/>
                </a:lnTo>
                <a:lnTo>
                  <a:pt x="393700" y="151384"/>
                </a:lnTo>
                <a:lnTo>
                  <a:pt x="358013" y="364363"/>
                </a:lnTo>
                <a:lnTo>
                  <a:pt x="153924" y="430657"/>
                </a:lnTo>
                <a:lnTo>
                  <a:pt x="0" y="279273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7" name="object 77"/>
          <p:cNvSpPr/>
          <p:nvPr/>
        </p:nvSpPr>
        <p:spPr>
          <a:xfrm>
            <a:off x="6328410" y="3478529"/>
            <a:ext cx="321437" cy="251333"/>
          </a:xfrm>
          <a:custGeom>
            <a:avLst/>
            <a:gdLst/>
            <a:ahLst/>
            <a:cxnLst/>
            <a:rect l="l" t="t" r="r" b="b"/>
            <a:pathLst>
              <a:path w="321437" h="251333">
                <a:moveTo>
                  <a:pt x="46227" y="43942"/>
                </a:moveTo>
                <a:lnTo>
                  <a:pt x="0" y="0"/>
                </a:lnTo>
                <a:lnTo>
                  <a:pt x="36829" y="76835"/>
                </a:lnTo>
                <a:lnTo>
                  <a:pt x="56300" y="51756"/>
                </a:lnTo>
                <a:lnTo>
                  <a:pt x="46227" y="43942"/>
                </a:lnTo>
                <a:close/>
              </a:path>
              <a:path w="321437" h="251333">
                <a:moveTo>
                  <a:pt x="54101" y="33909"/>
                </a:moveTo>
                <a:lnTo>
                  <a:pt x="56300" y="51756"/>
                </a:lnTo>
                <a:lnTo>
                  <a:pt x="313563" y="251333"/>
                </a:lnTo>
                <a:lnTo>
                  <a:pt x="321437" y="241300"/>
                </a:lnTo>
                <a:lnTo>
                  <a:pt x="64121" y="41682"/>
                </a:lnTo>
                <a:lnTo>
                  <a:pt x="83565" y="16637"/>
                </a:lnTo>
                <a:lnTo>
                  <a:pt x="0" y="0"/>
                </a:lnTo>
                <a:lnTo>
                  <a:pt x="46227" y="43942"/>
                </a:lnTo>
                <a:lnTo>
                  <a:pt x="56300" y="51756"/>
                </a:lnTo>
                <a:lnTo>
                  <a:pt x="54101" y="3390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8" name="object 78"/>
          <p:cNvSpPr/>
          <p:nvPr/>
        </p:nvSpPr>
        <p:spPr>
          <a:xfrm>
            <a:off x="6379210" y="3636010"/>
            <a:ext cx="665988" cy="1278001"/>
          </a:xfrm>
          <a:custGeom>
            <a:avLst/>
            <a:gdLst/>
            <a:ahLst/>
            <a:cxnLst/>
            <a:rect l="l" t="t" r="r" b="b"/>
            <a:pathLst>
              <a:path w="665988" h="1278001">
                <a:moveTo>
                  <a:pt x="23622" y="59308"/>
                </a:moveTo>
                <a:lnTo>
                  <a:pt x="0" y="0"/>
                </a:lnTo>
                <a:lnTo>
                  <a:pt x="1269" y="85216"/>
                </a:lnTo>
                <a:lnTo>
                  <a:pt x="29464" y="70589"/>
                </a:lnTo>
                <a:lnTo>
                  <a:pt x="23622" y="59308"/>
                </a:lnTo>
                <a:close/>
              </a:path>
              <a:path w="665988" h="1278001">
                <a:moveTo>
                  <a:pt x="34798" y="53466"/>
                </a:moveTo>
                <a:lnTo>
                  <a:pt x="29464" y="70589"/>
                </a:lnTo>
                <a:lnTo>
                  <a:pt x="654812" y="1278001"/>
                </a:lnTo>
                <a:lnTo>
                  <a:pt x="665988" y="1272158"/>
                </a:lnTo>
                <a:lnTo>
                  <a:pt x="40658" y="64782"/>
                </a:lnTo>
                <a:lnTo>
                  <a:pt x="68834" y="50164"/>
                </a:lnTo>
                <a:lnTo>
                  <a:pt x="0" y="0"/>
                </a:lnTo>
                <a:lnTo>
                  <a:pt x="23622" y="59308"/>
                </a:lnTo>
                <a:lnTo>
                  <a:pt x="29464" y="70589"/>
                </a:lnTo>
                <a:lnTo>
                  <a:pt x="34798" y="5346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2452370" y="30899"/>
            <a:ext cx="2246884" cy="533399"/>
          </a:xfrm>
          <a:prstGeom prst="rect">
            <a:avLst/>
          </a:prstGeom>
        </p:spPr>
        <p:txBody>
          <a:bodyPr wrap="square" lIns="0" tIns="26574" rIns="0" bIns="0" rtlCol="0">
            <a:noAutofit/>
          </a:bodyPr>
          <a:lstStyle/>
          <a:p>
            <a:pPr marL="12700">
              <a:lnSpc>
                <a:spcPts val="4185"/>
              </a:lnSpc>
            </a:pPr>
            <a:r>
              <a:rPr dirty="0" smtClean="0" sz="4000" spc="1">
                <a:latin typeface="Times New Roman"/>
                <a:cs typeface="Times New Roman"/>
              </a:rPr>
              <a:t>Frequ</a:t>
            </a:r>
            <a:r>
              <a:rPr dirty="0" smtClean="0" sz="4000" spc="1">
                <a:latin typeface="Times New Roman"/>
                <a:cs typeface="Times New Roman"/>
              </a:rPr>
              <a:t>e</a:t>
            </a:r>
            <a:r>
              <a:rPr dirty="0" smtClean="0" sz="4000" spc="1">
                <a:latin typeface="Times New Roman"/>
                <a:cs typeface="Times New Roman"/>
              </a:rPr>
              <a:t>ncy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22621" y="30899"/>
            <a:ext cx="1004824" cy="533399"/>
          </a:xfrm>
          <a:prstGeom prst="rect">
            <a:avLst/>
          </a:prstGeom>
        </p:spPr>
        <p:txBody>
          <a:bodyPr wrap="square" lIns="0" tIns="26574" rIns="0" bIns="0" rtlCol="0">
            <a:noAutofit/>
          </a:bodyPr>
          <a:lstStyle/>
          <a:p>
            <a:pPr marL="12700">
              <a:lnSpc>
                <a:spcPts val="4185"/>
              </a:lnSpc>
            </a:pPr>
            <a:r>
              <a:rPr dirty="0" smtClean="0" sz="4000">
                <a:latin typeface="Times New Roman"/>
                <a:cs typeface="Times New Roman"/>
              </a:rPr>
              <a:t>Plan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755386" y="30899"/>
            <a:ext cx="355600" cy="533399"/>
          </a:xfrm>
          <a:prstGeom prst="rect">
            <a:avLst/>
          </a:prstGeom>
        </p:spPr>
        <p:txBody>
          <a:bodyPr wrap="square" lIns="0" tIns="26574" rIns="0" bIns="0" rtlCol="0">
            <a:noAutofit/>
          </a:bodyPr>
          <a:lstStyle/>
          <a:p>
            <a:pPr marL="12700">
              <a:lnSpc>
                <a:spcPts val="4185"/>
              </a:lnSpc>
            </a:pPr>
            <a:r>
              <a:rPr dirty="0" smtClean="0" sz="4000">
                <a:latin typeface="Times New Roman"/>
                <a:cs typeface="Times New Roman"/>
              </a:rPr>
              <a:t>–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136259" y="30899"/>
            <a:ext cx="1427988" cy="533399"/>
          </a:xfrm>
          <a:prstGeom prst="rect">
            <a:avLst/>
          </a:prstGeom>
        </p:spPr>
        <p:txBody>
          <a:bodyPr wrap="square" lIns="0" tIns="26574" rIns="0" bIns="0" rtlCol="0">
            <a:noAutofit/>
          </a:bodyPr>
          <a:lstStyle/>
          <a:p>
            <a:pPr marL="12700">
              <a:lnSpc>
                <a:spcPts val="4185"/>
              </a:lnSpc>
            </a:pPr>
            <a:r>
              <a:rPr dirty="0" smtClean="0" sz="4000">
                <a:latin typeface="Times New Roman"/>
                <a:cs typeface="Times New Roman"/>
              </a:rPr>
              <a:t>Basics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79767" y="1184021"/>
            <a:ext cx="255828" cy="381000"/>
          </a:xfrm>
          <a:prstGeom prst="rect">
            <a:avLst/>
          </a:prstGeom>
        </p:spPr>
        <p:txBody>
          <a:bodyPr wrap="square" lIns="0" tIns="18415" rIns="0" bIns="0" rtlCol="0">
            <a:noAutofit/>
          </a:bodyPr>
          <a:lstStyle/>
          <a:p>
            <a:pPr marL="12700">
              <a:lnSpc>
                <a:spcPts val="2900"/>
              </a:lnSpc>
            </a:pPr>
            <a:r>
              <a:rPr dirty="0" smtClean="0" sz="2800">
                <a:solidFill>
                  <a:srgbClr val="00CC99"/>
                </a:solidFill>
                <a:latin typeface="Calibri"/>
                <a:cs typeface="Calibri"/>
              </a:rPr>
              <a:t>•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22667" y="1184021"/>
            <a:ext cx="3631528" cy="2639647"/>
          </a:xfrm>
          <a:prstGeom prst="rect">
            <a:avLst/>
          </a:prstGeom>
        </p:spPr>
        <p:txBody>
          <a:bodyPr wrap="square" lIns="0" tIns="18415" rIns="0" bIns="0" rtlCol="0">
            <a:noAutofit/>
          </a:bodyPr>
          <a:lstStyle/>
          <a:p>
            <a:pPr marL="12700" marR="45720">
              <a:lnSpc>
                <a:spcPts val="2900"/>
              </a:lnSpc>
            </a:pPr>
            <a:r>
              <a:rPr dirty="0" smtClean="0" sz="2800" spc="-3" b="1">
                <a:latin typeface="Calibri"/>
                <a:cs typeface="Calibri"/>
              </a:rPr>
              <a:t>T</a:t>
            </a:r>
            <a:r>
              <a:rPr dirty="0" smtClean="0" sz="2800" spc="-3" b="1">
                <a:latin typeface="Calibri"/>
                <a:cs typeface="Calibri"/>
              </a:rPr>
              <a:t>i</a:t>
            </a:r>
            <a:r>
              <a:rPr dirty="0" smtClean="0" sz="2800" spc="-3" b="1">
                <a:latin typeface="Calibri"/>
                <a:cs typeface="Calibri"/>
              </a:rPr>
              <a:t>g</a:t>
            </a:r>
            <a:r>
              <a:rPr dirty="0" smtClean="0" sz="2800" spc="-3" b="1">
                <a:latin typeface="Calibri"/>
                <a:cs typeface="Calibri"/>
              </a:rPr>
              <a:t>h</a:t>
            </a:r>
            <a:r>
              <a:rPr dirty="0" smtClean="0" sz="2800" spc="-3" b="1">
                <a:latin typeface="Calibri"/>
                <a:cs typeface="Calibri"/>
              </a:rPr>
              <a:t>t</a:t>
            </a:r>
            <a:r>
              <a:rPr dirty="0" smtClean="0" sz="2800" spc="-3" b="1">
                <a:latin typeface="Calibri"/>
                <a:cs typeface="Calibri"/>
              </a:rPr>
              <a:t>e</a:t>
            </a:r>
            <a:r>
              <a:rPr dirty="0" smtClean="0" sz="2800" spc="-3" b="1">
                <a:latin typeface="Calibri"/>
                <a:cs typeface="Calibri"/>
              </a:rPr>
              <a:t>r</a:t>
            </a:r>
            <a:r>
              <a:rPr dirty="0" smtClean="0" sz="2800" spc="-3" b="1">
                <a:latin typeface="Calibri"/>
                <a:cs typeface="Calibri"/>
              </a:rPr>
              <a:t> </a:t>
            </a:r>
            <a:r>
              <a:rPr dirty="0" smtClean="0" sz="2800" spc="-3" b="1">
                <a:latin typeface="Calibri"/>
                <a:cs typeface="Calibri"/>
              </a:rPr>
              <a:t>r</a:t>
            </a:r>
            <a:r>
              <a:rPr dirty="0" smtClean="0" sz="2800" spc="-3" b="1">
                <a:latin typeface="Calibri"/>
                <a:cs typeface="Calibri"/>
              </a:rPr>
              <a:t>e</a:t>
            </a:r>
            <a:r>
              <a:rPr dirty="0" smtClean="0" sz="2800" spc="-3" b="1">
                <a:latin typeface="Calibri"/>
                <a:cs typeface="Calibri"/>
              </a:rPr>
              <a:t>-</a:t>
            </a:r>
            <a:r>
              <a:rPr dirty="0" smtClean="0" sz="2800" spc="-3" b="1">
                <a:latin typeface="Calibri"/>
                <a:cs typeface="Calibri"/>
              </a:rPr>
              <a:t>use</a:t>
            </a:r>
            <a:r>
              <a:rPr dirty="0" smtClean="0" sz="2800" spc="-3" b="1">
                <a:latin typeface="Calibri"/>
                <a:cs typeface="Calibri"/>
              </a:rPr>
              <a:t> </a:t>
            </a:r>
            <a:r>
              <a:rPr dirty="0" smtClean="0" sz="2800" spc="-3" b="1">
                <a:latin typeface="Calibri"/>
                <a:cs typeface="Calibri"/>
              </a:rPr>
              <a:t>of</a:t>
            </a:r>
            <a:r>
              <a:rPr dirty="0" smtClean="0" sz="2800" spc="-3" b="1">
                <a:latin typeface="Calibri"/>
                <a:cs typeface="Calibri"/>
              </a:rPr>
              <a:t> </a:t>
            </a:r>
            <a:r>
              <a:rPr dirty="0" smtClean="0" sz="2800" spc="-3" b="1">
                <a:latin typeface="Calibri"/>
                <a:cs typeface="Calibri"/>
              </a:rPr>
              <a:t>own</a:t>
            </a:r>
            <a:endParaRPr sz="2800">
              <a:latin typeface="Calibri"/>
              <a:cs typeface="Calibri"/>
            </a:endParaRPr>
          </a:p>
          <a:p>
            <a:pPr marL="12700" marR="45720">
              <a:lnSpc>
                <a:spcPts val="3020"/>
              </a:lnSpc>
              <a:spcBef>
                <a:spcPts val="5"/>
              </a:spcBef>
            </a:pPr>
            <a:r>
              <a:rPr dirty="0" smtClean="0" sz="2800" spc="-7" b="1">
                <a:latin typeface="Calibri"/>
                <a:cs typeface="Calibri"/>
              </a:rPr>
              <a:t>f</a:t>
            </a:r>
            <a:r>
              <a:rPr dirty="0" smtClean="0" sz="2800" spc="-7" b="1">
                <a:latin typeface="Calibri"/>
                <a:cs typeface="Calibri"/>
              </a:rPr>
              <a:t>r</a:t>
            </a:r>
            <a:r>
              <a:rPr dirty="0" smtClean="0" sz="2800" spc="-7" b="1">
                <a:latin typeface="Calibri"/>
                <a:cs typeface="Calibri"/>
              </a:rPr>
              <a:t>e</a:t>
            </a:r>
            <a:r>
              <a:rPr dirty="0" smtClean="0" sz="2800" spc="-7" b="1">
                <a:latin typeface="Calibri"/>
                <a:cs typeface="Calibri"/>
              </a:rPr>
              <a:t>q</a:t>
            </a:r>
            <a:r>
              <a:rPr dirty="0" smtClean="0" sz="2800" spc="-7" b="1">
                <a:latin typeface="Calibri"/>
                <a:cs typeface="Calibri"/>
              </a:rPr>
              <a:t>u</a:t>
            </a:r>
            <a:r>
              <a:rPr dirty="0" smtClean="0" sz="2800" spc="-7" b="1">
                <a:latin typeface="Calibri"/>
                <a:cs typeface="Calibri"/>
              </a:rPr>
              <a:t>e</a:t>
            </a:r>
            <a:r>
              <a:rPr dirty="0" smtClean="0" sz="2800" spc="-7" b="1">
                <a:latin typeface="Calibri"/>
                <a:cs typeface="Calibri"/>
              </a:rPr>
              <a:t>nci</a:t>
            </a:r>
            <a:r>
              <a:rPr dirty="0" smtClean="0" sz="2800" spc="-7" b="1">
                <a:latin typeface="Calibri"/>
                <a:cs typeface="Calibri"/>
              </a:rPr>
              <a:t>e</a:t>
            </a:r>
            <a:r>
              <a:rPr dirty="0" smtClean="0" sz="2800" spc="-7" b="1">
                <a:latin typeface="Calibri"/>
                <a:cs typeface="Calibri"/>
              </a:rPr>
              <a:t>s</a:t>
            </a:r>
            <a:endParaRPr sz="2800">
              <a:latin typeface="Calibri"/>
              <a:cs typeface="Calibri"/>
            </a:endParaRPr>
          </a:p>
          <a:p>
            <a:pPr marL="127000" marR="45720">
              <a:lnSpc>
                <a:spcPts val="2645"/>
              </a:lnSpc>
            </a:pPr>
            <a:r>
              <a:rPr dirty="0" smtClean="0" sz="2400">
                <a:latin typeface="Symbol"/>
                <a:cs typeface="Symbol"/>
              </a:rPr>
              <a:t></a:t>
            </a:r>
            <a:r>
              <a:rPr dirty="0" smtClean="0" sz="2400" spc="-69">
                <a:latin typeface="Times New Roman"/>
                <a:cs typeface="Times New Roman"/>
              </a:rPr>
              <a:t> </a:t>
            </a:r>
            <a:r>
              <a:rPr dirty="0" smtClean="0" sz="2400" spc="-4">
                <a:latin typeface="Calibri"/>
                <a:cs typeface="Calibri"/>
              </a:rPr>
              <a:t>mo</a:t>
            </a:r>
            <a:r>
              <a:rPr dirty="0" smtClean="0" sz="2400" spc="-4">
                <a:latin typeface="Calibri"/>
                <a:cs typeface="Calibri"/>
              </a:rPr>
              <a:t>r</a:t>
            </a:r>
            <a:r>
              <a:rPr dirty="0" smtClean="0" sz="2400" spc="-4">
                <a:latin typeface="Calibri"/>
                <a:cs typeface="Calibri"/>
              </a:rPr>
              <a:t>e</a:t>
            </a:r>
            <a:r>
              <a:rPr dirty="0" smtClean="0" sz="2400" spc="-4">
                <a:latin typeface="Calibri"/>
                <a:cs typeface="Calibri"/>
              </a:rPr>
              <a:t> </a:t>
            </a:r>
            <a:r>
              <a:rPr dirty="0" smtClean="0" sz="2400" spc="-4">
                <a:latin typeface="Calibri"/>
                <a:cs typeface="Calibri"/>
              </a:rPr>
              <a:t>c</a:t>
            </a:r>
            <a:r>
              <a:rPr dirty="0" smtClean="0" sz="2400" spc="-4">
                <a:latin typeface="Calibri"/>
                <a:cs typeface="Calibri"/>
              </a:rPr>
              <a:t>a</a:t>
            </a:r>
            <a:r>
              <a:rPr dirty="0" smtClean="0" sz="2400" spc="-4">
                <a:latin typeface="Calibri"/>
                <a:cs typeface="Calibri"/>
              </a:rPr>
              <a:t>p</a:t>
            </a:r>
            <a:r>
              <a:rPr dirty="0" smtClean="0" sz="2400" spc="-4">
                <a:latin typeface="Calibri"/>
                <a:cs typeface="Calibri"/>
              </a:rPr>
              <a:t>a</a:t>
            </a:r>
            <a:r>
              <a:rPr dirty="0" smtClean="0" sz="2400" spc="-4">
                <a:latin typeface="Calibri"/>
                <a:cs typeface="Calibri"/>
              </a:rPr>
              <a:t>c</a:t>
            </a:r>
            <a:r>
              <a:rPr dirty="0" smtClean="0" sz="2400" spc="-4">
                <a:latin typeface="Calibri"/>
                <a:cs typeface="Calibri"/>
              </a:rPr>
              <a:t>i</a:t>
            </a:r>
            <a:r>
              <a:rPr dirty="0" smtClean="0" sz="2400" spc="-4">
                <a:latin typeface="Calibri"/>
                <a:cs typeface="Calibri"/>
              </a:rPr>
              <a:t>ty</a:t>
            </a:r>
            <a:endParaRPr sz="2400">
              <a:latin typeface="Calibri"/>
              <a:cs typeface="Calibri"/>
            </a:endParaRPr>
          </a:p>
          <a:p>
            <a:pPr marL="127000" marR="45720">
              <a:lnSpc>
                <a:spcPts val="2580"/>
              </a:lnSpc>
            </a:pPr>
            <a:r>
              <a:rPr dirty="0" smtClean="0" sz="2400">
                <a:latin typeface="Symbol"/>
                <a:cs typeface="Symbol"/>
              </a:rPr>
              <a:t></a:t>
            </a:r>
            <a:r>
              <a:rPr dirty="0" smtClean="0" sz="2400" spc="-69">
                <a:latin typeface="Times New Roman"/>
                <a:cs typeface="Times New Roman"/>
              </a:rPr>
              <a:t> </a:t>
            </a:r>
            <a:r>
              <a:rPr dirty="0" smtClean="0" sz="2400" spc="-8">
                <a:latin typeface="Calibri"/>
                <a:cs typeface="Calibri"/>
              </a:rPr>
              <a:t>mo</a:t>
            </a:r>
            <a:r>
              <a:rPr dirty="0" smtClean="0" sz="2400" spc="-8">
                <a:latin typeface="Calibri"/>
                <a:cs typeface="Calibri"/>
              </a:rPr>
              <a:t>r</a:t>
            </a:r>
            <a:r>
              <a:rPr dirty="0" smtClean="0" sz="2400" spc="-8">
                <a:latin typeface="Calibri"/>
                <a:cs typeface="Calibri"/>
              </a:rPr>
              <a:t>e</a:t>
            </a:r>
            <a:r>
              <a:rPr dirty="0" smtClean="0" sz="2400" spc="-8">
                <a:latin typeface="Calibri"/>
                <a:cs typeface="Calibri"/>
              </a:rPr>
              <a:t> </a:t>
            </a:r>
            <a:r>
              <a:rPr dirty="0" smtClean="0" sz="2400" spc="-8">
                <a:latin typeface="Calibri"/>
                <a:cs typeface="Calibri"/>
              </a:rPr>
              <a:t>i</a:t>
            </a:r>
            <a:r>
              <a:rPr dirty="0" smtClean="0" sz="2400" spc="-8">
                <a:latin typeface="Calibri"/>
                <a:cs typeface="Calibri"/>
              </a:rPr>
              <a:t>n</a:t>
            </a:r>
            <a:r>
              <a:rPr dirty="0" smtClean="0" sz="2400" spc="-8">
                <a:latin typeface="Calibri"/>
                <a:cs typeface="Calibri"/>
              </a:rPr>
              <a:t>t</a:t>
            </a:r>
            <a:r>
              <a:rPr dirty="0" smtClean="0" sz="2400" spc="-8">
                <a:latin typeface="Calibri"/>
                <a:cs typeface="Calibri"/>
              </a:rPr>
              <a:t>e</a:t>
            </a:r>
            <a:r>
              <a:rPr dirty="0" smtClean="0" sz="2400" spc="-8">
                <a:latin typeface="Calibri"/>
                <a:cs typeface="Calibri"/>
              </a:rPr>
              <a:t>r</a:t>
            </a:r>
            <a:r>
              <a:rPr dirty="0" smtClean="0" sz="2400" spc="-8">
                <a:latin typeface="Calibri"/>
                <a:cs typeface="Calibri"/>
              </a:rPr>
              <a:t>f</a:t>
            </a:r>
            <a:r>
              <a:rPr dirty="0" smtClean="0" sz="2400" spc="-8">
                <a:latin typeface="Calibri"/>
                <a:cs typeface="Calibri"/>
              </a:rPr>
              <a:t>e</a:t>
            </a:r>
            <a:r>
              <a:rPr dirty="0" smtClean="0" sz="2400" spc="-8">
                <a:latin typeface="Calibri"/>
                <a:cs typeface="Calibri"/>
              </a:rPr>
              <a:t>r</a:t>
            </a:r>
            <a:r>
              <a:rPr dirty="0" smtClean="0" sz="2400" spc="-8">
                <a:latin typeface="Calibri"/>
                <a:cs typeface="Calibri"/>
              </a:rPr>
              <a:t>en</a:t>
            </a:r>
            <a:r>
              <a:rPr dirty="0" smtClean="0" sz="2400" spc="-8">
                <a:latin typeface="Calibri"/>
                <a:cs typeface="Calibri"/>
              </a:rPr>
              <a:t>c</a:t>
            </a:r>
            <a:r>
              <a:rPr dirty="0" smtClean="0" sz="2400" spc="-8">
                <a:latin typeface="Calibri"/>
                <a:cs typeface="Calibri"/>
              </a:rPr>
              <a:t>e</a:t>
            </a:r>
            <a:endParaRPr sz="2400">
              <a:latin typeface="Calibri"/>
              <a:cs typeface="Calibri"/>
            </a:endParaRPr>
          </a:p>
          <a:p>
            <a:pPr marL="12700" marR="45720">
              <a:lnSpc>
                <a:spcPct val="101725"/>
              </a:lnSpc>
              <a:spcBef>
                <a:spcPts val="796"/>
              </a:spcBef>
            </a:pPr>
            <a:r>
              <a:rPr dirty="0" smtClean="0" sz="2800" spc="-56" b="1">
                <a:latin typeface="Calibri"/>
                <a:cs typeface="Calibri"/>
              </a:rPr>
              <a:t>T</a:t>
            </a:r>
            <a:r>
              <a:rPr dirty="0" smtClean="0" sz="2800" spc="-56" b="1">
                <a:latin typeface="Calibri"/>
                <a:cs typeface="Calibri"/>
              </a:rPr>
              <a:t>a</a:t>
            </a:r>
            <a:r>
              <a:rPr dirty="0" smtClean="0" sz="2800" spc="-56" b="1">
                <a:latin typeface="Calibri"/>
                <a:cs typeface="Calibri"/>
              </a:rPr>
              <a:t>r</a:t>
            </a:r>
            <a:r>
              <a:rPr dirty="0" smtClean="0" sz="2800" spc="-56" b="1">
                <a:latin typeface="Calibri"/>
                <a:cs typeface="Calibri"/>
              </a:rPr>
              <a:t>g</a:t>
            </a:r>
            <a:r>
              <a:rPr dirty="0" smtClean="0" sz="2800" spc="-56" b="1">
                <a:latin typeface="Calibri"/>
                <a:cs typeface="Calibri"/>
              </a:rPr>
              <a:t>e</a:t>
            </a:r>
            <a:r>
              <a:rPr dirty="0" smtClean="0" sz="2800" spc="-56" b="1">
                <a:latin typeface="Calibri"/>
                <a:cs typeface="Calibri"/>
              </a:rPr>
              <a:t>t</a:t>
            </a:r>
            <a:endParaRPr sz="2800">
              <a:latin typeface="Calibri"/>
              <a:cs typeface="Calibri"/>
            </a:endParaRPr>
          </a:p>
          <a:p>
            <a:pPr marL="127000">
              <a:lnSpc>
                <a:spcPts val="2600"/>
              </a:lnSpc>
              <a:spcBef>
                <a:spcPts val="130"/>
              </a:spcBef>
            </a:pPr>
            <a:r>
              <a:rPr dirty="0" smtClean="0" sz="2400" spc="12">
                <a:solidFill>
                  <a:srgbClr val="00CC99"/>
                </a:solidFill>
                <a:latin typeface="Calibri"/>
                <a:cs typeface="Calibri"/>
              </a:rPr>
              <a:t>•</a:t>
            </a:r>
            <a:r>
              <a:rPr dirty="0" smtClean="0" sz="2400" spc="12">
                <a:solidFill>
                  <a:srgbClr val="00CC99"/>
                </a:solidFill>
                <a:latin typeface="Calibri"/>
                <a:cs typeface="Calibri"/>
              </a:rPr>
              <a:t> </a:t>
            </a:r>
            <a:r>
              <a:rPr dirty="0" smtClean="0" sz="2400" spc="12">
                <a:latin typeface="Calibri"/>
                <a:cs typeface="Calibri"/>
              </a:rPr>
              <a:t>t</a:t>
            </a:r>
            <a:r>
              <a:rPr dirty="0" smtClean="0" sz="2400" spc="12">
                <a:latin typeface="Calibri"/>
                <a:cs typeface="Calibri"/>
              </a:rPr>
              <a:t>o</a:t>
            </a:r>
            <a:r>
              <a:rPr dirty="0" smtClean="0" sz="2400" spc="12">
                <a:latin typeface="Calibri"/>
                <a:cs typeface="Calibri"/>
              </a:rPr>
              <a:t> </a:t>
            </a:r>
            <a:r>
              <a:rPr dirty="0" smtClean="0" sz="2400" spc="12">
                <a:latin typeface="Calibri"/>
                <a:cs typeface="Calibri"/>
              </a:rPr>
              <a:t>m</a:t>
            </a:r>
            <a:r>
              <a:rPr dirty="0" smtClean="0" sz="2400" spc="12">
                <a:latin typeface="Calibri"/>
                <a:cs typeface="Calibri"/>
              </a:rPr>
              <a:t>i</a:t>
            </a:r>
            <a:r>
              <a:rPr dirty="0" smtClean="0" sz="2400" spc="12">
                <a:latin typeface="Calibri"/>
                <a:cs typeface="Calibri"/>
              </a:rPr>
              <a:t>n</a:t>
            </a:r>
            <a:r>
              <a:rPr dirty="0" smtClean="0" sz="2400" spc="12">
                <a:latin typeface="Calibri"/>
                <a:cs typeface="Calibri"/>
              </a:rPr>
              <a:t>i</a:t>
            </a:r>
            <a:r>
              <a:rPr dirty="0" smtClean="0" sz="2400" spc="12">
                <a:latin typeface="Calibri"/>
                <a:cs typeface="Calibri"/>
              </a:rPr>
              <a:t>m</a:t>
            </a:r>
            <a:r>
              <a:rPr dirty="0" smtClean="0" sz="2400" spc="12">
                <a:latin typeface="Calibri"/>
                <a:cs typeface="Calibri"/>
              </a:rPr>
              <a:t>i</a:t>
            </a:r>
            <a:r>
              <a:rPr dirty="0" smtClean="0" sz="2400" spc="12">
                <a:latin typeface="Calibri"/>
                <a:cs typeface="Calibri"/>
              </a:rPr>
              <a:t>se</a:t>
            </a:r>
            <a:r>
              <a:rPr dirty="0" smtClean="0" sz="2400" spc="12">
                <a:latin typeface="Calibri"/>
                <a:cs typeface="Calibri"/>
              </a:rPr>
              <a:t> </a:t>
            </a:r>
            <a:r>
              <a:rPr dirty="0" smtClean="0" sz="2400" spc="12">
                <a:latin typeface="Calibri"/>
                <a:cs typeface="Calibri"/>
              </a:rPr>
              <a:t>i</a:t>
            </a:r>
            <a:r>
              <a:rPr dirty="0" smtClean="0" sz="2400" spc="12">
                <a:latin typeface="Calibri"/>
                <a:cs typeface="Calibri"/>
              </a:rPr>
              <a:t>n</a:t>
            </a:r>
            <a:r>
              <a:rPr dirty="0" smtClean="0" sz="2400" spc="12">
                <a:latin typeface="Calibri"/>
                <a:cs typeface="Calibri"/>
              </a:rPr>
              <a:t>t</a:t>
            </a:r>
            <a:r>
              <a:rPr dirty="0" smtClean="0" sz="2400" spc="12">
                <a:latin typeface="Calibri"/>
                <a:cs typeface="Calibri"/>
              </a:rPr>
              <a:t>e</a:t>
            </a:r>
            <a:r>
              <a:rPr dirty="0" smtClean="0" sz="2400" spc="12">
                <a:latin typeface="Calibri"/>
                <a:cs typeface="Calibri"/>
              </a:rPr>
              <a:t>r</a:t>
            </a:r>
            <a:r>
              <a:rPr dirty="0" smtClean="0" sz="2400" spc="12">
                <a:latin typeface="Calibri"/>
                <a:cs typeface="Calibri"/>
              </a:rPr>
              <a:t>f</a:t>
            </a:r>
            <a:r>
              <a:rPr dirty="0" smtClean="0" sz="2400" spc="12">
                <a:latin typeface="Calibri"/>
                <a:cs typeface="Calibri"/>
              </a:rPr>
              <a:t>e</a:t>
            </a:r>
            <a:r>
              <a:rPr dirty="0" smtClean="0" sz="2400" spc="12">
                <a:latin typeface="Calibri"/>
                <a:cs typeface="Calibri"/>
              </a:rPr>
              <a:t>r</a:t>
            </a:r>
            <a:r>
              <a:rPr dirty="0" smtClean="0" sz="2400" spc="12">
                <a:latin typeface="Calibri"/>
                <a:cs typeface="Calibri"/>
              </a:rPr>
              <a:t>en</a:t>
            </a:r>
            <a:r>
              <a:rPr dirty="0" smtClean="0" sz="2400" spc="12">
                <a:latin typeface="Calibri"/>
                <a:cs typeface="Calibri"/>
              </a:rPr>
              <a:t>c</a:t>
            </a:r>
            <a:r>
              <a:rPr dirty="0" smtClean="0" sz="2400" spc="12">
                <a:latin typeface="Calibri"/>
                <a:cs typeface="Calibri"/>
              </a:rPr>
              <a:t>es</a:t>
            </a:r>
            <a:endParaRPr sz="2400">
              <a:latin typeface="Calibri"/>
              <a:cs typeface="Calibri"/>
            </a:endParaRPr>
          </a:p>
          <a:p>
            <a:pPr marL="413956" marR="45720">
              <a:lnSpc>
                <a:spcPts val="2600"/>
              </a:lnSpc>
            </a:pPr>
            <a:r>
              <a:rPr dirty="0" smtClean="0" sz="2400" spc="-4">
                <a:latin typeface="Calibri"/>
                <a:cs typeface="Calibri"/>
              </a:rPr>
              <a:t>a</a:t>
            </a:r>
            <a:r>
              <a:rPr dirty="0" smtClean="0" sz="2400" spc="-4">
                <a:latin typeface="Calibri"/>
                <a:cs typeface="Calibri"/>
              </a:rPr>
              <a:t>c</a:t>
            </a:r>
            <a:r>
              <a:rPr dirty="0" smtClean="0" sz="2400" spc="-4">
                <a:latin typeface="Calibri"/>
                <a:cs typeface="Calibri"/>
              </a:rPr>
              <a:t>c</a:t>
            </a:r>
            <a:r>
              <a:rPr dirty="0" smtClean="0" sz="2400" spc="-4">
                <a:latin typeface="Calibri"/>
                <a:cs typeface="Calibri"/>
              </a:rPr>
              <a:t>e</a:t>
            </a:r>
            <a:r>
              <a:rPr dirty="0" smtClean="0" sz="2400" spc="-4">
                <a:latin typeface="Calibri"/>
                <a:cs typeface="Calibri"/>
              </a:rPr>
              <a:t>p</a:t>
            </a:r>
            <a:r>
              <a:rPr dirty="0" smtClean="0" sz="2400" spc="-4">
                <a:latin typeface="Calibri"/>
                <a:cs typeface="Calibri"/>
              </a:rPr>
              <a:t>t</a:t>
            </a:r>
            <a:r>
              <a:rPr dirty="0" smtClean="0" sz="2400" spc="-4">
                <a:latin typeface="Calibri"/>
                <a:cs typeface="Calibri"/>
              </a:rPr>
              <a:t>a</a:t>
            </a:r>
            <a:r>
              <a:rPr dirty="0" smtClean="0" sz="2400" spc="-4">
                <a:latin typeface="Calibri"/>
                <a:cs typeface="Calibri"/>
              </a:rPr>
              <a:t>ble</a:t>
            </a:r>
            <a:r>
              <a:rPr dirty="0" smtClean="0" sz="2400" spc="-4">
                <a:latin typeface="Calibri"/>
                <a:cs typeface="Calibri"/>
              </a:rPr>
              <a:t> </a:t>
            </a:r>
            <a:r>
              <a:rPr dirty="0" smtClean="0" sz="2400" spc="-4">
                <a:latin typeface="Calibri"/>
                <a:cs typeface="Calibri"/>
              </a:rPr>
              <a:t>c</a:t>
            </a:r>
            <a:r>
              <a:rPr dirty="0" smtClean="0" sz="2400" spc="-4">
                <a:latin typeface="Calibri"/>
                <a:cs typeface="Calibri"/>
              </a:rPr>
              <a:t>a</a:t>
            </a:r>
            <a:r>
              <a:rPr dirty="0" smtClean="0" sz="2400" spc="-4">
                <a:latin typeface="Calibri"/>
                <a:cs typeface="Calibri"/>
              </a:rPr>
              <a:t>p</a:t>
            </a:r>
            <a:r>
              <a:rPr dirty="0" smtClean="0" sz="2400" spc="-4">
                <a:latin typeface="Calibri"/>
                <a:cs typeface="Calibri"/>
              </a:rPr>
              <a:t>a</a:t>
            </a:r>
            <a:r>
              <a:rPr dirty="0" smtClean="0" sz="2400" spc="-4">
                <a:latin typeface="Calibri"/>
                <a:cs typeface="Calibri"/>
              </a:rPr>
              <a:t>c</a:t>
            </a:r>
            <a:r>
              <a:rPr dirty="0" smtClean="0" sz="2400" spc="-4">
                <a:latin typeface="Calibri"/>
                <a:cs typeface="Calibri"/>
              </a:rPr>
              <a:t>i</a:t>
            </a:r>
            <a:r>
              <a:rPr dirty="0" smtClean="0" sz="2400" spc="-4">
                <a:latin typeface="Calibri"/>
                <a:cs typeface="Calibri"/>
              </a:rPr>
              <a:t>ty</a:t>
            </a:r>
            <a:r>
              <a:rPr dirty="0" smtClean="0" sz="2400" spc="-4">
                <a:latin typeface="Calibri"/>
                <a:cs typeface="Calibri"/>
              </a:rPr>
              <a:t> </a:t>
            </a:r>
            <a:r>
              <a:rPr dirty="0" smtClean="0" sz="2400" spc="-4">
                <a:latin typeface="Calibri"/>
                <a:cs typeface="Calibri"/>
              </a:rPr>
              <a:t>l</a:t>
            </a:r>
            <a:r>
              <a:rPr dirty="0" smtClean="0" sz="2400" spc="-4">
                <a:latin typeface="Calibri"/>
                <a:cs typeface="Calibri"/>
              </a:rPr>
              <a:t>e</a:t>
            </a:r>
            <a:r>
              <a:rPr dirty="0" smtClean="0" sz="2400" spc="-4">
                <a:latin typeface="Calibri"/>
                <a:cs typeface="Calibri"/>
              </a:rPr>
              <a:t>v</a:t>
            </a:r>
            <a:r>
              <a:rPr dirty="0" smtClean="0" sz="2400" spc="-4">
                <a:latin typeface="Calibri"/>
                <a:cs typeface="Calibri"/>
              </a:rPr>
              <a:t>el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79767" y="2782316"/>
            <a:ext cx="255828" cy="381000"/>
          </a:xfrm>
          <a:prstGeom prst="rect">
            <a:avLst/>
          </a:prstGeom>
        </p:spPr>
        <p:txBody>
          <a:bodyPr wrap="square" lIns="0" tIns="18415" rIns="0" bIns="0" rtlCol="0">
            <a:noAutofit/>
          </a:bodyPr>
          <a:lstStyle/>
          <a:p>
            <a:pPr marL="12700">
              <a:lnSpc>
                <a:spcPts val="2900"/>
              </a:lnSpc>
            </a:pPr>
            <a:r>
              <a:rPr dirty="0" smtClean="0" sz="2800">
                <a:solidFill>
                  <a:srgbClr val="00CC99"/>
                </a:solidFill>
                <a:latin typeface="Calibri"/>
                <a:cs typeface="Calibri"/>
              </a:rPr>
              <a:t>•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649927" y="3163316"/>
            <a:ext cx="688459" cy="330200"/>
          </a:xfrm>
          <a:prstGeom prst="rect">
            <a:avLst/>
          </a:prstGeom>
        </p:spPr>
        <p:txBody>
          <a:bodyPr wrap="square" lIns="0" tIns="15875" rIns="0" bIns="0" rtlCol="0">
            <a:noAutofit/>
          </a:bodyPr>
          <a:lstStyle/>
          <a:p>
            <a:pPr marL="12700">
              <a:lnSpc>
                <a:spcPts val="2500"/>
              </a:lnSpc>
            </a:pPr>
            <a:r>
              <a:rPr dirty="0" smtClean="0" sz="2400" spc="-8">
                <a:latin typeface="Calibri"/>
                <a:cs typeface="Calibri"/>
              </a:rPr>
              <a:t>a</a:t>
            </a:r>
            <a:r>
              <a:rPr dirty="0" smtClean="0" sz="2400" spc="-8">
                <a:latin typeface="Calibri"/>
                <a:cs typeface="Calibri"/>
              </a:rPr>
              <a:t>t</a:t>
            </a:r>
            <a:r>
              <a:rPr dirty="0" smtClean="0" sz="2400" spc="-8">
                <a:latin typeface="Calibri"/>
                <a:cs typeface="Calibri"/>
              </a:rPr>
              <a:t> </a:t>
            </a:r>
            <a:r>
              <a:rPr dirty="0" smtClean="0" sz="2400" spc="-8">
                <a:latin typeface="Calibri"/>
                <a:cs typeface="Calibri"/>
              </a:rPr>
              <a:t>a</a:t>
            </a:r>
            <a:r>
              <a:rPr dirty="0" smtClean="0" sz="2400" spc="-8">
                <a:latin typeface="Calibri"/>
                <a:cs typeface="Calibri"/>
              </a:rPr>
              <a:t>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516751" y="3462099"/>
            <a:ext cx="158292" cy="177800"/>
          </a:xfrm>
          <a:prstGeom prst="rect">
            <a:avLst/>
          </a:prstGeom>
        </p:spPr>
        <p:txBody>
          <a:bodyPr wrap="square" lIns="0" tIns="8413" rIns="0" bIns="0" rtlCol="0">
            <a:noAutofit/>
          </a:bodyPr>
          <a:lstStyle/>
          <a:p>
            <a:pPr marL="12700">
              <a:lnSpc>
                <a:spcPts val="1325"/>
              </a:lnSpc>
            </a:pPr>
            <a:r>
              <a:rPr dirty="0" smtClean="0" sz="1200">
                <a:latin typeface="Arial"/>
                <a:cs typeface="Arial"/>
              </a:rPr>
              <a:t>R</a:t>
            </a:r>
            <a:endParaRPr sz="12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79767" y="3996690"/>
            <a:ext cx="255828" cy="381000"/>
          </a:xfrm>
          <a:prstGeom prst="rect">
            <a:avLst/>
          </a:prstGeom>
        </p:spPr>
        <p:txBody>
          <a:bodyPr wrap="square" lIns="0" tIns="18415" rIns="0" bIns="0" rtlCol="0">
            <a:noAutofit/>
          </a:bodyPr>
          <a:lstStyle/>
          <a:p>
            <a:pPr marL="12700">
              <a:lnSpc>
                <a:spcPts val="2900"/>
              </a:lnSpc>
            </a:pPr>
            <a:r>
              <a:rPr dirty="0" smtClean="0" sz="2800">
                <a:solidFill>
                  <a:srgbClr val="00CC99"/>
                </a:solidFill>
                <a:latin typeface="Calibri"/>
                <a:cs typeface="Calibri"/>
              </a:rPr>
              <a:t>•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22667" y="3996690"/>
            <a:ext cx="4662850" cy="1707515"/>
          </a:xfrm>
          <a:prstGeom prst="rect">
            <a:avLst/>
          </a:prstGeom>
        </p:spPr>
        <p:txBody>
          <a:bodyPr wrap="square" lIns="0" tIns="18415" rIns="0" bIns="0" rtlCol="0">
            <a:noAutofit/>
          </a:bodyPr>
          <a:lstStyle/>
          <a:p>
            <a:pPr marL="12700">
              <a:lnSpc>
                <a:spcPts val="2900"/>
              </a:lnSpc>
            </a:pPr>
            <a:r>
              <a:rPr dirty="0" smtClean="0" sz="2800" spc="-3" b="1">
                <a:latin typeface="Calibri"/>
                <a:cs typeface="Calibri"/>
              </a:rPr>
              <a:t>F</a:t>
            </a:r>
            <a:r>
              <a:rPr dirty="0" smtClean="0" sz="2800" spc="-3" b="1">
                <a:latin typeface="Calibri"/>
                <a:cs typeface="Calibri"/>
              </a:rPr>
              <a:t>i</a:t>
            </a:r>
            <a:r>
              <a:rPr dirty="0" smtClean="0" sz="2800" spc="-3" b="1">
                <a:latin typeface="Calibri"/>
                <a:cs typeface="Calibri"/>
              </a:rPr>
              <a:t>r</a:t>
            </a:r>
            <a:r>
              <a:rPr dirty="0" smtClean="0" sz="2800" spc="-3" b="1">
                <a:latin typeface="Calibri"/>
                <a:cs typeface="Calibri"/>
              </a:rPr>
              <a:t>s</a:t>
            </a:r>
            <a:r>
              <a:rPr dirty="0" smtClean="0" sz="2800" spc="-3" b="1">
                <a:latin typeface="Calibri"/>
                <a:cs typeface="Calibri"/>
              </a:rPr>
              <a:t>t</a:t>
            </a:r>
            <a:r>
              <a:rPr dirty="0" smtClean="0" sz="2800" spc="-3" b="1">
                <a:latin typeface="Calibri"/>
                <a:cs typeface="Calibri"/>
              </a:rPr>
              <a:t> </a:t>
            </a:r>
            <a:r>
              <a:rPr dirty="0" smtClean="0" sz="2800" spc="-3" b="1">
                <a:latin typeface="Calibri"/>
                <a:cs typeface="Calibri"/>
              </a:rPr>
              <a:t>w</a:t>
            </a:r>
            <a:r>
              <a:rPr dirty="0" smtClean="0" sz="2800" spc="-3" b="1">
                <a:latin typeface="Calibri"/>
                <a:cs typeface="Calibri"/>
              </a:rPr>
              <a:t>h</a:t>
            </a:r>
            <a:r>
              <a:rPr dirty="0" smtClean="0" sz="2800" spc="-3" b="1">
                <a:latin typeface="Calibri"/>
                <a:cs typeface="Calibri"/>
              </a:rPr>
              <a:t>e</a:t>
            </a:r>
            <a:r>
              <a:rPr dirty="0" smtClean="0" sz="2800" spc="-3" b="1">
                <a:latin typeface="Calibri"/>
                <a:cs typeface="Calibri"/>
              </a:rPr>
              <a:t>n</a:t>
            </a:r>
            <a:r>
              <a:rPr dirty="0" smtClean="0" sz="2800" spc="-3" b="1">
                <a:latin typeface="Calibri"/>
                <a:cs typeface="Calibri"/>
              </a:rPr>
              <a:t> </a:t>
            </a:r>
            <a:r>
              <a:rPr dirty="0" smtClean="0" sz="2800" spc="-3" b="1">
                <a:latin typeface="Calibri"/>
                <a:cs typeface="Calibri"/>
              </a:rPr>
              <a:t>a</a:t>
            </a:r>
            <a:r>
              <a:rPr dirty="0" smtClean="0" sz="2800" spc="-3" b="1">
                <a:latin typeface="Calibri"/>
                <a:cs typeface="Calibri"/>
              </a:rPr>
              <a:t> </a:t>
            </a:r>
            <a:r>
              <a:rPr dirty="0" smtClean="0" sz="2800" spc="-3" b="1">
                <a:latin typeface="Calibri"/>
                <a:cs typeface="Calibri"/>
              </a:rPr>
              <a:t>c</a:t>
            </a:r>
            <a:r>
              <a:rPr dirty="0" smtClean="0" sz="2800" spc="-3" b="1">
                <a:latin typeface="Calibri"/>
                <a:cs typeface="Calibri"/>
              </a:rPr>
              <a:t>o</a:t>
            </a:r>
            <a:r>
              <a:rPr dirty="0" smtClean="0" sz="2800" spc="-3" b="1">
                <a:latin typeface="Calibri"/>
                <a:cs typeface="Calibri"/>
              </a:rPr>
              <a:t>mp</a:t>
            </a:r>
            <a:r>
              <a:rPr dirty="0" smtClean="0" sz="2800" spc="-3" b="1">
                <a:latin typeface="Calibri"/>
                <a:cs typeface="Calibri"/>
              </a:rPr>
              <a:t>l</a:t>
            </a:r>
            <a:r>
              <a:rPr dirty="0" smtClean="0" sz="2800" spc="-3" b="1">
                <a:latin typeface="Calibri"/>
                <a:cs typeface="Calibri"/>
              </a:rPr>
              <a:t>e</a:t>
            </a:r>
            <a:r>
              <a:rPr dirty="0" smtClean="0" sz="2800" spc="-3" b="1">
                <a:latin typeface="Calibri"/>
                <a:cs typeface="Calibri"/>
              </a:rPr>
              <a:t>t</a:t>
            </a:r>
            <a:r>
              <a:rPr dirty="0" smtClean="0" sz="2800" spc="-3" b="1">
                <a:latin typeface="Calibri"/>
                <a:cs typeface="Calibri"/>
              </a:rPr>
              <a:t>e</a:t>
            </a:r>
            <a:r>
              <a:rPr dirty="0" smtClean="0" sz="2800" spc="-3" b="1">
                <a:latin typeface="Calibri"/>
                <a:cs typeface="Calibri"/>
              </a:rPr>
              <a:t> </a:t>
            </a:r>
            <a:r>
              <a:rPr dirty="0" smtClean="0" sz="2800" spc="-3" b="1">
                <a:latin typeface="Calibri"/>
                <a:cs typeface="Calibri"/>
              </a:rPr>
              <a:t>a</a:t>
            </a:r>
            <a:r>
              <a:rPr dirty="0" smtClean="0" sz="2800" spc="-3" b="1">
                <a:latin typeface="Calibri"/>
                <a:cs typeface="Calibri"/>
              </a:rPr>
              <a:t>r</a:t>
            </a:r>
            <a:r>
              <a:rPr dirty="0" smtClean="0" sz="2800" spc="-3" b="1">
                <a:latin typeface="Calibri"/>
                <a:cs typeface="Calibri"/>
              </a:rPr>
              <a:t>e</a:t>
            </a:r>
            <a:r>
              <a:rPr dirty="0" smtClean="0" sz="2800" spc="-3" b="1">
                <a:latin typeface="Calibri"/>
                <a:cs typeface="Calibri"/>
              </a:rPr>
              <a:t>a</a:t>
            </a:r>
            <a:r>
              <a:rPr dirty="0" smtClean="0" sz="2800" spc="-3" b="1">
                <a:latin typeface="Calibri"/>
                <a:cs typeface="Calibri"/>
              </a:rPr>
              <a:t> </a:t>
            </a:r>
            <a:r>
              <a:rPr dirty="0" smtClean="0" sz="2800" spc="-3" b="1">
                <a:latin typeface="Calibri"/>
                <a:cs typeface="Calibri"/>
              </a:rPr>
              <a:t>has</a:t>
            </a:r>
            <a:endParaRPr sz="2800">
              <a:latin typeface="Calibri"/>
              <a:cs typeface="Calibri"/>
            </a:endParaRPr>
          </a:p>
          <a:p>
            <a:pPr marL="12700" marR="53339">
              <a:lnSpc>
                <a:spcPts val="3020"/>
              </a:lnSpc>
              <a:spcBef>
                <a:spcPts val="5"/>
              </a:spcBef>
            </a:pPr>
            <a:r>
              <a:rPr dirty="0" smtClean="0" sz="2800" spc="-2" b="1">
                <a:latin typeface="Calibri"/>
                <a:cs typeface="Calibri"/>
              </a:rPr>
              <a:t>b</a:t>
            </a:r>
            <a:r>
              <a:rPr dirty="0" smtClean="0" sz="2800" spc="-2" b="1">
                <a:latin typeface="Calibri"/>
                <a:cs typeface="Calibri"/>
              </a:rPr>
              <a:t>e</a:t>
            </a:r>
            <a:r>
              <a:rPr dirty="0" smtClean="0" sz="2800" spc="-2" b="1">
                <a:latin typeface="Calibri"/>
                <a:cs typeface="Calibri"/>
              </a:rPr>
              <a:t>e</a:t>
            </a:r>
            <a:r>
              <a:rPr dirty="0" smtClean="0" sz="2800" spc="-2" b="1">
                <a:latin typeface="Calibri"/>
                <a:cs typeface="Calibri"/>
              </a:rPr>
              <a:t>n</a:t>
            </a:r>
            <a:r>
              <a:rPr dirty="0" smtClean="0" sz="2800" spc="-2" b="1">
                <a:latin typeface="Calibri"/>
                <a:cs typeface="Calibri"/>
              </a:rPr>
              <a:t> </a:t>
            </a:r>
            <a:r>
              <a:rPr dirty="0" smtClean="0" sz="2800" spc="-2" b="1">
                <a:latin typeface="Calibri"/>
                <a:cs typeface="Calibri"/>
              </a:rPr>
              <a:t>f</a:t>
            </a:r>
            <a:r>
              <a:rPr dirty="0" smtClean="0" sz="2800" spc="-2" b="1">
                <a:latin typeface="Calibri"/>
                <a:cs typeface="Calibri"/>
              </a:rPr>
              <a:t>i</a:t>
            </a:r>
            <a:r>
              <a:rPr dirty="0" smtClean="0" sz="2800" spc="-2" b="1">
                <a:latin typeface="Calibri"/>
                <a:cs typeface="Calibri"/>
              </a:rPr>
              <a:t>n</a:t>
            </a:r>
            <a:r>
              <a:rPr dirty="0" smtClean="0" sz="2800" spc="-2" b="1">
                <a:latin typeface="Calibri"/>
                <a:cs typeface="Calibri"/>
              </a:rPr>
              <a:t>a</a:t>
            </a:r>
            <a:r>
              <a:rPr dirty="0" smtClean="0" sz="2800" spc="-2" b="1">
                <a:latin typeface="Calibri"/>
                <a:cs typeface="Calibri"/>
              </a:rPr>
              <a:t>l</a:t>
            </a:r>
            <a:r>
              <a:rPr dirty="0" smtClean="0" sz="2800" spc="-2" b="1">
                <a:latin typeface="Calibri"/>
                <a:cs typeface="Calibri"/>
              </a:rPr>
              <a:t>i</a:t>
            </a:r>
            <a:r>
              <a:rPr dirty="0" smtClean="0" sz="2800" spc="-2" b="1">
                <a:latin typeface="Calibri"/>
                <a:cs typeface="Calibri"/>
              </a:rPr>
              <a:t>sed</a:t>
            </a:r>
            <a:endParaRPr sz="2800">
              <a:latin typeface="Calibri"/>
              <a:cs typeface="Calibri"/>
            </a:endParaRPr>
          </a:p>
          <a:p>
            <a:pPr marL="12700" marR="53339">
              <a:lnSpc>
                <a:spcPct val="101725"/>
              </a:lnSpc>
              <a:spcBef>
                <a:spcPts val="793"/>
              </a:spcBef>
            </a:pPr>
            <a:r>
              <a:rPr dirty="0" smtClean="0" sz="2800" spc="-3" b="1">
                <a:latin typeface="Calibri"/>
                <a:cs typeface="Calibri"/>
              </a:rPr>
              <a:t>Au</a:t>
            </a:r>
            <a:r>
              <a:rPr dirty="0" smtClean="0" sz="2800" spc="-3" b="1">
                <a:latin typeface="Calibri"/>
                <a:cs typeface="Calibri"/>
              </a:rPr>
              <a:t>t</a:t>
            </a:r>
            <a:r>
              <a:rPr dirty="0" smtClean="0" sz="2800" spc="-3" b="1">
                <a:latin typeface="Calibri"/>
                <a:cs typeface="Calibri"/>
              </a:rPr>
              <a:t>om</a:t>
            </a:r>
            <a:r>
              <a:rPr dirty="0" smtClean="0" sz="2800" spc="-3" b="1">
                <a:latin typeface="Calibri"/>
                <a:cs typeface="Calibri"/>
              </a:rPr>
              <a:t>a</a:t>
            </a:r>
            <a:r>
              <a:rPr dirty="0" smtClean="0" sz="2800" spc="-3" b="1">
                <a:latin typeface="Calibri"/>
                <a:cs typeface="Calibri"/>
              </a:rPr>
              <a:t>tic</a:t>
            </a:r>
            <a:r>
              <a:rPr dirty="0" smtClean="0" sz="2800" spc="-3" b="1">
                <a:latin typeface="Calibri"/>
                <a:cs typeface="Calibri"/>
              </a:rPr>
              <a:t> </a:t>
            </a:r>
            <a:r>
              <a:rPr dirty="0" smtClean="0" sz="2800" spc="-3" b="1">
                <a:latin typeface="Calibri"/>
                <a:cs typeface="Calibri"/>
              </a:rPr>
              <a:t>f</a:t>
            </a:r>
            <a:r>
              <a:rPr dirty="0" smtClean="0" sz="2800" spc="-3" b="1">
                <a:latin typeface="Calibri"/>
                <a:cs typeface="Calibri"/>
              </a:rPr>
              <a:t>r</a:t>
            </a:r>
            <a:r>
              <a:rPr dirty="0" smtClean="0" sz="2800" spc="-3" b="1">
                <a:latin typeface="Calibri"/>
                <a:cs typeface="Calibri"/>
              </a:rPr>
              <a:t>e</a:t>
            </a:r>
            <a:r>
              <a:rPr dirty="0" smtClean="0" sz="2800" spc="-3" b="1">
                <a:latin typeface="Calibri"/>
                <a:cs typeface="Calibri"/>
              </a:rPr>
              <a:t>q</a:t>
            </a:r>
            <a:r>
              <a:rPr dirty="0" smtClean="0" sz="2800" spc="-3" b="1">
                <a:latin typeface="Calibri"/>
                <a:cs typeface="Calibri"/>
              </a:rPr>
              <a:t>u</a:t>
            </a:r>
            <a:r>
              <a:rPr dirty="0" smtClean="0" sz="2800" spc="-3" b="1">
                <a:latin typeface="Calibri"/>
                <a:cs typeface="Calibri"/>
              </a:rPr>
              <a:t>e</a:t>
            </a:r>
            <a:r>
              <a:rPr dirty="0" smtClean="0" sz="2800" spc="-3" b="1">
                <a:latin typeface="Calibri"/>
                <a:cs typeface="Calibri"/>
              </a:rPr>
              <a:t>ncy</a:t>
            </a:r>
            <a:r>
              <a:rPr dirty="0" smtClean="0" sz="2800" spc="-3" b="1">
                <a:latin typeface="Calibri"/>
                <a:cs typeface="Calibri"/>
              </a:rPr>
              <a:t> </a:t>
            </a:r>
            <a:r>
              <a:rPr dirty="0" smtClean="0" sz="2800" spc="-3" b="1">
                <a:latin typeface="Calibri"/>
                <a:cs typeface="Calibri"/>
              </a:rPr>
              <a:t>p</a:t>
            </a:r>
            <a:r>
              <a:rPr dirty="0" smtClean="0" sz="2800" spc="-3" b="1">
                <a:latin typeface="Calibri"/>
                <a:cs typeface="Calibri"/>
              </a:rPr>
              <a:t>l</a:t>
            </a:r>
            <a:r>
              <a:rPr dirty="0" smtClean="0" sz="2800" spc="-3" b="1">
                <a:latin typeface="Calibri"/>
                <a:cs typeface="Calibri"/>
              </a:rPr>
              <a:t>a</a:t>
            </a:r>
            <a:r>
              <a:rPr dirty="0" smtClean="0" sz="2800" spc="-3" b="1">
                <a:latin typeface="Calibri"/>
                <a:cs typeface="Calibri"/>
              </a:rPr>
              <a:t>n</a:t>
            </a:r>
            <a:r>
              <a:rPr dirty="0" smtClean="0" sz="2800" spc="-3" b="1">
                <a:latin typeface="Calibri"/>
                <a:cs typeface="Calibri"/>
              </a:rPr>
              <a:t>n</a:t>
            </a:r>
            <a:r>
              <a:rPr dirty="0" smtClean="0" sz="2800" spc="-3" b="1">
                <a:latin typeface="Calibri"/>
                <a:cs typeface="Calibri"/>
              </a:rPr>
              <a:t>i</a:t>
            </a:r>
            <a:r>
              <a:rPr dirty="0" smtClean="0" sz="2800" spc="-3" b="1">
                <a:latin typeface="Calibri"/>
                <a:cs typeface="Calibri"/>
              </a:rPr>
              <a:t>ng</a:t>
            </a:r>
            <a:endParaRPr sz="2800">
              <a:latin typeface="Calibri"/>
              <a:cs typeface="Calibri"/>
            </a:endParaRPr>
          </a:p>
          <a:p>
            <a:pPr marL="12700" marR="53339">
              <a:lnSpc>
                <a:spcPts val="3065"/>
              </a:lnSpc>
              <a:spcBef>
                <a:spcPts val="153"/>
              </a:spcBef>
            </a:pPr>
            <a:r>
              <a:rPr dirty="0" smtClean="0" sz="2800" spc="-4" b="1">
                <a:latin typeface="Calibri"/>
                <a:cs typeface="Calibri"/>
              </a:rPr>
              <a:t>t</a:t>
            </a:r>
            <a:r>
              <a:rPr dirty="0" smtClean="0" sz="2800" spc="-4" b="1">
                <a:latin typeface="Calibri"/>
                <a:cs typeface="Calibri"/>
              </a:rPr>
              <a:t>o</a:t>
            </a:r>
            <a:r>
              <a:rPr dirty="0" smtClean="0" sz="2800" spc="-4" b="1">
                <a:latin typeface="Calibri"/>
                <a:cs typeface="Calibri"/>
              </a:rPr>
              <a:t>o</a:t>
            </a:r>
            <a:r>
              <a:rPr dirty="0" smtClean="0" sz="2800" spc="-4" b="1">
                <a:latin typeface="Calibri"/>
                <a:cs typeface="Calibri"/>
              </a:rPr>
              <a:t>l</a:t>
            </a:r>
            <a:r>
              <a:rPr dirty="0" smtClean="0" sz="2800" spc="-4" b="1">
                <a:latin typeface="Calibri"/>
                <a:cs typeface="Calibri"/>
              </a:rPr>
              <a:t>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82181" y="4626308"/>
            <a:ext cx="158292" cy="177800"/>
          </a:xfrm>
          <a:prstGeom prst="rect">
            <a:avLst/>
          </a:prstGeom>
        </p:spPr>
        <p:txBody>
          <a:bodyPr wrap="square" lIns="0" tIns="8413" rIns="0" bIns="0" rtlCol="0">
            <a:noAutofit/>
          </a:bodyPr>
          <a:lstStyle/>
          <a:p>
            <a:pPr marL="12700">
              <a:lnSpc>
                <a:spcPts val="1325"/>
              </a:lnSpc>
            </a:pPr>
            <a:r>
              <a:rPr dirty="0" smtClean="0" sz="1200">
                <a:latin typeface="Arial"/>
                <a:cs typeface="Arial"/>
              </a:rPr>
              <a:t>D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79767" y="4933965"/>
            <a:ext cx="256034" cy="381317"/>
          </a:xfrm>
          <a:prstGeom prst="rect">
            <a:avLst/>
          </a:prstGeom>
        </p:spPr>
        <p:txBody>
          <a:bodyPr wrap="square" lIns="0" tIns="18415" rIns="0" bIns="0" rtlCol="0">
            <a:noAutofit/>
          </a:bodyPr>
          <a:lstStyle/>
          <a:p>
            <a:pPr marL="12700">
              <a:lnSpc>
                <a:spcPts val="2900"/>
              </a:lnSpc>
            </a:pPr>
            <a:r>
              <a:rPr dirty="0" smtClean="0" sz="2800">
                <a:solidFill>
                  <a:srgbClr val="00CC99"/>
                </a:solidFill>
                <a:latin typeface="Calibri"/>
                <a:cs typeface="Calibri"/>
              </a:rPr>
              <a:t>•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1140" y="6472848"/>
            <a:ext cx="5475228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o</a:t>
            </a:r>
            <a:r>
              <a:rPr dirty="0" smtClean="0" sz="1800" spc="0" b="1">
                <a:latin typeface="Georgia"/>
                <a:cs typeface="Georgia"/>
              </a:rPr>
              <a:t>d</a:t>
            </a:r>
            <a:r>
              <a:rPr dirty="0" smtClean="0" sz="1800" spc="0" b="1">
                <a:latin typeface="Georgia"/>
                <a:cs typeface="Georgia"/>
              </a:rPr>
              <a:t>ul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3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S</a:t>
            </a:r>
            <a:r>
              <a:rPr dirty="0" smtClean="0" sz="1800" spc="0" b="1">
                <a:latin typeface="Georgia"/>
                <a:cs typeface="Georgia"/>
              </a:rPr>
              <a:t>istem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K</a:t>
            </a:r>
            <a:r>
              <a:rPr dirty="0" smtClean="0" sz="1800" spc="0" b="1">
                <a:latin typeface="Georgia"/>
                <a:cs typeface="Georgia"/>
              </a:rPr>
              <a:t>o</a:t>
            </a: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unik</a:t>
            </a:r>
            <a:r>
              <a:rPr dirty="0" smtClean="0" sz="1800" spc="0" b="1">
                <a:latin typeface="Georgia"/>
                <a:cs typeface="Georgia"/>
              </a:rPr>
              <a:t>a</a:t>
            </a:r>
            <a:r>
              <a:rPr dirty="0" smtClean="0" sz="1800" spc="0" b="1">
                <a:latin typeface="Georgia"/>
                <a:cs typeface="Georgia"/>
              </a:rPr>
              <a:t>si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B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r>
              <a:rPr dirty="0" smtClean="0" sz="1800" spc="0" b="1">
                <a:latin typeface="Georgia"/>
                <a:cs typeface="Georgia"/>
              </a:rPr>
              <a:t>g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r>
              <a:rPr dirty="0" smtClean="0" sz="1800" spc="0" b="1">
                <a:latin typeface="Georgia"/>
                <a:cs typeface="Georgia"/>
              </a:rPr>
              <a:t>a</a:t>
            </a:r>
            <a:r>
              <a:rPr dirty="0" smtClean="0" sz="1800" spc="0" b="1">
                <a:latin typeface="Georgia"/>
                <a:cs typeface="Georgia"/>
              </a:rPr>
              <a:t>k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S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lul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9438640" y="6472848"/>
            <a:ext cx="354184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-9" b="1">
                <a:latin typeface="Georgia"/>
                <a:cs typeface="Georgia"/>
              </a:rPr>
              <a:t>46</a:t>
            </a:r>
            <a:endParaRPr sz="1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object 29"/>
          <p:cNvSpPr/>
          <p:nvPr/>
        </p:nvSpPr>
        <p:spPr>
          <a:xfrm>
            <a:off x="0" y="6400800"/>
            <a:ext cx="9903460" cy="457196"/>
          </a:xfrm>
          <a:custGeom>
            <a:avLst/>
            <a:gdLst/>
            <a:ahLst/>
            <a:cxnLst/>
            <a:rect l="l" t="t" r="r" b="b"/>
            <a:pathLst>
              <a:path w="9903460" h="457196">
                <a:moveTo>
                  <a:pt x="9903460" y="457196"/>
                </a:moveTo>
                <a:lnTo>
                  <a:pt x="9903460" y="0"/>
                </a:lnTo>
                <a:lnTo>
                  <a:pt x="0" y="0"/>
                </a:lnTo>
                <a:lnTo>
                  <a:pt x="0" y="457196"/>
                </a:lnTo>
                <a:lnTo>
                  <a:pt x="9903460" y="457196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0" name="object 30"/>
          <p:cNvSpPr/>
          <p:nvPr/>
        </p:nvSpPr>
        <p:spPr>
          <a:xfrm>
            <a:off x="153670" y="640207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58419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7" name="object 27"/>
          <p:cNvSpPr/>
          <p:nvPr/>
        </p:nvSpPr>
        <p:spPr>
          <a:xfrm>
            <a:off x="0" y="0"/>
            <a:ext cx="9903460" cy="609600"/>
          </a:xfrm>
          <a:custGeom>
            <a:avLst/>
            <a:gdLst/>
            <a:ahLst/>
            <a:cxnLst/>
            <a:rect l="l" t="t" r="r" b="b"/>
            <a:pathLst>
              <a:path w="9903460" h="609600">
                <a:moveTo>
                  <a:pt x="0" y="609600"/>
                </a:moveTo>
                <a:lnTo>
                  <a:pt x="9903460" y="609600"/>
                </a:lnTo>
                <a:lnTo>
                  <a:pt x="9903460" y="0"/>
                </a:lnTo>
                <a:lnTo>
                  <a:pt x="0" y="0"/>
                </a:lnTo>
                <a:lnTo>
                  <a:pt x="0" y="60960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8" name="object 28"/>
          <p:cNvSpPr/>
          <p:nvPr/>
        </p:nvSpPr>
        <p:spPr>
          <a:xfrm>
            <a:off x="111760" y="60960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76200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5" name="object 25"/>
          <p:cNvSpPr/>
          <p:nvPr/>
        </p:nvSpPr>
        <p:spPr>
          <a:xfrm>
            <a:off x="2759710" y="5182870"/>
            <a:ext cx="6192520" cy="9144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6" name="object 26"/>
          <p:cNvSpPr/>
          <p:nvPr/>
        </p:nvSpPr>
        <p:spPr>
          <a:xfrm>
            <a:off x="2759710" y="5182870"/>
            <a:ext cx="6192520" cy="914400"/>
          </a:xfrm>
          <a:custGeom>
            <a:avLst/>
            <a:gdLst/>
            <a:ahLst/>
            <a:cxnLst/>
            <a:rect l="l" t="t" r="r" b="b"/>
            <a:pathLst>
              <a:path w="6192520" h="914400">
                <a:moveTo>
                  <a:pt x="0" y="914399"/>
                </a:moveTo>
                <a:lnTo>
                  <a:pt x="6192520" y="914399"/>
                </a:lnTo>
                <a:lnTo>
                  <a:pt x="6192520" y="0"/>
                </a:lnTo>
                <a:lnTo>
                  <a:pt x="0" y="0"/>
                </a:lnTo>
                <a:lnTo>
                  <a:pt x="0" y="914399"/>
                </a:lnTo>
                <a:close/>
              </a:path>
            </a:pathLst>
          </a:custGeom>
          <a:ln w="7620">
            <a:solidFill>
              <a:srgbClr val="00CC99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3" name="object 23"/>
          <p:cNvSpPr/>
          <p:nvPr/>
        </p:nvSpPr>
        <p:spPr>
          <a:xfrm>
            <a:off x="1687830" y="5431790"/>
            <a:ext cx="990600" cy="4191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4" name="object 24"/>
          <p:cNvSpPr/>
          <p:nvPr/>
        </p:nvSpPr>
        <p:spPr>
          <a:xfrm>
            <a:off x="1687830" y="5431790"/>
            <a:ext cx="990600" cy="419100"/>
          </a:xfrm>
          <a:custGeom>
            <a:avLst/>
            <a:gdLst/>
            <a:ahLst/>
            <a:cxnLst/>
            <a:rect l="l" t="t" r="r" b="b"/>
            <a:pathLst>
              <a:path w="990600" h="419100">
                <a:moveTo>
                  <a:pt x="0" y="104775"/>
                </a:moveTo>
                <a:lnTo>
                  <a:pt x="762000" y="104775"/>
                </a:lnTo>
                <a:lnTo>
                  <a:pt x="762000" y="0"/>
                </a:lnTo>
                <a:lnTo>
                  <a:pt x="990600" y="209550"/>
                </a:lnTo>
                <a:lnTo>
                  <a:pt x="762000" y="419100"/>
                </a:lnTo>
                <a:lnTo>
                  <a:pt x="762000" y="314325"/>
                </a:lnTo>
                <a:lnTo>
                  <a:pt x="0" y="314325"/>
                </a:lnTo>
                <a:lnTo>
                  <a:pt x="0" y="104775"/>
                </a:lnTo>
                <a:close/>
              </a:path>
            </a:pathLst>
          </a:custGeom>
          <a:ln w="7620">
            <a:solidFill>
              <a:srgbClr val="00CC99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2908935" y="68999"/>
            <a:ext cx="3275075" cy="533399"/>
          </a:xfrm>
          <a:prstGeom prst="rect">
            <a:avLst/>
          </a:prstGeom>
        </p:spPr>
        <p:txBody>
          <a:bodyPr wrap="square" lIns="0" tIns="26574" rIns="0" bIns="0" rtlCol="0">
            <a:noAutofit/>
          </a:bodyPr>
          <a:lstStyle/>
          <a:p>
            <a:pPr marL="12700">
              <a:lnSpc>
                <a:spcPts val="4185"/>
              </a:lnSpc>
            </a:pPr>
            <a:r>
              <a:rPr dirty="0" smtClean="0" sz="4000" spc="0">
                <a:latin typeface="Times New Roman"/>
                <a:cs typeface="Times New Roman"/>
              </a:rPr>
              <a:t>Frequ</a:t>
            </a:r>
            <a:r>
              <a:rPr dirty="0" smtClean="0" sz="4000" spc="0">
                <a:latin typeface="Times New Roman"/>
                <a:cs typeface="Times New Roman"/>
              </a:rPr>
              <a:t>e</a:t>
            </a:r>
            <a:r>
              <a:rPr dirty="0" smtClean="0" sz="4000" spc="0">
                <a:latin typeface="Times New Roman"/>
                <a:cs typeface="Times New Roman"/>
              </a:rPr>
              <a:t>ncy</a:t>
            </a:r>
            <a:r>
              <a:rPr dirty="0" smtClean="0" sz="4000" spc="0">
                <a:latin typeface="Times New Roman"/>
                <a:cs typeface="Times New Roman"/>
              </a:rPr>
              <a:t> </a:t>
            </a:r>
            <a:r>
              <a:rPr dirty="0" smtClean="0" sz="4000" spc="0">
                <a:latin typeface="Times New Roman"/>
                <a:cs typeface="Times New Roman"/>
              </a:rPr>
              <a:t>Plan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211951" y="232509"/>
            <a:ext cx="866038" cy="330200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 spc="0">
                <a:latin typeface="Times New Roman"/>
                <a:cs typeface="Times New Roman"/>
              </a:rPr>
              <a:t>Bas</a:t>
            </a:r>
            <a:r>
              <a:rPr dirty="0" smtClean="0" sz="2400" spc="0">
                <a:latin typeface="Times New Roman"/>
                <a:cs typeface="Times New Roman"/>
              </a:rPr>
              <a:t>i</a:t>
            </a:r>
            <a:r>
              <a:rPr dirty="0" smtClean="0" sz="2400" spc="0">
                <a:latin typeface="Times New Roman"/>
                <a:cs typeface="Times New Roman"/>
              </a:rPr>
              <a:t>cs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41057" y="1037833"/>
            <a:ext cx="203200" cy="381000"/>
          </a:xfrm>
          <a:prstGeom prst="rect">
            <a:avLst/>
          </a:prstGeom>
        </p:spPr>
        <p:txBody>
          <a:bodyPr wrap="square" lIns="0" tIns="18796" rIns="0" bIns="0" rtlCol="0">
            <a:noAutofit/>
          </a:bodyPr>
          <a:lstStyle/>
          <a:p>
            <a:pPr marL="12700">
              <a:lnSpc>
                <a:spcPts val="2960"/>
              </a:lnSpc>
            </a:pPr>
            <a:r>
              <a:rPr dirty="0" smtClean="0" sz="2800">
                <a:latin typeface="Times New Roman"/>
                <a:cs typeface="Times New Roman"/>
              </a:rPr>
              <a:t>•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122997" y="1037833"/>
            <a:ext cx="5068506" cy="1521840"/>
          </a:xfrm>
          <a:prstGeom prst="rect">
            <a:avLst/>
          </a:prstGeom>
        </p:spPr>
        <p:txBody>
          <a:bodyPr wrap="square" lIns="0" tIns="18796" rIns="0" bIns="0" rtlCol="0">
            <a:noAutofit/>
          </a:bodyPr>
          <a:lstStyle/>
          <a:p>
            <a:pPr marL="12700" marR="38100">
              <a:lnSpc>
                <a:spcPts val="2960"/>
              </a:lnSpc>
            </a:pPr>
            <a:r>
              <a:rPr dirty="0" smtClean="0" sz="2800" spc="-4" b="1">
                <a:latin typeface="Times New Roman"/>
                <a:cs typeface="Times New Roman"/>
              </a:rPr>
              <a:t>Why</a:t>
            </a:r>
            <a:r>
              <a:rPr dirty="0" smtClean="0" sz="2800" spc="-4" b="1">
                <a:latin typeface="Times New Roman"/>
                <a:cs typeface="Times New Roman"/>
              </a:rPr>
              <a:t> </a:t>
            </a:r>
            <a:r>
              <a:rPr dirty="0" smtClean="0" sz="2800" spc="-4" b="1">
                <a:latin typeface="Times New Roman"/>
                <a:cs typeface="Times New Roman"/>
              </a:rPr>
              <a:t>f</a:t>
            </a:r>
            <a:r>
              <a:rPr dirty="0" smtClean="0" sz="2800" spc="-4" b="1">
                <a:latin typeface="Times New Roman"/>
                <a:cs typeface="Times New Roman"/>
              </a:rPr>
              <a:t>r</a:t>
            </a:r>
            <a:r>
              <a:rPr dirty="0" smtClean="0" sz="2800" spc="-4" b="1">
                <a:latin typeface="Times New Roman"/>
                <a:cs typeface="Times New Roman"/>
              </a:rPr>
              <a:t>equency</a:t>
            </a:r>
            <a:r>
              <a:rPr dirty="0" smtClean="0" sz="2800" spc="-4" b="1">
                <a:latin typeface="Times New Roman"/>
                <a:cs typeface="Times New Roman"/>
              </a:rPr>
              <a:t> </a:t>
            </a:r>
            <a:r>
              <a:rPr dirty="0" smtClean="0" sz="2800" spc="-4" b="1">
                <a:latin typeface="Times New Roman"/>
                <a:cs typeface="Times New Roman"/>
              </a:rPr>
              <a:t>r</a:t>
            </a:r>
            <a:r>
              <a:rPr dirty="0" smtClean="0" sz="2800" spc="-4" b="1">
                <a:latin typeface="Times New Roman"/>
                <a:cs typeface="Times New Roman"/>
              </a:rPr>
              <a:t>e</a:t>
            </a:r>
            <a:r>
              <a:rPr dirty="0" smtClean="0" sz="2800" spc="-4" b="1">
                <a:latin typeface="Times New Roman"/>
                <a:cs typeface="Times New Roman"/>
              </a:rPr>
              <a:t>-</a:t>
            </a:r>
            <a:r>
              <a:rPr dirty="0" smtClean="0" sz="2800" spc="-4" b="1">
                <a:latin typeface="Times New Roman"/>
                <a:cs typeface="Times New Roman"/>
              </a:rPr>
              <a:t>use</a:t>
            </a:r>
            <a:r>
              <a:rPr dirty="0" smtClean="0" sz="2800" spc="-4" b="1">
                <a:latin typeface="Times New Roman"/>
                <a:cs typeface="Times New Roman"/>
              </a:rPr>
              <a:t> </a:t>
            </a:r>
            <a:r>
              <a:rPr dirty="0" smtClean="0" sz="2800" spc="-4" b="1">
                <a:latin typeface="Times New Roman"/>
                <a:cs typeface="Times New Roman"/>
              </a:rPr>
              <a:t>?</a:t>
            </a:r>
            <a:endParaRPr sz="2800">
              <a:latin typeface="Times New Roman"/>
              <a:cs typeface="Times New Roman"/>
            </a:endParaRPr>
          </a:p>
          <a:p>
            <a:pPr marL="203136">
              <a:lnSpc>
                <a:spcPct val="95825"/>
              </a:lnSpc>
              <a:spcBef>
                <a:spcPts val="217"/>
              </a:spcBef>
            </a:pPr>
            <a:r>
              <a:rPr dirty="0" smtClean="0" sz="2000" spc="0">
                <a:latin typeface="Times New Roman"/>
                <a:cs typeface="Times New Roman"/>
              </a:rPr>
              <a:t>–</a:t>
            </a:r>
            <a:r>
              <a:rPr dirty="0" smtClean="0" sz="2000" spc="0">
                <a:latin typeface="Times New Roman"/>
                <a:cs typeface="Times New Roman"/>
              </a:rPr>
              <a:t> </a:t>
            </a:r>
            <a:r>
              <a:rPr dirty="0" smtClean="0" sz="2000" spc="0" b="1">
                <a:latin typeface="Times New Roman"/>
                <a:cs typeface="Times New Roman"/>
              </a:rPr>
              <a:t>8</a:t>
            </a:r>
            <a:r>
              <a:rPr dirty="0" smtClean="0" sz="2000" spc="0" b="1">
                <a:latin typeface="Times New Roman"/>
                <a:cs typeface="Times New Roman"/>
              </a:rPr>
              <a:t> </a:t>
            </a:r>
            <a:r>
              <a:rPr dirty="0" smtClean="0" sz="2000" spc="0" b="1">
                <a:latin typeface="Times New Roman"/>
                <a:cs typeface="Times New Roman"/>
              </a:rPr>
              <a:t>M</a:t>
            </a:r>
            <a:r>
              <a:rPr dirty="0" smtClean="0" sz="2000" spc="0" b="1">
                <a:latin typeface="Times New Roman"/>
                <a:cs typeface="Times New Roman"/>
              </a:rPr>
              <a:t>Hz</a:t>
            </a:r>
            <a:r>
              <a:rPr dirty="0" smtClean="0" sz="2000" spc="0" b="1">
                <a:latin typeface="Times New Roman"/>
                <a:cs typeface="Times New Roman"/>
              </a:rPr>
              <a:t> </a:t>
            </a:r>
            <a:r>
              <a:rPr dirty="0" smtClean="0" sz="2000" spc="0" b="1">
                <a:latin typeface="Times New Roman"/>
                <a:cs typeface="Times New Roman"/>
              </a:rPr>
              <a:t>=</a:t>
            </a:r>
            <a:r>
              <a:rPr dirty="0" smtClean="0" sz="2000" spc="0" b="1">
                <a:latin typeface="Times New Roman"/>
                <a:cs typeface="Times New Roman"/>
              </a:rPr>
              <a:t> </a:t>
            </a:r>
            <a:r>
              <a:rPr dirty="0" smtClean="0" sz="2000" spc="0" b="1">
                <a:latin typeface="Times New Roman"/>
                <a:cs typeface="Times New Roman"/>
              </a:rPr>
              <a:t>40</a:t>
            </a:r>
            <a:r>
              <a:rPr dirty="0" smtClean="0" sz="2000" spc="0" b="1">
                <a:latin typeface="Times New Roman"/>
                <a:cs typeface="Times New Roman"/>
              </a:rPr>
              <a:t> </a:t>
            </a:r>
            <a:r>
              <a:rPr dirty="0" smtClean="0" sz="2000" spc="0" b="1">
                <a:latin typeface="Times New Roman"/>
                <a:cs typeface="Times New Roman"/>
              </a:rPr>
              <a:t>c</a:t>
            </a:r>
            <a:r>
              <a:rPr dirty="0" smtClean="0" sz="2000" spc="0" b="1">
                <a:latin typeface="Times New Roman"/>
                <a:cs typeface="Times New Roman"/>
              </a:rPr>
              <a:t>h</a:t>
            </a:r>
            <a:r>
              <a:rPr dirty="0" smtClean="0" sz="2000" spc="0" b="1">
                <a:latin typeface="Times New Roman"/>
                <a:cs typeface="Times New Roman"/>
              </a:rPr>
              <a:t>a</a:t>
            </a:r>
            <a:r>
              <a:rPr dirty="0" smtClean="0" sz="2000" spc="0" b="1">
                <a:latin typeface="Times New Roman"/>
                <a:cs typeface="Times New Roman"/>
              </a:rPr>
              <a:t>n</a:t>
            </a:r>
            <a:r>
              <a:rPr dirty="0" smtClean="0" sz="2000" spc="0" b="1">
                <a:latin typeface="Times New Roman"/>
                <a:cs typeface="Times New Roman"/>
              </a:rPr>
              <a:t>n</a:t>
            </a:r>
            <a:r>
              <a:rPr dirty="0" smtClean="0" sz="2000" spc="0" b="1">
                <a:latin typeface="Times New Roman"/>
                <a:cs typeface="Times New Roman"/>
              </a:rPr>
              <a:t>e</a:t>
            </a:r>
            <a:r>
              <a:rPr dirty="0" smtClean="0" sz="2000" spc="0" b="1">
                <a:latin typeface="Times New Roman"/>
                <a:cs typeface="Times New Roman"/>
              </a:rPr>
              <a:t>ls</a:t>
            </a:r>
            <a:r>
              <a:rPr dirty="0" smtClean="0" sz="2000" spc="0" b="1">
                <a:latin typeface="Times New Roman"/>
                <a:cs typeface="Times New Roman"/>
              </a:rPr>
              <a:t> </a:t>
            </a:r>
            <a:r>
              <a:rPr dirty="0" smtClean="0" sz="2000" spc="0" b="1">
                <a:latin typeface="Times New Roman"/>
                <a:cs typeface="Times New Roman"/>
              </a:rPr>
              <a:t>à</a:t>
            </a:r>
            <a:r>
              <a:rPr dirty="0" smtClean="0" sz="2000" spc="0" b="1">
                <a:latin typeface="Times New Roman"/>
                <a:cs typeface="Times New Roman"/>
              </a:rPr>
              <a:t> </a:t>
            </a:r>
            <a:r>
              <a:rPr dirty="0" smtClean="0" sz="2000" spc="0" b="1">
                <a:latin typeface="Times New Roman"/>
                <a:cs typeface="Times New Roman"/>
              </a:rPr>
              <a:t>7</a:t>
            </a:r>
            <a:r>
              <a:rPr dirty="0" smtClean="0" sz="2000" spc="0" b="1">
                <a:latin typeface="Times New Roman"/>
                <a:cs typeface="Times New Roman"/>
              </a:rPr>
              <a:t> </a:t>
            </a:r>
            <a:r>
              <a:rPr dirty="0" smtClean="0" sz="2000" spc="0" b="1">
                <a:latin typeface="Times New Roman"/>
                <a:cs typeface="Times New Roman"/>
              </a:rPr>
              <a:t>t</a:t>
            </a:r>
            <a:r>
              <a:rPr dirty="0" smtClean="0" sz="2000" spc="0" b="1">
                <a:latin typeface="Times New Roman"/>
                <a:cs typeface="Times New Roman"/>
              </a:rPr>
              <a:t>r</a:t>
            </a:r>
            <a:r>
              <a:rPr dirty="0" smtClean="0" sz="2000" spc="0" b="1">
                <a:latin typeface="Times New Roman"/>
                <a:cs typeface="Times New Roman"/>
              </a:rPr>
              <a:t>a</a:t>
            </a:r>
            <a:r>
              <a:rPr dirty="0" smtClean="0" sz="2000" spc="0" b="1">
                <a:latin typeface="Times New Roman"/>
                <a:cs typeface="Times New Roman"/>
              </a:rPr>
              <a:t>f</a:t>
            </a:r>
            <a:r>
              <a:rPr dirty="0" smtClean="0" sz="2000" spc="0" b="1">
                <a:latin typeface="Times New Roman"/>
                <a:cs typeface="Times New Roman"/>
              </a:rPr>
              <a:t>f</a:t>
            </a:r>
            <a:r>
              <a:rPr dirty="0" smtClean="0" sz="2000" spc="0" b="1">
                <a:latin typeface="Times New Roman"/>
                <a:cs typeface="Times New Roman"/>
              </a:rPr>
              <a:t>ic</a:t>
            </a:r>
            <a:r>
              <a:rPr dirty="0" smtClean="0" sz="2000" spc="0" b="1">
                <a:latin typeface="Times New Roman"/>
                <a:cs typeface="Times New Roman"/>
              </a:rPr>
              <a:t> </a:t>
            </a:r>
            <a:r>
              <a:rPr dirty="0" smtClean="0" sz="2000" spc="0" b="1">
                <a:latin typeface="Times New Roman"/>
                <a:cs typeface="Times New Roman"/>
              </a:rPr>
              <a:t>ti</a:t>
            </a:r>
            <a:r>
              <a:rPr dirty="0" smtClean="0" sz="2000" spc="0" b="1">
                <a:latin typeface="Times New Roman"/>
                <a:cs typeface="Times New Roman"/>
              </a:rPr>
              <a:t>m</a:t>
            </a:r>
            <a:r>
              <a:rPr dirty="0" smtClean="0" sz="2000" spc="0" b="1">
                <a:latin typeface="Times New Roman"/>
                <a:cs typeface="Times New Roman"/>
              </a:rPr>
              <a:t>e</a:t>
            </a:r>
            <a:r>
              <a:rPr dirty="0" smtClean="0" sz="2000" spc="0" b="1">
                <a:latin typeface="Times New Roman"/>
                <a:cs typeface="Times New Roman"/>
              </a:rPr>
              <a:t>s</a:t>
            </a:r>
            <a:r>
              <a:rPr dirty="0" smtClean="0" sz="2000" spc="0" b="1">
                <a:latin typeface="Times New Roman"/>
                <a:cs typeface="Times New Roman"/>
              </a:rPr>
              <a:t>l</a:t>
            </a:r>
            <a:r>
              <a:rPr dirty="0" smtClean="0" sz="2000" spc="0" b="1">
                <a:latin typeface="Times New Roman"/>
                <a:cs typeface="Times New Roman"/>
              </a:rPr>
              <a:t>ots</a:t>
            </a:r>
            <a:r>
              <a:rPr dirty="0" smtClean="0" sz="2000" spc="0" b="1">
                <a:latin typeface="Times New Roman"/>
                <a:cs typeface="Times New Roman"/>
              </a:rPr>
              <a:t> </a:t>
            </a:r>
            <a:r>
              <a:rPr dirty="0" smtClean="0" sz="2000" spc="0" b="1">
                <a:latin typeface="Times New Roman"/>
                <a:cs typeface="Times New Roman"/>
              </a:rPr>
              <a:t>=</a:t>
            </a:r>
            <a:endParaRPr sz="2000">
              <a:latin typeface="Times New Roman"/>
              <a:cs typeface="Times New Roman"/>
            </a:endParaRPr>
          </a:p>
          <a:p>
            <a:pPr marL="203136" marR="38100">
              <a:lnSpc>
                <a:spcPct val="95825"/>
              </a:lnSpc>
              <a:spcBef>
                <a:spcPts val="340"/>
              </a:spcBef>
            </a:pPr>
            <a:r>
              <a:rPr dirty="0" smtClean="0" sz="2000" spc="0">
                <a:latin typeface="Times New Roman"/>
                <a:cs typeface="Times New Roman"/>
              </a:rPr>
              <a:t>–</a:t>
            </a:r>
            <a:r>
              <a:rPr dirty="0" smtClean="0" sz="2000" spc="0">
                <a:latin typeface="Times New Roman"/>
                <a:cs typeface="Times New Roman"/>
              </a:rPr>
              <a:t> </a:t>
            </a:r>
            <a:r>
              <a:rPr dirty="0" smtClean="0" sz="2000" spc="0" b="1">
                <a:latin typeface="Times New Roman"/>
                <a:cs typeface="Times New Roman"/>
              </a:rPr>
              <a:t>m</a:t>
            </a:r>
            <a:r>
              <a:rPr dirty="0" smtClean="0" sz="2000" spc="0" b="1">
                <a:latin typeface="Times New Roman"/>
                <a:cs typeface="Times New Roman"/>
              </a:rPr>
              <a:t>ax.</a:t>
            </a:r>
            <a:r>
              <a:rPr dirty="0" smtClean="0" sz="2000" spc="0" b="1">
                <a:latin typeface="Times New Roman"/>
                <a:cs typeface="Times New Roman"/>
              </a:rPr>
              <a:t> </a:t>
            </a:r>
            <a:r>
              <a:rPr dirty="0" smtClean="0" sz="2000" spc="0" b="1">
                <a:latin typeface="Times New Roman"/>
                <a:cs typeface="Times New Roman"/>
              </a:rPr>
              <a:t>280</a:t>
            </a:r>
            <a:r>
              <a:rPr dirty="0" smtClean="0" sz="2000" spc="0" b="1">
                <a:latin typeface="Times New Roman"/>
                <a:cs typeface="Times New Roman"/>
              </a:rPr>
              <a:t> </a:t>
            </a:r>
            <a:r>
              <a:rPr dirty="0" smtClean="0" sz="2000" spc="0" b="1">
                <a:latin typeface="Times New Roman"/>
                <a:cs typeface="Times New Roman"/>
              </a:rPr>
              <a:t>si</a:t>
            </a:r>
            <a:r>
              <a:rPr dirty="0" smtClean="0" sz="2000" spc="0" b="1">
                <a:latin typeface="Times New Roman"/>
                <a:cs typeface="Times New Roman"/>
              </a:rPr>
              <a:t>m</a:t>
            </a:r>
            <a:r>
              <a:rPr dirty="0" smtClean="0" sz="2000" spc="0" b="1">
                <a:latin typeface="Times New Roman"/>
                <a:cs typeface="Times New Roman"/>
              </a:rPr>
              <a:t>u</a:t>
            </a:r>
            <a:r>
              <a:rPr dirty="0" smtClean="0" sz="2000" spc="0" b="1">
                <a:latin typeface="Times New Roman"/>
                <a:cs typeface="Times New Roman"/>
              </a:rPr>
              <a:t>ltan</a:t>
            </a:r>
            <a:r>
              <a:rPr dirty="0" smtClean="0" sz="2000" spc="0" b="1">
                <a:latin typeface="Times New Roman"/>
                <a:cs typeface="Times New Roman"/>
              </a:rPr>
              <a:t>e</a:t>
            </a:r>
            <a:r>
              <a:rPr dirty="0" smtClean="0" sz="2000" spc="0" b="1">
                <a:latin typeface="Times New Roman"/>
                <a:cs typeface="Times New Roman"/>
              </a:rPr>
              <a:t>ous</a:t>
            </a:r>
            <a:r>
              <a:rPr dirty="0" smtClean="0" sz="2000" spc="0" b="1">
                <a:latin typeface="Times New Roman"/>
                <a:cs typeface="Times New Roman"/>
              </a:rPr>
              <a:t> </a:t>
            </a:r>
            <a:r>
              <a:rPr dirty="0" smtClean="0" sz="2000" spc="0" b="1">
                <a:latin typeface="Times New Roman"/>
                <a:cs typeface="Times New Roman"/>
              </a:rPr>
              <a:t>c</a:t>
            </a:r>
            <a:r>
              <a:rPr dirty="0" smtClean="0" sz="2000" spc="0" b="1">
                <a:latin typeface="Times New Roman"/>
                <a:cs typeface="Times New Roman"/>
              </a:rPr>
              <a:t>all</a:t>
            </a:r>
            <a:r>
              <a:rPr dirty="0" smtClean="0" sz="2000" spc="0" b="1">
                <a:latin typeface="Times New Roman"/>
                <a:cs typeface="Times New Roman"/>
              </a:rPr>
              <a:t>s</a:t>
            </a:r>
            <a:r>
              <a:rPr dirty="0" smtClean="0" sz="2000" spc="0" b="1">
                <a:latin typeface="Times New Roman"/>
                <a:cs typeface="Times New Roman"/>
              </a:rPr>
              <a:t>??!</a:t>
            </a:r>
            <a:endParaRPr sz="2000">
              <a:latin typeface="Times New Roman"/>
              <a:cs typeface="Times New Roman"/>
            </a:endParaRPr>
          </a:p>
          <a:p>
            <a:pPr marL="12700" marR="38100">
              <a:lnSpc>
                <a:spcPct val="95825"/>
              </a:lnSpc>
              <a:spcBef>
                <a:spcPts val="455"/>
              </a:spcBef>
            </a:pPr>
            <a:r>
              <a:rPr dirty="0" smtClean="0" sz="2800" spc="0" b="1">
                <a:latin typeface="Times New Roman"/>
                <a:cs typeface="Times New Roman"/>
              </a:rPr>
              <a:t>Li</a:t>
            </a:r>
            <a:r>
              <a:rPr dirty="0" smtClean="0" sz="2800" spc="0" b="1">
                <a:latin typeface="Times New Roman"/>
                <a:cs typeface="Times New Roman"/>
              </a:rPr>
              <a:t>m</a:t>
            </a:r>
            <a:r>
              <a:rPr dirty="0" smtClean="0" sz="2800" spc="0" b="1">
                <a:latin typeface="Times New Roman"/>
                <a:cs typeface="Times New Roman"/>
              </a:rPr>
              <a:t>i</a:t>
            </a:r>
            <a:r>
              <a:rPr dirty="0" smtClean="0" sz="2800" spc="0" b="1">
                <a:latin typeface="Times New Roman"/>
                <a:cs typeface="Times New Roman"/>
              </a:rPr>
              <a:t>t</a:t>
            </a:r>
            <a:r>
              <a:rPr dirty="0" smtClean="0" sz="2800" spc="0" b="1">
                <a:latin typeface="Times New Roman"/>
                <a:cs typeface="Times New Roman"/>
              </a:rPr>
              <a:t>ed</a:t>
            </a:r>
            <a:r>
              <a:rPr dirty="0" smtClean="0" sz="2800" spc="0" b="1">
                <a:latin typeface="Times New Roman"/>
                <a:cs typeface="Times New Roman"/>
              </a:rPr>
              <a:t> </a:t>
            </a:r>
            <a:r>
              <a:rPr dirty="0" smtClean="0" sz="2800" spc="0" b="1">
                <a:latin typeface="Times New Roman"/>
                <a:cs typeface="Times New Roman"/>
              </a:rPr>
              <a:t>ban</a:t>
            </a:r>
            <a:r>
              <a:rPr dirty="0" smtClean="0" sz="2800" spc="0" b="1">
                <a:latin typeface="Times New Roman"/>
                <a:cs typeface="Times New Roman"/>
              </a:rPr>
              <a:t>d</a:t>
            </a:r>
            <a:r>
              <a:rPr dirty="0" smtClean="0" sz="2800" spc="0" b="1">
                <a:latin typeface="Times New Roman"/>
                <a:cs typeface="Times New Roman"/>
              </a:rPr>
              <a:t>w</a:t>
            </a:r>
            <a:r>
              <a:rPr dirty="0" smtClean="0" sz="2800" spc="0" b="1">
                <a:latin typeface="Times New Roman"/>
                <a:cs typeface="Times New Roman"/>
              </a:rPr>
              <a:t>id</a:t>
            </a:r>
            <a:r>
              <a:rPr dirty="0" smtClean="0" sz="2800" spc="0" b="1">
                <a:latin typeface="Times New Roman"/>
                <a:cs typeface="Times New Roman"/>
              </a:rPr>
              <a:t>t</a:t>
            </a:r>
            <a:r>
              <a:rPr dirty="0" smtClean="0" sz="2800" spc="0" b="1">
                <a:latin typeface="Times New Roman"/>
                <a:cs typeface="Times New Roman"/>
              </a:rPr>
              <a:t>h</a:t>
            </a:r>
            <a:r>
              <a:rPr dirty="0" smtClean="0" sz="2800" spc="0" b="1">
                <a:latin typeface="Times New Roman"/>
                <a:cs typeface="Times New Roman"/>
              </a:rPr>
              <a:t> </a:t>
            </a:r>
            <a:r>
              <a:rPr dirty="0" smtClean="0" sz="2800" spc="0" b="1">
                <a:latin typeface="Times New Roman"/>
                <a:cs typeface="Times New Roman"/>
              </a:rPr>
              <a:t>availa</a:t>
            </a:r>
            <a:r>
              <a:rPr dirty="0" smtClean="0" sz="2800" spc="0" b="1">
                <a:latin typeface="Times New Roman"/>
                <a:cs typeface="Times New Roman"/>
              </a:rPr>
              <a:t>b</a:t>
            </a:r>
            <a:r>
              <a:rPr dirty="0" smtClean="0" sz="2800" spc="0" b="1">
                <a:latin typeface="Times New Roman"/>
                <a:cs typeface="Times New Roman"/>
              </a:rPr>
              <a:t>le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191504" y="1480267"/>
            <a:ext cx="444500" cy="279400"/>
          </a:xfrm>
          <a:prstGeom prst="rect">
            <a:avLst/>
          </a:prstGeom>
        </p:spPr>
        <p:txBody>
          <a:bodyPr wrap="square" lIns="0" tIns="13589" rIns="0" bIns="0" rtlCol="0">
            <a:noAutofit/>
          </a:bodyPr>
          <a:lstStyle/>
          <a:p>
            <a:pPr marL="12700">
              <a:lnSpc>
                <a:spcPts val="2140"/>
              </a:lnSpc>
            </a:pPr>
            <a:r>
              <a:rPr dirty="0" smtClean="0" sz="2000" b="1">
                <a:latin typeface="Times New Roman"/>
                <a:cs typeface="Times New Roman"/>
              </a:rPr>
              <a:t>280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636004" y="1480267"/>
            <a:ext cx="626363" cy="279400"/>
          </a:xfrm>
          <a:prstGeom prst="rect">
            <a:avLst/>
          </a:prstGeom>
        </p:spPr>
        <p:txBody>
          <a:bodyPr wrap="square" lIns="0" tIns="13589" rIns="0" bIns="0" rtlCol="0">
            <a:noAutofit/>
          </a:bodyPr>
          <a:lstStyle/>
          <a:p>
            <a:pPr marL="12700">
              <a:lnSpc>
                <a:spcPts val="2140"/>
              </a:lnSpc>
            </a:pPr>
            <a:r>
              <a:rPr dirty="0" smtClean="0" sz="2000" spc="-2" b="1">
                <a:latin typeface="Times New Roman"/>
                <a:cs typeface="Times New Roman"/>
              </a:rPr>
              <a:t>u</a:t>
            </a:r>
            <a:r>
              <a:rPr dirty="0" smtClean="0" sz="2000" spc="-2" b="1">
                <a:latin typeface="Times New Roman"/>
                <a:cs typeface="Times New Roman"/>
              </a:rPr>
              <a:t>s</a:t>
            </a:r>
            <a:r>
              <a:rPr dirty="0" smtClean="0" sz="2000" spc="-2" b="1">
                <a:latin typeface="Times New Roman"/>
                <a:cs typeface="Times New Roman"/>
              </a:rPr>
              <a:t>e</a:t>
            </a:r>
            <a:r>
              <a:rPr dirty="0" smtClean="0" sz="2000" spc="-2" b="1">
                <a:latin typeface="Times New Roman"/>
                <a:cs typeface="Times New Roman"/>
              </a:rPr>
              <a:t>r</a:t>
            </a:r>
            <a:r>
              <a:rPr dirty="0" smtClean="0" sz="2000" spc="-2" b="1">
                <a:latin typeface="Times New Roman"/>
                <a:cs typeface="Times New Roman"/>
              </a:rPr>
              <a:t>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41057" y="2178674"/>
            <a:ext cx="203200" cy="381000"/>
          </a:xfrm>
          <a:prstGeom prst="rect">
            <a:avLst/>
          </a:prstGeom>
        </p:spPr>
        <p:txBody>
          <a:bodyPr wrap="square" lIns="0" tIns="18796" rIns="0" bIns="0" rtlCol="0">
            <a:noAutofit/>
          </a:bodyPr>
          <a:lstStyle/>
          <a:p>
            <a:pPr marL="12700">
              <a:lnSpc>
                <a:spcPts val="2960"/>
              </a:lnSpc>
            </a:pPr>
            <a:r>
              <a:rPr dirty="0" smtClean="0" sz="2800">
                <a:latin typeface="Times New Roman"/>
                <a:cs typeface="Times New Roman"/>
              </a:rPr>
              <a:t>•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13434" y="2620726"/>
            <a:ext cx="190706" cy="950596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dirty="0" smtClean="0" sz="2000">
                <a:latin typeface="Times New Roman"/>
                <a:cs typeface="Times New Roman"/>
              </a:rPr>
              <a:t>–</a:t>
            </a:r>
            <a:endParaRPr sz="2000">
              <a:latin typeface="Times New Roman"/>
              <a:cs typeface="Times New Roman"/>
            </a:endParaRPr>
          </a:p>
          <a:p>
            <a:pPr marL="12700" marR="206">
              <a:lnSpc>
                <a:spcPct val="95825"/>
              </a:lnSpc>
              <a:spcBef>
                <a:spcPts val="232"/>
              </a:spcBef>
            </a:pPr>
            <a:r>
              <a:rPr dirty="0" smtClean="0" sz="2000">
                <a:latin typeface="Times New Roman"/>
                <a:cs typeface="Times New Roman"/>
              </a:rPr>
              <a:t>–</a:t>
            </a:r>
            <a:endParaRPr sz="2000">
              <a:latin typeface="Times New Roman"/>
              <a:cs typeface="Times New Roman"/>
            </a:endParaRPr>
          </a:p>
          <a:p>
            <a:pPr marL="12700" marR="206">
              <a:lnSpc>
                <a:spcPct val="95825"/>
              </a:lnSpc>
              <a:spcBef>
                <a:spcPts val="340"/>
              </a:spcBef>
            </a:pPr>
            <a:r>
              <a:rPr dirty="0" smtClean="0" sz="2000">
                <a:latin typeface="Times New Roman"/>
                <a:cs typeface="Times New Roman"/>
              </a:rPr>
              <a:t>–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509014" y="2620726"/>
            <a:ext cx="4211882" cy="279717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dirty="0" smtClean="0" sz="2000" spc="-2" b="1">
                <a:latin typeface="Times New Roman"/>
                <a:cs typeface="Times New Roman"/>
              </a:rPr>
              <a:t>Re</a:t>
            </a:r>
            <a:r>
              <a:rPr dirty="0" smtClean="0" sz="2000" spc="-2" b="1">
                <a:latin typeface="Times New Roman"/>
                <a:cs typeface="Times New Roman"/>
              </a:rPr>
              <a:t>-</a:t>
            </a:r>
            <a:r>
              <a:rPr dirty="0" smtClean="0" sz="2000" spc="-2" b="1">
                <a:latin typeface="Times New Roman"/>
                <a:cs typeface="Times New Roman"/>
              </a:rPr>
              <a:t>u</a:t>
            </a:r>
            <a:r>
              <a:rPr dirty="0" smtClean="0" sz="2000" spc="-2" b="1">
                <a:latin typeface="Times New Roman"/>
                <a:cs typeface="Times New Roman"/>
              </a:rPr>
              <a:t>se</a:t>
            </a:r>
            <a:r>
              <a:rPr dirty="0" smtClean="0" sz="2000" spc="-2" b="1">
                <a:latin typeface="Times New Roman"/>
                <a:cs typeface="Times New Roman"/>
              </a:rPr>
              <a:t> </a:t>
            </a:r>
            <a:r>
              <a:rPr dirty="0" smtClean="0" sz="2000" spc="-2" b="1">
                <a:latin typeface="Times New Roman"/>
                <a:cs typeface="Times New Roman"/>
              </a:rPr>
              <a:t>f</a:t>
            </a:r>
            <a:r>
              <a:rPr dirty="0" smtClean="0" sz="2000" spc="-2" b="1">
                <a:latin typeface="Times New Roman"/>
                <a:cs typeface="Times New Roman"/>
              </a:rPr>
              <a:t>r</a:t>
            </a:r>
            <a:r>
              <a:rPr dirty="0" smtClean="0" sz="2000" spc="-2" b="1">
                <a:latin typeface="Times New Roman"/>
                <a:cs typeface="Times New Roman"/>
              </a:rPr>
              <a:t>e</a:t>
            </a:r>
            <a:r>
              <a:rPr dirty="0" smtClean="0" sz="2000" spc="-2" b="1">
                <a:latin typeface="Times New Roman"/>
                <a:cs typeface="Times New Roman"/>
              </a:rPr>
              <a:t>q</a:t>
            </a:r>
            <a:r>
              <a:rPr dirty="0" smtClean="0" sz="2000" spc="-2" b="1">
                <a:latin typeface="Times New Roman"/>
                <a:cs typeface="Times New Roman"/>
              </a:rPr>
              <a:t>u</a:t>
            </a:r>
            <a:r>
              <a:rPr dirty="0" smtClean="0" sz="2000" spc="-2" b="1">
                <a:latin typeface="Times New Roman"/>
                <a:cs typeface="Times New Roman"/>
              </a:rPr>
              <a:t>e</a:t>
            </a:r>
            <a:r>
              <a:rPr dirty="0" smtClean="0" sz="2000" spc="-2" b="1">
                <a:latin typeface="Times New Roman"/>
                <a:cs typeface="Times New Roman"/>
              </a:rPr>
              <a:t>n</a:t>
            </a:r>
            <a:r>
              <a:rPr dirty="0" smtClean="0" sz="2000" spc="-2" b="1">
                <a:latin typeface="Times New Roman"/>
                <a:cs typeface="Times New Roman"/>
              </a:rPr>
              <a:t>c</a:t>
            </a:r>
            <a:r>
              <a:rPr dirty="0" smtClean="0" sz="2000" spc="-2" b="1">
                <a:latin typeface="Times New Roman"/>
                <a:cs typeface="Times New Roman"/>
              </a:rPr>
              <a:t>ies</a:t>
            </a:r>
            <a:r>
              <a:rPr dirty="0" smtClean="0" sz="2000" spc="-2" b="1">
                <a:latin typeface="Times New Roman"/>
                <a:cs typeface="Times New Roman"/>
              </a:rPr>
              <a:t> </a:t>
            </a:r>
            <a:r>
              <a:rPr dirty="0" smtClean="0" sz="2000" spc="-2" b="1">
                <a:latin typeface="Times New Roman"/>
                <a:cs typeface="Times New Roman"/>
              </a:rPr>
              <a:t>as</a:t>
            </a:r>
            <a:r>
              <a:rPr dirty="0" smtClean="0" sz="2000" spc="-2" b="1">
                <a:latin typeface="Times New Roman"/>
                <a:cs typeface="Times New Roman"/>
              </a:rPr>
              <a:t> </a:t>
            </a:r>
            <a:r>
              <a:rPr dirty="0" smtClean="0" sz="2000" spc="-2" b="1">
                <a:latin typeface="Times New Roman"/>
                <a:cs typeface="Times New Roman"/>
              </a:rPr>
              <a:t>o</a:t>
            </a:r>
            <a:r>
              <a:rPr dirty="0" smtClean="0" sz="2000" spc="-2" b="1">
                <a:latin typeface="Times New Roman"/>
                <a:cs typeface="Times New Roman"/>
              </a:rPr>
              <a:t>f</a:t>
            </a:r>
            <a:r>
              <a:rPr dirty="0" smtClean="0" sz="2000" spc="-2" b="1">
                <a:latin typeface="Times New Roman"/>
                <a:cs typeface="Times New Roman"/>
              </a:rPr>
              <a:t>t</a:t>
            </a:r>
            <a:r>
              <a:rPr dirty="0" smtClean="0" sz="2000" spc="-2" b="1">
                <a:latin typeface="Times New Roman"/>
                <a:cs typeface="Times New Roman"/>
              </a:rPr>
              <a:t>e</a:t>
            </a:r>
            <a:r>
              <a:rPr dirty="0" smtClean="0" sz="2000" spc="-2" b="1">
                <a:latin typeface="Times New Roman"/>
                <a:cs typeface="Times New Roman"/>
              </a:rPr>
              <a:t>n</a:t>
            </a:r>
            <a:r>
              <a:rPr dirty="0" smtClean="0" sz="2000" spc="-2" b="1">
                <a:latin typeface="Times New Roman"/>
                <a:cs typeface="Times New Roman"/>
              </a:rPr>
              <a:t> </a:t>
            </a:r>
            <a:r>
              <a:rPr dirty="0" smtClean="0" sz="2000" spc="-2" b="1">
                <a:latin typeface="Times New Roman"/>
                <a:cs typeface="Times New Roman"/>
              </a:rPr>
              <a:t>as</a:t>
            </a:r>
            <a:r>
              <a:rPr dirty="0" smtClean="0" sz="2000" spc="-2" b="1">
                <a:latin typeface="Times New Roman"/>
                <a:cs typeface="Times New Roman"/>
              </a:rPr>
              <a:t> </a:t>
            </a:r>
            <a:r>
              <a:rPr dirty="0" smtClean="0" sz="2000" spc="-2" b="1">
                <a:latin typeface="Times New Roman"/>
                <a:cs typeface="Times New Roman"/>
              </a:rPr>
              <a:t>pos</a:t>
            </a:r>
            <a:r>
              <a:rPr dirty="0" smtClean="0" sz="2000" spc="-2" b="1">
                <a:latin typeface="Times New Roman"/>
                <a:cs typeface="Times New Roman"/>
              </a:rPr>
              <a:t>s</a:t>
            </a:r>
            <a:r>
              <a:rPr dirty="0" smtClean="0" sz="2000" spc="-2" b="1">
                <a:latin typeface="Times New Roman"/>
                <a:cs typeface="Times New Roman"/>
              </a:rPr>
              <a:t>i</a:t>
            </a:r>
            <a:r>
              <a:rPr dirty="0" smtClean="0" sz="2000" spc="-2" b="1">
                <a:latin typeface="Times New Roman"/>
                <a:cs typeface="Times New Roman"/>
              </a:rPr>
              <a:t>b</a:t>
            </a:r>
            <a:r>
              <a:rPr dirty="0" smtClean="0" sz="2000" spc="-2" b="1">
                <a:latin typeface="Times New Roman"/>
                <a:cs typeface="Times New Roman"/>
              </a:rPr>
              <a:t>le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09014" y="2956642"/>
            <a:ext cx="1113789" cy="614680"/>
          </a:xfrm>
          <a:prstGeom prst="rect">
            <a:avLst/>
          </a:prstGeom>
        </p:spPr>
        <p:txBody>
          <a:bodyPr wrap="square" lIns="0" tIns="13589" rIns="0" bIns="0" rtlCol="0">
            <a:noAutofit/>
          </a:bodyPr>
          <a:lstStyle/>
          <a:p>
            <a:pPr marL="12700">
              <a:lnSpc>
                <a:spcPts val="2140"/>
              </a:lnSpc>
            </a:pPr>
            <a:r>
              <a:rPr dirty="0" smtClean="0" sz="2000" spc="-7" b="1">
                <a:latin typeface="Times New Roman"/>
                <a:cs typeface="Times New Roman"/>
              </a:rPr>
              <a:t>I</a:t>
            </a:r>
            <a:r>
              <a:rPr dirty="0" smtClean="0" sz="2000" spc="-7" b="1">
                <a:latin typeface="Times New Roman"/>
                <a:cs typeface="Times New Roman"/>
              </a:rPr>
              <a:t>n</a:t>
            </a:r>
            <a:r>
              <a:rPr dirty="0" smtClean="0" sz="2000" spc="-7" b="1">
                <a:latin typeface="Times New Roman"/>
                <a:cs typeface="Times New Roman"/>
              </a:rPr>
              <a:t>c</a:t>
            </a:r>
            <a:r>
              <a:rPr dirty="0" smtClean="0" sz="2000" spc="-7" b="1">
                <a:latin typeface="Times New Roman"/>
                <a:cs typeface="Times New Roman"/>
              </a:rPr>
              <a:t>r</a:t>
            </a:r>
            <a:r>
              <a:rPr dirty="0" smtClean="0" sz="2000" spc="-7" b="1">
                <a:latin typeface="Times New Roman"/>
                <a:cs typeface="Times New Roman"/>
              </a:rPr>
              <a:t>e</a:t>
            </a:r>
            <a:r>
              <a:rPr dirty="0" smtClean="0" sz="2000" spc="-7" b="1">
                <a:latin typeface="Times New Roman"/>
                <a:cs typeface="Times New Roman"/>
              </a:rPr>
              <a:t>as</a:t>
            </a:r>
            <a:r>
              <a:rPr dirty="0" smtClean="0" sz="2000" spc="-7" b="1">
                <a:latin typeface="Times New Roman"/>
                <a:cs typeface="Times New Roman"/>
              </a:rPr>
              <a:t>e</a:t>
            </a:r>
            <a:r>
              <a:rPr dirty="0" smtClean="0" sz="2000" spc="-7" b="1">
                <a:latin typeface="Times New Roman"/>
                <a:cs typeface="Times New Roman"/>
              </a:rPr>
              <a:t>d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95825"/>
              </a:lnSpc>
              <a:spcBef>
                <a:spcPts val="233"/>
              </a:spcBef>
            </a:pPr>
            <a:r>
              <a:rPr dirty="0" smtClean="0" sz="2000" spc="-7" b="1">
                <a:latin typeface="Times New Roman"/>
                <a:cs typeface="Times New Roman"/>
              </a:rPr>
              <a:t>I</a:t>
            </a:r>
            <a:r>
              <a:rPr dirty="0" smtClean="0" sz="2000" spc="-7" b="1">
                <a:latin typeface="Times New Roman"/>
                <a:cs typeface="Times New Roman"/>
              </a:rPr>
              <a:t>n</a:t>
            </a:r>
            <a:r>
              <a:rPr dirty="0" smtClean="0" sz="2000" spc="-7" b="1">
                <a:latin typeface="Times New Roman"/>
                <a:cs typeface="Times New Roman"/>
              </a:rPr>
              <a:t>c</a:t>
            </a:r>
            <a:r>
              <a:rPr dirty="0" smtClean="0" sz="2000" spc="-7" b="1">
                <a:latin typeface="Times New Roman"/>
                <a:cs typeface="Times New Roman"/>
              </a:rPr>
              <a:t>r</a:t>
            </a:r>
            <a:r>
              <a:rPr dirty="0" smtClean="0" sz="2000" spc="-7" b="1">
                <a:latin typeface="Times New Roman"/>
                <a:cs typeface="Times New Roman"/>
              </a:rPr>
              <a:t>e</a:t>
            </a:r>
            <a:r>
              <a:rPr dirty="0" smtClean="0" sz="2000" spc="-7" b="1">
                <a:latin typeface="Times New Roman"/>
                <a:cs typeface="Times New Roman"/>
              </a:rPr>
              <a:t>as</a:t>
            </a:r>
            <a:r>
              <a:rPr dirty="0" smtClean="0" sz="2000" spc="-7" b="1">
                <a:latin typeface="Times New Roman"/>
                <a:cs typeface="Times New Roman"/>
              </a:rPr>
              <a:t>e</a:t>
            </a:r>
            <a:r>
              <a:rPr dirty="0" smtClean="0" sz="2000" spc="-7" b="1">
                <a:latin typeface="Times New Roman"/>
                <a:cs typeface="Times New Roman"/>
              </a:rPr>
              <a:t>d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623566" y="2956642"/>
            <a:ext cx="3264382" cy="1079406"/>
          </a:xfrm>
          <a:prstGeom prst="rect">
            <a:avLst/>
          </a:prstGeom>
        </p:spPr>
        <p:txBody>
          <a:bodyPr wrap="square" lIns="0" tIns="13589" rIns="0" bIns="0" rtlCol="0">
            <a:noAutofit/>
          </a:bodyPr>
          <a:lstStyle/>
          <a:p>
            <a:pPr marL="12700" marR="53339">
              <a:lnSpc>
                <a:spcPts val="2140"/>
              </a:lnSpc>
            </a:pPr>
            <a:r>
              <a:rPr dirty="0" smtClean="0" sz="2000" spc="-1" b="1">
                <a:latin typeface="Times New Roman"/>
                <a:cs typeface="Times New Roman"/>
              </a:rPr>
              <a:t>c</a:t>
            </a:r>
            <a:r>
              <a:rPr dirty="0" smtClean="0" sz="2000" spc="-1" b="1">
                <a:latin typeface="Times New Roman"/>
                <a:cs typeface="Times New Roman"/>
              </a:rPr>
              <a:t>a</a:t>
            </a:r>
            <a:r>
              <a:rPr dirty="0" smtClean="0" sz="2000" spc="-1" b="1">
                <a:latin typeface="Times New Roman"/>
                <a:cs typeface="Times New Roman"/>
              </a:rPr>
              <a:t>p</a:t>
            </a:r>
            <a:r>
              <a:rPr dirty="0" smtClean="0" sz="2000" spc="-1" b="1">
                <a:latin typeface="Times New Roman"/>
                <a:cs typeface="Times New Roman"/>
              </a:rPr>
              <a:t>a</a:t>
            </a:r>
            <a:r>
              <a:rPr dirty="0" smtClean="0" sz="2000" spc="-1" b="1">
                <a:latin typeface="Times New Roman"/>
                <a:cs typeface="Times New Roman"/>
              </a:rPr>
              <a:t>c</a:t>
            </a:r>
            <a:r>
              <a:rPr dirty="0" smtClean="0" sz="2000" spc="-1" b="1">
                <a:latin typeface="Times New Roman"/>
                <a:cs typeface="Times New Roman"/>
              </a:rPr>
              <a:t>ity</a:t>
            </a:r>
            <a:endParaRPr sz="2000">
              <a:latin typeface="Times New Roman"/>
              <a:cs typeface="Times New Roman"/>
            </a:endParaRPr>
          </a:p>
          <a:p>
            <a:pPr marL="12700" marR="53339">
              <a:lnSpc>
                <a:spcPct val="95825"/>
              </a:lnSpc>
              <a:spcBef>
                <a:spcPts val="233"/>
              </a:spcBef>
            </a:pPr>
            <a:r>
              <a:rPr dirty="0" smtClean="0" sz="2000" spc="-6" b="1">
                <a:latin typeface="Times New Roman"/>
                <a:cs typeface="Times New Roman"/>
              </a:rPr>
              <a:t>i</a:t>
            </a:r>
            <a:r>
              <a:rPr dirty="0" smtClean="0" sz="2000" spc="-6" b="1">
                <a:latin typeface="Times New Roman"/>
                <a:cs typeface="Times New Roman"/>
              </a:rPr>
              <a:t>n</a:t>
            </a:r>
            <a:r>
              <a:rPr dirty="0" smtClean="0" sz="2000" spc="-6" b="1">
                <a:latin typeface="Times New Roman"/>
                <a:cs typeface="Times New Roman"/>
              </a:rPr>
              <a:t>t</a:t>
            </a:r>
            <a:r>
              <a:rPr dirty="0" smtClean="0" sz="2000" spc="-6" b="1">
                <a:latin typeface="Times New Roman"/>
                <a:cs typeface="Times New Roman"/>
              </a:rPr>
              <a:t>e</a:t>
            </a:r>
            <a:r>
              <a:rPr dirty="0" smtClean="0" sz="2000" spc="-6" b="1">
                <a:latin typeface="Times New Roman"/>
                <a:cs typeface="Times New Roman"/>
              </a:rPr>
              <a:t>r</a:t>
            </a:r>
            <a:r>
              <a:rPr dirty="0" smtClean="0" sz="2000" spc="-6" b="1">
                <a:latin typeface="Times New Roman"/>
                <a:cs typeface="Times New Roman"/>
              </a:rPr>
              <a:t>f</a:t>
            </a:r>
            <a:r>
              <a:rPr dirty="0" smtClean="0" sz="2000" spc="-6" b="1">
                <a:latin typeface="Times New Roman"/>
                <a:cs typeface="Times New Roman"/>
              </a:rPr>
              <a:t>e</a:t>
            </a:r>
            <a:r>
              <a:rPr dirty="0" smtClean="0" sz="2000" spc="-6" b="1">
                <a:latin typeface="Times New Roman"/>
                <a:cs typeface="Times New Roman"/>
              </a:rPr>
              <a:t>r</a:t>
            </a:r>
            <a:r>
              <a:rPr dirty="0" smtClean="0" sz="2000" spc="-6" b="1">
                <a:latin typeface="Times New Roman"/>
                <a:cs typeface="Times New Roman"/>
              </a:rPr>
              <a:t>e</a:t>
            </a:r>
            <a:r>
              <a:rPr dirty="0" smtClean="0" sz="2000" spc="-6" b="1">
                <a:latin typeface="Times New Roman"/>
                <a:cs typeface="Times New Roman"/>
              </a:rPr>
              <a:t>n</a:t>
            </a:r>
            <a:r>
              <a:rPr dirty="0" smtClean="0" sz="2000" spc="-6" b="1">
                <a:latin typeface="Times New Roman"/>
                <a:cs typeface="Times New Roman"/>
              </a:rPr>
              <a:t>c</a:t>
            </a:r>
            <a:r>
              <a:rPr dirty="0" smtClean="0" sz="2000" spc="-6" b="1">
                <a:latin typeface="Times New Roman"/>
                <a:cs typeface="Times New Roman"/>
              </a:rPr>
              <a:t>e</a:t>
            </a:r>
            <a:r>
              <a:rPr dirty="0" smtClean="0" sz="2000" spc="-6" b="1">
                <a:latin typeface="Times New Roman"/>
                <a:cs typeface="Times New Roman"/>
              </a:rPr>
              <a:t>s</a:t>
            </a:r>
            <a:endParaRPr sz="2000">
              <a:latin typeface="Times New Roman"/>
              <a:cs typeface="Times New Roman"/>
            </a:endParaRPr>
          </a:p>
          <a:p>
            <a:pPr marL="35991">
              <a:lnSpc>
                <a:spcPct val="95825"/>
              </a:lnSpc>
              <a:spcBef>
                <a:spcPts val="455"/>
              </a:spcBef>
            </a:pPr>
            <a:r>
              <a:rPr dirty="0" smtClean="0" sz="2800" spc="-2" b="1">
                <a:latin typeface="Times New Roman"/>
                <a:cs typeface="Times New Roman"/>
              </a:rPr>
              <a:t>bet</a:t>
            </a:r>
            <a:r>
              <a:rPr dirty="0" smtClean="0" sz="2800" spc="-2" b="1">
                <a:latin typeface="Times New Roman"/>
                <a:cs typeface="Times New Roman"/>
              </a:rPr>
              <a:t>w</a:t>
            </a:r>
            <a:r>
              <a:rPr dirty="0" smtClean="0" sz="2800" spc="-2" b="1">
                <a:latin typeface="Times New Roman"/>
                <a:cs typeface="Times New Roman"/>
              </a:rPr>
              <a:t>een</a:t>
            </a:r>
            <a:r>
              <a:rPr dirty="0" smtClean="0" sz="2800" spc="-2" b="1">
                <a:latin typeface="Times New Roman"/>
                <a:cs typeface="Times New Roman"/>
              </a:rPr>
              <a:t> </a:t>
            </a:r>
            <a:r>
              <a:rPr dirty="0" smtClean="0" sz="2800" spc="-2" b="1">
                <a:latin typeface="Times New Roman"/>
                <a:cs typeface="Times New Roman"/>
              </a:rPr>
              <a:t>in</a:t>
            </a:r>
            <a:r>
              <a:rPr dirty="0" smtClean="0" sz="2800" spc="-2" b="1">
                <a:latin typeface="Times New Roman"/>
                <a:cs typeface="Times New Roman"/>
              </a:rPr>
              <a:t>t</a:t>
            </a:r>
            <a:r>
              <a:rPr dirty="0" smtClean="0" sz="2800" spc="-2" b="1">
                <a:latin typeface="Times New Roman"/>
                <a:cs typeface="Times New Roman"/>
              </a:rPr>
              <a:t>erfe</a:t>
            </a:r>
            <a:r>
              <a:rPr dirty="0" smtClean="0" sz="2800" spc="-2" b="1">
                <a:latin typeface="Times New Roman"/>
                <a:cs typeface="Times New Roman"/>
              </a:rPr>
              <a:t>r</a:t>
            </a:r>
            <a:r>
              <a:rPr dirty="0" smtClean="0" sz="2800" spc="-2" b="1">
                <a:latin typeface="Times New Roman"/>
                <a:cs typeface="Times New Roman"/>
              </a:rPr>
              <a:t>ence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41057" y="3655049"/>
            <a:ext cx="203358" cy="850962"/>
          </a:xfrm>
          <a:prstGeom prst="rect">
            <a:avLst/>
          </a:prstGeom>
        </p:spPr>
        <p:txBody>
          <a:bodyPr wrap="square" lIns="0" tIns="18796" rIns="0" bIns="0" rtlCol="0">
            <a:noAutofit/>
          </a:bodyPr>
          <a:lstStyle/>
          <a:p>
            <a:pPr marL="12700" marR="158">
              <a:lnSpc>
                <a:spcPts val="2960"/>
              </a:lnSpc>
            </a:pPr>
            <a:r>
              <a:rPr dirty="0" smtClean="0" sz="2800">
                <a:latin typeface="Times New Roman"/>
                <a:cs typeface="Times New Roman"/>
              </a:rPr>
              <a:t>•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95825"/>
              </a:lnSpc>
              <a:spcBef>
                <a:spcPts val="331"/>
              </a:spcBef>
            </a:pPr>
            <a:r>
              <a:rPr dirty="0" smtClean="0" sz="2800">
                <a:latin typeface="Times New Roman"/>
                <a:cs typeface="Times New Roman"/>
              </a:rPr>
              <a:t>•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22997" y="3655049"/>
            <a:ext cx="1514767" cy="381000"/>
          </a:xfrm>
          <a:prstGeom prst="rect">
            <a:avLst/>
          </a:prstGeom>
        </p:spPr>
        <p:txBody>
          <a:bodyPr wrap="square" lIns="0" tIns="18796" rIns="0" bIns="0" rtlCol="0">
            <a:noAutofit/>
          </a:bodyPr>
          <a:lstStyle/>
          <a:p>
            <a:pPr marL="12700">
              <a:lnSpc>
                <a:spcPts val="2960"/>
              </a:lnSpc>
            </a:pPr>
            <a:r>
              <a:rPr dirty="0" smtClean="0" sz="2800" spc="-21" b="1">
                <a:latin typeface="Times New Roman"/>
                <a:cs typeface="Times New Roman"/>
              </a:rPr>
              <a:t>T</a:t>
            </a:r>
            <a:r>
              <a:rPr dirty="0" smtClean="0" sz="2800" spc="-21" b="1">
                <a:latin typeface="Times New Roman"/>
                <a:cs typeface="Times New Roman"/>
              </a:rPr>
              <a:t>rade</a:t>
            </a:r>
            <a:r>
              <a:rPr dirty="0" smtClean="0" sz="2800" spc="-21" b="1">
                <a:latin typeface="Times New Roman"/>
                <a:cs typeface="Times New Roman"/>
              </a:rPr>
              <a:t>-</a:t>
            </a:r>
            <a:r>
              <a:rPr dirty="0" smtClean="0" sz="2800" spc="-21" b="1">
                <a:latin typeface="Times New Roman"/>
                <a:cs typeface="Times New Roman"/>
              </a:rPr>
              <a:t>off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898108" y="3655049"/>
            <a:ext cx="768604" cy="381000"/>
          </a:xfrm>
          <a:prstGeom prst="rect">
            <a:avLst/>
          </a:prstGeom>
        </p:spPr>
        <p:txBody>
          <a:bodyPr wrap="square" lIns="0" tIns="18796" rIns="0" bIns="0" rtlCol="0">
            <a:noAutofit/>
          </a:bodyPr>
          <a:lstStyle/>
          <a:p>
            <a:pPr marL="12700">
              <a:lnSpc>
                <a:spcPts val="2960"/>
              </a:lnSpc>
            </a:pPr>
            <a:r>
              <a:rPr dirty="0" smtClean="0" sz="2800" spc="-1" b="1">
                <a:latin typeface="Times New Roman"/>
                <a:cs typeface="Times New Roman"/>
              </a:rPr>
              <a:t>lev</a:t>
            </a:r>
            <a:r>
              <a:rPr dirty="0" smtClean="0" sz="2800" spc="-1" b="1">
                <a:latin typeface="Times New Roman"/>
                <a:cs typeface="Times New Roman"/>
              </a:rPr>
              <a:t>e</a:t>
            </a:r>
            <a:r>
              <a:rPr dirty="0" smtClean="0" sz="2800" spc="-1" b="1">
                <a:latin typeface="Times New Roman"/>
                <a:cs typeface="Times New Roman"/>
              </a:rPr>
              <a:t>l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674383" y="3655049"/>
            <a:ext cx="651967" cy="381000"/>
          </a:xfrm>
          <a:prstGeom prst="rect">
            <a:avLst/>
          </a:prstGeom>
        </p:spPr>
        <p:txBody>
          <a:bodyPr wrap="square" lIns="0" tIns="18796" rIns="0" bIns="0" rtlCol="0">
            <a:noAutofit/>
          </a:bodyPr>
          <a:lstStyle/>
          <a:p>
            <a:pPr marL="12700">
              <a:lnSpc>
                <a:spcPts val="2960"/>
              </a:lnSpc>
            </a:pPr>
            <a:r>
              <a:rPr dirty="0" smtClean="0" sz="2800" b="1">
                <a:latin typeface="Times New Roman"/>
                <a:cs typeface="Times New Roman"/>
              </a:rPr>
              <a:t>and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336510" y="3655049"/>
            <a:ext cx="1343964" cy="381000"/>
          </a:xfrm>
          <a:prstGeom prst="rect">
            <a:avLst/>
          </a:prstGeom>
        </p:spPr>
        <p:txBody>
          <a:bodyPr wrap="square" lIns="0" tIns="18796" rIns="0" bIns="0" rtlCol="0">
            <a:noAutofit/>
          </a:bodyPr>
          <a:lstStyle/>
          <a:p>
            <a:pPr marL="12700">
              <a:lnSpc>
                <a:spcPts val="2960"/>
              </a:lnSpc>
            </a:pPr>
            <a:r>
              <a:rPr dirty="0" smtClean="0" sz="2800" spc="1" b="1">
                <a:latin typeface="Times New Roman"/>
                <a:cs typeface="Times New Roman"/>
              </a:rPr>
              <a:t>capaci</a:t>
            </a:r>
            <a:r>
              <a:rPr dirty="0" smtClean="0" sz="2800" spc="1" b="1">
                <a:latin typeface="Times New Roman"/>
                <a:cs typeface="Times New Roman"/>
              </a:rPr>
              <a:t>t</a:t>
            </a:r>
            <a:r>
              <a:rPr dirty="0" smtClean="0" sz="2800" spc="1" b="1">
                <a:latin typeface="Times New Roman"/>
                <a:cs typeface="Times New Roman"/>
              </a:rPr>
              <a:t>y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22997" y="4124693"/>
            <a:ext cx="5638546" cy="765049"/>
          </a:xfrm>
          <a:prstGeom prst="rect">
            <a:avLst/>
          </a:prstGeom>
        </p:spPr>
        <p:txBody>
          <a:bodyPr wrap="square" lIns="0" tIns="18796" rIns="0" bIns="0" rtlCol="0">
            <a:noAutofit/>
          </a:bodyPr>
          <a:lstStyle/>
          <a:p>
            <a:pPr marL="12700" marR="24529">
              <a:lnSpc>
                <a:spcPts val="2960"/>
              </a:lnSpc>
            </a:pPr>
            <a:r>
              <a:rPr dirty="0" smtClean="0" sz="2800" spc="-2" b="1">
                <a:latin typeface="Times New Roman"/>
                <a:cs typeface="Times New Roman"/>
              </a:rPr>
              <a:t>Allocate</a:t>
            </a:r>
            <a:r>
              <a:rPr dirty="0" smtClean="0" sz="2800" spc="-2" b="1">
                <a:latin typeface="Times New Roman"/>
                <a:cs typeface="Times New Roman"/>
              </a:rPr>
              <a:t> </a:t>
            </a:r>
            <a:r>
              <a:rPr dirty="0" smtClean="0" sz="2800" spc="-2" b="1">
                <a:latin typeface="Times New Roman"/>
                <a:cs typeface="Times New Roman"/>
              </a:rPr>
              <a:t>f</a:t>
            </a:r>
            <a:r>
              <a:rPr dirty="0" smtClean="0" sz="2800" spc="-2" b="1">
                <a:latin typeface="Times New Roman"/>
                <a:cs typeface="Times New Roman"/>
              </a:rPr>
              <a:t>r</a:t>
            </a:r>
            <a:r>
              <a:rPr dirty="0" smtClean="0" sz="2800" spc="-2" b="1">
                <a:latin typeface="Times New Roman"/>
                <a:cs typeface="Times New Roman"/>
              </a:rPr>
              <a:t>equency</a:t>
            </a:r>
            <a:r>
              <a:rPr dirty="0" smtClean="0" sz="2800" spc="-2" b="1">
                <a:latin typeface="Times New Roman"/>
                <a:cs typeface="Times New Roman"/>
              </a:rPr>
              <a:t> </a:t>
            </a:r>
            <a:r>
              <a:rPr dirty="0" smtClean="0" sz="2800" spc="-2" b="1">
                <a:latin typeface="Times New Roman"/>
                <a:cs typeface="Times New Roman"/>
              </a:rPr>
              <a:t>co</a:t>
            </a:r>
            <a:r>
              <a:rPr dirty="0" smtClean="0" sz="2800" spc="-2" b="1">
                <a:latin typeface="Times New Roman"/>
                <a:cs typeface="Times New Roman"/>
              </a:rPr>
              <a:t>m</a:t>
            </a:r>
            <a:r>
              <a:rPr dirty="0" smtClean="0" sz="2800" spc="-2" b="1">
                <a:latin typeface="Times New Roman"/>
                <a:cs typeface="Times New Roman"/>
              </a:rPr>
              <a:t>bina</a:t>
            </a:r>
            <a:r>
              <a:rPr dirty="0" smtClean="0" sz="2800" spc="-2" b="1">
                <a:latin typeface="Times New Roman"/>
                <a:cs typeface="Times New Roman"/>
              </a:rPr>
              <a:t>t</a:t>
            </a:r>
            <a:r>
              <a:rPr dirty="0" smtClean="0" sz="2800" spc="-2" b="1">
                <a:latin typeface="Times New Roman"/>
                <a:cs typeface="Times New Roman"/>
              </a:rPr>
              <a:t>ion</a:t>
            </a:r>
            <a:r>
              <a:rPr dirty="0" smtClean="0" sz="2800" spc="-2" b="1">
                <a:latin typeface="Times New Roman"/>
                <a:cs typeface="Times New Roman"/>
              </a:rPr>
              <a:t> </a:t>
            </a:r>
            <a:r>
              <a:rPr dirty="0" smtClean="0" sz="2800" spc="-2" b="1">
                <a:latin typeface="Times New Roman"/>
                <a:cs typeface="Times New Roman"/>
              </a:rPr>
              <a:t>t</a:t>
            </a:r>
            <a:r>
              <a:rPr dirty="0" smtClean="0" sz="2800" spc="-2" b="1">
                <a:latin typeface="Times New Roman"/>
                <a:cs typeface="Times New Roman"/>
              </a:rPr>
              <a:t>h</a:t>
            </a:r>
            <a:r>
              <a:rPr dirty="0" smtClean="0" sz="2800" spc="-2" b="1">
                <a:latin typeface="Times New Roman"/>
                <a:cs typeface="Times New Roman"/>
              </a:rPr>
              <a:t>at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ts val="3020"/>
              </a:lnSpc>
              <a:spcBef>
                <a:spcPts val="2"/>
              </a:spcBef>
            </a:pPr>
            <a:r>
              <a:rPr dirty="0" smtClean="0" sz="2800" spc="-2" b="1">
                <a:latin typeface="Times New Roman"/>
                <a:cs typeface="Times New Roman"/>
              </a:rPr>
              <a:t>overall</a:t>
            </a:r>
            <a:r>
              <a:rPr dirty="0" smtClean="0" sz="2800" spc="-2" b="1">
                <a:latin typeface="Times New Roman"/>
                <a:cs typeface="Times New Roman"/>
              </a:rPr>
              <a:t> </a:t>
            </a:r>
            <a:r>
              <a:rPr dirty="0" smtClean="0" sz="2800" spc="-2" b="1">
                <a:latin typeface="Times New Roman"/>
                <a:cs typeface="Times New Roman"/>
              </a:rPr>
              <a:t>in</a:t>
            </a:r>
            <a:r>
              <a:rPr dirty="0" smtClean="0" sz="2800" spc="-2" b="1">
                <a:latin typeface="Times New Roman"/>
                <a:cs typeface="Times New Roman"/>
              </a:rPr>
              <a:t>t</a:t>
            </a:r>
            <a:r>
              <a:rPr dirty="0" smtClean="0" sz="2800" spc="-2" b="1">
                <a:latin typeface="Times New Roman"/>
                <a:cs typeface="Times New Roman"/>
              </a:rPr>
              <a:t>erfe</a:t>
            </a:r>
            <a:r>
              <a:rPr dirty="0" smtClean="0" sz="2800" spc="-2" b="1">
                <a:latin typeface="Times New Roman"/>
                <a:cs typeface="Times New Roman"/>
              </a:rPr>
              <a:t>r</a:t>
            </a:r>
            <a:r>
              <a:rPr dirty="0" smtClean="0" sz="2800" spc="-2" b="1">
                <a:latin typeface="Times New Roman"/>
                <a:cs typeface="Times New Roman"/>
              </a:rPr>
              <a:t>ence</a:t>
            </a:r>
            <a:r>
              <a:rPr dirty="0" smtClean="0" sz="2800" spc="-2" b="1">
                <a:latin typeface="Times New Roman"/>
                <a:cs typeface="Times New Roman"/>
              </a:rPr>
              <a:t> </a:t>
            </a:r>
            <a:r>
              <a:rPr dirty="0" smtClean="0" sz="2800" spc="-2" b="1">
                <a:latin typeface="Times New Roman"/>
                <a:cs typeface="Times New Roman"/>
              </a:rPr>
              <a:t>c</a:t>
            </a:r>
            <a:r>
              <a:rPr dirty="0" smtClean="0" sz="2800" spc="-2" b="1">
                <a:latin typeface="Times New Roman"/>
                <a:cs typeface="Times New Roman"/>
              </a:rPr>
              <a:t>ondi</a:t>
            </a:r>
            <a:r>
              <a:rPr dirty="0" smtClean="0" sz="2800" spc="-2" b="1">
                <a:latin typeface="Times New Roman"/>
                <a:cs typeface="Times New Roman"/>
              </a:rPr>
              <a:t>t</a:t>
            </a:r>
            <a:r>
              <a:rPr dirty="0" smtClean="0" sz="2800" spc="-2" b="1">
                <a:latin typeface="Times New Roman"/>
                <a:cs typeface="Times New Roman"/>
              </a:rPr>
              <a:t>ions</a:t>
            </a:r>
            <a:r>
              <a:rPr dirty="0" smtClean="0" sz="2800" spc="-2" b="1">
                <a:latin typeface="Times New Roman"/>
                <a:cs typeface="Times New Roman"/>
              </a:rPr>
              <a:t> </a:t>
            </a:r>
            <a:r>
              <a:rPr dirty="0" smtClean="0" sz="2800" spc="-2" b="1">
                <a:latin typeface="Times New Roman"/>
                <a:cs typeface="Times New Roman"/>
              </a:rPr>
              <a:t>in</a:t>
            </a:r>
            <a:r>
              <a:rPr dirty="0" smtClean="0" sz="2800" spc="-2" b="1">
                <a:latin typeface="Times New Roman"/>
                <a:cs typeface="Times New Roman"/>
              </a:rPr>
              <a:t> </a:t>
            </a:r>
            <a:r>
              <a:rPr dirty="0" smtClean="0" sz="2800" spc="-2" b="1">
                <a:latin typeface="Times New Roman"/>
                <a:cs typeface="Times New Roman"/>
              </a:rPr>
              <a:t>t</a:t>
            </a:r>
            <a:r>
              <a:rPr dirty="0" smtClean="0" sz="2800" spc="-2" b="1">
                <a:latin typeface="Times New Roman"/>
                <a:cs typeface="Times New Roman"/>
              </a:rPr>
              <a:t>h</a:t>
            </a:r>
            <a:r>
              <a:rPr dirty="0" smtClean="0" sz="2800" spc="-2" b="1">
                <a:latin typeface="Times New Roman"/>
                <a:cs typeface="Times New Roman"/>
              </a:rPr>
              <a:t>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47205" y="4124693"/>
            <a:ext cx="1914610" cy="765049"/>
          </a:xfrm>
          <a:prstGeom prst="rect">
            <a:avLst/>
          </a:prstGeom>
        </p:spPr>
        <p:txBody>
          <a:bodyPr wrap="square" lIns="0" tIns="18796" rIns="0" bIns="0" rtlCol="0">
            <a:noAutofit/>
          </a:bodyPr>
          <a:lstStyle/>
          <a:p>
            <a:pPr marL="12700">
              <a:lnSpc>
                <a:spcPts val="2960"/>
              </a:lnSpc>
            </a:pPr>
            <a:r>
              <a:rPr dirty="0" smtClean="0" sz="2800" spc="-7" b="1">
                <a:latin typeface="Times New Roman"/>
                <a:cs typeface="Times New Roman"/>
              </a:rPr>
              <a:t>c</a:t>
            </a:r>
            <a:r>
              <a:rPr dirty="0" smtClean="0" sz="2800" spc="-7" b="1">
                <a:latin typeface="Times New Roman"/>
                <a:cs typeface="Times New Roman"/>
              </a:rPr>
              <a:t>r</a:t>
            </a:r>
            <a:r>
              <a:rPr dirty="0" smtClean="0" sz="2800" spc="-7" b="1">
                <a:latin typeface="Times New Roman"/>
                <a:cs typeface="Times New Roman"/>
              </a:rPr>
              <a:t>eates</a:t>
            </a:r>
            <a:r>
              <a:rPr dirty="0" smtClean="0" sz="2800" spc="-7" b="1">
                <a:latin typeface="Times New Roman"/>
                <a:cs typeface="Times New Roman"/>
              </a:rPr>
              <a:t> </a:t>
            </a:r>
            <a:r>
              <a:rPr dirty="0" smtClean="0" sz="2800" spc="-7" b="1">
                <a:latin typeface="Times New Roman"/>
                <a:cs typeface="Times New Roman"/>
              </a:rPr>
              <a:t>lea</a:t>
            </a:r>
            <a:r>
              <a:rPr dirty="0" smtClean="0" sz="2800" spc="-7" b="1">
                <a:latin typeface="Times New Roman"/>
                <a:cs typeface="Times New Roman"/>
              </a:rPr>
              <a:t>s</a:t>
            </a:r>
            <a:r>
              <a:rPr dirty="0" smtClean="0" sz="2800" spc="-7" b="1">
                <a:latin typeface="Times New Roman"/>
                <a:cs typeface="Times New Roman"/>
              </a:rPr>
              <a:t>t</a:t>
            </a:r>
            <a:endParaRPr sz="2800">
              <a:latin typeface="Times New Roman"/>
              <a:cs typeface="Times New Roman"/>
            </a:endParaRPr>
          </a:p>
          <a:p>
            <a:pPr marL="37197" marR="53387">
              <a:lnSpc>
                <a:spcPts val="3020"/>
              </a:lnSpc>
              <a:spcBef>
                <a:spcPts val="2"/>
              </a:spcBef>
            </a:pPr>
            <a:r>
              <a:rPr dirty="0" smtClean="0" sz="2800" spc="2" b="1">
                <a:latin typeface="Times New Roman"/>
                <a:cs typeface="Times New Roman"/>
              </a:rPr>
              <a:t>net</a:t>
            </a:r>
            <a:r>
              <a:rPr dirty="0" smtClean="0" sz="2800" spc="2" b="1">
                <a:latin typeface="Times New Roman"/>
                <a:cs typeface="Times New Roman"/>
              </a:rPr>
              <a:t>w</a:t>
            </a:r>
            <a:r>
              <a:rPr dirty="0" smtClean="0" sz="2800" spc="2" b="1">
                <a:latin typeface="Times New Roman"/>
                <a:cs typeface="Times New Roman"/>
              </a:rPr>
              <a:t>ork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1140" y="6472848"/>
            <a:ext cx="5475228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o</a:t>
            </a:r>
            <a:r>
              <a:rPr dirty="0" smtClean="0" sz="1800" spc="0" b="1">
                <a:latin typeface="Georgia"/>
                <a:cs typeface="Georgia"/>
              </a:rPr>
              <a:t>d</a:t>
            </a:r>
            <a:r>
              <a:rPr dirty="0" smtClean="0" sz="1800" spc="0" b="1">
                <a:latin typeface="Georgia"/>
                <a:cs typeface="Georgia"/>
              </a:rPr>
              <a:t>ul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3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S</a:t>
            </a:r>
            <a:r>
              <a:rPr dirty="0" smtClean="0" sz="1800" spc="0" b="1">
                <a:latin typeface="Georgia"/>
                <a:cs typeface="Georgia"/>
              </a:rPr>
              <a:t>istem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K</a:t>
            </a:r>
            <a:r>
              <a:rPr dirty="0" smtClean="0" sz="1800" spc="0" b="1">
                <a:latin typeface="Georgia"/>
                <a:cs typeface="Georgia"/>
              </a:rPr>
              <a:t>o</a:t>
            </a: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unik</a:t>
            </a:r>
            <a:r>
              <a:rPr dirty="0" smtClean="0" sz="1800" spc="0" b="1">
                <a:latin typeface="Georgia"/>
                <a:cs typeface="Georgia"/>
              </a:rPr>
              <a:t>a</a:t>
            </a:r>
            <a:r>
              <a:rPr dirty="0" smtClean="0" sz="1800" spc="0" b="1">
                <a:latin typeface="Georgia"/>
                <a:cs typeface="Georgia"/>
              </a:rPr>
              <a:t>si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B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r>
              <a:rPr dirty="0" smtClean="0" sz="1800" spc="0" b="1">
                <a:latin typeface="Georgia"/>
                <a:cs typeface="Georgia"/>
              </a:rPr>
              <a:t>g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r>
              <a:rPr dirty="0" smtClean="0" sz="1800" spc="0" b="1">
                <a:latin typeface="Georgia"/>
                <a:cs typeface="Georgia"/>
              </a:rPr>
              <a:t>a</a:t>
            </a:r>
            <a:r>
              <a:rPr dirty="0" smtClean="0" sz="1800" spc="0" b="1">
                <a:latin typeface="Georgia"/>
                <a:cs typeface="Georgia"/>
              </a:rPr>
              <a:t>k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S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lul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458960" y="6472848"/>
            <a:ext cx="332753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-9" b="1">
                <a:latin typeface="Georgia"/>
                <a:cs typeface="Georgia"/>
              </a:rPr>
              <a:t>47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2759710" y="5182870"/>
            <a:ext cx="6192520" cy="914400"/>
          </a:xfrm>
          <a:prstGeom prst="rect">
            <a:avLst/>
          </a:prstGeom>
        </p:spPr>
        <p:txBody>
          <a:bodyPr wrap="square" lIns="0" tIns="4738" rIns="0" bIns="0" rtlCol="0">
            <a:noAutofit/>
          </a:bodyPr>
          <a:lstStyle/>
          <a:p>
            <a:pPr>
              <a:lnSpc>
                <a:spcPts val="600"/>
              </a:lnSpc>
            </a:pPr>
            <a:endParaRPr sz="600"/>
          </a:p>
          <a:p>
            <a:pPr marL="1342389" marR="1415337" algn="ctr">
              <a:lnSpc>
                <a:spcPct val="101725"/>
              </a:lnSpc>
            </a:pPr>
            <a:r>
              <a:rPr dirty="0" smtClean="0" sz="2400" spc="-7">
                <a:latin typeface="Calibri"/>
                <a:cs typeface="Calibri"/>
              </a:rPr>
              <a:t>I</a:t>
            </a:r>
            <a:r>
              <a:rPr dirty="0" smtClean="0" sz="2400" spc="-7">
                <a:latin typeface="Calibri"/>
                <a:cs typeface="Calibri"/>
              </a:rPr>
              <a:t>n</a:t>
            </a:r>
            <a:r>
              <a:rPr dirty="0" smtClean="0" sz="2400" spc="-7">
                <a:latin typeface="Calibri"/>
                <a:cs typeface="Calibri"/>
              </a:rPr>
              <a:t>t</a:t>
            </a:r>
            <a:r>
              <a:rPr dirty="0" smtClean="0" sz="2400" spc="-7">
                <a:latin typeface="Calibri"/>
                <a:cs typeface="Calibri"/>
              </a:rPr>
              <a:t>e</a:t>
            </a:r>
            <a:r>
              <a:rPr dirty="0" smtClean="0" sz="2400" spc="-7">
                <a:latin typeface="Calibri"/>
                <a:cs typeface="Calibri"/>
              </a:rPr>
              <a:t>r</a:t>
            </a:r>
            <a:r>
              <a:rPr dirty="0" smtClean="0" sz="2400" spc="-7">
                <a:latin typeface="Calibri"/>
                <a:cs typeface="Calibri"/>
              </a:rPr>
              <a:t>f</a:t>
            </a:r>
            <a:r>
              <a:rPr dirty="0" smtClean="0" sz="2400" spc="-7">
                <a:latin typeface="Calibri"/>
                <a:cs typeface="Calibri"/>
              </a:rPr>
              <a:t>e</a:t>
            </a:r>
            <a:r>
              <a:rPr dirty="0" smtClean="0" sz="2400" spc="-7">
                <a:latin typeface="Calibri"/>
                <a:cs typeface="Calibri"/>
              </a:rPr>
              <a:t>r</a:t>
            </a:r>
            <a:r>
              <a:rPr dirty="0" smtClean="0" sz="2400" spc="-7">
                <a:latin typeface="Calibri"/>
                <a:cs typeface="Calibri"/>
              </a:rPr>
              <a:t>en</a:t>
            </a:r>
            <a:r>
              <a:rPr dirty="0" smtClean="0" sz="2400" spc="-7">
                <a:latin typeface="Calibri"/>
                <a:cs typeface="Calibri"/>
              </a:rPr>
              <a:t>c</a:t>
            </a:r>
            <a:r>
              <a:rPr dirty="0" smtClean="0" sz="2400" spc="-7">
                <a:latin typeface="Calibri"/>
                <a:cs typeface="Calibri"/>
              </a:rPr>
              <a:t>e</a:t>
            </a:r>
            <a:r>
              <a:rPr dirty="0" smtClean="0" sz="2400" spc="-7">
                <a:latin typeface="Calibri"/>
                <a:cs typeface="Calibri"/>
              </a:rPr>
              <a:t> </a:t>
            </a:r>
            <a:r>
              <a:rPr dirty="0" smtClean="0" sz="2400" spc="-7">
                <a:latin typeface="Calibri"/>
                <a:cs typeface="Calibri"/>
              </a:rPr>
              <a:t>i</a:t>
            </a:r>
            <a:r>
              <a:rPr dirty="0" smtClean="0" sz="2400" spc="-7">
                <a:latin typeface="Calibri"/>
                <a:cs typeface="Calibri"/>
              </a:rPr>
              <a:t>s</a:t>
            </a:r>
            <a:r>
              <a:rPr dirty="0" smtClean="0" sz="2400" spc="-7">
                <a:latin typeface="Calibri"/>
                <a:cs typeface="Calibri"/>
              </a:rPr>
              <a:t> </a:t>
            </a:r>
            <a:r>
              <a:rPr dirty="0" smtClean="0" sz="2400" spc="-7">
                <a:latin typeface="Calibri"/>
                <a:cs typeface="Calibri"/>
              </a:rPr>
              <a:t>un</a:t>
            </a:r>
            <a:r>
              <a:rPr dirty="0" smtClean="0" sz="2400" spc="-7">
                <a:latin typeface="Calibri"/>
                <a:cs typeface="Calibri"/>
              </a:rPr>
              <a:t>a</a:t>
            </a:r>
            <a:r>
              <a:rPr dirty="0" smtClean="0" sz="2400" spc="-7">
                <a:latin typeface="Calibri"/>
                <a:cs typeface="Calibri"/>
              </a:rPr>
              <a:t>v</a:t>
            </a:r>
            <a:r>
              <a:rPr dirty="0" smtClean="0" sz="2400" spc="-7">
                <a:latin typeface="Calibri"/>
                <a:cs typeface="Calibri"/>
              </a:rPr>
              <a:t>oidable</a:t>
            </a:r>
            <a:endParaRPr sz="2400">
              <a:latin typeface="Calibri"/>
              <a:cs typeface="Calibri"/>
            </a:endParaRPr>
          </a:p>
          <a:p>
            <a:pPr marL="436281" marR="443017" algn="ctr">
              <a:lnSpc>
                <a:spcPts val="2920"/>
              </a:lnSpc>
              <a:spcBef>
                <a:spcPts val="146"/>
              </a:spcBef>
            </a:pPr>
            <a:r>
              <a:rPr dirty="0" smtClean="0" sz="2400">
                <a:latin typeface="Symbol"/>
                <a:cs typeface="Symbol"/>
              </a:rPr>
              <a:t></a:t>
            </a:r>
            <a:r>
              <a:rPr dirty="0" smtClean="0" sz="2400" spc="-69">
                <a:latin typeface="Times New Roman"/>
                <a:cs typeface="Times New Roman"/>
              </a:rPr>
              <a:t> </a:t>
            </a:r>
            <a:r>
              <a:rPr dirty="0" smtClean="0" sz="2400" spc="-6">
                <a:latin typeface="Calibri"/>
                <a:cs typeface="Calibri"/>
              </a:rPr>
              <a:t>m</a:t>
            </a:r>
            <a:r>
              <a:rPr dirty="0" smtClean="0" sz="2400" spc="-6">
                <a:latin typeface="Calibri"/>
                <a:cs typeface="Calibri"/>
              </a:rPr>
              <a:t>i</a:t>
            </a:r>
            <a:r>
              <a:rPr dirty="0" smtClean="0" sz="2400" spc="-6">
                <a:latin typeface="Calibri"/>
                <a:cs typeface="Calibri"/>
              </a:rPr>
              <a:t>n</a:t>
            </a:r>
            <a:r>
              <a:rPr dirty="0" smtClean="0" sz="2400" spc="-6">
                <a:latin typeface="Calibri"/>
                <a:cs typeface="Calibri"/>
              </a:rPr>
              <a:t>i</a:t>
            </a:r>
            <a:r>
              <a:rPr dirty="0" smtClean="0" sz="2400" spc="-6">
                <a:latin typeface="Calibri"/>
                <a:cs typeface="Calibri"/>
              </a:rPr>
              <a:t>m</a:t>
            </a:r>
            <a:r>
              <a:rPr dirty="0" smtClean="0" sz="2400" spc="-6">
                <a:latin typeface="Calibri"/>
                <a:cs typeface="Calibri"/>
              </a:rPr>
              <a:t>i</a:t>
            </a:r>
            <a:r>
              <a:rPr dirty="0" smtClean="0" sz="2400" spc="-6">
                <a:latin typeface="Calibri"/>
                <a:cs typeface="Calibri"/>
              </a:rPr>
              <a:t>se</a:t>
            </a:r>
            <a:r>
              <a:rPr dirty="0" smtClean="0" sz="2400" spc="-6">
                <a:latin typeface="Calibri"/>
                <a:cs typeface="Calibri"/>
              </a:rPr>
              <a:t> </a:t>
            </a:r>
            <a:r>
              <a:rPr dirty="0" smtClean="0" sz="2400" spc="-6">
                <a:latin typeface="Calibri"/>
                <a:cs typeface="Calibri"/>
              </a:rPr>
              <a:t>t</a:t>
            </a:r>
            <a:r>
              <a:rPr dirty="0" smtClean="0" sz="2400" spc="-6">
                <a:latin typeface="Calibri"/>
                <a:cs typeface="Calibri"/>
              </a:rPr>
              <a:t>o</a:t>
            </a:r>
            <a:r>
              <a:rPr dirty="0" smtClean="0" sz="2400" spc="-6">
                <a:latin typeface="Calibri"/>
                <a:cs typeface="Calibri"/>
              </a:rPr>
              <a:t>t</a:t>
            </a:r>
            <a:r>
              <a:rPr dirty="0" smtClean="0" sz="2400" spc="-6">
                <a:latin typeface="Calibri"/>
                <a:cs typeface="Calibri"/>
              </a:rPr>
              <a:t>a</a:t>
            </a:r>
            <a:r>
              <a:rPr dirty="0" smtClean="0" sz="2400" spc="-6">
                <a:latin typeface="Calibri"/>
                <a:cs typeface="Calibri"/>
              </a:rPr>
              <a:t>l</a:t>
            </a:r>
            <a:r>
              <a:rPr dirty="0" smtClean="0" sz="2400" spc="-6">
                <a:latin typeface="Calibri"/>
                <a:cs typeface="Calibri"/>
              </a:rPr>
              <a:t> </a:t>
            </a:r>
            <a:r>
              <a:rPr dirty="0" smtClean="0" sz="2400" spc="-6">
                <a:latin typeface="Calibri"/>
                <a:cs typeface="Calibri"/>
              </a:rPr>
              <a:t>i</a:t>
            </a:r>
            <a:r>
              <a:rPr dirty="0" smtClean="0" sz="2400" spc="-6">
                <a:latin typeface="Calibri"/>
                <a:cs typeface="Calibri"/>
              </a:rPr>
              <a:t>n</a:t>
            </a:r>
            <a:r>
              <a:rPr dirty="0" smtClean="0" sz="2400" spc="-6">
                <a:latin typeface="Calibri"/>
                <a:cs typeface="Calibri"/>
              </a:rPr>
              <a:t>t</a:t>
            </a:r>
            <a:r>
              <a:rPr dirty="0" smtClean="0" sz="2400" spc="-6">
                <a:latin typeface="Calibri"/>
                <a:cs typeface="Calibri"/>
              </a:rPr>
              <a:t>e</a:t>
            </a:r>
            <a:r>
              <a:rPr dirty="0" smtClean="0" sz="2400" spc="-6">
                <a:latin typeface="Calibri"/>
                <a:cs typeface="Calibri"/>
              </a:rPr>
              <a:t>r</a:t>
            </a:r>
            <a:r>
              <a:rPr dirty="0" smtClean="0" sz="2400" spc="-6">
                <a:latin typeface="Calibri"/>
                <a:cs typeface="Calibri"/>
              </a:rPr>
              <a:t>f</a:t>
            </a:r>
            <a:r>
              <a:rPr dirty="0" smtClean="0" sz="2400" spc="-6">
                <a:latin typeface="Calibri"/>
                <a:cs typeface="Calibri"/>
              </a:rPr>
              <a:t>e</a:t>
            </a:r>
            <a:r>
              <a:rPr dirty="0" smtClean="0" sz="2400" spc="-6">
                <a:latin typeface="Calibri"/>
                <a:cs typeface="Calibri"/>
              </a:rPr>
              <a:t>r</a:t>
            </a:r>
            <a:r>
              <a:rPr dirty="0" smtClean="0" sz="2400" spc="-6">
                <a:latin typeface="Calibri"/>
                <a:cs typeface="Calibri"/>
              </a:rPr>
              <a:t>en</a:t>
            </a:r>
            <a:r>
              <a:rPr dirty="0" smtClean="0" sz="2400" spc="-6">
                <a:latin typeface="Calibri"/>
                <a:cs typeface="Calibri"/>
              </a:rPr>
              <a:t>c</a:t>
            </a:r>
            <a:r>
              <a:rPr dirty="0" smtClean="0" sz="2400" spc="-6">
                <a:latin typeface="Calibri"/>
                <a:cs typeface="Calibri"/>
              </a:rPr>
              <a:t>es</a:t>
            </a:r>
            <a:r>
              <a:rPr dirty="0" smtClean="0" sz="2400" spc="-6">
                <a:latin typeface="Calibri"/>
                <a:cs typeface="Calibri"/>
              </a:rPr>
              <a:t> </a:t>
            </a:r>
            <a:r>
              <a:rPr dirty="0" smtClean="0" sz="2400" spc="-6">
                <a:latin typeface="Calibri"/>
                <a:cs typeface="Calibri"/>
              </a:rPr>
              <a:t>i</a:t>
            </a:r>
            <a:r>
              <a:rPr dirty="0" smtClean="0" sz="2400" spc="-6">
                <a:latin typeface="Calibri"/>
                <a:cs typeface="Calibri"/>
              </a:rPr>
              <a:t>n</a:t>
            </a:r>
            <a:r>
              <a:rPr dirty="0" smtClean="0" sz="2400" spc="-6">
                <a:latin typeface="Calibri"/>
                <a:cs typeface="Calibri"/>
              </a:rPr>
              <a:t> </a:t>
            </a:r>
            <a:r>
              <a:rPr dirty="0" smtClean="0" sz="2400" spc="-6">
                <a:latin typeface="Calibri"/>
                <a:cs typeface="Calibri"/>
              </a:rPr>
              <a:t>n</a:t>
            </a:r>
            <a:r>
              <a:rPr dirty="0" smtClean="0" sz="2400" spc="-6">
                <a:latin typeface="Calibri"/>
                <a:cs typeface="Calibri"/>
              </a:rPr>
              <a:t>e</a:t>
            </a:r>
            <a:r>
              <a:rPr dirty="0" smtClean="0" sz="2400" spc="-6">
                <a:latin typeface="Calibri"/>
                <a:cs typeface="Calibri"/>
              </a:rPr>
              <a:t>t</a:t>
            </a:r>
            <a:r>
              <a:rPr dirty="0" smtClean="0" sz="2400" spc="-6">
                <a:latin typeface="Calibri"/>
                <a:cs typeface="Calibri"/>
              </a:rPr>
              <a:t>w</a:t>
            </a:r>
            <a:r>
              <a:rPr dirty="0" smtClean="0" sz="2400" spc="-6">
                <a:latin typeface="Calibri"/>
                <a:cs typeface="Calibri"/>
              </a:rPr>
              <a:t>ork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3"/>
          <p:cNvSpPr/>
          <p:nvPr/>
        </p:nvSpPr>
        <p:spPr>
          <a:xfrm>
            <a:off x="0" y="6400800"/>
            <a:ext cx="9903460" cy="457196"/>
          </a:xfrm>
          <a:custGeom>
            <a:avLst/>
            <a:gdLst/>
            <a:ahLst/>
            <a:cxnLst/>
            <a:rect l="l" t="t" r="r" b="b"/>
            <a:pathLst>
              <a:path w="9903460" h="457196">
                <a:moveTo>
                  <a:pt x="9903460" y="457196"/>
                </a:moveTo>
                <a:lnTo>
                  <a:pt x="9903460" y="0"/>
                </a:lnTo>
                <a:lnTo>
                  <a:pt x="0" y="0"/>
                </a:lnTo>
                <a:lnTo>
                  <a:pt x="0" y="457196"/>
                </a:lnTo>
                <a:lnTo>
                  <a:pt x="9903460" y="457196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" name="object 14"/>
          <p:cNvSpPr/>
          <p:nvPr/>
        </p:nvSpPr>
        <p:spPr>
          <a:xfrm>
            <a:off x="153670" y="640207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58419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" name="object 11"/>
          <p:cNvSpPr/>
          <p:nvPr/>
        </p:nvSpPr>
        <p:spPr>
          <a:xfrm>
            <a:off x="0" y="0"/>
            <a:ext cx="9903460" cy="609600"/>
          </a:xfrm>
          <a:custGeom>
            <a:avLst/>
            <a:gdLst/>
            <a:ahLst/>
            <a:cxnLst/>
            <a:rect l="l" t="t" r="r" b="b"/>
            <a:pathLst>
              <a:path w="9903460" h="609600">
                <a:moveTo>
                  <a:pt x="0" y="609600"/>
                </a:moveTo>
                <a:lnTo>
                  <a:pt x="9903460" y="609600"/>
                </a:lnTo>
                <a:lnTo>
                  <a:pt x="9903460" y="0"/>
                </a:lnTo>
                <a:lnTo>
                  <a:pt x="0" y="0"/>
                </a:lnTo>
                <a:lnTo>
                  <a:pt x="0" y="60960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" name="object 12"/>
          <p:cNvSpPr/>
          <p:nvPr/>
        </p:nvSpPr>
        <p:spPr>
          <a:xfrm>
            <a:off x="111760" y="60960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76200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537589" y="71302"/>
            <a:ext cx="6445453" cy="584200"/>
          </a:xfrm>
          <a:prstGeom prst="rect">
            <a:avLst/>
          </a:prstGeom>
        </p:spPr>
        <p:txBody>
          <a:bodyPr wrap="square" lIns="0" tIns="29146" rIns="0" bIns="0" rtlCol="0">
            <a:noAutofit/>
          </a:bodyPr>
          <a:lstStyle/>
          <a:p>
            <a:pPr marL="12700">
              <a:lnSpc>
                <a:spcPts val="4590"/>
              </a:lnSpc>
            </a:pPr>
            <a:r>
              <a:rPr dirty="0" smtClean="0" sz="4400" spc="1">
                <a:latin typeface="Times New Roman"/>
                <a:cs typeface="Times New Roman"/>
              </a:rPr>
              <a:t>Frequ</a:t>
            </a:r>
            <a:r>
              <a:rPr dirty="0" smtClean="0" sz="4400" spc="1">
                <a:latin typeface="Times New Roman"/>
                <a:cs typeface="Times New Roman"/>
              </a:rPr>
              <a:t>e</a:t>
            </a:r>
            <a:r>
              <a:rPr dirty="0" smtClean="0" sz="4400" spc="1">
                <a:latin typeface="Times New Roman"/>
                <a:cs typeface="Times New Roman"/>
              </a:rPr>
              <a:t>ncy</a:t>
            </a:r>
            <a:r>
              <a:rPr dirty="0" smtClean="0" sz="4400" spc="1">
                <a:latin typeface="Times New Roman"/>
                <a:cs typeface="Times New Roman"/>
              </a:rPr>
              <a:t> </a:t>
            </a:r>
            <a:r>
              <a:rPr dirty="0" smtClean="0" sz="4400" spc="1">
                <a:latin typeface="Times New Roman"/>
                <a:cs typeface="Times New Roman"/>
              </a:rPr>
              <a:t>Planning</a:t>
            </a:r>
            <a:r>
              <a:rPr dirty="0" smtClean="0" sz="4400" spc="1">
                <a:latin typeface="Times New Roman"/>
                <a:cs typeface="Times New Roman"/>
              </a:rPr>
              <a:t> </a:t>
            </a:r>
            <a:r>
              <a:rPr dirty="0" smtClean="0" sz="4400" spc="1">
                <a:latin typeface="Times New Roman"/>
                <a:cs typeface="Times New Roman"/>
              </a:rPr>
              <a:t>Criteria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50215" y="1332484"/>
            <a:ext cx="222910" cy="330200"/>
          </a:xfrm>
          <a:prstGeom prst="rect">
            <a:avLst/>
          </a:prstGeom>
        </p:spPr>
        <p:txBody>
          <a:bodyPr wrap="square" lIns="0" tIns="15875" rIns="0" bIns="0" rtlCol="0">
            <a:noAutofit/>
          </a:bodyPr>
          <a:lstStyle/>
          <a:p>
            <a:pPr marL="12700">
              <a:lnSpc>
                <a:spcPts val="2500"/>
              </a:lnSpc>
            </a:pPr>
            <a:r>
              <a:rPr dirty="0" smtClean="0" sz="2400">
                <a:latin typeface="Calibri"/>
                <a:cs typeface="Calibri"/>
              </a:rPr>
              <a:t>•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14692" y="1332484"/>
            <a:ext cx="8031860" cy="1964181"/>
          </a:xfrm>
          <a:prstGeom prst="rect">
            <a:avLst/>
          </a:prstGeom>
        </p:spPr>
        <p:txBody>
          <a:bodyPr wrap="square" lIns="0" tIns="15875" rIns="0" bIns="0" rtlCol="0">
            <a:noAutofit/>
          </a:bodyPr>
          <a:lstStyle/>
          <a:p>
            <a:pPr marL="12700" marR="45767">
              <a:lnSpc>
                <a:spcPts val="2500"/>
              </a:lnSpc>
            </a:pPr>
            <a:r>
              <a:rPr dirty="0" smtClean="0" sz="2400" spc="-3">
                <a:latin typeface="Calibri"/>
                <a:cs typeface="Calibri"/>
              </a:rPr>
              <a:t>T</a:t>
            </a:r>
            <a:r>
              <a:rPr dirty="0" smtClean="0" sz="2400" spc="-3">
                <a:latin typeface="Calibri"/>
                <a:cs typeface="Calibri"/>
              </a:rPr>
              <a:t>he</a:t>
            </a:r>
            <a:r>
              <a:rPr dirty="0" smtClean="0" sz="2400" spc="-3">
                <a:latin typeface="Calibri"/>
                <a:cs typeface="Calibri"/>
              </a:rPr>
              <a:t> </a:t>
            </a:r>
            <a:r>
              <a:rPr dirty="0" smtClean="0" sz="2400" spc="-3">
                <a:latin typeface="Calibri"/>
                <a:cs typeface="Calibri"/>
              </a:rPr>
              <a:t>f</a:t>
            </a:r>
            <a:r>
              <a:rPr dirty="0" smtClean="0" sz="2400" spc="-3">
                <a:latin typeface="Calibri"/>
                <a:cs typeface="Calibri"/>
              </a:rPr>
              <a:t>r</a:t>
            </a:r>
            <a:r>
              <a:rPr dirty="0" smtClean="0" sz="2400" spc="-3">
                <a:latin typeface="Calibri"/>
                <a:cs typeface="Calibri"/>
              </a:rPr>
              <a:t>equ</a:t>
            </a:r>
            <a:r>
              <a:rPr dirty="0" smtClean="0" sz="2400" spc="-3">
                <a:latin typeface="Calibri"/>
                <a:cs typeface="Calibri"/>
              </a:rPr>
              <a:t>e</a:t>
            </a:r>
            <a:r>
              <a:rPr dirty="0" smtClean="0" sz="2400" spc="-3">
                <a:latin typeface="Calibri"/>
                <a:cs typeface="Calibri"/>
              </a:rPr>
              <a:t>ncy</a:t>
            </a:r>
            <a:r>
              <a:rPr dirty="0" smtClean="0" sz="2400" spc="-3">
                <a:latin typeface="Calibri"/>
                <a:cs typeface="Calibri"/>
              </a:rPr>
              <a:t> </a:t>
            </a:r>
            <a:r>
              <a:rPr dirty="0" smtClean="0" sz="2400" spc="-3">
                <a:latin typeface="Calibri"/>
                <a:cs typeface="Calibri"/>
              </a:rPr>
              <a:t>planning</a:t>
            </a:r>
            <a:r>
              <a:rPr dirty="0" smtClean="0" sz="2400" spc="-3">
                <a:latin typeface="Calibri"/>
                <a:cs typeface="Calibri"/>
              </a:rPr>
              <a:t> </a:t>
            </a:r>
            <a:r>
              <a:rPr dirty="0" smtClean="0" sz="2400" spc="-3">
                <a:latin typeface="Calibri"/>
                <a:cs typeface="Calibri"/>
              </a:rPr>
              <a:t>cr</a:t>
            </a:r>
            <a:r>
              <a:rPr dirty="0" smtClean="0" sz="2400" spc="-3">
                <a:latin typeface="Calibri"/>
                <a:cs typeface="Calibri"/>
              </a:rPr>
              <a:t>i</a:t>
            </a:r>
            <a:r>
              <a:rPr dirty="0" smtClean="0" sz="2400" spc="-3">
                <a:latin typeface="Calibri"/>
                <a:cs typeface="Calibri"/>
              </a:rPr>
              <a:t>t</a:t>
            </a:r>
            <a:r>
              <a:rPr dirty="0" smtClean="0" sz="2400" spc="-3">
                <a:latin typeface="Calibri"/>
                <a:cs typeface="Calibri"/>
              </a:rPr>
              <a:t>e</a:t>
            </a:r>
            <a:r>
              <a:rPr dirty="0" smtClean="0" sz="2400" spc="-3">
                <a:latin typeface="Calibri"/>
                <a:cs typeface="Calibri"/>
              </a:rPr>
              <a:t>r</a:t>
            </a:r>
            <a:r>
              <a:rPr dirty="0" smtClean="0" sz="2400" spc="-3">
                <a:latin typeface="Calibri"/>
                <a:cs typeface="Calibri"/>
              </a:rPr>
              <a:t>i</a:t>
            </a:r>
            <a:r>
              <a:rPr dirty="0" smtClean="0" sz="2400" spc="-3">
                <a:latin typeface="Calibri"/>
                <a:cs typeface="Calibri"/>
              </a:rPr>
              <a:t>a</a:t>
            </a:r>
            <a:r>
              <a:rPr dirty="0" smtClean="0" sz="2400" spc="-3">
                <a:latin typeface="Calibri"/>
                <a:cs typeface="Calibri"/>
              </a:rPr>
              <a:t> </a:t>
            </a:r>
            <a:r>
              <a:rPr dirty="0" smtClean="0" sz="2400" spc="-3">
                <a:latin typeface="Calibri"/>
                <a:cs typeface="Calibri"/>
              </a:rPr>
              <a:t>i</a:t>
            </a:r>
            <a:r>
              <a:rPr dirty="0" smtClean="0" sz="2400" spc="-3">
                <a:latin typeface="Calibri"/>
                <a:cs typeface="Calibri"/>
              </a:rPr>
              <a:t>nc</a:t>
            </a:r>
            <a:r>
              <a:rPr dirty="0" smtClean="0" sz="2400" spc="-3">
                <a:latin typeface="Calibri"/>
                <a:cs typeface="Calibri"/>
              </a:rPr>
              <a:t>l</a:t>
            </a:r>
            <a:r>
              <a:rPr dirty="0" smtClean="0" sz="2400" spc="-3">
                <a:latin typeface="Calibri"/>
                <a:cs typeface="Calibri"/>
              </a:rPr>
              <a:t>ude</a:t>
            </a:r>
            <a:r>
              <a:rPr dirty="0" smtClean="0" sz="2400" spc="-3">
                <a:latin typeface="Calibri"/>
                <a:cs typeface="Calibri"/>
              </a:rPr>
              <a:t> </a:t>
            </a:r>
            <a:r>
              <a:rPr dirty="0" smtClean="0" sz="2400" spc="-3">
                <a:latin typeface="Calibri"/>
                <a:cs typeface="Calibri"/>
              </a:rPr>
              <a:t>the</a:t>
            </a:r>
            <a:r>
              <a:rPr dirty="0" smtClean="0" sz="2400" spc="-3">
                <a:latin typeface="Calibri"/>
                <a:cs typeface="Calibri"/>
              </a:rPr>
              <a:t> </a:t>
            </a:r>
            <a:r>
              <a:rPr dirty="0" smtClean="0" sz="2400" spc="-3">
                <a:latin typeface="Calibri"/>
                <a:cs typeface="Calibri"/>
              </a:rPr>
              <a:t>c</a:t>
            </a:r>
            <a:r>
              <a:rPr dirty="0" smtClean="0" sz="2400" spc="-3">
                <a:latin typeface="Calibri"/>
                <a:cs typeface="Calibri"/>
              </a:rPr>
              <a:t>o</a:t>
            </a:r>
            <a:r>
              <a:rPr dirty="0" smtClean="0" sz="2400" spc="-3">
                <a:latin typeface="Calibri"/>
                <a:cs typeface="Calibri"/>
              </a:rPr>
              <a:t>n</a:t>
            </a:r>
            <a:r>
              <a:rPr dirty="0" smtClean="0" sz="2400" spc="-3">
                <a:latin typeface="Calibri"/>
                <a:cs typeface="Calibri"/>
              </a:rPr>
              <a:t>f</a:t>
            </a:r>
            <a:r>
              <a:rPr dirty="0" smtClean="0" sz="2400" spc="-3">
                <a:latin typeface="Calibri"/>
                <a:cs typeface="Calibri"/>
              </a:rPr>
              <a:t>i</a:t>
            </a:r>
            <a:r>
              <a:rPr dirty="0" smtClean="0" sz="2400" spc="-3">
                <a:latin typeface="Calibri"/>
                <a:cs typeface="Calibri"/>
              </a:rPr>
              <a:t>g</a:t>
            </a:r>
            <a:r>
              <a:rPr dirty="0" smtClean="0" sz="2400" spc="-3">
                <a:latin typeface="Calibri"/>
                <a:cs typeface="Calibri"/>
              </a:rPr>
              <a:t>u</a:t>
            </a:r>
            <a:r>
              <a:rPr dirty="0" smtClean="0" sz="2400" spc="-3">
                <a:latin typeface="Calibri"/>
                <a:cs typeface="Calibri"/>
              </a:rPr>
              <a:t>r</a:t>
            </a:r>
            <a:r>
              <a:rPr dirty="0" smtClean="0" sz="2400" spc="-3">
                <a:latin typeface="Calibri"/>
                <a:cs typeface="Calibri"/>
              </a:rPr>
              <a:t>a</a:t>
            </a:r>
            <a:r>
              <a:rPr dirty="0" smtClean="0" sz="2400" spc="-3">
                <a:latin typeface="Calibri"/>
                <a:cs typeface="Calibri"/>
              </a:rPr>
              <a:t>tion</a:t>
            </a:r>
            <a:r>
              <a:rPr dirty="0" smtClean="0" sz="2400" spc="-3">
                <a:latin typeface="Calibri"/>
                <a:cs typeface="Calibri"/>
              </a:rPr>
              <a:t> </a:t>
            </a:r>
            <a:r>
              <a:rPr dirty="0" smtClean="0" sz="2400" spc="-3">
                <a:latin typeface="Calibri"/>
                <a:cs typeface="Calibri"/>
              </a:rPr>
              <a:t>a</a:t>
            </a:r>
            <a:r>
              <a:rPr dirty="0" smtClean="0" sz="2400" spc="-3">
                <a:latin typeface="Calibri"/>
                <a:cs typeface="Calibri"/>
              </a:rPr>
              <a:t>nd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ts val="2880"/>
              </a:lnSpc>
              <a:spcBef>
                <a:spcPts val="19"/>
              </a:spcBef>
            </a:pPr>
            <a:r>
              <a:rPr dirty="0" smtClean="0" sz="2400" spc="-4">
                <a:latin typeface="Calibri"/>
                <a:cs typeface="Calibri"/>
              </a:rPr>
              <a:t>f</a:t>
            </a:r>
            <a:r>
              <a:rPr dirty="0" smtClean="0" sz="2400" spc="-4">
                <a:latin typeface="Calibri"/>
                <a:cs typeface="Calibri"/>
              </a:rPr>
              <a:t>r</a:t>
            </a:r>
            <a:r>
              <a:rPr dirty="0" smtClean="0" sz="2400" spc="-4">
                <a:latin typeface="Calibri"/>
                <a:cs typeface="Calibri"/>
              </a:rPr>
              <a:t>equency</a:t>
            </a:r>
            <a:r>
              <a:rPr dirty="0" smtClean="0" sz="2400" spc="-4">
                <a:latin typeface="Calibri"/>
                <a:cs typeface="Calibri"/>
              </a:rPr>
              <a:t> </a:t>
            </a:r>
            <a:r>
              <a:rPr dirty="0" smtClean="0" sz="2400" spc="-4">
                <a:latin typeface="Calibri"/>
                <a:cs typeface="Calibri"/>
              </a:rPr>
              <a:t>a</a:t>
            </a:r>
            <a:r>
              <a:rPr dirty="0" smtClean="0" sz="2400" spc="-4">
                <a:latin typeface="Calibri"/>
                <a:cs typeface="Calibri"/>
              </a:rPr>
              <a:t>l</a:t>
            </a:r>
            <a:r>
              <a:rPr dirty="0" smtClean="0" sz="2400" spc="-4">
                <a:latin typeface="Calibri"/>
                <a:cs typeface="Calibri"/>
              </a:rPr>
              <a:t>l</a:t>
            </a:r>
            <a:r>
              <a:rPr dirty="0" smtClean="0" sz="2400" spc="-4">
                <a:latin typeface="Calibri"/>
                <a:cs typeface="Calibri"/>
              </a:rPr>
              <a:t>o</a:t>
            </a:r>
            <a:r>
              <a:rPr dirty="0" smtClean="0" sz="2400" spc="-4">
                <a:latin typeface="Calibri"/>
                <a:cs typeface="Calibri"/>
              </a:rPr>
              <a:t>c</a:t>
            </a:r>
            <a:r>
              <a:rPr dirty="0" smtClean="0" sz="2400" spc="-4">
                <a:latin typeface="Calibri"/>
                <a:cs typeface="Calibri"/>
              </a:rPr>
              <a:t>a</a:t>
            </a:r>
            <a:r>
              <a:rPr dirty="0" smtClean="0" sz="2400" spc="-4">
                <a:latin typeface="Calibri"/>
                <a:cs typeface="Calibri"/>
              </a:rPr>
              <a:t>tion</a:t>
            </a:r>
            <a:r>
              <a:rPr dirty="0" smtClean="0" sz="2400" spc="-4">
                <a:latin typeface="Calibri"/>
                <a:cs typeface="Calibri"/>
              </a:rPr>
              <a:t> </a:t>
            </a:r>
            <a:r>
              <a:rPr dirty="0" smtClean="0" sz="2400" spc="-4">
                <a:latin typeface="Calibri"/>
                <a:cs typeface="Calibri"/>
              </a:rPr>
              <a:t>a</a:t>
            </a:r>
            <a:r>
              <a:rPr dirty="0" smtClean="0" sz="2400" spc="-4">
                <a:latin typeface="Calibri"/>
                <a:cs typeface="Calibri"/>
              </a:rPr>
              <a:t>spects.</a:t>
            </a:r>
            <a:r>
              <a:rPr dirty="0" smtClean="0" sz="2400" spc="-4">
                <a:latin typeface="Calibri"/>
                <a:cs typeface="Calibri"/>
              </a:rPr>
              <a:t> </a:t>
            </a:r>
            <a:r>
              <a:rPr dirty="0" smtClean="0" sz="2400" spc="-4">
                <a:latin typeface="Calibri"/>
                <a:cs typeface="Calibri"/>
              </a:rPr>
              <a:t>T</a:t>
            </a:r>
            <a:r>
              <a:rPr dirty="0" smtClean="0" sz="2400" spc="-4">
                <a:latin typeface="Calibri"/>
                <a:cs typeface="Calibri"/>
              </a:rPr>
              <a:t>he</a:t>
            </a:r>
            <a:r>
              <a:rPr dirty="0" smtClean="0" sz="2400" spc="-4">
                <a:latin typeface="Calibri"/>
                <a:cs typeface="Calibri"/>
              </a:rPr>
              <a:t> </a:t>
            </a:r>
            <a:r>
              <a:rPr dirty="0" smtClean="0" sz="2400" spc="-4">
                <a:latin typeface="Calibri"/>
                <a:cs typeface="Calibri"/>
              </a:rPr>
              <a:t>c</a:t>
            </a:r>
            <a:r>
              <a:rPr dirty="0" smtClean="0" sz="2400" spc="-4">
                <a:latin typeface="Calibri"/>
                <a:cs typeface="Calibri"/>
              </a:rPr>
              <a:t>o</a:t>
            </a:r>
            <a:r>
              <a:rPr dirty="0" smtClean="0" sz="2400" spc="-4">
                <a:latin typeface="Calibri"/>
                <a:cs typeface="Calibri"/>
              </a:rPr>
              <a:t>n</a:t>
            </a:r>
            <a:r>
              <a:rPr dirty="0" smtClean="0" sz="2400" spc="-4">
                <a:latin typeface="Calibri"/>
                <a:cs typeface="Calibri"/>
              </a:rPr>
              <a:t>f</a:t>
            </a:r>
            <a:r>
              <a:rPr dirty="0" smtClean="0" sz="2400" spc="-4">
                <a:latin typeface="Calibri"/>
                <a:cs typeface="Calibri"/>
              </a:rPr>
              <a:t>i</a:t>
            </a:r>
            <a:r>
              <a:rPr dirty="0" smtClean="0" sz="2400" spc="-4">
                <a:latin typeface="Calibri"/>
                <a:cs typeface="Calibri"/>
              </a:rPr>
              <a:t>g</a:t>
            </a:r>
            <a:r>
              <a:rPr dirty="0" smtClean="0" sz="2400" spc="-4">
                <a:latin typeface="Calibri"/>
                <a:cs typeface="Calibri"/>
              </a:rPr>
              <a:t>u</a:t>
            </a:r>
            <a:r>
              <a:rPr dirty="0" smtClean="0" sz="2400" spc="-4">
                <a:latin typeface="Calibri"/>
                <a:cs typeface="Calibri"/>
              </a:rPr>
              <a:t>r</a:t>
            </a:r>
            <a:r>
              <a:rPr dirty="0" smtClean="0" sz="2400" spc="-4">
                <a:latin typeface="Calibri"/>
                <a:cs typeface="Calibri"/>
              </a:rPr>
              <a:t>a</a:t>
            </a:r>
            <a:r>
              <a:rPr dirty="0" smtClean="0" sz="2400" spc="-4">
                <a:latin typeface="Calibri"/>
                <a:cs typeface="Calibri"/>
              </a:rPr>
              <a:t>tion</a:t>
            </a:r>
            <a:r>
              <a:rPr dirty="0" smtClean="0" sz="2400" spc="-4">
                <a:latin typeface="Calibri"/>
                <a:cs typeface="Calibri"/>
              </a:rPr>
              <a:t> </a:t>
            </a:r>
            <a:r>
              <a:rPr dirty="0" smtClean="0" sz="2400" spc="-4">
                <a:latin typeface="Calibri"/>
                <a:cs typeface="Calibri"/>
              </a:rPr>
              <a:t>a</a:t>
            </a:r>
            <a:r>
              <a:rPr dirty="0" smtClean="0" sz="2400" spc="-4">
                <a:latin typeface="Calibri"/>
                <a:cs typeface="Calibri"/>
              </a:rPr>
              <a:t>spects</a:t>
            </a:r>
            <a:r>
              <a:rPr dirty="0" smtClean="0" sz="2400" spc="-4">
                <a:latin typeface="Calibri"/>
                <a:cs typeface="Calibri"/>
              </a:rPr>
              <a:t> </a:t>
            </a:r>
            <a:r>
              <a:rPr dirty="0" smtClean="0" sz="2400" spc="-4">
                <a:latin typeface="Calibri"/>
                <a:cs typeface="Calibri"/>
              </a:rPr>
              <a:t>c</a:t>
            </a:r>
            <a:r>
              <a:rPr dirty="0" smtClean="0" sz="2400" spc="-4">
                <a:latin typeface="Calibri"/>
                <a:cs typeface="Calibri"/>
              </a:rPr>
              <a:t>o</a:t>
            </a:r>
            <a:r>
              <a:rPr dirty="0" smtClean="0" sz="2400" spc="-4">
                <a:latin typeface="Calibri"/>
                <a:cs typeface="Calibri"/>
              </a:rPr>
              <a:t>n</a:t>
            </a:r>
            <a:r>
              <a:rPr dirty="0" smtClean="0" sz="2400" spc="-4">
                <a:latin typeface="Calibri"/>
                <a:cs typeface="Calibri"/>
              </a:rPr>
              <a:t>s</a:t>
            </a:r>
            <a:r>
              <a:rPr dirty="0" smtClean="0" sz="2400" spc="-4">
                <a:latin typeface="Calibri"/>
                <a:cs typeface="Calibri"/>
              </a:rPr>
              <a:t>i</a:t>
            </a:r>
            <a:r>
              <a:rPr dirty="0" smtClean="0" sz="2400" spc="-4">
                <a:latin typeface="Calibri"/>
                <a:cs typeface="Calibri"/>
              </a:rPr>
              <a:t>der</a:t>
            </a:r>
            <a:endParaRPr sz="2400">
              <a:latin typeface="Calibri"/>
              <a:cs typeface="Calibri"/>
            </a:endParaRPr>
          </a:p>
          <a:p>
            <a:pPr marL="205739" marR="45767">
              <a:lnSpc>
                <a:spcPts val="2420"/>
              </a:lnSpc>
            </a:pPr>
            <a:r>
              <a:rPr dirty="0" smtClean="0" sz="1500" spc="0">
                <a:solidFill>
                  <a:srgbClr val="00CC99"/>
                </a:solidFill>
                <a:latin typeface="Calibri"/>
                <a:cs typeface="Calibri"/>
              </a:rPr>
              <a:t>•</a:t>
            </a:r>
            <a:r>
              <a:rPr dirty="0" smtClean="0" sz="1500" spc="0">
                <a:solidFill>
                  <a:srgbClr val="00CC99"/>
                </a:solidFill>
                <a:latin typeface="Calibri"/>
                <a:cs typeface="Calibri"/>
              </a:rPr>
              <a:t> </a:t>
            </a:r>
            <a:r>
              <a:rPr dirty="0" smtClean="0" sz="2000" spc="0">
                <a:latin typeface="Calibri"/>
                <a:cs typeface="Calibri"/>
              </a:rPr>
              <a:t>F</a:t>
            </a:r>
            <a:r>
              <a:rPr dirty="0" smtClean="0" sz="2000" spc="0">
                <a:latin typeface="Calibri"/>
                <a:cs typeface="Calibri"/>
              </a:rPr>
              <a:t>r</a:t>
            </a:r>
            <a:r>
              <a:rPr dirty="0" smtClean="0" sz="2000" spc="0">
                <a:latin typeface="Calibri"/>
                <a:cs typeface="Calibri"/>
              </a:rPr>
              <a:t>e</a:t>
            </a:r>
            <a:r>
              <a:rPr dirty="0" smtClean="0" sz="2000" spc="0">
                <a:latin typeface="Calibri"/>
                <a:cs typeface="Calibri"/>
              </a:rPr>
              <a:t>q</a:t>
            </a:r>
            <a:r>
              <a:rPr dirty="0" smtClean="0" sz="2000" spc="0">
                <a:latin typeface="Calibri"/>
                <a:cs typeface="Calibri"/>
              </a:rPr>
              <a:t>u</a:t>
            </a:r>
            <a:r>
              <a:rPr dirty="0" smtClean="0" sz="2000" spc="0">
                <a:latin typeface="Calibri"/>
                <a:cs typeface="Calibri"/>
              </a:rPr>
              <a:t>e</a:t>
            </a:r>
            <a:r>
              <a:rPr dirty="0" smtClean="0" sz="2000" spc="0">
                <a:latin typeface="Calibri"/>
                <a:cs typeface="Calibri"/>
              </a:rPr>
              <a:t>n</a:t>
            </a:r>
            <a:r>
              <a:rPr dirty="0" smtClean="0" sz="2000" spc="0">
                <a:latin typeface="Calibri"/>
                <a:cs typeface="Calibri"/>
              </a:rPr>
              <a:t>c</a:t>
            </a:r>
            <a:r>
              <a:rPr dirty="0" smtClean="0" sz="2000" spc="0">
                <a:latin typeface="Calibri"/>
                <a:cs typeface="Calibri"/>
              </a:rPr>
              <a:t>y</a:t>
            </a:r>
            <a:r>
              <a:rPr dirty="0" smtClean="0" sz="2000" spc="0">
                <a:latin typeface="Calibri"/>
                <a:cs typeface="Calibri"/>
              </a:rPr>
              <a:t> </a:t>
            </a:r>
            <a:r>
              <a:rPr dirty="0" smtClean="0" sz="2000" spc="0">
                <a:latin typeface="Calibri"/>
                <a:cs typeface="Calibri"/>
              </a:rPr>
              <a:t>b</a:t>
            </a:r>
            <a:r>
              <a:rPr dirty="0" smtClean="0" sz="2000" spc="0">
                <a:latin typeface="Calibri"/>
                <a:cs typeface="Calibri"/>
              </a:rPr>
              <a:t>a</a:t>
            </a:r>
            <a:r>
              <a:rPr dirty="0" smtClean="0" sz="2000" spc="0">
                <a:latin typeface="Calibri"/>
                <a:cs typeface="Calibri"/>
              </a:rPr>
              <a:t>n</a:t>
            </a:r>
            <a:r>
              <a:rPr dirty="0" smtClean="0" sz="2000" spc="0">
                <a:latin typeface="Calibri"/>
                <a:cs typeface="Calibri"/>
              </a:rPr>
              <a:t>d</a:t>
            </a:r>
            <a:r>
              <a:rPr dirty="0" smtClean="0" sz="2000" spc="0">
                <a:latin typeface="Calibri"/>
                <a:cs typeface="Calibri"/>
              </a:rPr>
              <a:t> </a:t>
            </a:r>
            <a:r>
              <a:rPr dirty="0" smtClean="0" sz="2000" spc="0">
                <a:latin typeface="Calibri"/>
                <a:cs typeface="Calibri"/>
              </a:rPr>
              <a:t>s</a:t>
            </a:r>
            <a:r>
              <a:rPr dirty="0" smtClean="0" sz="2000" spc="0">
                <a:latin typeface="Calibri"/>
                <a:cs typeface="Calibri"/>
              </a:rPr>
              <a:t>p</a:t>
            </a:r>
            <a:r>
              <a:rPr dirty="0" smtClean="0" sz="2000" spc="0">
                <a:latin typeface="Calibri"/>
                <a:cs typeface="Calibri"/>
              </a:rPr>
              <a:t>li</a:t>
            </a:r>
            <a:r>
              <a:rPr dirty="0" smtClean="0" sz="2000" spc="0">
                <a:latin typeface="Calibri"/>
                <a:cs typeface="Calibri"/>
              </a:rPr>
              <a:t>t</a:t>
            </a:r>
            <a:r>
              <a:rPr dirty="0" smtClean="0" sz="2000" spc="0">
                <a:latin typeface="Calibri"/>
                <a:cs typeface="Calibri"/>
              </a:rPr>
              <a:t>t</a:t>
            </a:r>
            <a:r>
              <a:rPr dirty="0" smtClean="0" sz="2000" spc="0">
                <a:latin typeface="Calibri"/>
                <a:cs typeface="Calibri"/>
              </a:rPr>
              <a:t>i</a:t>
            </a:r>
            <a:r>
              <a:rPr dirty="0" smtClean="0" sz="2000" spc="0">
                <a:latin typeface="Calibri"/>
                <a:cs typeface="Calibri"/>
              </a:rPr>
              <a:t>n</a:t>
            </a:r>
            <a:r>
              <a:rPr dirty="0" smtClean="0" sz="2000" spc="0">
                <a:latin typeface="Calibri"/>
                <a:cs typeface="Calibri"/>
              </a:rPr>
              <a:t>g</a:t>
            </a:r>
            <a:r>
              <a:rPr dirty="0" smtClean="0" sz="2000" spc="0">
                <a:latin typeface="Calibri"/>
                <a:cs typeface="Calibri"/>
              </a:rPr>
              <a:t> </a:t>
            </a:r>
            <a:r>
              <a:rPr dirty="0" smtClean="0" sz="2000" spc="0">
                <a:latin typeface="Calibri"/>
                <a:cs typeface="Calibri"/>
              </a:rPr>
              <a:t>b</a:t>
            </a:r>
            <a:r>
              <a:rPr dirty="0" smtClean="0" sz="2000" spc="0">
                <a:latin typeface="Calibri"/>
                <a:cs typeface="Calibri"/>
              </a:rPr>
              <a:t>e</a:t>
            </a:r>
            <a:r>
              <a:rPr dirty="0" smtClean="0" sz="2000" spc="0">
                <a:latin typeface="Calibri"/>
                <a:cs typeface="Calibri"/>
              </a:rPr>
              <a:t>t</a:t>
            </a:r>
            <a:r>
              <a:rPr dirty="0" smtClean="0" sz="2000" spc="0">
                <a:latin typeface="Calibri"/>
                <a:cs typeface="Calibri"/>
              </a:rPr>
              <a:t>w</a:t>
            </a:r>
            <a:r>
              <a:rPr dirty="0" smtClean="0" sz="2000" spc="0">
                <a:latin typeface="Calibri"/>
                <a:cs typeface="Calibri"/>
              </a:rPr>
              <a:t>e</a:t>
            </a:r>
            <a:r>
              <a:rPr dirty="0" smtClean="0" sz="2000" spc="0">
                <a:latin typeface="Calibri"/>
                <a:cs typeface="Calibri"/>
              </a:rPr>
              <a:t>e</a:t>
            </a:r>
            <a:r>
              <a:rPr dirty="0" smtClean="0" sz="2000" spc="0">
                <a:latin typeface="Calibri"/>
                <a:cs typeface="Calibri"/>
              </a:rPr>
              <a:t>n</a:t>
            </a:r>
            <a:r>
              <a:rPr dirty="0" smtClean="0" sz="2000" spc="0">
                <a:latin typeface="Calibri"/>
                <a:cs typeface="Calibri"/>
              </a:rPr>
              <a:t> </a:t>
            </a:r>
            <a:r>
              <a:rPr dirty="0" smtClean="0" sz="2000" spc="0">
                <a:latin typeface="Calibri"/>
                <a:cs typeface="Calibri"/>
              </a:rPr>
              <a:t>t</a:t>
            </a:r>
            <a:r>
              <a:rPr dirty="0" smtClean="0" sz="2000" spc="0">
                <a:latin typeface="Calibri"/>
                <a:cs typeface="Calibri"/>
              </a:rPr>
              <a:t>h</a:t>
            </a:r>
            <a:r>
              <a:rPr dirty="0" smtClean="0" sz="2000" spc="0">
                <a:latin typeface="Calibri"/>
                <a:cs typeface="Calibri"/>
              </a:rPr>
              <a:t>e</a:t>
            </a:r>
            <a:r>
              <a:rPr dirty="0" smtClean="0" sz="2000" spc="0">
                <a:latin typeface="Calibri"/>
                <a:cs typeface="Calibri"/>
              </a:rPr>
              <a:t> </a:t>
            </a:r>
            <a:r>
              <a:rPr dirty="0" smtClean="0" sz="2000" spc="0">
                <a:latin typeface="Calibri"/>
                <a:cs typeface="Calibri"/>
              </a:rPr>
              <a:t>mac</a:t>
            </a:r>
            <a:r>
              <a:rPr dirty="0" smtClean="0" sz="2000" spc="0">
                <a:latin typeface="Calibri"/>
                <a:cs typeface="Calibri"/>
              </a:rPr>
              <a:t>r</a:t>
            </a:r>
            <a:r>
              <a:rPr dirty="0" smtClean="0" sz="2000" spc="0">
                <a:latin typeface="Calibri"/>
                <a:cs typeface="Calibri"/>
              </a:rPr>
              <a:t>o</a:t>
            </a:r>
            <a:r>
              <a:rPr dirty="0" smtClean="0" sz="2000" spc="0">
                <a:latin typeface="Calibri"/>
                <a:cs typeface="Calibri"/>
              </a:rPr>
              <a:t> </a:t>
            </a:r>
            <a:r>
              <a:rPr dirty="0" smtClean="0" sz="2000" spc="0">
                <a:latin typeface="Calibri"/>
                <a:cs typeface="Calibri"/>
              </a:rPr>
              <a:t>a</a:t>
            </a:r>
            <a:r>
              <a:rPr dirty="0" smtClean="0" sz="2000" spc="0">
                <a:latin typeface="Calibri"/>
                <a:cs typeface="Calibri"/>
              </a:rPr>
              <a:t>n</a:t>
            </a:r>
            <a:r>
              <a:rPr dirty="0" smtClean="0" sz="2000" spc="0">
                <a:latin typeface="Calibri"/>
                <a:cs typeface="Calibri"/>
              </a:rPr>
              <a:t>d</a:t>
            </a:r>
            <a:r>
              <a:rPr dirty="0" smtClean="0" sz="2000" spc="0">
                <a:latin typeface="Calibri"/>
                <a:cs typeface="Calibri"/>
              </a:rPr>
              <a:t> </a:t>
            </a:r>
            <a:r>
              <a:rPr dirty="0" smtClean="0" sz="2000" spc="0">
                <a:latin typeface="Calibri"/>
                <a:cs typeface="Calibri"/>
              </a:rPr>
              <a:t>mic</a:t>
            </a:r>
            <a:r>
              <a:rPr dirty="0" smtClean="0" sz="2000" spc="0">
                <a:latin typeface="Calibri"/>
                <a:cs typeface="Calibri"/>
              </a:rPr>
              <a:t>r</a:t>
            </a:r>
            <a:r>
              <a:rPr dirty="0" smtClean="0" sz="2000" spc="0">
                <a:latin typeface="Calibri"/>
                <a:cs typeface="Calibri"/>
              </a:rPr>
              <a:t>o</a:t>
            </a:r>
            <a:r>
              <a:rPr dirty="0" smtClean="0" sz="2000" spc="0">
                <a:latin typeface="Calibri"/>
                <a:cs typeface="Calibri"/>
              </a:rPr>
              <a:t> </a:t>
            </a:r>
            <a:r>
              <a:rPr dirty="0" smtClean="0" sz="2000" spc="0">
                <a:latin typeface="Calibri"/>
                <a:cs typeface="Calibri"/>
              </a:rPr>
              <a:t>b</a:t>
            </a:r>
            <a:r>
              <a:rPr dirty="0" smtClean="0" sz="2000" spc="0">
                <a:latin typeface="Calibri"/>
                <a:cs typeface="Calibri"/>
              </a:rPr>
              <a:t>ase</a:t>
            </a:r>
            <a:r>
              <a:rPr dirty="0" smtClean="0" sz="2000" spc="0">
                <a:latin typeface="Calibri"/>
                <a:cs typeface="Calibri"/>
              </a:rPr>
              <a:t> </a:t>
            </a:r>
            <a:r>
              <a:rPr dirty="0" smtClean="0" sz="2000" spc="0">
                <a:latin typeface="Calibri"/>
                <a:cs typeface="Calibri"/>
              </a:rPr>
              <a:t>s</a:t>
            </a:r>
            <a:r>
              <a:rPr dirty="0" smtClean="0" sz="2000" spc="0">
                <a:latin typeface="Calibri"/>
                <a:cs typeface="Calibri"/>
              </a:rPr>
              <a:t>t</a:t>
            </a:r>
            <a:r>
              <a:rPr dirty="0" smtClean="0" sz="2000" spc="0">
                <a:latin typeface="Calibri"/>
                <a:cs typeface="Calibri"/>
              </a:rPr>
              <a:t>a</a:t>
            </a:r>
            <a:r>
              <a:rPr dirty="0" smtClean="0" sz="2000" spc="0">
                <a:latin typeface="Calibri"/>
                <a:cs typeface="Calibri"/>
              </a:rPr>
              <a:t>t</a:t>
            </a:r>
            <a:r>
              <a:rPr dirty="0" smtClean="0" sz="2000" spc="0">
                <a:latin typeface="Calibri"/>
                <a:cs typeface="Calibri"/>
              </a:rPr>
              <a:t>i</a:t>
            </a:r>
            <a:r>
              <a:rPr dirty="0" smtClean="0" sz="2000" spc="0">
                <a:latin typeface="Calibri"/>
                <a:cs typeface="Calibri"/>
              </a:rPr>
              <a:t>o</a:t>
            </a:r>
            <a:r>
              <a:rPr dirty="0" smtClean="0" sz="2000" spc="0">
                <a:latin typeface="Calibri"/>
                <a:cs typeface="Calibri"/>
              </a:rPr>
              <a:t>n</a:t>
            </a:r>
            <a:r>
              <a:rPr dirty="0" smtClean="0" sz="2000" spc="0">
                <a:latin typeface="Calibri"/>
                <a:cs typeface="Calibri"/>
              </a:rPr>
              <a:t>s,</a:t>
            </a:r>
            <a:endParaRPr sz="2000">
              <a:latin typeface="Calibri"/>
              <a:cs typeface="Calibri"/>
            </a:endParaRPr>
          </a:p>
          <a:p>
            <a:pPr marL="205739" marR="45767">
              <a:lnSpc>
                <a:spcPts val="2400"/>
              </a:lnSpc>
            </a:pPr>
            <a:r>
              <a:rPr dirty="0" smtClean="0" sz="1500" spc="1">
                <a:solidFill>
                  <a:srgbClr val="00CC99"/>
                </a:solidFill>
                <a:latin typeface="Calibri"/>
                <a:cs typeface="Calibri"/>
              </a:rPr>
              <a:t>•</a:t>
            </a:r>
            <a:r>
              <a:rPr dirty="0" smtClean="0" sz="1500" spc="1">
                <a:solidFill>
                  <a:srgbClr val="00CC99"/>
                </a:solidFill>
                <a:latin typeface="Calibri"/>
                <a:cs typeface="Calibri"/>
              </a:rPr>
              <a:t> </a:t>
            </a:r>
            <a:r>
              <a:rPr dirty="0" smtClean="0" sz="1500" spc="1">
                <a:solidFill>
                  <a:srgbClr val="00CC99"/>
                </a:solidFill>
                <a:latin typeface="Calibri"/>
                <a:cs typeface="Calibri"/>
              </a:rPr>
              <a:t> </a:t>
            </a:r>
            <a:r>
              <a:rPr dirty="0" smtClean="0" sz="2000" spc="1">
                <a:latin typeface="Calibri"/>
                <a:cs typeface="Calibri"/>
              </a:rPr>
              <a:t>F</a:t>
            </a:r>
            <a:r>
              <a:rPr dirty="0" smtClean="0" sz="2000" spc="1">
                <a:latin typeface="Calibri"/>
                <a:cs typeface="Calibri"/>
              </a:rPr>
              <a:t>r</a:t>
            </a:r>
            <a:r>
              <a:rPr dirty="0" smtClean="0" sz="2000" spc="1">
                <a:latin typeface="Calibri"/>
                <a:cs typeface="Calibri"/>
              </a:rPr>
              <a:t>e</a:t>
            </a:r>
            <a:r>
              <a:rPr dirty="0" smtClean="0" sz="2000" spc="1">
                <a:latin typeface="Calibri"/>
                <a:cs typeface="Calibri"/>
              </a:rPr>
              <a:t>q</a:t>
            </a:r>
            <a:r>
              <a:rPr dirty="0" smtClean="0" sz="2000" spc="1">
                <a:latin typeface="Calibri"/>
                <a:cs typeface="Calibri"/>
              </a:rPr>
              <a:t>u</a:t>
            </a:r>
            <a:r>
              <a:rPr dirty="0" smtClean="0" sz="2000" spc="1">
                <a:latin typeface="Calibri"/>
                <a:cs typeface="Calibri"/>
              </a:rPr>
              <a:t>e</a:t>
            </a:r>
            <a:r>
              <a:rPr dirty="0" smtClean="0" sz="2000" spc="1">
                <a:latin typeface="Calibri"/>
                <a:cs typeface="Calibri"/>
              </a:rPr>
              <a:t>n</a:t>
            </a:r>
            <a:r>
              <a:rPr dirty="0" smtClean="0" sz="2000" spc="1">
                <a:latin typeface="Calibri"/>
                <a:cs typeface="Calibri"/>
              </a:rPr>
              <a:t>c</a:t>
            </a:r>
            <a:r>
              <a:rPr dirty="0" smtClean="0" sz="2000" spc="1">
                <a:latin typeface="Calibri"/>
                <a:cs typeface="Calibri"/>
              </a:rPr>
              <a:t>y</a:t>
            </a:r>
            <a:r>
              <a:rPr dirty="0" smtClean="0" sz="2000" spc="1">
                <a:latin typeface="Calibri"/>
                <a:cs typeface="Calibri"/>
              </a:rPr>
              <a:t> </a:t>
            </a:r>
            <a:r>
              <a:rPr dirty="0" smtClean="0" sz="2000" spc="1">
                <a:latin typeface="Calibri"/>
                <a:cs typeface="Calibri"/>
              </a:rPr>
              <a:t>b</a:t>
            </a:r>
            <a:r>
              <a:rPr dirty="0" smtClean="0" sz="2000" spc="1">
                <a:latin typeface="Calibri"/>
                <a:cs typeface="Calibri"/>
              </a:rPr>
              <a:t>a</a:t>
            </a:r>
            <a:r>
              <a:rPr dirty="0" smtClean="0" sz="2000" spc="1">
                <a:latin typeface="Calibri"/>
                <a:cs typeface="Calibri"/>
              </a:rPr>
              <a:t>n</a:t>
            </a:r>
            <a:r>
              <a:rPr dirty="0" smtClean="0" sz="2000" spc="1">
                <a:latin typeface="Calibri"/>
                <a:cs typeface="Calibri"/>
              </a:rPr>
              <a:t>d</a:t>
            </a:r>
            <a:r>
              <a:rPr dirty="0" smtClean="0" sz="2000" spc="1">
                <a:latin typeface="Calibri"/>
                <a:cs typeface="Calibri"/>
              </a:rPr>
              <a:t> </a:t>
            </a:r>
            <a:r>
              <a:rPr dirty="0" smtClean="0" sz="2000" spc="1">
                <a:latin typeface="Calibri"/>
                <a:cs typeface="Calibri"/>
              </a:rPr>
              <a:t>s</a:t>
            </a:r>
            <a:r>
              <a:rPr dirty="0" smtClean="0" sz="2000" spc="1">
                <a:latin typeface="Calibri"/>
                <a:cs typeface="Calibri"/>
              </a:rPr>
              <a:t>p</a:t>
            </a:r>
            <a:r>
              <a:rPr dirty="0" smtClean="0" sz="2000" spc="1">
                <a:latin typeface="Calibri"/>
                <a:cs typeface="Calibri"/>
              </a:rPr>
              <a:t>li</a:t>
            </a:r>
            <a:r>
              <a:rPr dirty="0" smtClean="0" sz="2000" spc="1">
                <a:latin typeface="Calibri"/>
                <a:cs typeface="Calibri"/>
              </a:rPr>
              <a:t>t</a:t>
            </a:r>
            <a:r>
              <a:rPr dirty="0" smtClean="0" sz="2000" spc="1">
                <a:latin typeface="Calibri"/>
                <a:cs typeface="Calibri"/>
              </a:rPr>
              <a:t>t</a:t>
            </a:r>
            <a:r>
              <a:rPr dirty="0" smtClean="0" sz="2000" spc="1">
                <a:latin typeface="Calibri"/>
                <a:cs typeface="Calibri"/>
              </a:rPr>
              <a:t>i</a:t>
            </a:r>
            <a:r>
              <a:rPr dirty="0" smtClean="0" sz="2000" spc="1">
                <a:latin typeface="Calibri"/>
                <a:cs typeface="Calibri"/>
              </a:rPr>
              <a:t>n</a:t>
            </a:r>
            <a:r>
              <a:rPr dirty="0" smtClean="0" sz="2000" spc="1">
                <a:latin typeface="Calibri"/>
                <a:cs typeface="Calibri"/>
              </a:rPr>
              <a:t>g</a:t>
            </a:r>
            <a:r>
              <a:rPr dirty="0" smtClean="0" sz="2000" spc="1">
                <a:latin typeface="Calibri"/>
                <a:cs typeface="Calibri"/>
              </a:rPr>
              <a:t> </a:t>
            </a:r>
            <a:r>
              <a:rPr dirty="0" smtClean="0" sz="2000" spc="1">
                <a:latin typeface="Calibri"/>
                <a:cs typeface="Calibri"/>
              </a:rPr>
              <a:t>b</a:t>
            </a:r>
            <a:r>
              <a:rPr dirty="0" smtClean="0" sz="2000" spc="1">
                <a:latin typeface="Calibri"/>
                <a:cs typeface="Calibri"/>
              </a:rPr>
              <a:t>e</a:t>
            </a:r>
            <a:r>
              <a:rPr dirty="0" smtClean="0" sz="2000" spc="1">
                <a:latin typeface="Calibri"/>
                <a:cs typeface="Calibri"/>
              </a:rPr>
              <a:t>t</a:t>
            </a:r>
            <a:r>
              <a:rPr dirty="0" smtClean="0" sz="2000" spc="1">
                <a:latin typeface="Calibri"/>
                <a:cs typeface="Calibri"/>
              </a:rPr>
              <a:t>w</a:t>
            </a:r>
            <a:r>
              <a:rPr dirty="0" smtClean="0" sz="2000" spc="1">
                <a:latin typeface="Calibri"/>
                <a:cs typeface="Calibri"/>
              </a:rPr>
              <a:t>e</a:t>
            </a:r>
            <a:r>
              <a:rPr dirty="0" smtClean="0" sz="2000" spc="1">
                <a:latin typeface="Calibri"/>
                <a:cs typeface="Calibri"/>
              </a:rPr>
              <a:t>e</a:t>
            </a:r>
            <a:r>
              <a:rPr dirty="0" smtClean="0" sz="2000" spc="1">
                <a:latin typeface="Calibri"/>
                <a:cs typeface="Calibri"/>
              </a:rPr>
              <a:t>n</a:t>
            </a:r>
            <a:r>
              <a:rPr dirty="0" smtClean="0" sz="2000" spc="1">
                <a:latin typeface="Calibri"/>
                <a:cs typeface="Calibri"/>
              </a:rPr>
              <a:t> </a:t>
            </a:r>
            <a:r>
              <a:rPr dirty="0" smtClean="0" sz="2000" spc="1">
                <a:latin typeface="Calibri"/>
                <a:cs typeface="Calibri"/>
              </a:rPr>
              <a:t>t</a:t>
            </a:r>
            <a:r>
              <a:rPr dirty="0" smtClean="0" sz="2000" spc="1">
                <a:latin typeface="Calibri"/>
                <a:cs typeface="Calibri"/>
              </a:rPr>
              <a:t>h</a:t>
            </a:r>
            <a:r>
              <a:rPr dirty="0" smtClean="0" sz="2000" spc="1">
                <a:latin typeface="Calibri"/>
                <a:cs typeface="Calibri"/>
              </a:rPr>
              <a:t>e</a:t>
            </a:r>
            <a:r>
              <a:rPr dirty="0" smtClean="0" sz="2000" spc="1">
                <a:latin typeface="Calibri"/>
                <a:cs typeface="Calibri"/>
              </a:rPr>
              <a:t> </a:t>
            </a:r>
            <a:r>
              <a:rPr dirty="0" smtClean="0" sz="2000" spc="1">
                <a:latin typeface="Calibri"/>
                <a:cs typeface="Calibri"/>
              </a:rPr>
              <a:t>B</a:t>
            </a:r>
            <a:r>
              <a:rPr dirty="0" smtClean="0" sz="2000" spc="1">
                <a:latin typeface="Calibri"/>
                <a:cs typeface="Calibri"/>
              </a:rPr>
              <a:t>C</a:t>
            </a:r>
            <a:r>
              <a:rPr dirty="0" smtClean="0" sz="2000" spc="1">
                <a:latin typeface="Calibri"/>
                <a:cs typeface="Calibri"/>
              </a:rPr>
              <a:t>C</a:t>
            </a:r>
            <a:r>
              <a:rPr dirty="0" smtClean="0" sz="2000" spc="1">
                <a:latin typeface="Calibri"/>
                <a:cs typeface="Calibri"/>
              </a:rPr>
              <a:t>H</a:t>
            </a:r>
            <a:r>
              <a:rPr dirty="0" smtClean="0" sz="2000" spc="1">
                <a:latin typeface="Calibri"/>
                <a:cs typeface="Calibri"/>
              </a:rPr>
              <a:t> </a:t>
            </a:r>
            <a:r>
              <a:rPr dirty="0" smtClean="0" sz="2000" spc="1">
                <a:latin typeface="Calibri"/>
                <a:cs typeface="Calibri"/>
              </a:rPr>
              <a:t>a</a:t>
            </a:r>
            <a:r>
              <a:rPr dirty="0" smtClean="0" sz="2000" spc="1">
                <a:latin typeface="Calibri"/>
                <a:cs typeface="Calibri"/>
              </a:rPr>
              <a:t>n</a:t>
            </a:r>
            <a:r>
              <a:rPr dirty="0" smtClean="0" sz="2000" spc="1">
                <a:latin typeface="Calibri"/>
                <a:cs typeface="Calibri"/>
              </a:rPr>
              <a:t>d</a:t>
            </a:r>
            <a:r>
              <a:rPr dirty="0" smtClean="0" sz="2000" spc="1">
                <a:latin typeface="Calibri"/>
                <a:cs typeface="Calibri"/>
              </a:rPr>
              <a:t> </a:t>
            </a:r>
            <a:r>
              <a:rPr dirty="0" smtClean="0" sz="2000" spc="1">
                <a:latin typeface="Calibri"/>
                <a:cs typeface="Calibri"/>
              </a:rPr>
              <a:t>T</a:t>
            </a:r>
            <a:r>
              <a:rPr dirty="0" smtClean="0" sz="2000" spc="1">
                <a:latin typeface="Calibri"/>
                <a:cs typeface="Calibri"/>
              </a:rPr>
              <a:t>CH</a:t>
            </a:r>
            <a:r>
              <a:rPr dirty="0" smtClean="0" sz="2000" spc="1">
                <a:latin typeface="Calibri"/>
                <a:cs typeface="Calibri"/>
              </a:rPr>
              <a:t> </a:t>
            </a:r>
            <a:r>
              <a:rPr dirty="0" smtClean="0" sz="2000" spc="1">
                <a:latin typeface="Calibri"/>
                <a:cs typeface="Calibri"/>
              </a:rPr>
              <a:t>l</a:t>
            </a:r>
            <a:r>
              <a:rPr dirty="0" smtClean="0" sz="2000" spc="1">
                <a:latin typeface="Calibri"/>
                <a:cs typeface="Calibri"/>
              </a:rPr>
              <a:t>a</a:t>
            </a:r>
            <a:r>
              <a:rPr dirty="0" smtClean="0" sz="2000" spc="1">
                <a:latin typeface="Calibri"/>
                <a:cs typeface="Calibri"/>
              </a:rPr>
              <a:t>y</a:t>
            </a:r>
            <a:r>
              <a:rPr dirty="0" smtClean="0" sz="2000" spc="1">
                <a:latin typeface="Calibri"/>
                <a:cs typeface="Calibri"/>
              </a:rPr>
              <a:t>e</a:t>
            </a:r>
            <a:r>
              <a:rPr dirty="0" smtClean="0" sz="2000" spc="1">
                <a:latin typeface="Calibri"/>
                <a:cs typeface="Calibri"/>
              </a:rPr>
              <a:t>r</a:t>
            </a:r>
            <a:r>
              <a:rPr dirty="0" smtClean="0" sz="2000" spc="1">
                <a:latin typeface="Calibri"/>
                <a:cs typeface="Calibri"/>
              </a:rPr>
              <a:t>s,</a:t>
            </a:r>
            <a:endParaRPr sz="2000">
              <a:latin typeface="Calibri"/>
              <a:cs typeface="Calibri"/>
            </a:endParaRPr>
          </a:p>
          <a:p>
            <a:pPr marL="205739" marR="45767">
              <a:lnSpc>
                <a:spcPts val="2400"/>
              </a:lnSpc>
            </a:pPr>
            <a:r>
              <a:rPr dirty="0" smtClean="0" sz="1500" spc="7">
                <a:solidFill>
                  <a:srgbClr val="00CC99"/>
                </a:solidFill>
                <a:latin typeface="Calibri"/>
                <a:cs typeface="Calibri"/>
              </a:rPr>
              <a:t>•</a:t>
            </a:r>
            <a:r>
              <a:rPr dirty="0" smtClean="0" sz="1500" spc="7">
                <a:solidFill>
                  <a:srgbClr val="00CC99"/>
                </a:solidFill>
                <a:latin typeface="Calibri"/>
                <a:cs typeface="Calibri"/>
              </a:rPr>
              <a:t> </a:t>
            </a:r>
            <a:r>
              <a:rPr dirty="0" smtClean="0" sz="1500" spc="7">
                <a:solidFill>
                  <a:srgbClr val="00CC99"/>
                </a:solidFill>
                <a:latin typeface="Calibri"/>
                <a:cs typeface="Calibri"/>
              </a:rPr>
              <a:t> </a:t>
            </a:r>
            <a:r>
              <a:rPr dirty="0" smtClean="0" sz="2000" spc="7">
                <a:latin typeface="Calibri"/>
                <a:cs typeface="Calibri"/>
              </a:rPr>
              <a:t>F</a:t>
            </a:r>
            <a:r>
              <a:rPr dirty="0" smtClean="0" sz="2000" spc="7">
                <a:latin typeface="Calibri"/>
                <a:cs typeface="Calibri"/>
              </a:rPr>
              <a:t>r</a:t>
            </a:r>
            <a:r>
              <a:rPr dirty="0" smtClean="0" sz="2000" spc="7">
                <a:latin typeface="Calibri"/>
                <a:cs typeface="Calibri"/>
              </a:rPr>
              <a:t>e</a:t>
            </a:r>
            <a:r>
              <a:rPr dirty="0" smtClean="0" sz="2000" spc="7">
                <a:latin typeface="Calibri"/>
                <a:cs typeface="Calibri"/>
              </a:rPr>
              <a:t>q</a:t>
            </a:r>
            <a:r>
              <a:rPr dirty="0" smtClean="0" sz="2000" spc="7">
                <a:latin typeface="Calibri"/>
                <a:cs typeface="Calibri"/>
              </a:rPr>
              <a:t>u</a:t>
            </a:r>
            <a:r>
              <a:rPr dirty="0" smtClean="0" sz="2000" spc="7">
                <a:latin typeface="Calibri"/>
                <a:cs typeface="Calibri"/>
              </a:rPr>
              <a:t>e</a:t>
            </a:r>
            <a:r>
              <a:rPr dirty="0" smtClean="0" sz="2000" spc="7">
                <a:latin typeface="Calibri"/>
                <a:cs typeface="Calibri"/>
              </a:rPr>
              <a:t>n</a:t>
            </a:r>
            <a:r>
              <a:rPr dirty="0" smtClean="0" sz="2000" spc="7">
                <a:latin typeface="Calibri"/>
                <a:cs typeface="Calibri"/>
              </a:rPr>
              <a:t>c</a:t>
            </a:r>
            <a:r>
              <a:rPr dirty="0" smtClean="0" sz="2000" spc="7">
                <a:latin typeface="Calibri"/>
                <a:cs typeface="Calibri"/>
              </a:rPr>
              <a:t>y</a:t>
            </a:r>
            <a:r>
              <a:rPr dirty="0" smtClean="0" sz="2000" spc="7">
                <a:latin typeface="Calibri"/>
                <a:cs typeface="Calibri"/>
              </a:rPr>
              <a:t> </a:t>
            </a:r>
            <a:r>
              <a:rPr dirty="0" smtClean="0" sz="2000" spc="7">
                <a:latin typeface="Calibri"/>
                <a:cs typeface="Calibri"/>
              </a:rPr>
              <a:t>b</a:t>
            </a:r>
            <a:r>
              <a:rPr dirty="0" smtClean="0" sz="2000" spc="7">
                <a:latin typeface="Calibri"/>
                <a:cs typeface="Calibri"/>
              </a:rPr>
              <a:t>a</a:t>
            </a:r>
            <a:r>
              <a:rPr dirty="0" smtClean="0" sz="2000" spc="7">
                <a:latin typeface="Calibri"/>
                <a:cs typeface="Calibri"/>
              </a:rPr>
              <a:t>n</a:t>
            </a:r>
            <a:r>
              <a:rPr dirty="0" smtClean="0" sz="2000" spc="7">
                <a:latin typeface="Calibri"/>
                <a:cs typeface="Calibri"/>
              </a:rPr>
              <a:t>d</a:t>
            </a:r>
            <a:r>
              <a:rPr dirty="0" smtClean="0" sz="2000" spc="7">
                <a:latin typeface="Calibri"/>
                <a:cs typeface="Calibri"/>
              </a:rPr>
              <a:t> </a:t>
            </a:r>
            <a:r>
              <a:rPr dirty="0" smtClean="0" sz="2000" spc="7">
                <a:latin typeface="Calibri"/>
                <a:cs typeface="Calibri"/>
              </a:rPr>
              <a:t>g</a:t>
            </a:r>
            <a:r>
              <a:rPr dirty="0" smtClean="0" sz="2000" spc="7">
                <a:latin typeface="Calibri"/>
                <a:cs typeface="Calibri"/>
              </a:rPr>
              <a:t>r</a:t>
            </a:r>
            <a:r>
              <a:rPr dirty="0" smtClean="0" sz="2000" spc="7">
                <a:latin typeface="Calibri"/>
                <a:cs typeface="Calibri"/>
              </a:rPr>
              <a:t>o</a:t>
            </a:r>
            <a:r>
              <a:rPr dirty="0" smtClean="0" sz="2000" spc="7">
                <a:latin typeface="Calibri"/>
                <a:cs typeface="Calibri"/>
              </a:rPr>
              <a:t>u</a:t>
            </a:r>
            <a:r>
              <a:rPr dirty="0" smtClean="0" sz="2000" spc="7">
                <a:latin typeface="Calibri"/>
                <a:cs typeface="Calibri"/>
              </a:rPr>
              <a:t>p</a:t>
            </a:r>
            <a:r>
              <a:rPr dirty="0" smtClean="0" sz="2000" spc="7">
                <a:latin typeface="Calibri"/>
                <a:cs typeface="Calibri"/>
              </a:rPr>
              <a:t>i</a:t>
            </a:r>
            <a:r>
              <a:rPr dirty="0" smtClean="0" sz="2000" spc="7">
                <a:latin typeface="Calibri"/>
                <a:cs typeface="Calibri"/>
              </a:rPr>
              <a:t>n</a:t>
            </a:r>
            <a:r>
              <a:rPr dirty="0" smtClean="0" sz="2000" spc="7">
                <a:latin typeface="Calibri"/>
                <a:cs typeface="Calibri"/>
              </a:rPr>
              <a:t>g</a:t>
            </a:r>
            <a:r>
              <a:rPr dirty="0" smtClean="0" sz="2000" spc="7">
                <a:latin typeface="Calibri"/>
                <a:cs typeface="Calibri"/>
              </a:rPr>
              <a:t> </a:t>
            </a:r>
            <a:r>
              <a:rPr dirty="0" smtClean="0" sz="2000" spc="7">
                <a:latin typeface="Calibri"/>
                <a:cs typeface="Calibri"/>
              </a:rPr>
              <a:t>a</a:t>
            </a:r>
            <a:r>
              <a:rPr dirty="0" smtClean="0" sz="2000" spc="7">
                <a:latin typeface="Calibri"/>
                <a:cs typeface="Calibri"/>
              </a:rPr>
              <a:t>n</a:t>
            </a:r>
            <a:r>
              <a:rPr dirty="0" smtClean="0" sz="2000" spc="7">
                <a:latin typeface="Calibri"/>
                <a:cs typeface="Calibri"/>
              </a:rPr>
              <a:t>d</a:t>
            </a:r>
            <a:endParaRPr sz="2000">
              <a:latin typeface="Calibri"/>
              <a:cs typeface="Calibri"/>
            </a:endParaRPr>
          </a:p>
          <a:p>
            <a:pPr marL="205739" marR="45767">
              <a:lnSpc>
                <a:spcPct val="101725"/>
              </a:lnSpc>
              <a:spcBef>
                <a:spcPts val="200"/>
              </a:spcBef>
            </a:pPr>
            <a:r>
              <a:rPr dirty="0" smtClean="0" sz="1500" spc="-1">
                <a:solidFill>
                  <a:srgbClr val="00CC99"/>
                </a:solidFill>
                <a:latin typeface="Calibri"/>
                <a:cs typeface="Calibri"/>
              </a:rPr>
              <a:t>•</a:t>
            </a:r>
            <a:r>
              <a:rPr dirty="0" smtClean="0" sz="1500" spc="-1">
                <a:solidFill>
                  <a:srgbClr val="00CC99"/>
                </a:solidFill>
                <a:latin typeface="Calibri"/>
                <a:cs typeface="Calibri"/>
              </a:rPr>
              <a:t> </a:t>
            </a:r>
            <a:r>
              <a:rPr dirty="0" smtClean="0" sz="1500" spc="-1">
                <a:solidFill>
                  <a:srgbClr val="00CC99"/>
                </a:solidFill>
                <a:latin typeface="Calibri"/>
                <a:cs typeface="Calibri"/>
              </a:rPr>
              <a:t> </a:t>
            </a:r>
            <a:r>
              <a:rPr dirty="0" smtClean="0" sz="2000" spc="-1">
                <a:latin typeface="Calibri"/>
                <a:cs typeface="Calibri"/>
              </a:rPr>
              <a:t>D</a:t>
            </a:r>
            <a:r>
              <a:rPr dirty="0" smtClean="0" sz="2000" spc="-1">
                <a:latin typeface="Calibri"/>
                <a:cs typeface="Calibri"/>
              </a:rPr>
              <a:t>i</a:t>
            </a:r>
            <a:r>
              <a:rPr dirty="0" smtClean="0" sz="2000" spc="-1">
                <a:latin typeface="Calibri"/>
                <a:cs typeface="Calibri"/>
              </a:rPr>
              <a:t>f</a:t>
            </a:r>
            <a:r>
              <a:rPr dirty="0" smtClean="0" sz="2000" spc="-1">
                <a:latin typeface="Calibri"/>
                <a:cs typeface="Calibri"/>
              </a:rPr>
              <a:t>f</a:t>
            </a:r>
            <a:r>
              <a:rPr dirty="0" smtClean="0" sz="2000" spc="-1">
                <a:latin typeface="Calibri"/>
                <a:cs typeface="Calibri"/>
              </a:rPr>
              <a:t>e</a:t>
            </a:r>
            <a:r>
              <a:rPr dirty="0" smtClean="0" sz="2000" spc="-1">
                <a:latin typeface="Calibri"/>
                <a:cs typeface="Calibri"/>
              </a:rPr>
              <a:t>r</a:t>
            </a:r>
            <a:r>
              <a:rPr dirty="0" smtClean="0" sz="2000" spc="-1">
                <a:latin typeface="Calibri"/>
                <a:cs typeface="Calibri"/>
              </a:rPr>
              <a:t>e</a:t>
            </a:r>
            <a:r>
              <a:rPr dirty="0" smtClean="0" sz="2000" spc="-1">
                <a:latin typeface="Calibri"/>
                <a:cs typeface="Calibri"/>
              </a:rPr>
              <a:t>n</a:t>
            </a:r>
            <a:r>
              <a:rPr dirty="0" smtClean="0" sz="2000" spc="-1">
                <a:latin typeface="Calibri"/>
                <a:cs typeface="Calibri"/>
              </a:rPr>
              <a:t>t</a:t>
            </a:r>
            <a:r>
              <a:rPr dirty="0" smtClean="0" sz="2000" spc="-1">
                <a:latin typeface="Calibri"/>
                <a:cs typeface="Calibri"/>
              </a:rPr>
              <a:t> </a:t>
            </a:r>
            <a:r>
              <a:rPr dirty="0" smtClean="0" sz="2000" spc="-1">
                <a:latin typeface="Calibri"/>
                <a:cs typeface="Calibri"/>
              </a:rPr>
              <a:t>f</a:t>
            </a:r>
            <a:r>
              <a:rPr dirty="0" smtClean="0" sz="2000" spc="-1">
                <a:latin typeface="Calibri"/>
                <a:cs typeface="Calibri"/>
              </a:rPr>
              <a:t>r</a:t>
            </a:r>
            <a:r>
              <a:rPr dirty="0" smtClean="0" sz="2000" spc="-1">
                <a:latin typeface="Calibri"/>
                <a:cs typeface="Calibri"/>
              </a:rPr>
              <a:t>e</a:t>
            </a:r>
            <a:r>
              <a:rPr dirty="0" smtClean="0" sz="2000" spc="-1">
                <a:latin typeface="Calibri"/>
                <a:cs typeface="Calibri"/>
              </a:rPr>
              <a:t>q</a:t>
            </a:r>
            <a:r>
              <a:rPr dirty="0" smtClean="0" sz="2000" spc="-1">
                <a:latin typeface="Calibri"/>
                <a:cs typeface="Calibri"/>
              </a:rPr>
              <a:t>u</a:t>
            </a:r>
            <a:r>
              <a:rPr dirty="0" smtClean="0" sz="2000" spc="-1">
                <a:latin typeface="Calibri"/>
                <a:cs typeface="Calibri"/>
              </a:rPr>
              <a:t>e</a:t>
            </a:r>
            <a:r>
              <a:rPr dirty="0" smtClean="0" sz="2000" spc="-1">
                <a:latin typeface="Calibri"/>
                <a:cs typeface="Calibri"/>
              </a:rPr>
              <a:t>n</a:t>
            </a:r>
            <a:r>
              <a:rPr dirty="0" smtClean="0" sz="2000" spc="-1">
                <a:latin typeface="Calibri"/>
                <a:cs typeface="Calibri"/>
              </a:rPr>
              <a:t>c</a:t>
            </a:r>
            <a:r>
              <a:rPr dirty="0" smtClean="0" sz="2000" spc="-1">
                <a:latin typeface="Calibri"/>
                <a:cs typeface="Calibri"/>
              </a:rPr>
              <a:t>y</a:t>
            </a:r>
            <a:r>
              <a:rPr dirty="0" smtClean="0" sz="2000" spc="-1">
                <a:latin typeface="Calibri"/>
                <a:cs typeface="Calibri"/>
              </a:rPr>
              <a:t> </a:t>
            </a:r>
            <a:r>
              <a:rPr dirty="0" smtClean="0" sz="2000" spc="-1">
                <a:latin typeface="Calibri"/>
                <a:cs typeface="Calibri"/>
              </a:rPr>
              <a:t>r</a:t>
            </a:r>
            <a:r>
              <a:rPr dirty="0" smtClean="0" sz="2000" spc="-1">
                <a:latin typeface="Calibri"/>
                <a:cs typeface="Calibri"/>
              </a:rPr>
              <a:t>e</a:t>
            </a:r>
            <a:r>
              <a:rPr dirty="0" smtClean="0" sz="2000" spc="-1">
                <a:latin typeface="Calibri"/>
                <a:cs typeface="Calibri"/>
              </a:rPr>
              <a:t>u</a:t>
            </a:r>
            <a:r>
              <a:rPr dirty="0" smtClean="0" sz="2000" spc="-1">
                <a:latin typeface="Calibri"/>
                <a:cs typeface="Calibri"/>
              </a:rPr>
              <a:t>se</a:t>
            </a:r>
            <a:r>
              <a:rPr dirty="0" smtClean="0" sz="2000" spc="-1">
                <a:latin typeface="Calibri"/>
                <a:cs typeface="Calibri"/>
              </a:rPr>
              <a:t> </a:t>
            </a:r>
            <a:r>
              <a:rPr dirty="0" smtClean="0" sz="2000" spc="-1">
                <a:latin typeface="Calibri"/>
                <a:cs typeface="Calibri"/>
              </a:rPr>
              <a:t>f</a:t>
            </a:r>
            <a:r>
              <a:rPr dirty="0" smtClean="0" sz="2000" spc="-1">
                <a:latin typeface="Calibri"/>
                <a:cs typeface="Calibri"/>
              </a:rPr>
              <a:t>ac</a:t>
            </a:r>
            <a:r>
              <a:rPr dirty="0" smtClean="0" sz="2000" spc="-1">
                <a:latin typeface="Calibri"/>
                <a:cs typeface="Calibri"/>
              </a:rPr>
              <a:t>t</a:t>
            </a:r>
            <a:r>
              <a:rPr dirty="0" smtClean="0" sz="2000" spc="-1">
                <a:latin typeface="Calibri"/>
                <a:cs typeface="Calibri"/>
              </a:rPr>
              <a:t>o</a:t>
            </a:r>
            <a:r>
              <a:rPr dirty="0" smtClean="0" sz="2000" spc="-1">
                <a:latin typeface="Calibri"/>
                <a:cs typeface="Calibri"/>
              </a:rPr>
              <a:t>r</a:t>
            </a:r>
            <a:r>
              <a:rPr dirty="0" smtClean="0" sz="2000" spc="-1">
                <a:latin typeface="Calibri"/>
                <a:cs typeface="Calibri"/>
              </a:rPr>
              <a:t>s</a:t>
            </a:r>
            <a:r>
              <a:rPr dirty="0" smtClean="0" sz="2000" spc="-1">
                <a:latin typeface="Calibri"/>
                <a:cs typeface="Calibri"/>
              </a:rPr>
              <a:t> </a:t>
            </a:r>
            <a:r>
              <a:rPr dirty="0" smtClean="0" sz="2000" spc="-1">
                <a:latin typeface="Calibri"/>
                <a:cs typeface="Calibri"/>
              </a:rPr>
              <a:t>f</a:t>
            </a:r>
            <a:r>
              <a:rPr dirty="0" smtClean="0" sz="2000" spc="-1">
                <a:latin typeface="Calibri"/>
                <a:cs typeface="Calibri"/>
              </a:rPr>
              <a:t>o</a:t>
            </a:r>
            <a:r>
              <a:rPr dirty="0" smtClean="0" sz="2000" spc="-1">
                <a:latin typeface="Calibri"/>
                <a:cs typeface="Calibri"/>
              </a:rPr>
              <a:t>r</a:t>
            </a:r>
            <a:r>
              <a:rPr dirty="0" smtClean="0" sz="2000" spc="-1">
                <a:latin typeface="Calibri"/>
                <a:cs typeface="Calibri"/>
              </a:rPr>
              <a:t> </a:t>
            </a:r>
            <a:r>
              <a:rPr dirty="0" smtClean="0" sz="2000" spc="-1">
                <a:latin typeface="Calibri"/>
                <a:cs typeface="Calibri"/>
              </a:rPr>
              <a:t>d</a:t>
            </a:r>
            <a:r>
              <a:rPr dirty="0" smtClean="0" sz="2000" spc="-1">
                <a:latin typeface="Calibri"/>
                <a:cs typeface="Calibri"/>
              </a:rPr>
              <a:t>i</a:t>
            </a:r>
            <a:r>
              <a:rPr dirty="0" smtClean="0" sz="2000" spc="-1">
                <a:latin typeface="Calibri"/>
                <a:cs typeface="Calibri"/>
              </a:rPr>
              <a:t>f</a:t>
            </a:r>
            <a:r>
              <a:rPr dirty="0" smtClean="0" sz="2000" spc="-1">
                <a:latin typeface="Calibri"/>
                <a:cs typeface="Calibri"/>
              </a:rPr>
              <a:t>f</a:t>
            </a:r>
            <a:r>
              <a:rPr dirty="0" smtClean="0" sz="2000" spc="-1">
                <a:latin typeface="Calibri"/>
                <a:cs typeface="Calibri"/>
              </a:rPr>
              <a:t>e</a:t>
            </a:r>
            <a:r>
              <a:rPr dirty="0" smtClean="0" sz="2000" spc="-1">
                <a:latin typeface="Calibri"/>
                <a:cs typeface="Calibri"/>
              </a:rPr>
              <a:t>r</a:t>
            </a:r>
            <a:r>
              <a:rPr dirty="0" smtClean="0" sz="2000" spc="-1">
                <a:latin typeface="Calibri"/>
                <a:cs typeface="Calibri"/>
              </a:rPr>
              <a:t>e</a:t>
            </a:r>
            <a:r>
              <a:rPr dirty="0" smtClean="0" sz="2000" spc="-1">
                <a:latin typeface="Calibri"/>
                <a:cs typeface="Calibri"/>
              </a:rPr>
              <a:t>n</a:t>
            </a:r>
            <a:r>
              <a:rPr dirty="0" smtClean="0" sz="2000" spc="-1">
                <a:latin typeface="Calibri"/>
                <a:cs typeface="Calibri"/>
              </a:rPr>
              <a:t>t</a:t>
            </a:r>
            <a:r>
              <a:rPr dirty="0" smtClean="0" sz="2000" spc="-1">
                <a:latin typeface="Calibri"/>
                <a:cs typeface="Calibri"/>
              </a:rPr>
              <a:t> </a:t>
            </a:r>
            <a:r>
              <a:rPr dirty="0" smtClean="0" sz="2000" spc="-1">
                <a:latin typeface="Calibri"/>
                <a:cs typeface="Calibri"/>
              </a:rPr>
              <a:t>T</a:t>
            </a:r>
            <a:r>
              <a:rPr dirty="0" smtClean="0" sz="2000" spc="-1">
                <a:latin typeface="Calibri"/>
                <a:cs typeface="Calibri"/>
              </a:rPr>
              <a:t>RX</a:t>
            </a:r>
            <a:r>
              <a:rPr dirty="0" smtClean="0" sz="2000" spc="-1">
                <a:latin typeface="Calibri"/>
                <a:cs typeface="Calibri"/>
              </a:rPr>
              <a:t> </a:t>
            </a:r>
            <a:r>
              <a:rPr dirty="0" smtClean="0" sz="2000" spc="-1">
                <a:latin typeface="Calibri"/>
                <a:cs typeface="Calibri"/>
              </a:rPr>
              <a:t>l</a:t>
            </a:r>
            <a:r>
              <a:rPr dirty="0" smtClean="0" sz="2000" spc="-1">
                <a:latin typeface="Calibri"/>
                <a:cs typeface="Calibri"/>
              </a:rPr>
              <a:t>a</a:t>
            </a:r>
            <a:r>
              <a:rPr dirty="0" smtClean="0" sz="2000" spc="-1">
                <a:latin typeface="Calibri"/>
                <a:cs typeface="Calibri"/>
              </a:rPr>
              <a:t>y</a:t>
            </a:r>
            <a:r>
              <a:rPr dirty="0" smtClean="0" sz="2000" spc="-1">
                <a:latin typeface="Calibri"/>
                <a:cs typeface="Calibri"/>
              </a:rPr>
              <a:t>e</a:t>
            </a:r>
            <a:r>
              <a:rPr dirty="0" smtClean="0" sz="2000" spc="-1">
                <a:latin typeface="Calibri"/>
                <a:cs typeface="Calibri"/>
              </a:rPr>
              <a:t>r</a:t>
            </a:r>
            <a:r>
              <a:rPr dirty="0" smtClean="0" sz="2000" spc="-1">
                <a:latin typeface="Calibri"/>
                <a:cs typeface="Calibri"/>
              </a:rPr>
              <a:t>s.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742028" y="1698132"/>
            <a:ext cx="567132" cy="330517"/>
          </a:xfrm>
          <a:prstGeom prst="rect">
            <a:avLst/>
          </a:prstGeom>
        </p:spPr>
        <p:txBody>
          <a:bodyPr wrap="square" lIns="0" tIns="15875" rIns="0" bIns="0" rtlCol="0">
            <a:noAutofit/>
          </a:bodyPr>
          <a:lstStyle/>
          <a:p>
            <a:pPr marL="12700">
              <a:lnSpc>
                <a:spcPts val="2500"/>
              </a:lnSpc>
            </a:pPr>
            <a:r>
              <a:rPr dirty="0" smtClean="0" sz="2400">
                <a:latin typeface="Calibri"/>
                <a:cs typeface="Calibri"/>
              </a:rPr>
              <a:t>the: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14692" y="3710940"/>
            <a:ext cx="7059346" cy="1308481"/>
          </a:xfrm>
          <a:prstGeom prst="rect">
            <a:avLst/>
          </a:prstGeom>
        </p:spPr>
        <p:txBody>
          <a:bodyPr wrap="square" lIns="0" tIns="15875" rIns="0" bIns="0" rtlCol="0">
            <a:noAutofit/>
          </a:bodyPr>
          <a:lstStyle/>
          <a:p>
            <a:pPr marL="12700">
              <a:lnSpc>
                <a:spcPts val="2500"/>
              </a:lnSpc>
            </a:pPr>
            <a:r>
              <a:rPr dirty="0" smtClean="0" sz="2400" spc="-2">
                <a:latin typeface="Calibri"/>
                <a:cs typeface="Calibri"/>
              </a:rPr>
              <a:t>F</a:t>
            </a:r>
            <a:r>
              <a:rPr dirty="0" smtClean="0" sz="2400" spc="-2">
                <a:latin typeface="Calibri"/>
                <a:cs typeface="Calibri"/>
              </a:rPr>
              <a:t>r</a:t>
            </a:r>
            <a:r>
              <a:rPr dirty="0" smtClean="0" sz="2400" spc="-2">
                <a:latin typeface="Calibri"/>
                <a:cs typeface="Calibri"/>
              </a:rPr>
              <a:t>equ</a:t>
            </a:r>
            <a:r>
              <a:rPr dirty="0" smtClean="0" sz="2400" spc="-2">
                <a:latin typeface="Calibri"/>
                <a:cs typeface="Calibri"/>
              </a:rPr>
              <a:t>e</a:t>
            </a:r>
            <a:r>
              <a:rPr dirty="0" smtClean="0" sz="2400" spc="-2">
                <a:latin typeface="Calibri"/>
                <a:cs typeface="Calibri"/>
              </a:rPr>
              <a:t>ncy</a:t>
            </a:r>
            <a:r>
              <a:rPr dirty="0" smtClean="0" sz="2400" spc="-2">
                <a:latin typeface="Calibri"/>
                <a:cs typeface="Calibri"/>
              </a:rPr>
              <a:t> </a:t>
            </a:r>
            <a:r>
              <a:rPr dirty="0" smtClean="0" sz="2400" spc="-2">
                <a:latin typeface="Calibri"/>
                <a:cs typeface="Calibri"/>
              </a:rPr>
              <a:t>a</a:t>
            </a:r>
            <a:r>
              <a:rPr dirty="0" smtClean="0" sz="2400" spc="-2">
                <a:latin typeface="Calibri"/>
                <a:cs typeface="Calibri"/>
              </a:rPr>
              <a:t>l</a:t>
            </a:r>
            <a:r>
              <a:rPr dirty="0" smtClean="0" sz="2400" spc="-2">
                <a:latin typeface="Calibri"/>
                <a:cs typeface="Calibri"/>
              </a:rPr>
              <a:t>l</a:t>
            </a:r>
            <a:r>
              <a:rPr dirty="0" smtClean="0" sz="2400" spc="-2">
                <a:latin typeface="Calibri"/>
                <a:cs typeface="Calibri"/>
              </a:rPr>
              <a:t>o</a:t>
            </a:r>
            <a:r>
              <a:rPr dirty="0" smtClean="0" sz="2400" spc="-2">
                <a:latin typeface="Calibri"/>
                <a:cs typeface="Calibri"/>
              </a:rPr>
              <a:t>c</a:t>
            </a:r>
            <a:r>
              <a:rPr dirty="0" smtClean="0" sz="2400" spc="-2">
                <a:latin typeface="Calibri"/>
                <a:cs typeface="Calibri"/>
              </a:rPr>
              <a:t>a</a:t>
            </a:r>
            <a:r>
              <a:rPr dirty="0" smtClean="0" sz="2400" spc="-2">
                <a:latin typeface="Calibri"/>
                <a:cs typeface="Calibri"/>
              </a:rPr>
              <a:t>tion</a:t>
            </a:r>
            <a:r>
              <a:rPr dirty="0" smtClean="0" sz="2400" spc="-2">
                <a:latin typeface="Calibri"/>
                <a:cs typeface="Calibri"/>
              </a:rPr>
              <a:t> </a:t>
            </a:r>
            <a:r>
              <a:rPr dirty="0" smtClean="0" sz="2400" spc="-2">
                <a:latin typeface="Calibri"/>
                <a:cs typeface="Calibri"/>
              </a:rPr>
              <a:t>a</a:t>
            </a:r>
            <a:r>
              <a:rPr dirty="0" smtClean="0" sz="2400" spc="-2">
                <a:latin typeface="Calibri"/>
                <a:cs typeface="Calibri"/>
              </a:rPr>
              <a:t>spe</a:t>
            </a:r>
            <a:r>
              <a:rPr dirty="0" smtClean="0" sz="2400" spc="-2">
                <a:latin typeface="Calibri"/>
                <a:cs typeface="Calibri"/>
              </a:rPr>
              <a:t>c</a:t>
            </a:r>
            <a:r>
              <a:rPr dirty="0" smtClean="0" sz="2400" spc="-2">
                <a:latin typeface="Calibri"/>
                <a:cs typeface="Calibri"/>
              </a:rPr>
              <a:t>ts</a:t>
            </a:r>
            <a:r>
              <a:rPr dirty="0" smtClean="0" sz="2400" spc="-2">
                <a:latin typeface="Calibri"/>
                <a:cs typeface="Calibri"/>
              </a:rPr>
              <a:t> </a:t>
            </a:r>
            <a:r>
              <a:rPr dirty="0" smtClean="0" sz="2400" spc="-2">
                <a:latin typeface="Calibri"/>
                <a:cs typeface="Calibri"/>
              </a:rPr>
              <a:t>in</a:t>
            </a:r>
            <a:r>
              <a:rPr dirty="0" smtClean="0" sz="2400" spc="-2">
                <a:latin typeface="Calibri"/>
                <a:cs typeface="Calibri"/>
              </a:rPr>
              <a:t>c</a:t>
            </a:r>
            <a:r>
              <a:rPr dirty="0" smtClean="0" sz="2400" spc="-2">
                <a:latin typeface="Calibri"/>
                <a:cs typeface="Calibri"/>
              </a:rPr>
              <a:t>l</a:t>
            </a:r>
            <a:r>
              <a:rPr dirty="0" smtClean="0" sz="2400" spc="-2">
                <a:latin typeface="Calibri"/>
                <a:cs typeface="Calibri"/>
              </a:rPr>
              <a:t>ude</a:t>
            </a:r>
            <a:r>
              <a:rPr dirty="0" smtClean="0" sz="2400" spc="-2">
                <a:latin typeface="Calibri"/>
                <a:cs typeface="Calibri"/>
              </a:rPr>
              <a:t> </a:t>
            </a:r>
            <a:r>
              <a:rPr dirty="0" smtClean="0" sz="2400" spc="-2">
                <a:latin typeface="Calibri"/>
                <a:cs typeface="Calibri"/>
              </a:rPr>
              <a:t>f</a:t>
            </a:r>
            <a:r>
              <a:rPr dirty="0" smtClean="0" sz="2400" spc="-2">
                <a:latin typeface="Calibri"/>
                <a:cs typeface="Calibri"/>
              </a:rPr>
              <a:t>r</a:t>
            </a:r>
            <a:r>
              <a:rPr dirty="0" smtClean="0" sz="2400" spc="-2">
                <a:latin typeface="Calibri"/>
                <a:cs typeface="Calibri"/>
              </a:rPr>
              <a:t>equ</a:t>
            </a:r>
            <a:r>
              <a:rPr dirty="0" smtClean="0" sz="2400" spc="-2">
                <a:latin typeface="Calibri"/>
                <a:cs typeface="Calibri"/>
              </a:rPr>
              <a:t>e</a:t>
            </a:r>
            <a:r>
              <a:rPr dirty="0" smtClean="0" sz="2400" spc="-2">
                <a:latin typeface="Calibri"/>
                <a:cs typeface="Calibri"/>
              </a:rPr>
              <a:t>ncy</a:t>
            </a:r>
            <a:r>
              <a:rPr dirty="0" smtClean="0" sz="2400" spc="-2">
                <a:latin typeface="Calibri"/>
                <a:cs typeface="Calibri"/>
              </a:rPr>
              <a:t> </a:t>
            </a:r>
            <a:r>
              <a:rPr dirty="0" smtClean="0" sz="2400" spc="-2">
                <a:latin typeface="Calibri"/>
                <a:cs typeface="Calibri"/>
              </a:rPr>
              <a:t>planning</a:t>
            </a:r>
            <a:endParaRPr sz="2400">
              <a:latin typeface="Calibri"/>
              <a:cs typeface="Calibri"/>
            </a:endParaRPr>
          </a:p>
          <a:p>
            <a:pPr marL="12700" marR="45720">
              <a:lnSpc>
                <a:spcPts val="2880"/>
              </a:lnSpc>
              <a:spcBef>
                <a:spcPts val="19"/>
              </a:spcBef>
            </a:pPr>
            <a:r>
              <a:rPr dirty="0" smtClean="0" sz="2400" spc="-4">
                <a:latin typeface="Calibri"/>
                <a:cs typeface="Calibri"/>
              </a:rPr>
              <a:t>(Q</a:t>
            </a:r>
            <a:r>
              <a:rPr dirty="0" smtClean="0" sz="2400" spc="-4">
                <a:latin typeface="Calibri"/>
                <a:cs typeface="Calibri"/>
              </a:rPr>
              <a:t>O</a:t>
            </a:r>
            <a:r>
              <a:rPr dirty="0" smtClean="0" sz="2400" spc="-4">
                <a:latin typeface="Calibri"/>
                <a:cs typeface="Calibri"/>
              </a:rPr>
              <a:t>S</a:t>
            </a:r>
            <a:r>
              <a:rPr dirty="0" smtClean="0" sz="2400" spc="-4">
                <a:latin typeface="Calibri"/>
                <a:cs typeface="Calibri"/>
              </a:rPr>
              <a:t> </a:t>
            </a:r>
            <a:r>
              <a:rPr dirty="0" smtClean="0" sz="2400" spc="-4">
                <a:latin typeface="Calibri"/>
                <a:cs typeface="Calibri"/>
              </a:rPr>
              <a:t>r</a:t>
            </a:r>
            <a:r>
              <a:rPr dirty="0" smtClean="0" sz="2400" spc="-4">
                <a:latin typeface="Calibri"/>
                <a:cs typeface="Calibri"/>
              </a:rPr>
              <a:t>equ</a:t>
            </a:r>
            <a:r>
              <a:rPr dirty="0" smtClean="0" sz="2400" spc="-4">
                <a:latin typeface="Calibri"/>
                <a:cs typeface="Calibri"/>
              </a:rPr>
              <a:t>i</a:t>
            </a:r>
            <a:r>
              <a:rPr dirty="0" smtClean="0" sz="2400" spc="-4">
                <a:latin typeface="Calibri"/>
                <a:cs typeface="Calibri"/>
              </a:rPr>
              <a:t>r</a:t>
            </a:r>
            <a:r>
              <a:rPr dirty="0" smtClean="0" sz="2400" spc="-4">
                <a:latin typeface="Calibri"/>
                <a:cs typeface="Calibri"/>
              </a:rPr>
              <a:t>em</a:t>
            </a:r>
            <a:r>
              <a:rPr dirty="0" smtClean="0" sz="2400" spc="-4">
                <a:latin typeface="Calibri"/>
                <a:cs typeface="Calibri"/>
              </a:rPr>
              <a:t>e</a:t>
            </a:r>
            <a:r>
              <a:rPr dirty="0" smtClean="0" sz="2400" spc="-4">
                <a:latin typeface="Calibri"/>
                <a:cs typeface="Calibri"/>
              </a:rPr>
              <a:t>n</a:t>
            </a:r>
            <a:r>
              <a:rPr dirty="0" smtClean="0" sz="2400" spc="-4">
                <a:latin typeface="Calibri"/>
                <a:cs typeface="Calibri"/>
              </a:rPr>
              <a:t>ts)</a:t>
            </a:r>
            <a:endParaRPr sz="2400">
              <a:latin typeface="Calibri"/>
              <a:cs typeface="Calibri"/>
            </a:endParaRPr>
          </a:p>
          <a:p>
            <a:pPr marL="205739" marR="45720">
              <a:lnSpc>
                <a:spcPts val="2420"/>
              </a:lnSpc>
            </a:pPr>
            <a:r>
              <a:rPr dirty="0" smtClean="0" sz="1500" spc="9">
                <a:solidFill>
                  <a:srgbClr val="00CC99"/>
                </a:solidFill>
                <a:latin typeface="Calibri"/>
                <a:cs typeface="Calibri"/>
              </a:rPr>
              <a:t>•</a:t>
            </a:r>
            <a:r>
              <a:rPr dirty="0" smtClean="0" sz="1500" spc="9">
                <a:solidFill>
                  <a:srgbClr val="00CC99"/>
                </a:solidFill>
                <a:latin typeface="Calibri"/>
                <a:cs typeface="Calibri"/>
              </a:rPr>
              <a:t> </a:t>
            </a:r>
            <a:r>
              <a:rPr dirty="0" smtClean="0" sz="2000" spc="9">
                <a:latin typeface="Calibri"/>
                <a:cs typeface="Calibri"/>
              </a:rPr>
              <a:t>C</a:t>
            </a:r>
            <a:r>
              <a:rPr dirty="0" smtClean="0" sz="2000" spc="9">
                <a:latin typeface="Calibri"/>
                <a:cs typeface="Calibri"/>
              </a:rPr>
              <a:t>/</a:t>
            </a:r>
            <a:r>
              <a:rPr dirty="0" smtClean="0" sz="2000" spc="9">
                <a:latin typeface="Calibri"/>
                <a:cs typeface="Calibri"/>
              </a:rPr>
              <a:t>I</a:t>
            </a:r>
            <a:r>
              <a:rPr dirty="0" smtClean="0" sz="2000" spc="9">
                <a:latin typeface="Calibri"/>
                <a:cs typeface="Calibri"/>
              </a:rPr>
              <a:t> </a:t>
            </a:r>
            <a:r>
              <a:rPr dirty="0" smtClean="0" sz="2000" spc="9">
                <a:latin typeface="Calibri"/>
                <a:cs typeface="Calibri"/>
              </a:rPr>
              <a:t>r</a:t>
            </a:r>
            <a:r>
              <a:rPr dirty="0" smtClean="0" sz="2000" spc="9">
                <a:latin typeface="Calibri"/>
                <a:cs typeface="Calibri"/>
              </a:rPr>
              <a:t>e</a:t>
            </a:r>
            <a:r>
              <a:rPr dirty="0" smtClean="0" sz="2000" spc="9">
                <a:latin typeface="Calibri"/>
                <a:cs typeface="Calibri"/>
              </a:rPr>
              <a:t>q</a:t>
            </a:r>
            <a:r>
              <a:rPr dirty="0" smtClean="0" sz="2000" spc="9">
                <a:latin typeface="Calibri"/>
                <a:cs typeface="Calibri"/>
              </a:rPr>
              <a:t>u</a:t>
            </a:r>
            <a:r>
              <a:rPr dirty="0" smtClean="0" sz="2000" spc="9">
                <a:latin typeface="Calibri"/>
                <a:cs typeface="Calibri"/>
              </a:rPr>
              <a:t>i</a:t>
            </a:r>
            <a:r>
              <a:rPr dirty="0" smtClean="0" sz="2000" spc="9">
                <a:latin typeface="Calibri"/>
                <a:cs typeface="Calibri"/>
              </a:rPr>
              <a:t>r</a:t>
            </a:r>
            <a:r>
              <a:rPr dirty="0" smtClean="0" sz="2000" spc="9">
                <a:latin typeface="Calibri"/>
                <a:cs typeface="Calibri"/>
              </a:rPr>
              <a:t>ements</a:t>
            </a:r>
            <a:endParaRPr sz="2000">
              <a:latin typeface="Calibri"/>
              <a:cs typeface="Calibri"/>
            </a:endParaRPr>
          </a:p>
          <a:p>
            <a:pPr marL="205739" marR="45720">
              <a:lnSpc>
                <a:spcPts val="2405"/>
              </a:lnSpc>
            </a:pPr>
            <a:r>
              <a:rPr dirty="0" smtClean="0" sz="1500" spc="1">
                <a:solidFill>
                  <a:srgbClr val="00CC99"/>
                </a:solidFill>
                <a:latin typeface="Calibri"/>
                <a:cs typeface="Calibri"/>
              </a:rPr>
              <a:t>•</a:t>
            </a:r>
            <a:r>
              <a:rPr dirty="0" smtClean="0" sz="1500" spc="1">
                <a:solidFill>
                  <a:srgbClr val="00CC99"/>
                </a:solidFill>
                <a:latin typeface="Calibri"/>
                <a:cs typeface="Calibri"/>
              </a:rPr>
              <a:t> </a:t>
            </a:r>
            <a:r>
              <a:rPr dirty="0" smtClean="0" sz="2000" spc="1">
                <a:latin typeface="Calibri"/>
                <a:cs typeface="Calibri"/>
              </a:rPr>
              <a:t>P</a:t>
            </a:r>
            <a:r>
              <a:rPr dirty="0" smtClean="0" sz="2000" spc="1">
                <a:latin typeface="Calibri"/>
                <a:cs typeface="Calibri"/>
              </a:rPr>
              <a:t>e</a:t>
            </a:r>
            <a:r>
              <a:rPr dirty="0" smtClean="0" sz="2000" spc="1">
                <a:latin typeface="Calibri"/>
                <a:cs typeface="Calibri"/>
              </a:rPr>
              <a:t>r</a:t>
            </a:r>
            <a:r>
              <a:rPr dirty="0" smtClean="0" sz="2000" spc="1">
                <a:latin typeface="Calibri"/>
                <a:cs typeface="Calibri"/>
              </a:rPr>
              <a:t>c</a:t>
            </a:r>
            <a:r>
              <a:rPr dirty="0" smtClean="0" sz="2000" spc="1">
                <a:latin typeface="Calibri"/>
                <a:cs typeface="Calibri"/>
              </a:rPr>
              <a:t>e</a:t>
            </a:r>
            <a:r>
              <a:rPr dirty="0" smtClean="0" sz="2000" spc="1">
                <a:latin typeface="Calibri"/>
                <a:cs typeface="Calibri"/>
              </a:rPr>
              <a:t>n</a:t>
            </a:r>
            <a:r>
              <a:rPr dirty="0" smtClean="0" sz="2000" spc="1">
                <a:latin typeface="Calibri"/>
                <a:cs typeface="Calibri"/>
              </a:rPr>
              <a:t>t</a:t>
            </a:r>
            <a:r>
              <a:rPr dirty="0" smtClean="0" sz="2000" spc="1">
                <a:latin typeface="Calibri"/>
                <a:cs typeface="Calibri"/>
              </a:rPr>
              <a:t>a</a:t>
            </a:r>
            <a:r>
              <a:rPr dirty="0" smtClean="0" sz="2000" spc="1">
                <a:latin typeface="Calibri"/>
                <a:cs typeface="Calibri"/>
              </a:rPr>
              <a:t>g</a:t>
            </a:r>
            <a:r>
              <a:rPr dirty="0" smtClean="0" sz="2000" spc="1">
                <a:latin typeface="Calibri"/>
                <a:cs typeface="Calibri"/>
              </a:rPr>
              <a:t>e</a:t>
            </a:r>
            <a:r>
              <a:rPr dirty="0" smtClean="0" sz="2000" spc="1">
                <a:latin typeface="Calibri"/>
                <a:cs typeface="Calibri"/>
              </a:rPr>
              <a:t> </a:t>
            </a:r>
            <a:r>
              <a:rPr dirty="0" smtClean="0" sz="2000" spc="1">
                <a:latin typeface="Calibri"/>
                <a:cs typeface="Calibri"/>
              </a:rPr>
              <a:t>o</a:t>
            </a:r>
            <a:r>
              <a:rPr dirty="0" smtClean="0" sz="2000" spc="1">
                <a:latin typeface="Calibri"/>
                <a:cs typeface="Calibri"/>
              </a:rPr>
              <a:t>f</a:t>
            </a:r>
            <a:r>
              <a:rPr dirty="0" smtClean="0" sz="2000" spc="1">
                <a:latin typeface="Calibri"/>
                <a:cs typeface="Calibri"/>
              </a:rPr>
              <a:t> </a:t>
            </a:r>
            <a:r>
              <a:rPr dirty="0" smtClean="0" sz="2000" spc="1">
                <a:latin typeface="Calibri"/>
                <a:cs typeface="Calibri"/>
              </a:rPr>
              <a:t>c</a:t>
            </a:r>
            <a:r>
              <a:rPr dirty="0" smtClean="0" sz="2000" spc="1">
                <a:latin typeface="Calibri"/>
                <a:cs typeface="Calibri"/>
              </a:rPr>
              <a:t>o</a:t>
            </a:r>
            <a:r>
              <a:rPr dirty="0" smtClean="0" sz="2000" spc="1">
                <a:latin typeface="Calibri"/>
                <a:cs typeface="Calibri"/>
              </a:rPr>
              <a:t>-</a:t>
            </a:r>
            <a:r>
              <a:rPr dirty="0" smtClean="0" sz="2000" spc="1">
                <a:latin typeface="Calibri"/>
                <a:cs typeface="Calibri"/>
              </a:rPr>
              <a:t>c</a:t>
            </a:r>
            <a:r>
              <a:rPr dirty="0" smtClean="0" sz="2000" spc="1">
                <a:latin typeface="Calibri"/>
                <a:cs typeface="Calibri"/>
              </a:rPr>
              <a:t>h</a:t>
            </a:r>
            <a:r>
              <a:rPr dirty="0" smtClean="0" sz="2000" spc="1">
                <a:latin typeface="Calibri"/>
                <a:cs typeface="Calibri"/>
              </a:rPr>
              <a:t>a</a:t>
            </a:r>
            <a:r>
              <a:rPr dirty="0" smtClean="0" sz="2000" spc="1">
                <a:latin typeface="Calibri"/>
                <a:cs typeface="Calibri"/>
              </a:rPr>
              <a:t>n</a:t>
            </a:r>
            <a:r>
              <a:rPr dirty="0" smtClean="0" sz="2000" spc="1">
                <a:latin typeface="Calibri"/>
                <a:cs typeface="Calibri"/>
              </a:rPr>
              <a:t>n</a:t>
            </a:r>
            <a:r>
              <a:rPr dirty="0" smtClean="0" sz="2000" spc="1">
                <a:latin typeface="Calibri"/>
                <a:cs typeface="Calibri"/>
              </a:rPr>
              <a:t>e</a:t>
            </a:r>
            <a:r>
              <a:rPr dirty="0" smtClean="0" sz="2000" spc="1">
                <a:latin typeface="Calibri"/>
                <a:cs typeface="Calibri"/>
              </a:rPr>
              <a:t>l</a:t>
            </a:r>
            <a:r>
              <a:rPr dirty="0" smtClean="0" sz="2000" spc="1">
                <a:latin typeface="Calibri"/>
                <a:cs typeface="Calibri"/>
              </a:rPr>
              <a:t> </a:t>
            </a:r>
            <a:r>
              <a:rPr dirty="0" smtClean="0" sz="2000" spc="1">
                <a:latin typeface="Calibri"/>
                <a:cs typeface="Calibri"/>
              </a:rPr>
              <a:t>a</a:t>
            </a:r>
            <a:r>
              <a:rPr dirty="0" smtClean="0" sz="2000" spc="1">
                <a:latin typeface="Calibri"/>
                <a:cs typeface="Calibri"/>
              </a:rPr>
              <a:t>n</a:t>
            </a:r>
            <a:r>
              <a:rPr dirty="0" smtClean="0" sz="2000" spc="1">
                <a:latin typeface="Calibri"/>
                <a:cs typeface="Calibri"/>
              </a:rPr>
              <a:t>d</a:t>
            </a:r>
            <a:r>
              <a:rPr dirty="0" smtClean="0" sz="2000" spc="1">
                <a:latin typeface="Calibri"/>
                <a:cs typeface="Calibri"/>
              </a:rPr>
              <a:t> </a:t>
            </a:r>
            <a:r>
              <a:rPr dirty="0" smtClean="0" sz="2000" spc="1">
                <a:latin typeface="Calibri"/>
                <a:cs typeface="Calibri"/>
              </a:rPr>
              <a:t>a</a:t>
            </a:r>
            <a:r>
              <a:rPr dirty="0" smtClean="0" sz="2000" spc="1">
                <a:latin typeface="Calibri"/>
                <a:cs typeface="Calibri"/>
              </a:rPr>
              <a:t>d</a:t>
            </a:r>
            <a:r>
              <a:rPr dirty="0" smtClean="0" sz="2000" spc="1">
                <a:latin typeface="Calibri"/>
                <a:cs typeface="Calibri"/>
              </a:rPr>
              <a:t>j</a:t>
            </a:r>
            <a:r>
              <a:rPr dirty="0" smtClean="0" sz="2000" spc="1">
                <a:latin typeface="Calibri"/>
                <a:cs typeface="Calibri"/>
              </a:rPr>
              <a:t>a</a:t>
            </a:r>
            <a:r>
              <a:rPr dirty="0" smtClean="0" sz="2000" spc="1">
                <a:latin typeface="Calibri"/>
                <a:cs typeface="Calibri"/>
              </a:rPr>
              <a:t>c</a:t>
            </a:r>
            <a:r>
              <a:rPr dirty="0" smtClean="0" sz="2000" spc="1">
                <a:latin typeface="Calibri"/>
                <a:cs typeface="Calibri"/>
              </a:rPr>
              <a:t>e</a:t>
            </a:r>
            <a:r>
              <a:rPr dirty="0" smtClean="0" sz="2000" spc="1">
                <a:latin typeface="Calibri"/>
                <a:cs typeface="Calibri"/>
              </a:rPr>
              <a:t>n</a:t>
            </a:r>
            <a:r>
              <a:rPr dirty="0" smtClean="0" sz="2000" spc="1">
                <a:latin typeface="Calibri"/>
                <a:cs typeface="Calibri"/>
              </a:rPr>
              <a:t>t</a:t>
            </a:r>
            <a:r>
              <a:rPr dirty="0" smtClean="0" sz="2000" spc="1">
                <a:latin typeface="Calibri"/>
                <a:cs typeface="Calibri"/>
              </a:rPr>
              <a:t> </a:t>
            </a:r>
            <a:r>
              <a:rPr dirty="0" smtClean="0" sz="2000" spc="1">
                <a:latin typeface="Calibri"/>
                <a:cs typeface="Calibri"/>
              </a:rPr>
              <a:t>c</a:t>
            </a:r>
            <a:r>
              <a:rPr dirty="0" smtClean="0" sz="2000" spc="1">
                <a:latin typeface="Calibri"/>
                <a:cs typeface="Calibri"/>
              </a:rPr>
              <a:t>h</a:t>
            </a:r>
            <a:r>
              <a:rPr dirty="0" smtClean="0" sz="2000" spc="1">
                <a:latin typeface="Calibri"/>
                <a:cs typeface="Calibri"/>
              </a:rPr>
              <a:t>a</a:t>
            </a:r>
            <a:r>
              <a:rPr dirty="0" smtClean="0" sz="2000" spc="1">
                <a:latin typeface="Calibri"/>
                <a:cs typeface="Calibri"/>
              </a:rPr>
              <a:t>n</a:t>
            </a:r>
            <a:r>
              <a:rPr dirty="0" smtClean="0" sz="2000" spc="1">
                <a:latin typeface="Calibri"/>
                <a:cs typeface="Calibri"/>
              </a:rPr>
              <a:t>n</a:t>
            </a:r>
            <a:r>
              <a:rPr dirty="0" smtClean="0" sz="2000" spc="1">
                <a:latin typeface="Calibri"/>
                <a:cs typeface="Calibri"/>
              </a:rPr>
              <a:t>e</a:t>
            </a:r>
            <a:r>
              <a:rPr dirty="0" smtClean="0" sz="2000" spc="1">
                <a:latin typeface="Calibri"/>
                <a:cs typeface="Calibri"/>
              </a:rPr>
              <a:t>l</a:t>
            </a:r>
            <a:r>
              <a:rPr dirty="0" smtClean="0" sz="2000" spc="1">
                <a:latin typeface="Calibri"/>
                <a:cs typeface="Calibri"/>
              </a:rPr>
              <a:t> </a:t>
            </a:r>
            <a:r>
              <a:rPr dirty="0" smtClean="0" sz="2000" spc="1">
                <a:latin typeface="Calibri"/>
                <a:cs typeface="Calibri"/>
              </a:rPr>
              <a:t>i</a:t>
            </a:r>
            <a:r>
              <a:rPr dirty="0" smtClean="0" sz="2000" spc="1">
                <a:latin typeface="Calibri"/>
                <a:cs typeface="Calibri"/>
              </a:rPr>
              <a:t>n</a:t>
            </a:r>
            <a:r>
              <a:rPr dirty="0" smtClean="0" sz="2000" spc="1">
                <a:latin typeface="Calibri"/>
                <a:cs typeface="Calibri"/>
              </a:rPr>
              <a:t>t</a:t>
            </a:r>
            <a:r>
              <a:rPr dirty="0" smtClean="0" sz="2000" spc="1">
                <a:latin typeface="Calibri"/>
                <a:cs typeface="Calibri"/>
              </a:rPr>
              <a:t>e</a:t>
            </a:r>
            <a:r>
              <a:rPr dirty="0" smtClean="0" sz="2000" spc="1">
                <a:latin typeface="Calibri"/>
                <a:cs typeface="Calibri"/>
              </a:rPr>
              <a:t>r</a:t>
            </a:r>
            <a:r>
              <a:rPr dirty="0" smtClean="0" sz="2000" spc="1">
                <a:latin typeface="Calibri"/>
                <a:cs typeface="Calibri"/>
              </a:rPr>
              <a:t>f</a:t>
            </a:r>
            <a:r>
              <a:rPr dirty="0" smtClean="0" sz="2000" spc="1">
                <a:latin typeface="Calibri"/>
                <a:cs typeface="Calibri"/>
              </a:rPr>
              <a:t>e</a:t>
            </a:r>
            <a:r>
              <a:rPr dirty="0" smtClean="0" sz="2000" spc="1">
                <a:latin typeface="Calibri"/>
                <a:cs typeface="Calibri"/>
              </a:rPr>
              <a:t>r</a:t>
            </a:r>
            <a:r>
              <a:rPr dirty="0" smtClean="0" sz="2000" spc="1">
                <a:latin typeface="Calibri"/>
                <a:cs typeface="Calibri"/>
              </a:rPr>
              <a:t>e</a:t>
            </a:r>
            <a:r>
              <a:rPr dirty="0" smtClean="0" sz="2000" spc="1">
                <a:latin typeface="Calibri"/>
                <a:cs typeface="Calibri"/>
              </a:rPr>
              <a:t>n</a:t>
            </a:r>
            <a:r>
              <a:rPr dirty="0" smtClean="0" sz="2000" spc="1">
                <a:latin typeface="Calibri"/>
                <a:cs typeface="Calibri"/>
              </a:rPr>
              <a:t>c</a:t>
            </a:r>
            <a:r>
              <a:rPr dirty="0" smtClean="0" sz="2000" spc="1">
                <a:latin typeface="Calibri"/>
                <a:cs typeface="Calibri"/>
              </a:rPr>
              <a:t>e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770507" y="3710940"/>
            <a:ext cx="1376122" cy="330200"/>
          </a:xfrm>
          <a:prstGeom prst="rect">
            <a:avLst/>
          </a:prstGeom>
        </p:spPr>
        <p:txBody>
          <a:bodyPr wrap="square" lIns="0" tIns="15875" rIns="0" bIns="0" rtlCol="0">
            <a:noAutofit/>
          </a:bodyPr>
          <a:lstStyle/>
          <a:p>
            <a:pPr marL="12700">
              <a:lnSpc>
                <a:spcPts val="2500"/>
              </a:lnSpc>
            </a:pPr>
            <a:r>
              <a:rPr dirty="0" smtClean="0" sz="2400" spc="-3">
                <a:latin typeface="Calibri"/>
                <a:cs typeface="Calibri"/>
              </a:rPr>
              <a:t>th</a:t>
            </a:r>
            <a:r>
              <a:rPr dirty="0" smtClean="0" sz="2400" spc="-3">
                <a:latin typeface="Calibri"/>
                <a:cs typeface="Calibri"/>
              </a:rPr>
              <a:t>r</a:t>
            </a:r>
            <a:r>
              <a:rPr dirty="0" smtClean="0" sz="2400" spc="-3">
                <a:latin typeface="Calibri"/>
                <a:cs typeface="Calibri"/>
              </a:rPr>
              <a:t>esho</a:t>
            </a:r>
            <a:r>
              <a:rPr dirty="0" smtClean="0" sz="2400" spc="-3">
                <a:latin typeface="Calibri"/>
                <a:cs typeface="Calibri"/>
              </a:rPr>
              <a:t>l</a:t>
            </a:r>
            <a:r>
              <a:rPr dirty="0" smtClean="0" sz="2400" spc="-3">
                <a:latin typeface="Calibri"/>
                <a:cs typeface="Calibri"/>
              </a:rPr>
              <a:t>ds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0215" y="3768090"/>
            <a:ext cx="173532" cy="254000"/>
          </a:xfrm>
          <a:prstGeom prst="rect">
            <a:avLst/>
          </a:prstGeom>
        </p:spPr>
        <p:txBody>
          <a:bodyPr wrap="square" lIns="0" tIns="12065" rIns="0" bIns="0" rtlCol="0">
            <a:noAutofit/>
          </a:bodyPr>
          <a:lstStyle/>
          <a:p>
            <a:pPr marL="12700">
              <a:lnSpc>
                <a:spcPts val="1900"/>
              </a:lnSpc>
            </a:pPr>
            <a:r>
              <a:rPr dirty="0" smtClean="0" sz="1800">
                <a:solidFill>
                  <a:srgbClr val="00CC99"/>
                </a:solidFill>
                <a:latin typeface="Calibri"/>
                <a:cs typeface="Calibri"/>
              </a:rPr>
              <a:t>•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1140" y="6472848"/>
            <a:ext cx="5475228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o</a:t>
            </a:r>
            <a:r>
              <a:rPr dirty="0" smtClean="0" sz="1800" spc="0" b="1">
                <a:latin typeface="Georgia"/>
                <a:cs typeface="Georgia"/>
              </a:rPr>
              <a:t>d</a:t>
            </a:r>
            <a:r>
              <a:rPr dirty="0" smtClean="0" sz="1800" spc="0" b="1">
                <a:latin typeface="Georgia"/>
                <a:cs typeface="Georgia"/>
              </a:rPr>
              <a:t>ul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3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S</a:t>
            </a:r>
            <a:r>
              <a:rPr dirty="0" smtClean="0" sz="1800" spc="0" b="1">
                <a:latin typeface="Georgia"/>
                <a:cs typeface="Georgia"/>
              </a:rPr>
              <a:t>istem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K</a:t>
            </a:r>
            <a:r>
              <a:rPr dirty="0" smtClean="0" sz="1800" spc="0" b="1">
                <a:latin typeface="Georgia"/>
                <a:cs typeface="Georgia"/>
              </a:rPr>
              <a:t>o</a:t>
            </a: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unik</a:t>
            </a:r>
            <a:r>
              <a:rPr dirty="0" smtClean="0" sz="1800" spc="0" b="1">
                <a:latin typeface="Georgia"/>
                <a:cs typeface="Georgia"/>
              </a:rPr>
              <a:t>a</a:t>
            </a:r>
            <a:r>
              <a:rPr dirty="0" smtClean="0" sz="1800" spc="0" b="1">
                <a:latin typeface="Georgia"/>
                <a:cs typeface="Georgia"/>
              </a:rPr>
              <a:t>si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B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r>
              <a:rPr dirty="0" smtClean="0" sz="1800" spc="0" b="1">
                <a:latin typeface="Georgia"/>
                <a:cs typeface="Georgia"/>
              </a:rPr>
              <a:t>g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r>
              <a:rPr dirty="0" smtClean="0" sz="1800" spc="0" b="1">
                <a:latin typeface="Georgia"/>
                <a:cs typeface="Georgia"/>
              </a:rPr>
              <a:t>a</a:t>
            </a:r>
            <a:r>
              <a:rPr dirty="0" smtClean="0" sz="1800" spc="0" b="1">
                <a:latin typeface="Georgia"/>
                <a:cs typeface="Georgia"/>
              </a:rPr>
              <a:t>k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S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lul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9431020" y="6472848"/>
            <a:ext cx="360658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-9" b="1">
                <a:latin typeface="Georgia"/>
                <a:cs typeface="Georgia"/>
              </a:rPr>
              <a:t>48</a:t>
            </a:r>
            <a:endParaRPr sz="1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/>
          <p:cNvSpPr/>
          <p:nvPr/>
        </p:nvSpPr>
        <p:spPr>
          <a:xfrm>
            <a:off x="0" y="6400800"/>
            <a:ext cx="9903460" cy="457196"/>
          </a:xfrm>
          <a:custGeom>
            <a:avLst/>
            <a:gdLst/>
            <a:ahLst/>
            <a:cxnLst/>
            <a:rect l="l" t="t" r="r" b="b"/>
            <a:pathLst>
              <a:path w="9903460" h="457196">
                <a:moveTo>
                  <a:pt x="9903460" y="457196"/>
                </a:moveTo>
                <a:lnTo>
                  <a:pt x="9903460" y="0"/>
                </a:lnTo>
                <a:lnTo>
                  <a:pt x="0" y="0"/>
                </a:lnTo>
                <a:lnTo>
                  <a:pt x="0" y="457196"/>
                </a:lnTo>
                <a:lnTo>
                  <a:pt x="9903460" y="457196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" name="object 17"/>
          <p:cNvSpPr/>
          <p:nvPr/>
        </p:nvSpPr>
        <p:spPr>
          <a:xfrm>
            <a:off x="153670" y="640207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58419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" name="object 14"/>
          <p:cNvSpPr/>
          <p:nvPr/>
        </p:nvSpPr>
        <p:spPr>
          <a:xfrm>
            <a:off x="0" y="0"/>
            <a:ext cx="9903460" cy="609600"/>
          </a:xfrm>
          <a:custGeom>
            <a:avLst/>
            <a:gdLst/>
            <a:ahLst/>
            <a:cxnLst/>
            <a:rect l="l" t="t" r="r" b="b"/>
            <a:pathLst>
              <a:path w="9903460" h="609600">
                <a:moveTo>
                  <a:pt x="0" y="609600"/>
                </a:moveTo>
                <a:lnTo>
                  <a:pt x="9903460" y="609600"/>
                </a:lnTo>
                <a:lnTo>
                  <a:pt x="9903460" y="0"/>
                </a:lnTo>
                <a:lnTo>
                  <a:pt x="0" y="0"/>
                </a:lnTo>
                <a:lnTo>
                  <a:pt x="0" y="60960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" name="object 15"/>
          <p:cNvSpPr/>
          <p:nvPr/>
        </p:nvSpPr>
        <p:spPr>
          <a:xfrm>
            <a:off x="111760" y="60960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76200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1835150" y="47553"/>
            <a:ext cx="3787241" cy="584200"/>
          </a:xfrm>
          <a:prstGeom prst="rect">
            <a:avLst/>
          </a:prstGeom>
        </p:spPr>
        <p:txBody>
          <a:bodyPr wrap="square" lIns="0" tIns="29146" rIns="0" bIns="0" rtlCol="0">
            <a:noAutofit/>
          </a:bodyPr>
          <a:lstStyle/>
          <a:p>
            <a:pPr marL="12700">
              <a:lnSpc>
                <a:spcPts val="4590"/>
              </a:lnSpc>
            </a:pPr>
            <a:r>
              <a:rPr dirty="0" smtClean="0" sz="4400">
                <a:latin typeface="Times New Roman"/>
                <a:cs typeface="Times New Roman"/>
              </a:rPr>
              <a:t>Frequency</a:t>
            </a:r>
            <a:r>
              <a:rPr dirty="0" smtClean="0" sz="4400">
                <a:latin typeface="Times New Roman"/>
                <a:cs typeface="Times New Roman"/>
              </a:rPr>
              <a:t> </a:t>
            </a:r>
            <a:r>
              <a:rPr dirty="0" smtClean="0" sz="4400">
                <a:latin typeface="Times New Roman"/>
                <a:cs typeface="Times New Roman"/>
              </a:rPr>
              <a:t>Band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652871" y="47553"/>
            <a:ext cx="2033168" cy="584200"/>
          </a:xfrm>
          <a:prstGeom prst="rect">
            <a:avLst/>
          </a:prstGeom>
        </p:spPr>
        <p:txBody>
          <a:bodyPr wrap="square" lIns="0" tIns="29146" rIns="0" bIns="0" rtlCol="0">
            <a:noAutofit/>
          </a:bodyPr>
          <a:lstStyle/>
          <a:p>
            <a:pPr marL="12700">
              <a:lnSpc>
                <a:spcPts val="4590"/>
              </a:lnSpc>
            </a:pPr>
            <a:r>
              <a:rPr dirty="0" smtClean="0" sz="4400" spc="-1">
                <a:latin typeface="Times New Roman"/>
                <a:cs typeface="Times New Roman"/>
              </a:rPr>
              <a:t>Spl</a:t>
            </a:r>
            <a:r>
              <a:rPr dirty="0" smtClean="0" sz="4400" spc="-1">
                <a:latin typeface="Times New Roman"/>
                <a:cs typeface="Times New Roman"/>
              </a:rPr>
              <a:t>i</a:t>
            </a:r>
            <a:r>
              <a:rPr dirty="0" smtClean="0" sz="4400" spc="-1">
                <a:latin typeface="Times New Roman"/>
                <a:cs typeface="Times New Roman"/>
              </a:rPr>
              <a:t>tting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02932" y="1287779"/>
            <a:ext cx="2421585" cy="431800"/>
          </a:xfrm>
          <a:prstGeom prst="rect">
            <a:avLst/>
          </a:prstGeom>
        </p:spPr>
        <p:txBody>
          <a:bodyPr wrap="square" lIns="0" tIns="20955" rIns="0" bIns="0" rtlCol="0">
            <a:noAutofit/>
          </a:bodyPr>
          <a:lstStyle/>
          <a:p>
            <a:pPr marL="12700">
              <a:lnSpc>
                <a:spcPts val="3300"/>
              </a:lnSpc>
            </a:pPr>
            <a:r>
              <a:rPr dirty="0" smtClean="0" sz="3200" spc="-6">
                <a:latin typeface="Calibri"/>
                <a:cs typeface="Calibri"/>
              </a:rPr>
              <a:t>M</a:t>
            </a:r>
            <a:r>
              <a:rPr dirty="0" smtClean="0" sz="3200" spc="-6">
                <a:latin typeface="Calibri"/>
                <a:cs typeface="Calibri"/>
              </a:rPr>
              <a:t>a</a:t>
            </a:r>
            <a:r>
              <a:rPr dirty="0" smtClean="0" sz="3200" spc="-6">
                <a:latin typeface="Calibri"/>
                <a:cs typeface="Calibri"/>
              </a:rPr>
              <a:t>c</a:t>
            </a:r>
            <a:r>
              <a:rPr dirty="0" smtClean="0" sz="3200" spc="-6">
                <a:latin typeface="Calibri"/>
                <a:cs typeface="Calibri"/>
              </a:rPr>
              <a:t>r</a:t>
            </a:r>
            <a:r>
              <a:rPr dirty="0" smtClean="0" sz="3200" spc="-6">
                <a:latin typeface="Calibri"/>
                <a:cs typeface="Calibri"/>
              </a:rPr>
              <a:t>o</a:t>
            </a:r>
            <a:r>
              <a:rPr dirty="0" smtClean="0" sz="3200" spc="-6">
                <a:latin typeface="Calibri"/>
                <a:cs typeface="Calibri"/>
              </a:rPr>
              <a:t> </a:t>
            </a:r>
            <a:r>
              <a:rPr dirty="0" smtClean="0" sz="3200" spc="-6">
                <a:latin typeface="Calibri"/>
                <a:cs typeface="Calibri"/>
              </a:rPr>
              <a:t>-</a:t>
            </a:r>
            <a:r>
              <a:rPr dirty="0" smtClean="0" sz="3200" spc="-6">
                <a:latin typeface="Calibri"/>
                <a:cs typeface="Calibri"/>
              </a:rPr>
              <a:t> </a:t>
            </a:r>
            <a:r>
              <a:rPr dirty="0" smtClean="0" sz="3200" spc="-6">
                <a:latin typeface="Calibri"/>
                <a:cs typeface="Calibri"/>
              </a:rPr>
              <a:t>Mi</a:t>
            </a:r>
            <a:r>
              <a:rPr dirty="0" smtClean="0" sz="3200" spc="-6">
                <a:latin typeface="Calibri"/>
                <a:cs typeface="Calibri"/>
              </a:rPr>
              <a:t>c</a:t>
            </a:r>
            <a:r>
              <a:rPr dirty="0" smtClean="0" sz="3200" spc="-6">
                <a:latin typeface="Calibri"/>
                <a:cs typeface="Calibri"/>
              </a:rPr>
              <a:t>r</a:t>
            </a:r>
            <a:r>
              <a:rPr dirty="0" smtClean="0" sz="3200" spc="-6">
                <a:latin typeface="Calibri"/>
                <a:cs typeface="Calibri"/>
              </a:rPr>
              <a:t>o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60132" y="2192274"/>
            <a:ext cx="7722135" cy="807926"/>
          </a:xfrm>
          <a:prstGeom prst="rect">
            <a:avLst/>
          </a:prstGeom>
        </p:spPr>
        <p:txBody>
          <a:bodyPr wrap="square" lIns="0" tIns="18415" rIns="0" bIns="0" rtlCol="0">
            <a:noAutofit/>
          </a:bodyPr>
          <a:lstStyle/>
          <a:p>
            <a:pPr marL="12700">
              <a:lnSpc>
                <a:spcPts val="2900"/>
              </a:lnSpc>
            </a:pPr>
            <a:r>
              <a:rPr dirty="0" smtClean="0" sz="2800" spc="-6">
                <a:solidFill>
                  <a:srgbClr val="00CC99"/>
                </a:solidFill>
                <a:latin typeface="Calibri"/>
                <a:cs typeface="Calibri"/>
              </a:rPr>
              <a:t>•</a:t>
            </a:r>
            <a:r>
              <a:rPr dirty="0" smtClean="0" sz="2800" spc="-6">
                <a:solidFill>
                  <a:srgbClr val="00CC99"/>
                </a:solidFill>
                <a:latin typeface="Calibri"/>
                <a:cs typeface="Calibri"/>
              </a:rPr>
              <a:t> </a:t>
            </a:r>
            <a:r>
              <a:rPr dirty="0" smtClean="0" sz="2800" spc="-6">
                <a:latin typeface="Calibri"/>
                <a:cs typeface="Calibri"/>
              </a:rPr>
              <a:t>n</a:t>
            </a:r>
            <a:r>
              <a:rPr dirty="0" smtClean="0" sz="2800" spc="-6">
                <a:latin typeface="Calibri"/>
                <a:cs typeface="Calibri"/>
              </a:rPr>
              <a:t>e</a:t>
            </a:r>
            <a:r>
              <a:rPr dirty="0" smtClean="0" sz="2800" spc="-6">
                <a:latin typeface="Calibri"/>
                <a:cs typeface="Calibri"/>
              </a:rPr>
              <a:t>e</a:t>
            </a:r>
            <a:r>
              <a:rPr dirty="0" smtClean="0" sz="2800" spc="-6">
                <a:latin typeface="Calibri"/>
                <a:cs typeface="Calibri"/>
              </a:rPr>
              <a:t>d</a:t>
            </a:r>
            <a:r>
              <a:rPr dirty="0" smtClean="0" sz="2800" spc="-6">
                <a:latin typeface="Calibri"/>
                <a:cs typeface="Calibri"/>
              </a:rPr>
              <a:t>ed</a:t>
            </a:r>
            <a:r>
              <a:rPr dirty="0" smtClean="0" sz="2800" spc="-6">
                <a:latin typeface="Calibri"/>
                <a:cs typeface="Calibri"/>
              </a:rPr>
              <a:t> </a:t>
            </a:r>
            <a:r>
              <a:rPr dirty="0" smtClean="0" sz="2800" spc="-6">
                <a:latin typeface="Calibri"/>
                <a:cs typeface="Calibri"/>
              </a:rPr>
              <a:t>b</a:t>
            </a:r>
            <a:r>
              <a:rPr dirty="0" smtClean="0" sz="2800" spc="-6">
                <a:latin typeface="Calibri"/>
                <a:cs typeface="Calibri"/>
              </a:rPr>
              <a:t>e</a:t>
            </a:r>
            <a:r>
              <a:rPr dirty="0" smtClean="0" sz="2800" spc="-6">
                <a:latin typeface="Calibri"/>
                <a:cs typeface="Calibri"/>
              </a:rPr>
              <a:t>c</a:t>
            </a:r>
            <a:r>
              <a:rPr dirty="0" smtClean="0" sz="2800" spc="-6">
                <a:latin typeface="Calibri"/>
                <a:cs typeface="Calibri"/>
              </a:rPr>
              <a:t>a</a:t>
            </a:r>
            <a:r>
              <a:rPr dirty="0" smtClean="0" sz="2800" spc="-6">
                <a:latin typeface="Calibri"/>
                <a:cs typeface="Calibri"/>
              </a:rPr>
              <a:t>u</a:t>
            </a:r>
            <a:r>
              <a:rPr dirty="0" smtClean="0" sz="2800" spc="-6">
                <a:latin typeface="Calibri"/>
                <a:cs typeface="Calibri"/>
              </a:rPr>
              <a:t>se</a:t>
            </a:r>
            <a:r>
              <a:rPr dirty="0" smtClean="0" sz="2800" spc="-6">
                <a:latin typeface="Calibri"/>
                <a:cs typeface="Calibri"/>
              </a:rPr>
              <a:t> </a:t>
            </a:r>
            <a:r>
              <a:rPr dirty="0" smtClean="0" sz="2800" spc="-6">
                <a:latin typeface="Calibri"/>
                <a:cs typeface="Calibri"/>
              </a:rPr>
              <a:t>of</a:t>
            </a:r>
            <a:r>
              <a:rPr dirty="0" smtClean="0" sz="2800" spc="-6">
                <a:latin typeface="Calibri"/>
                <a:cs typeface="Calibri"/>
              </a:rPr>
              <a:t> </a:t>
            </a:r>
            <a:r>
              <a:rPr dirty="0" smtClean="0" sz="2800" spc="-6">
                <a:latin typeface="Calibri"/>
                <a:cs typeface="Calibri"/>
              </a:rPr>
              <a:t>i</a:t>
            </a:r>
            <a:r>
              <a:rPr dirty="0" smtClean="0" sz="2800" spc="-6">
                <a:latin typeface="Calibri"/>
                <a:cs typeface="Calibri"/>
              </a:rPr>
              <a:t>n</a:t>
            </a:r>
            <a:r>
              <a:rPr dirty="0" smtClean="0" sz="2800" spc="-6">
                <a:latin typeface="Calibri"/>
                <a:cs typeface="Calibri"/>
              </a:rPr>
              <a:t>ac</a:t>
            </a:r>
            <a:r>
              <a:rPr dirty="0" smtClean="0" sz="2800" spc="-6">
                <a:latin typeface="Calibri"/>
                <a:cs typeface="Calibri"/>
              </a:rPr>
              <a:t>c</a:t>
            </a:r>
            <a:r>
              <a:rPr dirty="0" smtClean="0" sz="2800" spc="-6">
                <a:latin typeface="Calibri"/>
                <a:cs typeface="Calibri"/>
              </a:rPr>
              <a:t>u</a:t>
            </a:r>
            <a:r>
              <a:rPr dirty="0" smtClean="0" sz="2800" spc="-6">
                <a:latin typeface="Calibri"/>
                <a:cs typeface="Calibri"/>
              </a:rPr>
              <a:t>r</a:t>
            </a:r>
            <a:r>
              <a:rPr dirty="0" smtClean="0" sz="2800" spc="-6">
                <a:latin typeface="Calibri"/>
                <a:cs typeface="Calibri"/>
              </a:rPr>
              <a:t>a</a:t>
            </a:r>
            <a:r>
              <a:rPr dirty="0" smtClean="0" sz="2800" spc="-6">
                <a:latin typeface="Calibri"/>
                <a:cs typeface="Calibri"/>
              </a:rPr>
              <a:t>t</a:t>
            </a:r>
            <a:r>
              <a:rPr dirty="0" smtClean="0" sz="2800" spc="-6">
                <a:latin typeface="Calibri"/>
                <a:cs typeface="Calibri"/>
              </a:rPr>
              <a:t>e</a:t>
            </a:r>
            <a:r>
              <a:rPr dirty="0" smtClean="0" sz="2800" spc="-6">
                <a:latin typeface="Calibri"/>
                <a:cs typeface="Calibri"/>
              </a:rPr>
              <a:t> </a:t>
            </a:r>
            <a:r>
              <a:rPr dirty="0" smtClean="0" sz="2800" spc="-6">
                <a:latin typeface="Calibri"/>
                <a:cs typeface="Calibri"/>
              </a:rPr>
              <a:t>c</a:t>
            </a:r>
            <a:r>
              <a:rPr dirty="0" smtClean="0" sz="2800" spc="-6">
                <a:latin typeface="Calibri"/>
                <a:cs typeface="Calibri"/>
              </a:rPr>
              <a:t>o</a:t>
            </a:r>
            <a:r>
              <a:rPr dirty="0" smtClean="0" sz="2800" spc="-6">
                <a:latin typeface="Calibri"/>
                <a:cs typeface="Calibri"/>
              </a:rPr>
              <a:t>v</a:t>
            </a:r>
            <a:r>
              <a:rPr dirty="0" smtClean="0" sz="2800" spc="-6">
                <a:latin typeface="Calibri"/>
                <a:cs typeface="Calibri"/>
              </a:rPr>
              <a:t>e</a:t>
            </a:r>
            <a:r>
              <a:rPr dirty="0" smtClean="0" sz="2800" spc="-6">
                <a:latin typeface="Calibri"/>
                <a:cs typeface="Calibri"/>
              </a:rPr>
              <a:t>r</a:t>
            </a:r>
            <a:r>
              <a:rPr dirty="0" smtClean="0" sz="2800" spc="-6">
                <a:latin typeface="Calibri"/>
                <a:cs typeface="Calibri"/>
              </a:rPr>
              <a:t>a</a:t>
            </a:r>
            <a:r>
              <a:rPr dirty="0" smtClean="0" sz="2800" spc="-6">
                <a:latin typeface="Calibri"/>
                <a:cs typeface="Calibri"/>
              </a:rPr>
              <a:t>g</a:t>
            </a:r>
            <a:r>
              <a:rPr dirty="0" smtClean="0" sz="2800" spc="-6">
                <a:latin typeface="Calibri"/>
                <a:cs typeface="Calibri"/>
              </a:rPr>
              <a:t>e</a:t>
            </a:r>
            <a:r>
              <a:rPr dirty="0" smtClean="0" sz="2800" spc="-6">
                <a:latin typeface="Calibri"/>
                <a:cs typeface="Calibri"/>
              </a:rPr>
              <a:t> </a:t>
            </a:r>
            <a:r>
              <a:rPr dirty="0" smtClean="0" sz="2800" spc="-6">
                <a:latin typeface="Calibri"/>
                <a:cs typeface="Calibri"/>
              </a:rPr>
              <a:t>p</a:t>
            </a:r>
            <a:r>
              <a:rPr dirty="0" smtClean="0" sz="2800" spc="-6">
                <a:latin typeface="Calibri"/>
                <a:cs typeface="Calibri"/>
              </a:rPr>
              <a:t>r</a:t>
            </a:r>
            <a:r>
              <a:rPr dirty="0" smtClean="0" sz="2800" spc="-6">
                <a:latin typeface="Calibri"/>
                <a:cs typeface="Calibri"/>
              </a:rPr>
              <a:t>e</a:t>
            </a:r>
            <a:r>
              <a:rPr dirty="0" smtClean="0" sz="2800" spc="-6">
                <a:latin typeface="Calibri"/>
                <a:cs typeface="Calibri"/>
              </a:rPr>
              <a:t>d</a:t>
            </a:r>
            <a:r>
              <a:rPr dirty="0" smtClean="0" sz="2800" spc="-6">
                <a:latin typeface="Calibri"/>
                <a:cs typeface="Calibri"/>
              </a:rPr>
              <a:t>ict</a:t>
            </a:r>
            <a:r>
              <a:rPr dirty="0" smtClean="0" sz="2800" spc="-6">
                <a:latin typeface="Calibri"/>
                <a:cs typeface="Calibri"/>
              </a:rPr>
              <a:t>i</a:t>
            </a:r>
            <a:r>
              <a:rPr dirty="0" smtClean="0" sz="2800" spc="-6">
                <a:latin typeface="Calibri"/>
                <a:cs typeface="Calibri"/>
              </a:rPr>
              <a:t>o</a:t>
            </a:r>
            <a:r>
              <a:rPr dirty="0" smtClean="0" sz="2800" spc="-6">
                <a:latin typeface="Calibri"/>
                <a:cs typeface="Calibri"/>
              </a:rPr>
              <a:t>n</a:t>
            </a:r>
            <a:r>
              <a:rPr dirty="0" smtClean="0" sz="2800" spc="-6">
                <a:latin typeface="Calibri"/>
                <a:cs typeface="Calibri"/>
              </a:rPr>
              <a:t>s</a:t>
            </a:r>
            <a:endParaRPr sz="2800">
              <a:latin typeface="Calibri"/>
              <a:cs typeface="Calibri"/>
            </a:endParaRPr>
          </a:p>
          <a:p>
            <a:pPr marL="269176" marR="53340">
              <a:lnSpc>
                <a:spcPts val="3360"/>
              </a:lnSpc>
              <a:spcBef>
                <a:spcPts val="23"/>
              </a:spcBef>
            </a:pPr>
            <a:r>
              <a:rPr dirty="0" smtClean="0" sz="2800" spc="-10">
                <a:latin typeface="Calibri"/>
                <a:cs typeface="Calibri"/>
              </a:rPr>
              <a:t>b</a:t>
            </a:r>
            <a:r>
              <a:rPr dirty="0" smtClean="0" sz="2800" spc="-10">
                <a:latin typeface="Calibri"/>
                <a:cs typeface="Calibri"/>
              </a:rPr>
              <a:t>e</a:t>
            </a:r>
            <a:r>
              <a:rPr dirty="0" smtClean="0" sz="2800" spc="-10">
                <a:latin typeface="Calibri"/>
                <a:cs typeface="Calibri"/>
              </a:rPr>
              <a:t>t</a:t>
            </a:r>
            <a:r>
              <a:rPr dirty="0" smtClean="0" sz="2800" spc="-10">
                <a:latin typeface="Calibri"/>
                <a:cs typeface="Calibri"/>
              </a:rPr>
              <a:t>w</a:t>
            </a:r>
            <a:r>
              <a:rPr dirty="0" smtClean="0" sz="2800" spc="-10">
                <a:latin typeface="Calibri"/>
                <a:cs typeface="Calibri"/>
              </a:rPr>
              <a:t>e</a:t>
            </a:r>
            <a:r>
              <a:rPr dirty="0" smtClean="0" sz="2800" spc="-10">
                <a:latin typeface="Calibri"/>
                <a:cs typeface="Calibri"/>
              </a:rPr>
              <a:t>e</a:t>
            </a:r>
            <a:r>
              <a:rPr dirty="0" smtClean="0" sz="2800" spc="-10">
                <a:latin typeface="Calibri"/>
                <a:cs typeface="Calibri"/>
              </a:rPr>
              <a:t>n</a:t>
            </a:r>
            <a:r>
              <a:rPr dirty="0" smtClean="0" sz="2800" spc="-10">
                <a:latin typeface="Calibri"/>
                <a:cs typeface="Calibri"/>
              </a:rPr>
              <a:t> </a:t>
            </a:r>
            <a:r>
              <a:rPr dirty="0" smtClean="0" sz="2800" spc="-10">
                <a:latin typeface="Calibri"/>
                <a:cs typeface="Calibri"/>
              </a:rPr>
              <a:t>mac</a:t>
            </a:r>
            <a:r>
              <a:rPr dirty="0" smtClean="0" sz="2800" spc="-10">
                <a:latin typeface="Calibri"/>
                <a:cs typeface="Calibri"/>
              </a:rPr>
              <a:t>r</a:t>
            </a:r>
            <a:r>
              <a:rPr dirty="0" smtClean="0" sz="2800" spc="-10">
                <a:latin typeface="Calibri"/>
                <a:cs typeface="Calibri"/>
              </a:rPr>
              <a:t>o</a:t>
            </a:r>
            <a:r>
              <a:rPr dirty="0" smtClean="0" sz="2800" spc="-10">
                <a:latin typeface="Calibri"/>
                <a:cs typeface="Calibri"/>
              </a:rPr>
              <a:t> </a:t>
            </a:r>
            <a:r>
              <a:rPr dirty="0" smtClean="0" sz="2800" spc="-10">
                <a:latin typeface="Calibri"/>
                <a:cs typeface="Calibri"/>
              </a:rPr>
              <a:t>and</a:t>
            </a:r>
            <a:r>
              <a:rPr dirty="0" smtClean="0" sz="2800" spc="-10">
                <a:latin typeface="Calibri"/>
                <a:cs typeface="Calibri"/>
              </a:rPr>
              <a:t> </a:t>
            </a:r>
            <a:r>
              <a:rPr dirty="0" smtClean="0" sz="2800" spc="-10">
                <a:latin typeface="Calibri"/>
                <a:cs typeface="Calibri"/>
              </a:rPr>
              <a:t>mi</a:t>
            </a:r>
            <a:r>
              <a:rPr dirty="0" smtClean="0" sz="2800" spc="-10">
                <a:latin typeface="Calibri"/>
                <a:cs typeface="Calibri"/>
              </a:rPr>
              <a:t>c</a:t>
            </a:r>
            <a:r>
              <a:rPr dirty="0" smtClean="0" sz="2800" spc="-10">
                <a:latin typeface="Calibri"/>
                <a:cs typeface="Calibri"/>
              </a:rPr>
              <a:t>r</a:t>
            </a:r>
            <a:r>
              <a:rPr dirty="0" smtClean="0" sz="2800" spc="-10">
                <a:latin typeface="Calibri"/>
                <a:cs typeface="Calibri"/>
              </a:rPr>
              <a:t>o</a:t>
            </a:r>
            <a:r>
              <a:rPr dirty="0" smtClean="0" sz="2800" spc="-10">
                <a:latin typeface="Calibri"/>
                <a:cs typeface="Calibri"/>
              </a:rPr>
              <a:t> </a:t>
            </a:r>
            <a:r>
              <a:rPr dirty="0" smtClean="0" sz="2800" spc="-10">
                <a:latin typeface="Calibri"/>
                <a:cs typeface="Calibri"/>
              </a:rPr>
              <a:t>l</a:t>
            </a:r>
            <a:r>
              <a:rPr dirty="0" smtClean="0" sz="2800" spc="-10">
                <a:latin typeface="Calibri"/>
                <a:cs typeface="Calibri"/>
              </a:rPr>
              <a:t>a</a:t>
            </a:r>
            <a:r>
              <a:rPr dirty="0" smtClean="0" sz="2800" spc="-10">
                <a:latin typeface="Calibri"/>
                <a:cs typeface="Calibri"/>
              </a:rPr>
              <a:t>y</a:t>
            </a:r>
            <a:r>
              <a:rPr dirty="0" smtClean="0" sz="2800" spc="-10">
                <a:latin typeface="Calibri"/>
                <a:cs typeface="Calibri"/>
              </a:rPr>
              <a:t>e</a:t>
            </a:r>
            <a:r>
              <a:rPr dirty="0" smtClean="0" sz="2800" spc="-10">
                <a:latin typeface="Calibri"/>
                <a:cs typeface="Calibri"/>
              </a:rPr>
              <a:t>r</a:t>
            </a:r>
            <a:r>
              <a:rPr dirty="0" smtClean="0" sz="2800" spc="-10">
                <a:latin typeface="Calibri"/>
                <a:cs typeface="Calibri"/>
              </a:rPr>
              <a:t>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60132" y="3046095"/>
            <a:ext cx="4960704" cy="807799"/>
          </a:xfrm>
          <a:prstGeom prst="rect">
            <a:avLst/>
          </a:prstGeom>
        </p:spPr>
        <p:txBody>
          <a:bodyPr wrap="square" lIns="0" tIns="18415" rIns="0" bIns="0" rtlCol="0">
            <a:noAutofit/>
          </a:bodyPr>
          <a:lstStyle/>
          <a:p>
            <a:pPr marL="12700">
              <a:lnSpc>
                <a:spcPts val="2900"/>
              </a:lnSpc>
            </a:pPr>
            <a:r>
              <a:rPr dirty="0" smtClean="0" sz="2800" spc="-8">
                <a:solidFill>
                  <a:srgbClr val="00CC99"/>
                </a:solidFill>
                <a:latin typeface="Calibri"/>
                <a:cs typeface="Calibri"/>
              </a:rPr>
              <a:t>•</a:t>
            </a:r>
            <a:r>
              <a:rPr dirty="0" smtClean="0" sz="2800" spc="-8">
                <a:solidFill>
                  <a:srgbClr val="00CC99"/>
                </a:solidFill>
                <a:latin typeface="Calibri"/>
                <a:cs typeface="Calibri"/>
              </a:rPr>
              <a:t> </a:t>
            </a:r>
            <a:r>
              <a:rPr dirty="0" smtClean="0" sz="2800" spc="-8">
                <a:latin typeface="Calibri"/>
                <a:cs typeface="Calibri"/>
              </a:rPr>
              <a:t>n</a:t>
            </a:r>
            <a:r>
              <a:rPr dirty="0" smtClean="0" sz="2800" spc="-8">
                <a:latin typeface="Calibri"/>
                <a:cs typeface="Calibri"/>
              </a:rPr>
              <a:t>ot</a:t>
            </a:r>
            <a:r>
              <a:rPr dirty="0" smtClean="0" sz="2800" spc="-8">
                <a:latin typeface="Calibri"/>
                <a:cs typeface="Calibri"/>
              </a:rPr>
              <a:t> </a:t>
            </a:r>
            <a:r>
              <a:rPr dirty="0" smtClean="0" sz="2800" spc="-8">
                <a:latin typeface="Calibri"/>
                <a:cs typeface="Calibri"/>
              </a:rPr>
              <a:t>n</a:t>
            </a:r>
            <a:r>
              <a:rPr dirty="0" smtClean="0" sz="2800" spc="-8">
                <a:latin typeface="Calibri"/>
                <a:cs typeface="Calibri"/>
              </a:rPr>
              <a:t>e</a:t>
            </a:r>
            <a:r>
              <a:rPr dirty="0" smtClean="0" sz="2800" spc="-8">
                <a:latin typeface="Calibri"/>
                <a:cs typeface="Calibri"/>
              </a:rPr>
              <a:t>e</a:t>
            </a:r>
            <a:r>
              <a:rPr dirty="0" smtClean="0" sz="2800" spc="-8">
                <a:latin typeface="Calibri"/>
                <a:cs typeface="Calibri"/>
              </a:rPr>
              <a:t>d</a:t>
            </a:r>
            <a:r>
              <a:rPr dirty="0" smtClean="0" sz="2800" spc="-8">
                <a:latin typeface="Calibri"/>
                <a:cs typeface="Calibri"/>
              </a:rPr>
              <a:t>ed</a:t>
            </a:r>
            <a:r>
              <a:rPr dirty="0" smtClean="0" sz="2800" spc="-8">
                <a:latin typeface="Calibri"/>
                <a:cs typeface="Calibri"/>
              </a:rPr>
              <a:t> </a:t>
            </a:r>
            <a:r>
              <a:rPr dirty="0" smtClean="0" sz="2800" spc="-8">
                <a:latin typeface="Calibri"/>
                <a:cs typeface="Calibri"/>
              </a:rPr>
              <a:t>if</a:t>
            </a:r>
            <a:r>
              <a:rPr dirty="0" smtClean="0" sz="2800" spc="-8">
                <a:latin typeface="Calibri"/>
                <a:cs typeface="Calibri"/>
              </a:rPr>
              <a:t> </a:t>
            </a:r>
            <a:r>
              <a:rPr dirty="0" smtClean="0" sz="2800" spc="-8">
                <a:latin typeface="Calibri"/>
                <a:cs typeface="Calibri"/>
              </a:rPr>
              <a:t>ac</a:t>
            </a:r>
            <a:r>
              <a:rPr dirty="0" smtClean="0" sz="2800" spc="-8">
                <a:latin typeface="Calibri"/>
                <a:cs typeface="Calibri"/>
              </a:rPr>
              <a:t>c</a:t>
            </a:r>
            <a:r>
              <a:rPr dirty="0" smtClean="0" sz="2800" spc="-8">
                <a:latin typeface="Calibri"/>
                <a:cs typeface="Calibri"/>
              </a:rPr>
              <a:t>u</a:t>
            </a:r>
            <a:r>
              <a:rPr dirty="0" smtClean="0" sz="2800" spc="-8">
                <a:latin typeface="Calibri"/>
                <a:cs typeface="Calibri"/>
              </a:rPr>
              <a:t>r</a:t>
            </a:r>
            <a:r>
              <a:rPr dirty="0" smtClean="0" sz="2800" spc="-8">
                <a:latin typeface="Calibri"/>
                <a:cs typeface="Calibri"/>
              </a:rPr>
              <a:t>a</a:t>
            </a:r>
            <a:r>
              <a:rPr dirty="0" smtClean="0" sz="2800" spc="-8">
                <a:latin typeface="Calibri"/>
                <a:cs typeface="Calibri"/>
              </a:rPr>
              <a:t>t</a:t>
            </a:r>
            <a:r>
              <a:rPr dirty="0" smtClean="0" sz="2800" spc="-8">
                <a:latin typeface="Calibri"/>
                <a:cs typeface="Calibri"/>
              </a:rPr>
              <a:t>e</a:t>
            </a:r>
            <a:r>
              <a:rPr dirty="0" smtClean="0" sz="2800" spc="-8">
                <a:latin typeface="Calibri"/>
                <a:cs typeface="Calibri"/>
              </a:rPr>
              <a:t> </a:t>
            </a:r>
            <a:r>
              <a:rPr dirty="0" smtClean="0" sz="2800" spc="-8">
                <a:latin typeface="Calibri"/>
                <a:cs typeface="Calibri"/>
              </a:rPr>
              <a:t>c</a:t>
            </a:r>
            <a:r>
              <a:rPr dirty="0" smtClean="0" sz="2800" spc="-8">
                <a:latin typeface="Calibri"/>
                <a:cs typeface="Calibri"/>
              </a:rPr>
              <a:t>o</a:t>
            </a:r>
            <a:r>
              <a:rPr dirty="0" smtClean="0" sz="2800" spc="-8">
                <a:latin typeface="Calibri"/>
                <a:cs typeface="Calibri"/>
              </a:rPr>
              <a:t>v</a:t>
            </a:r>
            <a:r>
              <a:rPr dirty="0" smtClean="0" sz="2800" spc="-8">
                <a:latin typeface="Calibri"/>
                <a:cs typeface="Calibri"/>
              </a:rPr>
              <a:t>e</a:t>
            </a:r>
            <a:r>
              <a:rPr dirty="0" smtClean="0" sz="2800" spc="-8">
                <a:latin typeface="Calibri"/>
                <a:cs typeface="Calibri"/>
              </a:rPr>
              <a:t>r</a:t>
            </a:r>
            <a:r>
              <a:rPr dirty="0" smtClean="0" sz="2800" spc="-8">
                <a:latin typeface="Calibri"/>
                <a:cs typeface="Calibri"/>
              </a:rPr>
              <a:t>a</a:t>
            </a:r>
            <a:r>
              <a:rPr dirty="0" smtClean="0" sz="2800" spc="-8">
                <a:latin typeface="Calibri"/>
                <a:cs typeface="Calibri"/>
              </a:rPr>
              <a:t>g</a:t>
            </a:r>
            <a:r>
              <a:rPr dirty="0" smtClean="0" sz="2800" spc="-8">
                <a:latin typeface="Calibri"/>
                <a:cs typeface="Calibri"/>
              </a:rPr>
              <a:t>e</a:t>
            </a:r>
            <a:endParaRPr sz="2800">
              <a:latin typeface="Calibri"/>
              <a:cs typeface="Calibri"/>
            </a:endParaRPr>
          </a:p>
          <a:p>
            <a:pPr marL="269176" marR="53339">
              <a:lnSpc>
                <a:spcPts val="3360"/>
              </a:lnSpc>
              <a:spcBef>
                <a:spcPts val="23"/>
              </a:spcBef>
            </a:pPr>
            <a:r>
              <a:rPr dirty="0" smtClean="0" sz="2800" spc="-2">
                <a:latin typeface="Calibri"/>
                <a:cs typeface="Calibri"/>
              </a:rPr>
              <a:t>t</a:t>
            </a:r>
            <a:r>
              <a:rPr dirty="0" smtClean="0" sz="2800" spc="-2">
                <a:latin typeface="Calibri"/>
                <a:cs typeface="Calibri"/>
              </a:rPr>
              <a:t>h</a:t>
            </a:r>
            <a:r>
              <a:rPr dirty="0" smtClean="0" sz="2800" spc="-2">
                <a:latin typeface="Calibri"/>
                <a:cs typeface="Calibri"/>
              </a:rPr>
              <a:t>e</a:t>
            </a:r>
            <a:r>
              <a:rPr dirty="0" smtClean="0" sz="2800" spc="-2">
                <a:latin typeface="Calibri"/>
                <a:cs typeface="Calibri"/>
              </a:rPr>
              <a:t> </a:t>
            </a:r>
            <a:r>
              <a:rPr dirty="0" smtClean="0" sz="2800" spc="-2">
                <a:latin typeface="Calibri"/>
                <a:cs typeface="Calibri"/>
              </a:rPr>
              <a:t>f</a:t>
            </a:r>
            <a:r>
              <a:rPr dirty="0" smtClean="0" sz="2800" spc="-2">
                <a:latin typeface="Calibri"/>
                <a:cs typeface="Calibri"/>
              </a:rPr>
              <a:t>u</a:t>
            </a:r>
            <a:r>
              <a:rPr dirty="0" smtClean="0" sz="2800" spc="-2">
                <a:latin typeface="Calibri"/>
                <a:cs typeface="Calibri"/>
              </a:rPr>
              <a:t>t</a:t>
            </a:r>
            <a:r>
              <a:rPr dirty="0" smtClean="0" sz="2800" spc="-2">
                <a:latin typeface="Calibri"/>
                <a:cs typeface="Calibri"/>
              </a:rPr>
              <a:t>u</a:t>
            </a:r>
            <a:r>
              <a:rPr dirty="0" smtClean="0" sz="2800" spc="-2">
                <a:latin typeface="Calibri"/>
                <a:cs typeface="Calibri"/>
              </a:rPr>
              <a:t>r</a:t>
            </a:r>
            <a:r>
              <a:rPr dirty="0" smtClean="0" sz="2800" spc="-2">
                <a:latin typeface="Calibri"/>
                <a:cs typeface="Calibri"/>
              </a:rPr>
              <a:t>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19063" y="3046095"/>
            <a:ext cx="1697827" cy="381000"/>
          </a:xfrm>
          <a:prstGeom prst="rect">
            <a:avLst/>
          </a:prstGeom>
        </p:spPr>
        <p:txBody>
          <a:bodyPr wrap="square" lIns="0" tIns="18415" rIns="0" bIns="0" rtlCol="0">
            <a:noAutofit/>
          </a:bodyPr>
          <a:lstStyle/>
          <a:p>
            <a:pPr marL="12700">
              <a:lnSpc>
                <a:spcPts val="2900"/>
              </a:lnSpc>
            </a:pPr>
            <a:r>
              <a:rPr dirty="0" smtClean="0" sz="2800" spc="-1">
                <a:latin typeface="Calibri"/>
                <a:cs typeface="Calibri"/>
              </a:rPr>
              <a:t>p</a:t>
            </a:r>
            <a:r>
              <a:rPr dirty="0" smtClean="0" sz="2800" spc="-1">
                <a:latin typeface="Calibri"/>
                <a:cs typeface="Calibri"/>
              </a:rPr>
              <a:t>r</a:t>
            </a:r>
            <a:r>
              <a:rPr dirty="0" smtClean="0" sz="2800" spc="-1">
                <a:latin typeface="Calibri"/>
                <a:cs typeface="Calibri"/>
              </a:rPr>
              <a:t>e</a:t>
            </a:r>
            <a:r>
              <a:rPr dirty="0" smtClean="0" sz="2800" spc="-1">
                <a:latin typeface="Calibri"/>
                <a:cs typeface="Calibri"/>
              </a:rPr>
              <a:t>d</a:t>
            </a:r>
            <a:r>
              <a:rPr dirty="0" smtClean="0" sz="2800" spc="-1">
                <a:latin typeface="Calibri"/>
                <a:cs typeface="Calibri"/>
              </a:rPr>
              <a:t>ict</a:t>
            </a:r>
            <a:r>
              <a:rPr dirty="0" smtClean="0" sz="2800" spc="-1">
                <a:latin typeface="Calibri"/>
                <a:cs typeface="Calibri"/>
              </a:rPr>
              <a:t>i</a:t>
            </a:r>
            <a:r>
              <a:rPr dirty="0" smtClean="0" sz="2800" spc="-1">
                <a:latin typeface="Calibri"/>
                <a:cs typeface="Calibri"/>
              </a:rPr>
              <a:t>o</a:t>
            </a:r>
            <a:r>
              <a:rPr dirty="0" smtClean="0" sz="2800" spc="-1">
                <a:latin typeface="Calibri"/>
                <a:cs typeface="Calibri"/>
              </a:rPr>
              <a:t>n</a:t>
            </a:r>
            <a:r>
              <a:rPr dirty="0" smtClean="0" sz="2800" spc="-1">
                <a:latin typeface="Calibri"/>
                <a:cs typeface="Calibri"/>
              </a:rPr>
              <a:t>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714919" y="3046095"/>
            <a:ext cx="1347894" cy="381000"/>
          </a:xfrm>
          <a:prstGeom prst="rect">
            <a:avLst/>
          </a:prstGeom>
        </p:spPr>
        <p:txBody>
          <a:bodyPr wrap="square" lIns="0" tIns="18415" rIns="0" bIns="0" rtlCol="0">
            <a:noAutofit/>
          </a:bodyPr>
          <a:lstStyle/>
          <a:p>
            <a:pPr marL="12700">
              <a:lnSpc>
                <a:spcPts val="2900"/>
              </a:lnSpc>
            </a:pPr>
            <a:r>
              <a:rPr dirty="0" smtClean="0" sz="2800" spc="-9">
                <a:latin typeface="Calibri"/>
                <a:cs typeface="Calibri"/>
              </a:rPr>
              <a:t>a</a:t>
            </a:r>
            <a:r>
              <a:rPr dirty="0" smtClean="0" sz="2800" spc="-9">
                <a:latin typeface="Calibri"/>
                <a:cs typeface="Calibri"/>
              </a:rPr>
              <a:t>v</a:t>
            </a:r>
            <a:r>
              <a:rPr dirty="0" smtClean="0" sz="2800" spc="-9">
                <a:latin typeface="Calibri"/>
                <a:cs typeface="Calibri"/>
              </a:rPr>
              <a:t>ai</a:t>
            </a:r>
            <a:r>
              <a:rPr dirty="0" smtClean="0" sz="2800" spc="-9">
                <a:latin typeface="Calibri"/>
                <a:cs typeface="Calibri"/>
              </a:rPr>
              <a:t>l</a:t>
            </a:r>
            <a:r>
              <a:rPr dirty="0" smtClean="0" sz="2800" spc="-9">
                <a:latin typeface="Calibri"/>
                <a:cs typeface="Calibri"/>
              </a:rPr>
              <a:t>a</a:t>
            </a:r>
            <a:r>
              <a:rPr dirty="0" smtClean="0" sz="2800" spc="-9">
                <a:latin typeface="Calibri"/>
                <a:cs typeface="Calibri"/>
              </a:rPr>
              <a:t>b</a:t>
            </a:r>
            <a:r>
              <a:rPr dirty="0" smtClean="0" sz="2800" spc="-9">
                <a:latin typeface="Calibri"/>
                <a:cs typeface="Calibri"/>
              </a:rPr>
              <a:t>le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060865" y="3046095"/>
            <a:ext cx="347176" cy="381000"/>
          </a:xfrm>
          <a:prstGeom prst="rect">
            <a:avLst/>
          </a:prstGeom>
        </p:spPr>
        <p:txBody>
          <a:bodyPr wrap="square" lIns="0" tIns="18415" rIns="0" bIns="0" rtlCol="0">
            <a:noAutofit/>
          </a:bodyPr>
          <a:lstStyle/>
          <a:p>
            <a:pPr marL="12700">
              <a:lnSpc>
                <a:spcPts val="2900"/>
              </a:lnSpc>
            </a:pPr>
            <a:r>
              <a:rPr dirty="0" smtClean="0" sz="2800">
                <a:latin typeface="Calibri"/>
                <a:cs typeface="Calibri"/>
              </a:rPr>
              <a:t>in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02932" y="4336557"/>
            <a:ext cx="1963996" cy="432117"/>
          </a:xfrm>
          <a:prstGeom prst="rect">
            <a:avLst/>
          </a:prstGeom>
        </p:spPr>
        <p:txBody>
          <a:bodyPr wrap="square" lIns="0" tIns="20955" rIns="0" bIns="0" rtlCol="0">
            <a:noAutofit/>
          </a:bodyPr>
          <a:lstStyle/>
          <a:p>
            <a:pPr marL="12700">
              <a:lnSpc>
                <a:spcPts val="3300"/>
              </a:lnSpc>
            </a:pPr>
            <a:r>
              <a:rPr dirty="0" smtClean="0" sz="3200" spc="-5">
                <a:latin typeface="Calibri"/>
                <a:cs typeface="Calibri"/>
              </a:rPr>
              <a:t>BC</a:t>
            </a:r>
            <a:r>
              <a:rPr dirty="0" smtClean="0" sz="3200" spc="-5">
                <a:latin typeface="Calibri"/>
                <a:cs typeface="Calibri"/>
              </a:rPr>
              <a:t>C</a:t>
            </a:r>
            <a:r>
              <a:rPr dirty="0" smtClean="0" sz="3200" spc="-5">
                <a:latin typeface="Calibri"/>
                <a:cs typeface="Calibri"/>
              </a:rPr>
              <a:t>H</a:t>
            </a:r>
            <a:r>
              <a:rPr dirty="0" smtClean="0" sz="3200" spc="-5">
                <a:latin typeface="Calibri"/>
                <a:cs typeface="Calibri"/>
              </a:rPr>
              <a:t> </a:t>
            </a:r>
            <a:r>
              <a:rPr dirty="0" smtClean="0" sz="3200" spc="-5">
                <a:latin typeface="Calibri"/>
                <a:cs typeface="Calibri"/>
              </a:rPr>
              <a:t>-</a:t>
            </a:r>
            <a:r>
              <a:rPr dirty="0" smtClean="0" sz="3200" spc="-5">
                <a:latin typeface="Calibri"/>
                <a:cs typeface="Calibri"/>
              </a:rPr>
              <a:t> </a:t>
            </a:r>
            <a:r>
              <a:rPr dirty="0" smtClean="0" sz="3200" spc="-5">
                <a:latin typeface="Calibri"/>
                <a:cs typeface="Calibri"/>
              </a:rPr>
              <a:t>T</a:t>
            </a:r>
            <a:r>
              <a:rPr dirty="0" smtClean="0" sz="3200" spc="-5">
                <a:latin typeface="Calibri"/>
                <a:cs typeface="Calibri"/>
              </a:rPr>
              <a:t>CH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60132" y="5241051"/>
            <a:ext cx="8315248" cy="808275"/>
          </a:xfrm>
          <a:prstGeom prst="rect">
            <a:avLst/>
          </a:prstGeom>
        </p:spPr>
        <p:txBody>
          <a:bodyPr wrap="square" lIns="0" tIns="18415" rIns="0" bIns="0" rtlCol="0">
            <a:noAutofit/>
          </a:bodyPr>
          <a:lstStyle/>
          <a:p>
            <a:pPr marL="12700">
              <a:lnSpc>
                <a:spcPts val="2900"/>
              </a:lnSpc>
            </a:pPr>
            <a:r>
              <a:rPr dirty="0" smtClean="0" sz="2800" spc="-4">
                <a:solidFill>
                  <a:srgbClr val="00CC99"/>
                </a:solidFill>
                <a:latin typeface="Calibri"/>
                <a:cs typeface="Calibri"/>
              </a:rPr>
              <a:t>•</a:t>
            </a:r>
            <a:r>
              <a:rPr dirty="0" smtClean="0" sz="2800" spc="-4">
                <a:solidFill>
                  <a:srgbClr val="00CC99"/>
                </a:solidFill>
                <a:latin typeface="Calibri"/>
                <a:cs typeface="Calibri"/>
              </a:rPr>
              <a:t> </a:t>
            </a:r>
            <a:r>
              <a:rPr dirty="0" smtClean="0" sz="2800" spc="-4">
                <a:latin typeface="Calibri"/>
                <a:cs typeface="Calibri"/>
              </a:rPr>
              <a:t>n</a:t>
            </a:r>
            <a:r>
              <a:rPr dirty="0" smtClean="0" sz="2800" spc="-4">
                <a:latin typeface="Calibri"/>
                <a:cs typeface="Calibri"/>
              </a:rPr>
              <a:t>e</a:t>
            </a:r>
            <a:r>
              <a:rPr dirty="0" smtClean="0" sz="2800" spc="-4">
                <a:latin typeface="Calibri"/>
                <a:cs typeface="Calibri"/>
              </a:rPr>
              <a:t>e</a:t>
            </a:r>
            <a:r>
              <a:rPr dirty="0" smtClean="0" sz="2800" spc="-4">
                <a:latin typeface="Calibri"/>
                <a:cs typeface="Calibri"/>
              </a:rPr>
              <a:t>d</a:t>
            </a:r>
            <a:r>
              <a:rPr dirty="0" smtClean="0" sz="2800" spc="-4">
                <a:latin typeface="Calibri"/>
                <a:cs typeface="Calibri"/>
              </a:rPr>
              <a:t>ed</a:t>
            </a:r>
            <a:r>
              <a:rPr dirty="0" smtClean="0" sz="2800" spc="-4">
                <a:latin typeface="Calibri"/>
                <a:cs typeface="Calibri"/>
              </a:rPr>
              <a:t> </a:t>
            </a:r>
            <a:r>
              <a:rPr dirty="0" smtClean="0" sz="2800" spc="-4">
                <a:latin typeface="Calibri"/>
                <a:cs typeface="Calibri"/>
              </a:rPr>
              <a:t>t</a:t>
            </a:r>
            <a:r>
              <a:rPr dirty="0" smtClean="0" sz="2800" spc="-4">
                <a:latin typeface="Calibri"/>
                <a:cs typeface="Calibri"/>
              </a:rPr>
              <a:t>o</a:t>
            </a:r>
            <a:r>
              <a:rPr dirty="0" smtClean="0" sz="2800" spc="-4">
                <a:latin typeface="Calibri"/>
                <a:cs typeface="Calibri"/>
              </a:rPr>
              <a:t> </a:t>
            </a:r>
            <a:r>
              <a:rPr dirty="0" smtClean="0" sz="2800" spc="-4">
                <a:latin typeface="Calibri"/>
                <a:cs typeface="Calibri"/>
              </a:rPr>
              <a:t>e</a:t>
            </a:r>
            <a:r>
              <a:rPr dirty="0" smtClean="0" sz="2800" spc="-4">
                <a:latin typeface="Calibri"/>
                <a:cs typeface="Calibri"/>
              </a:rPr>
              <a:t>n</a:t>
            </a:r>
            <a:r>
              <a:rPr dirty="0" smtClean="0" sz="2800" spc="-4">
                <a:latin typeface="Calibri"/>
                <a:cs typeface="Calibri"/>
              </a:rPr>
              <a:t>s</a:t>
            </a:r>
            <a:r>
              <a:rPr dirty="0" smtClean="0" sz="2800" spc="-4">
                <a:latin typeface="Calibri"/>
                <a:cs typeface="Calibri"/>
              </a:rPr>
              <a:t>u</a:t>
            </a:r>
            <a:r>
              <a:rPr dirty="0" smtClean="0" sz="2800" spc="-4">
                <a:latin typeface="Calibri"/>
                <a:cs typeface="Calibri"/>
              </a:rPr>
              <a:t>r</a:t>
            </a:r>
            <a:r>
              <a:rPr dirty="0" smtClean="0" sz="2800" spc="-4">
                <a:latin typeface="Calibri"/>
                <a:cs typeface="Calibri"/>
              </a:rPr>
              <a:t>e</a:t>
            </a:r>
            <a:r>
              <a:rPr dirty="0" smtClean="0" sz="2800" spc="-4">
                <a:latin typeface="Calibri"/>
                <a:cs typeface="Calibri"/>
              </a:rPr>
              <a:t> </a:t>
            </a:r>
            <a:r>
              <a:rPr dirty="0" smtClean="0" sz="2800" spc="-4">
                <a:latin typeface="Calibri"/>
                <a:cs typeface="Calibri"/>
              </a:rPr>
              <a:t>a</a:t>
            </a:r>
            <a:r>
              <a:rPr dirty="0" smtClean="0" sz="2800" spc="-4">
                <a:latin typeface="Calibri"/>
                <a:cs typeface="Calibri"/>
              </a:rPr>
              <a:t> </a:t>
            </a:r>
            <a:r>
              <a:rPr dirty="0" smtClean="0" sz="2800" spc="-4">
                <a:latin typeface="Calibri"/>
                <a:cs typeface="Calibri"/>
              </a:rPr>
              <a:t>g</a:t>
            </a:r>
            <a:r>
              <a:rPr dirty="0" smtClean="0" sz="2800" spc="-4">
                <a:latin typeface="Calibri"/>
                <a:cs typeface="Calibri"/>
              </a:rPr>
              <a:t>ood</a:t>
            </a:r>
            <a:r>
              <a:rPr dirty="0" smtClean="0" sz="2800" spc="-4">
                <a:latin typeface="Calibri"/>
                <a:cs typeface="Calibri"/>
              </a:rPr>
              <a:t> </a:t>
            </a:r>
            <a:r>
              <a:rPr dirty="0" smtClean="0" sz="2800" spc="-4">
                <a:latin typeface="Calibri"/>
                <a:cs typeface="Calibri"/>
              </a:rPr>
              <a:t>q</a:t>
            </a:r>
            <a:r>
              <a:rPr dirty="0" smtClean="0" sz="2800" spc="-4">
                <a:latin typeface="Calibri"/>
                <a:cs typeface="Calibri"/>
              </a:rPr>
              <a:t>u</a:t>
            </a:r>
            <a:r>
              <a:rPr dirty="0" smtClean="0" sz="2800" spc="-4">
                <a:latin typeface="Calibri"/>
                <a:cs typeface="Calibri"/>
              </a:rPr>
              <a:t>al</a:t>
            </a:r>
            <a:r>
              <a:rPr dirty="0" smtClean="0" sz="2800" spc="-4">
                <a:latin typeface="Calibri"/>
                <a:cs typeface="Calibri"/>
              </a:rPr>
              <a:t>i</a:t>
            </a:r>
            <a:r>
              <a:rPr dirty="0" smtClean="0" sz="2800" spc="-4">
                <a:latin typeface="Calibri"/>
                <a:cs typeface="Calibri"/>
              </a:rPr>
              <a:t>ty</a:t>
            </a:r>
            <a:r>
              <a:rPr dirty="0" smtClean="0" sz="2800" spc="-4">
                <a:latin typeface="Calibri"/>
                <a:cs typeface="Calibri"/>
              </a:rPr>
              <a:t> </a:t>
            </a:r>
            <a:r>
              <a:rPr dirty="0" smtClean="0" sz="2800" spc="-4">
                <a:latin typeface="Calibri"/>
                <a:cs typeface="Calibri"/>
              </a:rPr>
              <a:t>on</a:t>
            </a:r>
            <a:r>
              <a:rPr dirty="0" smtClean="0" sz="2800" spc="-4">
                <a:latin typeface="Calibri"/>
                <a:cs typeface="Calibri"/>
              </a:rPr>
              <a:t> </a:t>
            </a:r>
            <a:r>
              <a:rPr dirty="0" smtClean="0" sz="2800" spc="-4">
                <a:latin typeface="Calibri"/>
                <a:cs typeface="Calibri"/>
              </a:rPr>
              <a:t>BCCH</a:t>
            </a:r>
            <a:r>
              <a:rPr dirty="0" smtClean="0" sz="2800" spc="-4">
                <a:latin typeface="Calibri"/>
                <a:cs typeface="Calibri"/>
              </a:rPr>
              <a:t> </a:t>
            </a:r>
            <a:r>
              <a:rPr dirty="0" smtClean="0" sz="2800" spc="-4">
                <a:latin typeface="Calibri"/>
                <a:cs typeface="Calibri"/>
              </a:rPr>
              <a:t>f</a:t>
            </a:r>
            <a:r>
              <a:rPr dirty="0" smtClean="0" sz="2800" spc="-4">
                <a:latin typeface="Calibri"/>
                <a:cs typeface="Calibri"/>
              </a:rPr>
              <a:t>r</a:t>
            </a:r>
            <a:r>
              <a:rPr dirty="0" smtClean="0" sz="2800" spc="-4">
                <a:latin typeface="Calibri"/>
                <a:cs typeface="Calibri"/>
              </a:rPr>
              <a:t>e</a:t>
            </a:r>
            <a:r>
              <a:rPr dirty="0" smtClean="0" sz="2800" spc="-4">
                <a:latin typeface="Calibri"/>
                <a:cs typeface="Calibri"/>
              </a:rPr>
              <a:t>q</a:t>
            </a:r>
            <a:r>
              <a:rPr dirty="0" smtClean="0" sz="2800" spc="-4">
                <a:latin typeface="Calibri"/>
                <a:cs typeface="Calibri"/>
              </a:rPr>
              <a:t>u</a:t>
            </a:r>
            <a:r>
              <a:rPr dirty="0" smtClean="0" sz="2800" spc="-4">
                <a:latin typeface="Calibri"/>
                <a:cs typeface="Calibri"/>
              </a:rPr>
              <a:t>e</a:t>
            </a:r>
            <a:r>
              <a:rPr dirty="0" smtClean="0" sz="2800" spc="-4">
                <a:latin typeface="Calibri"/>
                <a:cs typeface="Calibri"/>
              </a:rPr>
              <a:t>n</a:t>
            </a:r>
            <a:r>
              <a:rPr dirty="0" smtClean="0" sz="2800" spc="-4">
                <a:latin typeface="Calibri"/>
                <a:cs typeface="Calibri"/>
              </a:rPr>
              <a:t>cy</a:t>
            </a:r>
            <a:r>
              <a:rPr dirty="0" smtClean="0" sz="2800" spc="-4">
                <a:latin typeface="Calibri"/>
                <a:cs typeface="Calibri"/>
              </a:rPr>
              <a:t> </a:t>
            </a:r>
            <a:r>
              <a:rPr dirty="0" smtClean="0" sz="2800" spc="-4">
                <a:latin typeface="Calibri"/>
                <a:cs typeface="Calibri"/>
              </a:rPr>
              <a:t>(</a:t>
            </a:r>
            <a:r>
              <a:rPr dirty="0" smtClean="0" sz="2800" spc="-4">
                <a:latin typeface="Calibri"/>
                <a:cs typeface="Calibri"/>
              </a:rPr>
              <a:t>in</a:t>
            </a:r>
            <a:endParaRPr sz="2800">
              <a:latin typeface="Calibri"/>
              <a:cs typeface="Calibri"/>
            </a:endParaRPr>
          </a:p>
          <a:p>
            <a:pPr marL="269176" marR="53387">
              <a:lnSpc>
                <a:spcPts val="3365"/>
              </a:lnSpc>
              <a:spcBef>
                <a:spcPts val="23"/>
              </a:spcBef>
            </a:pPr>
            <a:r>
              <a:rPr dirty="0" smtClean="0" sz="2800" spc="-4">
                <a:latin typeface="Calibri"/>
                <a:cs typeface="Calibri"/>
              </a:rPr>
              <a:t>o</a:t>
            </a:r>
            <a:r>
              <a:rPr dirty="0" smtClean="0" sz="2800" spc="-4">
                <a:latin typeface="Calibri"/>
                <a:cs typeface="Calibri"/>
              </a:rPr>
              <a:t>r</a:t>
            </a:r>
            <a:r>
              <a:rPr dirty="0" smtClean="0" sz="2800" spc="-4">
                <a:latin typeface="Calibri"/>
                <a:cs typeface="Calibri"/>
              </a:rPr>
              <a:t>d</a:t>
            </a:r>
            <a:r>
              <a:rPr dirty="0" smtClean="0" sz="2800" spc="-4">
                <a:latin typeface="Calibri"/>
                <a:cs typeface="Calibri"/>
              </a:rPr>
              <a:t>er</a:t>
            </a:r>
            <a:r>
              <a:rPr dirty="0" smtClean="0" sz="2800" spc="-4">
                <a:latin typeface="Calibri"/>
                <a:cs typeface="Calibri"/>
              </a:rPr>
              <a:t> </a:t>
            </a:r>
            <a:r>
              <a:rPr dirty="0" smtClean="0" sz="2800" spc="-4">
                <a:latin typeface="Calibri"/>
                <a:cs typeface="Calibri"/>
              </a:rPr>
              <a:t>t</a:t>
            </a:r>
            <a:r>
              <a:rPr dirty="0" smtClean="0" sz="2800" spc="-4">
                <a:latin typeface="Calibri"/>
                <a:cs typeface="Calibri"/>
              </a:rPr>
              <a:t>o</a:t>
            </a:r>
            <a:r>
              <a:rPr dirty="0" smtClean="0" sz="2800" spc="-4">
                <a:latin typeface="Calibri"/>
                <a:cs typeface="Calibri"/>
              </a:rPr>
              <a:t> </a:t>
            </a:r>
            <a:r>
              <a:rPr dirty="0" smtClean="0" sz="2800" spc="-4">
                <a:latin typeface="Calibri"/>
                <a:cs typeface="Calibri"/>
              </a:rPr>
              <a:t>e</a:t>
            </a:r>
            <a:r>
              <a:rPr dirty="0" smtClean="0" sz="2800" spc="-4">
                <a:latin typeface="Calibri"/>
                <a:cs typeface="Calibri"/>
              </a:rPr>
              <a:t>n</a:t>
            </a:r>
            <a:r>
              <a:rPr dirty="0" smtClean="0" sz="2800" spc="-4">
                <a:latin typeface="Calibri"/>
                <a:cs typeface="Calibri"/>
              </a:rPr>
              <a:t>s</a:t>
            </a:r>
            <a:r>
              <a:rPr dirty="0" smtClean="0" sz="2800" spc="-4">
                <a:latin typeface="Calibri"/>
                <a:cs typeface="Calibri"/>
              </a:rPr>
              <a:t>u</a:t>
            </a:r>
            <a:r>
              <a:rPr dirty="0" smtClean="0" sz="2800" spc="-4">
                <a:latin typeface="Calibri"/>
                <a:cs typeface="Calibri"/>
              </a:rPr>
              <a:t>r</a:t>
            </a:r>
            <a:r>
              <a:rPr dirty="0" smtClean="0" sz="2800" spc="-4">
                <a:latin typeface="Calibri"/>
                <a:cs typeface="Calibri"/>
              </a:rPr>
              <a:t>e</a:t>
            </a:r>
            <a:r>
              <a:rPr dirty="0" smtClean="0" sz="2800" spc="-4">
                <a:latin typeface="Calibri"/>
                <a:cs typeface="Calibri"/>
              </a:rPr>
              <a:t> </a:t>
            </a:r>
            <a:r>
              <a:rPr dirty="0" smtClean="0" sz="2800" spc="-4">
                <a:latin typeface="Calibri"/>
                <a:cs typeface="Calibri"/>
              </a:rPr>
              <a:t>sig</a:t>
            </a:r>
            <a:r>
              <a:rPr dirty="0" smtClean="0" sz="2800" spc="-4">
                <a:latin typeface="Calibri"/>
                <a:cs typeface="Calibri"/>
              </a:rPr>
              <a:t>n</a:t>
            </a:r>
            <a:r>
              <a:rPr dirty="0" smtClean="0" sz="2800" spc="-4">
                <a:latin typeface="Calibri"/>
                <a:cs typeface="Calibri"/>
              </a:rPr>
              <a:t>al</a:t>
            </a:r>
            <a:r>
              <a:rPr dirty="0" smtClean="0" sz="2800" spc="-4">
                <a:latin typeface="Calibri"/>
                <a:cs typeface="Calibri"/>
              </a:rPr>
              <a:t>l</a:t>
            </a:r>
            <a:r>
              <a:rPr dirty="0" smtClean="0" sz="2800" spc="-4">
                <a:latin typeface="Calibri"/>
                <a:cs typeface="Calibri"/>
              </a:rPr>
              <a:t>ing)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1140" y="6472848"/>
            <a:ext cx="5475228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o</a:t>
            </a:r>
            <a:r>
              <a:rPr dirty="0" smtClean="0" sz="1800" spc="0" b="1">
                <a:latin typeface="Georgia"/>
                <a:cs typeface="Georgia"/>
              </a:rPr>
              <a:t>d</a:t>
            </a:r>
            <a:r>
              <a:rPr dirty="0" smtClean="0" sz="1800" spc="0" b="1">
                <a:latin typeface="Georgia"/>
                <a:cs typeface="Georgia"/>
              </a:rPr>
              <a:t>ul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3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S</a:t>
            </a:r>
            <a:r>
              <a:rPr dirty="0" smtClean="0" sz="1800" spc="0" b="1">
                <a:latin typeface="Georgia"/>
                <a:cs typeface="Georgia"/>
              </a:rPr>
              <a:t>istem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K</a:t>
            </a:r>
            <a:r>
              <a:rPr dirty="0" smtClean="0" sz="1800" spc="0" b="1">
                <a:latin typeface="Georgia"/>
                <a:cs typeface="Georgia"/>
              </a:rPr>
              <a:t>o</a:t>
            </a: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unik</a:t>
            </a:r>
            <a:r>
              <a:rPr dirty="0" smtClean="0" sz="1800" spc="0" b="1">
                <a:latin typeface="Georgia"/>
                <a:cs typeface="Georgia"/>
              </a:rPr>
              <a:t>a</a:t>
            </a:r>
            <a:r>
              <a:rPr dirty="0" smtClean="0" sz="1800" spc="0" b="1">
                <a:latin typeface="Georgia"/>
                <a:cs typeface="Georgia"/>
              </a:rPr>
              <a:t>si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B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r>
              <a:rPr dirty="0" smtClean="0" sz="1800" spc="0" b="1">
                <a:latin typeface="Georgia"/>
                <a:cs typeface="Georgia"/>
              </a:rPr>
              <a:t>g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r>
              <a:rPr dirty="0" smtClean="0" sz="1800" spc="0" b="1">
                <a:latin typeface="Georgia"/>
                <a:cs typeface="Georgia"/>
              </a:rPr>
              <a:t>a</a:t>
            </a:r>
            <a:r>
              <a:rPr dirty="0" smtClean="0" sz="1800" spc="0" b="1">
                <a:latin typeface="Georgia"/>
                <a:cs typeface="Georgia"/>
              </a:rPr>
              <a:t>k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S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lul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9438640" y="6472848"/>
            <a:ext cx="354184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-9" b="1">
                <a:latin typeface="Georgia"/>
                <a:cs typeface="Georgia"/>
              </a:rPr>
              <a:t>49</a:t>
            </a:r>
            <a:endParaRPr sz="1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object 87"/>
          <p:cNvSpPr/>
          <p:nvPr/>
        </p:nvSpPr>
        <p:spPr>
          <a:xfrm>
            <a:off x="0" y="6400800"/>
            <a:ext cx="9903460" cy="457196"/>
          </a:xfrm>
          <a:custGeom>
            <a:avLst/>
            <a:gdLst/>
            <a:ahLst/>
            <a:cxnLst/>
            <a:rect l="l" t="t" r="r" b="b"/>
            <a:pathLst>
              <a:path w="9903460" h="457196">
                <a:moveTo>
                  <a:pt x="9903460" y="457196"/>
                </a:moveTo>
                <a:lnTo>
                  <a:pt x="9903460" y="0"/>
                </a:lnTo>
                <a:lnTo>
                  <a:pt x="0" y="0"/>
                </a:lnTo>
                <a:lnTo>
                  <a:pt x="0" y="457196"/>
                </a:lnTo>
                <a:lnTo>
                  <a:pt x="9903460" y="457196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8" name="object 88"/>
          <p:cNvSpPr/>
          <p:nvPr/>
        </p:nvSpPr>
        <p:spPr>
          <a:xfrm>
            <a:off x="153670" y="640207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58419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5" name="object 85"/>
          <p:cNvSpPr/>
          <p:nvPr/>
        </p:nvSpPr>
        <p:spPr>
          <a:xfrm>
            <a:off x="0" y="0"/>
            <a:ext cx="9903460" cy="609600"/>
          </a:xfrm>
          <a:custGeom>
            <a:avLst/>
            <a:gdLst/>
            <a:ahLst/>
            <a:cxnLst/>
            <a:rect l="l" t="t" r="r" b="b"/>
            <a:pathLst>
              <a:path w="9903460" h="609600">
                <a:moveTo>
                  <a:pt x="0" y="609600"/>
                </a:moveTo>
                <a:lnTo>
                  <a:pt x="9903460" y="609600"/>
                </a:lnTo>
                <a:lnTo>
                  <a:pt x="9903460" y="0"/>
                </a:lnTo>
                <a:lnTo>
                  <a:pt x="0" y="0"/>
                </a:lnTo>
                <a:lnTo>
                  <a:pt x="0" y="60960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6" name="object 86"/>
          <p:cNvSpPr/>
          <p:nvPr/>
        </p:nvSpPr>
        <p:spPr>
          <a:xfrm>
            <a:off x="111760" y="60960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76200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5" name="object 45"/>
          <p:cNvSpPr/>
          <p:nvPr/>
        </p:nvSpPr>
        <p:spPr>
          <a:xfrm>
            <a:off x="325120" y="4648250"/>
            <a:ext cx="9177274" cy="128549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6" name="object 46"/>
          <p:cNvSpPr/>
          <p:nvPr/>
        </p:nvSpPr>
        <p:spPr>
          <a:xfrm>
            <a:off x="251460" y="4574540"/>
            <a:ext cx="9177020" cy="1285240"/>
          </a:xfrm>
          <a:custGeom>
            <a:avLst/>
            <a:gdLst/>
            <a:ahLst/>
            <a:cxnLst/>
            <a:rect l="l" t="t" r="r" b="b"/>
            <a:pathLst>
              <a:path w="9177020" h="1285239">
                <a:moveTo>
                  <a:pt x="0" y="1285240"/>
                </a:moveTo>
                <a:lnTo>
                  <a:pt x="9177020" y="1285240"/>
                </a:lnTo>
                <a:lnTo>
                  <a:pt x="9177020" y="0"/>
                </a:lnTo>
                <a:lnTo>
                  <a:pt x="0" y="0"/>
                </a:lnTo>
                <a:lnTo>
                  <a:pt x="0" y="128524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7" name="object 47"/>
          <p:cNvSpPr/>
          <p:nvPr/>
        </p:nvSpPr>
        <p:spPr>
          <a:xfrm>
            <a:off x="263631" y="4585602"/>
            <a:ext cx="2" cy="1271099"/>
          </a:xfrm>
          <a:custGeom>
            <a:avLst/>
            <a:gdLst/>
            <a:ahLst/>
            <a:cxnLst/>
            <a:rect l="l" t="t" r="r" b="b"/>
            <a:pathLst>
              <a:path w="2" h="1271099">
                <a:moveTo>
                  <a:pt x="0" y="1271099"/>
                </a:moveTo>
                <a:lnTo>
                  <a:pt x="0" y="0"/>
                </a:lnTo>
              </a:path>
            </a:pathLst>
          </a:custGeom>
          <a:ln w="386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8" name="object 48"/>
          <p:cNvSpPr/>
          <p:nvPr/>
        </p:nvSpPr>
        <p:spPr>
          <a:xfrm>
            <a:off x="264645" y="4574534"/>
            <a:ext cx="0" cy="1282167"/>
          </a:xfrm>
          <a:custGeom>
            <a:avLst/>
            <a:gdLst/>
            <a:ahLst/>
            <a:cxnLst/>
            <a:rect l="l" t="t" r="r" b="b"/>
            <a:pathLst>
              <a:path w="0" h="1282167">
                <a:moveTo>
                  <a:pt x="0" y="0"/>
                </a:moveTo>
                <a:lnTo>
                  <a:pt x="0" y="1282167"/>
                </a:lnTo>
              </a:path>
            </a:pathLst>
          </a:custGeom>
          <a:ln w="2764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9" name="object 49"/>
          <p:cNvSpPr/>
          <p:nvPr/>
        </p:nvSpPr>
        <p:spPr>
          <a:xfrm>
            <a:off x="1464525" y="4610227"/>
            <a:ext cx="0" cy="1254476"/>
          </a:xfrm>
          <a:custGeom>
            <a:avLst/>
            <a:gdLst/>
            <a:ahLst/>
            <a:cxnLst/>
            <a:rect l="l" t="t" r="r" b="b"/>
            <a:pathLst>
              <a:path w="0" h="1254476">
                <a:moveTo>
                  <a:pt x="0" y="0"/>
                </a:moveTo>
                <a:lnTo>
                  <a:pt x="0" y="1254476"/>
                </a:lnTo>
              </a:path>
            </a:pathLst>
          </a:custGeom>
          <a:ln w="386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0" name="object 50"/>
          <p:cNvSpPr/>
          <p:nvPr/>
        </p:nvSpPr>
        <p:spPr>
          <a:xfrm>
            <a:off x="1465523" y="4599159"/>
            <a:ext cx="0" cy="1257542"/>
          </a:xfrm>
          <a:custGeom>
            <a:avLst/>
            <a:gdLst/>
            <a:ahLst/>
            <a:cxnLst/>
            <a:rect l="l" t="t" r="r" b="b"/>
            <a:pathLst>
              <a:path w="0" h="1257542">
                <a:moveTo>
                  <a:pt x="0" y="0"/>
                </a:moveTo>
                <a:lnTo>
                  <a:pt x="0" y="1257542"/>
                </a:lnTo>
              </a:path>
            </a:pathLst>
          </a:custGeom>
          <a:ln w="2764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1" name="object 51"/>
          <p:cNvSpPr/>
          <p:nvPr/>
        </p:nvSpPr>
        <p:spPr>
          <a:xfrm>
            <a:off x="2033160" y="4610227"/>
            <a:ext cx="0" cy="1254476"/>
          </a:xfrm>
          <a:custGeom>
            <a:avLst/>
            <a:gdLst/>
            <a:ahLst/>
            <a:cxnLst/>
            <a:rect l="l" t="t" r="r" b="b"/>
            <a:pathLst>
              <a:path w="0" h="1254476">
                <a:moveTo>
                  <a:pt x="0" y="0"/>
                </a:moveTo>
                <a:lnTo>
                  <a:pt x="0" y="1254476"/>
                </a:lnTo>
              </a:path>
            </a:pathLst>
          </a:custGeom>
          <a:ln w="386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2" name="object 52"/>
          <p:cNvSpPr/>
          <p:nvPr/>
        </p:nvSpPr>
        <p:spPr>
          <a:xfrm>
            <a:off x="2034186" y="4599159"/>
            <a:ext cx="0" cy="1257542"/>
          </a:xfrm>
          <a:custGeom>
            <a:avLst/>
            <a:gdLst/>
            <a:ahLst/>
            <a:cxnLst/>
            <a:rect l="l" t="t" r="r" b="b"/>
            <a:pathLst>
              <a:path w="0" h="1257542">
                <a:moveTo>
                  <a:pt x="0" y="0"/>
                </a:moveTo>
                <a:lnTo>
                  <a:pt x="0" y="1257542"/>
                </a:lnTo>
              </a:path>
            </a:pathLst>
          </a:custGeom>
          <a:ln w="2764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3" name="object 53"/>
          <p:cNvSpPr/>
          <p:nvPr/>
        </p:nvSpPr>
        <p:spPr>
          <a:xfrm>
            <a:off x="2601823" y="4610227"/>
            <a:ext cx="0" cy="1254476"/>
          </a:xfrm>
          <a:custGeom>
            <a:avLst/>
            <a:gdLst/>
            <a:ahLst/>
            <a:cxnLst/>
            <a:rect l="l" t="t" r="r" b="b"/>
            <a:pathLst>
              <a:path w="0" h="1254476">
                <a:moveTo>
                  <a:pt x="0" y="0"/>
                </a:moveTo>
                <a:lnTo>
                  <a:pt x="0" y="1254476"/>
                </a:lnTo>
              </a:path>
            </a:pathLst>
          </a:custGeom>
          <a:ln w="386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4" name="object 54"/>
          <p:cNvSpPr/>
          <p:nvPr/>
        </p:nvSpPr>
        <p:spPr>
          <a:xfrm>
            <a:off x="2602849" y="4599159"/>
            <a:ext cx="0" cy="1257542"/>
          </a:xfrm>
          <a:custGeom>
            <a:avLst/>
            <a:gdLst/>
            <a:ahLst/>
            <a:cxnLst/>
            <a:rect l="l" t="t" r="r" b="b"/>
            <a:pathLst>
              <a:path w="0" h="1257542">
                <a:moveTo>
                  <a:pt x="0" y="0"/>
                </a:moveTo>
                <a:lnTo>
                  <a:pt x="0" y="1257542"/>
                </a:lnTo>
              </a:path>
            </a:pathLst>
          </a:custGeom>
          <a:ln w="2764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5" name="object 55"/>
          <p:cNvSpPr/>
          <p:nvPr/>
        </p:nvSpPr>
        <p:spPr>
          <a:xfrm>
            <a:off x="3170459" y="4610227"/>
            <a:ext cx="0" cy="1254476"/>
          </a:xfrm>
          <a:custGeom>
            <a:avLst/>
            <a:gdLst/>
            <a:ahLst/>
            <a:cxnLst/>
            <a:rect l="l" t="t" r="r" b="b"/>
            <a:pathLst>
              <a:path w="0" h="1254476">
                <a:moveTo>
                  <a:pt x="0" y="0"/>
                </a:moveTo>
                <a:lnTo>
                  <a:pt x="0" y="1254476"/>
                </a:lnTo>
              </a:path>
            </a:pathLst>
          </a:custGeom>
          <a:ln w="386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6" name="object 56"/>
          <p:cNvSpPr/>
          <p:nvPr/>
        </p:nvSpPr>
        <p:spPr>
          <a:xfrm>
            <a:off x="3171512" y="4599159"/>
            <a:ext cx="0" cy="1257542"/>
          </a:xfrm>
          <a:custGeom>
            <a:avLst/>
            <a:gdLst/>
            <a:ahLst/>
            <a:cxnLst/>
            <a:rect l="l" t="t" r="r" b="b"/>
            <a:pathLst>
              <a:path w="0" h="1257542">
                <a:moveTo>
                  <a:pt x="0" y="0"/>
                </a:moveTo>
                <a:lnTo>
                  <a:pt x="0" y="1257542"/>
                </a:lnTo>
              </a:path>
            </a:pathLst>
          </a:custGeom>
          <a:ln w="2764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7" name="object 57"/>
          <p:cNvSpPr/>
          <p:nvPr/>
        </p:nvSpPr>
        <p:spPr>
          <a:xfrm>
            <a:off x="3739259" y="4610227"/>
            <a:ext cx="0" cy="1254476"/>
          </a:xfrm>
          <a:custGeom>
            <a:avLst/>
            <a:gdLst/>
            <a:ahLst/>
            <a:cxnLst/>
            <a:rect l="l" t="t" r="r" b="b"/>
            <a:pathLst>
              <a:path w="0" h="1254476">
                <a:moveTo>
                  <a:pt x="0" y="0"/>
                </a:moveTo>
                <a:lnTo>
                  <a:pt x="0" y="1254476"/>
                </a:lnTo>
              </a:path>
            </a:pathLst>
          </a:custGeom>
          <a:ln w="386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8" name="object 58"/>
          <p:cNvSpPr/>
          <p:nvPr/>
        </p:nvSpPr>
        <p:spPr>
          <a:xfrm>
            <a:off x="3740038" y="4599159"/>
            <a:ext cx="0" cy="1257542"/>
          </a:xfrm>
          <a:custGeom>
            <a:avLst/>
            <a:gdLst/>
            <a:ahLst/>
            <a:cxnLst/>
            <a:rect l="l" t="t" r="r" b="b"/>
            <a:pathLst>
              <a:path w="0" h="1257542">
                <a:moveTo>
                  <a:pt x="0" y="0"/>
                </a:moveTo>
                <a:lnTo>
                  <a:pt x="0" y="1257542"/>
                </a:lnTo>
              </a:path>
            </a:pathLst>
          </a:custGeom>
          <a:ln w="2764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9" name="object 59"/>
          <p:cNvSpPr/>
          <p:nvPr/>
        </p:nvSpPr>
        <p:spPr>
          <a:xfrm>
            <a:off x="4307785" y="4610227"/>
            <a:ext cx="0" cy="1254476"/>
          </a:xfrm>
          <a:custGeom>
            <a:avLst/>
            <a:gdLst/>
            <a:ahLst/>
            <a:cxnLst/>
            <a:rect l="l" t="t" r="r" b="b"/>
            <a:pathLst>
              <a:path w="0" h="1254476">
                <a:moveTo>
                  <a:pt x="0" y="0"/>
                </a:moveTo>
                <a:lnTo>
                  <a:pt x="0" y="1254476"/>
                </a:lnTo>
              </a:path>
            </a:pathLst>
          </a:custGeom>
          <a:ln w="386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0" name="object 60"/>
          <p:cNvSpPr/>
          <p:nvPr/>
        </p:nvSpPr>
        <p:spPr>
          <a:xfrm>
            <a:off x="4308838" y="4599159"/>
            <a:ext cx="0" cy="1257542"/>
          </a:xfrm>
          <a:custGeom>
            <a:avLst/>
            <a:gdLst/>
            <a:ahLst/>
            <a:cxnLst/>
            <a:rect l="l" t="t" r="r" b="b"/>
            <a:pathLst>
              <a:path w="0" h="1257542">
                <a:moveTo>
                  <a:pt x="0" y="0"/>
                </a:moveTo>
                <a:lnTo>
                  <a:pt x="0" y="1257542"/>
                </a:lnTo>
              </a:path>
            </a:pathLst>
          </a:custGeom>
          <a:ln w="2764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1" name="object 61"/>
          <p:cNvSpPr/>
          <p:nvPr/>
        </p:nvSpPr>
        <p:spPr>
          <a:xfrm>
            <a:off x="4876586" y="4610227"/>
            <a:ext cx="0" cy="1254476"/>
          </a:xfrm>
          <a:custGeom>
            <a:avLst/>
            <a:gdLst/>
            <a:ahLst/>
            <a:cxnLst/>
            <a:rect l="l" t="t" r="r" b="b"/>
            <a:pathLst>
              <a:path w="0" h="1254476">
                <a:moveTo>
                  <a:pt x="0" y="0"/>
                </a:moveTo>
                <a:lnTo>
                  <a:pt x="0" y="1254476"/>
                </a:lnTo>
              </a:path>
            </a:pathLst>
          </a:custGeom>
          <a:ln w="386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2" name="object 62"/>
          <p:cNvSpPr/>
          <p:nvPr/>
        </p:nvSpPr>
        <p:spPr>
          <a:xfrm>
            <a:off x="4877364" y="4599159"/>
            <a:ext cx="0" cy="1257542"/>
          </a:xfrm>
          <a:custGeom>
            <a:avLst/>
            <a:gdLst/>
            <a:ahLst/>
            <a:cxnLst/>
            <a:rect l="l" t="t" r="r" b="b"/>
            <a:pathLst>
              <a:path w="0" h="1257542">
                <a:moveTo>
                  <a:pt x="0" y="0"/>
                </a:moveTo>
                <a:lnTo>
                  <a:pt x="0" y="1257542"/>
                </a:lnTo>
              </a:path>
            </a:pathLst>
          </a:custGeom>
          <a:ln w="2764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3" name="object 63"/>
          <p:cNvSpPr/>
          <p:nvPr/>
        </p:nvSpPr>
        <p:spPr>
          <a:xfrm>
            <a:off x="5445111" y="4610227"/>
            <a:ext cx="0" cy="1254476"/>
          </a:xfrm>
          <a:custGeom>
            <a:avLst/>
            <a:gdLst/>
            <a:ahLst/>
            <a:cxnLst/>
            <a:rect l="l" t="t" r="r" b="b"/>
            <a:pathLst>
              <a:path w="0" h="1254476">
                <a:moveTo>
                  <a:pt x="0" y="0"/>
                </a:moveTo>
                <a:lnTo>
                  <a:pt x="0" y="1254476"/>
                </a:lnTo>
              </a:path>
            </a:pathLst>
          </a:custGeom>
          <a:ln w="386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4" name="object 64"/>
          <p:cNvSpPr/>
          <p:nvPr/>
        </p:nvSpPr>
        <p:spPr>
          <a:xfrm>
            <a:off x="5446165" y="4599159"/>
            <a:ext cx="0" cy="1257542"/>
          </a:xfrm>
          <a:custGeom>
            <a:avLst/>
            <a:gdLst/>
            <a:ahLst/>
            <a:cxnLst/>
            <a:rect l="l" t="t" r="r" b="b"/>
            <a:pathLst>
              <a:path w="0" h="1257542">
                <a:moveTo>
                  <a:pt x="0" y="0"/>
                </a:moveTo>
                <a:lnTo>
                  <a:pt x="0" y="1257542"/>
                </a:lnTo>
              </a:path>
            </a:pathLst>
          </a:custGeom>
          <a:ln w="2764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5" name="object 65"/>
          <p:cNvSpPr/>
          <p:nvPr/>
        </p:nvSpPr>
        <p:spPr>
          <a:xfrm>
            <a:off x="6013912" y="4610227"/>
            <a:ext cx="0" cy="1254476"/>
          </a:xfrm>
          <a:custGeom>
            <a:avLst/>
            <a:gdLst/>
            <a:ahLst/>
            <a:cxnLst/>
            <a:rect l="l" t="t" r="r" b="b"/>
            <a:pathLst>
              <a:path w="0" h="1254476">
                <a:moveTo>
                  <a:pt x="0" y="0"/>
                </a:moveTo>
                <a:lnTo>
                  <a:pt x="0" y="1254476"/>
                </a:lnTo>
              </a:path>
            </a:pathLst>
          </a:custGeom>
          <a:ln w="386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6" name="object 66"/>
          <p:cNvSpPr/>
          <p:nvPr/>
        </p:nvSpPr>
        <p:spPr>
          <a:xfrm>
            <a:off x="6014690" y="4599159"/>
            <a:ext cx="0" cy="1257542"/>
          </a:xfrm>
          <a:custGeom>
            <a:avLst/>
            <a:gdLst/>
            <a:ahLst/>
            <a:cxnLst/>
            <a:rect l="l" t="t" r="r" b="b"/>
            <a:pathLst>
              <a:path w="0" h="1257542">
                <a:moveTo>
                  <a:pt x="0" y="0"/>
                </a:moveTo>
                <a:lnTo>
                  <a:pt x="0" y="1257542"/>
                </a:lnTo>
              </a:path>
            </a:pathLst>
          </a:custGeom>
          <a:ln w="2764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7" name="object 67"/>
          <p:cNvSpPr/>
          <p:nvPr/>
        </p:nvSpPr>
        <p:spPr>
          <a:xfrm>
            <a:off x="6582437" y="4610227"/>
            <a:ext cx="0" cy="1254476"/>
          </a:xfrm>
          <a:custGeom>
            <a:avLst/>
            <a:gdLst/>
            <a:ahLst/>
            <a:cxnLst/>
            <a:rect l="l" t="t" r="r" b="b"/>
            <a:pathLst>
              <a:path w="0" h="1254476">
                <a:moveTo>
                  <a:pt x="0" y="0"/>
                </a:moveTo>
                <a:lnTo>
                  <a:pt x="0" y="1254476"/>
                </a:lnTo>
              </a:path>
            </a:pathLst>
          </a:custGeom>
          <a:ln w="386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8" name="object 68"/>
          <p:cNvSpPr/>
          <p:nvPr/>
        </p:nvSpPr>
        <p:spPr>
          <a:xfrm>
            <a:off x="6583491" y="4599159"/>
            <a:ext cx="0" cy="1257542"/>
          </a:xfrm>
          <a:custGeom>
            <a:avLst/>
            <a:gdLst/>
            <a:ahLst/>
            <a:cxnLst/>
            <a:rect l="l" t="t" r="r" b="b"/>
            <a:pathLst>
              <a:path w="0" h="1257542">
                <a:moveTo>
                  <a:pt x="0" y="0"/>
                </a:moveTo>
                <a:lnTo>
                  <a:pt x="0" y="1257542"/>
                </a:lnTo>
              </a:path>
            </a:pathLst>
          </a:custGeom>
          <a:ln w="2764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9" name="object 69"/>
          <p:cNvSpPr/>
          <p:nvPr/>
        </p:nvSpPr>
        <p:spPr>
          <a:xfrm>
            <a:off x="7151238" y="4610227"/>
            <a:ext cx="0" cy="1254476"/>
          </a:xfrm>
          <a:custGeom>
            <a:avLst/>
            <a:gdLst/>
            <a:ahLst/>
            <a:cxnLst/>
            <a:rect l="l" t="t" r="r" b="b"/>
            <a:pathLst>
              <a:path w="0" h="1254476">
                <a:moveTo>
                  <a:pt x="0" y="0"/>
                </a:moveTo>
                <a:lnTo>
                  <a:pt x="0" y="1254476"/>
                </a:lnTo>
              </a:path>
            </a:pathLst>
          </a:custGeom>
          <a:ln w="386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0" name="object 70"/>
          <p:cNvSpPr/>
          <p:nvPr/>
        </p:nvSpPr>
        <p:spPr>
          <a:xfrm>
            <a:off x="7152016" y="4599159"/>
            <a:ext cx="0" cy="1257542"/>
          </a:xfrm>
          <a:custGeom>
            <a:avLst/>
            <a:gdLst/>
            <a:ahLst/>
            <a:cxnLst/>
            <a:rect l="l" t="t" r="r" b="b"/>
            <a:pathLst>
              <a:path w="0" h="1257542">
                <a:moveTo>
                  <a:pt x="0" y="0"/>
                </a:moveTo>
                <a:lnTo>
                  <a:pt x="0" y="1257542"/>
                </a:lnTo>
              </a:path>
            </a:pathLst>
          </a:custGeom>
          <a:ln w="2764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1" name="object 71"/>
          <p:cNvSpPr/>
          <p:nvPr/>
        </p:nvSpPr>
        <p:spPr>
          <a:xfrm>
            <a:off x="7719763" y="4610227"/>
            <a:ext cx="0" cy="1254476"/>
          </a:xfrm>
          <a:custGeom>
            <a:avLst/>
            <a:gdLst/>
            <a:ahLst/>
            <a:cxnLst/>
            <a:rect l="l" t="t" r="r" b="b"/>
            <a:pathLst>
              <a:path w="0" h="1254476">
                <a:moveTo>
                  <a:pt x="0" y="0"/>
                </a:moveTo>
                <a:lnTo>
                  <a:pt x="0" y="1254476"/>
                </a:lnTo>
              </a:path>
            </a:pathLst>
          </a:custGeom>
          <a:ln w="386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2" name="object 72"/>
          <p:cNvSpPr/>
          <p:nvPr/>
        </p:nvSpPr>
        <p:spPr>
          <a:xfrm>
            <a:off x="7720817" y="4599159"/>
            <a:ext cx="0" cy="1257542"/>
          </a:xfrm>
          <a:custGeom>
            <a:avLst/>
            <a:gdLst/>
            <a:ahLst/>
            <a:cxnLst/>
            <a:rect l="l" t="t" r="r" b="b"/>
            <a:pathLst>
              <a:path w="0" h="1257542">
                <a:moveTo>
                  <a:pt x="0" y="0"/>
                </a:moveTo>
                <a:lnTo>
                  <a:pt x="0" y="1257542"/>
                </a:lnTo>
              </a:path>
            </a:pathLst>
          </a:custGeom>
          <a:ln w="2764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3" name="object 73"/>
          <p:cNvSpPr/>
          <p:nvPr/>
        </p:nvSpPr>
        <p:spPr>
          <a:xfrm>
            <a:off x="8288564" y="4610227"/>
            <a:ext cx="0" cy="1254476"/>
          </a:xfrm>
          <a:custGeom>
            <a:avLst/>
            <a:gdLst/>
            <a:ahLst/>
            <a:cxnLst/>
            <a:rect l="l" t="t" r="r" b="b"/>
            <a:pathLst>
              <a:path w="0" h="1254476">
                <a:moveTo>
                  <a:pt x="0" y="0"/>
                </a:moveTo>
                <a:lnTo>
                  <a:pt x="0" y="1254476"/>
                </a:lnTo>
              </a:path>
            </a:pathLst>
          </a:custGeom>
          <a:ln w="386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4" name="object 74"/>
          <p:cNvSpPr/>
          <p:nvPr/>
        </p:nvSpPr>
        <p:spPr>
          <a:xfrm>
            <a:off x="8289342" y="4599159"/>
            <a:ext cx="0" cy="1257542"/>
          </a:xfrm>
          <a:custGeom>
            <a:avLst/>
            <a:gdLst/>
            <a:ahLst/>
            <a:cxnLst/>
            <a:rect l="l" t="t" r="r" b="b"/>
            <a:pathLst>
              <a:path w="0" h="1257542">
                <a:moveTo>
                  <a:pt x="0" y="0"/>
                </a:moveTo>
                <a:lnTo>
                  <a:pt x="0" y="1257542"/>
                </a:lnTo>
              </a:path>
            </a:pathLst>
          </a:custGeom>
          <a:ln w="2764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5" name="object 75"/>
          <p:cNvSpPr/>
          <p:nvPr/>
        </p:nvSpPr>
        <p:spPr>
          <a:xfrm>
            <a:off x="8857089" y="4610227"/>
            <a:ext cx="0" cy="1254476"/>
          </a:xfrm>
          <a:custGeom>
            <a:avLst/>
            <a:gdLst/>
            <a:ahLst/>
            <a:cxnLst/>
            <a:rect l="l" t="t" r="r" b="b"/>
            <a:pathLst>
              <a:path w="0" h="1254476">
                <a:moveTo>
                  <a:pt x="0" y="0"/>
                </a:moveTo>
                <a:lnTo>
                  <a:pt x="0" y="1254476"/>
                </a:lnTo>
              </a:path>
            </a:pathLst>
          </a:custGeom>
          <a:ln w="386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6" name="object 76"/>
          <p:cNvSpPr/>
          <p:nvPr/>
        </p:nvSpPr>
        <p:spPr>
          <a:xfrm>
            <a:off x="8858143" y="4599159"/>
            <a:ext cx="0" cy="1257542"/>
          </a:xfrm>
          <a:custGeom>
            <a:avLst/>
            <a:gdLst/>
            <a:ahLst/>
            <a:cxnLst/>
            <a:rect l="l" t="t" r="r" b="b"/>
            <a:pathLst>
              <a:path w="0" h="1257542">
                <a:moveTo>
                  <a:pt x="0" y="0"/>
                </a:moveTo>
                <a:lnTo>
                  <a:pt x="0" y="1257542"/>
                </a:lnTo>
              </a:path>
            </a:pathLst>
          </a:custGeom>
          <a:ln w="2764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7" name="object 77"/>
          <p:cNvSpPr/>
          <p:nvPr/>
        </p:nvSpPr>
        <p:spPr>
          <a:xfrm>
            <a:off x="9425890" y="4610227"/>
            <a:ext cx="0" cy="1254476"/>
          </a:xfrm>
          <a:custGeom>
            <a:avLst/>
            <a:gdLst/>
            <a:ahLst/>
            <a:cxnLst/>
            <a:rect l="l" t="t" r="r" b="b"/>
            <a:pathLst>
              <a:path w="0" h="1254476">
                <a:moveTo>
                  <a:pt x="0" y="0"/>
                </a:moveTo>
                <a:lnTo>
                  <a:pt x="0" y="1254476"/>
                </a:lnTo>
              </a:path>
            </a:pathLst>
          </a:custGeom>
          <a:ln w="386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8" name="object 78"/>
          <p:cNvSpPr/>
          <p:nvPr/>
        </p:nvSpPr>
        <p:spPr>
          <a:xfrm>
            <a:off x="9426668" y="4599159"/>
            <a:ext cx="0" cy="1257542"/>
          </a:xfrm>
          <a:custGeom>
            <a:avLst/>
            <a:gdLst/>
            <a:ahLst/>
            <a:cxnLst/>
            <a:rect l="l" t="t" r="r" b="b"/>
            <a:pathLst>
              <a:path w="0" h="1257542">
                <a:moveTo>
                  <a:pt x="0" y="0"/>
                </a:moveTo>
                <a:lnTo>
                  <a:pt x="0" y="1257542"/>
                </a:lnTo>
              </a:path>
            </a:pathLst>
          </a:custGeom>
          <a:ln w="2764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9" name="object 79"/>
          <p:cNvSpPr/>
          <p:nvPr/>
        </p:nvSpPr>
        <p:spPr>
          <a:xfrm>
            <a:off x="290002" y="4585602"/>
            <a:ext cx="9158772" cy="0"/>
          </a:xfrm>
          <a:custGeom>
            <a:avLst/>
            <a:gdLst/>
            <a:ahLst/>
            <a:cxnLst/>
            <a:rect l="l" t="t" r="r" b="b"/>
            <a:pathLst>
              <a:path w="9158772" h="0">
                <a:moveTo>
                  <a:pt x="0" y="0"/>
                </a:moveTo>
                <a:lnTo>
                  <a:pt x="9158772" y="0"/>
                </a:lnTo>
              </a:path>
            </a:pathLst>
          </a:custGeom>
          <a:ln w="351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0" name="object 80"/>
          <p:cNvSpPr/>
          <p:nvPr/>
        </p:nvSpPr>
        <p:spPr>
          <a:xfrm>
            <a:off x="277830" y="4586835"/>
            <a:ext cx="9162023" cy="0"/>
          </a:xfrm>
          <a:custGeom>
            <a:avLst/>
            <a:gdLst/>
            <a:ahLst/>
            <a:cxnLst/>
            <a:rect l="l" t="t" r="r" b="b"/>
            <a:pathLst>
              <a:path w="9162023" h="0">
                <a:moveTo>
                  <a:pt x="0" y="0"/>
                </a:moveTo>
                <a:lnTo>
                  <a:pt x="9162023" y="0"/>
                </a:lnTo>
              </a:path>
            </a:pathLst>
          </a:custGeom>
          <a:ln w="2589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1" name="object 81"/>
          <p:cNvSpPr/>
          <p:nvPr/>
        </p:nvSpPr>
        <p:spPr>
          <a:xfrm>
            <a:off x="290002" y="4900145"/>
            <a:ext cx="9158772" cy="0"/>
          </a:xfrm>
          <a:custGeom>
            <a:avLst/>
            <a:gdLst/>
            <a:ahLst/>
            <a:cxnLst/>
            <a:rect l="l" t="t" r="r" b="b"/>
            <a:pathLst>
              <a:path w="9158772" h="0">
                <a:moveTo>
                  <a:pt x="0" y="0"/>
                </a:moveTo>
                <a:lnTo>
                  <a:pt x="9158772" y="0"/>
                </a:lnTo>
              </a:path>
            </a:pathLst>
          </a:custGeom>
          <a:ln w="351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2" name="object 82"/>
          <p:cNvSpPr/>
          <p:nvPr/>
        </p:nvSpPr>
        <p:spPr>
          <a:xfrm>
            <a:off x="277830" y="4901083"/>
            <a:ext cx="9162023" cy="0"/>
          </a:xfrm>
          <a:custGeom>
            <a:avLst/>
            <a:gdLst/>
            <a:ahLst/>
            <a:cxnLst/>
            <a:rect l="l" t="t" r="r" b="b"/>
            <a:pathLst>
              <a:path w="9162023" h="0">
                <a:moveTo>
                  <a:pt x="0" y="0"/>
                </a:moveTo>
                <a:lnTo>
                  <a:pt x="9162023" y="0"/>
                </a:lnTo>
              </a:path>
            </a:pathLst>
          </a:custGeom>
          <a:ln w="2527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3" name="object 83"/>
          <p:cNvSpPr/>
          <p:nvPr/>
        </p:nvSpPr>
        <p:spPr>
          <a:xfrm>
            <a:off x="290002" y="5843160"/>
            <a:ext cx="9158772" cy="0"/>
          </a:xfrm>
          <a:custGeom>
            <a:avLst/>
            <a:gdLst/>
            <a:ahLst/>
            <a:cxnLst/>
            <a:rect l="l" t="t" r="r" b="b"/>
            <a:pathLst>
              <a:path w="9158772" h="0">
                <a:moveTo>
                  <a:pt x="0" y="0"/>
                </a:moveTo>
                <a:lnTo>
                  <a:pt x="9158772" y="0"/>
                </a:lnTo>
              </a:path>
            </a:pathLst>
          </a:custGeom>
          <a:ln w="351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4" name="object 84"/>
          <p:cNvSpPr/>
          <p:nvPr/>
        </p:nvSpPr>
        <p:spPr>
          <a:xfrm>
            <a:off x="277830" y="5844391"/>
            <a:ext cx="9162023" cy="0"/>
          </a:xfrm>
          <a:custGeom>
            <a:avLst/>
            <a:gdLst/>
            <a:ahLst/>
            <a:cxnLst/>
            <a:rect l="l" t="t" r="r" b="b"/>
            <a:pathLst>
              <a:path w="9162023" h="0">
                <a:moveTo>
                  <a:pt x="0" y="0"/>
                </a:moveTo>
                <a:lnTo>
                  <a:pt x="9162023" y="0"/>
                </a:lnTo>
              </a:path>
            </a:pathLst>
          </a:custGeom>
          <a:ln w="2589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4" name="object 44"/>
          <p:cNvSpPr txBox="1"/>
          <p:nvPr/>
        </p:nvSpPr>
        <p:spPr>
          <a:xfrm>
            <a:off x="1725676" y="55427"/>
            <a:ext cx="6072733" cy="584200"/>
          </a:xfrm>
          <a:prstGeom prst="rect">
            <a:avLst/>
          </a:prstGeom>
        </p:spPr>
        <p:txBody>
          <a:bodyPr wrap="square" lIns="0" tIns="29146" rIns="0" bIns="0" rtlCol="0">
            <a:noAutofit/>
          </a:bodyPr>
          <a:lstStyle/>
          <a:p>
            <a:pPr marL="12700">
              <a:lnSpc>
                <a:spcPts val="4590"/>
              </a:lnSpc>
            </a:pPr>
            <a:r>
              <a:rPr dirty="0" smtClean="0" sz="4400" spc="1">
                <a:latin typeface="Times New Roman"/>
                <a:cs typeface="Times New Roman"/>
              </a:rPr>
              <a:t>Frequ</a:t>
            </a:r>
            <a:r>
              <a:rPr dirty="0" smtClean="0" sz="4400" spc="1">
                <a:latin typeface="Times New Roman"/>
                <a:cs typeface="Times New Roman"/>
              </a:rPr>
              <a:t>e</a:t>
            </a:r>
            <a:r>
              <a:rPr dirty="0" smtClean="0" sz="4400" spc="1">
                <a:latin typeface="Times New Roman"/>
                <a:cs typeface="Times New Roman"/>
              </a:rPr>
              <a:t>ncy</a:t>
            </a:r>
            <a:r>
              <a:rPr dirty="0" smtClean="0" sz="4400" spc="1">
                <a:latin typeface="Times New Roman"/>
                <a:cs typeface="Times New Roman"/>
              </a:rPr>
              <a:t> </a:t>
            </a:r>
            <a:r>
              <a:rPr dirty="0" smtClean="0" sz="4400" spc="1">
                <a:latin typeface="Times New Roman"/>
                <a:cs typeface="Times New Roman"/>
              </a:rPr>
              <a:t>B</a:t>
            </a:r>
            <a:r>
              <a:rPr dirty="0" smtClean="0" sz="4400" spc="1">
                <a:latin typeface="Times New Roman"/>
                <a:cs typeface="Times New Roman"/>
              </a:rPr>
              <a:t>a</a:t>
            </a:r>
            <a:r>
              <a:rPr dirty="0" smtClean="0" sz="4400" spc="1">
                <a:latin typeface="Times New Roman"/>
                <a:cs typeface="Times New Roman"/>
              </a:rPr>
              <a:t>nd</a:t>
            </a:r>
            <a:r>
              <a:rPr dirty="0" smtClean="0" sz="4400" spc="1">
                <a:latin typeface="Times New Roman"/>
                <a:cs typeface="Times New Roman"/>
              </a:rPr>
              <a:t> </a:t>
            </a:r>
            <a:r>
              <a:rPr dirty="0" smtClean="0" sz="4400" spc="1">
                <a:latin typeface="Times New Roman"/>
                <a:cs typeface="Times New Roman"/>
              </a:rPr>
              <a:t>Gro</a:t>
            </a:r>
            <a:r>
              <a:rPr dirty="0" smtClean="0" sz="4400" spc="1">
                <a:latin typeface="Times New Roman"/>
                <a:cs typeface="Times New Roman"/>
              </a:rPr>
              <a:t>u</a:t>
            </a:r>
            <a:r>
              <a:rPr dirty="0" smtClean="0" sz="4400" spc="1">
                <a:latin typeface="Times New Roman"/>
                <a:cs typeface="Times New Roman"/>
              </a:rPr>
              <a:t>ping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874394" y="1244346"/>
            <a:ext cx="2953974" cy="381000"/>
          </a:xfrm>
          <a:prstGeom prst="rect">
            <a:avLst/>
          </a:prstGeom>
        </p:spPr>
        <p:txBody>
          <a:bodyPr wrap="square" lIns="0" tIns="18415" rIns="0" bIns="0" rtlCol="0">
            <a:noAutofit/>
          </a:bodyPr>
          <a:lstStyle/>
          <a:p>
            <a:pPr marL="12700">
              <a:lnSpc>
                <a:spcPts val="2900"/>
              </a:lnSpc>
            </a:pPr>
            <a:r>
              <a:rPr dirty="0" smtClean="0" sz="2800" spc="-2">
                <a:latin typeface="Calibri"/>
                <a:cs typeface="Calibri"/>
              </a:rPr>
              <a:t>F</a:t>
            </a:r>
            <a:r>
              <a:rPr dirty="0" smtClean="0" sz="2800" spc="-2">
                <a:latin typeface="Calibri"/>
                <a:cs typeface="Calibri"/>
              </a:rPr>
              <a:t>r</a:t>
            </a:r>
            <a:r>
              <a:rPr dirty="0" smtClean="0" sz="2800" spc="-2">
                <a:latin typeface="Calibri"/>
                <a:cs typeface="Calibri"/>
              </a:rPr>
              <a:t>e</a:t>
            </a:r>
            <a:r>
              <a:rPr dirty="0" smtClean="0" sz="2800" spc="-2">
                <a:latin typeface="Calibri"/>
                <a:cs typeface="Calibri"/>
              </a:rPr>
              <a:t>q</a:t>
            </a:r>
            <a:r>
              <a:rPr dirty="0" smtClean="0" sz="2800" spc="-2">
                <a:latin typeface="Calibri"/>
                <a:cs typeface="Calibri"/>
              </a:rPr>
              <a:t>u</a:t>
            </a:r>
            <a:r>
              <a:rPr dirty="0" smtClean="0" sz="2800" spc="-2">
                <a:latin typeface="Calibri"/>
                <a:cs typeface="Calibri"/>
              </a:rPr>
              <a:t>e</a:t>
            </a:r>
            <a:r>
              <a:rPr dirty="0" smtClean="0" sz="2800" spc="-2">
                <a:latin typeface="Calibri"/>
                <a:cs typeface="Calibri"/>
              </a:rPr>
              <a:t>n</a:t>
            </a:r>
            <a:r>
              <a:rPr dirty="0" smtClean="0" sz="2800" spc="-2">
                <a:latin typeface="Calibri"/>
                <a:cs typeface="Calibri"/>
              </a:rPr>
              <a:t>cy</a:t>
            </a:r>
            <a:r>
              <a:rPr dirty="0" smtClean="0" sz="2800" spc="-2">
                <a:latin typeface="Calibri"/>
                <a:cs typeface="Calibri"/>
              </a:rPr>
              <a:t> </a:t>
            </a:r>
            <a:r>
              <a:rPr dirty="0" smtClean="0" sz="2800" spc="-2">
                <a:latin typeface="Calibri"/>
                <a:cs typeface="Calibri"/>
              </a:rPr>
              <a:t>g</a:t>
            </a:r>
            <a:r>
              <a:rPr dirty="0" smtClean="0" sz="2800" spc="-2">
                <a:latin typeface="Calibri"/>
                <a:cs typeface="Calibri"/>
              </a:rPr>
              <a:t>r</a:t>
            </a:r>
            <a:r>
              <a:rPr dirty="0" smtClean="0" sz="2800" spc="-2">
                <a:latin typeface="Calibri"/>
                <a:cs typeface="Calibri"/>
              </a:rPr>
              <a:t>o</a:t>
            </a:r>
            <a:r>
              <a:rPr dirty="0" smtClean="0" sz="2800" spc="-2">
                <a:latin typeface="Calibri"/>
                <a:cs typeface="Calibri"/>
              </a:rPr>
              <a:t>u</a:t>
            </a:r>
            <a:r>
              <a:rPr dirty="0" smtClean="0" sz="2800" spc="-2">
                <a:latin typeface="Calibri"/>
                <a:cs typeface="Calibri"/>
              </a:rPr>
              <a:t>p</a:t>
            </a:r>
            <a:r>
              <a:rPr dirty="0" smtClean="0" sz="2800" spc="-2">
                <a:latin typeface="Calibri"/>
                <a:cs typeface="Calibri"/>
              </a:rPr>
              <a:t>ing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874394" y="2026920"/>
            <a:ext cx="222924" cy="1427733"/>
          </a:xfrm>
          <a:prstGeom prst="rect">
            <a:avLst/>
          </a:prstGeom>
        </p:spPr>
        <p:txBody>
          <a:bodyPr wrap="square" lIns="0" tIns="15875" rIns="0" bIns="0" rtlCol="0">
            <a:noAutofit/>
          </a:bodyPr>
          <a:lstStyle/>
          <a:p>
            <a:pPr marL="12700">
              <a:lnSpc>
                <a:spcPts val="2500"/>
              </a:lnSpc>
            </a:pPr>
            <a:r>
              <a:rPr dirty="0" smtClean="0" sz="2400">
                <a:solidFill>
                  <a:srgbClr val="00CC99"/>
                </a:solidFill>
                <a:latin typeface="Calibri"/>
                <a:cs typeface="Calibri"/>
              </a:rPr>
              <a:t>+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ts val="2880"/>
              </a:lnSpc>
              <a:spcBef>
                <a:spcPts val="19"/>
              </a:spcBef>
            </a:pPr>
            <a:r>
              <a:rPr dirty="0" smtClean="0" sz="2400">
                <a:solidFill>
                  <a:srgbClr val="00CC99"/>
                </a:solidFill>
                <a:latin typeface="Calibri"/>
                <a:cs typeface="Calibri"/>
              </a:rPr>
              <a:t>+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ts val="2885"/>
              </a:lnSpc>
              <a:spcBef>
                <a:spcPts val="0"/>
              </a:spcBef>
            </a:pPr>
            <a:r>
              <a:rPr dirty="0" smtClean="0" sz="2400">
                <a:solidFill>
                  <a:srgbClr val="00CC99"/>
                </a:solidFill>
                <a:latin typeface="Calibri"/>
                <a:cs typeface="Calibri"/>
              </a:rPr>
              <a:t>+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ts val="2880"/>
              </a:lnSpc>
            </a:pPr>
            <a:r>
              <a:rPr dirty="0" smtClean="0" sz="2400">
                <a:solidFill>
                  <a:srgbClr val="00CC99"/>
                </a:solidFill>
                <a:latin typeface="Calibri"/>
                <a:cs typeface="Calibri"/>
              </a:rPr>
              <a:t>+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095375" y="2026920"/>
            <a:ext cx="6202427" cy="1427733"/>
          </a:xfrm>
          <a:prstGeom prst="rect">
            <a:avLst/>
          </a:prstGeom>
        </p:spPr>
        <p:txBody>
          <a:bodyPr wrap="square" lIns="0" tIns="15875" rIns="0" bIns="0" rtlCol="0">
            <a:noAutofit/>
          </a:bodyPr>
          <a:lstStyle/>
          <a:p>
            <a:pPr marL="12700" marR="45720">
              <a:lnSpc>
                <a:spcPts val="2500"/>
              </a:lnSpc>
            </a:pPr>
            <a:r>
              <a:rPr dirty="0" smtClean="0" sz="2400" spc="-2">
                <a:latin typeface="Calibri"/>
                <a:cs typeface="Calibri"/>
              </a:rPr>
              <a:t>F</a:t>
            </a:r>
            <a:r>
              <a:rPr dirty="0" smtClean="0" sz="2400" spc="-2">
                <a:latin typeface="Calibri"/>
                <a:cs typeface="Calibri"/>
              </a:rPr>
              <a:t>r</a:t>
            </a:r>
            <a:r>
              <a:rPr dirty="0" smtClean="0" sz="2400" spc="-2">
                <a:latin typeface="Calibri"/>
                <a:cs typeface="Calibri"/>
              </a:rPr>
              <a:t>equ</a:t>
            </a:r>
            <a:r>
              <a:rPr dirty="0" smtClean="0" sz="2400" spc="-2">
                <a:latin typeface="Calibri"/>
                <a:cs typeface="Calibri"/>
              </a:rPr>
              <a:t>e</a:t>
            </a:r>
            <a:r>
              <a:rPr dirty="0" smtClean="0" sz="2400" spc="-2">
                <a:latin typeface="Calibri"/>
                <a:cs typeface="Calibri"/>
              </a:rPr>
              <a:t>ncy</a:t>
            </a:r>
            <a:r>
              <a:rPr dirty="0" smtClean="0" sz="2400" spc="-2">
                <a:latin typeface="Calibri"/>
                <a:cs typeface="Calibri"/>
              </a:rPr>
              <a:t> </a:t>
            </a:r>
            <a:r>
              <a:rPr dirty="0" smtClean="0" sz="2400" spc="-2">
                <a:latin typeface="Calibri"/>
                <a:cs typeface="Calibri"/>
              </a:rPr>
              <a:t>h</a:t>
            </a:r>
            <a:r>
              <a:rPr dirty="0" smtClean="0" sz="2400" spc="-2">
                <a:latin typeface="Calibri"/>
                <a:cs typeface="Calibri"/>
              </a:rPr>
              <a:t>o</a:t>
            </a:r>
            <a:r>
              <a:rPr dirty="0" smtClean="0" sz="2400" spc="-2">
                <a:latin typeface="Calibri"/>
                <a:cs typeface="Calibri"/>
              </a:rPr>
              <a:t>pp</a:t>
            </a:r>
            <a:r>
              <a:rPr dirty="0" smtClean="0" sz="2400" spc="-2">
                <a:latin typeface="Calibri"/>
                <a:cs typeface="Calibri"/>
              </a:rPr>
              <a:t>i</a:t>
            </a:r>
            <a:r>
              <a:rPr dirty="0" smtClean="0" sz="2400" spc="-2">
                <a:latin typeface="Calibri"/>
                <a:cs typeface="Calibri"/>
              </a:rPr>
              <a:t>ng</a:t>
            </a:r>
            <a:r>
              <a:rPr dirty="0" smtClean="0" sz="2400" spc="-2">
                <a:latin typeface="Calibri"/>
                <a:cs typeface="Calibri"/>
              </a:rPr>
              <a:t> </a:t>
            </a:r>
            <a:r>
              <a:rPr dirty="0" smtClean="0" sz="2400" spc="-2">
                <a:latin typeface="Calibri"/>
                <a:cs typeface="Calibri"/>
              </a:rPr>
              <a:t>(</a:t>
            </a:r>
            <a:r>
              <a:rPr dirty="0" smtClean="0" sz="2400" spc="-2">
                <a:latin typeface="Calibri"/>
                <a:cs typeface="Calibri"/>
              </a:rPr>
              <a:t>c</a:t>
            </a:r>
            <a:r>
              <a:rPr dirty="0" smtClean="0" sz="2400" spc="-2">
                <a:latin typeface="Calibri"/>
                <a:cs typeface="Calibri"/>
              </a:rPr>
              <a:t>ohe</a:t>
            </a:r>
            <a:r>
              <a:rPr dirty="0" smtClean="0" sz="2400" spc="-2">
                <a:latin typeface="Calibri"/>
                <a:cs typeface="Calibri"/>
              </a:rPr>
              <a:t>r</a:t>
            </a:r>
            <a:r>
              <a:rPr dirty="0" smtClean="0" sz="2400" spc="-2">
                <a:latin typeface="Calibri"/>
                <a:cs typeface="Calibri"/>
              </a:rPr>
              <a:t>en</a:t>
            </a:r>
            <a:r>
              <a:rPr dirty="0" smtClean="0" sz="2400" spc="-2">
                <a:latin typeface="Calibri"/>
                <a:cs typeface="Calibri"/>
              </a:rPr>
              <a:t>c</a:t>
            </a:r>
            <a:r>
              <a:rPr dirty="0" smtClean="0" sz="2400" spc="-2">
                <a:latin typeface="Calibri"/>
                <a:cs typeface="Calibri"/>
              </a:rPr>
              <a:t>e</a:t>
            </a:r>
            <a:r>
              <a:rPr dirty="0" smtClean="0" sz="2400" spc="-2">
                <a:latin typeface="Calibri"/>
                <a:cs typeface="Calibri"/>
              </a:rPr>
              <a:t> </a:t>
            </a:r>
            <a:r>
              <a:rPr dirty="0" smtClean="0" sz="2400" spc="-2">
                <a:latin typeface="Calibri"/>
                <a:cs typeface="Calibri"/>
              </a:rPr>
              <a:t>bandwidth)</a:t>
            </a:r>
            <a:endParaRPr sz="2400">
              <a:latin typeface="Calibri"/>
              <a:cs typeface="Calibri"/>
            </a:endParaRPr>
          </a:p>
          <a:p>
            <a:pPr marL="12700" marR="45720">
              <a:lnSpc>
                <a:spcPts val="2880"/>
              </a:lnSpc>
              <a:spcBef>
                <a:spcPts val="19"/>
              </a:spcBef>
            </a:pPr>
            <a:r>
              <a:rPr dirty="0" smtClean="0" sz="2400" spc="-4">
                <a:latin typeface="Calibri"/>
                <a:cs typeface="Calibri"/>
              </a:rPr>
              <a:t>I</a:t>
            </a:r>
            <a:r>
              <a:rPr dirty="0" smtClean="0" sz="2400" spc="-4">
                <a:latin typeface="Calibri"/>
                <a:cs typeface="Calibri"/>
              </a:rPr>
              <a:t>n</a:t>
            </a:r>
            <a:r>
              <a:rPr dirty="0" smtClean="0" sz="2400" spc="-4">
                <a:latin typeface="Calibri"/>
                <a:cs typeface="Calibri"/>
              </a:rPr>
              <a:t>t</a:t>
            </a:r>
            <a:r>
              <a:rPr dirty="0" smtClean="0" sz="2400" spc="-4">
                <a:latin typeface="Calibri"/>
                <a:cs typeface="Calibri"/>
              </a:rPr>
              <a:t>e</a:t>
            </a:r>
            <a:r>
              <a:rPr dirty="0" smtClean="0" sz="2400" spc="-4">
                <a:latin typeface="Calibri"/>
                <a:cs typeface="Calibri"/>
              </a:rPr>
              <a:t>r</a:t>
            </a:r>
            <a:r>
              <a:rPr dirty="0" smtClean="0" sz="2400" spc="-4">
                <a:latin typeface="Calibri"/>
                <a:cs typeface="Calibri"/>
              </a:rPr>
              <a:t>modul</a:t>
            </a:r>
            <a:r>
              <a:rPr dirty="0" smtClean="0" sz="2400" spc="-4">
                <a:latin typeface="Calibri"/>
                <a:cs typeface="Calibri"/>
              </a:rPr>
              <a:t>a</a:t>
            </a:r>
            <a:r>
              <a:rPr dirty="0" smtClean="0" sz="2400" spc="-4">
                <a:latin typeface="Calibri"/>
                <a:cs typeface="Calibri"/>
              </a:rPr>
              <a:t>tion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ts val="2885"/>
              </a:lnSpc>
              <a:spcBef>
                <a:spcPts val="0"/>
              </a:spcBef>
            </a:pPr>
            <a:r>
              <a:rPr dirty="0" smtClean="0" sz="2400" spc="-4">
                <a:latin typeface="Calibri"/>
                <a:cs typeface="Calibri"/>
              </a:rPr>
              <a:t>F</a:t>
            </a:r>
            <a:r>
              <a:rPr dirty="0" smtClean="0" sz="2400" spc="-4">
                <a:latin typeface="Calibri"/>
                <a:cs typeface="Calibri"/>
              </a:rPr>
              <a:t>r</a:t>
            </a:r>
            <a:r>
              <a:rPr dirty="0" smtClean="0" sz="2400" spc="-4">
                <a:latin typeface="Calibri"/>
                <a:cs typeface="Calibri"/>
              </a:rPr>
              <a:t>equ</a:t>
            </a:r>
            <a:r>
              <a:rPr dirty="0" smtClean="0" sz="2400" spc="-4">
                <a:latin typeface="Calibri"/>
                <a:cs typeface="Calibri"/>
              </a:rPr>
              <a:t>e</a:t>
            </a:r>
            <a:r>
              <a:rPr dirty="0" smtClean="0" sz="2400" spc="-4">
                <a:latin typeface="Calibri"/>
                <a:cs typeface="Calibri"/>
              </a:rPr>
              <a:t>nc</a:t>
            </a:r>
            <a:r>
              <a:rPr dirty="0" smtClean="0" sz="2400" spc="-4">
                <a:latin typeface="Calibri"/>
                <a:cs typeface="Calibri"/>
              </a:rPr>
              <a:t>i</a:t>
            </a:r>
            <a:r>
              <a:rPr dirty="0" smtClean="0" sz="2400" spc="-4">
                <a:latin typeface="Calibri"/>
                <a:cs typeface="Calibri"/>
              </a:rPr>
              <a:t>es</a:t>
            </a:r>
            <a:r>
              <a:rPr dirty="0" smtClean="0" sz="2400" spc="-4">
                <a:latin typeface="Calibri"/>
                <a:cs typeface="Calibri"/>
              </a:rPr>
              <a:t> </a:t>
            </a:r>
            <a:r>
              <a:rPr dirty="0" smtClean="0" sz="2400" spc="-4">
                <a:latin typeface="Calibri"/>
                <a:cs typeface="Calibri"/>
              </a:rPr>
              <a:t>a</a:t>
            </a:r>
            <a:r>
              <a:rPr dirty="0" smtClean="0" sz="2400" spc="-4">
                <a:latin typeface="Calibri"/>
                <a:cs typeface="Calibri"/>
              </a:rPr>
              <a:t>ss</a:t>
            </a:r>
            <a:r>
              <a:rPr dirty="0" smtClean="0" sz="2400" spc="-4">
                <a:latin typeface="Calibri"/>
                <a:cs typeface="Calibri"/>
              </a:rPr>
              <a:t>i</a:t>
            </a:r>
            <a:r>
              <a:rPr dirty="0" smtClean="0" sz="2400" spc="-4">
                <a:latin typeface="Calibri"/>
                <a:cs typeface="Calibri"/>
              </a:rPr>
              <a:t>g</a:t>
            </a:r>
            <a:r>
              <a:rPr dirty="0" smtClean="0" sz="2400" spc="-4">
                <a:latin typeface="Calibri"/>
                <a:cs typeface="Calibri"/>
              </a:rPr>
              <a:t>ned</a:t>
            </a:r>
            <a:r>
              <a:rPr dirty="0" smtClean="0" sz="2400" spc="-4">
                <a:latin typeface="Calibri"/>
                <a:cs typeface="Calibri"/>
              </a:rPr>
              <a:t> </a:t>
            </a:r>
            <a:r>
              <a:rPr dirty="0" smtClean="0" sz="2400" spc="-4">
                <a:latin typeface="Calibri"/>
                <a:cs typeface="Calibri"/>
              </a:rPr>
              <a:t>t</a:t>
            </a:r>
            <a:r>
              <a:rPr dirty="0" smtClean="0" sz="2400" spc="-4">
                <a:latin typeface="Calibri"/>
                <a:cs typeface="Calibri"/>
              </a:rPr>
              <a:t>o</a:t>
            </a:r>
            <a:r>
              <a:rPr dirty="0" smtClean="0" sz="2400" spc="-4">
                <a:latin typeface="Calibri"/>
                <a:cs typeface="Calibri"/>
              </a:rPr>
              <a:t> </a:t>
            </a:r>
            <a:r>
              <a:rPr dirty="0" smtClean="0" sz="2400" spc="-4">
                <a:latin typeface="Calibri"/>
                <a:cs typeface="Calibri"/>
              </a:rPr>
              <a:t>a</a:t>
            </a:r>
            <a:r>
              <a:rPr dirty="0" smtClean="0" sz="2400" spc="-4">
                <a:latin typeface="Calibri"/>
                <a:cs typeface="Calibri"/>
              </a:rPr>
              <a:t>l</a:t>
            </a:r>
            <a:r>
              <a:rPr dirty="0" smtClean="0" sz="2400" spc="-4">
                <a:latin typeface="Calibri"/>
                <a:cs typeface="Calibri"/>
              </a:rPr>
              <a:t>l</a:t>
            </a:r>
            <a:r>
              <a:rPr dirty="0" smtClean="0" sz="2400" spc="-4">
                <a:latin typeface="Calibri"/>
                <a:cs typeface="Calibri"/>
              </a:rPr>
              <a:t> </a:t>
            </a:r>
            <a:r>
              <a:rPr dirty="0" smtClean="0" sz="2400" spc="-4">
                <a:latin typeface="Calibri"/>
                <a:cs typeface="Calibri"/>
              </a:rPr>
              <a:t>T</a:t>
            </a:r>
            <a:r>
              <a:rPr dirty="0" smtClean="0" sz="2400" spc="-4">
                <a:latin typeface="Calibri"/>
                <a:cs typeface="Calibri"/>
              </a:rPr>
              <a:t>RX</a:t>
            </a:r>
            <a:r>
              <a:rPr dirty="0" smtClean="0" sz="2400" spc="-4">
                <a:latin typeface="Calibri"/>
                <a:cs typeface="Calibri"/>
              </a:rPr>
              <a:t> </a:t>
            </a:r>
            <a:r>
              <a:rPr dirty="0" smtClean="0" sz="2400" spc="-4">
                <a:latin typeface="Calibri"/>
                <a:cs typeface="Calibri"/>
              </a:rPr>
              <a:t>l</a:t>
            </a:r>
            <a:r>
              <a:rPr dirty="0" smtClean="0" sz="2400" spc="-4">
                <a:latin typeface="Calibri"/>
                <a:cs typeface="Calibri"/>
              </a:rPr>
              <a:t>a</a:t>
            </a:r>
            <a:r>
              <a:rPr dirty="0" smtClean="0" sz="2400" spc="-4">
                <a:latin typeface="Calibri"/>
                <a:cs typeface="Calibri"/>
              </a:rPr>
              <a:t>y</a:t>
            </a:r>
            <a:r>
              <a:rPr dirty="0" smtClean="0" sz="2400" spc="-4">
                <a:latin typeface="Calibri"/>
                <a:cs typeface="Calibri"/>
              </a:rPr>
              <a:t>e</a:t>
            </a:r>
            <a:r>
              <a:rPr dirty="0" smtClean="0" sz="2400" spc="-4">
                <a:latin typeface="Calibri"/>
                <a:cs typeface="Calibri"/>
              </a:rPr>
              <a:t>r</a:t>
            </a:r>
            <a:r>
              <a:rPr dirty="0" smtClean="0" sz="2400" spc="-4">
                <a:latin typeface="Calibri"/>
                <a:cs typeface="Calibri"/>
              </a:rPr>
              <a:t>s</a:t>
            </a:r>
            <a:r>
              <a:rPr dirty="0" smtClean="0" sz="2400" spc="-4">
                <a:latin typeface="Calibri"/>
                <a:cs typeface="Calibri"/>
              </a:rPr>
              <a:t> </a:t>
            </a:r>
            <a:r>
              <a:rPr dirty="0" smtClean="0" sz="2400" spc="-4">
                <a:latin typeface="Calibri"/>
                <a:cs typeface="Calibri"/>
              </a:rPr>
              <a:t>a</a:t>
            </a:r>
            <a:r>
              <a:rPr dirty="0" smtClean="0" sz="2400" spc="-4">
                <a:latin typeface="Calibri"/>
                <a:cs typeface="Calibri"/>
              </a:rPr>
              <a:t>t</a:t>
            </a:r>
            <a:r>
              <a:rPr dirty="0" smtClean="0" sz="2400" spc="-4">
                <a:latin typeface="Calibri"/>
                <a:cs typeface="Calibri"/>
              </a:rPr>
              <a:t> </a:t>
            </a:r>
            <a:r>
              <a:rPr dirty="0" smtClean="0" sz="2400" spc="-4">
                <a:latin typeface="Calibri"/>
                <a:cs typeface="Calibri"/>
              </a:rPr>
              <a:t>o</a:t>
            </a:r>
            <a:r>
              <a:rPr dirty="0" smtClean="0" sz="2400" spc="-4">
                <a:latin typeface="Calibri"/>
                <a:cs typeface="Calibri"/>
              </a:rPr>
              <a:t>ne</a:t>
            </a:r>
            <a:r>
              <a:rPr dirty="0" smtClean="0" sz="2400" spc="-4">
                <a:latin typeface="Calibri"/>
                <a:cs typeface="Calibri"/>
              </a:rPr>
              <a:t> </a:t>
            </a:r>
            <a:r>
              <a:rPr dirty="0" smtClean="0" sz="2400" spc="-4">
                <a:latin typeface="Calibri"/>
                <a:cs typeface="Calibri"/>
              </a:rPr>
              <a:t>time</a:t>
            </a:r>
            <a:endParaRPr sz="2400">
              <a:latin typeface="Calibri"/>
              <a:cs typeface="Calibri"/>
            </a:endParaRPr>
          </a:p>
          <a:p>
            <a:pPr marL="12700" marR="45720">
              <a:lnSpc>
                <a:spcPts val="2880"/>
              </a:lnSpc>
            </a:pPr>
            <a:r>
              <a:rPr dirty="0" smtClean="0" sz="2400" spc="-2">
                <a:latin typeface="Calibri"/>
                <a:cs typeface="Calibri"/>
              </a:rPr>
              <a:t>F</a:t>
            </a:r>
            <a:r>
              <a:rPr dirty="0" smtClean="0" sz="2400" spc="-2">
                <a:latin typeface="Calibri"/>
                <a:cs typeface="Calibri"/>
              </a:rPr>
              <a:t>r</a:t>
            </a:r>
            <a:r>
              <a:rPr dirty="0" smtClean="0" sz="2400" spc="-2">
                <a:latin typeface="Calibri"/>
                <a:cs typeface="Calibri"/>
              </a:rPr>
              <a:t>equ</a:t>
            </a:r>
            <a:r>
              <a:rPr dirty="0" smtClean="0" sz="2400" spc="-2">
                <a:latin typeface="Calibri"/>
                <a:cs typeface="Calibri"/>
              </a:rPr>
              <a:t>e</a:t>
            </a:r>
            <a:r>
              <a:rPr dirty="0" smtClean="0" sz="2400" spc="-2">
                <a:latin typeface="Calibri"/>
                <a:cs typeface="Calibri"/>
              </a:rPr>
              <a:t>nc</a:t>
            </a:r>
            <a:r>
              <a:rPr dirty="0" smtClean="0" sz="2400" spc="-2">
                <a:latin typeface="Calibri"/>
                <a:cs typeface="Calibri"/>
              </a:rPr>
              <a:t>i</a:t>
            </a:r>
            <a:r>
              <a:rPr dirty="0" smtClean="0" sz="2400" spc="-2">
                <a:latin typeface="Calibri"/>
                <a:cs typeface="Calibri"/>
              </a:rPr>
              <a:t>es</a:t>
            </a:r>
            <a:r>
              <a:rPr dirty="0" smtClean="0" sz="2400" spc="-2">
                <a:latin typeface="Calibri"/>
                <a:cs typeface="Calibri"/>
              </a:rPr>
              <a:t> </a:t>
            </a:r>
            <a:r>
              <a:rPr dirty="0" smtClean="0" sz="2400" spc="-2">
                <a:latin typeface="Calibri"/>
                <a:cs typeface="Calibri"/>
              </a:rPr>
              <a:t>e</a:t>
            </a:r>
            <a:r>
              <a:rPr dirty="0" smtClean="0" sz="2400" spc="-2">
                <a:latin typeface="Calibri"/>
                <a:cs typeface="Calibri"/>
              </a:rPr>
              <a:t>v</a:t>
            </a:r>
            <a:r>
              <a:rPr dirty="0" smtClean="0" sz="2400" spc="-2">
                <a:latin typeface="Calibri"/>
                <a:cs typeface="Calibri"/>
              </a:rPr>
              <a:t>en</a:t>
            </a:r>
            <a:r>
              <a:rPr dirty="0" smtClean="0" sz="2400" spc="-2">
                <a:latin typeface="Calibri"/>
                <a:cs typeface="Calibri"/>
              </a:rPr>
              <a:t>l</a:t>
            </a:r>
            <a:r>
              <a:rPr dirty="0" smtClean="0" sz="2400" spc="-2">
                <a:latin typeface="Calibri"/>
                <a:cs typeface="Calibri"/>
              </a:rPr>
              <a:t>y</a:t>
            </a:r>
            <a:r>
              <a:rPr dirty="0" smtClean="0" sz="2400" spc="-2">
                <a:latin typeface="Calibri"/>
                <a:cs typeface="Calibri"/>
              </a:rPr>
              <a:t> </a:t>
            </a:r>
            <a:r>
              <a:rPr dirty="0" smtClean="0" sz="2400" spc="-2">
                <a:latin typeface="Calibri"/>
                <a:cs typeface="Calibri"/>
              </a:rPr>
              <a:t>used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874394" y="3489975"/>
            <a:ext cx="4652676" cy="330517"/>
          </a:xfrm>
          <a:prstGeom prst="rect">
            <a:avLst/>
          </a:prstGeom>
        </p:spPr>
        <p:txBody>
          <a:bodyPr wrap="square" lIns="0" tIns="15875" rIns="0" bIns="0" rtlCol="0">
            <a:noAutofit/>
          </a:bodyPr>
          <a:lstStyle/>
          <a:p>
            <a:pPr marL="12700">
              <a:lnSpc>
                <a:spcPts val="2500"/>
              </a:lnSpc>
            </a:pPr>
            <a:r>
              <a:rPr dirty="0" smtClean="0" sz="2400" spc="-6">
                <a:solidFill>
                  <a:srgbClr val="00CC99"/>
                </a:solidFill>
                <a:latin typeface="Calibri"/>
                <a:cs typeface="Calibri"/>
              </a:rPr>
              <a:t>-</a:t>
            </a:r>
            <a:r>
              <a:rPr dirty="0" smtClean="0" sz="2400" spc="-6">
                <a:solidFill>
                  <a:srgbClr val="00CC99"/>
                </a:solidFill>
                <a:latin typeface="Calibri"/>
                <a:cs typeface="Calibri"/>
              </a:rPr>
              <a:t> </a:t>
            </a:r>
            <a:r>
              <a:rPr dirty="0" smtClean="0" sz="2400" spc="-6">
                <a:latin typeface="Calibri"/>
                <a:cs typeface="Calibri"/>
              </a:rPr>
              <a:t>L</a:t>
            </a:r>
            <a:r>
              <a:rPr dirty="0" smtClean="0" sz="2400" spc="-6">
                <a:latin typeface="Calibri"/>
                <a:cs typeface="Calibri"/>
              </a:rPr>
              <a:t>i</a:t>
            </a:r>
            <a:r>
              <a:rPr dirty="0" smtClean="0" sz="2400" spc="-6">
                <a:latin typeface="Calibri"/>
                <a:cs typeface="Calibri"/>
              </a:rPr>
              <a:t>m</a:t>
            </a:r>
            <a:r>
              <a:rPr dirty="0" smtClean="0" sz="2400" spc="-6">
                <a:latin typeface="Calibri"/>
                <a:cs typeface="Calibri"/>
              </a:rPr>
              <a:t>i</a:t>
            </a:r>
            <a:r>
              <a:rPr dirty="0" smtClean="0" sz="2400" spc="-6">
                <a:latin typeface="Calibri"/>
                <a:cs typeface="Calibri"/>
              </a:rPr>
              <a:t>t</a:t>
            </a:r>
            <a:r>
              <a:rPr dirty="0" smtClean="0" sz="2400" spc="-6">
                <a:latin typeface="Calibri"/>
                <a:cs typeface="Calibri"/>
              </a:rPr>
              <a:t>a</a:t>
            </a:r>
            <a:r>
              <a:rPr dirty="0" smtClean="0" sz="2400" spc="-6">
                <a:latin typeface="Calibri"/>
                <a:cs typeface="Calibri"/>
              </a:rPr>
              <a:t>tions</a:t>
            </a:r>
            <a:r>
              <a:rPr dirty="0" smtClean="0" sz="2400" spc="-6">
                <a:latin typeface="Calibri"/>
                <a:cs typeface="Calibri"/>
              </a:rPr>
              <a:t> </a:t>
            </a:r>
            <a:r>
              <a:rPr dirty="0" smtClean="0" sz="2400" spc="-6">
                <a:latin typeface="Calibri"/>
                <a:cs typeface="Calibri"/>
              </a:rPr>
              <a:t>f</a:t>
            </a:r>
            <a:r>
              <a:rPr dirty="0" smtClean="0" sz="2400" spc="-6">
                <a:latin typeface="Calibri"/>
                <a:cs typeface="Calibri"/>
              </a:rPr>
              <a:t>or</a:t>
            </a:r>
            <a:r>
              <a:rPr dirty="0" smtClean="0" sz="2400" spc="-6">
                <a:latin typeface="Calibri"/>
                <a:cs typeface="Calibri"/>
              </a:rPr>
              <a:t> </a:t>
            </a:r>
            <a:r>
              <a:rPr dirty="0" smtClean="0" sz="2400" spc="-6">
                <a:latin typeface="Calibri"/>
                <a:cs typeface="Calibri"/>
              </a:rPr>
              <a:t>a</a:t>
            </a:r>
            <a:r>
              <a:rPr dirty="0" smtClean="0" sz="2400" spc="-6">
                <a:latin typeface="Calibri"/>
                <a:cs typeface="Calibri"/>
              </a:rPr>
              <a:t>u</a:t>
            </a:r>
            <a:r>
              <a:rPr dirty="0" smtClean="0" sz="2400" spc="-6">
                <a:latin typeface="Calibri"/>
                <a:cs typeface="Calibri"/>
              </a:rPr>
              <a:t>t</a:t>
            </a:r>
            <a:r>
              <a:rPr dirty="0" smtClean="0" sz="2400" spc="-6">
                <a:latin typeface="Calibri"/>
                <a:cs typeface="Calibri"/>
              </a:rPr>
              <a:t>om</a:t>
            </a:r>
            <a:r>
              <a:rPr dirty="0" smtClean="0" sz="2400" spc="-6">
                <a:latin typeface="Calibri"/>
                <a:cs typeface="Calibri"/>
              </a:rPr>
              <a:t>a</a:t>
            </a:r>
            <a:r>
              <a:rPr dirty="0" smtClean="0" sz="2400" spc="-6">
                <a:latin typeface="Calibri"/>
                <a:cs typeface="Calibri"/>
              </a:rPr>
              <a:t>tic</a:t>
            </a:r>
            <a:r>
              <a:rPr dirty="0" smtClean="0" sz="2400" spc="-6">
                <a:latin typeface="Calibri"/>
                <a:cs typeface="Calibri"/>
              </a:rPr>
              <a:t> </a:t>
            </a:r>
            <a:r>
              <a:rPr dirty="0" smtClean="0" sz="2400" spc="-6">
                <a:latin typeface="Calibri"/>
                <a:cs typeface="Calibri"/>
              </a:rPr>
              <a:t>f</a:t>
            </a:r>
            <a:r>
              <a:rPr dirty="0" smtClean="0" sz="2400" spc="-6">
                <a:latin typeface="Calibri"/>
                <a:cs typeface="Calibri"/>
              </a:rPr>
              <a:t>r</a:t>
            </a:r>
            <a:r>
              <a:rPr dirty="0" smtClean="0" sz="2400" spc="-6">
                <a:latin typeface="Calibri"/>
                <a:cs typeface="Calibri"/>
              </a:rPr>
              <a:t>equency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526759" y="3489975"/>
            <a:ext cx="1141853" cy="330517"/>
          </a:xfrm>
          <a:prstGeom prst="rect">
            <a:avLst/>
          </a:prstGeom>
        </p:spPr>
        <p:txBody>
          <a:bodyPr wrap="square" lIns="0" tIns="15875" rIns="0" bIns="0" rtlCol="0">
            <a:noAutofit/>
          </a:bodyPr>
          <a:lstStyle/>
          <a:p>
            <a:pPr marL="12700">
              <a:lnSpc>
                <a:spcPts val="2500"/>
              </a:lnSpc>
            </a:pPr>
            <a:r>
              <a:rPr dirty="0" smtClean="0" sz="2400" spc="0">
                <a:latin typeface="Calibri"/>
                <a:cs typeface="Calibri"/>
              </a:rPr>
              <a:t>plan</a:t>
            </a:r>
            <a:r>
              <a:rPr dirty="0" smtClean="0" sz="2400" spc="0">
                <a:latin typeface="Calibri"/>
                <a:cs typeface="Calibri"/>
              </a:rPr>
              <a:t>n</a:t>
            </a:r>
            <a:r>
              <a:rPr dirty="0" smtClean="0" sz="2400" spc="0">
                <a:latin typeface="Calibri"/>
                <a:cs typeface="Calibri"/>
              </a:rPr>
              <a:t>i</a:t>
            </a:r>
            <a:r>
              <a:rPr dirty="0" smtClean="0" sz="2400" spc="0">
                <a:latin typeface="Calibri"/>
                <a:cs typeface="Calibri"/>
              </a:rPr>
              <a:t>ng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664847" y="3489975"/>
            <a:ext cx="1388897" cy="330517"/>
          </a:xfrm>
          <a:prstGeom prst="rect">
            <a:avLst/>
          </a:prstGeom>
        </p:spPr>
        <p:txBody>
          <a:bodyPr wrap="square" lIns="0" tIns="15875" rIns="0" bIns="0" rtlCol="0">
            <a:noAutofit/>
          </a:bodyPr>
          <a:lstStyle/>
          <a:p>
            <a:pPr marL="12700">
              <a:lnSpc>
                <a:spcPts val="2500"/>
              </a:lnSpc>
            </a:pPr>
            <a:r>
              <a:rPr dirty="0" smtClean="0" sz="2400" spc="-3">
                <a:latin typeface="Calibri"/>
                <a:cs typeface="Calibri"/>
              </a:rPr>
              <a:t>a</a:t>
            </a:r>
            <a:r>
              <a:rPr dirty="0" smtClean="0" sz="2400" spc="-3">
                <a:latin typeface="Calibri"/>
                <a:cs typeface="Calibri"/>
              </a:rPr>
              <a:t>l</a:t>
            </a:r>
            <a:r>
              <a:rPr dirty="0" smtClean="0" sz="2400" spc="-3">
                <a:latin typeface="Calibri"/>
                <a:cs typeface="Calibri"/>
              </a:rPr>
              <a:t>g</a:t>
            </a:r>
            <a:r>
              <a:rPr dirty="0" smtClean="0" sz="2400" spc="-3">
                <a:latin typeface="Calibri"/>
                <a:cs typeface="Calibri"/>
              </a:rPr>
              <a:t>orithms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74394" y="3856354"/>
            <a:ext cx="880754" cy="330200"/>
          </a:xfrm>
          <a:prstGeom prst="rect">
            <a:avLst/>
          </a:prstGeom>
        </p:spPr>
        <p:txBody>
          <a:bodyPr wrap="square" lIns="0" tIns="15875" rIns="0" bIns="0" rtlCol="0">
            <a:noAutofit/>
          </a:bodyPr>
          <a:lstStyle/>
          <a:p>
            <a:pPr marL="12700">
              <a:lnSpc>
                <a:spcPts val="2500"/>
              </a:lnSpc>
            </a:pPr>
            <a:r>
              <a:rPr dirty="0" smtClean="0" sz="2400" spc="-7">
                <a:solidFill>
                  <a:srgbClr val="00CC99"/>
                </a:solidFill>
                <a:latin typeface="Calibri"/>
                <a:cs typeface="Calibri"/>
              </a:rPr>
              <a:t>-</a:t>
            </a:r>
            <a:r>
              <a:rPr dirty="0" smtClean="0" sz="2400" spc="-7">
                <a:solidFill>
                  <a:srgbClr val="00CC99"/>
                </a:solidFill>
                <a:latin typeface="Calibri"/>
                <a:cs typeface="Calibri"/>
              </a:rPr>
              <a:t> </a:t>
            </a:r>
            <a:r>
              <a:rPr dirty="0" smtClean="0" sz="2400" spc="-7">
                <a:latin typeface="Calibri"/>
                <a:cs typeface="Calibri"/>
              </a:rPr>
              <a:t>Fi</a:t>
            </a:r>
            <a:r>
              <a:rPr dirty="0" smtClean="0" sz="2400" spc="-7">
                <a:latin typeface="Calibri"/>
                <a:cs typeface="Calibri"/>
              </a:rPr>
              <a:t>x</a:t>
            </a:r>
            <a:r>
              <a:rPr dirty="0" smtClean="0" sz="2400" spc="-7">
                <a:latin typeface="Calibri"/>
                <a:cs typeface="Calibri"/>
              </a:rPr>
              <a:t>ed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750796" y="3856354"/>
            <a:ext cx="1317715" cy="330200"/>
          </a:xfrm>
          <a:prstGeom prst="rect">
            <a:avLst/>
          </a:prstGeom>
        </p:spPr>
        <p:txBody>
          <a:bodyPr wrap="square" lIns="0" tIns="15875" rIns="0" bIns="0" rtlCol="0">
            <a:noAutofit/>
          </a:bodyPr>
          <a:lstStyle/>
          <a:p>
            <a:pPr marL="12700">
              <a:lnSpc>
                <a:spcPts val="2500"/>
              </a:lnSpc>
            </a:pPr>
            <a:r>
              <a:rPr dirty="0" smtClean="0" sz="2400" spc="-3">
                <a:latin typeface="Calibri"/>
                <a:cs typeface="Calibri"/>
              </a:rPr>
              <a:t>f</a:t>
            </a:r>
            <a:r>
              <a:rPr dirty="0" smtClean="0" sz="2400" spc="-3">
                <a:latin typeface="Calibri"/>
                <a:cs typeface="Calibri"/>
              </a:rPr>
              <a:t>r</a:t>
            </a:r>
            <a:r>
              <a:rPr dirty="0" smtClean="0" sz="2400" spc="-3">
                <a:latin typeface="Calibri"/>
                <a:cs typeface="Calibri"/>
              </a:rPr>
              <a:t>equ</a:t>
            </a:r>
            <a:r>
              <a:rPr dirty="0" smtClean="0" sz="2400" spc="-3">
                <a:latin typeface="Calibri"/>
                <a:cs typeface="Calibri"/>
              </a:rPr>
              <a:t>e</a:t>
            </a:r>
            <a:r>
              <a:rPr dirty="0" smtClean="0" sz="2400" spc="-3">
                <a:latin typeface="Calibri"/>
                <a:cs typeface="Calibri"/>
              </a:rPr>
              <a:t>ncy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067837" y="3856354"/>
            <a:ext cx="755280" cy="330200"/>
          </a:xfrm>
          <a:prstGeom prst="rect">
            <a:avLst/>
          </a:prstGeom>
        </p:spPr>
        <p:txBody>
          <a:bodyPr wrap="square" lIns="0" tIns="15875" rIns="0" bIns="0" rtlCol="0">
            <a:noAutofit/>
          </a:bodyPr>
          <a:lstStyle/>
          <a:p>
            <a:pPr marL="12700">
              <a:lnSpc>
                <a:spcPts val="2500"/>
              </a:lnSpc>
            </a:pPr>
            <a:r>
              <a:rPr dirty="0" smtClean="0" sz="2400" spc="-7">
                <a:latin typeface="Calibri"/>
                <a:cs typeface="Calibri"/>
              </a:rPr>
              <a:t>r</a:t>
            </a:r>
            <a:r>
              <a:rPr dirty="0" smtClean="0" sz="2400" spc="-7">
                <a:latin typeface="Calibri"/>
                <a:cs typeface="Calibri"/>
              </a:rPr>
              <a:t>euse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822217" y="3856354"/>
            <a:ext cx="800194" cy="330200"/>
          </a:xfrm>
          <a:prstGeom prst="rect">
            <a:avLst/>
          </a:prstGeom>
        </p:spPr>
        <p:txBody>
          <a:bodyPr wrap="square" lIns="0" tIns="15875" rIns="0" bIns="0" rtlCol="0">
            <a:noAutofit/>
          </a:bodyPr>
          <a:lstStyle/>
          <a:p>
            <a:pPr marL="12700">
              <a:lnSpc>
                <a:spcPts val="2500"/>
              </a:lnSpc>
            </a:pPr>
            <a:r>
              <a:rPr dirty="0" smtClean="0" sz="2400" spc="-10">
                <a:latin typeface="Calibri"/>
                <a:cs typeface="Calibri"/>
              </a:rPr>
              <a:t>f</a:t>
            </a:r>
            <a:r>
              <a:rPr dirty="0" smtClean="0" sz="2400" spc="-10">
                <a:latin typeface="Calibri"/>
                <a:cs typeface="Calibri"/>
              </a:rPr>
              <a:t>a</a:t>
            </a:r>
            <a:r>
              <a:rPr dirty="0" smtClean="0" sz="2400" spc="-10">
                <a:latin typeface="Calibri"/>
                <a:cs typeface="Calibri"/>
              </a:rPr>
              <a:t>c</a:t>
            </a:r>
            <a:r>
              <a:rPr dirty="0" smtClean="0" sz="2400" spc="-10">
                <a:latin typeface="Calibri"/>
                <a:cs typeface="Calibri"/>
              </a:rPr>
              <a:t>t</a:t>
            </a:r>
            <a:r>
              <a:rPr dirty="0" smtClean="0" sz="2400" spc="-10">
                <a:latin typeface="Calibri"/>
                <a:cs typeface="Calibri"/>
              </a:rPr>
              <a:t>or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31140" y="6472848"/>
            <a:ext cx="5475228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o</a:t>
            </a:r>
            <a:r>
              <a:rPr dirty="0" smtClean="0" sz="1800" spc="0" b="1">
                <a:latin typeface="Georgia"/>
                <a:cs typeface="Georgia"/>
              </a:rPr>
              <a:t>d</a:t>
            </a:r>
            <a:r>
              <a:rPr dirty="0" smtClean="0" sz="1800" spc="0" b="1">
                <a:latin typeface="Georgia"/>
                <a:cs typeface="Georgia"/>
              </a:rPr>
              <a:t>ul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3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S</a:t>
            </a:r>
            <a:r>
              <a:rPr dirty="0" smtClean="0" sz="1800" spc="0" b="1">
                <a:latin typeface="Georgia"/>
                <a:cs typeface="Georgia"/>
              </a:rPr>
              <a:t>istem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K</a:t>
            </a:r>
            <a:r>
              <a:rPr dirty="0" smtClean="0" sz="1800" spc="0" b="1">
                <a:latin typeface="Georgia"/>
                <a:cs typeface="Georgia"/>
              </a:rPr>
              <a:t>o</a:t>
            </a: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unik</a:t>
            </a:r>
            <a:r>
              <a:rPr dirty="0" smtClean="0" sz="1800" spc="0" b="1">
                <a:latin typeface="Georgia"/>
                <a:cs typeface="Georgia"/>
              </a:rPr>
              <a:t>a</a:t>
            </a:r>
            <a:r>
              <a:rPr dirty="0" smtClean="0" sz="1800" spc="0" b="1">
                <a:latin typeface="Georgia"/>
                <a:cs typeface="Georgia"/>
              </a:rPr>
              <a:t>si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B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r>
              <a:rPr dirty="0" smtClean="0" sz="1800" spc="0" b="1">
                <a:latin typeface="Georgia"/>
                <a:cs typeface="Georgia"/>
              </a:rPr>
              <a:t>g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r>
              <a:rPr dirty="0" smtClean="0" sz="1800" spc="0" b="1">
                <a:latin typeface="Georgia"/>
                <a:cs typeface="Georgia"/>
              </a:rPr>
              <a:t>a</a:t>
            </a:r>
            <a:r>
              <a:rPr dirty="0" smtClean="0" sz="1800" spc="0" b="1">
                <a:latin typeface="Georgia"/>
                <a:cs typeface="Georgia"/>
              </a:rPr>
              <a:t>k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S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lul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9436100" y="6472848"/>
            <a:ext cx="357394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b="1">
                <a:latin typeface="Georgia"/>
                <a:cs typeface="Georgia"/>
              </a:rPr>
              <a:t>50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64645" y="4586835"/>
            <a:ext cx="1200878" cy="31424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0" name="object 30"/>
          <p:cNvSpPr txBox="1"/>
          <p:nvPr/>
        </p:nvSpPr>
        <p:spPr>
          <a:xfrm>
            <a:off x="1465523" y="4586835"/>
            <a:ext cx="568662" cy="314247"/>
          </a:xfrm>
          <a:prstGeom prst="rect">
            <a:avLst/>
          </a:prstGeom>
        </p:spPr>
        <p:txBody>
          <a:bodyPr wrap="square" lIns="0" tIns="3810" rIns="0" bIns="0" rtlCol="0">
            <a:noAutofit/>
          </a:bodyPr>
          <a:lstStyle/>
          <a:p>
            <a:pPr marL="179539">
              <a:lnSpc>
                <a:spcPct val="95825"/>
              </a:lnSpc>
            </a:pPr>
            <a:r>
              <a:rPr dirty="0" smtClean="0" sz="2000" spc="78" b="1">
                <a:latin typeface="Times New Roman"/>
                <a:cs typeface="Times New Roman"/>
              </a:rPr>
              <a:t>f1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034186" y="4586835"/>
            <a:ext cx="568663" cy="314247"/>
          </a:xfrm>
          <a:prstGeom prst="rect">
            <a:avLst/>
          </a:prstGeom>
        </p:spPr>
        <p:txBody>
          <a:bodyPr wrap="square" lIns="0" tIns="3810" rIns="0" bIns="0" rtlCol="0">
            <a:noAutofit/>
          </a:bodyPr>
          <a:lstStyle/>
          <a:p>
            <a:pPr marL="179512">
              <a:lnSpc>
                <a:spcPct val="95825"/>
              </a:lnSpc>
            </a:pPr>
            <a:r>
              <a:rPr dirty="0" smtClean="0" sz="2000" spc="78" b="1">
                <a:latin typeface="Times New Roman"/>
                <a:cs typeface="Times New Roman"/>
              </a:rPr>
              <a:t>f2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602849" y="4586835"/>
            <a:ext cx="568662" cy="314247"/>
          </a:xfrm>
          <a:prstGeom prst="rect">
            <a:avLst/>
          </a:prstGeom>
        </p:spPr>
        <p:txBody>
          <a:bodyPr wrap="square" lIns="0" tIns="3810" rIns="0" bIns="0" rtlCol="0">
            <a:noAutofit/>
          </a:bodyPr>
          <a:lstStyle/>
          <a:p>
            <a:pPr marL="179512">
              <a:lnSpc>
                <a:spcPct val="95825"/>
              </a:lnSpc>
            </a:pPr>
            <a:r>
              <a:rPr dirty="0" smtClean="0" sz="2000" spc="78" b="1">
                <a:latin typeface="Times New Roman"/>
                <a:cs typeface="Times New Roman"/>
              </a:rPr>
              <a:t>f3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171512" y="4586835"/>
            <a:ext cx="568525" cy="314247"/>
          </a:xfrm>
          <a:prstGeom prst="rect">
            <a:avLst/>
          </a:prstGeom>
        </p:spPr>
        <p:txBody>
          <a:bodyPr wrap="square" lIns="0" tIns="3810" rIns="0" bIns="0" rtlCol="0">
            <a:noAutofit/>
          </a:bodyPr>
          <a:lstStyle/>
          <a:p>
            <a:pPr marL="179539">
              <a:lnSpc>
                <a:spcPct val="95825"/>
              </a:lnSpc>
            </a:pPr>
            <a:r>
              <a:rPr dirty="0" smtClean="0" sz="2000" spc="78" b="1">
                <a:latin typeface="Times New Roman"/>
                <a:cs typeface="Times New Roman"/>
              </a:rPr>
              <a:t>f4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740038" y="4586835"/>
            <a:ext cx="568800" cy="314247"/>
          </a:xfrm>
          <a:prstGeom prst="rect">
            <a:avLst/>
          </a:prstGeom>
        </p:spPr>
        <p:txBody>
          <a:bodyPr wrap="square" lIns="0" tIns="3810" rIns="0" bIns="0" rtlCol="0">
            <a:noAutofit/>
          </a:bodyPr>
          <a:lstStyle/>
          <a:p>
            <a:pPr marL="179539">
              <a:lnSpc>
                <a:spcPct val="95825"/>
              </a:lnSpc>
            </a:pPr>
            <a:r>
              <a:rPr dirty="0" smtClean="0" sz="2000" spc="78" b="1">
                <a:latin typeface="Times New Roman"/>
                <a:cs typeface="Times New Roman"/>
              </a:rPr>
              <a:t>f5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308838" y="4586835"/>
            <a:ext cx="568525" cy="314247"/>
          </a:xfrm>
          <a:prstGeom prst="rect">
            <a:avLst/>
          </a:prstGeom>
        </p:spPr>
        <p:txBody>
          <a:bodyPr wrap="square" lIns="0" tIns="3810" rIns="0" bIns="0" rtlCol="0">
            <a:noAutofit/>
          </a:bodyPr>
          <a:lstStyle/>
          <a:p>
            <a:pPr marL="179539">
              <a:lnSpc>
                <a:spcPct val="95825"/>
              </a:lnSpc>
            </a:pPr>
            <a:r>
              <a:rPr dirty="0" smtClean="0" sz="2000" spc="78" b="1">
                <a:latin typeface="Times New Roman"/>
                <a:cs typeface="Times New Roman"/>
              </a:rPr>
              <a:t>f6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877364" y="4586835"/>
            <a:ext cx="568800" cy="314247"/>
          </a:xfrm>
          <a:prstGeom prst="rect">
            <a:avLst/>
          </a:prstGeom>
        </p:spPr>
        <p:txBody>
          <a:bodyPr wrap="square" lIns="0" tIns="3810" rIns="0" bIns="0" rtlCol="0">
            <a:noAutofit/>
          </a:bodyPr>
          <a:lstStyle/>
          <a:p>
            <a:pPr marL="179539">
              <a:lnSpc>
                <a:spcPct val="95825"/>
              </a:lnSpc>
            </a:pPr>
            <a:r>
              <a:rPr dirty="0" smtClean="0" sz="2000" spc="78" b="1">
                <a:latin typeface="Times New Roman"/>
                <a:cs typeface="Times New Roman"/>
              </a:rPr>
              <a:t>f7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446165" y="4586835"/>
            <a:ext cx="568525" cy="314247"/>
          </a:xfrm>
          <a:prstGeom prst="rect">
            <a:avLst/>
          </a:prstGeom>
        </p:spPr>
        <p:txBody>
          <a:bodyPr wrap="square" lIns="0" tIns="3810" rIns="0" bIns="0" rtlCol="0">
            <a:noAutofit/>
          </a:bodyPr>
          <a:lstStyle/>
          <a:p>
            <a:pPr marL="179539">
              <a:lnSpc>
                <a:spcPct val="95825"/>
              </a:lnSpc>
            </a:pPr>
            <a:r>
              <a:rPr dirty="0" smtClean="0" sz="2000" spc="78" b="1">
                <a:latin typeface="Times New Roman"/>
                <a:cs typeface="Times New Roman"/>
              </a:rPr>
              <a:t>f8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014690" y="4586835"/>
            <a:ext cx="568801" cy="314247"/>
          </a:xfrm>
          <a:prstGeom prst="rect">
            <a:avLst/>
          </a:prstGeom>
        </p:spPr>
        <p:txBody>
          <a:bodyPr wrap="square" lIns="0" tIns="3810" rIns="0" bIns="0" rtlCol="0">
            <a:noAutofit/>
          </a:bodyPr>
          <a:lstStyle/>
          <a:p>
            <a:pPr marL="179539">
              <a:lnSpc>
                <a:spcPct val="95825"/>
              </a:lnSpc>
            </a:pPr>
            <a:r>
              <a:rPr dirty="0" smtClean="0" sz="2000" spc="78" b="1">
                <a:latin typeface="Times New Roman"/>
                <a:cs typeface="Times New Roman"/>
              </a:rPr>
              <a:t>f9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583491" y="4586835"/>
            <a:ext cx="568525" cy="314247"/>
          </a:xfrm>
          <a:prstGeom prst="rect">
            <a:avLst/>
          </a:prstGeom>
        </p:spPr>
        <p:txBody>
          <a:bodyPr wrap="square" lIns="0" tIns="3810" rIns="0" bIns="0" rtlCol="0">
            <a:noAutofit/>
          </a:bodyPr>
          <a:lstStyle/>
          <a:p>
            <a:pPr marL="109783">
              <a:lnSpc>
                <a:spcPct val="95825"/>
              </a:lnSpc>
            </a:pPr>
            <a:r>
              <a:rPr dirty="0" smtClean="0" sz="2000" spc="83" b="1">
                <a:latin typeface="Times New Roman"/>
                <a:cs typeface="Times New Roman"/>
              </a:rPr>
              <a:t>f10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152016" y="4586835"/>
            <a:ext cx="568800" cy="314247"/>
          </a:xfrm>
          <a:prstGeom prst="rect">
            <a:avLst/>
          </a:prstGeom>
        </p:spPr>
        <p:txBody>
          <a:bodyPr wrap="square" lIns="0" tIns="3810" rIns="0" bIns="0" rtlCol="0">
            <a:noAutofit/>
          </a:bodyPr>
          <a:lstStyle/>
          <a:p>
            <a:pPr marL="110059">
              <a:lnSpc>
                <a:spcPct val="95825"/>
              </a:lnSpc>
            </a:pPr>
            <a:r>
              <a:rPr dirty="0" smtClean="0" sz="2000" spc="83" b="1">
                <a:latin typeface="Times New Roman"/>
                <a:cs typeface="Times New Roman"/>
              </a:rPr>
              <a:t>f11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720817" y="4586835"/>
            <a:ext cx="568525" cy="314247"/>
          </a:xfrm>
          <a:prstGeom prst="rect">
            <a:avLst/>
          </a:prstGeom>
        </p:spPr>
        <p:txBody>
          <a:bodyPr wrap="square" lIns="0" tIns="3810" rIns="0" bIns="0" rtlCol="0">
            <a:noAutofit/>
          </a:bodyPr>
          <a:lstStyle/>
          <a:p>
            <a:pPr marL="109783">
              <a:lnSpc>
                <a:spcPct val="95825"/>
              </a:lnSpc>
            </a:pPr>
            <a:r>
              <a:rPr dirty="0" smtClean="0" sz="2000" spc="83" b="1">
                <a:latin typeface="Times New Roman"/>
                <a:cs typeface="Times New Roman"/>
              </a:rPr>
              <a:t>f12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289342" y="4586835"/>
            <a:ext cx="568800" cy="314247"/>
          </a:xfrm>
          <a:prstGeom prst="rect">
            <a:avLst/>
          </a:prstGeom>
        </p:spPr>
        <p:txBody>
          <a:bodyPr wrap="square" lIns="0" tIns="3810" rIns="0" bIns="0" rtlCol="0">
            <a:noAutofit/>
          </a:bodyPr>
          <a:lstStyle/>
          <a:p>
            <a:pPr marL="110059">
              <a:lnSpc>
                <a:spcPct val="95825"/>
              </a:lnSpc>
            </a:pPr>
            <a:r>
              <a:rPr dirty="0" smtClean="0" sz="2000" spc="83" b="1">
                <a:latin typeface="Times New Roman"/>
                <a:cs typeface="Times New Roman"/>
              </a:rPr>
              <a:t>f13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858143" y="4586835"/>
            <a:ext cx="568525" cy="314247"/>
          </a:xfrm>
          <a:prstGeom prst="rect">
            <a:avLst/>
          </a:prstGeom>
        </p:spPr>
        <p:txBody>
          <a:bodyPr wrap="square" lIns="0" tIns="3810" rIns="0" bIns="0" rtlCol="0">
            <a:noAutofit/>
          </a:bodyPr>
          <a:lstStyle/>
          <a:p>
            <a:pPr marL="109783">
              <a:lnSpc>
                <a:spcPct val="95825"/>
              </a:lnSpc>
            </a:pPr>
            <a:r>
              <a:rPr dirty="0" smtClean="0" sz="2000" spc="83" b="1">
                <a:latin typeface="Times New Roman"/>
                <a:cs typeface="Times New Roman"/>
              </a:rPr>
              <a:t>f14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64645" y="4901083"/>
            <a:ext cx="1200878" cy="944529"/>
          </a:xfrm>
          <a:prstGeom prst="rect">
            <a:avLst/>
          </a:prstGeom>
        </p:spPr>
        <p:txBody>
          <a:bodyPr wrap="square" lIns="0" tIns="3810" rIns="0" bIns="0" rtlCol="0">
            <a:noAutofit/>
          </a:bodyPr>
          <a:lstStyle/>
          <a:p>
            <a:pPr marL="49699">
              <a:lnSpc>
                <a:spcPct val="95825"/>
              </a:lnSpc>
            </a:pPr>
            <a:r>
              <a:rPr dirty="0" smtClean="0" sz="2000" spc="121" b="1">
                <a:latin typeface="Times New Roman"/>
                <a:cs typeface="Times New Roman"/>
              </a:rPr>
              <a:t>B</a:t>
            </a:r>
            <a:r>
              <a:rPr dirty="0" smtClean="0" sz="2000" spc="121" b="1">
                <a:latin typeface="Times New Roman"/>
                <a:cs typeface="Times New Roman"/>
              </a:rPr>
              <a:t>C</a:t>
            </a:r>
            <a:r>
              <a:rPr dirty="0" smtClean="0" sz="2000" spc="121" b="1">
                <a:latin typeface="Times New Roman"/>
                <a:cs typeface="Times New Roman"/>
              </a:rPr>
              <a:t>C</a:t>
            </a:r>
            <a:r>
              <a:rPr dirty="0" smtClean="0" sz="2000" spc="121" b="1">
                <a:latin typeface="Times New Roman"/>
                <a:cs typeface="Times New Roman"/>
              </a:rPr>
              <a:t>H</a:t>
            </a:r>
            <a:endParaRPr sz="2000">
              <a:latin typeface="Times New Roman"/>
              <a:cs typeface="Times New Roman"/>
            </a:endParaRPr>
          </a:p>
          <a:p>
            <a:pPr marL="49699">
              <a:lnSpc>
                <a:spcPct val="95825"/>
              </a:lnSpc>
              <a:spcBef>
                <a:spcPts val="175"/>
              </a:spcBef>
            </a:pPr>
            <a:r>
              <a:rPr dirty="0" smtClean="0" sz="2000" spc="88" b="1">
                <a:latin typeface="Times New Roman"/>
                <a:cs typeface="Times New Roman"/>
              </a:rPr>
              <a:t>2.</a:t>
            </a:r>
            <a:r>
              <a:rPr dirty="0" smtClean="0" sz="2000" spc="88" b="1">
                <a:latin typeface="Times New Roman"/>
                <a:cs typeface="Times New Roman"/>
              </a:rPr>
              <a:t> </a:t>
            </a:r>
            <a:r>
              <a:rPr dirty="0" smtClean="0" sz="2000" spc="88" b="1">
                <a:latin typeface="Times New Roman"/>
                <a:cs typeface="Times New Roman"/>
              </a:rPr>
              <a:t>T</a:t>
            </a:r>
            <a:r>
              <a:rPr dirty="0" smtClean="0" sz="2000" spc="88" b="1">
                <a:latin typeface="Times New Roman"/>
                <a:cs typeface="Times New Roman"/>
              </a:rPr>
              <a:t>R</a:t>
            </a:r>
            <a:r>
              <a:rPr dirty="0" smtClean="0" sz="2000" spc="88" b="1">
                <a:latin typeface="Times New Roman"/>
                <a:cs typeface="Times New Roman"/>
              </a:rPr>
              <a:t>X</a:t>
            </a:r>
            <a:endParaRPr sz="2000">
              <a:latin typeface="Times New Roman"/>
              <a:cs typeface="Times New Roman"/>
            </a:endParaRPr>
          </a:p>
          <a:p>
            <a:pPr marL="49699">
              <a:lnSpc>
                <a:spcPct val="95825"/>
              </a:lnSpc>
              <a:spcBef>
                <a:spcPts val="175"/>
              </a:spcBef>
            </a:pPr>
            <a:r>
              <a:rPr dirty="0" smtClean="0" sz="2000" spc="88" b="1">
                <a:latin typeface="Times New Roman"/>
                <a:cs typeface="Times New Roman"/>
              </a:rPr>
              <a:t>3.</a:t>
            </a:r>
            <a:r>
              <a:rPr dirty="0" smtClean="0" sz="2000" spc="88" b="1">
                <a:latin typeface="Times New Roman"/>
                <a:cs typeface="Times New Roman"/>
              </a:rPr>
              <a:t> </a:t>
            </a:r>
            <a:r>
              <a:rPr dirty="0" smtClean="0" sz="2000" spc="88" b="1">
                <a:latin typeface="Times New Roman"/>
                <a:cs typeface="Times New Roman"/>
              </a:rPr>
              <a:t>T</a:t>
            </a:r>
            <a:r>
              <a:rPr dirty="0" smtClean="0" sz="2000" spc="88" b="1">
                <a:latin typeface="Times New Roman"/>
                <a:cs typeface="Times New Roman"/>
              </a:rPr>
              <a:t>R</a:t>
            </a:r>
            <a:r>
              <a:rPr dirty="0" smtClean="0" sz="2000" spc="88" b="1">
                <a:latin typeface="Times New Roman"/>
                <a:cs typeface="Times New Roman"/>
              </a:rPr>
              <a:t>X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465523" y="4901083"/>
            <a:ext cx="568662" cy="944529"/>
          </a:xfrm>
          <a:prstGeom prst="rect">
            <a:avLst/>
          </a:prstGeom>
        </p:spPr>
        <p:txBody>
          <a:bodyPr wrap="square" lIns="0" tIns="3810" rIns="0" bIns="0" rtlCol="0">
            <a:noAutofit/>
          </a:bodyPr>
          <a:lstStyle/>
          <a:p>
            <a:pPr marL="378992">
              <a:lnSpc>
                <a:spcPct val="95825"/>
              </a:lnSpc>
            </a:pPr>
            <a:r>
              <a:rPr dirty="0" smtClean="0" sz="2000" spc="89" b="1"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  <a:p>
            <a:pPr marL="239039">
              <a:lnSpc>
                <a:spcPct val="95825"/>
              </a:lnSpc>
              <a:spcBef>
                <a:spcPts val="175"/>
              </a:spcBef>
            </a:pPr>
            <a:r>
              <a:rPr dirty="0" smtClean="0" sz="2000" spc="94" b="1">
                <a:latin typeface="Times New Roman"/>
                <a:cs typeface="Times New Roman"/>
              </a:rPr>
              <a:t>15</a:t>
            </a:r>
            <a:endParaRPr sz="2000">
              <a:latin typeface="Times New Roman"/>
              <a:cs typeface="Times New Roman"/>
            </a:endParaRPr>
          </a:p>
          <a:p>
            <a:pPr marL="239039">
              <a:lnSpc>
                <a:spcPct val="95825"/>
              </a:lnSpc>
              <a:spcBef>
                <a:spcPts val="175"/>
              </a:spcBef>
            </a:pPr>
            <a:r>
              <a:rPr dirty="0" smtClean="0" sz="2000" spc="94" b="1">
                <a:latin typeface="Times New Roman"/>
                <a:cs typeface="Times New Roman"/>
              </a:rPr>
              <a:t>29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034186" y="4901083"/>
            <a:ext cx="568663" cy="944529"/>
          </a:xfrm>
          <a:prstGeom prst="rect">
            <a:avLst/>
          </a:prstGeom>
        </p:spPr>
        <p:txBody>
          <a:bodyPr wrap="square" lIns="0" tIns="3810" rIns="0" bIns="0" rtlCol="0">
            <a:noAutofit/>
          </a:bodyPr>
          <a:lstStyle/>
          <a:p>
            <a:pPr marL="378992">
              <a:lnSpc>
                <a:spcPct val="95825"/>
              </a:lnSpc>
            </a:pPr>
            <a:r>
              <a:rPr dirty="0" smtClean="0" sz="2000" spc="89" b="1">
                <a:latin typeface="Times New Roman"/>
                <a:cs typeface="Times New Roman"/>
              </a:rPr>
              <a:t>2</a:t>
            </a:r>
            <a:endParaRPr sz="2000">
              <a:latin typeface="Times New Roman"/>
              <a:cs typeface="Times New Roman"/>
            </a:endParaRPr>
          </a:p>
          <a:p>
            <a:pPr marL="239039">
              <a:lnSpc>
                <a:spcPct val="95825"/>
              </a:lnSpc>
              <a:spcBef>
                <a:spcPts val="175"/>
              </a:spcBef>
            </a:pPr>
            <a:r>
              <a:rPr dirty="0" smtClean="0" sz="2000" spc="94" b="1">
                <a:latin typeface="Times New Roman"/>
                <a:cs typeface="Times New Roman"/>
              </a:rPr>
              <a:t>16</a:t>
            </a:r>
            <a:endParaRPr sz="2000">
              <a:latin typeface="Times New Roman"/>
              <a:cs typeface="Times New Roman"/>
            </a:endParaRPr>
          </a:p>
          <a:p>
            <a:pPr marL="239039">
              <a:lnSpc>
                <a:spcPct val="95825"/>
              </a:lnSpc>
              <a:spcBef>
                <a:spcPts val="175"/>
              </a:spcBef>
            </a:pPr>
            <a:r>
              <a:rPr dirty="0" smtClean="0" sz="2000" spc="94" b="1">
                <a:latin typeface="Times New Roman"/>
                <a:cs typeface="Times New Roman"/>
              </a:rPr>
              <a:t>30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602849" y="4901083"/>
            <a:ext cx="568662" cy="944529"/>
          </a:xfrm>
          <a:prstGeom prst="rect">
            <a:avLst/>
          </a:prstGeom>
        </p:spPr>
        <p:txBody>
          <a:bodyPr wrap="square" lIns="0" tIns="3810" rIns="0" bIns="0" rtlCol="0">
            <a:noAutofit/>
          </a:bodyPr>
          <a:lstStyle/>
          <a:p>
            <a:pPr marL="378992">
              <a:lnSpc>
                <a:spcPct val="95825"/>
              </a:lnSpc>
            </a:pPr>
            <a:r>
              <a:rPr dirty="0" smtClean="0" sz="2000" spc="89" b="1">
                <a:latin typeface="Times New Roman"/>
                <a:cs typeface="Times New Roman"/>
              </a:rPr>
              <a:t>3</a:t>
            </a:r>
            <a:endParaRPr sz="2000">
              <a:latin typeface="Times New Roman"/>
              <a:cs typeface="Times New Roman"/>
            </a:endParaRPr>
          </a:p>
          <a:p>
            <a:pPr marL="239039">
              <a:lnSpc>
                <a:spcPct val="95825"/>
              </a:lnSpc>
              <a:spcBef>
                <a:spcPts val="175"/>
              </a:spcBef>
            </a:pPr>
            <a:r>
              <a:rPr dirty="0" smtClean="0" sz="2000" spc="94" b="1">
                <a:latin typeface="Times New Roman"/>
                <a:cs typeface="Times New Roman"/>
              </a:rPr>
              <a:t>17</a:t>
            </a:r>
            <a:endParaRPr sz="2000">
              <a:latin typeface="Times New Roman"/>
              <a:cs typeface="Times New Roman"/>
            </a:endParaRPr>
          </a:p>
          <a:p>
            <a:pPr marL="239039">
              <a:lnSpc>
                <a:spcPct val="95825"/>
              </a:lnSpc>
              <a:spcBef>
                <a:spcPts val="175"/>
              </a:spcBef>
            </a:pPr>
            <a:r>
              <a:rPr dirty="0" smtClean="0" sz="2000" spc="94" b="1">
                <a:latin typeface="Times New Roman"/>
                <a:cs typeface="Times New Roman"/>
              </a:rPr>
              <a:t>31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171512" y="4901083"/>
            <a:ext cx="568525" cy="944529"/>
          </a:xfrm>
          <a:prstGeom prst="rect">
            <a:avLst/>
          </a:prstGeom>
        </p:spPr>
        <p:txBody>
          <a:bodyPr wrap="square" lIns="0" tIns="3810" rIns="0" bIns="0" rtlCol="0">
            <a:noAutofit/>
          </a:bodyPr>
          <a:lstStyle/>
          <a:p>
            <a:pPr marL="378882">
              <a:lnSpc>
                <a:spcPct val="95825"/>
              </a:lnSpc>
            </a:pPr>
            <a:r>
              <a:rPr dirty="0" smtClean="0" sz="2000" spc="89" b="1">
                <a:latin typeface="Times New Roman"/>
                <a:cs typeface="Times New Roman"/>
              </a:rPr>
              <a:t>4</a:t>
            </a:r>
            <a:endParaRPr sz="2000">
              <a:latin typeface="Times New Roman"/>
              <a:cs typeface="Times New Roman"/>
            </a:endParaRPr>
          </a:p>
          <a:p>
            <a:pPr marL="239094">
              <a:lnSpc>
                <a:spcPct val="95825"/>
              </a:lnSpc>
              <a:spcBef>
                <a:spcPts val="175"/>
              </a:spcBef>
            </a:pPr>
            <a:r>
              <a:rPr dirty="0" smtClean="0" sz="2000" spc="94" b="1">
                <a:latin typeface="Times New Roman"/>
                <a:cs typeface="Times New Roman"/>
              </a:rPr>
              <a:t>18</a:t>
            </a:r>
            <a:endParaRPr sz="2000">
              <a:latin typeface="Times New Roman"/>
              <a:cs typeface="Times New Roman"/>
            </a:endParaRPr>
          </a:p>
          <a:p>
            <a:pPr marL="239094">
              <a:lnSpc>
                <a:spcPct val="95825"/>
              </a:lnSpc>
              <a:spcBef>
                <a:spcPts val="175"/>
              </a:spcBef>
            </a:pPr>
            <a:r>
              <a:rPr dirty="0" smtClean="0" sz="2000" spc="94" b="1">
                <a:latin typeface="Times New Roman"/>
                <a:cs typeface="Times New Roman"/>
              </a:rPr>
              <a:t>32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740038" y="4901083"/>
            <a:ext cx="568800" cy="944529"/>
          </a:xfrm>
          <a:prstGeom prst="rect">
            <a:avLst/>
          </a:prstGeom>
        </p:spPr>
        <p:txBody>
          <a:bodyPr wrap="square" lIns="0" tIns="3810" rIns="0" bIns="0" rtlCol="0">
            <a:noAutofit/>
          </a:bodyPr>
          <a:lstStyle/>
          <a:p>
            <a:pPr marL="379157">
              <a:lnSpc>
                <a:spcPct val="95825"/>
              </a:lnSpc>
            </a:pPr>
            <a:r>
              <a:rPr dirty="0" smtClean="0" sz="2000" spc="89" b="1">
                <a:latin typeface="Times New Roman"/>
                <a:cs typeface="Times New Roman"/>
              </a:rPr>
              <a:t>5</a:t>
            </a:r>
            <a:endParaRPr sz="2000">
              <a:latin typeface="Times New Roman"/>
              <a:cs typeface="Times New Roman"/>
            </a:endParaRPr>
          </a:p>
          <a:p>
            <a:pPr marL="239094">
              <a:lnSpc>
                <a:spcPct val="95825"/>
              </a:lnSpc>
              <a:spcBef>
                <a:spcPts val="175"/>
              </a:spcBef>
            </a:pPr>
            <a:r>
              <a:rPr dirty="0" smtClean="0" sz="2000" spc="94" b="1">
                <a:latin typeface="Times New Roman"/>
                <a:cs typeface="Times New Roman"/>
              </a:rPr>
              <a:t>19</a:t>
            </a:r>
            <a:endParaRPr sz="2000">
              <a:latin typeface="Times New Roman"/>
              <a:cs typeface="Times New Roman"/>
            </a:endParaRPr>
          </a:p>
          <a:p>
            <a:pPr marL="239094">
              <a:lnSpc>
                <a:spcPct val="95825"/>
              </a:lnSpc>
              <a:spcBef>
                <a:spcPts val="175"/>
              </a:spcBef>
            </a:pPr>
            <a:r>
              <a:rPr dirty="0" smtClean="0" sz="2000" spc="94" b="1">
                <a:latin typeface="Times New Roman"/>
                <a:cs typeface="Times New Roman"/>
              </a:rPr>
              <a:t>33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308838" y="4901083"/>
            <a:ext cx="568525" cy="944529"/>
          </a:xfrm>
          <a:prstGeom prst="rect">
            <a:avLst/>
          </a:prstGeom>
        </p:spPr>
        <p:txBody>
          <a:bodyPr wrap="square" lIns="0" tIns="3810" rIns="0" bIns="0" rtlCol="0">
            <a:noAutofit/>
          </a:bodyPr>
          <a:lstStyle/>
          <a:p>
            <a:pPr marL="378882">
              <a:lnSpc>
                <a:spcPct val="95825"/>
              </a:lnSpc>
            </a:pPr>
            <a:r>
              <a:rPr dirty="0" smtClean="0" sz="2000" spc="89" b="1">
                <a:latin typeface="Times New Roman"/>
                <a:cs typeface="Times New Roman"/>
              </a:rPr>
              <a:t>6</a:t>
            </a:r>
            <a:endParaRPr sz="2000">
              <a:latin typeface="Times New Roman"/>
              <a:cs typeface="Times New Roman"/>
            </a:endParaRPr>
          </a:p>
          <a:p>
            <a:pPr marL="239094">
              <a:lnSpc>
                <a:spcPct val="95825"/>
              </a:lnSpc>
              <a:spcBef>
                <a:spcPts val="175"/>
              </a:spcBef>
            </a:pPr>
            <a:r>
              <a:rPr dirty="0" smtClean="0" sz="2000" spc="94" b="1">
                <a:latin typeface="Times New Roman"/>
                <a:cs typeface="Times New Roman"/>
              </a:rPr>
              <a:t>20</a:t>
            </a:r>
            <a:endParaRPr sz="2000">
              <a:latin typeface="Times New Roman"/>
              <a:cs typeface="Times New Roman"/>
            </a:endParaRPr>
          </a:p>
          <a:p>
            <a:pPr marL="239094">
              <a:lnSpc>
                <a:spcPct val="95825"/>
              </a:lnSpc>
              <a:spcBef>
                <a:spcPts val="175"/>
              </a:spcBef>
            </a:pPr>
            <a:r>
              <a:rPr dirty="0" smtClean="0" sz="2000" spc="94" b="1">
                <a:latin typeface="Times New Roman"/>
                <a:cs typeface="Times New Roman"/>
              </a:rPr>
              <a:t>34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77364" y="4901083"/>
            <a:ext cx="568800" cy="944529"/>
          </a:xfrm>
          <a:prstGeom prst="rect">
            <a:avLst/>
          </a:prstGeom>
        </p:spPr>
        <p:txBody>
          <a:bodyPr wrap="square" lIns="0" tIns="3810" rIns="0" bIns="0" rtlCol="0">
            <a:noAutofit/>
          </a:bodyPr>
          <a:lstStyle/>
          <a:p>
            <a:pPr marL="379157">
              <a:lnSpc>
                <a:spcPct val="95825"/>
              </a:lnSpc>
            </a:pPr>
            <a:r>
              <a:rPr dirty="0" smtClean="0" sz="2000" spc="89" b="1">
                <a:latin typeface="Times New Roman"/>
                <a:cs typeface="Times New Roman"/>
              </a:rPr>
              <a:t>7</a:t>
            </a:r>
            <a:endParaRPr sz="2000">
              <a:latin typeface="Times New Roman"/>
              <a:cs typeface="Times New Roman"/>
            </a:endParaRPr>
          </a:p>
          <a:p>
            <a:pPr marL="239094">
              <a:lnSpc>
                <a:spcPct val="95825"/>
              </a:lnSpc>
              <a:spcBef>
                <a:spcPts val="175"/>
              </a:spcBef>
            </a:pPr>
            <a:r>
              <a:rPr dirty="0" smtClean="0" sz="2000" spc="94" b="1">
                <a:latin typeface="Times New Roman"/>
                <a:cs typeface="Times New Roman"/>
              </a:rPr>
              <a:t>21</a:t>
            </a:r>
            <a:endParaRPr sz="2000">
              <a:latin typeface="Times New Roman"/>
              <a:cs typeface="Times New Roman"/>
            </a:endParaRPr>
          </a:p>
          <a:p>
            <a:pPr marL="239094">
              <a:lnSpc>
                <a:spcPct val="95825"/>
              </a:lnSpc>
              <a:spcBef>
                <a:spcPts val="175"/>
              </a:spcBef>
            </a:pPr>
            <a:r>
              <a:rPr dirty="0" smtClean="0" sz="2000" spc="94" b="1">
                <a:latin typeface="Times New Roman"/>
                <a:cs typeface="Times New Roman"/>
              </a:rPr>
              <a:t>35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446165" y="4901083"/>
            <a:ext cx="568525" cy="944529"/>
          </a:xfrm>
          <a:prstGeom prst="rect">
            <a:avLst/>
          </a:prstGeom>
        </p:spPr>
        <p:txBody>
          <a:bodyPr wrap="square" lIns="0" tIns="3810" rIns="0" bIns="0" rtlCol="0">
            <a:noAutofit/>
          </a:bodyPr>
          <a:lstStyle/>
          <a:p>
            <a:pPr marL="378881">
              <a:lnSpc>
                <a:spcPct val="95825"/>
              </a:lnSpc>
            </a:pPr>
            <a:r>
              <a:rPr dirty="0" smtClean="0" sz="2000" spc="89" b="1">
                <a:latin typeface="Times New Roman"/>
                <a:cs typeface="Times New Roman"/>
              </a:rPr>
              <a:t>8</a:t>
            </a:r>
            <a:endParaRPr sz="2000">
              <a:latin typeface="Times New Roman"/>
              <a:cs typeface="Times New Roman"/>
            </a:endParaRPr>
          </a:p>
          <a:p>
            <a:pPr marL="239645">
              <a:lnSpc>
                <a:spcPct val="95825"/>
              </a:lnSpc>
              <a:spcBef>
                <a:spcPts val="175"/>
              </a:spcBef>
            </a:pPr>
            <a:r>
              <a:rPr dirty="0" smtClean="0" sz="2000" spc="94" b="1">
                <a:latin typeface="Times New Roman"/>
                <a:cs typeface="Times New Roman"/>
              </a:rPr>
              <a:t>22</a:t>
            </a:r>
            <a:endParaRPr sz="2000">
              <a:latin typeface="Times New Roman"/>
              <a:cs typeface="Times New Roman"/>
            </a:endParaRPr>
          </a:p>
          <a:p>
            <a:pPr marL="239645">
              <a:lnSpc>
                <a:spcPct val="95825"/>
              </a:lnSpc>
              <a:spcBef>
                <a:spcPts val="175"/>
              </a:spcBef>
            </a:pPr>
            <a:r>
              <a:rPr dirty="0" smtClean="0" sz="2000" spc="94" b="1">
                <a:latin typeface="Times New Roman"/>
                <a:cs typeface="Times New Roman"/>
              </a:rPr>
              <a:t>36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014690" y="4901083"/>
            <a:ext cx="568801" cy="944529"/>
          </a:xfrm>
          <a:prstGeom prst="rect">
            <a:avLst/>
          </a:prstGeom>
        </p:spPr>
        <p:txBody>
          <a:bodyPr wrap="square" lIns="0" tIns="3810" rIns="0" bIns="0" rtlCol="0">
            <a:noAutofit/>
          </a:bodyPr>
          <a:lstStyle/>
          <a:p>
            <a:pPr marL="379157">
              <a:lnSpc>
                <a:spcPct val="95825"/>
              </a:lnSpc>
            </a:pPr>
            <a:r>
              <a:rPr dirty="0" smtClean="0" sz="2000" spc="89" b="1">
                <a:latin typeface="Times New Roman"/>
                <a:cs typeface="Times New Roman"/>
              </a:rPr>
              <a:t>9</a:t>
            </a:r>
            <a:endParaRPr sz="2000">
              <a:latin typeface="Times New Roman"/>
              <a:cs typeface="Times New Roman"/>
            </a:endParaRPr>
          </a:p>
          <a:p>
            <a:pPr marL="239921">
              <a:lnSpc>
                <a:spcPct val="95825"/>
              </a:lnSpc>
              <a:spcBef>
                <a:spcPts val="175"/>
              </a:spcBef>
            </a:pPr>
            <a:r>
              <a:rPr dirty="0" smtClean="0" sz="2000" spc="94" b="1">
                <a:latin typeface="Times New Roman"/>
                <a:cs typeface="Times New Roman"/>
              </a:rPr>
              <a:t>23</a:t>
            </a:r>
            <a:endParaRPr sz="2000">
              <a:latin typeface="Times New Roman"/>
              <a:cs typeface="Times New Roman"/>
            </a:endParaRPr>
          </a:p>
          <a:p>
            <a:pPr marL="239921">
              <a:lnSpc>
                <a:spcPct val="95825"/>
              </a:lnSpc>
              <a:spcBef>
                <a:spcPts val="175"/>
              </a:spcBef>
            </a:pPr>
            <a:r>
              <a:rPr dirty="0" smtClean="0" sz="2000" spc="94" b="1">
                <a:latin typeface="Times New Roman"/>
                <a:cs typeface="Times New Roman"/>
              </a:rPr>
              <a:t>37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583491" y="4901083"/>
            <a:ext cx="568525" cy="944529"/>
          </a:xfrm>
          <a:prstGeom prst="rect">
            <a:avLst/>
          </a:prstGeom>
        </p:spPr>
        <p:txBody>
          <a:bodyPr wrap="square" lIns="0" tIns="3810" rIns="0" bIns="0" rtlCol="0">
            <a:noAutofit/>
          </a:bodyPr>
          <a:lstStyle/>
          <a:p>
            <a:pPr marL="239645">
              <a:lnSpc>
                <a:spcPct val="95825"/>
              </a:lnSpc>
            </a:pPr>
            <a:r>
              <a:rPr dirty="0" smtClean="0" sz="2000" spc="94" b="1">
                <a:latin typeface="Times New Roman"/>
                <a:cs typeface="Times New Roman"/>
              </a:rPr>
              <a:t>10</a:t>
            </a:r>
            <a:endParaRPr sz="2000">
              <a:latin typeface="Times New Roman"/>
              <a:cs typeface="Times New Roman"/>
            </a:endParaRPr>
          </a:p>
          <a:p>
            <a:pPr marL="239645">
              <a:lnSpc>
                <a:spcPct val="95825"/>
              </a:lnSpc>
              <a:spcBef>
                <a:spcPts val="175"/>
              </a:spcBef>
            </a:pPr>
            <a:r>
              <a:rPr dirty="0" smtClean="0" sz="2000" spc="94" b="1">
                <a:latin typeface="Times New Roman"/>
                <a:cs typeface="Times New Roman"/>
              </a:rPr>
              <a:t>24</a:t>
            </a:r>
            <a:endParaRPr sz="2000">
              <a:latin typeface="Times New Roman"/>
              <a:cs typeface="Times New Roman"/>
            </a:endParaRPr>
          </a:p>
          <a:p>
            <a:pPr marL="239645">
              <a:lnSpc>
                <a:spcPct val="95825"/>
              </a:lnSpc>
              <a:spcBef>
                <a:spcPts val="175"/>
              </a:spcBef>
            </a:pPr>
            <a:r>
              <a:rPr dirty="0" smtClean="0" sz="2000" spc="94" b="1">
                <a:latin typeface="Times New Roman"/>
                <a:cs typeface="Times New Roman"/>
              </a:rPr>
              <a:t>38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152016" y="4901083"/>
            <a:ext cx="568800" cy="944529"/>
          </a:xfrm>
          <a:prstGeom prst="rect">
            <a:avLst/>
          </a:prstGeom>
        </p:spPr>
        <p:txBody>
          <a:bodyPr wrap="square" lIns="0" tIns="3810" rIns="0" bIns="0" rtlCol="0">
            <a:noAutofit/>
          </a:bodyPr>
          <a:lstStyle/>
          <a:p>
            <a:pPr marL="239921">
              <a:lnSpc>
                <a:spcPct val="95825"/>
              </a:lnSpc>
            </a:pPr>
            <a:r>
              <a:rPr dirty="0" smtClean="0" sz="2000" spc="94" b="1">
                <a:latin typeface="Times New Roman"/>
                <a:cs typeface="Times New Roman"/>
              </a:rPr>
              <a:t>11</a:t>
            </a:r>
            <a:endParaRPr sz="2000">
              <a:latin typeface="Times New Roman"/>
              <a:cs typeface="Times New Roman"/>
            </a:endParaRPr>
          </a:p>
          <a:p>
            <a:pPr marL="239921">
              <a:lnSpc>
                <a:spcPct val="95825"/>
              </a:lnSpc>
              <a:spcBef>
                <a:spcPts val="175"/>
              </a:spcBef>
            </a:pPr>
            <a:r>
              <a:rPr dirty="0" smtClean="0" sz="2000" spc="94" b="1">
                <a:latin typeface="Times New Roman"/>
                <a:cs typeface="Times New Roman"/>
              </a:rPr>
              <a:t>25</a:t>
            </a:r>
            <a:endParaRPr sz="2000">
              <a:latin typeface="Times New Roman"/>
              <a:cs typeface="Times New Roman"/>
            </a:endParaRPr>
          </a:p>
          <a:p>
            <a:pPr marL="239921">
              <a:lnSpc>
                <a:spcPct val="95825"/>
              </a:lnSpc>
              <a:spcBef>
                <a:spcPts val="175"/>
              </a:spcBef>
            </a:pPr>
            <a:r>
              <a:rPr dirty="0" smtClean="0" sz="2000" spc="94" b="1">
                <a:latin typeface="Times New Roman"/>
                <a:cs typeface="Times New Roman"/>
              </a:rPr>
              <a:t>39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720817" y="4901083"/>
            <a:ext cx="568525" cy="944529"/>
          </a:xfrm>
          <a:prstGeom prst="rect">
            <a:avLst/>
          </a:prstGeom>
        </p:spPr>
        <p:txBody>
          <a:bodyPr wrap="square" lIns="0" tIns="3810" rIns="0" bIns="0" rtlCol="0">
            <a:noAutofit/>
          </a:bodyPr>
          <a:lstStyle/>
          <a:p>
            <a:pPr marL="239645">
              <a:lnSpc>
                <a:spcPct val="95825"/>
              </a:lnSpc>
            </a:pPr>
            <a:r>
              <a:rPr dirty="0" smtClean="0" sz="2000" spc="94" b="1">
                <a:latin typeface="Times New Roman"/>
                <a:cs typeface="Times New Roman"/>
              </a:rPr>
              <a:t>12</a:t>
            </a:r>
            <a:endParaRPr sz="2000">
              <a:latin typeface="Times New Roman"/>
              <a:cs typeface="Times New Roman"/>
            </a:endParaRPr>
          </a:p>
          <a:p>
            <a:pPr marL="239645">
              <a:lnSpc>
                <a:spcPct val="95825"/>
              </a:lnSpc>
              <a:spcBef>
                <a:spcPts val="175"/>
              </a:spcBef>
            </a:pPr>
            <a:r>
              <a:rPr dirty="0" smtClean="0" sz="2000" spc="94" b="1">
                <a:latin typeface="Times New Roman"/>
                <a:cs typeface="Times New Roman"/>
              </a:rPr>
              <a:t>26</a:t>
            </a:r>
            <a:endParaRPr sz="2000">
              <a:latin typeface="Times New Roman"/>
              <a:cs typeface="Times New Roman"/>
            </a:endParaRPr>
          </a:p>
          <a:p>
            <a:pPr marL="239645">
              <a:lnSpc>
                <a:spcPct val="95825"/>
              </a:lnSpc>
              <a:spcBef>
                <a:spcPts val="175"/>
              </a:spcBef>
            </a:pPr>
            <a:r>
              <a:rPr dirty="0" smtClean="0" sz="2000" spc="94" b="1">
                <a:latin typeface="Times New Roman"/>
                <a:cs typeface="Times New Roman"/>
              </a:rPr>
              <a:t>40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289342" y="4901083"/>
            <a:ext cx="568800" cy="944529"/>
          </a:xfrm>
          <a:prstGeom prst="rect">
            <a:avLst/>
          </a:prstGeom>
        </p:spPr>
        <p:txBody>
          <a:bodyPr wrap="square" lIns="0" tIns="3810" rIns="0" bIns="0" rtlCol="0">
            <a:noAutofit/>
          </a:bodyPr>
          <a:lstStyle/>
          <a:p>
            <a:pPr marL="239921">
              <a:lnSpc>
                <a:spcPct val="95825"/>
              </a:lnSpc>
            </a:pPr>
            <a:r>
              <a:rPr dirty="0" smtClean="0" sz="2000" spc="94" b="1">
                <a:latin typeface="Times New Roman"/>
                <a:cs typeface="Times New Roman"/>
              </a:rPr>
              <a:t>13</a:t>
            </a:r>
            <a:endParaRPr sz="2000">
              <a:latin typeface="Times New Roman"/>
              <a:cs typeface="Times New Roman"/>
            </a:endParaRPr>
          </a:p>
          <a:p>
            <a:pPr marL="239921">
              <a:lnSpc>
                <a:spcPct val="95825"/>
              </a:lnSpc>
              <a:spcBef>
                <a:spcPts val="175"/>
              </a:spcBef>
            </a:pPr>
            <a:r>
              <a:rPr dirty="0" smtClean="0" sz="2000" spc="94" b="1">
                <a:latin typeface="Times New Roman"/>
                <a:cs typeface="Times New Roman"/>
              </a:rPr>
              <a:t>27</a:t>
            </a:r>
            <a:endParaRPr sz="2000">
              <a:latin typeface="Times New Roman"/>
              <a:cs typeface="Times New Roman"/>
            </a:endParaRPr>
          </a:p>
          <a:p>
            <a:pPr marL="239921">
              <a:lnSpc>
                <a:spcPct val="95825"/>
              </a:lnSpc>
              <a:spcBef>
                <a:spcPts val="175"/>
              </a:spcBef>
            </a:pPr>
            <a:r>
              <a:rPr dirty="0" smtClean="0" sz="2000" spc="94" b="1">
                <a:latin typeface="Times New Roman"/>
                <a:cs typeface="Times New Roman"/>
              </a:rPr>
              <a:t>41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8858143" y="4901083"/>
            <a:ext cx="568525" cy="944529"/>
          </a:xfrm>
          <a:prstGeom prst="rect">
            <a:avLst/>
          </a:prstGeom>
        </p:spPr>
        <p:txBody>
          <a:bodyPr wrap="square" lIns="0" tIns="3810" rIns="0" bIns="0" rtlCol="0">
            <a:noAutofit/>
          </a:bodyPr>
          <a:lstStyle/>
          <a:p>
            <a:pPr marL="239645">
              <a:lnSpc>
                <a:spcPct val="95825"/>
              </a:lnSpc>
            </a:pPr>
            <a:r>
              <a:rPr dirty="0" smtClean="0" sz="2000" spc="94" b="1">
                <a:latin typeface="Times New Roman"/>
                <a:cs typeface="Times New Roman"/>
              </a:rPr>
              <a:t>14</a:t>
            </a:r>
            <a:endParaRPr sz="2000">
              <a:latin typeface="Times New Roman"/>
              <a:cs typeface="Times New Roman"/>
            </a:endParaRPr>
          </a:p>
          <a:p>
            <a:pPr marL="239645">
              <a:lnSpc>
                <a:spcPct val="95825"/>
              </a:lnSpc>
              <a:spcBef>
                <a:spcPts val="175"/>
              </a:spcBef>
            </a:pPr>
            <a:r>
              <a:rPr dirty="0" smtClean="0" sz="2000" spc="94" b="1">
                <a:latin typeface="Times New Roman"/>
                <a:cs typeface="Times New Roman"/>
              </a:rPr>
              <a:t>28</a:t>
            </a:r>
            <a:endParaRPr sz="2000">
              <a:latin typeface="Times New Roman"/>
              <a:cs typeface="Times New Roman"/>
            </a:endParaRPr>
          </a:p>
          <a:p>
            <a:pPr marL="239645">
              <a:lnSpc>
                <a:spcPct val="95825"/>
              </a:lnSpc>
              <a:spcBef>
                <a:spcPts val="175"/>
              </a:spcBef>
            </a:pPr>
            <a:r>
              <a:rPr dirty="0" smtClean="0" sz="2000" spc="94" b="1">
                <a:latin typeface="Times New Roman"/>
                <a:cs typeface="Times New Roman"/>
              </a:rPr>
              <a:t>42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object 93"/>
          <p:cNvSpPr/>
          <p:nvPr/>
        </p:nvSpPr>
        <p:spPr>
          <a:xfrm>
            <a:off x="0" y="6400800"/>
            <a:ext cx="9903460" cy="457196"/>
          </a:xfrm>
          <a:custGeom>
            <a:avLst/>
            <a:gdLst/>
            <a:ahLst/>
            <a:cxnLst/>
            <a:rect l="l" t="t" r="r" b="b"/>
            <a:pathLst>
              <a:path w="9903460" h="457196">
                <a:moveTo>
                  <a:pt x="9903460" y="457196"/>
                </a:moveTo>
                <a:lnTo>
                  <a:pt x="9903460" y="0"/>
                </a:lnTo>
                <a:lnTo>
                  <a:pt x="0" y="0"/>
                </a:lnTo>
                <a:lnTo>
                  <a:pt x="0" y="457196"/>
                </a:lnTo>
                <a:lnTo>
                  <a:pt x="9903460" y="457196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4" name="object 94"/>
          <p:cNvSpPr/>
          <p:nvPr/>
        </p:nvSpPr>
        <p:spPr>
          <a:xfrm>
            <a:off x="153670" y="640207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58419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1" name="object 91"/>
          <p:cNvSpPr/>
          <p:nvPr/>
        </p:nvSpPr>
        <p:spPr>
          <a:xfrm>
            <a:off x="0" y="0"/>
            <a:ext cx="9903460" cy="609600"/>
          </a:xfrm>
          <a:custGeom>
            <a:avLst/>
            <a:gdLst/>
            <a:ahLst/>
            <a:cxnLst/>
            <a:rect l="l" t="t" r="r" b="b"/>
            <a:pathLst>
              <a:path w="9903460" h="609600">
                <a:moveTo>
                  <a:pt x="0" y="609600"/>
                </a:moveTo>
                <a:lnTo>
                  <a:pt x="9903460" y="609600"/>
                </a:lnTo>
                <a:lnTo>
                  <a:pt x="9903460" y="0"/>
                </a:lnTo>
                <a:lnTo>
                  <a:pt x="0" y="0"/>
                </a:lnTo>
                <a:lnTo>
                  <a:pt x="0" y="60960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2" name="object 92"/>
          <p:cNvSpPr/>
          <p:nvPr/>
        </p:nvSpPr>
        <p:spPr>
          <a:xfrm>
            <a:off x="111760" y="60960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76200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9" name="object 49"/>
          <p:cNvSpPr/>
          <p:nvPr/>
        </p:nvSpPr>
        <p:spPr>
          <a:xfrm>
            <a:off x="426720" y="3352800"/>
            <a:ext cx="9093454" cy="15039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0" name="object 50"/>
          <p:cNvSpPr/>
          <p:nvPr/>
        </p:nvSpPr>
        <p:spPr>
          <a:xfrm>
            <a:off x="353060" y="3279140"/>
            <a:ext cx="9093200" cy="1503680"/>
          </a:xfrm>
          <a:custGeom>
            <a:avLst/>
            <a:gdLst/>
            <a:ahLst/>
            <a:cxnLst/>
            <a:rect l="l" t="t" r="r" b="b"/>
            <a:pathLst>
              <a:path w="9093200" h="1503680">
                <a:moveTo>
                  <a:pt x="0" y="1503680"/>
                </a:moveTo>
                <a:lnTo>
                  <a:pt x="9093200" y="1503680"/>
                </a:lnTo>
                <a:lnTo>
                  <a:pt x="9093200" y="0"/>
                </a:lnTo>
                <a:lnTo>
                  <a:pt x="0" y="0"/>
                </a:lnTo>
                <a:lnTo>
                  <a:pt x="0" y="150368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1" name="object 51"/>
          <p:cNvSpPr/>
          <p:nvPr/>
        </p:nvSpPr>
        <p:spPr>
          <a:xfrm>
            <a:off x="364426" y="3289663"/>
            <a:ext cx="2" cy="1489676"/>
          </a:xfrm>
          <a:custGeom>
            <a:avLst/>
            <a:gdLst/>
            <a:ahLst/>
            <a:cxnLst/>
            <a:rect l="l" t="t" r="r" b="b"/>
            <a:pathLst>
              <a:path w="2" h="1489676">
                <a:moveTo>
                  <a:pt x="0" y="1489676"/>
                </a:moveTo>
                <a:lnTo>
                  <a:pt x="0" y="0"/>
                </a:lnTo>
              </a:path>
            </a:pathLst>
          </a:custGeom>
          <a:ln w="360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2" name="object 52"/>
          <p:cNvSpPr/>
          <p:nvPr/>
        </p:nvSpPr>
        <p:spPr>
          <a:xfrm>
            <a:off x="365373" y="3279220"/>
            <a:ext cx="0" cy="1500118"/>
          </a:xfrm>
          <a:custGeom>
            <a:avLst/>
            <a:gdLst/>
            <a:ahLst/>
            <a:cxnLst/>
            <a:rect l="l" t="t" r="r" b="b"/>
            <a:pathLst>
              <a:path w="0" h="1500118">
                <a:moveTo>
                  <a:pt x="0" y="0"/>
                </a:moveTo>
                <a:lnTo>
                  <a:pt x="0" y="1500118"/>
                </a:lnTo>
              </a:path>
            </a:pathLst>
          </a:custGeom>
          <a:ln w="2589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3" name="object 53"/>
          <p:cNvSpPr/>
          <p:nvPr/>
        </p:nvSpPr>
        <p:spPr>
          <a:xfrm>
            <a:off x="1484024" y="3312869"/>
            <a:ext cx="0" cy="1474011"/>
          </a:xfrm>
          <a:custGeom>
            <a:avLst/>
            <a:gdLst/>
            <a:ahLst/>
            <a:cxnLst/>
            <a:rect l="l" t="t" r="r" b="b"/>
            <a:pathLst>
              <a:path w="0" h="1474011">
                <a:moveTo>
                  <a:pt x="0" y="0"/>
                </a:moveTo>
                <a:lnTo>
                  <a:pt x="0" y="1474011"/>
                </a:lnTo>
              </a:path>
            </a:pathLst>
          </a:custGeom>
          <a:ln w="360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4" name="object 54"/>
          <p:cNvSpPr/>
          <p:nvPr/>
        </p:nvSpPr>
        <p:spPr>
          <a:xfrm>
            <a:off x="1484982" y="3302427"/>
            <a:ext cx="0" cy="1476912"/>
          </a:xfrm>
          <a:custGeom>
            <a:avLst/>
            <a:gdLst/>
            <a:ahLst/>
            <a:cxnLst/>
            <a:rect l="l" t="t" r="r" b="b"/>
            <a:pathLst>
              <a:path w="0" h="1476912">
                <a:moveTo>
                  <a:pt x="0" y="0"/>
                </a:moveTo>
                <a:lnTo>
                  <a:pt x="0" y="1476912"/>
                </a:lnTo>
              </a:path>
            </a:pathLst>
          </a:custGeom>
          <a:ln w="2589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5" name="object 55"/>
          <p:cNvSpPr/>
          <p:nvPr/>
        </p:nvSpPr>
        <p:spPr>
          <a:xfrm>
            <a:off x="2014449" y="3312869"/>
            <a:ext cx="0" cy="1474011"/>
          </a:xfrm>
          <a:custGeom>
            <a:avLst/>
            <a:gdLst/>
            <a:ahLst/>
            <a:cxnLst/>
            <a:rect l="l" t="t" r="r" b="b"/>
            <a:pathLst>
              <a:path w="0" h="1474011">
                <a:moveTo>
                  <a:pt x="0" y="0"/>
                </a:moveTo>
                <a:lnTo>
                  <a:pt x="0" y="1474011"/>
                </a:lnTo>
              </a:path>
            </a:pathLst>
          </a:custGeom>
          <a:ln w="360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6" name="object 56"/>
          <p:cNvSpPr/>
          <p:nvPr/>
        </p:nvSpPr>
        <p:spPr>
          <a:xfrm>
            <a:off x="2015408" y="3302427"/>
            <a:ext cx="0" cy="1476912"/>
          </a:xfrm>
          <a:custGeom>
            <a:avLst/>
            <a:gdLst/>
            <a:ahLst/>
            <a:cxnLst/>
            <a:rect l="l" t="t" r="r" b="b"/>
            <a:pathLst>
              <a:path w="0" h="1476912">
                <a:moveTo>
                  <a:pt x="0" y="0"/>
                </a:moveTo>
                <a:lnTo>
                  <a:pt x="0" y="1476912"/>
                </a:lnTo>
              </a:path>
            </a:pathLst>
          </a:custGeom>
          <a:ln w="2589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7" name="object 57"/>
          <p:cNvSpPr/>
          <p:nvPr/>
        </p:nvSpPr>
        <p:spPr>
          <a:xfrm>
            <a:off x="2544256" y="3312869"/>
            <a:ext cx="0" cy="1474011"/>
          </a:xfrm>
          <a:custGeom>
            <a:avLst/>
            <a:gdLst/>
            <a:ahLst/>
            <a:cxnLst/>
            <a:rect l="l" t="t" r="r" b="b"/>
            <a:pathLst>
              <a:path w="0" h="1474011">
                <a:moveTo>
                  <a:pt x="0" y="0"/>
                </a:moveTo>
                <a:lnTo>
                  <a:pt x="0" y="1474011"/>
                </a:lnTo>
              </a:path>
            </a:pathLst>
          </a:custGeom>
          <a:ln w="360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8" name="object 58"/>
          <p:cNvSpPr/>
          <p:nvPr/>
        </p:nvSpPr>
        <p:spPr>
          <a:xfrm>
            <a:off x="2545530" y="3302427"/>
            <a:ext cx="0" cy="1476912"/>
          </a:xfrm>
          <a:custGeom>
            <a:avLst/>
            <a:gdLst/>
            <a:ahLst/>
            <a:cxnLst/>
            <a:rect l="l" t="t" r="r" b="b"/>
            <a:pathLst>
              <a:path w="0" h="1476912">
                <a:moveTo>
                  <a:pt x="0" y="0"/>
                </a:moveTo>
                <a:lnTo>
                  <a:pt x="0" y="1476912"/>
                </a:lnTo>
              </a:path>
            </a:pathLst>
          </a:custGeom>
          <a:ln w="2652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9" name="object 59"/>
          <p:cNvSpPr/>
          <p:nvPr/>
        </p:nvSpPr>
        <p:spPr>
          <a:xfrm>
            <a:off x="3074707" y="3312869"/>
            <a:ext cx="0" cy="1474011"/>
          </a:xfrm>
          <a:custGeom>
            <a:avLst/>
            <a:gdLst/>
            <a:ahLst/>
            <a:cxnLst/>
            <a:rect l="l" t="t" r="r" b="b"/>
            <a:pathLst>
              <a:path w="0" h="1474011">
                <a:moveTo>
                  <a:pt x="0" y="0"/>
                </a:moveTo>
                <a:lnTo>
                  <a:pt x="0" y="1474011"/>
                </a:lnTo>
              </a:path>
            </a:pathLst>
          </a:custGeom>
          <a:ln w="360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0" name="object 60"/>
          <p:cNvSpPr/>
          <p:nvPr/>
        </p:nvSpPr>
        <p:spPr>
          <a:xfrm>
            <a:off x="3075691" y="3302427"/>
            <a:ext cx="0" cy="1476912"/>
          </a:xfrm>
          <a:custGeom>
            <a:avLst/>
            <a:gdLst/>
            <a:ahLst/>
            <a:cxnLst/>
            <a:rect l="l" t="t" r="r" b="b"/>
            <a:pathLst>
              <a:path w="0" h="1476912">
                <a:moveTo>
                  <a:pt x="0" y="0"/>
                </a:moveTo>
                <a:lnTo>
                  <a:pt x="0" y="1476912"/>
                </a:lnTo>
              </a:path>
            </a:pathLst>
          </a:custGeom>
          <a:ln w="2589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1" name="object 61"/>
          <p:cNvSpPr/>
          <p:nvPr/>
        </p:nvSpPr>
        <p:spPr>
          <a:xfrm>
            <a:off x="3605132" y="3312869"/>
            <a:ext cx="0" cy="1474011"/>
          </a:xfrm>
          <a:custGeom>
            <a:avLst/>
            <a:gdLst/>
            <a:ahLst/>
            <a:cxnLst/>
            <a:rect l="l" t="t" r="r" b="b"/>
            <a:pathLst>
              <a:path w="0" h="1474011">
                <a:moveTo>
                  <a:pt x="0" y="0"/>
                </a:moveTo>
                <a:lnTo>
                  <a:pt x="0" y="1474011"/>
                </a:lnTo>
              </a:path>
            </a:pathLst>
          </a:custGeom>
          <a:ln w="360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2" name="object 62"/>
          <p:cNvSpPr/>
          <p:nvPr/>
        </p:nvSpPr>
        <p:spPr>
          <a:xfrm>
            <a:off x="3606117" y="3302427"/>
            <a:ext cx="0" cy="1476912"/>
          </a:xfrm>
          <a:custGeom>
            <a:avLst/>
            <a:gdLst/>
            <a:ahLst/>
            <a:cxnLst/>
            <a:rect l="l" t="t" r="r" b="b"/>
            <a:pathLst>
              <a:path w="0" h="1476912">
                <a:moveTo>
                  <a:pt x="0" y="0"/>
                </a:moveTo>
                <a:lnTo>
                  <a:pt x="0" y="1476912"/>
                </a:lnTo>
              </a:path>
            </a:pathLst>
          </a:custGeom>
          <a:ln w="2589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3" name="object 63"/>
          <p:cNvSpPr/>
          <p:nvPr/>
        </p:nvSpPr>
        <p:spPr>
          <a:xfrm>
            <a:off x="4135558" y="3312869"/>
            <a:ext cx="0" cy="1474011"/>
          </a:xfrm>
          <a:custGeom>
            <a:avLst/>
            <a:gdLst/>
            <a:ahLst/>
            <a:cxnLst/>
            <a:rect l="l" t="t" r="r" b="b"/>
            <a:pathLst>
              <a:path w="0" h="1474011">
                <a:moveTo>
                  <a:pt x="0" y="0"/>
                </a:moveTo>
                <a:lnTo>
                  <a:pt x="0" y="1474011"/>
                </a:lnTo>
              </a:path>
            </a:pathLst>
          </a:custGeom>
          <a:ln w="360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4" name="object 64"/>
          <p:cNvSpPr/>
          <p:nvPr/>
        </p:nvSpPr>
        <p:spPr>
          <a:xfrm>
            <a:off x="4136542" y="3302427"/>
            <a:ext cx="0" cy="1476912"/>
          </a:xfrm>
          <a:custGeom>
            <a:avLst/>
            <a:gdLst/>
            <a:ahLst/>
            <a:cxnLst/>
            <a:rect l="l" t="t" r="r" b="b"/>
            <a:pathLst>
              <a:path w="0" h="1476912">
                <a:moveTo>
                  <a:pt x="0" y="0"/>
                </a:moveTo>
                <a:lnTo>
                  <a:pt x="0" y="1476912"/>
                </a:lnTo>
              </a:path>
            </a:pathLst>
          </a:custGeom>
          <a:ln w="2589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5" name="object 65"/>
          <p:cNvSpPr/>
          <p:nvPr/>
        </p:nvSpPr>
        <p:spPr>
          <a:xfrm>
            <a:off x="4665468" y="3312869"/>
            <a:ext cx="0" cy="1474011"/>
          </a:xfrm>
          <a:custGeom>
            <a:avLst/>
            <a:gdLst/>
            <a:ahLst/>
            <a:cxnLst/>
            <a:rect l="l" t="t" r="r" b="b"/>
            <a:pathLst>
              <a:path w="0" h="1474011">
                <a:moveTo>
                  <a:pt x="0" y="0"/>
                </a:moveTo>
                <a:lnTo>
                  <a:pt x="0" y="1474011"/>
                </a:lnTo>
              </a:path>
            </a:pathLst>
          </a:custGeom>
          <a:ln w="360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6" name="object 66"/>
          <p:cNvSpPr/>
          <p:nvPr/>
        </p:nvSpPr>
        <p:spPr>
          <a:xfrm>
            <a:off x="4666510" y="3302427"/>
            <a:ext cx="0" cy="1476912"/>
          </a:xfrm>
          <a:custGeom>
            <a:avLst/>
            <a:gdLst/>
            <a:ahLst/>
            <a:cxnLst/>
            <a:rect l="l" t="t" r="r" b="b"/>
            <a:pathLst>
              <a:path w="0" h="1476912">
                <a:moveTo>
                  <a:pt x="0" y="0"/>
                </a:moveTo>
                <a:lnTo>
                  <a:pt x="0" y="1476912"/>
                </a:lnTo>
              </a:path>
            </a:pathLst>
          </a:custGeom>
          <a:ln w="2652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7" name="object 67"/>
          <p:cNvSpPr/>
          <p:nvPr/>
        </p:nvSpPr>
        <p:spPr>
          <a:xfrm>
            <a:off x="5195893" y="3312869"/>
            <a:ext cx="0" cy="1474011"/>
          </a:xfrm>
          <a:custGeom>
            <a:avLst/>
            <a:gdLst/>
            <a:ahLst/>
            <a:cxnLst/>
            <a:rect l="l" t="t" r="r" b="b"/>
            <a:pathLst>
              <a:path w="0" h="1474011">
                <a:moveTo>
                  <a:pt x="0" y="0"/>
                </a:moveTo>
                <a:lnTo>
                  <a:pt x="0" y="1474011"/>
                </a:lnTo>
              </a:path>
            </a:pathLst>
          </a:custGeom>
          <a:ln w="360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8" name="object 68"/>
          <p:cNvSpPr/>
          <p:nvPr/>
        </p:nvSpPr>
        <p:spPr>
          <a:xfrm>
            <a:off x="5196877" y="3302427"/>
            <a:ext cx="0" cy="1476912"/>
          </a:xfrm>
          <a:custGeom>
            <a:avLst/>
            <a:gdLst/>
            <a:ahLst/>
            <a:cxnLst/>
            <a:rect l="l" t="t" r="r" b="b"/>
            <a:pathLst>
              <a:path w="0" h="1476912">
                <a:moveTo>
                  <a:pt x="0" y="0"/>
                </a:moveTo>
                <a:lnTo>
                  <a:pt x="0" y="1476912"/>
                </a:lnTo>
              </a:path>
            </a:pathLst>
          </a:custGeom>
          <a:ln w="2589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9" name="object 69"/>
          <p:cNvSpPr/>
          <p:nvPr/>
        </p:nvSpPr>
        <p:spPr>
          <a:xfrm>
            <a:off x="5726318" y="3312869"/>
            <a:ext cx="0" cy="1474011"/>
          </a:xfrm>
          <a:custGeom>
            <a:avLst/>
            <a:gdLst/>
            <a:ahLst/>
            <a:cxnLst/>
            <a:rect l="l" t="t" r="r" b="b"/>
            <a:pathLst>
              <a:path w="0" h="1474011">
                <a:moveTo>
                  <a:pt x="0" y="0"/>
                </a:moveTo>
                <a:lnTo>
                  <a:pt x="0" y="1474011"/>
                </a:lnTo>
              </a:path>
            </a:pathLst>
          </a:custGeom>
          <a:ln w="360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0" name="object 70"/>
          <p:cNvSpPr/>
          <p:nvPr/>
        </p:nvSpPr>
        <p:spPr>
          <a:xfrm>
            <a:off x="5727302" y="3302427"/>
            <a:ext cx="0" cy="1476912"/>
          </a:xfrm>
          <a:custGeom>
            <a:avLst/>
            <a:gdLst/>
            <a:ahLst/>
            <a:cxnLst/>
            <a:rect l="l" t="t" r="r" b="b"/>
            <a:pathLst>
              <a:path w="0" h="1476912">
                <a:moveTo>
                  <a:pt x="0" y="0"/>
                </a:moveTo>
                <a:lnTo>
                  <a:pt x="0" y="1476912"/>
                </a:lnTo>
              </a:path>
            </a:pathLst>
          </a:custGeom>
          <a:ln w="2589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1" name="object 71"/>
          <p:cNvSpPr/>
          <p:nvPr/>
        </p:nvSpPr>
        <p:spPr>
          <a:xfrm>
            <a:off x="6256743" y="3312869"/>
            <a:ext cx="0" cy="1474011"/>
          </a:xfrm>
          <a:custGeom>
            <a:avLst/>
            <a:gdLst/>
            <a:ahLst/>
            <a:cxnLst/>
            <a:rect l="l" t="t" r="r" b="b"/>
            <a:pathLst>
              <a:path w="0" h="1474011">
                <a:moveTo>
                  <a:pt x="0" y="0"/>
                </a:moveTo>
                <a:lnTo>
                  <a:pt x="0" y="1474011"/>
                </a:lnTo>
              </a:path>
            </a:pathLst>
          </a:custGeom>
          <a:ln w="360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2" name="object 72"/>
          <p:cNvSpPr/>
          <p:nvPr/>
        </p:nvSpPr>
        <p:spPr>
          <a:xfrm>
            <a:off x="6257728" y="3302427"/>
            <a:ext cx="0" cy="1476912"/>
          </a:xfrm>
          <a:custGeom>
            <a:avLst/>
            <a:gdLst/>
            <a:ahLst/>
            <a:cxnLst/>
            <a:rect l="l" t="t" r="r" b="b"/>
            <a:pathLst>
              <a:path w="0" h="1476912">
                <a:moveTo>
                  <a:pt x="0" y="0"/>
                </a:moveTo>
                <a:lnTo>
                  <a:pt x="0" y="1476912"/>
                </a:lnTo>
              </a:path>
            </a:pathLst>
          </a:custGeom>
          <a:ln w="2589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3" name="object 73"/>
          <p:cNvSpPr/>
          <p:nvPr/>
        </p:nvSpPr>
        <p:spPr>
          <a:xfrm>
            <a:off x="6786396" y="3312869"/>
            <a:ext cx="0" cy="1474011"/>
          </a:xfrm>
          <a:custGeom>
            <a:avLst/>
            <a:gdLst/>
            <a:ahLst/>
            <a:cxnLst/>
            <a:rect l="l" t="t" r="r" b="b"/>
            <a:pathLst>
              <a:path w="0" h="1474011">
                <a:moveTo>
                  <a:pt x="0" y="0"/>
                </a:moveTo>
                <a:lnTo>
                  <a:pt x="0" y="1474011"/>
                </a:lnTo>
              </a:path>
            </a:pathLst>
          </a:custGeom>
          <a:ln w="360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4" name="object 74"/>
          <p:cNvSpPr/>
          <p:nvPr/>
        </p:nvSpPr>
        <p:spPr>
          <a:xfrm>
            <a:off x="6787696" y="3302427"/>
            <a:ext cx="0" cy="1476912"/>
          </a:xfrm>
          <a:custGeom>
            <a:avLst/>
            <a:gdLst/>
            <a:ahLst/>
            <a:cxnLst/>
            <a:rect l="l" t="t" r="r" b="b"/>
            <a:pathLst>
              <a:path w="0" h="1476912">
                <a:moveTo>
                  <a:pt x="0" y="0"/>
                </a:moveTo>
                <a:lnTo>
                  <a:pt x="0" y="1476912"/>
                </a:lnTo>
              </a:path>
            </a:pathLst>
          </a:custGeom>
          <a:ln w="2652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5" name="object 75"/>
          <p:cNvSpPr/>
          <p:nvPr/>
        </p:nvSpPr>
        <p:spPr>
          <a:xfrm>
            <a:off x="7316821" y="3312869"/>
            <a:ext cx="0" cy="1474011"/>
          </a:xfrm>
          <a:custGeom>
            <a:avLst/>
            <a:gdLst/>
            <a:ahLst/>
            <a:cxnLst/>
            <a:rect l="l" t="t" r="r" b="b"/>
            <a:pathLst>
              <a:path w="0" h="1474011">
                <a:moveTo>
                  <a:pt x="0" y="0"/>
                </a:moveTo>
                <a:lnTo>
                  <a:pt x="0" y="1474011"/>
                </a:lnTo>
              </a:path>
            </a:pathLst>
          </a:custGeom>
          <a:ln w="360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6" name="object 76"/>
          <p:cNvSpPr/>
          <p:nvPr/>
        </p:nvSpPr>
        <p:spPr>
          <a:xfrm>
            <a:off x="7317806" y="3302427"/>
            <a:ext cx="0" cy="1476912"/>
          </a:xfrm>
          <a:custGeom>
            <a:avLst/>
            <a:gdLst/>
            <a:ahLst/>
            <a:cxnLst/>
            <a:rect l="l" t="t" r="r" b="b"/>
            <a:pathLst>
              <a:path w="0" h="1476912">
                <a:moveTo>
                  <a:pt x="0" y="0"/>
                </a:moveTo>
                <a:lnTo>
                  <a:pt x="0" y="1476912"/>
                </a:lnTo>
              </a:path>
            </a:pathLst>
          </a:custGeom>
          <a:ln w="2589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7" name="object 77"/>
          <p:cNvSpPr/>
          <p:nvPr/>
        </p:nvSpPr>
        <p:spPr>
          <a:xfrm>
            <a:off x="7847247" y="3312869"/>
            <a:ext cx="0" cy="1474011"/>
          </a:xfrm>
          <a:custGeom>
            <a:avLst/>
            <a:gdLst/>
            <a:ahLst/>
            <a:cxnLst/>
            <a:rect l="l" t="t" r="r" b="b"/>
            <a:pathLst>
              <a:path w="0" h="1474011">
                <a:moveTo>
                  <a:pt x="0" y="0"/>
                </a:moveTo>
                <a:lnTo>
                  <a:pt x="0" y="1474011"/>
                </a:lnTo>
              </a:path>
            </a:pathLst>
          </a:custGeom>
          <a:ln w="360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8" name="object 78"/>
          <p:cNvSpPr/>
          <p:nvPr/>
        </p:nvSpPr>
        <p:spPr>
          <a:xfrm>
            <a:off x="7848231" y="3302427"/>
            <a:ext cx="0" cy="1476912"/>
          </a:xfrm>
          <a:custGeom>
            <a:avLst/>
            <a:gdLst/>
            <a:ahLst/>
            <a:cxnLst/>
            <a:rect l="l" t="t" r="r" b="b"/>
            <a:pathLst>
              <a:path w="0" h="1476912">
                <a:moveTo>
                  <a:pt x="0" y="0"/>
                </a:moveTo>
                <a:lnTo>
                  <a:pt x="0" y="1476912"/>
                </a:lnTo>
              </a:path>
            </a:pathLst>
          </a:custGeom>
          <a:ln w="2589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9" name="object 79"/>
          <p:cNvSpPr/>
          <p:nvPr/>
        </p:nvSpPr>
        <p:spPr>
          <a:xfrm>
            <a:off x="8377672" y="3312869"/>
            <a:ext cx="0" cy="1474011"/>
          </a:xfrm>
          <a:custGeom>
            <a:avLst/>
            <a:gdLst/>
            <a:ahLst/>
            <a:cxnLst/>
            <a:rect l="l" t="t" r="r" b="b"/>
            <a:pathLst>
              <a:path w="0" h="1474011">
                <a:moveTo>
                  <a:pt x="0" y="0"/>
                </a:moveTo>
                <a:lnTo>
                  <a:pt x="0" y="1474011"/>
                </a:lnTo>
              </a:path>
            </a:pathLst>
          </a:custGeom>
          <a:ln w="360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0" name="object 80"/>
          <p:cNvSpPr/>
          <p:nvPr/>
        </p:nvSpPr>
        <p:spPr>
          <a:xfrm>
            <a:off x="8378656" y="3302427"/>
            <a:ext cx="0" cy="1476912"/>
          </a:xfrm>
          <a:custGeom>
            <a:avLst/>
            <a:gdLst/>
            <a:ahLst/>
            <a:cxnLst/>
            <a:rect l="l" t="t" r="r" b="b"/>
            <a:pathLst>
              <a:path w="0" h="1476912">
                <a:moveTo>
                  <a:pt x="0" y="0"/>
                </a:moveTo>
                <a:lnTo>
                  <a:pt x="0" y="1476912"/>
                </a:lnTo>
              </a:path>
            </a:pathLst>
          </a:custGeom>
          <a:ln w="2589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1" name="object 81"/>
          <p:cNvSpPr/>
          <p:nvPr/>
        </p:nvSpPr>
        <p:spPr>
          <a:xfrm>
            <a:off x="8907582" y="3312869"/>
            <a:ext cx="0" cy="1474011"/>
          </a:xfrm>
          <a:custGeom>
            <a:avLst/>
            <a:gdLst/>
            <a:ahLst/>
            <a:cxnLst/>
            <a:rect l="l" t="t" r="r" b="b"/>
            <a:pathLst>
              <a:path w="0" h="1474011">
                <a:moveTo>
                  <a:pt x="0" y="0"/>
                </a:moveTo>
                <a:lnTo>
                  <a:pt x="0" y="1474011"/>
                </a:lnTo>
              </a:path>
            </a:pathLst>
          </a:custGeom>
          <a:ln w="360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2" name="object 82"/>
          <p:cNvSpPr/>
          <p:nvPr/>
        </p:nvSpPr>
        <p:spPr>
          <a:xfrm>
            <a:off x="8908882" y="3302427"/>
            <a:ext cx="0" cy="1476912"/>
          </a:xfrm>
          <a:custGeom>
            <a:avLst/>
            <a:gdLst/>
            <a:ahLst/>
            <a:cxnLst/>
            <a:rect l="l" t="t" r="r" b="b"/>
            <a:pathLst>
              <a:path w="0" h="1476912">
                <a:moveTo>
                  <a:pt x="0" y="0"/>
                </a:moveTo>
                <a:lnTo>
                  <a:pt x="0" y="1476912"/>
                </a:lnTo>
              </a:path>
            </a:pathLst>
          </a:custGeom>
          <a:ln w="2652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3" name="object 83"/>
          <p:cNvSpPr/>
          <p:nvPr/>
        </p:nvSpPr>
        <p:spPr>
          <a:xfrm>
            <a:off x="9438007" y="3312869"/>
            <a:ext cx="0" cy="1474011"/>
          </a:xfrm>
          <a:custGeom>
            <a:avLst/>
            <a:gdLst/>
            <a:ahLst/>
            <a:cxnLst/>
            <a:rect l="l" t="t" r="r" b="b"/>
            <a:pathLst>
              <a:path w="0" h="1474011">
                <a:moveTo>
                  <a:pt x="0" y="0"/>
                </a:moveTo>
                <a:lnTo>
                  <a:pt x="0" y="1474011"/>
                </a:lnTo>
              </a:path>
            </a:pathLst>
          </a:custGeom>
          <a:ln w="360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4" name="object 84"/>
          <p:cNvSpPr/>
          <p:nvPr/>
        </p:nvSpPr>
        <p:spPr>
          <a:xfrm>
            <a:off x="9438992" y="3302427"/>
            <a:ext cx="0" cy="1476912"/>
          </a:xfrm>
          <a:custGeom>
            <a:avLst/>
            <a:gdLst/>
            <a:ahLst/>
            <a:cxnLst/>
            <a:rect l="l" t="t" r="r" b="b"/>
            <a:pathLst>
              <a:path w="0" h="1476912">
                <a:moveTo>
                  <a:pt x="0" y="0"/>
                </a:moveTo>
                <a:lnTo>
                  <a:pt x="0" y="1476912"/>
                </a:lnTo>
              </a:path>
            </a:pathLst>
          </a:custGeom>
          <a:ln w="2589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5" name="object 85"/>
          <p:cNvSpPr/>
          <p:nvPr/>
        </p:nvSpPr>
        <p:spPr>
          <a:xfrm>
            <a:off x="389054" y="3289663"/>
            <a:ext cx="9070325" cy="0"/>
          </a:xfrm>
          <a:custGeom>
            <a:avLst/>
            <a:gdLst/>
            <a:ahLst/>
            <a:cxnLst/>
            <a:rect l="l" t="t" r="r" b="b"/>
            <a:pathLst>
              <a:path w="9070325" h="0">
                <a:moveTo>
                  <a:pt x="0" y="0"/>
                </a:moveTo>
                <a:lnTo>
                  <a:pt x="9070325" y="0"/>
                </a:lnTo>
              </a:path>
            </a:pathLst>
          </a:custGeom>
          <a:ln w="331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6" name="object 86"/>
          <p:cNvSpPr/>
          <p:nvPr/>
        </p:nvSpPr>
        <p:spPr>
          <a:xfrm>
            <a:off x="377687" y="3290824"/>
            <a:ext cx="9073618" cy="0"/>
          </a:xfrm>
          <a:custGeom>
            <a:avLst/>
            <a:gdLst/>
            <a:ahLst/>
            <a:cxnLst/>
            <a:rect l="l" t="t" r="r" b="b"/>
            <a:pathLst>
              <a:path w="9073618" h="0">
                <a:moveTo>
                  <a:pt x="0" y="0"/>
                </a:moveTo>
                <a:lnTo>
                  <a:pt x="9073618" y="0"/>
                </a:lnTo>
              </a:path>
            </a:pathLst>
          </a:custGeom>
          <a:ln w="2447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7" name="object 87"/>
          <p:cNvSpPr/>
          <p:nvPr/>
        </p:nvSpPr>
        <p:spPr>
          <a:xfrm>
            <a:off x="389054" y="3584931"/>
            <a:ext cx="9070325" cy="0"/>
          </a:xfrm>
          <a:custGeom>
            <a:avLst/>
            <a:gdLst/>
            <a:ahLst/>
            <a:cxnLst/>
            <a:rect l="l" t="t" r="r" b="b"/>
            <a:pathLst>
              <a:path w="9070325" h="0">
                <a:moveTo>
                  <a:pt x="0" y="0"/>
                </a:moveTo>
                <a:lnTo>
                  <a:pt x="9070325" y="0"/>
                </a:lnTo>
              </a:path>
            </a:pathLst>
          </a:custGeom>
          <a:ln w="331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8" name="object 88"/>
          <p:cNvSpPr/>
          <p:nvPr/>
        </p:nvSpPr>
        <p:spPr>
          <a:xfrm>
            <a:off x="377687" y="3586093"/>
            <a:ext cx="9073618" cy="0"/>
          </a:xfrm>
          <a:custGeom>
            <a:avLst/>
            <a:gdLst/>
            <a:ahLst/>
            <a:cxnLst/>
            <a:rect l="l" t="t" r="r" b="b"/>
            <a:pathLst>
              <a:path w="9073618" h="0">
                <a:moveTo>
                  <a:pt x="0" y="0"/>
                </a:moveTo>
                <a:lnTo>
                  <a:pt x="9073618" y="0"/>
                </a:lnTo>
              </a:path>
            </a:pathLst>
          </a:custGeom>
          <a:ln w="2447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9" name="object 89"/>
          <p:cNvSpPr/>
          <p:nvPr/>
        </p:nvSpPr>
        <p:spPr>
          <a:xfrm>
            <a:off x="389054" y="4766577"/>
            <a:ext cx="9070325" cy="0"/>
          </a:xfrm>
          <a:custGeom>
            <a:avLst/>
            <a:gdLst/>
            <a:ahLst/>
            <a:cxnLst/>
            <a:rect l="l" t="t" r="r" b="b"/>
            <a:pathLst>
              <a:path w="9070325" h="0">
                <a:moveTo>
                  <a:pt x="0" y="0"/>
                </a:moveTo>
                <a:lnTo>
                  <a:pt x="9070325" y="0"/>
                </a:lnTo>
              </a:path>
            </a:pathLst>
          </a:custGeom>
          <a:ln w="331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0" name="object 90"/>
          <p:cNvSpPr/>
          <p:nvPr/>
        </p:nvSpPr>
        <p:spPr>
          <a:xfrm>
            <a:off x="377687" y="4767737"/>
            <a:ext cx="9073618" cy="0"/>
          </a:xfrm>
          <a:custGeom>
            <a:avLst/>
            <a:gdLst/>
            <a:ahLst/>
            <a:cxnLst/>
            <a:rect l="l" t="t" r="r" b="b"/>
            <a:pathLst>
              <a:path w="9073618" h="0">
                <a:moveTo>
                  <a:pt x="0" y="0"/>
                </a:moveTo>
                <a:lnTo>
                  <a:pt x="9073618" y="0"/>
                </a:lnTo>
              </a:path>
            </a:pathLst>
          </a:custGeom>
          <a:ln w="2447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8" name="object 48"/>
          <p:cNvSpPr txBox="1"/>
          <p:nvPr/>
        </p:nvSpPr>
        <p:spPr>
          <a:xfrm>
            <a:off x="247015" y="159390"/>
            <a:ext cx="7426883" cy="431800"/>
          </a:xfrm>
          <a:prstGeom prst="rect">
            <a:avLst/>
          </a:prstGeom>
        </p:spPr>
        <p:txBody>
          <a:bodyPr wrap="square" lIns="0" tIns="21367" rIns="0" bIns="0" rtlCol="0">
            <a:noAutofit/>
          </a:bodyPr>
          <a:lstStyle/>
          <a:p>
            <a:pPr marL="12700">
              <a:lnSpc>
                <a:spcPts val="3365"/>
              </a:lnSpc>
            </a:pPr>
            <a:r>
              <a:rPr dirty="0" smtClean="0" sz="3200" spc="-1">
                <a:latin typeface="Times New Roman"/>
                <a:cs typeface="Times New Roman"/>
              </a:rPr>
              <a:t>D</a:t>
            </a:r>
            <a:r>
              <a:rPr dirty="0" smtClean="0" sz="3200" spc="-1">
                <a:latin typeface="Times New Roman"/>
                <a:cs typeface="Times New Roman"/>
              </a:rPr>
              <a:t>i</a:t>
            </a:r>
            <a:r>
              <a:rPr dirty="0" smtClean="0" sz="3200" spc="-1">
                <a:latin typeface="Times New Roman"/>
                <a:cs typeface="Times New Roman"/>
              </a:rPr>
              <a:t>f</a:t>
            </a:r>
            <a:r>
              <a:rPr dirty="0" smtClean="0" sz="3200" spc="-1">
                <a:latin typeface="Times New Roman"/>
                <a:cs typeface="Times New Roman"/>
              </a:rPr>
              <a:t>fe</a:t>
            </a:r>
            <a:r>
              <a:rPr dirty="0" smtClean="0" sz="3200" spc="-1">
                <a:latin typeface="Times New Roman"/>
                <a:cs typeface="Times New Roman"/>
              </a:rPr>
              <a:t>r</a:t>
            </a:r>
            <a:r>
              <a:rPr dirty="0" smtClean="0" sz="3200" spc="-1">
                <a:latin typeface="Times New Roman"/>
                <a:cs typeface="Times New Roman"/>
              </a:rPr>
              <a:t>ent</a:t>
            </a:r>
            <a:r>
              <a:rPr dirty="0" smtClean="0" sz="3200" spc="-1">
                <a:latin typeface="Times New Roman"/>
                <a:cs typeface="Times New Roman"/>
              </a:rPr>
              <a:t> </a:t>
            </a:r>
            <a:r>
              <a:rPr dirty="0" smtClean="0" sz="3200" spc="-1">
                <a:latin typeface="Times New Roman"/>
                <a:cs typeface="Times New Roman"/>
              </a:rPr>
              <a:t>Frequency</a:t>
            </a:r>
            <a:r>
              <a:rPr dirty="0" smtClean="0" sz="3200" spc="-1">
                <a:latin typeface="Times New Roman"/>
                <a:cs typeface="Times New Roman"/>
              </a:rPr>
              <a:t> </a:t>
            </a:r>
            <a:r>
              <a:rPr dirty="0" smtClean="0" sz="3200" spc="-1">
                <a:latin typeface="Times New Roman"/>
                <a:cs typeface="Times New Roman"/>
              </a:rPr>
              <a:t>Reuse</a:t>
            </a:r>
            <a:r>
              <a:rPr dirty="0" smtClean="0" sz="3200" spc="-1">
                <a:latin typeface="Times New Roman"/>
                <a:cs typeface="Times New Roman"/>
              </a:rPr>
              <a:t> </a:t>
            </a:r>
            <a:r>
              <a:rPr dirty="0" smtClean="0" sz="3200" spc="-1">
                <a:latin typeface="Times New Roman"/>
                <a:cs typeface="Times New Roman"/>
              </a:rPr>
              <a:t>Fac</a:t>
            </a:r>
            <a:r>
              <a:rPr dirty="0" smtClean="0" sz="3200" spc="-1">
                <a:latin typeface="Times New Roman"/>
                <a:cs typeface="Times New Roman"/>
              </a:rPr>
              <a:t>t</a:t>
            </a:r>
            <a:r>
              <a:rPr dirty="0" smtClean="0" sz="3200" spc="-1">
                <a:latin typeface="Times New Roman"/>
                <a:cs typeface="Times New Roman"/>
              </a:rPr>
              <a:t>ors</a:t>
            </a:r>
            <a:r>
              <a:rPr dirty="0" smtClean="0" sz="3200" spc="-1">
                <a:latin typeface="Times New Roman"/>
                <a:cs typeface="Times New Roman"/>
              </a:rPr>
              <a:t> </a:t>
            </a:r>
            <a:r>
              <a:rPr dirty="0" smtClean="0" sz="2400" spc="-1">
                <a:latin typeface="Times New Roman"/>
                <a:cs typeface="Times New Roman"/>
              </a:rPr>
              <a:t>for</a:t>
            </a:r>
            <a:r>
              <a:rPr dirty="0" smtClean="0" sz="2400" spc="-1">
                <a:latin typeface="Times New Roman"/>
                <a:cs typeface="Times New Roman"/>
              </a:rPr>
              <a:t> </a:t>
            </a:r>
            <a:r>
              <a:rPr dirty="0" smtClean="0" sz="2400" spc="-1">
                <a:latin typeface="Times New Roman"/>
                <a:cs typeface="Times New Roman"/>
              </a:rPr>
              <a:t>D</a:t>
            </a:r>
            <a:r>
              <a:rPr dirty="0" smtClean="0" sz="2400" spc="-1">
                <a:latin typeface="Times New Roman"/>
                <a:cs typeface="Times New Roman"/>
              </a:rPr>
              <a:t>i</a:t>
            </a:r>
            <a:r>
              <a:rPr dirty="0" smtClean="0" sz="2400" spc="-1">
                <a:latin typeface="Times New Roman"/>
                <a:cs typeface="Times New Roman"/>
              </a:rPr>
              <a:t>f</a:t>
            </a:r>
            <a:r>
              <a:rPr dirty="0" smtClean="0" sz="2400" spc="-1">
                <a:latin typeface="Times New Roman"/>
                <a:cs typeface="Times New Roman"/>
              </a:rPr>
              <a:t>fer</a:t>
            </a:r>
            <a:r>
              <a:rPr dirty="0" smtClean="0" sz="2400" spc="-1">
                <a:latin typeface="Times New Roman"/>
                <a:cs typeface="Times New Roman"/>
              </a:rPr>
              <a:t>e</a:t>
            </a:r>
            <a:r>
              <a:rPr dirty="0" smtClean="0" sz="2400" spc="-1">
                <a:latin typeface="Times New Roman"/>
                <a:cs typeface="Times New Roman"/>
              </a:rPr>
              <a:t>nt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7657642" y="241145"/>
            <a:ext cx="679805" cy="330199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 spc="-1">
                <a:latin typeface="Times New Roman"/>
                <a:cs typeface="Times New Roman"/>
              </a:rPr>
              <a:t>T</a:t>
            </a:r>
            <a:r>
              <a:rPr dirty="0" smtClean="0" sz="2400" spc="-1">
                <a:latin typeface="Times New Roman"/>
                <a:cs typeface="Times New Roman"/>
              </a:rPr>
              <a:t>R</a:t>
            </a:r>
            <a:r>
              <a:rPr dirty="0" smtClean="0" sz="2400" spc="-1">
                <a:latin typeface="Times New Roman"/>
                <a:cs typeface="Times New Roman"/>
              </a:rPr>
              <a:t>X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342528" y="241145"/>
            <a:ext cx="892251" cy="330199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 spc="-10">
                <a:latin typeface="Times New Roman"/>
                <a:cs typeface="Times New Roman"/>
              </a:rPr>
              <a:t>La</a:t>
            </a:r>
            <a:r>
              <a:rPr dirty="0" smtClean="0" sz="2400" spc="-10">
                <a:latin typeface="Times New Roman"/>
                <a:cs typeface="Times New Roman"/>
              </a:rPr>
              <a:t>y</a:t>
            </a:r>
            <a:r>
              <a:rPr dirty="0" smtClean="0" sz="2400" spc="-10">
                <a:latin typeface="Times New Roman"/>
                <a:cs typeface="Times New Roman"/>
              </a:rPr>
              <a:t>ers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54977" y="1190371"/>
            <a:ext cx="6288623" cy="381000"/>
          </a:xfrm>
          <a:prstGeom prst="rect">
            <a:avLst/>
          </a:prstGeom>
        </p:spPr>
        <p:txBody>
          <a:bodyPr wrap="square" lIns="0" tIns="18415" rIns="0" bIns="0" rtlCol="0">
            <a:noAutofit/>
          </a:bodyPr>
          <a:lstStyle/>
          <a:p>
            <a:pPr marL="12700">
              <a:lnSpc>
                <a:spcPts val="2900"/>
              </a:lnSpc>
            </a:pPr>
            <a:r>
              <a:rPr dirty="0" smtClean="0" sz="2800" spc="-8">
                <a:latin typeface="Calibri"/>
                <a:cs typeface="Calibri"/>
              </a:rPr>
              <a:t>F</a:t>
            </a:r>
            <a:r>
              <a:rPr dirty="0" smtClean="0" sz="2800" spc="-8">
                <a:latin typeface="Calibri"/>
                <a:cs typeface="Calibri"/>
              </a:rPr>
              <a:t>r</a:t>
            </a:r>
            <a:r>
              <a:rPr dirty="0" smtClean="0" sz="2800" spc="-8">
                <a:latin typeface="Calibri"/>
                <a:cs typeface="Calibri"/>
              </a:rPr>
              <a:t>e</a:t>
            </a:r>
            <a:r>
              <a:rPr dirty="0" smtClean="0" sz="2800" spc="-8">
                <a:latin typeface="Calibri"/>
                <a:cs typeface="Calibri"/>
              </a:rPr>
              <a:t>q</a:t>
            </a:r>
            <a:r>
              <a:rPr dirty="0" smtClean="0" sz="2800" spc="-8">
                <a:latin typeface="Calibri"/>
                <a:cs typeface="Calibri"/>
              </a:rPr>
              <a:t>u</a:t>
            </a:r>
            <a:r>
              <a:rPr dirty="0" smtClean="0" sz="2800" spc="-8">
                <a:latin typeface="Calibri"/>
                <a:cs typeface="Calibri"/>
              </a:rPr>
              <a:t>e</a:t>
            </a:r>
            <a:r>
              <a:rPr dirty="0" smtClean="0" sz="2800" spc="-8">
                <a:latin typeface="Calibri"/>
                <a:cs typeface="Calibri"/>
              </a:rPr>
              <a:t>n</a:t>
            </a:r>
            <a:r>
              <a:rPr dirty="0" smtClean="0" sz="2800" spc="-8">
                <a:latin typeface="Calibri"/>
                <a:cs typeface="Calibri"/>
              </a:rPr>
              <a:t>cy</a:t>
            </a:r>
            <a:r>
              <a:rPr dirty="0" smtClean="0" sz="2800" spc="-8">
                <a:latin typeface="Calibri"/>
                <a:cs typeface="Calibri"/>
              </a:rPr>
              <a:t> </a:t>
            </a:r>
            <a:r>
              <a:rPr dirty="0" smtClean="0" sz="2800" spc="-8">
                <a:latin typeface="Calibri"/>
                <a:cs typeface="Calibri"/>
              </a:rPr>
              <a:t>p</a:t>
            </a:r>
            <a:r>
              <a:rPr dirty="0" smtClean="0" sz="2800" spc="-8">
                <a:latin typeface="Calibri"/>
                <a:cs typeface="Calibri"/>
              </a:rPr>
              <a:t>la</a:t>
            </a:r>
            <a:r>
              <a:rPr dirty="0" smtClean="0" sz="2800" spc="-8">
                <a:latin typeface="Calibri"/>
                <a:cs typeface="Calibri"/>
              </a:rPr>
              <a:t>n</a:t>
            </a:r>
            <a:r>
              <a:rPr dirty="0" smtClean="0" sz="2800" spc="-8">
                <a:latin typeface="Calibri"/>
                <a:cs typeface="Calibri"/>
              </a:rPr>
              <a:t>n</a:t>
            </a:r>
            <a:r>
              <a:rPr dirty="0" smtClean="0" sz="2800" spc="-8">
                <a:latin typeface="Calibri"/>
                <a:cs typeface="Calibri"/>
              </a:rPr>
              <a:t>i</a:t>
            </a:r>
            <a:r>
              <a:rPr dirty="0" smtClean="0" sz="2800" spc="-8">
                <a:latin typeface="Calibri"/>
                <a:cs typeface="Calibri"/>
              </a:rPr>
              <a:t>n</a:t>
            </a:r>
            <a:r>
              <a:rPr dirty="0" smtClean="0" sz="2800" spc="-8">
                <a:latin typeface="Calibri"/>
                <a:cs typeface="Calibri"/>
              </a:rPr>
              <a:t>g</a:t>
            </a:r>
            <a:r>
              <a:rPr dirty="0" smtClean="0" sz="2800" spc="-8">
                <a:latin typeface="Calibri"/>
                <a:cs typeface="Calibri"/>
              </a:rPr>
              <a:t> </a:t>
            </a:r>
            <a:r>
              <a:rPr dirty="0" smtClean="0" sz="2800" spc="-8">
                <a:latin typeface="Calibri"/>
                <a:cs typeface="Calibri"/>
              </a:rPr>
              <a:t>f</a:t>
            </a:r>
            <a:r>
              <a:rPr dirty="0" smtClean="0" sz="2800" spc="-8">
                <a:latin typeface="Calibri"/>
                <a:cs typeface="Calibri"/>
              </a:rPr>
              <a:t>or</a:t>
            </a:r>
            <a:r>
              <a:rPr dirty="0" smtClean="0" sz="2800" spc="-8">
                <a:latin typeface="Calibri"/>
                <a:cs typeface="Calibri"/>
              </a:rPr>
              <a:t> </a:t>
            </a:r>
            <a:r>
              <a:rPr dirty="0" smtClean="0" sz="2800" spc="-8">
                <a:latin typeface="Calibri"/>
                <a:cs typeface="Calibri"/>
              </a:rPr>
              <a:t>d</a:t>
            </a:r>
            <a:r>
              <a:rPr dirty="0" smtClean="0" sz="2800" spc="-8">
                <a:latin typeface="Calibri"/>
                <a:cs typeface="Calibri"/>
              </a:rPr>
              <a:t>i</a:t>
            </a:r>
            <a:r>
              <a:rPr dirty="0" smtClean="0" sz="2800" spc="-8">
                <a:latin typeface="Calibri"/>
                <a:cs typeface="Calibri"/>
              </a:rPr>
              <a:t>f</a:t>
            </a:r>
            <a:r>
              <a:rPr dirty="0" smtClean="0" sz="2800" spc="-8">
                <a:latin typeface="Calibri"/>
                <a:cs typeface="Calibri"/>
              </a:rPr>
              <a:t>f</a:t>
            </a:r>
            <a:r>
              <a:rPr dirty="0" smtClean="0" sz="2800" spc="-8">
                <a:latin typeface="Calibri"/>
                <a:cs typeface="Calibri"/>
              </a:rPr>
              <a:t>e</a:t>
            </a:r>
            <a:r>
              <a:rPr dirty="0" smtClean="0" sz="2800" spc="-8">
                <a:latin typeface="Calibri"/>
                <a:cs typeface="Calibri"/>
              </a:rPr>
              <a:t>r</a:t>
            </a:r>
            <a:r>
              <a:rPr dirty="0" smtClean="0" sz="2800" spc="-8">
                <a:latin typeface="Calibri"/>
                <a:cs typeface="Calibri"/>
              </a:rPr>
              <a:t>e</a:t>
            </a:r>
            <a:r>
              <a:rPr dirty="0" smtClean="0" sz="2800" spc="-8">
                <a:latin typeface="Calibri"/>
                <a:cs typeface="Calibri"/>
              </a:rPr>
              <a:t>nt</a:t>
            </a:r>
            <a:r>
              <a:rPr dirty="0" smtClean="0" sz="2800" spc="-8">
                <a:latin typeface="Calibri"/>
                <a:cs typeface="Calibri"/>
              </a:rPr>
              <a:t> </a:t>
            </a:r>
            <a:r>
              <a:rPr dirty="0" smtClean="0" sz="2800" spc="-8">
                <a:latin typeface="Calibri"/>
                <a:cs typeface="Calibri"/>
              </a:rPr>
              <a:t>TRX</a:t>
            </a:r>
            <a:r>
              <a:rPr dirty="0" smtClean="0" sz="2800" spc="-8">
                <a:latin typeface="Calibri"/>
                <a:cs typeface="Calibri"/>
              </a:rPr>
              <a:t> </a:t>
            </a:r>
            <a:r>
              <a:rPr dirty="0" smtClean="0" sz="2800" spc="-8">
                <a:latin typeface="Calibri"/>
                <a:cs typeface="Calibri"/>
              </a:rPr>
              <a:t>l</a:t>
            </a:r>
            <a:r>
              <a:rPr dirty="0" smtClean="0" sz="2800" spc="-8">
                <a:latin typeface="Calibri"/>
                <a:cs typeface="Calibri"/>
              </a:rPr>
              <a:t>a</a:t>
            </a:r>
            <a:r>
              <a:rPr dirty="0" smtClean="0" sz="2800" spc="-8">
                <a:latin typeface="Calibri"/>
                <a:cs typeface="Calibri"/>
              </a:rPr>
              <a:t>y</a:t>
            </a:r>
            <a:r>
              <a:rPr dirty="0" smtClean="0" sz="2800" spc="-8">
                <a:latin typeface="Calibri"/>
                <a:cs typeface="Calibri"/>
              </a:rPr>
              <a:t>e</a:t>
            </a:r>
            <a:r>
              <a:rPr dirty="0" smtClean="0" sz="2800" spc="-8">
                <a:latin typeface="Calibri"/>
                <a:cs typeface="Calibri"/>
              </a:rPr>
              <a:t>r</a:t>
            </a:r>
            <a:r>
              <a:rPr dirty="0" smtClean="0" sz="2800" spc="-8">
                <a:latin typeface="Calibri"/>
                <a:cs typeface="Calibri"/>
              </a:rPr>
              <a:t>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454977" y="1972945"/>
            <a:ext cx="222910" cy="695959"/>
          </a:xfrm>
          <a:prstGeom prst="rect">
            <a:avLst/>
          </a:prstGeom>
        </p:spPr>
        <p:txBody>
          <a:bodyPr wrap="square" lIns="0" tIns="15875" rIns="0" bIns="0" rtlCol="0">
            <a:noAutofit/>
          </a:bodyPr>
          <a:lstStyle/>
          <a:p>
            <a:pPr marL="12700">
              <a:lnSpc>
                <a:spcPts val="2500"/>
              </a:lnSpc>
            </a:pPr>
            <a:r>
              <a:rPr dirty="0" smtClean="0" sz="2400">
                <a:solidFill>
                  <a:srgbClr val="00CC99"/>
                </a:solidFill>
                <a:latin typeface="Calibri"/>
                <a:cs typeface="Calibri"/>
              </a:rPr>
              <a:t>•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ts val="2880"/>
              </a:lnSpc>
              <a:spcBef>
                <a:spcPts val="19"/>
              </a:spcBef>
            </a:pPr>
            <a:r>
              <a:rPr dirty="0" smtClean="0" sz="2400">
                <a:solidFill>
                  <a:srgbClr val="00CC99"/>
                </a:solidFill>
                <a:latin typeface="Calibri"/>
                <a:cs typeface="Calibri"/>
              </a:rPr>
              <a:t>•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676275" y="1972945"/>
            <a:ext cx="5527637" cy="330200"/>
          </a:xfrm>
          <a:prstGeom prst="rect">
            <a:avLst/>
          </a:prstGeom>
        </p:spPr>
        <p:txBody>
          <a:bodyPr wrap="square" lIns="0" tIns="15875" rIns="0" bIns="0" rtlCol="0">
            <a:noAutofit/>
          </a:bodyPr>
          <a:lstStyle/>
          <a:p>
            <a:pPr marL="12700">
              <a:lnSpc>
                <a:spcPts val="2500"/>
              </a:lnSpc>
            </a:pPr>
            <a:r>
              <a:rPr dirty="0" smtClean="0" sz="2400" spc="-10">
                <a:latin typeface="Calibri"/>
                <a:cs typeface="Calibri"/>
              </a:rPr>
              <a:t>d</a:t>
            </a:r>
            <a:r>
              <a:rPr dirty="0" smtClean="0" sz="2400" spc="-10">
                <a:latin typeface="Calibri"/>
                <a:cs typeface="Calibri"/>
              </a:rPr>
              <a:t>i</a:t>
            </a:r>
            <a:r>
              <a:rPr dirty="0" smtClean="0" sz="2400" spc="-10">
                <a:latin typeface="Calibri"/>
                <a:cs typeface="Calibri"/>
              </a:rPr>
              <a:t>f</a:t>
            </a:r>
            <a:r>
              <a:rPr dirty="0" smtClean="0" sz="2400" spc="-10">
                <a:latin typeface="Calibri"/>
                <a:cs typeface="Calibri"/>
              </a:rPr>
              <a:t>f</a:t>
            </a:r>
            <a:r>
              <a:rPr dirty="0" smtClean="0" sz="2400" spc="-10">
                <a:latin typeface="Calibri"/>
                <a:cs typeface="Calibri"/>
              </a:rPr>
              <a:t>e</a:t>
            </a:r>
            <a:r>
              <a:rPr dirty="0" smtClean="0" sz="2400" spc="-10">
                <a:latin typeface="Calibri"/>
                <a:cs typeface="Calibri"/>
              </a:rPr>
              <a:t>r</a:t>
            </a:r>
            <a:r>
              <a:rPr dirty="0" smtClean="0" sz="2400" spc="-10">
                <a:latin typeface="Calibri"/>
                <a:cs typeface="Calibri"/>
              </a:rPr>
              <a:t>e</a:t>
            </a:r>
            <a:r>
              <a:rPr dirty="0" smtClean="0" sz="2400" spc="-10">
                <a:latin typeface="Calibri"/>
                <a:cs typeface="Calibri"/>
              </a:rPr>
              <a:t>n</a:t>
            </a:r>
            <a:r>
              <a:rPr dirty="0" smtClean="0" sz="2400" spc="-10">
                <a:latin typeface="Calibri"/>
                <a:cs typeface="Calibri"/>
              </a:rPr>
              <a:t>t</a:t>
            </a:r>
            <a:r>
              <a:rPr dirty="0" smtClean="0" sz="2400" spc="-10">
                <a:latin typeface="Calibri"/>
                <a:cs typeface="Calibri"/>
              </a:rPr>
              <a:t> </a:t>
            </a:r>
            <a:r>
              <a:rPr dirty="0" smtClean="0" sz="2400" spc="-10">
                <a:latin typeface="Calibri"/>
                <a:cs typeface="Calibri"/>
              </a:rPr>
              <a:t>f</a:t>
            </a:r>
            <a:r>
              <a:rPr dirty="0" smtClean="0" sz="2400" spc="-10">
                <a:latin typeface="Calibri"/>
                <a:cs typeface="Calibri"/>
              </a:rPr>
              <a:t>r</a:t>
            </a:r>
            <a:r>
              <a:rPr dirty="0" smtClean="0" sz="2400" spc="-10">
                <a:latin typeface="Calibri"/>
                <a:cs typeface="Calibri"/>
              </a:rPr>
              <a:t>eq</a:t>
            </a:r>
            <a:r>
              <a:rPr dirty="0" smtClean="0" sz="2400" spc="-10">
                <a:latin typeface="Calibri"/>
                <a:cs typeface="Calibri"/>
              </a:rPr>
              <a:t>e</a:t>
            </a:r>
            <a:r>
              <a:rPr dirty="0" smtClean="0" sz="2400" spc="-10">
                <a:latin typeface="Calibri"/>
                <a:cs typeface="Calibri"/>
              </a:rPr>
              <a:t>ncy</a:t>
            </a:r>
            <a:r>
              <a:rPr dirty="0" smtClean="0" sz="2400" spc="-10">
                <a:latin typeface="Calibri"/>
                <a:cs typeface="Calibri"/>
              </a:rPr>
              <a:t> </a:t>
            </a:r>
            <a:r>
              <a:rPr dirty="0" smtClean="0" sz="2400" spc="-10">
                <a:latin typeface="Calibri"/>
                <a:cs typeface="Calibri"/>
              </a:rPr>
              <a:t>r</a:t>
            </a:r>
            <a:r>
              <a:rPr dirty="0" smtClean="0" sz="2400" spc="-10">
                <a:latin typeface="Calibri"/>
                <a:cs typeface="Calibri"/>
              </a:rPr>
              <a:t>euse</a:t>
            </a:r>
            <a:r>
              <a:rPr dirty="0" smtClean="0" sz="2400" spc="-10">
                <a:latin typeface="Calibri"/>
                <a:cs typeface="Calibri"/>
              </a:rPr>
              <a:t> </a:t>
            </a:r>
            <a:r>
              <a:rPr dirty="0" smtClean="0" sz="2400" spc="-10">
                <a:latin typeface="Calibri"/>
                <a:cs typeface="Calibri"/>
              </a:rPr>
              <a:t>f</a:t>
            </a:r>
            <a:r>
              <a:rPr dirty="0" smtClean="0" sz="2400" spc="-10">
                <a:latin typeface="Calibri"/>
                <a:cs typeface="Calibri"/>
              </a:rPr>
              <a:t>a</a:t>
            </a:r>
            <a:r>
              <a:rPr dirty="0" smtClean="0" sz="2400" spc="-10">
                <a:latin typeface="Calibri"/>
                <a:cs typeface="Calibri"/>
              </a:rPr>
              <a:t>c</a:t>
            </a:r>
            <a:r>
              <a:rPr dirty="0" smtClean="0" sz="2400" spc="-10">
                <a:latin typeface="Calibri"/>
                <a:cs typeface="Calibri"/>
              </a:rPr>
              <a:t>t</a:t>
            </a:r>
            <a:r>
              <a:rPr dirty="0" smtClean="0" sz="2400" spc="-10">
                <a:latin typeface="Calibri"/>
                <a:cs typeface="Calibri"/>
              </a:rPr>
              <a:t>o</a:t>
            </a:r>
            <a:r>
              <a:rPr dirty="0" smtClean="0" sz="2400" spc="-10">
                <a:latin typeface="Calibri"/>
                <a:cs typeface="Calibri"/>
              </a:rPr>
              <a:t>r</a:t>
            </a:r>
            <a:r>
              <a:rPr dirty="0" smtClean="0" sz="2400" spc="-10">
                <a:latin typeface="Calibri"/>
                <a:cs typeface="Calibri"/>
              </a:rPr>
              <a:t>s</a:t>
            </a:r>
            <a:r>
              <a:rPr dirty="0" smtClean="0" sz="2400" spc="-10">
                <a:latin typeface="Calibri"/>
                <a:cs typeface="Calibri"/>
              </a:rPr>
              <a:t> </a:t>
            </a:r>
            <a:r>
              <a:rPr dirty="0" smtClean="0" sz="2400" spc="-10">
                <a:latin typeface="Calibri"/>
                <a:cs typeface="Calibri"/>
              </a:rPr>
              <a:t>f</a:t>
            </a:r>
            <a:r>
              <a:rPr dirty="0" smtClean="0" sz="2400" spc="-10">
                <a:latin typeface="Calibri"/>
                <a:cs typeface="Calibri"/>
              </a:rPr>
              <a:t>or</a:t>
            </a:r>
            <a:r>
              <a:rPr dirty="0" smtClean="0" sz="2400" spc="-10">
                <a:latin typeface="Calibri"/>
                <a:cs typeface="Calibri"/>
              </a:rPr>
              <a:t> </a:t>
            </a:r>
            <a:r>
              <a:rPr dirty="0" smtClean="0" sz="2400" spc="-10">
                <a:latin typeface="Calibri"/>
                <a:cs typeface="Calibri"/>
              </a:rPr>
              <a:t>di</a:t>
            </a:r>
            <a:r>
              <a:rPr dirty="0" smtClean="0" sz="2400" spc="-10">
                <a:latin typeface="Calibri"/>
                <a:cs typeface="Calibri"/>
              </a:rPr>
              <a:t>f</a:t>
            </a:r>
            <a:r>
              <a:rPr dirty="0" smtClean="0" sz="2400" spc="-10">
                <a:latin typeface="Calibri"/>
                <a:cs typeface="Calibri"/>
              </a:rPr>
              <a:t>f</a:t>
            </a:r>
            <a:r>
              <a:rPr dirty="0" smtClean="0" sz="2400" spc="-10">
                <a:latin typeface="Calibri"/>
                <a:cs typeface="Calibri"/>
              </a:rPr>
              <a:t>e</a:t>
            </a:r>
            <a:r>
              <a:rPr dirty="0" smtClean="0" sz="2400" spc="-10">
                <a:latin typeface="Calibri"/>
                <a:cs typeface="Calibri"/>
              </a:rPr>
              <a:t>r</a:t>
            </a:r>
            <a:r>
              <a:rPr dirty="0" smtClean="0" sz="2400" spc="-10">
                <a:latin typeface="Calibri"/>
                <a:cs typeface="Calibri"/>
              </a:rPr>
              <a:t>e</a:t>
            </a:r>
            <a:r>
              <a:rPr dirty="0" smtClean="0" sz="2400" spc="-10">
                <a:latin typeface="Calibri"/>
                <a:cs typeface="Calibri"/>
              </a:rPr>
              <a:t>n</a:t>
            </a:r>
            <a:r>
              <a:rPr dirty="0" smtClean="0" sz="2400" spc="-10">
                <a:latin typeface="Calibri"/>
                <a:cs typeface="Calibri"/>
              </a:rPr>
              <a:t>t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6201689" y="1972945"/>
            <a:ext cx="541429" cy="330200"/>
          </a:xfrm>
          <a:prstGeom prst="rect">
            <a:avLst/>
          </a:prstGeom>
        </p:spPr>
        <p:txBody>
          <a:bodyPr wrap="square" lIns="0" tIns="15875" rIns="0" bIns="0" rtlCol="0">
            <a:noAutofit/>
          </a:bodyPr>
          <a:lstStyle/>
          <a:p>
            <a:pPr marL="12700">
              <a:lnSpc>
                <a:spcPts val="2500"/>
              </a:lnSpc>
            </a:pPr>
            <a:r>
              <a:rPr dirty="0" smtClean="0" sz="2400" spc="-4">
                <a:latin typeface="Calibri"/>
                <a:cs typeface="Calibri"/>
              </a:rPr>
              <a:t>T</a:t>
            </a:r>
            <a:r>
              <a:rPr dirty="0" smtClean="0" sz="2400" spc="-4">
                <a:latin typeface="Calibri"/>
                <a:cs typeface="Calibri"/>
              </a:rPr>
              <a:t>RX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6741490" y="1972945"/>
            <a:ext cx="789263" cy="330200"/>
          </a:xfrm>
          <a:prstGeom prst="rect">
            <a:avLst/>
          </a:prstGeom>
        </p:spPr>
        <p:txBody>
          <a:bodyPr wrap="square" lIns="0" tIns="15875" rIns="0" bIns="0" rtlCol="0">
            <a:noAutofit/>
          </a:bodyPr>
          <a:lstStyle/>
          <a:p>
            <a:pPr marL="12700">
              <a:lnSpc>
                <a:spcPts val="2500"/>
              </a:lnSpc>
            </a:pPr>
            <a:r>
              <a:rPr dirty="0" smtClean="0" sz="2400" spc="-16">
                <a:latin typeface="Calibri"/>
                <a:cs typeface="Calibri"/>
              </a:rPr>
              <a:t>l</a:t>
            </a:r>
            <a:r>
              <a:rPr dirty="0" smtClean="0" sz="2400" spc="-16">
                <a:latin typeface="Calibri"/>
                <a:cs typeface="Calibri"/>
              </a:rPr>
              <a:t>a</a:t>
            </a:r>
            <a:r>
              <a:rPr dirty="0" smtClean="0" sz="2400" spc="-16">
                <a:latin typeface="Calibri"/>
                <a:cs typeface="Calibri"/>
              </a:rPr>
              <a:t>y</a:t>
            </a:r>
            <a:r>
              <a:rPr dirty="0" smtClean="0" sz="2400" spc="-16">
                <a:latin typeface="Calibri"/>
                <a:cs typeface="Calibri"/>
              </a:rPr>
              <a:t>e</a:t>
            </a:r>
            <a:r>
              <a:rPr dirty="0" smtClean="0" sz="2400" spc="-16">
                <a:latin typeface="Calibri"/>
                <a:cs typeface="Calibri"/>
              </a:rPr>
              <a:t>r</a:t>
            </a:r>
            <a:r>
              <a:rPr dirty="0" smtClean="0" sz="2400" spc="-16">
                <a:latin typeface="Calibri"/>
                <a:cs typeface="Calibri"/>
              </a:rPr>
              <a:t>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676275" y="2338704"/>
            <a:ext cx="1317715" cy="330200"/>
          </a:xfrm>
          <a:prstGeom prst="rect">
            <a:avLst/>
          </a:prstGeom>
        </p:spPr>
        <p:txBody>
          <a:bodyPr wrap="square" lIns="0" tIns="15875" rIns="0" bIns="0" rtlCol="0">
            <a:noAutofit/>
          </a:bodyPr>
          <a:lstStyle/>
          <a:p>
            <a:pPr marL="12700">
              <a:lnSpc>
                <a:spcPts val="2500"/>
              </a:lnSpc>
            </a:pPr>
            <a:r>
              <a:rPr dirty="0" smtClean="0" sz="2400" spc="-3">
                <a:latin typeface="Calibri"/>
                <a:cs typeface="Calibri"/>
              </a:rPr>
              <a:t>f</a:t>
            </a:r>
            <a:r>
              <a:rPr dirty="0" smtClean="0" sz="2400" spc="-3">
                <a:latin typeface="Calibri"/>
                <a:cs typeface="Calibri"/>
              </a:rPr>
              <a:t>r</a:t>
            </a:r>
            <a:r>
              <a:rPr dirty="0" smtClean="0" sz="2400" spc="-3">
                <a:latin typeface="Calibri"/>
                <a:cs typeface="Calibri"/>
              </a:rPr>
              <a:t>equ</a:t>
            </a:r>
            <a:r>
              <a:rPr dirty="0" smtClean="0" sz="2400" spc="-3">
                <a:latin typeface="Calibri"/>
                <a:cs typeface="Calibri"/>
              </a:rPr>
              <a:t>e</a:t>
            </a:r>
            <a:r>
              <a:rPr dirty="0" smtClean="0" sz="2400" spc="-3">
                <a:latin typeface="Calibri"/>
                <a:cs typeface="Calibri"/>
              </a:rPr>
              <a:t>ncy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991791" y="2338704"/>
            <a:ext cx="1141045" cy="330200"/>
          </a:xfrm>
          <a:prstGeom prst="rect">
            <a:avLst/>
          </a:prstGeom>
        </p:spPr>
        <p:txBody>
          <a:bodyPr wrap="square" lIns="0" tIns="15875" rIns="0" bIns="0" rtlCol="0">
            <a:noAutofit/>
          </a:bodyPr>
          <a:lstStyle/>
          <a:p>
            <a:pPr marL="12700">
              <a:lnSpc>
                <a:spcPts val="2500"/>
              </a:lnSpc>
            </a:pPr>
            <a:r>
              <a:rPr dirty="0" smtClean="0" sz="2400">
                <a:latin typeface="Calibri"/>
                <a:cs typeface="Calibri"/>
              </a:rPr>
              <a:t>planning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129305" y="2338704"/>
            <a:ext cx="424071" cy="330200"/>
          </a:xfrm>
          <a:prstGeom prst="rect">
            <a:avLst/>
          </a:prstGeom>
        </p:spPr>
        <p:txBody>
          <a:bodyPr wrap="square" lIns="0" tIns="15875" rIns="0" bIns="0" rtlCol="0">
            <a:noAutofit/>
          </a:bodyPr>
          <a:lstStyle/>
          <a:p>
            <a:pPr marL="12700">
              <a:lnSpc>
                <a:spcPts val="2500"/>
              </a:lnSpc>
            </a:pPr>
            <a:r>
              <a:rPr dirty="0" smtClean="0" sz="2400" spc="-18">
                <a:latin typeface="Calibri"/>
                <a:cs typeface="Calibri"/>
              </a:rPr>
              <a:t>f</a:t>
            </a:r>
            <a:r>
              <a:rPr dirty="0" smtClean="0" sz="2400" spc="-18">
                <a:latin typeface="Calibri"/>
                <a:cs typeface="Calibri"/>
              </a:rPr>
              <a:t>or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552672" y="2338704"/>
            <a:ext cx="1145528" cy="330200"/>
          </a:xfrm>
          <a:prstGeom prst="rect">
            <a:avLst/>
          </a:prstGeom>
        </p:spPr>
        <p:txBody>
          <a:bodyPr wrap="square" lIns="0" tIns="15875" rIns="0" bIns="0" rtlCol="0">
            <a:noAutofit/>
          </a:bodyPr>
          <a:lstStyle/>
          <a:p>
            <a:pPr marL="12700">
              <a:lnSpc>
                <a:spcPts val="2500"/>
              </a:lnSpc>
            </a:pPr>
            <a:r>
              <a:rPr dirty="0" smtClean="0" sz="2400" spc="-11">
                <a:latin typeface="Calibri"/>
                <a:cs typeface="Calibri"/>
              </a:rPr>
              <a:t>d</a:t>
            </a:r>
            <a:r>
              <a:rPr dirty="0" smtClean="0" sz="2400" spc="-11">
                <a:latin typeface="Calibri"/>
                <a:cs typeface="Calibri"/>
              </a:rPr>
              <a:t>i</a:t>
            </a:r>
            <a:r>
              <a:rPr dirty="0" smtClean="0" sz="2400" spc="-11">
                <a:latin typeface="Calibri"/>
                <a:cs typeface="Calibri"/>
              </a:rPr>
              <a:t>f</a:t>
            </a:r>
            <a:r>
              <a:rPr dirty="0" smtClean="0" sz="2400" spc="-11">
                <a:latin typeface="Calibri"/>
                <a:cs typeface="Calibri"/>
              </a:rPr>
              <a:t>f</a:t>
            </a:r>
            <a:r>
              <a:rPr dirty="0" smtClean="0" sz="2400" spc="-11">
                <a:latin typeface="Calibri"/>
                <a:cs typeface="Calibri"/>
              </a:rPr>
              <a:t>e</a:t>
            </a:r>
            <a:r>
              <a:rPr dirty="0" smtClean="0" sz="2400" spc="-11">
                <a:latin typeface="Calibri"/>
                <a:cs typeface="Calibri"/>
              </a:rPr>
              <a:t>r</a:t>
            </a:r>
            <a:r>
              <a:rPr dirty="0" smtClean="0" sz="2400" spc="-11">
                <a:latin typeface="Calibri"/>
                <a:cs typeface="Calibri"/>
              </a:rPr>
              <a:t>e</a:t>
            </a:r>
            <a:r>
              <a:rPr dirty="0" smtClean="0" sz="2400" spc="-11">
                <a:latin typeface="Calibri"/>
                <a:cs typeface="Calibri"/>
              </a:rPr>
              <a:t>n</a:t>
            </a:r>
            <a:r>
              <a:rPr dirty="0" smtClean="0" sz="2400" spc="-11">
                <a:latin typeface="Calibri"/>
                <a:cs typeface="Calibri"/>
              </a:rPr>
              <a:t>t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692624" y="2338704"/>
            <a:ext cx="789263" cy="330200"/>
          </a:xfrm>
          <a:prstGeom prst="rect">
            <a:avLst/>
          </a:prstGeom>
        </p:spPr>
        <p:txBody>
          <a:bodyPr wrap="square" lIns="0" tIns="15875" rIns="0" bIns="0" rtlCol="0">
            <a:noAutofit/>
          </a:bodyPr>
          <a:lstStyle/>
          <a:p>
            <a:pPr marL="12700">
              <a:lnSpc>
                <a:spcPts val="2500"/>
              </a:lnSpc>
            </a:pPr>
            <a:r>
              <a:rPr dirty="0" smtClean="0" sz="2400" spc="-16">
                <a:latin typeface="Calibri"/>
                <a:cs typeface="Calibri"/>
              </a:rPr>
              <a:t>l</a:t>
            </a:r>
            <a:r>
              <a:rPr dirty="0" smtClean="0" sz="2400" spc="-16">
                <a:latin typeface="Calibri"/>
                <a:cs typeface="Calibri"/>
              </a:rPr>
              <a:t>a</a:t>
            </a:r>
            <a:r>
              <a:rPr dirty="0" smtClean="0" sz="2400" spc="-16">
                <a:latin typeface="Calibri"/>
                <a:cs typeface="Calibri"/>
              </a:rPr>
              <a:t>y</a:t>
            </a:r>
            <a:r>
              <a:rPr dirty="0" smtClean="0" sz="2400" spc="-16">
                <a:latin typeface="Calibri"/>
                <a:cs typeface="Calibri"/>
              </a:rPr>
              <a:t>e</a:t>
            </a:r>
            <a:r>
              <a:rPr dirty="0" smtClean="0" sz="2400" spc="-16">
                <a:latin typeface="Calibri"/>
                <a:cs typeface="Calibri"/>
              </a:rPr>
              <a:t>r</a:t>
            </a:r>
            <a:r>
              <a:rPr dirty="0" smtClean="0" sz="2400" spc="-16">
                <a:latin typeface="Calibri"/>
                <a:cs typeface="Calibri"/>
              </a:rPr>
              <a:t>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31140" y="6472848"/>
            <a:ext cx="5475228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o</a:t>
            </a:r>
            <a:r>
              <a:rPr dirty="0" smtClean="0" sz="1800" spc="0" b="1">
                <a:latin typeface="Georgia"/>
                <a:cs typeface="Georgia"/>
              </a:rPr>
              <a:t>d</a:t>
            </a:r>
            <a:r>
              <a:rPr dirty="0" smtClean="0" sz="1800" spc="0" b="1">
                <a:latin typeface="Georgia"/>
                <a:cs typeface="Georgia"/>
              </a:rPr>
              <a:t>ul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3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S</a:t>
            </a:r>
            <a:r>
              <a:rPr dirty="0" smtClean="0" sz="1800" spc="0" b="1">
                <a:latin typeface="Georgia"/>
                <a:cs typeface="Georgia"/>
              </a:rPr>
              <a:t>istem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K</a:t>
            </a:r>
            <a:r>
              <a:rPr dirty="0" smtClean="0" sz="1800" spc="0" b="1">
                <a:latin typeface="Georgia"/>
                <a:cs typeface="Georgia"/>
              </a:rPr>
              <a:t>o</a:t>
            </a: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unik</a:t>
            </a:r>
            <a:r>
              <a:rPr dirty="0" smtClean="0" sz="1800" spc="0" b="1">
                <a:latin typeface="Georgia"/>
                <a:cs typeface="Georgia"/>
              </a:rPr>
              <a:t>a</a:t>
            </a:r>
            <a:r>
              <a:rPr dirty="0" smtClean="0" sz="1800" spc="0" b="1">
                <a:latin typeface="Georgia"/>
                <a:cs typeface="Georgia"/>
              </a:rPr>
              <a:t>si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B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r>
              <a:rPr dirty="0" smtClean="0" sz="1800" spc="0" b="1">
                <a:latin typeface="Georgia"/>
                <a:cs typeface="Georgia"/>
              </a:rPr>
              <a:t>g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r>
              <a:rPr dirty="0" smtClean="0" sz="1800" spc="0" b="1">
                <a:latin typeface="Georgia"/>
                <a:cs typeface="Georgia"/>
              </a:rPr>
              <a:t>a</a:t>
            </a:r>
            <a:r>
              <a:rPr dirty="0" smtClean="0" sz="1800" spc="0" b="1">
                <a:latin typeface="Georgia"/>
                <a:cs typeface="Georgia"/>
              </a:rPr>
              <a:t>k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S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lul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9484360" y="6472848"/>
            <a:ext cx="309062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b="1">
                <a:latin typeface="Georgia"/>
                <a:cs typeface="Georgia"/>
              </a:rPr>
              <a:t>51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65373" y="3290824"/>
            <a:ext cx="1119609" cy="29526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2" name="object 32"/>
          <p:cNvSpPr txBox="1"/>
          <p:nvPr/>
        </p:nvSpPr>
        <p:spPr>
          <a:xfrm>
            <a:off x="1484982" y="3290824"/>
            <a:ext cx="530425" cy="295268"/>
          </a:xfrm>
          <a:prstGeom prst="rect">
            <a:avLst/>
          </a:prstGeom>
        </p:spPr>
        <p:txBody>
          <a:bodyPr wrap="square" lIns="0" tIns="6985" rIns="0" bIns="0" rtlCol="0">
            <a:noAutofit/>
          </a:bodyPr>
          <a:lstStyle/>
          <a:p>
            <a:pPr marL="167644">
              <a:lnSpc>
                <a:spcPct val="95825"/>
              </a:lnSpc>
            </a:pPr>
            <a:r>
              <a:rPr dirty="0" smtClean="0" sz="1850" spc="81" b="1">
                <a:latin typeface="Times New Roman"/>
                <a:cs typeface="Times New Roman"/>
              </a:rPr>
              <a:t>f1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015408" y="3290824"/>
            <a:ext cx="530122" cy="295268"/>
          </a:xfrm>
          <a:prstGeom prst="rect">
            <a:avLst/>
          </a:prstGeom>
        </p:spPr>
        <p:txBody>
          <a:bodyPr wrap="square" lIns="0" tIns="6985" rIns="0" bIns="0" rtlCol="0">
            <a:noAutofit/>
          </a:bodyPr>
          <a:lstStyle/>
          <a:p>
            <a:pPr marL="167026">
              <a:lnSpc>
                <a:spcPct val="95825"/>
              </a:lnSpc>
            </a:pPr>
            <a:r>
              <a:rPr dirty="0" smtClean="0" sz="1850" spc="81" b="1">
                <a:latin typeface="Times New Roman"/>
                <a:cs typeface="Times New Roman"/>
              </a:rPr>
              <a:t>f2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545530" y="3290824"/>
            <a:ext cx="530161" cy="295268"/>
          </a:xfrm>
          <a:prstGeom prst="rect">
            <a:avLst/>
          </a:prstGeom>
        </p:spPr>
        <p:txBody>
          <a:bodyPr wrap="square" lIns="0" tIns="6985" rIns="0" bIns="0" rtlCol="0">
            <a:noAutofit/>
          </a:bodyPr>
          <a:lstStyle/>
          <a:p>
            <a:pPr marL="167329">
              <a:lnSpc>
                <a:spcPct val="95825"/>
              </a:lnSpc>
            </a:pPr>
            <a:r>
              <a:rPr dirty="0" smtClean="0" sz="1850" spc="81" b="1">
                <a:latin typeface="Times New Roman"/>
                <a:cs typeface="Times New Roman"/>
              </a:rPr>
              <a:t>f3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075692" y="3290824"/>
            <a:ext cx="530425" cy="295268"/>
          </a:xfrm>
          <a:prstGeom prst="rect">
            <a:avLst/>
          </a:prstGeom>
        </p:spPr>
        <p:txBody>
          <a:bodyPr wrap="square" lIns="0" tIns="6985" rIns="0" bIns="0" rtlCol="0">
            <a:noAutofit/>
          </a:bodyPr>
          <a:lstStyle/>
          <a:p>
            <a:pPr marL="167670">
              <a:lnSpc>
                <a:spcPct val="95825"/>
              </a:lnSpc>
            </a:pPr>
            <a:r>
              <a:rPr dirty="0" smtClean="0" sz="1850" spc="81" b="1">
                <a:latin typeface="Times New Roman"/>
                <a:cs typeface="Times New Roman"/>
              </a:rPr>
              <a:t>f4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606117" y="3290824"/>
            <a:ext cx="530425" cy="295268"/>
          </a:xfrm>
          <a:prstGeom prst="rect">
            <a:avLst/>
          </a:prstGeom>
        </p:spPr>
        <p:txBody>
          <a:bodyPr wrap="square" lIns="0" tIns="6985" rIns="0" bIns="0" rtlCol="0">
            <a:noAutofit/>
          </a:bodyPr>
          <a:lstStyle/>
          <a:p>
            <a:pPr marL="167670">
              <a:lnSpc>
                <a:spcPct val="95825"/>
              </a:lnSpc>
            </a:pPr>
            <a:r>
              <a:rPr dirty="0" smtClean="0" sz="1850" spc="81" b="1">
                <a:latin typeface="Times New Roman"/>
                <a:cs typeface="Times New Roman"/>
              </a:rPr>
              <a:t>f5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136542" y="3290824"/>
            <a:ext cx="529968" cy="295268"/>
          </a:xfrm>
          <a:prstGeom prst="rect">
            <a:avLst/>
          </a:prstGeom>
        </p:spPr>
        <p:txBody>
          <a:bodyPr wrap="square" lIns="0" tIns="6985" rIns="0" bIns="0" rtlCol="0">
            <a:noAutofit/>
          </a:bodyPr>
          <a:lstStyle/>
          <a:p>
            <a:pPr marL="166898">
              <a:lnSpc>
                <a:spcPct val="95825"/>
              </a:lnSpc>
            </a:pPr>
            <a:r>
              <a:rPr dirty="0" smtClean="0" sz="1850" spc="81" b="1">
                <a:latin typeface="Times New Roman"/>
                <a:cs typeface="Times New Roman"/>
              </a:rPr>
              <a:t>f6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666510" y="3290824"/>
            <a:ext cx="530367" cy="295268"/>
          </a:xfrm>
          <a:prstGeom prst="rect">
            <a:avLst/>
          </a:prstGeom>
        </p:spPr>
        <p:txBody>
          <a:bodyPr wrap="square" lIns="0" tIns="6985" rIns="0" bIns="0" rtlCol="0">
            <a:noAutofit/>
          </a:bodyPr>
          <a:lstStyle/>
          <a:p>
            <a:pPr marL="167354">
              <a:lnSpc>
                <a:spcPct val="95825"/>
              </a:lnSpc>
            </a:pPr>
            <a:r>
              <a:rPr dirty="0" smtClean="0" sz="1850" spc="81" b="1">
                <a:latin typeface="Times New Roman"/>
                <a:cs typeface="Times New Roman"/>
              </a:rPr>
              <a:t>f7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196877" y="3290824"/>
            <a:ext cx="530425" cy="295268"/>
          </a:xfrm>
          <a:prstGeom prst="rect">
            <a:avLst/>
          </a:prstGeom>
        </p:spPr>
        <p:txBody>
          <a:bodyPr wrap="square" lIns="0" tIns="6985" rIns="0" bIns="0" rtlCol="0">
            <a:noAutofit/>
          </a:bodyPr>
          <a:lstStyle/>
          <a:p>
            <a:pPr marL="167412">
              <a:lnSpc>
                <a:spcPct val="95825"/>
              </a:lnSpc>
            </a:pPr>
            <a:r>
              <a:rPr dirty="0" smtClean="0" sz="1850" spc="81" b="1">
                <a:latin typeface="Times New Roman"/>
                <a:cs typeface="Times New Roman"/>
              </a:rPr>
              <a:t>f8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727302" y="3290824"/>
            <a:ext cx="530425" cy="295268"/>
          </a:xfrm>
          <a:prstGeom prst="rect">
            <a:avLst/>
          </a:prstGeom>
        </p:spPr>
        <p:txBody>
          <a:bodyPr wrap="square" lIns="0" tIns="6985" rIns="0" bIns="0" rtlCol="0">
            <a:noAutofit/>
          </a:bodyPr>
          <a:lstStyle/>
          <a:p>
            <a:pPr marL="167670">
              <a:lnSpc>
                <a:spcPct val="95825"/>
              </a:lnSpc>
            </a:pPr>
            <a:r>
              <a:rPr dirty="0" smtClean="0" sz="1850" spc="81" b="1">
                <a:latin typeface="Times New Roman"/>
                <a:cs typeface="Times New Roman"/>
              </a:rPr>
              <a:t>f9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257728" y="3290824"/>
            <a:ext cx="529968" cy="295268"/>
          </a:xfrm>
          <a:prstGeom prst="rect">
            <a:avLst/>
          </a:prstGeom>
        </p:spPr>
        <p:txBody>
          <a:bodyPr wrap="square" lIns="0" tIns="6985" rIns="0" bIns="0" rtlCol="0">
            <a:noAutofit/>
          </a:bodyPr>
          <a:lstStyle/>
          <a:p>
            <a:pPr marL="101753">
              <a:lnSpc>
                <a:spcPct val="95825"/>
              </a:lnSpc>
            </a:pPr>
            <a:r>
              <a:rPr dirty="0" smtClean="0" sz="1850" spc="83" b="1">
                <a:latin typeface="Times New Roman"/>
                <a:cs typeface="Times New Roman"/>
              </a:rPr>
              <a:t>f</a:t>
            </a:r>
            <a:r>
              <a:rPr dirty="0" smtClean="0" sz="1850" spc="83" b="1">
                <a:latin typeface="Times New Roman"/>
                <a:cs typeface="Times New Roman"/>
              </a:rPr>
              <a:t>10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787696" y="3290824"/>
            <a:ext cx="530109" cy="295268"/>
          </a:xfrm>
          <a:prstGeom prst="rect">
            <a:avLst/>
          </a:prstGeom>
        </p:spPr>
        <p:txBody>
          <a:bodyPr wrap="square" lIns="0" tIns="6985" rIns="0" bIns="0" rtlCol="0">
            <a:noAutofit/>
          </a:bodyPr>
          <a:lstStyle/>
          <a:p>
            <a:pPr marL="102467">
              <a:lnSpc>
                <a:spcPct val="95825"/>
              </a:lnSpc>
            </a:pPr>
            <a:r>
              <a:rPr dirty="0" smtClean="0" sz="1850" spc="83" b="1">
                <a:latin typeface="Times New Roman"/>
                <a:cs typeface="Times New Roman"/>
              </a:rPr>
              <a:t>f</a:t>
            </a:r>
            <a:r>
              <a:rPr dirty="0" smtClean="0" sz="1850" spc="83" b="1">
                <a:latin typeface="Times New Roman"/>
                <a:cs typeface="Times New Roman"/>
              </a:rPr>
              <a:t>11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317806" y="3290824"/>
            <a:ext cx="530425" cy="295268"/>
          </a:xfrm>
          <a:prstGeom prst="rect">
            <a:avLst/>
          </a:prstGeom>
        </p:spPr>
        <p:txBody>
          <a:bodyPr wrap="square" lIns="0" tIns="6985" rIns="0" bIns="0" rtlCol="0">
            <a:noAutofit/>
          </a:bodyPr>
          <a:lstStyle/>
          <a:p>
            <a:pPr marL="102783">
              <a:lnSpc>
                <a:spcPct val="95825"/>
              </a:lnSpc>
            </a:pPr>
            <a:r>
              <a:rPr dirty="0" smtClean="0" sz="1850" spc="83" b="1">
                <a:latin typeface="Times New Roman"/>
                <a:cs typeface="Times New Roman"/>
              </a:rPr>
              <a:t>f</a:t>
            </a:r>
            <a:r>
              <a:rPr dirty="0" smtClean="0" sz="1850" spc="83" b="1">
                <a:latin typeface="Times New Roman"/>
                <a:cs typeface="Times New Roman"/>
              </a:rPr>
              <a:t>12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848231" y="3290824"/>
            <a:ext cx="530425" cy="295268"/>
          </a:xfrm>
          <a:prstGeom prst="rect">
            <a:avLst/>
          </a:prstGeom>
        </p:spPr>
        <p:txBody>
          <a:bodyPr wrap="square" lIns="0" tIns="6985" rIns="0" bIns="0" rtlCol="0">
            <a:noAutofit/>
          </a:bodyPr>
          <a:lstStyle/>
          <a:p>
            <a:pPr marL="102783">
              <a:lnSpc>
                <a:spcPct val="95825"/>
              </a:lnSpc>
            </a:pPr>
            <a:r>
              <a:rPr dirty="0" smtClean="0" sz="1850" spc="83" b="1">
                <a:latin typeface="Times New Roman"/>
                <a:cs typeface="Times New Roman"/>
              </a:rPr>
              <a:t>f</a:t>
            </a:r>
            <a:r>
              <a:rPr dirty="0" smtClean="0" sz="1850" spc="83" b="1">
                <a:latin typeface="Times New Roman"/>
                <a:cs typeface="Times New Roman"/>
              </a:rPr>
              <a:t>13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378656" y="3290824"/>
            <a:ext cx="530225" cy="295268"/>
          </a:xfrm>
          <a:prstGeom prst="rect">
            <a:avLst/>
          </a:prstGeom>
        </p:spPr>
        <p:txBody>
          <a:bodyPr wrap="square" lIns="0" tIns="6985" rIns="0" bIns="0" rtlCol="0">
            <a:noAutofit/>
          </a:bodyPr>
          <a:lstStyle/>
          <a:p>
            <a:pPr marL="102010">
              <a:lnSpc>
                <a:spcPct val="95825"/>
              </a:lnSpc>
            </a:pPr>
            <a:r>
              <a:rPr dirty="0" smtClean="0" sz="1850" spc="83" b="1">
                <a:latin typeface="Times New Roman"/>
                <a:cs typeface="Times New Roman"/>
              </a:rPr>
              <a:t>f</a:t>
            </a:r>
            <a:r>
              <a:rPr dirty="0" smtClean="0" sz="1850" spc="83" b="1">
                <a:latin typeface="Times New Roman"/>
                <a:cs typeface="Times New Roman"/>
              </a:rPr>
              <a:t>14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908882" y="3290824"/>
            <a:ext cx="530109" cy="295268"/>
          </a:xfrm>
          <a:prstGeom prst="rect">
            <a:avLst/>
          </a:prstGeom>
        </p:spPr>
        <p:txBody>
          <a:bodyPr wrap="square" lIns="0" tIns="6985" rIns="0" bIns="0" rtlCol="0">
            <a:noAutofit/>
          </a:bodyPr>
          <a:lstStyle/>
          <a:p>
            <a:pPr marL="102210">
              <a:lnSpc>
                <a:spcPct val="95825"/>
              </a:lnSpc>
            </a:pPr>
            <a:r>
              <a:rPr dirty="0" smtClean="0" sz="1850" spc="83" b="1">
                <a:latin typeface="Times New Roman"/>
                <a:cs typeface="Times New Roman"/>
              </a:rPr>
              <a:t>f</a:t>
            </a:r>
            <a:r>
              <a:rPr dirty="0" smtClean="0" sz="1850" spc="83" b="1">
                <a:latin typeface="Times New Roman"/>
                <a:cs typeface="Times New Roman"/>
              </a:rPr>
              <a:t>15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65373" y="3586093"/>
            <a:ext cx="1119609" cy="1183066"/>
          </a:xfrm>
          <a:prstGeom prst="rect">
            <a:avLst/>
          </a:prstGeom>
        </p:spPr>
        <p:txBody>
          <a:bodyPr wrap="square" lIns="0" tIns="6985" rIns="0" bIns="0" rtlCol="0">
            <a:noAutofit/>
          </a:bodyPr>
          <a:lstStyle/>
          <a:p>
            <a:pPr marL="46414">
              <a:lnSpc>
                <a:spcPct val="95825"/>
              </a:lnSpc>
            </a:pPr>
            <a:r>
              <a:rPr dirty="0" smtClean="0" sz="1850" spc="131" b="1">
                <a:latin typeface="Times New Roman"/>
                <a:cs typeface="Times New Roman"/>
              </a:rPr>
              <a:t>B</a:t>
            </a:r>
            <a:r>
              <a:rPr dirty="0" smtClean="0" sz="1850" spc="131" b="1">
                <a:latin typeface="Times New Roman"/>
                <a:cs typeface="Times New Roman"/>
              </a:rPr>
              <a:t>C</a:t>
            </a:r>
            <a:r>
              <a:rPr dirty="0" smtClean="0" sz="1850" spc="131" b="1">
                <a:latin typeface="Times New Roman"/>
                <a:cs typeface="Times New Roman"/>
              </a:rPr>
              <a:t>C</a:t>
            </a:r>
            <a:r>
              <a:rPr dirty="0" smtClean="0" sz="1850" spc="131" b="1">
                <a:latin typeface="Times New Roman"/>
                <a:cs typeface="Times New Roman"/>
              </a:rPr>
              <a:t>H</a:t>
            </a:r>
            <a:endParaRPr sz="1850">
              <a:latin typeface="Times New Roman"/>
              <a:cs typeface="Times New Roman"/>
            </a:endParaRPr>
          </a:p>
          <a:p>
            <a:pPr marL="46414">
              <a:lnSpc>
                <a:spcPct val="95825"/>
              </a:lnSpc>
              <a:spcBef>
                <a:spcPts val="195"/>
              </a:spcBef>
            </a:pPr>
            <a:r>
              <a:rPr dirty="0" smtClean="0" sz="1850" spc="94" b="1">
                <a:latin typeface="Times New Roman"/>
                <a:cs typeface="Times New Roman"/>
              </a:rPr>
              <a:t>2.</a:t>
            </a:r>
            <a:r>
              <a:rPr dirty="0" smtClean="0" sz="1850" spc="94" b="1">
                <a:latin typeface="Times New Roman"/>
                <a:cs typeface="Times New Roman"/>
              </a:rPr>
              <a:t> </a:t>
            </a:r>
            <a:r>
              <a:rPr dirty="0" smtClean="0" sz="1850" spc="94" b="1">
                <a:latin typeface="Times New Roman"/>
                <a:cs typeface="Times New Roman"/>
              </a:rPr>
              <a:t>T</a:t>
            </a:r>
            <a:r>
              <a:rPr dirty="0" smtClean="0" sz="1850" spc="94" b="1">
                <a:latin typeface="Times New Roman"/>
                <a:cs typeface="Times New Roman"/>
              </a:rPr>
              <a:t>RX</a:t>
            </a:r>
            <a:endParaRPr sz="1850">
              <a:latin typeface="Times New Roman"/>
              <a:cs typeface="Times New Roman"/>
            </a:endParaRPr>
          </a:p>
          <a:p>
            <a:pPr marL="46414">
              <a:lnSpc>
                <a:spcPct val="95825"/>
              </a:lnSpc>
              <a:spcBef>
                <a:spcPts val="195"/>
              </a:spcBef>
            </a:pPr>
            <a:r>
              <a:rPr dirty="0" smtClean="0" sz="1850" spc="87" b="1">
                <a:latin typeface="Times New Roman"/>
                <a:cs typeface="Times New Roman"/>
              </a:rPr>
              <a:t>1.</a:t>
            </a:r>
            <a:r>
              <a:rPr dirty="0" smtClean="0" sz="1850" spc="87" b="1">
                <a:latin typeface="Times New Roman"/>
                <a:cs typeface="Times New Roman"/>
              </a:rPr>
              <a:t> </a:t>
            </a:r>
            <a:r>
              <a:rPr dirty="0" smtClean="0" sz="1850" spc="87" b="1">
                <a:latin typeface="Times New Roman"/>
                <a:cs typeface="Times New Roman"/>
              </a:rPr>
              <a:t>M</a:t>
            </a:r>
            <a:r>
              <a:rPr dirty="0" smtClean="0" sz="1850" spc="87" b="1">
                <a:latin typeface="Times New Roman"/>
                <a:cs typeface="Times New Roman"/>
              </a:rPr>
              <a:t>icro</a:t>
            </a:r>
            <a:endParaRPr sz="1850">
              <a:latin typeface="Times New Roman"/>
              <a:cs typeface="Times New Roman"/>
            </a:endParaRPr>
          </a:p>
          <a:p>
            <a:pPr marL="46414">
              <a:lnSpc>
                <a:spcPct val="95825"/>
              </a:lnSpc>
              <a:spcBef>
                <a:spcPts val="200"/>
              </a:spcBef>
            </a:pPr>
            <a:r>
              <a:rPr dirty="0" smtClean="0" sz="1850" spc="87" b="1">
                <a:latin typeface="Times New Roman"/>
                <a:cs typeface="Times New Roman"/>
              </a:rPr>
              <a:t>2.</a:t>
            </a:r>
            <a:r>
              <a:rPr dirty="0" smtClean="0" sz="1850" spc="87" b="1">
                <a:latin typeface="Times New Roman"/>
                <a:cs typeface="Times New Roman"/>
              </a:rPr>
              <a:t> </a:t>
            </a:r>
            <a:r>
              <a:rPr dirty="0" smtClean="0" sz="1850" spc="87" b="1">
                <a:latin typeface="Times New Roman"/>
                <a:cs typeface="Times New Roman"/>
              </a:rPr>
              <a:t>M</a:t>
            </a:r>
            <a:r>
              <a:rPr dirty="0" smtClean="0" sz="1850" spc="87" b="1">
                <a:latin typeface="Times New Roman"/>
                <a:cs typeface="Times New Roman"/>
              </a:rPr>
              <a:t>icro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484982" y="3586093"/>
            <a:ext cx="530425" cy="1183066"/>
          </a:xfrm>
          <a:prstGeom prst="rect">
            <a:avLst/>
          </a:prstGeom>
        </p:spPr>
        <p:txBody>
          <a:bodyPr wrap="square" lIns="0" tIns="6985" rIns="0" bIns="0" rtlCol="0">
            <a:noAutofit/>
          </a:bodyPr>
          <a:lstStyle/>
          <a:p>
            <a:pPr marL="353293">
              <a:lnSpc>
                <a:spcPct val="95825"/>
              </a:lnSpc>
            </a:pPr>
            <a:r>
              <a:rPr dirty="0" smtClean="0" sz="1850" spc="91" b="1">
                <a:latin typeface="Times New Roman"/>
                <a:cs typeface="Times New Roman"/>
              </a:rPr>
              <a:t>1</a:t>
            </a:r>
            <a:endParaRPr sz="1850">
              <a:latin typeface="Times New Roman"/>
              <a:cs typeface="Times New Roman"/>
            </a:endParaRPr>
          </a:p>
          <a:p>
            <a:pPr marL="223210">
              <a:lnSpc>
                <a:spcPct val="95825"/>
              </a:lnSpc>
              <a:spcBef>
                <a:spcPts val="195"/>
              </a:spcBef>
            </a:pPr>
            <a:r>
              <a:rPr dirty="0" smtClean="0" sz="1850" spc="96" b="1">
                <a:latin typeface="Times New Roman"/>
                <a:cs typeface="Times New Roman"/>
              </a:rPr>
              <a:t>16</a:t>
            </a:r>
            <a:endParaRPr sz="1850">
              <a:latin typeface="Times New Roman"/>
              <a:cs typeface="Times New Roman"/>
            </a:endParaRPr>
          </a:p>
          <a:p>
            <a:pPr marL="223210">
              <a:lnSpc>
                <a:spcPct val="95825"/>
              </a:lnSpc>
              <a:spcBef>
                <a:spcPts val="195"/>
              </a:spcBef>
            </a:pPr>
            <a:r>
              <a:rPr dirty="0" smtClean="0" sz="1850" spc="96" b="1">
                <a:latin typeface="Times New Roman"/>
                <a:cs typeface="Times New Roman"/>
              </a:rPr>
              <a:t>31</a:t>
            </a:r>
            <a:endParaRPr sz="1850">
              <a:latin typeface="Times New Roman"/>
              <a:cs typeface="Times New Roman"/>
            </a:endParaRPr>
          </a:p>
          <a:p>
            <a:pPr marL="223210">
              <a:lnSpc>
                <a:spcPct val="95825"/>
              </a:lnSpc>
              <a:spcBef>
                <a:spcPts val="200"/>
              </a:spcBef>
            </a:pPr>
            <a:r>
              <a:rPr dirty="0" smtClean="0" sz="1850" spc="96" b="1">
                <a:latin typeface="Times New Roman"/>
                <a:cs typeface="Times New Roman"/>
              </a:rPr>
              <a:t>37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015408" y="3586093"/>
            <a:ext cx="530122" cy="1183066"/>
          </a:xfrm>
          <a:prstGeom prst="rect">
            <a:avLst/>
          </a:prstGeom>
        </p:spPr>
        <p:txBody>
          <a:bodyPr wrap="square" lIns="0" tIns="6985" rIns="0" bIns="0" rtlCol="0">
            <a:noAutofit/>
          </a:bodyPr>
          <a:lstStyle/>
          <a:p>
            <a:pPr marL="353319">
              <a:lnSpc>
                <a:spcPct val="95825"/>
              </a:lnSpc>
            </a:pPr>
            <a:r>
              <a:rPr dirty="0" smtClean="0" sz="1850" spc="91" b="1">
                <a:latin typeface="Times New Roman"/>
                <a:cs typeface="Times New Roman"/>
              </a:rPr>
              <a:t>2</a:t>
            </a:r>
            <a:endParaRPr sz="1850">
              <a:latin typeface="Times New Roman"/>
              <a:cs typeface="Times New Roman"/>
            </a:endParaRPr>
          </a:p>
          <a:p>
            <a:pPr marL="223236">
              <a:lnSpc>
                <a:spcPct val="95825"/>
              </a:lnSpc>
              <a:spcBef>
                <a:spcPts val="195"/>
              </a:spcBef>
            </a:pPr>
            <a:r>
              <a:rPr dirty="0" smtClean="0" sz="1850" spc="96" b="1">
                <a:latin typeface="Times New Roman"/>
                <a:cs typeface="Times New Roman"/>
              </a:rPr>
              <a:t>17</a:t>
            </a:r>
            <a:endParaRPr sz="1850">
              <a:latin typeface="Times New Roman"/>
              <a:cs typeface="Times New Roman"/>
            </a:endParaRPr>
          </a:p>
          <a:p>
            <a:pPr marL="223236">
              <a:lnSpc>
                <a:spcPct val="95825"/>
              </a:lnSpc>
              <a:spcBef>
                <a:spcPts val="195"/>
              </a:spcBef>
            </a:pPr>
            <a:r>
              <a:rPr dirty="0" smtClean="0" sz="1850" spc="96" b="1">
                <a:latin typeface="Times New Roman"/>
                <a:cs typeface="Times New Roman"/>
              </a:rPr>
              <a:t>32</a:t>
            </a:r>
            <a:endParaRPr sz="1850">
              <a:latin typeface="Times New Roman"/>
              <a:cs typeface="Times New Roman"/>
            </a:endParaRPr>
          </a:p>
          <a:p>
            <a:pPr marL="223236">
              <a:lnSpc>
                <a:spcPct val="95825"/>
              </a:lnSpc>
              <a:spcBef>
                <a:spcPts val="200"/>
              </a:spcBef>
            </a:pPr>
            <a:r>
              <a:rPr dirty="0" smtClean="0" sz="1850" spc="96" b="1">
                <a:latin typeface="Times New Roman"/>
                <a:cs typeface="Times New Roman"/>
              </a:rPr>
              <a:t>38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545530" y="3586093"/>
            <a:ext cx="530161" cy="1183066"/>
          </a:xfrm>
          <a:prstGeom prst="rect">
            <a:avLst/>
          </a:prstGeom>
        </p:spPr>
        <p:txBody>
          <a:bodyPr wrap="square" lIns="0" tIns="6985" rIns="0" bIns="0" rtlCol="0">
            <a:noAutofit/>
          </a:bodyPr>
          <a:lstStyle/>
          <a:p>
            <a:pPr marR="47087" algn="r">
              <a:lnSpc>
                <a:spcPct val="95825"/>
              </a:lnSpc>
            </a:pPr>
            <a:r>
              <a:rPr dirty="0" smtClean="0" sz="1850" spc="91" b="1">
                <a:latin typeface="Times New Roman"/>
                <a:cs typeface="Times New Roman"/>
              </a:rPr>
              <a:t>3</a:t>
            </a:r>
            <a:endParaRPr sz="1850">
              <a:latin typeface="Times New Roman"/>
              <a:cs typeface="Times New Roman"/>
            </a:endParaRPr>
          </a:p>
          <a:p>
            <a:pPr marL="223538">
              <a:lnSpc>
                <a:spcPct val="95825"/>
              </a:lnSpc>
              <a:spcBef>
                <a:spcPts val="195"/>
              </a:spcBef>
            </a:pPr>
            <a:r>
              <a:rPr dirty="0" smtClean="0" sz="1850" spc="96" b="1">
                <a:latin typeface="Times New Roman"/>
                <a:cs typeface="Times New Roman"/>
              </a:rPr>
              <a:t>18</a:t>
            </a:r>
            <a:endParaRPr sz="1850">
              <a:latin typeface="Times New Roman"/>
              <a:cs typeface="Times New Roman"/>
            </a:endParaRPr>
          </a:p>
          <a:p>
            <a:pPr marL="223538">
              <a:lnSpc>
                <a:spcPct val="95825"/>
              </a:lnSpc>
              <a:spcBef>
                <a:spcPts val="195"/>
              </a:spcBef>
            </a:pPr>
            <a:r>
              <a:rPr dirty="0" smtClean="0" sz="1850" spc="96" b="1">
                <a:latin typeface="Times New Roman"/>
                <a:cs typeface="Times New Roman"/>
              </a:rPr>
              <a:t>33</a:t>
            </a:r>
            <a:endParaRPr sz="1850">
              <a:latin typeface="Times New Roman"/>
              <a:cs typeface="Times New Roman"/>
            </a:endParaRPr>
          </a:p>
          <a:p>
            <a:pPr marL="223538">
              <a:lnSpc>
                <a:spcPct val="95825"/>
              </a:lnSpc>
              <a:spcBef>
                <a:spcPts val="200"/>
              </a:spcBef>
            </a:pPr>
            <a:r>
              <a:rPr dirty="0" smtClean="0" sz="1850" spc="96" b="1">
                <a:latin typeface="Times New Roman"/>
                <a:cs typeface="Times New Roman"/>
              </a:rPr>
              <a:t>39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075692" y="3586093"/>
            <a:ext cx="530425" cy="1183066"/>
          </a:xfrm>
          <a:prstGeom prst="rect">
            <a:avLst/>
          </a:prstGeom>
        </p:spPr>
        <p:txBody>
          <a:bodyPr wrap="square" lIns="0" tIns="6985" rIns="0" bIns="0" rtlCol="0">
            <a:noAutofit/>
          </a:bodyPr>
          <a:lstStyle/>
          <a:p>
            <a:pPr marR="47138" algn="r">
              <a:lnSpc>
                <a:spcPct val="95825"/>
              </a:lnSpc>
            </a:pPr>
            <a:r>
              <a:rPr dirty="0" smtClean="0" sz="1850" spc="91" b="1">
                <a:latin typeface="Times New Roman"/>
                <a:cs typeface="Times New Roman"/>
              </a:rPr>
              <a:t>4</a:t>
            </a:r>
            <a:endParaRPr sz="1850">
              <a:latin typeface="Times New Roman"/>
              <a:cs typeface="Times New Roman"/>
            </a:endParaRPr>
          </a:p>
          <a:p>
            <a:pPr marL="223287">
              <a:lnSpc>
                <a:spcPct val="95825"/>
              </a:lnSpc>
              <a:spcBef>
                <a:spcPts val="195"/>
              </a:spcBef>
            </a:pPr>
            <a:r>
              <a:rPr dirty="0" smtClean="0" sz="1850" spc="96" b="1">
                <a:latin typeface="Times New Roman"/>
                <a:cs typeface="Times New Roman"/>
              </a:rPr>
              <a:t>19</a:t>
            </a:r>
            <a:endParaRPr sz="1850">
              <a:latin typeface="Times New Roman"/>
              <a:cs typeface="Times New Roman"/>
            </a:endParaRPr>
          </a:p>
          <a:p>
            <a:pPr marL="223287">
              <a:lnSpc>
                <a:spcPct val="95825"/>
              </a:lnSpc>
              <a:spcBef>
                <a:spcPts val="195"/>
              </a:spcBef>
            </a:pPr>
            <a:r>
              <a:rPr dirty="0" smtClean="0" sz="1850" spc="96" b="1">
                <a:latin typeface="Times New Roman"/>
                <a:cs typeface="Times New Roman"/>
              </a:rPr>
              <a:t>34</a:t>
            </a:r>
            <a:endParaRPr sz="1850">
              <a:latin typeface="Times New Roman"/>
              <a:cs typeface="Times New Roman"/>
            </a:endParaRPr>
          </a:p>
          <a:p>
            <a:pPr marL="223287">
              <a:lnSpc>
                <a:spcPct val="95825"/>
              </a:lnSpc>
              <a:spcBef>
                <a:spcPts val="200"/>
              </a:spcBef>
            </a:pPr>
            <a:r>
              <a:rPr dirty="0" smtClean="0" sz="1850" spc="96" b="1">
                <a:latin typeface="Times New Roman"/>
                <a:cs typeface="Times New Roman"/>
              </a:rPr>
              <a:t>40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606117" y="3586093"/>
            <a:ext cx="530425" cy="1183066"/>
          </a:xfrm>
          <a:prstGeom prst="rect">
            <a:avLst/>
          </a:prstGeom>
        </p:spPr>
        <p:txBody>
          <a:bodyPr wrap="square" lIns="0" tIns="6985" rIns="0" bIns="0" rtlCol="0">
            <a:noAutofit/>
          </a:bodyPr>
          <a:lstStyle/>
          <a:p>
            <a:pPr marL="353319">
              <a:lnSpc>
                <a:spcPct val="95825"/>
              </a:lnSpc>
            </a:pPr>
            <a:r>
              <a:rPr dirty="0" smtClean="0" sz="1850" spc="91" b="1">
                <a:latin typeface="Times New Roman"/>
                <a:cs typeface="Times New Roman"/>
              </a:rPr>
              <a:t>5</a:t>
            </a:r>
            <a:endParaRPr sz="1850">
              <a:latin typeface="Times New Roman"/>
              <a:cs typeface="Times New Roman"/>
            </a:endParaRPr>
          </a:p>
          <a:p>
            <a:pPr marL="223287">
              <a:lnSpc>
                <a:spcPct val="95825"/>
              </a:lnSpc>
              <a:spcBef>
                <a:spcPts val="195"/>
              </a:spcBef>
            </a:pPr>
            <a:r>
              <a:rPr dirty="0" smtClean="0" sz="1850" spc="96" b="1">
                <a:latin typeface="Times New Roman"/>
                <a:cs typeface="Times New Roman"/>
              </a:rPr>
              <a:t>20</a:t>
            </a:r>
            <a:endParaRPr sz="1850">
              <a:latin typeface="Times New Roman"/>
              <a:cs typeface="Times New Roman"/>
            </a:endParaRPr>
          </a:p>
          <a:p>
            <a:pPr marL="223287">
              <a:lnSpc>
                <a:spcPct val="95825"/>
              </a:lnSpc>
              <a:spcBef>
                <a:spcPts val="195"/>
              </a:spcBef>
            </a:pPr>
            <a:r>
              <a:rPr dirty="0" smtClean="0" sz="1850" spc="96" b="1">
                <a:latin typeface="Times New Roman"/>
                <a:cs typeface="Times New Roman"/>
              </a:rPr>
              <a:t>35</a:t>
            </a:r>
            <a:endParaRPr sz="1850">
              <a:latin typeface="Times New Roman"/>
              <a:cs typeface="Times New Roman"/>
            </a:endParaRPr>
          </a:p>
          <a:p>
            <a:pPr marL="223287">
              <a:lnSpc>
                <a:spcPct val="95825"/>
              </a:lnSpc>
              <a:spcBef>
                <a:spcPts val="200"/>
              </a:spcBef>
            </a:pPr>
            <a:r>
              <a:rPr dirty="0" smtClean="0" sz="1850" spc="96" b="1">
                <a:latin typeface="Times New Roman"/>
                <a:cs typeface="Times New Roman"/>
              </a:rPr>
              <a:t>41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136542" y="3586093"/>
            <a:ext cx="529968" cy="1183066"/>
          </a:xfrm>
          <a:prstGeom prst="rect">
            <a:avLst/>
          </a:prstGeom>
        </p:spPr>
        <p:txBody>
          <a:bodyPr wrap="square" lIns="0" tIns="6985" rIns="0" bIns="0" rtlCol="0">
            <a:noAutofit/>
          </a:bodyPr>
          <a:lstStyle/>
          <a:p>
            <a:pPr marR="47197" algn="r">
              <a:lnSpc>
                <a:spcPct val="95825"/>
              </a:lnSpc>
            </a:pPr>
            <a:r>
              <a:rPr dirty="0" smtClean="0" sz="1850" spc="91" b="1">
                <a:latin typeface="Times New Roman"/>
                <a:cs typeface="Times New Roman"/>
              </a:rPr>
              <a:t>6</a:t>
            </a:r>
            <a:endParaRPr sz="1850">
              <a:latin typeface="Times New Roman"/>
              <a:cs typeface="Times New Roman"/>
            </a:endParaRPr>
          </a:p>
          <a:p>
            <a:pPr marL="223287">
              <a:lnSpc>
                <a:spcPct val="95825"/>
              </a:lnSpc>
              <a:spcBef>
                <a:spcPts val="195"/>
              </a:spcBef>
            </a:pPr>
            <a:r>
              <a:rPr dirty="0" smtClean="0" sz="1850" spc="96" b="1">
                <a:latin typeface="Times New Roman"/>
                <a:cs typeface="Times New Roman"/>
              </a:rPr>
              <a:t>21</a:t>
            </a:r>
            <a:endParaRPr sz="1850">
              <a:latin typeface="Times New Roman"/>
              <a:cs typeface="Times New Roman"/>
            </a:endParaRPr>
          </a:p>
          <a:p>
            <a:pPr marL="223287">
              <a:lnSpc>
                <a:spcPct val="95825"/>
              </a:lnSpc>
              <a:spcBef>
                <a:spcPts val="195"/>
              </a:spcBef>
            </a:pPr>
            <a:r>
              <a:rPr dirty="0" smtClean="0" sz="1850" spc="96" b="1">
                <a:latin typeface="Times New Roman"/>
                <a:cs typeface="Times New Roman"/>
              </a:rPr>
              <a:t>36</a:t>
            </a:r>
            <a:endParaRPr sz="1850">
              <a:latin typeface="Times New Roman"/>
              <a:cs typeface="Times New Roman"/>
            </a:endParaRPr>
          </a:p>
          <a:p>
            <a:pPr marL="223287">
              <a:lnSpc>
                <a:spcPct val="95825"/>
              </a:lnSpc>
              <a:spcBef>
                <a:spcPts val="200"/>
              </a:spcBef>
            </a:pPr>
            <a:r>
              <a:rPr dirty="0" smtClean="0" sz="1850" spc="96" b="1">
                <a:latin typeface="Times New Roman"/>
                <a:cs typeface="Times New Roman"/>
              </a:rPr>
              <a:t>42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666510" y="3586093"/>
            <a:ext cx="530367" cy="1183066"/>
          </a:xfrm>
          <a:prstGeom prst="rect">
            <a:avLst/>
          </a:prstGeom>
        </p:spPr>
        <p:txBody>
          <a:bodyPr wrap="square" lIns="0" tIns="6985" rIns="0" bIns="0" rtlCol="0">
            <a:noAutofit/>
          </a:bodyPr>
          <a:lstStyle/>
          <a:p>
            <a:pPr marR="47138" algn="r">
              <a:lnSpc>
                <a:spcPct val="95825"/>
              </a:lnSpc>
            </a:pPr>
            <a:r>
              <a:rPr dirty="0" smtClean="0" sz="1850" spc="91" b="1">
                <a:latin typeface="Times New Roman"/>
                <a:cs typeface="Times New Roman"/>
              </a:rPr>
              <a:t>7</a:t>
            </a:r>
            <a:endParaRPr sz="1850">
              <a:latin typeface="Times New Roman"/>
              <a:cs typeface="Times New Roman"/>
            </a:endParaRPr>
          </a:p>
          <a:p>
            <a:pPr marL="223744">
              <a:lnSpc>
                <a:spcPct val="95825"/>
              </a:lnSpc>
              <a:spcBef>
                <a:spcPts val="195"/>
              </a:spcBef>
            </a:pPr>
            <a:r>
              <a:rPr dirty="0" smtClean="0" sz="1850" spc="96" b="1">
                <a:latin typeface="Times New Roman"/>
                <a:cs typeface="Times New Roman"/>
              </a:rPr>
              <a:t>22</a:t>
            </a:r>
            <a:endParaRPr sz="1850">
              <a:latin typeface="Times New Roman"/>
              <a:cs typeface="Times New Roman"/>
            </a:endParaRPr>
          </a:p>
          <a:p>
            <a:pPr marL="223744">
              <a:lnSpc>
                <a:spcPct val="95825"/>
              </a:lnSpc>
              <a:spcBef>
                <a:spcPts val="195"/>
              </a:spcBef>
            </a:pPr>
            <a:r>
              <a:rPr dirty="0" smtClean="0" sz="1850" spc="96" b="1">
                <a:latin typeface="Times New Roman"/>
                <a:cs typeface="Times New Roman"/>
              </a:rPr>
              <a:t>31</a:t>
            </a:r>
            <a:endParaRPr sz="1850">
              <a:latin typeface="Times New Roman"/>
              <a:cs typeface="Times New Roman"/>
            </a:endParaRPr>
          </a:p>
          <a:p>
            <a:pPr marL="223744">
              <a:lnSpc>
                <a:spcPct val="95825"/>
              </a:lnSpc>
              <a:spcBef>
                <a:spcPts val="200"/>
              </a:spcBef>
            </a:pPr>
            <a:r>
              <a:rPr dirty="0" smtClean="0" sz="1850" spc="96" b="1">
                <a:latin typeface="Times New Roman"/>
                <a:cs typeface="Times New Roman"/>
              </a:rPr>
              <a:t>37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196877" y="3586093"/>
            <a:ext cx="530425" cy="1183066"/>
          </a:xfrm>
          <a:prstGeom prst="rect">
            <a:avLst/>
          </a:prstGeom>
        </p:spPr>
        <p:txBody>
          <a:bodyPr wrap="square" lIns="0" tIns="6985" rIns="0" bIns="0" rtlCol="0">
            <a:noAutofit/>
          </a:bodyPr>
          <a:lstStyle/>
          <a:p>
            <a:pPr marR="47138" algn="r">
              <a:lnSpc>
                <a:spcPct val="95825"/>
              </a:lnSpc>
            </a:pPr>
            <a:r>
              <a:rPr dirty="0" smtClean="0" sz="1850" spc="91" b="1">
                <a:latin typeface="Times New Roman"/>
                <a:cs typeface="Times New Roman"/>
              </a:rPr>
              <a:t>8</a:t>
            </a:r>
            <a:endParaRPr sz="1850">
              <a:latin typeface="Times New Roman"/>
              <a:cs typeface="Times New Roman"/>
            </a:endParaRPr>
          </a:p>
          <a:p>
            <a:pPr marL="223030">
              <a:lnSpc>
                <a:spcPct val="95825"/>
              </a:lnSpc>
              <a:spcBef>
                <a:spcPts val="195"/>
              </a:spcBef>
            </a:pPr>
            <a:r>
              <a:rPr dirty="0" smtClean="0" sz="1850" spc="96" b="1">
                <a:latin typeface="Times New Roman"/>
                <a:cs typeface="Times New Roman"/>
              </a:rPr>
              <a:t>23</a:t>
            </a:r>
            <a:endParaRPr sz="1850">
              <a:latin typeface="Times New Roman"/>
              <a:cs typeface="Times New Roman"/>
            </a:endParaRPr>
          </a:p>
          <a:p>
            <a:pPr marL="223030">
              <a:lnSpc>
                <a:spcPct val="95825"/>
              </a:lnSpc>
              <a:spcBef>
                <a:spcPts val="195"/>
              </a:spcBef>
            </a:pPr>
            <a:r>
              <a:rPr dirty="0" smtClean="0" sz="1850" spc="96" b="1">
                <a:latin typeface="Times New Roman"/>
                <a:cs typeface="Times New Roman"/>
              </a:rPr>
              <a:t>32</a:t>
            </a:r>
            <a:endParaRPr sz="1850">
              <a:latin typeface="Times New Roman"/>
              <a:cs typeface="Times New Roman"/>
            </a:endParaRPr>
          </a:p>
          <a:p>
            <a:pPr marL="223030">
              <a:lnSpc>
                <a:spcPct val="95825"/>
              </a:lnSpc>
              <a:spcBef>
                <a:spcPts val="200"/>
              </a:spcBef>
            </a:pPr>
            <a:r>
              <a:rPr dirty="0" smtClean="0" sz="1850" spc="96" b="1">
                <a:latin typeface="Times New Roman"/>
                <a:cs typeface="Times New Roman"/>
              </a:rPr>
              <a:t>38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727302" y="3586093"/>
            <a:ext cx="530425" cy="1183066"/>
          </a:xfrm>
          <a:prstGeom prst="rect">
            <a:avLst/>
          </a:prstGeom>
        </p:spPr>
        <p:txBody>
          <a:bodyPr wrap="square" lIns="0" tIns="6985" rIns="0" bIns="0" rtlCol="0">
            <a:noAutofit/>
          </a:bodyPr>
          <a:lstStyle/>
          <a:p>
            <a:pPr marL="353319">
              <a:lnSpc>
                <a:spcPct val="95825"/>
              </a:lnSpc>
            </a:pPr>
            <a:r>
              <a:rPr dirty="0" smtClean="0" sz="1850" spc="91" b="1">
                <a:latin typeface="Times New Roman"/>
                <a:cs typeface="Times New Roman"/>
              </a:rPr>
              <a:t>9</a:t>
            </a:r>
            <a:endParaRPr sz="1850">
              <a:latin typeface="Times New Roman"/>
              <a:cs typeface="Times New Roman"/>
            </a:endParaRPr>
          </a:p>
          <a:p>
            <a:pPr marL="223030">
              <a:lnSpc>
                <a:spcPct val="95825"/>
              </a:lnSpc>
              <a:spcBef>
                <a:spcPts val="195"/>
              </a:spcBef>
            </a:pPr>
            <a:r>
              <a:rPr dirty="0" smtClean="0" sz="1850" spc="96" b="1">
                <a:latin typeface="Times New Roman"/>
                <a:cs typeface="Times New Roman"/>
              </a:rPr>
              <a:t>24</a:t>
            </a:r>
            <a:endParaRPr sz="1850">
              <a:latin typeface="Times New Roman"/>
              <a:cs typeface="Times New Roman"/>
            </a:endParaRPr>
          </a:p>
          <a:p>
            <a:pPr marL="223030">
              <a:lnSpc>
                <a:spcPct val="95825"/>
              </a:lnSpc>
              <a:spcBef>
                <a:spcPts val="195"/>
              </a:spcBef>
            </a:pPr>
            <a:r>
              <a:rPr dirty="0" smtClean="0" sz="1850" spc="96" b="1">
                <a:latin typeface="Times New Roman"/>
                <a:cs typeface="Times New Roman"/>
              </a:rPr>
              <a:t>33</a:t>
            </a:r>
            <a:endParaRPr sz="1850">
              <a:latin typeface="Times New Roman"/>
              <a:cs typeface="Times New Roman"/>
            </a:endParaRPr>
          </a:p>
          <a:p>
            <a:pPr marL="223030">
              <a:lnSpc>
                <a:spcPct val="95825"/>
              </a:lnSpc>
              <a:spcBef>
                <a:spcPts val="200"/>
              </a:spcBef>
            </a:pPr>
            <a:r>
              <a:rPr dirty="0" smtClean="0" sz="1850" spc="96" b="1">
                <a:latin typeface="Times New Roman"/>
                <a:cs typeface="Times New Roman"/>
              </a:rPr>
              <a:t>39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257728" y="3586093"/>
            <a:ext cx="529968" cy="1183066"/>
          </a:xfrm>
          <a:prstGeom prst="rect">
            <a:avLst/>
          </a:prstGeom>
        </p:spPr>
        <p:txBody>
          <a:bodyPr wrap="square" lIns="0" tIns="6985" rIns="0" bIns="0" rtlCol="0">
            <a:noAutofit/>
          </a:bodyPr>
          <a:lstStyle/>
          <a:p>
            <a:pPr marL="223030">
              <a:lnSpc>
                <a:spcPct val="95825"/>
              </a:lnSpc>
            </a:pPr>
            <a:r>
              <a:rPr dirty="0" smtClean="0" sz="1850" spc="96" b="1">
                <a:latin typeface="Times New Roman"/>
                <a:cs typeface="Times New Roman"/>
              </a:rPr>
              <a:t>10</a:t>
            </a:r>
            <a:endParaRPr sz="1850">
              <a:latin typeface="Times New Roman"/>
              <a:cs typeface="Times New Roman"/>
            </a:endParaRPr>
          </a:p>
          <a:p>
            <a:pPr marL="223030">
              <a:lnSpc>
                <a:spcPct val="95825"/>
              </a:lnSpc>
              <a:spcBef>
                <a:spcPts val="195"/>
              </a:spcBef>
            </a:pPr>
            <a:r>
              <a:rPr dirty="0" smtClean="0" sz="1850" spc="96" b="1">
                <a:latin typeface="Times New Roman"/>
                <a:cs typeface="Times New Roman"/>
              </a:rPr>
              <a:t>25</a:t>
            </a:r>
            <a:endParaRPr sz="1850">
              <a:latin typeface="Times New Roman"/>
              <a:cs typeface="Times New Roman"/>
            </a:endParaRPr>
          </a:p>
          <a:p>
            <a:pPr marL="223030">
              <a:lnSpc>
                <a:spcPct val="95825"/>
              </a:lnSpc>
              <a:spcBef>
                <a:spcPts val="195"/>
              </a:spcBef>
            </a:pPr>
            <a:r>
              <a:rPr dirty="0" smtClean="0" sz="1850" spc="96" b="1">
                <a:latin typeface="Times New Roman"/>
                <a:cs typeface="Times New Roman"/>
              </a:rPr>
              <a:t>34</a:t>
            </a:r>
            <a:endParaRPr sz="1850">
              <a:latin typeface="Times New Roman"/>
              <a:cs typeface="Times New Roman"/>
            </a:endParaRPr>
          </a:p>
          <a:p>
            <a:pPr marL="223030">
              <a:lnSpc>
                <a:spcPct val="95825"/>
              </a:lnSpc>
              <a:spcBef>
                <a:spcPts val="200"/>
              </a:spcBef>
            </a:pPr>
            <a:r>
              <a:rPr dirty="0" smtClean="0" sz="1850" spc="96" b="1">
                <a:latin typeface="Times New Roman"/>
                <a:cs typeface="Times New Roman"/>
              </a:rPr>
              <a:t>40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787696" y="3586093"/>
            <a:ext cx="530109" cy="1183066"/>
          </a:xfrm>
          <a:prstGeom prst="rect">
            <a:avLst/>
          </a:prstGeom>
        </p:spPr>
        <p:txBody>
          <a:bodyPr wrap="square" lIns="0" tIns="6985" rIns="0" bIns="0" rtlCol="0">
            <a:noAutofit/>
          </a:bodyPr>
          <a:lstStyle/>
          <a:p>
            <a:pPr marL="223487">
              <a:lnSpc>
                <a:spcPct val="95825"/>
              </a:lnSpc>
            </a:pPr>
            <a:r>
              <a:rPr dirty="0" smtClean="0" sz="1850" spc="96" b="1">
                <a:latin typeface="Times New Roman"/>
                <a:cs typeface="Times New Roman"/>
              </a:rPr>
              <a:t>11</a:t>
            </a:r>
            <a:endParaRPr sz="1850">
              <a:latin typeface="Times New Roman"/>
              <a:cs typeface="Times New Roman"/>
            </a:endParaRPr>
          </a:p>
          <a:p>
            <a:pPr marL="223487">
              <a:lnSpc>
                <a:spcPct val="95825"/>
              </a:lnSpc>
              <a:spcBef>
                <a:spcPts val="195"/>
              </a:spcBef>
            </a:pPr>
            <a:r>
              <a:rPr dirty="0" smtClean="0" sz="1850" spc="96" b="1">
                <a:latin typeface="Times New Roman"/>
                <a:cs typeface="Times New Roman"/>
              </a:rPr>
              <a:t>26</a:t>
            </a:r>
            <a:endParaRPr sz="1850">
              <a:latin typeface="Times New Roman"/>
              <a:cs typeface="Times New Roman"/>
            </a:endParaRPr>
          </a:p>
          <a:p>
            <a:pPr marL="223487">
              <a:lnSpc>
                <a:spcPct val="95825"/>
              </a:lnSpc>
              <a:spcBef>
                <a:spcPts val="195"/>
              </a:spcBef>
            </a:pPr>
            <a:r>
              <a:rPr dirty="0" smtClean="0" sz="1850" spc="96" b="1">
                <a:latin typeface="Times New Roman"/>
                <a:cs typeface="Times New Roman"/>
              </a:rPr>
              <a:t>35</a:t>
            </a:r>
            <a:endParaRPr sz="1850">
              <a:latin typeface="Times New Roman"/>
              <a:cs typeface="Times New Roman"/>
            </a:endParaRPr>
          </a:p>
          <a:p>
            <a:pPr marL="223487">
              <a:lnSpc>
                <a:spcPct val="95825"/>
              </a:lnSpc>
              <a:spcBef>
                <a:spcPts val="200"/>
              </a:spcBef>
            </a:pPr>
            <a:r>
              <a:rPr dirty="0" smtClean="0" sz="1850" spc="96" b="1">
                <a:latin typeface="Times New Roman"/>
                <a:cs typeface="Times New Roman"/>
              </a:rPr>
              <a:t>41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317806" y="3586093"/>
            <a:ext cx="530425" cy="1183066"/>
          </a:xfrm>
          <a:prstGeom prst="rect">
            <a:avLst/>
          </a:prstGeom>
        </p:spPr>
        <p:txBody>
          <a:bodyPr wrap="square" lIns="0" tIns="6985" rIns="0" bIns="0" rtlCol="0">
            <a:noAutofit/>
          </a:bodyPr>
          <a:lstStyle/>
          <a:p>
            <a:pPr marL="223287">
              <a:lnSpc>
                <a:spcPct val="95825"/>
              </a:lnSpc>
            </a:pPr>
            <a:r>
              <a:rPr dirty="0" smtClean="0" sz="1850" spc="96" b="1">
                <a:latin typeface="Times New Roman"/>
                <a:cs typeface="Times New Roman"/>
              </a:rPr>
              <a:t>12</a:t>
            </a:r>
            <a:endParaRPr sz="1850">
              <a:latin typeface="Times New Roman"/>
              <a:cs typeface="Times New Roman"/>
            </a:endParaRPr>
          </a:p>
          <a:p>
            <a:pPr marL="223287">
              <a:lnSpc>
                <a:spcPct val="95825"/>
              </a:lnSpc>
              <a:spcBef>
                <a:spcPts val="195"/>
              </a:spcBef>
            </a:pPr>
            <a:r>
              <a:rPr dirty="0" smtClean="0" sz="1850" spc="96" b="1">
                <a:latin typeface="Times New Roman"/>
                <a:cs typeface="Times New Roman"/>
              </a:rPr>
              <a:t>27</a:t>
            </a:r>
            <a:endParaRPr sz="1850">
              <a:latin typeface="Times New Roman"/>
              <a:cs typeface="Times New Roman"/>
            </a:endParaRPr>
          </a:p>
          <a:p>
            <a:pPr marL="223287">
              <a:lnSpc>
                <a:spcPct val="95825"/>
              </a:lnSpc>
              <a:spcBef>
                <a:spcPts val="195"/>
              </a:spcBef>
            </a:pPr>
            <a:r>
              <a:rPr dirty="0" smtClean="0" sz="1850" spc="96" b="1">
                <a:latin typeface="Times New Roman"/>
                <a:cs typeface="Times New Roman"/>
              </a:rPr>
              <a:t>36</a:t>
            </a:r>
            <a:endParaRPr sz="1850">
              <a:latin typeface="Times New Roman"/>
              <a:cs typeface="Times New Roman"/>
            </a:endParaRPr>
          </a:p>
          <a:p>
            <a:pPr marL="223287">
              <a:lnSpc>
                <a:spcPct val="95825"/>
              </a:lnSpc>
              <a:spcBef>
                <a:spcPts val="200"/>
              </a:spcBef>
            </a:pPr>
            <a:r>
              <a:rPr dirty="0" smtClean="0" sz="1850" spc="96" b="1">
                <a:latin typeface="Times New Roman"/>
                <a:cs typeface="Times New Roman"/>
              </a:rPr>
              <a:t>42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48231" y="3586093"/>
            <a:ext cx="530425" cy="1183066"/>
          </a:xfrm>
          <a:prstGeom prst="rect">
            <a:avLst/>
          </a:prstGeom>
        </p:spPr>
        <p:txBody>
          <a:bodyPr wrap="square" lIns="0" tIns="6985" rIns="0" bIns="0" rtlCol="0">
            <a:noAutofit/>
          </a:bodyPr>
          <a:lstStyle/>
          <a:p>
            <a:pPr marL="223287">
              <a:lnSpc>
                <a:spcPct val="95825"/>
              </a:lnSpc>
            </a:pPr>
            <a:r>
              <a:rPr dirty="0" smtClean="0" sz="1850" spc="96" b="1">
                <a:latin typeface="Times New Roman"/>
                <a:cs typeface="Times New Roman"/>
              </a:rPr>
              <a:t>13</a:t>
            </a:r>
            <a:endParaRPr sz="1850">
              <a:latin typeface="Times New Roman"/>
              <a:cs typeface="Times New Roman"/>
            </a:endParaRPr>
          </a:p>
          <a:p>
            <a:pPr marL="223287">
              <a:lnSpc>
                <a:spcPct val="95825"/>
              </a:lnSpc>
              <a:spcBef>
                <a:spcPts val="195"/>
              </a:spcBef>
            </a:pPr>
            <a:r>
              <a:rPr dirty="0" smtClean="0" sz="1850" spc="96" b="1">
                <a:latin typeface="Times New Roman"/>
                <a:cs typeface="Times New Roman"/>
              </a:rPr>
              <a:t>28</a:t>
            </a:r>
            <a:endParaRPr sz="1850">
              <a:latin typeface="Times New Roman"/>
              <a:cs typeface="Times New Roman"/>
            </a:endParaRPr>
          </a:p>
          <a:p>
            <a:pPr marL="223287">
              <a:lnSpc>
                <a:spcPct val="95825"/>
              </a:lnSpc>
              <a:spcBef>
                <a:spcPts val="195"/>
              </a:spcBef>
            </a:pPr>
            <a:r>
              <a:rPr dirty="0" smtClean="0" sz="1850" spc="96" b="1">
                <a:latin typeface="Times New Roman"/>
                <a:cs typeface="Times New Roman"/>
              </a:rPr>
              <a:t>31</a:t>
            </a:r>
            <a:endParaRPr sz="1850">
              <a:latin typeface="Times New Roman"/>
              <a:cs typeface="Times New Roman"/>
            </a:endParaRPr>
          </a:p>
          <a:p>
            <a:pPr marL="223287">
              <a:lnSpc>
                <a:spcPct val="95825"/>
              </a:lnSpc>
              <a:spcBef>
                <a:spcPts val="200"/>
              </a:spcBef>
            </a:pPr>
            <a:r>
              <a:rPr dirty="0" smtClean="0" sz="1850" spc="96" b="1">
                <a:latin typeface="Times New Roman"/>
                <a:cs typeface="Times New Roman"/>
              </a:rPr>
              <a:t>37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378656" y="3586093"/>
            <a:ext cx="530225" cy="1183066"/>
          </a:xfrm>
          <a:prstGeom prst="rect">
            <a:avLst/>
          </a:prstGeom>
        </p:spPr>
        <p:txBody>
          <a:bodyPr wrap="square" lIns="0" tIns="6985" rIns="0" bIns="0" rtlCol="0">
            <a:noAutofit/>
          </a:bodyPr>
          <a:lstStyle/>
          <a:p>
            <a:pPr marL="223287">
              <a:lnSpc>
                <a:spcPct val="95825"/>
              </a:lnSpc>
            </a:pPr>
            <a:r>
              <a:rPr dirty="0" smtClean="0" sz="1850" spc="96" b="1">
                <a:latin typeface="Times New Roman"/>
                <a:cs typeface="Times New Roman"/>
              </a:rPr>
              <a:t>14</a:t>
            </a:r>
            <a:endParaRPr sz="1850">
              <a:latin typeface="Times New Roman"/>
              <a:cs typeface="Times New Roman"/>
            </a:endParaRPr>
          </a:p>
          <a:p>
            <a:pPr marL="223287">
              <a:lnSpc>
                <a:spcPct val="95825"/>
              </a:lnSpc>
              <a:spcBef>
                <a:spcPts val="195"/>
              </a:spcBef>
            </a:pPr>
            <a:r>
              <a:rPr dirty="0" smtClean="0" sz="1850" spc="96" b="1">
                <a:latin typeface="Times New Roman"/>
                <a:cs typeface="Times New Roman"/>
              </a:rPr>
              <a:t>29</a:t>
            </a:r>
            <a:endParaRPr sz="1850">
              <a:latin typeface="Times New Roman"/>
              <a:cs typeface="Times New Roman"/>
            </a:endParaRPr>
          </a:p>
          <a:p>
            <a:pPr marL="223287">
              <a:lnSpc>
                <a:spcPct val="95825"/>
              </a:lnSpc>
              <a:spcBef>
                <a:spcPts val="195"/>
              </a:spcBef>
            </a:pPr>
            <a:r>
              <a:rPr dirty="0" smtClean="0" sz="1850" spc="96" b="1">
                <a:latin typeface="Times New Roman"/>
                <a:cs typeface="Times New Roman"/>
              </a:rPr>
              <a:t>32</a:t>
            </a:r>
            <a:endParaRPr sz="1850">
              <a:latin typeface="Times New Roman"/>
              <a:cs typeface="Times New Roman"/>
            </a:endParaRPr>
          </a:p>
          <a:p>
            <a:pPr marL="223287">
              <a:lnSpc>
                <a:spcPct val="95825"/>
              </a:lnSpc>
              <a:spcBef>
                <a:spcPts val="200"/>
              </a:spcBef>
            </a:pPr>
            <a:r>
              <a:rPr dirty="0" smtClean="0" sz="1850" spc="96" b="1">
                <a:latin typeface="Times New Roman"/>
                <a:cs typeface="Times New Roman"/>
              </a:rPr>
              <a:t>38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8908882" y="3586093"/>
            <a:ext cx="530109" cy="1183066"/>
          </a:xfrm>
          <a:prstGeom prst="rect">
            <a:avLst/>
          </a:prstGeom>
        </p:spPr>
        <p:txBody>
          <a:bodyPr wrap="square" lIns="0" tIns="6985" rIns="0" bIns="0" rtlCol="0">
            <a:noAutofit/>
          </a:bodyPr>
          <a:lstStyle/>
          <a:p>
            <a:pPr marL="223487">
              <a:lnSpc>
                <a:spcPct val="95825"/>
              </a:lnSpc>
            </a:pPr>
            <a:r>
              <a:rPr dirty="0" smtClean="0" sz="1850" spc="96" b="1">
                <a:latin typeface="Times New Roman"/>
                <a:cs typeface="Times New Roman"/>
              </a:rPr>
              <a:t>15</a:t>
            </a:r>
            <a:endParaRPr sz="1850">
              <a:latin typeface="Times New Roman"/>
              <a:cs typeface="Times New Roman"/>
            </a:endParaRPr>
          </a:p>
          <a:p>
            <a:pPr marL="223487">
              <a:lnSpc>
                <a:spcPct val="95825"/>
              </a:lnSpc>
              <a:spcBef>
                <a:spcPts val="195"/>
              </a:spcBef>
            </a:pPr>
            <a:r>
              <a:rPr dirty="0" smtClean="0" sz="1850" spc="96" b="1">
                <a:latin typeface="Times New Roman"/>
                <a:cs typeface="Times New Roman"/>
              </a:rPr>
              <a:t>30</a:t>
            </a:r>
            <a:endParaRPr sz="1850">
              <a:latin typeface="Times New Roman"/>
              <a:cs typeface="Times New Roman"/>
            </a:endParaRPr>
          </a:p>
          <a:p>
            <a:pPr marL="223487">
              <a:lnSpc>
                <a:spcPct val="95825"/>
              </a:lnSpc>
              <a:spcBef>
                <a:spcPts val="195"/>
              </a:spcBef>
            </a:pPr>
            <a:r>
              <a:rPr dirty="0" smtClean="0" sz="1850" spc="96" b="1">
                <a:latin typeface="Times New Roman"/>
                <a:cs typeface="Times New Roman"/>
              </a:rPr>
              <a:t>33</a:t>
            </a:r>
            <a:endParaRPr sz="1850">
              <a:latin typeface="Times New Roman"/>
              <a:cs typeface="Times New Roman"/>
            </a:endParaRPr>
          </a:p>
          <a:p>
            <a:pPr marL="223487">
              <a:lnSpc>
                <a:spcPct val="95825"/>
              </a:lnSpc>
              <a:spcBef>
                <a:spcPts val="200"/>
              </a:spcBef>
            </a:pPr>
            <a:r>
              <a:rPr dirty="0" smtClean="0" sz="1850" spc="96" b="1">
                <a:latin typeface="Times New Roman"/>
                <a:cs typeface="Times New Roman"/>
              </a:rPr>
              <a:t>39</a:t>
            </a:r>
            <a:endParaRPr sz="18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4"/>
          <p:cNvSpPr/>
          <p:nvPr/>
        </p:nvSpPr>
        <p:spPr>
          <a:xfrm>
            <a:off x="0" y="6400800"/>
            <a:ext cx="9903460" cy="457196"/>
          </a:xfrm>
          <a:custGeom>
            <a:avLst/>
            <a:gdLst/>
            <a:ahLst/>
            <a:cxnLst/>
            <a:rect l="l" t="t" r="r" b="b"/>
            <a:pathLst>
              <a:path w="9903460" h="457196">
                <a:moveTo>
                  <a:pt x="9903460" y="457196"/>
                </a:moveTo>
                <a:lnTo>
                  <a:pt x="9903460" y="0"/>
                </a:lnTo>
                <a:lnTo>
                  <a:pt x="0" y="0"/>
                </a:lnTo>
                <a:lnTo>
                  <a:pt x="0" y="457196"/>
                </a:lnTo>
                <a:lnTo>
                  <a:pt x="9903460" y="457196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" name="object 15"/>
          <p:cNvSpPr/>
          <p:nvPr/>
        </p:nvSpPr>
        <p:spPr>
          <a:xfrm>
            <a:off x="153670" y="640207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58419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" name="object 12"/>
          <p:cNvSpPr/>
          <p:nvPr/>
        </p:nvSpPr>
        <p:spPr>
          <a:xfrm>
            <a:off x="0" y="0"/>
            <a:ext cx="9903460" cy="609600"/>
          </a:xfrm>
          <a:custGeom>
            <a:avLst/>
            <a:gdLst/>
            <a:ahLst/>
            <a:cxnLst/>
            <a:rect l="l" t="t" r="r" b="b"/>
            <a:pathLst>
              <a:path w="9903460" h="609600">
                <a:moveTo>
                  <a:pt x="0" y="609600"/>
                </a:moveTo>
                <a:lnTo>
                  <a:pt x="9903460" y="609600"/>
                </a:lnTo>
                <a:lnTo>
                  <a:pt x="9903460" y="0"/>
                </a:lnTo>
                <a:lnTo>
                  <a:pt x="0" y="0"/>
                </a:lnTo>
                <a:lnTo>
                  <a:pt x="0" y="60960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" name="object 13"/>
          <p:cNvSpPr/>
          <p:nvPr/>
        </p:nvSpPr>
        <p:spPr>
          <a:xfrm>
            <a:off x="111760" y="60960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76200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672336" y="30899"/>
            <a:ext cx="6675120" cy="533399"/>
          </a:xfrm>
          <a:prstGeom prst="rect">
            <a:avLst/>
          </a:prstGeom>
        </p:spPr>
        <p:txBody>
          <a:bodyPr wrap="square" lIns="0" tIns="26574" rIns="0" bIns="0" rtlCol="0">
            <a:noAutofit/>
          </a:bodyPr>
          <a:lstStyle/>
          <a:p>
            <a:pPr marL="12700">
              <a:lnSpc>
                <a:spcPts val="4185"/>
              </a:lnSpc>
            </a:pPr>
            <a:r>
              <a:rPr dirty="0" smtClean="0" sz="4000" spc="-8">
                <a:latin typeface="Times New Roman"/>
                <a:cs typeface="Times New Roman"/>
              </a:rPr>
              <a:t>Fr</a:t>
            </a:r>
            <a:r>
              <a:rPr dirty="0" smtClean="0" sz="4000" spc="-8">
                <a:latin typeface="Times New Roman"/>
                <a:cs typeface="Times New Roman"/>
              </a:rPr>
              <a:t>e</a:t>
            </a:r>
            <a:r>
              <a:rPr dirty="0" smtClean="0" sz="4000" spc="-8">
                <a:latin typeface="Times New Roman"/>
                <a:cs typeface="Times New Roman"/>
              </a:rPr>
              <a:t>que</a:t>
            </a:r>
            <a:r>
              <a:rPr dirty="0" smtClean="0" sz="4000" spc="-8">
                <a:latin typeface="Times New Roman"/>
                <a:cs typeface="Times New Roman"/>
              </a:rPr>
              <a:t>n</a:t>
            </a:r>
            <a:r>
              <a:rPr dirty="0" smtClean="0" sz="4000" spc="-8">
                <a:latin typeface="Times New Roman"/>
                <a:cs typeface="Times New Roman"/>
              </a:rPr>
              <a:t>cy</a:t>
            </a:r>
            <a:r>
              <a:rPr dirty="0" smtClean="0" sz="4000" spc="-8">
                <a:latin typeface="Times New Roman"/>
                <a:cs typeface="Times New Roman"/>
              </a:rPr>
              <a:t> </a:t>
            </a:r>
            <a:r>
              <a:rPr dirty="0" smtClean="0" sz="4000" spc="-8">
                <a:latin typeface="Times New Roman"/>
                <a:cs typeface="Times New Roman"/>
              </a:rPr>
              <a:t>Al</a:t>
            </a:r>
            <a:r>
              <a:rPr dirty="0" smtClean="0" sz="4000" spc="-8">
                <a:latin typeface="Times New Roman"/>
                <a:cs typeface="Times New Roman"/>
              </a:rPr>
              <a:t>l</a:t>
            </a:r>
            <a:r>
              <a:rPr dirty="0" smtClean="0" sz="4000" spc="-8">
                <a:latin typeface="Times New Roman"/>
                <a:cs typeface="Times New Roman"/>
              </a:rPr>
              <a:t>oc</a:t>
            </a:r>
            <a:r>
              <a:rPr dirty="0" smtClean="0" sz="4000" spc="-8">
                <a:latin typeface="Times New Roman"/>
                <a:cs typeface="Times New Roman"/>
              </a:rPr>
              <a:t>a</a:t>
            </a:r>
            <a:r>
              <a:rPr dirty="0" smtClean="0" sz="4000" spc="-8">
                <a:latin typeface="Times New Roman"/>
                <a:cs typeface="Times New Roman"/>
              </a:rPr>
              <a:t>t</a:t>
            </a:r>
            <a:r>
              <a:rPr dirty="0" smtClean="0" sz="4000" spc="-8">
                <a:latin typeface="Times New Roman"/>
                <a:cs typeface="Times New Roman"/>
              </a:rPr>
              <a:t>i</a:t>
            </a:r>
            <a:r>
              <a:rPr dirty="0" smtClean="0" sz="4000" spc="-8">
                <a:latin typeface="Times New Roman"/>
                <a:cs typeface="Times New Roman"/>
              </a:rPr>
              <a:t>on</a:t>
            </a:r>
            <a:r>
              <a:rPr dirty="0" smtClean="0" sz="4000" spc="-8">
                <a:latin typeface="Times New Roman"/>
                <a:cs typeface="Times New Roman"/>
              </a:rPr>
              <a:t> </a:t>
            </a:r>
            <a:r>
              <a:rPr dirty="0" smtClean="0" sz="4000" spc="-8">
                <a:latin typeface="Times New Roman"/>
                <a:cs typeface="Times New Roman"/>
              </a:rPr>
              <a:t>Thr</a:t>
            </a:r>
            <a:r>
              <a:rPr dirty="0" smtClean="0" sz="4000" spc="-8">
                <a:latin typeface="Times New Roman"/>
                <a:cs typeface="Times New Roman"/>
              </a:rPr>
              <a:t>e</a:t>
            </a:r>
            <a:r>
              <a:rPr dirty="0" smtClean="0" sz="4000" spc="-8">
                <a:latin typeface="Times New Roman"/>
                <a:cs typeface="Times New Roman"/>
              </a:rPr>
              <a:t>sho</a:t>
            </a:r>
            <a:r>
              <a:rPr dirty="0" smtClean="0" sz="4000" spc="-8">
                <a:latin typeface="Times New Roman"/>
                <a:cs typeface="Times New Roman"/>
              </a:rPr>
              <a:t>l</a:t>
            </a:r>
            <a:r>
              <a:rPr dirty="0" smtClean="0" sz="4000" spc="-8">
                <a:latin typeface="Times New Roman"/>
                <a:cs typeface="Times New Roman"/>
              </a:rPr>
              <a:t>d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60095" y="1434719"/>
            <a:ext cx="7816965" cy="1112901"/>
          </a:xfrm>
          <a:prstGeom prst="rect">
            <a:avLst/>
          </a:prstGeom>
        </p:spPr>
        <p:txBody>
          <a:bodyPr wrap="square" lIns="0" tIns="18415" rIns="0" bIns="0" rtlCol="0">
            <a:noAutofit/>
          </a:bodyPr>
          <a:lstStyle/>
          <a:p>
            <a:pPr marL="12700" marR="45767">
              <a:lnSpc>
                <a:spcPts val="2900"/>
              </a:lnSpc>
            </a:pPr>
            <a:r>
              <a:rPr dirty="0" smtClean="0" sz="2800" spc="-7" b="1">
                <a:solidFill>
                  <a:srgbClr val="3333CC"/>
                </a:solidFill>
                <a:latin typeface="Calibri"/>
                <a:cs typeface="Calibri"/>
              </a:rPr>
              <a:t>C/I</a:t>
            </a:r>
            <a:r>
              <a:rPr dirty="0" smtClean="0" sz="2800" spc="-7" b="1">
                <a:solidFill>
                  <a:srgbClr val="3333CC"/>
                </a:solidFill>
                <a:latin typeface="Calibri"/>
                <a:cs typeface="Calibri"/>
              </a:rPr>
              <a:t> </a:t>
            </a:r>
            <a:r>
              <a:rPr dirty="0" smtClean="0" sz="2800" spc="-7" b="1">
                <a:solidFill>
                  <a:srgbClr val="3333CC"/>
                </a:solidFill>
                <a:latin typeface="Calibri"/>
                <a:cs typeface="Calibri"/>
              </a:rPr>
              <a:t>r</a:t>
            </a:r>
            <a:r>
              <a:rPr dirty="0" smtClean="0" sz="2800" spc="-7" b="1">
                <a:solidFill>
                  <a:srgbClr val="3333CC"/>
                </a:solidFill>
                <a:latin typeface="Calibri"/>
                <a:cs typeface="Calibri"/>
              </a:rPr>
              <a:t>e</a:t>
            </a:r>
            <a:r>
              <a:rPr dirty="0" smtClean="0" sz="2800" spc="-7" b="1">
                <a:solidFill>
                  <a:srgbClr val="3333CC"/>
                </a:solidFill>
                <a:latin typeface="Calibri"/>
                <a:cs typeface="Calibri"/>
              </a:rPr>
              <a:t>qu</a:t>
            </a:r>
            <a:r>
              <a:rPr dirty="0" smtClean="0" sz="2800" spc="-7" b="1">
                <a:solidFill>
                  <a:srgbClr val="3333CC"/>
                </a:solidFill>
                <a:latin typeface="Calibri"/>
                <a:cs typeface="Calibri"/>
              </a:rPr>
              <a:t>i</a:t>
            </a:r>
            <a:r>
              <a:rPr dirty="0" smtClean="0" sz="2800" spc="-7" b="1">
                <a:solidFill>
                  <a:srgbClr val="3333CC"/>
                </a:solidFill>
                <a:latin typeface="Calibri"/>
                <a:cs typeface="Calibri"/>
              </a:rPr>
              <a:t>r</a:t>
            </a:r>
            <a:r>
              <a:rPr dirty="0" smtClean="0" sz="2800" spc="-7" b="1">
                <a:solidFill>
                  <a:srgbClr val="3333CC"/>
                </a:solidFill>
                <a:latin typeface="Calibri"/>
                <a:cs typeface="Calibri"/>
              </a:rPr>
              <a:t>e</a:t>
            </a:r>
            <a:r>
              <a:rPr dirty="0" smtClean="0" sz="2800" spc="-7" b="1">
                <a:solidFill>
                  <a:srgbClr val="3333CC"/>
                </a:solidFill>
                <a:latin typeface="Calibri"/>
                <a:cs typeface="Calibri"/>
              </a:rPr>
              <a:t>me</a:t>
            </a:r>
            <a:r>
              <a:rPr dirty="0" smtClean="0" sz="2800" spc="-7" b="1">
                <a:solidFill>
                  <a:srgbClr val="3333CC"/>
                </a:solidFill>
                <a:latin typeface="Calibri"/>
                <a:cs typeface="Calibri"/>
              </a:rPr>
              <a:t>n</a:t>
            </a:r>
            <a:r>
              <a:rPr dirty="0" smtClean="0" sz="2800" spc="-7" b="1">
                <a:solidFill>
                  <a:srgbClr val="3333CC"/>
                </a:solidFill>
                <a:latin typeface="Calibri"/>
                <a:cs typeface="Calibri"/>
              </a:rPr>
              <a:t>ts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ts val="2880"/>
              </a:lnSpc>
            </a:pPr>
            <a:r>
              <a:rPr dirty="0" smtClean="0" sz="2400" spc="-2">
                <a:latin typeface="Calibri"/>
                <a:cs typeface="Calibri"/>
              </a:rPr>
              <a:t>-</a:t>
            </a:r>
            <a:r>
              <a:rPr dirty="0" smtClean="0" sz="2400" spc="-2">
                <a:latin typeface="Calibri"/>
                <a:cs typeface="Calibri"/>
              </a:rPr>
              <a:t> </a:t>
            </a:r>
            <a:r>
              <a:rPr dirty="0" smtClean="0" sz="2400" spc="-2">
                <a:latin typeface="Calibri"/>
                <a:cs typeface="Calibri"/>
              </a:rPr>
              <a:t>C</a:t>
            </a:r>
            <a:r>
              <a:rPr dirty="0" smtClean="0" sz="2400" spc="-2">
                <a:latin typeface="Calibri"/>
                <a:cs typeface="Calibri"/>
              </a:rPr>
              <a:t>/</a:t>
            </a:r>
            <a:r>
              <a:rPr dirty="0" smtClean="0" sz="2400" spc="-2">
                <a:latin typeface="Calibri"/>
                <a:cs typeface="Calibri"/>
              </a:rPr>
              <a:t>Ic</a:t>
            </a:r>
            <a:r>
              <a:rPr dirty="0" smtClean="0" sz="2400" spc="-2">
                <a:latin typeface="Calibri"/>
                <a:cs typeface="Calibri"/>
              </a:rPr>
              <a:t> </a:t>
            </a:r>
            <a:r>
              <a:rPr dirty="0" smtClean="0" sz="2400" spc="-2">
                <a:latin typeface="Calibri"/>
                <a:cs typeface="Calibri"/>
              </a:rPr>
              <a:t>=</a:t>
            </a:r>
            <a:r>
              <a:rPr dirty="0" smtClean="0" sz="2400" spc="-2">
                <a:latin typeface="Calibri"/>
                <a:cs typeface="Calibri"/>
              </a:rPr>
              <a:t> </a:t>
            </a:r>
            <a:r>
              <a:rPr dirty="0" smtClean="0" sz="2400" spc="-2">
                <a:latin typeface="Calibri"/>
                <a:cs typeface="Calibri"/>
              </a:rPr>
              <a:t>12</a:t>
            </a:r>
            <a:r>
              <a:rPr dirty="0" smtClean="0" sz="2400" spc="-2">
                <a:latin typeface="Calibri"/>
                <a:cs typeface="Calibri"/>
              </a:rPr>
              <a:t> </a:t>
            </a:r>
            <a:r>
              <a:rPr dirty="0" smtClean="0" sz="2400" spc="-2">
                <a:latin typeface="Calibri"/>
                <a:cs typeface="Calibri"/>
              </a:rPr>
              <a:t>dB</a:t>
            </a:r>
            <a:r>
              <a:rPr dirty="0" smtClean="0" sz="2400" spc="-2">
                <a:latin typeface="Calibri"/>
                <a:cs typeface="Calibri"/>
              </a:rPr>
              <a:t> </a:t>
            </a:r>
            <a:r>
              <a:rPr dirty="0" smtClean="0" sz="2400" spc="-2">
                <a:latin typeface="Calibri"/>
                <a:cs typeface="Calibri"/>
              </a:rPr>
              <a:t>o</a:t>
            </a:r>
            <a:r>
              <a:rPr dirty="0" smtClean="0" sz="2400" spc="-2">
                <a:latin typeface="Calibri"/>
                <a:cs typeface="Calibri"/>
              </a:rPr>
              <a:t>r</a:t>
            </a:r>
            <a:r>
              <a:rPr dirty="0" smtClean="0" sz="2400" spc="-2">
                <a:latin typeface="Calibri"/>
                <a:cs typeface="Calibri"/>
              </a:rPr>
              <a:t> </a:t>
            </a:r>
            <a:r>
              <a:rPr dirty="0" smtClean="0" sz="2400" spc="-2">
                <a:latin typeface="Calibri"/>
                <a:cs typeface="Calibri"/>
              </a:rPr>
              <a:t>15</a:t>
            </a:r>
            <a:r>
              <a:rPr dirty="0" smtClean="0" sz="2400" spc="-2">
                <a:latin typeface="Calibri"/>
                <a:cs typeface="Calibri"/>
              </a:rPr>
              <a:t> </a:t>
            </a:r>
            <a:r>
              <a:rPr dirty="0" smtClean="0" sz="2400" spc="-2">
                <a:latin typeface="Calibri"/>
                <a:cs typeface="Calibri"/>
              </a:rPr>
              <a:t>dB</a:t>
            </a:r>
            <a:r>
              <a:rPr dirty="0" smtClean="0" sz="2400" spc="-2">
                <a:latin typeface="Calibri"/>
                <a:cs typeface="Calibri"/>
              </a:rPr>
              <a:t> </a:t>
            </a:r>
            <a:r>
              <a:rPr dirty="0" smtClean="0" sz="2400" spc="-2">
                <a:latin typeface="Calibri"/>
                <a:cs typeface="Calibri"/>
              </a:rPr>
              <a:t>(</a:t>
            </a:r>
            <a:r>
              <a:rPr dirty="0" smtClean="0" sz="2400" spc="-2">
                <a:latin typeface="Calibri"/>
                <a:cs typeface="Calibri"/>
              </a:rPr>
              <a:t>s</a:t>
            </a:r>
            <a:r>
              <a:rPr dirty="0" smtClean="0" sz="2400" spc="-2">
                <a:latin typeface="Calibri"/>
                <a:cs typeface="Calibri"/>
              </a:rPr>
              <a:t>a</a:t>
            </a:r>
            <a:r>
              <a:rPr dirty="0" smtClean="0" sz="2400" spc="-2">
                <a:latin typeface="Calibri"/>
                <a:cs typeface="Calibri"/>
              </a:rPr>
              <a:t>v</a:t>
            </a:r>
            <a:r>
              <a:rPr dirty="0" smtClean="0" sz="2400" spc="-2">
                <a:latin typeface="Calibri"/>
                <a:cs typeface="Calibri"/>
              </a:rPr>
              <a:t>e</a:t>
            </a:r>
            <a:r>
              <a:rPr dirty="0" smtClean="0" sz="2400" spc="-2">
                <a:latin typeface="Calibri"/>
                <a:cs typeface="Calibri"/>
              </a:rPr>
              <a:t> </a:t>
            </a:r>
            <a:r>
              <a:rPr dirty="0" smtClean="0" sz="2400" spc="-2">
                <a:latin typeface="Calibri"/>
                <a:cs typeface="Calibri"/>
              </a:rPr>
              <a:t>v</a:t>
            </a:r>
            <a:r>
              <a:rPr dirty="0" smtClean="0" sz="2400" spc="-2">
                <a:latin typeface="Calibri"/>
                <a:cs typeface="Calibri"/>
              </a:rPr>
              <a:t>a</a:t>
            </a:r>
            <a:r>
              <a:rPr dirty="0" smtClean="0" sz="2400" spc="-2">
                <a:latin typeface="Calibri"/>
                <a:cs typeface="Calibri"/>
              </a:rPr>
              <a:t>l</a:t>
            </a:r>
            <a:r>
              <a:rPr dirty="0" smtClean="0" sz="2400" spc="-2">
                <a:latin typeface="Calibri"/>
                <a:cs typeface="Calibri"/>
              </a:rPr>
              <a:t>ue),</a:t>
            </a:r>
            <a:r>
              <a:rPr dirty="0" smtClean="0" sz="2400" spc="-2">
                <a:latin typeface="Calibri"/>
                <a:cs typeface="Calibri"/>
              </a:rPr>
              <a:t> </a:t>
            </a:r>
            <a:r>
              <a:rPr dirty="0" smtClean="0" sz="2400" spc="-2">
                <a:latin typeface="Calibri"/>
                <a:cs typeface="Calibri"/>
              </a:rPr>
              <a:t>C</a:t>
            </a:r>
            <a:r>
              <a:rPr dirty="0" smtClean="0" sz="2400" spc="-2">
                <a:latin typeface="Calibri"/>
                <a:cs typeface="Calibri"/>
              </a:rPr>
              <a:t>/</a:t>
            </a:r>
            <a:r>
              <a:rPr dirty="0" smtClean="0" sz="2400" spc="-2">
                <a:latin typeface="Calibri"/>
                <a:cs typeface="Calibri"/>
              </a:rPr>
              <a:t>Ia</a:t>
            </a:r>
            <a:r>
              <a:rPr dirty="0" smtClean="0" sz="2400" spc="-2">
                <a:latin typeface="Calibri"/>
                <a:cs typeface="Calibri"/>
              </a:rPr>
              <a:t> </a:t>
            </a:r>
            <a:r>
              <a:rPr dirty="0" smtClean="0" sz="2400" spc="-2">
                <a:latin typeface="Calibri"/>
                <a:cs typeface="Calibri"/>
              </a:rPr>
              <a:t>=</a:t>
            </a:r>
            <a:r>
              <a:rPr dirty="0" smtClean="0" sz="2400" spc="-2">
                <a:latin typeface="Calibri"/>
                <a:cs typeface="Calibri"/>
              </a:rPr>
              <a:t> </a:t>
            </a:r>
            <a:r>
              <a:rPr dirty="0" smtClean="0" sz="2400" spc="-2">
                <a:latin typeface="Calibri"/>
                <a:cs typeface="Calibri"/>
              </a:rPr>
              <a:t>-</a:t>
            </a:r>
            <a:r>
              <a:rPr dirty="0" smtClean="0" sz="2400" spc="-2">
                <a:latin typeface="Calibri"/>
                <a:cs typeface="Calibri"/>
              </a:rPr>
              <a:t>6</a:t>
            </a:r>
            <a:r>
              <a:rPr dirty="0" smtClean="0" sz="2400" spc="-2">
                <a:latin typeface="Calibri"/>
                <a:cs typeface="Calibri"/>
              </a:rPr>
              <a:t> </a:t>
            </a:r>
            <a:r>
              <a:rPr dirty="0" smtClean="0" sz="2400" spc="-2">
                <a:latin typeface="Calibri"/>
                <a:cs typeface="Calibri"/>
              </a:rPr>
              <a:t>dB</a:t>
            </a:r>
            <a:r>
              <a:rPr dirty="0" smtClean="0" sz="2400" spc="-2">
                <a:latin typeface="Calibri"/>
                <a:cs typeface="Calibri"/>
              </a:rPr>
              <a:t> </a:t>
            </a:r>
            <a:r>
              <a:rPr dirty="0" smtClean="0" sz="2400" spc="-2">
                <a:latin typeface="Calibri"/>
                <a:cs typeface="Calibri"/>
              </a:rPr>
              <a:t>(</a:t>
            </a:r>
            <a:r>
              <a:rPr dirty="0" smtClean="0" sz="2400" spc="-2">
                <a:latin typeface="Calibri"/>
                <a:cs typeface="Calibri"/>
              </a:rPr>
              <a:t>N</a:t>
            </a:r>
            <a:r>
              <a:rPr dirty="0" smtClean="0" sz="2400" spc="-2">
                <a:latin typeface="Calibri"/>
                <a:cs typeface="Calibri"/>
              </a:rPr>
              <a:t>o</a:t>
            </a:r>
            <a:r>
              <a:rPr dirty="0" smtClean="0" sz="2400" spc="-2">
                <a:latin typeface="Calibri"/>
                <a:cs typeface="Calibri"/>
              </a:rPr>
              <a:t>t</a:t>
            </a:r>
            <a:r>
              <a:rPr dirty="0" smtClean="0" sz="2400" spc="-2">
                <a:latin typeface="Calibri"/>
                <a:cs typeface="Calibri"/>
              </a:rPr>
              <a:t>e</a:t>
            </a:r>
            <a:r>
              <a:rPr dirty="0" smtClean="0" sz="2400" spc="-2">
                <a:latin typeface="Calibri"/>
                <a:cs typeface="Calibri"/>
              </a:rPr>
              <a:t> </a:t>
            </a:r>
            <a:r>
              <a:rPr dirty="0" smtClean="0" sz="2400" spc="-2">
                <a:latin typeface="Calibri"/>
                <a:cs typeface="Calibri"/>
              </a:rPr>
              <a:t>O</a:t>
            </a:r>
            <a:r>
              <a:rPr dirty="0" smtClean="0" sz="2400" spc="-2">
                <a:latin typeface="Calibri"/>
                <a:cs typeface="Calibri"/>
              </a:rPr>
              <a:t>v</a:t>
            </a:r>
            <a:r>
              <a:rPr dirty="0" smtClean="0" sz="2400" spc="-2">
                <a:latin typeface="Calibri"/>
                <a:cs typeface="Calibri"/>
              </a:rPr>
              <a:t>er</a:t>
            </a:r>
            <a:r>
              <a:rPr dirty="0" smtClean="0" sz="2400" spc="-2">
                <a:latin typeface="Calibri"/>
                <a:cs typeface="Calibri"/>
              </a:rPr>
              <a:t>l</a:t>
            </a:r>
            <a:r>
              <a:rPr dirty="0" smtClean="0" sz="2400" spc="-2">
                <a:latin typeface="Calibri"/>
                <a:cs typeface="Calibri"/>
              </a:rPr>
              <a:t>a</a:t>
            </a:r>
            <a:r>
              <a:rPr dirty="0" smtClean="0" sz="2400" spc="-2">
                <a:latin typeface="Calibri"/>
                <a:cs typeface="Calibri"/>
              </a:rPr>
              <a:t>y-</a:t>
            </a:r>
            <a:endParaRPr sz="2400">
              <a:latin typeface="Calibri"/>
              <a:cs typeface="Calibri"/>
            </a:endParaRPr>
          </a:p>
          <a:p>
            <a:pPr marL="198120" marR="45767">
              <a:lnSpc>
                <a:spcPts val="2885"/>
              </a:lnSpc>
              <a:spcBef>
                <a:spcPts val="0"/>
              </a:spcBef>
            </a:pPr>
            <a:r>
              <a:rPr dirty="0" smtClean="0" sz="2400" spc="-4">
                <a:latin typeface="Calibri"/>
                <a:cs typeface="Calibri"/>
              </a:rPr>
              <a:t>Under</a:t>
            </a:r>
            <a:r>
              <a:rPr dirty="0" smtClean="0" sz="2400" spc="-4">
                <a:latin typeface="Calibri"/>
                <a:cs typeface="Calibri"/>
              </a:rPr>
              <a:t>l</a:t>
            </a:r>
            <a:r>
              <a:rPr dirty="0" smtClean="0" sz="2400" spc="-4">
                <a:latin typeface="Calibri"/>
                <a:cs typeface="Calibri"/>
              </a:rPr>
              <a:t>a</a:t>
            </a:r>
            <a:r>
              <a:rPr dirty="0" smtClean="0" sz="2400" spc="-4">
                <a:latin typeface="Calibri"/>
                <a:cs typeface="Calibri"/>
              </a:rPr>
              <a:t>y</a:t>
            </a:r>
            <a:r>
              <a:rPr dirty="0" smtClean="0" sz="2400" spc="-4">
                <a:latin typeface="Calibri"/>
                <a:cs typeface="Calibri"/>
              </a:rPr>
              <a:t> </a:t>
            </a:r>
            <a:r>
              <a:rPr dirty="0" smtClean="0" sz="2400" spc="-4">
                <a:latin typeface="Calibri"/>
                <a:cs typeface="Calibri"/>
              </a:rPr>
              <a:t>c</a:t>
            </a:r>
            <a:r>
              <a:rPr dirty="0" smtClean="0" sz="2400" spc="-4">
                <a:latin typeface="Calibri"/>
                <a:cs typeface="Calibri"/>
              </a:rPr>
              <a:t>once</a:t>
            </a:r>
            <a:r>
              <a:rPr dirty="0" smtClean="0" sz="2400" spc="-4">
                <a:latin typeface="Calibri"/>
                <a:cs typeface="Calibri"/>
              </a:rPr>
              <a:t>p</a:t>
            </a:r>
            <a:r>
              <a:rPr dirty="0" smtClean="0" sz="2400" spc="-4">
                <a:latin typeface="Calibri"/>
                <a:cs typeface="Calibri"/>
              </a:rPr>
              <a:t>ts)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60095" y="2959354"/>
            <a:ext cx="4166615" cy="746966"/>
          </a:xfrm>
          <a:prstGeom prst="rect">
            <a:avLst/>
          </a:prstGeom>
        </p:spPr>
        <p:txBody>
          <a:bodyPr wrap="square" lIns="0" tIns="18415" rIns="0" bIns="0" rtlCol="0">
            <a:noAutofit/>
          </a:bodyPr>
          <a:lstStyle/>
          <a:p>
            <a:pPr marL="12700" marR="45767">
              <a:lnSpc>
                <a:spcPts val="2900"/>
              </a:lnSpc>
            </a:pPr>
            <a:r>
              <a:rPr dirty="0" smtClean="0" sz="2800" spc="-7" b="1">
                <a:solidFill>
                  <a:srgbClr val="3333CC"/>
                </a:solidFill>
                <a:latin typeface="Calibri"/>
                <a:cs typeface="Calibri"/>
              </a:rPr>
              <a:t>I</a:t>
            </a:r>
            <a:r>
              <a:rPr dirty="0" smtClean="0" sz="2800" spc="-7" b="1">
                <a:solidFill>
                  <a:srgbClr val="3333CC"/>
                </a:solidFill>
                <a:latin typeface="Calibri"/>
                <a:cs typeface="Calibri"/>
              </a:rPr>
              <a:t>n</a:t>
            </a:r>
            <a:r>
              <a:rPr dirty="0" smtClean="0" sz="2800" spc="-7" b="1">
                <a:solidFill>
                  <a:srgbClr val="3333CC"/>
                </a:solidFill>
                <a:latin typeface="Calibri"/>
                <a:cs typeface="Calibri"/>
              </a:rPr>
              <a:t>t</a:t>
            </a:r>
            <a:r>
              <a:rPr dirty="0" smtClean="0" sz="2800" spc="-7" b="1">
                <a:solidFill>
                  <a:srgbClr val="3333CC"/>
                </a:solidFill>
                <a:latin typeface="Calibri"/>
                <a:cs typeface="Calibri"/>
              </a:rPr>
              <a:t>e</a:t>
            </a:r>
            <a:r>
              <a:rPr dirty="0" smtClean="0" sz="2800" spc="-7" b="1">
                <a:solidFill>
                  <a:srgbClr val="3333CC"/>
                </a:solidFill>
                <a:latin typeface="Calibri"/>
                <a:cs typeface="Calibri"/>
              </a:rPr>
              <a:t>r</a:t>
            </a:r>
            <a:r>
              <a:rPr dirty="0" smtClean="0" sz="2800" spc="-7" b="1">
                <a:solidFill>
                  <a:srgbClr val="3333CC"/>
                </a:solidFill>
                <a:latin typeface="Calibri"/>
                <a:cs typeface="Calibri"/>
              </a:rPr>
              <a:t>f</a:t>
            </a:r>
            <a:r>
              <a:rPr dirty="0" smtClean="0" sz="2800" spc="-7" b="1">
                <a:solidFill>
                  <a:srgbClr val="3333CC"/>
                </a:solidFill>
                <a:latin typeface="Calibri"/>
                <a:cs typeface="Calibri"/>
              </a:rPr>
              <a:t>e</a:t>
            </a:r>
            <a:r>
              <a:rPr dirty="0" smtClean="0" sz="2800" spc="-7" b="1">
                <a:solidFill>
                  <a:srgbClr val="3333CC"/>
                </a:solidFill>
                <a:latin typeface="Calibri"/>
                <a:cs typeface="Calibri"/>
              </a:rPr>
              <a:t>r</a:t>
            </a:r>
            <a:r>
              <a:rPr dirty="0" smtClean="0" sz="2800" spc="-7" b="1">
                <a:solidFill>
                  <a:srgbClr val="3333CC"/>
                </a:solidFill>
                <a:latin typeface="Calibri"/>
                <a:cs typeface="Calibri"/>
              </a:rPr>
              <a:t>e</a:t>
            </a:r>
            <a:r>
              <a:rPr dirty="0" smtClean="0" sz="2800" spc="-7" b="1">
                <a:solidFill>
                  <a:srgbClr val="3333CC"/>
                </a:solidFill>
                <a:latin typeface="Calibri"/>
                <a:cs typeface="Calibri"/>
              </a:rPr>
              <a:t>nce</a:t>
            </a:r>
            <a:r>
              <a:rPr dirty="0" smtClean="0" sz="2800" spc="-7" b="1">
                <a:solidFill>
                  <a:srgbClr val="3333CC"/>
                </a:solidFill>
                <a:latin typeface="Calibri"/>
                <a:cs typeface="Calibri"/>
              </a:rPr>
              <a:t> </a:t>
            </a:r>
            <a:r>
              <a:rPr dirty="0" smtClean="0" sz="2800" spc="-7" b="1">
                <a:solidFill>
                  <a:srgbClr val="3333CC"/>
                </a:solidFill>
                <a:latin typeface="Calibri"/>
                <a:cs typeface="Calibri"/>
              </a:rPr>
              <a:t>p</a:t>
            </a:r>
            <a:r>
              <a:rPr dirty="0" smtClean="0" sz="2800" spc="-7" b="1">
                <a:solidFill>
                  <a:srgbClr val="3333CC"/>
                </a:solidFill>
                <a:latin typeface="Calibri"/>
                <a:cs typeface="Calibri"/>
              </a:rPr>
              <a:t>r</a:t>
            </a:r>
            <a:r>
              <a:rPr dirty="0" smtClean="0" sz="2800" spc="-7" b="1">
                <a:solidFill>
                  <a:srgbClr val="3333CC"/>
                </a:solidFill>
                <a:latin typeface="Calibri"/>
                <a:cs typeface="Calibri"/>
              </a:rPr>
              <a:t>o</a:t>
            </a:r>
            <a:r>
              <a:rPr dirty="0" smtClean="0" sz="2800" spc="-7" b="1">
                <a:solidFill>
                  <a:srgbClr val="3333CC"/>
                </a:solidFill>
                <a:latin typeface="Calibri"/>
                <a:cs typeface="Calibri"/>
              </a:rPr>
              <a:t>b</a:t>
            </a:r>
            <a:r>
              <a:rPr dirty="0" smtClean="0" sz="2800" spc="-7" b="1">
                <a:solidFill>
                  <a:srgbClr val="3333CC"/>
                </a:solidFill>
                <a:latin typeface="Calibri"/>
                <a:cs typeface="Calibri"/>
              </a:rPr>
              <a:t>ab</a:t>
            </a:r>
            <a:r>
              <a:rPr dirty="0" smtClean="0" sz="2800" spc="-7" b="1">
                <a:solidFill>
                  <a:srgbClr val="3333CC"/>
                </a:solidFill>
                <a:latin typeface="Calibri"/>
                <a:cs typeface="Calibri"/>
              </a:rPr>
              <a:t>i</a:t>
            </a:r>
            <a:r>
              <a:rPr dirty="0" smtClean="0" sz="2800" spc="-7" b="1">
                <a:solidFill>
                  <a:srgbClr val="3333CC"/>
                </a:solidFill>
                <a:latin typeface="Calibri"/>
                <a:cs typeface="Calibri"/>
              </a:rPr>
              <a:t>l</a:t>
            </a:r>
            <a:r>
              <a:rPr dirty="0" smtClean="0" sz="2800" spc="-7" b="1">
                <a:solidFill>
                  <a:srgbClr val="3333CC"/>
                </a:solidFill>
                <a:latin typeface="Calibri"/>
                <a:cs typeface="Calibri"/>
              </a:rPr>
              <a:t>i</a:t>
            </a:r>
            <a:r>
              <a:rPr dirty="0" smtClean="0" sz="2800" spc="-7" b="1">
                <a:solidFill>
                  <a:srgbClr val="3333CC"/>
                </a:solidFill>
                <a:latin typeface="Calibri"/>
                <a:cs typeface="Calibri"/>
              </a:rPr>
              <a:t>ty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ts val="2880"/>
              </a:lnSpc>
            </a:pPr>
            <a:r>
              <a:rPr dirty="0" smtClean="0" sz="2400" spc="4">
                <a:latin typeface="Calibri"/>
                <a:cs typeface="Calibri"/>
              </a:rPr>
              <a:t>-</a:t>
            </a:r>
            <a:r>
              <a:rPr dirty="0" smtClean="0" sz="2400" spc="4">
                <a:latin typeface="Calibri"/>
                <a:cs typeface="Calibri"/>
              </a:rPr>
              <a:t> </a:t>
            </a:r>
            <a:r>
              <a:rPr dirty="0" smtClean="0" sz="2400" spc="4">
                <a:latin typeface="Calibri"/>
                <a:cs typeface="Calibri"/>
              </a:rPr>
              <a:t>2%</a:t>
            </a:r>
            <a:r>
              <a:rPr dirty="0" smtClean="0" sz="2400" spc="4">
                <a:latin typeface="Calibri"/>
                <a:cs typeface="Calibri"/>
              </a:rPr>
              <a:t> </a:t>
            </a:r>
            <a:r>
              <a:rPr dirty="0" smtClean="0" sz="2400" spc="4">
                <a:latin typeface="Calibri"/>
                <a:cs typeface="Calibri"/>
              </a:rPr>
              <a:t>c</a:t>
            </a:r>
            <a:r>
              <a:rPr dirty="0" smtClean="0" sz="2400" spc="4">
                <a:latin typeface="Calibri"/>
                <a:cs typeface="Calibri"/>
              </a:rPr>
              <a:t>o</a:t>
            </a:r>
            <a:r>
              <a:rPr dirty="0" smtClean="0" sz="2400" spc="4">
                <a:latin typeface="Calibri"/>
                <a:cs typeface="Calibri"/>
              </a:rPr>
              <a:t>-</a:t>
            </a:r>
            <a:r>
              <a:rPr dirty="0" smtClean="0" sz="2400" spc="4">
                <a:latin typeface="Calibri"/>
                <a:cs typeface="Calibri"/>
              </a:rPr>
              <a:t>c</a:t>
            </a:r>
            <a:r>
              <a:rPr dirty="0" smtClean="0" sz="2400" spc="4">
                <a:latin typeface="Calibri"/>
                <a:cs typeface="Calibri"/>
              </a:rPr>
              <a:t>h</a:t>
            </a:r>
            <a:r>
              <a:rPr dirty="0" smtClean="0" sz="2400" spc="4">
                <a:latin typeface="Calibri"/>
                <a:cs typeface="Calibri"/>
              </a:rPr>
              <a:t>a</a:t>
            </a:r>
            <a:r>
              <a:rPr dirty="0" smtClean="0" sz="2400" spc="4">
                <a:latin typeface="Calibri"/>
                <a:cs typeface="Calibri"/>
              </a:rPr>
              <a:t>nn</a:t>
            </a:r>
            <a:r>
              <a:rPr dirty="0" smtClean="0" sz="2400" spc="4">
                <a:latin typeface="Calibri"/>
                <a:cs typeface="Calibri"/>
              </a:rPr>
              <a:t>e</a:t>
            </a:r>
            <a:r>
              <a:rPr dirty="0" smtClean="0" sz="2400" spc="4">
                <a:latin typeface="Calibri"/>
                <a:cs typeface="Calibri"/>
              </a:rPr>
              <a:t>l</a:t>
            </a:r>
            <a:r>
              <a:rPr dirty="0" smtClean="0" sz="2400" spc="4">
                <a:latin typeface="Calibri"/>
                <a:cs typeface="Calibri"/>
              </a:rPr>
              <a:t> </a:t>
            </a:r>
            <a:r>
              <a:rPr dirty="0" smtClean="0" sz="2400" spc="4">
                <a:latin typeface="Calibri"/>
                <a:cs typeface="Calibri"/>
              </a:rPr>
              <a:t>a</a:t>
            </a:r>
            <a:r>
              <a:rPr dirty="0" smtClean="0" sz="2400" spc="4">
                <a:latin typeface="Calibri"/>
                <a:cs typeface="Calibri"/>
              </a:rPr>
              <a:t>nd</a:t>
            </a:r>
            <a:r>
              <a:rPr dirty="0" smtClean="0" sz="2400" spc="4">
                <a:latin typeface="Calibri"/>
                <a:cs typeface="Calibri"/>
              </a:rPr>
              <a:t> </a:t>
            </a:r>
            <a:r>
              <a:rPr dirty="0" smtClean="0" sz="2400" spc="4">
                <a:latin typeface="Calibri"/>
                <a:cs typeface="Calibri"/>
              </a:rPr>
              <a:t>5%</a:t>
            </a:r>
            <a:r>
              <a:rPr dirty="0" smtClean="0" sz="2400" spc="4">
                <a:latin typeface="Calibri"/>
                <a:cs typeface="Calibri"/>
              </a:rPr>
              <a:t> </a:t>
            </a:r>
            <a:r>
              <a:rPr dirty="0" smtClean="0" sz="2400" spc="4">
                <a:latin typeface="Calibri"/>
                <a:cs typeface="Calibri"/>
              </a:rPr>
              <a:t>a</a:t>
            </a:r>
            <a:r>
              <a:rPr dirty="0" smtClean="0" sz="2400" spc="4">
                <a:latin typeface="Calibri"/>
                <a:cs typeface="Calibri"/>
              </a:rPr>
              <a:t>d</a:t>
            </a:r>
            <a:r>
              <a:rPr dirty="0" smtClean="0" sz="2400" spc="4">
                <a:latin typeface="Calibri"/>
                <a:cs typeface="Calibri"/>
              </a:rPr>
              <a:t>j</a:t>
            </a:r>
            <a:r>
              <a:rPr dirty="0" smtClean="0" sz="2400" spc="4">
                <a:latin typeface="Calibri"/>
                <a:cs typeface="Calibri"/>
              </a:rPr>
              <a:t>a</a:t>
            </a:r>
            <a:r>
              <a:rPr dirty="0" smtClean="0" sz="2400" spc="4">
                <a:latin typeface="Calibri"/>
                <a:cs typeface="Calibri"/>
              </a:rPr>
              <a:t>c</a:t>
            </a:r>
            <a:r>
              <a:rPr dirty="0" smtClean="0" sz="2400" spc="4">
                <a:latin typeface="Calibri"/>
                <a:cs typeface="Calibri"/>
              </a:rPr>
              <a:t>e</a:t>
            </a:r>
            <a:r>
              <a:rPr dirty="0" smtClean="0" sz="2400" spc="4">
                <a:latin typeface="Calibri"/>
                <a:cs typeface="Calibri"/>
              </a:rPr>
              <a:t>n</a:t>
            </a:r>
            <a:r>
              <a:rPr dirty="0" smtClean="0" sz="2400" spc="4">
                <a:latin typeface="Calibri"/>
                <a:cs typeface="Calibri"/>
              </a:rPr>
              <a:t>t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926342" y="3375802"/>
            <a:ext cx="1049524" cy="330517"/>
          </a:xfrm>
          <a:prstGeom prst="rect">
            <a:avLst/>
          </a:prstGeom>
        </p:spPr>
        <p:txBody>
          <a:bodyPr wrap="square" lIns="0" tIns="15875" rIns="0" bIns="0" rtlCol="0">
            <a:noAutofit/>
          </a:bodyPr>
          <a:lstStyle/>
          <a:p>
            <a:pPr marL="12700">
              <a:lnSpc>
                <a:spcPts val="2500"/>
              </a:lnSpc>
            </a:pPr>
            <a:r>
              <a:rPr dirty="0" smtClean="0" sz="2400" spc="0">
                <a:latin typeface="Calibri"/>
                <a:cs typeface="Calibri"/>
              </a:rPr>
              <a:t>c</a:t>
            </a:r>
            <a:r>
              <a:rPr dirty="0" smtClean="0" sz="2400" spc="0">
                <a:latin typeface="Calibri"/>
                <a:cs typeface="Calibri"/>
              </a:rPr>
              <a:t>h</a:t>
            </a:r>
            <a:r>
              <a:rPr dirty="0" smtClean="0" sz="2400" spc="0">
                <a:latin typeface="Calibri"/>
                <a:cs typeface="Calibri"/>
              </a:rPr>
              <a:t>a</a:t>
            </a:r>
            <a:r>
              <a:rPr dirty="0" smtClean="0" sz="2400" spc="0">
                <a:latin typeface="Calibri"/>
                <a:cs typeface="Calibri"/>
              </a:rPr>
              <a:t>nn</a:t>
            </a:r>
            <a:r>
              <a:rPr dirty="0" smtClean="0" sz="2400" spc="0">
                <a:latin typeface="Calibri"/>
                <a:cs typeface="Calibri"/>
              </a:rPr>
              <a:t>e</a:t>
            </a:r>
            <a:r>
              <a:rPr dirty="0" smtClean="0" sz="2400" spc="0">
                <a:latin typeface="Calibri"/>
                <a:cs typeface="Calibri"/>
              </a:rPr>
              <a:t>l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974725" y="3375802"/>
            <a:ext cx="1593829" cy="330517"/>
          </a:xfrm>
          <a:prstGeom prst="rect">
            <a:avLst/>
          </a:prstGeom>
        </p:spPr>
        <p:txBody>
          <a:bodyPr wrap="square" lIns="0" tIns="15875" rIns="0" bIns="0" rtlCol="0">
            <a:noAutofit/>
          </a:bodyPr>
          <a:lstStyle/>
          <a:p>
            <a:pPr marL="12700">
              <a:lnSpc>
                <a:spcPts val="2500"/>
              </a:lnSpc>
            </a:pPr>
            <a:r>
              <a:rPr dirty="0" smtClean="0" sz="2400" spc="-7">
                <a:latin typeface="Calibri"/>
                <a:cs typeface="Calibri"/>
              </a:rPr>
              <a:t>i</a:t>
            </a:r>
            <a:r>
              <a:rPr dirty="0" smtClean="0" sz="2400" spc="-7">
                <a:latin typeface="Calibri"/>
                <a:cs typeface="Calibri"/>
              </a:rPr>
              <a:t>n</a:t>
            </a:r>
            <a:r>
              <a:rPr dirty="0" smtClean="0" sz="2400" spc="-7">
                <a:latin typeface="Calibri"/>
                <a:cs typeface="Calibri"/>
              </a:rPr>
              <a:t>t</a:t>
            </a:r>
            <a:r>
              <a:rPr dirty="0" smtClean="0" sz="2400" spc="-7">
                <a:latin typeface="Calibri"/>
                <a:cs typeface="Calibri"/>
              </a:rPr>
              <a:t>e</a:t>
            </a:r>
            <a:r>
              <a:rPr dirty="0" smtClean="0" sz="2400" spc="-7">
                <a:latin typeface="Calibri"/>
                <a:cs typeface="Calibri"/>
              </a:rPr>
              <a:t>r</a:t>
            </a:r>
            <a:r>
              <a:rPr dirty="0" smtClean="0" sz="2400" spc="-7">
                <a:latin typeface="Calibri"/>
                <a:cs typeface="Calibri"/>
              </a:rPr>
              <a:t>f</a:t>
            </a:r>
            <a:r>
              <a:rPr dirty="0" smtClean="0" sz="2400" spc="-7">
                <a:latin typeface="Calibri"/>
                <a:cs typeface="Calibri"/>
              </a:rPr>
              <a:t>e</a:t>
            </a:r>
            <a:r>
              <a:rPr dirty="0" smtClean="0" sz="2400" spc="-7">
                <a:latin typeface="Calibri"/>
                <a:cs typeface="Calibri"/>
              </a:rPr>
              <a:t>r</a:t>
            </a:r>
            <a:r>
              <a:rPr dirty="0" smtClean="0" sz="2400" spc="-7">
                <a:latin typeface="Calibri"/>
                <a:cs typeface="Calibri"/>
              </a:rPr>
              <a:t>e</a:t>
            </a:r>
            <a:r>
              <a:rPr dirty="0" smtClean="0" sz="2400" spc="-7">
                <a:latin typeface="Calibri"/>
                <a:cs typeface="Calibri"/>
              </a:rPr>
              <a:t>n</a:t>
            </a:r>
            <a:r>
              <a:rPr dirty="0" smtClean="0" sz="2400" spc="-7">
                <a:latin typeface="Calibri"/>
                <a:cs typeface="Calibri"/>
              </a:rPr>
              <a:t>ce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0095" y="4117736"/>
            <a:ext cx="3406099" cy="381317"/>
          </a:xfrm>
          <a:prstGeom prst="rect">
            <a:avLst/>
          </a:prstGeom>
        </p:spPr>
        <p:txBody>
          <a:bodyPr wrap="square" lIns="0" tIns="18415" rIns="0" bIns="0" rtlCol="0">
            <a:noAutofit/>
          </a:bodyPr>
          <a:lstStyle/>
          <a:p>
            <a:pPr marL="12700">
              <a:lnSpc>
                <a:spcPts val="2900"/>
              </a:lnSpc>
            </a:pPr>
            <a:r>
              <a:rPr dirty="0" smtClean="0" sz="2800" spc="-6" b="1">
                <a:solidFill>
                  <a:srgbClr val="3333CC"/>
                </a:solidFill>
                <a:latin typeface="Calibri"/>
                <a:cs typeface="Calibri"/>
              </a:rPr>
              <a:t>F</a:t>
            </a:r>
            <a:r>
              <a:rPr dirty="0" smtClean="0" sz="2800" spc="-6" b="1">
                <a:solidFill>
                  <a:srgbClr val="3333CC"/>
                </a:solidFill>
                <a:latin typeface="Calibri"/>
                <a:cs typeface="Calibri"/>
              </a:rPr>
              <a:t>r</a:t>
            </a:r>
            <a:r>
              <a:rPr dirty="0" smtClean="0" sz="2800" spc="-6" b="1">
                <a:solidFill>
                  <a:srgbClr val="3333CC"/>
                </a:solidFill>
                <a:latin typeface="Calibri"/>
                <a:cs typeface="Calibri"/>
              </a:rPr>
              <a:t>e</a:t>
            </a:r>
            <a:r>
              <a:rPr dirty="0" smtClean="0" sz="2800" spc="-6" b="1">
                <a:solidFill>
                  <a:srgbClr val="3333CC"/>
                </a:solidFill>
                <a:latin typeface="Calibri"/>
                <a:cs typeface="Calibri"/>
              </a:rPr>
              <a:t>q</a:t>
            </a:r>
            <a:r>
              <a:rPr dirty="0" smtClean="0" sz="2800" spc="-6" b="1">
                <a:solidFill>
                  <a:srgbClr val="3333CC"/>
                </a:solidFill>
                <a:latin typeface="Calibri"/>
                <a:cs typeface="Calibri"/>
              </a:rPr>
              <a:t>u</a:t>
            </a:r>
            <a:r>
              <a:rPr dirty="0" smtClean="0" sz="2800" spc="-6" b="1">
                <a:solidFill>
                  <a:srgbClr val="3333CC"/>
                </a:solidFill>
                <a:latin typeface="Calibri"/>
                <a:cs typeface="Calibri"/>
              </a:rPr>
              <a:t>e</a:t>
            </a:r>
            <a:r>
              <a:rPr dirty="0" smtClean="0" sz="2800" spc="-6" b="1">
                <a:solidFill>
                  <a:srgbClr val="3333CC"/>
                </a:solidFill>
                <a:latin typeface="Calibri"/>
                <a:cs typeface="Calibri"/>
              </a:rPr>
              <a:t>ncy</a:t>
            </a:r>
            <a:r>
              <a:rPr dirty="0" smtClean="0" sz="2800" spc="-6" b="1">
                <a:solidFill>
                  <a:srgbClr val="3333CC"/>
                </a:solidFill>
                <a:latin typeface="Calibri"/>
                <a:cs typeface="Calibri"/>
              </a:rPr>
              <a:t> </a:t>
            </a:r>
            <a:r>
              <a:rPr dirty="0" smtClean="0" sz="2800" spc="-6" b="1">
                <a:solidFill>
                  <a:srgbClr val="3333CC"/>
                </a:solidFill>
                <a:latin typeface="Calibri"/>
                <a:cs typeface="Calibri"/>
              </a:rPr>
              <a:t>se</a:t>
            </a:r>
            <a:r>
              <a:rPr dirty="0" smtClean="0" sz="2800" spc="-6" b="1">
                <a:solidFill>
                  <a:srgbClr val="3333CC"/>
                </a:solidFill>
                <a:latin typeface="Calibri"/>
                <a:cs typeface="Calibri"/>
              </a:rPr>
              <a:t>p</a:t>
            </a:r>
            <a:r>
              <a:rPr dirty="0" smtClean="0" sz="2800" spc="-6" b="1">
                <a:solidFill>
                  <a:srgbClr val="3333CC"/>
                </a:solidFill>
                <a:latin typeface="Calibri"/>
                <a:cs typeface="Calibri"/>
              </a:rPr>
              <a:t>a</a:t>
            </a:r>
            <a:r>
              <a:rPr dirty="0" smtClean="0" sz="2800" spc="-6" b="1">
                <a:solidFill>
                  <a:srgbClr val="3333CC"/>
                </a:solidFill>
                <a:latin typeface="Calibri"/>
                <a:cs typeface="Calibri"/>
              </a:rPr>
              <a:t>r</a:t>
            </a:r>
            <a:r>
              <a:rPr dirty="0" smtClean="0" sz="2800" spc="-6" b="1">
                <a:solidFill>
                  <a:srgbClr val="3333CC"/>
                </a:solidFill>
                <a:latin typeface="Calibri"/>
                <a:cs typeface="Calibri"/>
              </a:rPr>
              <a:t>a</a:t>
            </a:r>
            <a:r>
              <a:rPr dirty="0" smtClean="0" sz="2800" spc="-6" b="1">
                <a:solidFill>
                  <a:srgbClr val="3333CC"/>
                </a:solidFill>
                <a:latin typeface="Calibri"/>
                <a:cs typeface="Calibri"/>
              </a:rPr>
              <a:t>ti</a:t>
            </a:r>
            <a:r>
              <a:rPr dirty="0" smtClean="0" sz="2800" spc="-6" b="1">
                <a:solidFill>
                  <a:srgbClr val="3333CC"/>
                </a:solidFill>
                <a:latin typeface="Calibri"/>
                <a:cs typeface="Calibri"/>
              </a:rPr>
              <a:t>o</a:t>
            </a:r>
            <a:r>
              <a:rPr dirty="0" smtClean="0" sz="2800" spc="-6" b="1">
                <a:solidFill>
                  <a:srgbClr val="3333CC"/>
                </a:solidFill>
                <a:latin typeface="Calibri"/>
                <a:cs typeface="Calibri"/>
              </a:rPr>
              <a:t>ns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0095" y="4534789"/>
            <a:ext cx="164435" cy="695960"/>
          </a:xfrm>
          <a:prstGeom prst="rect">
            <a:avLst/>
          </a:prstGeom>
        </p:spPr>
        <p:txBody>
          <a:bodyPr wrap="square" lIns="0" tIns="15875" rIns="0" bIns="0" rtlCol="0">
            <a:noAutofit/>
          </a:bodyPr>
          <a:lstStyle/>
          <a:p>
            <a:pPr marL="12700">
              <a:lnSpc>
                <a:spcPts val="2500"/>
              </a:lnSpc>
            </a:pPr>
            <a:r>
              <a:rPr dirty="0" smtClean="0" sz="2400">
                <a:latin typeface="Calibri"/>
                <a:cs typeface="Calibri"/>
              </a:rPr>
              <a:t>-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ts val="2880"/>
              </a:lnSpc>
              <a:spcBef>
                <a:spcPts val="19"/>
              </a:spcBef>
            </a:pPr>
            <a:r>
              <a:rPr dirty="0" smtClean="0" sz="2400">
                <a:latin typeface="Calibri"/>
                <a:cs typeface="Calibri"/>
              </a:rPr>
              <a:t>-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14094" y="4534789"/>
            <a:ext cx="2627569" cy="695960"/>
          </a:xfrm>
          <a:prstGeom prst="rect">
            <a:avLst/>
          </a:prstGeom>
        </p:spPr>
        <p:txBody>
          <a:bodyPr wrap="square" lIns="0" tIns="15875" rIns="0" bIns="0" rtlCol="0">
            <a:noAutofit/>
          </a:bodyPr>
          <a:lstStyle/>
          <a:p>
            <a:pPr marL="12700" marR="45720">
              <a:lnSpc>
                <a:spcPts val="2500"/>
              </a:lnSpc>
            </a:pPr>
            <a:r>
              <a:rPr dirty="0" smtClean="0" sz="2400" spc="-7">
                <a:latin typeface="Calibri"/>
                <a:cs typeface="Calibri"/>
              </a:rPr>
              <a:t>c</a:t>
            </a:r>
            <a:r>
              <a:rPr dirty="0" smtClean="0" sz="2400" spc="-7">
                <a:latin typeface="Calibri"/>
                <a:cs typeface="Calibri"/>
              </a:rPr>
              <a:t>e</a:t>
            </a:r>
            <a:r>
              <a:rPr dirty="0" smtClean="0" sz="2400" spc="-7">
                <a:latin typeface="Calibri"/>
                <a:cs typeface="Calibri"/>
              </a:rPr>
              <a:t>l</a:t>
            </a:r>
            <a:r>
              <a:rPr dirty="0" smtClean="0" sz="2400" spc="-7">
                <a:latin typeface="Calibri"/>
                <a:cs typeface="Calibri"/>
              </a:rPr>
              <a:t>l</a:t>
            </a:r>
            <a:r>
              <a:rPr dirty="0" smtClean="0" sz="2400" spc="-7">
                <a:latin typeface="Calibri"/>
                <a:cs typeface="Calibri"/>
              </a:rPr>
              <a:t>/</a:t>
            </a:r>
            <a:r>
              <a:rPr dirty="0" smtClean="0" sz="2400" spc="-7">
                <a:latin typeface="Calibri"/>
                <a:cs typeface="Calibri"/>
              </a:rPr>
              <a:t>s</a:t>
            </a:r>
            <a:r>
              <a:rPr dirty="0" smtClean="0" sz="2400" spc="-7">
                <a:latin typeface="Calibri"/>
                <a:cs typeface="Calibri"/>
              </a:rPr>
              <a:t>i</a:t>
            </a:r>
            <a:r>
              <a:rPr dirty="0" smtClean="0" sz="2400" spc="-7">
                <a:latin typeface="Calibri"/>
                <a:cs typeface="Calibri"/>
              </a:rPr>
              <a:t>t</a:t>
            </a:r>
            <a:r>
              <a:rPr dirty="0" smtClean="0" sz="2400" spc="-7">
                <a:latin typeface="Calibri"/>
                <a:cs typeface="Calibri"/>
              </a:rPr>
              <a:t>e</a:t>
            </a:r>
            <a:r>
              <a:rPr dirty="0" smtClean="0" sz="2400" spc="-7">
                <a:latin typeface="Calibri"/>
                <a:cs typeface="Calibri"/>
              </a:rPr>
              <a:t> </a:t>
            </a:r>
            <a:r>
              <a:rPr dirty="0" smtClean="0" sz="2400" spc="-7">
                <a:latin typeface="Calibri"/>
                <a:cs typeface="Calibri"/>
              </a:rPr>
              <a:t>sepa</a:t>
            </a:r>
            <a:r>
              <a:rPr dirty="0" smtClean="0" sz="2400" spc="-7">
                <a:latin typeface="Calibri"/>
                <a:cs typeface="Calibri"/>
              </a:rPr>
              <a:t>r</a:t>
            </a:r>
            <a:r>
              <a:rPr dirty="0" smtClean="0" sz="2400" spc="-7">
                <a:latin typeface="Calibri"/>
                <a:cs typeface="Calibri"/>
              </a:rPr>
              <a:t>a</a:t>
            </a:r>
            <a:r>
              <a:rPr dirty="0" smtClean="0" sz="2400" spc="-7">
                <a:latin typeface="Calibri"/>
                <a:cs typeface="Calibri"/>
              </a:rPr>
              <a:t>tions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ts val="2880"/>
              </a:lnSpc>
              <a:spcBef>
                <a:spcPts val="19"/>
              </a:spcBef>
            </a:pPr>
            <a:r>
              <a:rPr dirty="0" smtClean="0" sz="2400" spc="-3">
                <a:latin typeface="Calibri"/>
                <a:cs typeface="Calibri"/>
              </a:rPr>
              <a:t>c</a:t>
            </a:r>
            <a:r>
              <a:rPr dirty="0" smtClean="0" sz="2400" spc="-3">
                <a:latin typeface="Calibri"/>
                <a:cs typeface="Calibri"/>
              </a:rPr>
              <a:t>ombin</a:t>
            </a:r>
            <a:r>
              <a:rPr dirty="0" smtClean="0" sz="2400" spc="-3">
                <a:latin typeface="Calibri"/>
                <a:cs typeface="Calibri"/>
              </a:rPr>
              <a:t>e</a:t>
            </a:r>
            <a:r>
              <a:rPr dirty="0" smtClean="0" sz="2400" spc="-3">
                <a:latin typeface="Calibri"/>
                <a:cs typeface="Calibri"/>
              </a:rPr>
              <a:t>r</a:t>
            </a:r>
            <a:r>
              <a:rPr dirty="0" smtClean="0" sz="2400" spc="-3">
                <a:latin typeface="Calibri"/>
                <a:cs typeface="Calibri"/>
              </a:rPr>
              <a:t> </a:t>
            </a:r>
            <a:r>
              <a:rPr dirty="0" smtClean="0" sz="2400" spc="-3">
                <a:latin typeface="Calibri"/>
                <a:cs typeface="Calibri"/>
              </a:rPr>
              <a:t>l</a:t>
            </a:r>
            <a:r>
              <a:rPr dirty="0" smtClean="0" sz="2400" spc="-3">
                <a:latin typeface="Calibri"/>
                <a:cs typeface="Calibri"/>
              </a:rPr>
              <a:t>i</a:t>
            </a:r>
            <a:r>
              <a:rPr dirty="0" smtClean="0" sz="2400" spc="-3">
                <a:latin typeface="Calibri"/>
                <a:cs typeface="Calibri"/>
              </a:rPr>
              <a:t>m</a:t>
            </a:r>
            <a:r>
              <a:rPr dirty="0" smtClean="0" sz="2400" spc="-3">
                <a:latin typeface="Calibri"/>
                <a:cs typeface="Calibri"/>
              </a:rPr>
              <a:t>i</a:t>
            </a:r>
            <a:r>
              <a:rPr dirty="0" smtClean="0" sz="2400" spc="-3">
                <a:latin typeface="Calibri"/>
                <a:cs typeface="Calibri"/>
              </a:rPr>
              <a:t>t</a:t>
            </a:r>
            <a:r>
              <a:rPr dirty="0" smtClean="0" sz="2400" spc="-3">
                <a:latin typeface="Calibri"/>
                <a:cs typeface="Calibri"/>
              </a:rPr>
              <a:t>a</a:t>
            </a:r>
            <a:r>
              <a:rPr dirty="0" smtClean="0" sz="2400" spc="-3">
                <a:latin typeface="Calibri"/>
                <a:cs typeface="Calibri"/>
              </a:rPr>
              <a:t>tions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1140" y="6472848"/>
            <a:ext cx="5475228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o</a:t>
            </a:r>
            <a:r>
              <a:rPr dirty="0" smtClean="0" sz="1800" spc="0" b="1">
                <a:latin typeface="Georgia"/>
                <a:cs typeface="Georgia"/>
              </a:rPr>
              <a:t>d</a:t>
            </a:r>
            <a:r>
              <a:rPr dirty="0" smtClean="0" sz="1800" spc="0" b="1">
                <a:latin typeface="Georgia"/>
                <a:cs typeface="Georgia"/>
              </a:rPr>
              <a:t>ul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3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S</a:t>
            </a:r>
            <a:r>
              <a:rPr dirty="0" smtClean="0" sz="1800" spc="0" b="1">
                <a:latin typeface="Georgia"/>
                <a:cs typeface="Georgia"/>
              </a:rPr>
              <a:t>istem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K</a:t>
            </a:r>
            <a:r>
              <a:rPr dirty="0" smtClean="0" sz="1800" spc="0" b="1">
                <a:latin typeface="Georgia"/>
                <a:cs typeface="Georgia"/>
              </a:rPr>
              <a:t>o</a:t>
            </a: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unik</a:t>
            </a:r>
            <a:r>
              <a:rPr dirty="0" smtClean="0" sz="1800" spc="0" b="1">
                <a:latin typeface="Georgia"/>
                <a:cs typeface="Georgia"/>
              </a:rPr>
              <a:t>a</a:t>
            </a:r>
            <a:r>
              <a:rPr dirty="0" smtClean="0" sz="1800" spc="0" b="1">
                <a:latin typeface="Georgia"/>
                <a:cs typeface="Georgia"/>
              </a:rPr>
              <a:t>si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B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r>
              <a:rPr dirty="0" smtClean="0" sz="1800" spc="0" b="1">
                <a:latin typeface="Georgia"/>
                <a:cs typeface="Georgia"/>
              </a:rPr>
              <a:t>g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r>
              <a:rPr dirty="0" smtClean="0" sz="1800" spc="0" b="1">
                <a:latin typeface="Georgia"/>
                <a:cs typeface="Georgia"/>
              </a:rPr>
              <a:t>a</a:t>
            </a:r>
            <a:r>
              <a:rPr dirty="0" smtClean="0" sz="1800" spc="0" b="1">
                <a:latin typeface="Georgia"/>
                <a:cs typeface="Georgia"/>
              </a:rPr>
              <a:t>k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S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lul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9453880" y="6472848"/>
            <a:ext cx="340316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b="1">
                <a:latin typeface="Georgia"/>
                <a:cs typeface="Georgia"/>
              </a:rPr>
              <a:t>52</a:t>
            </a:r>
            <a:endParaRPr sz="1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object 126"/>
          <p:cNvSpPr/>
          <p:nvPr/>
        </p:nvSpPr>
        <p:spPr>
          <a:xfrm>
            <a:off x="0" y="6400800"/>
            <a:ext cx="9903460" cy="457196"/>
          </a:xfrm>
          <a:custGeom>
            <a:avLst/>
            <a:gdLst/>
            <a:ahLst/>
            <a:cxnLst/>
            <a:rect l="l" t="t" r="r" b="b"/>
            <a:pathLst>
              <a:path w="9903460" h="457196">
                <a:moveTo>
                  <a:pt x="9903460" y="457196"/>
                </a:moveTo>
                <a:lnTo>
                  <a:pt x="9903460" y="0"/>
                </a:lnTo>
                <a:lnTo>
                  <a:pt x="0" y="0"/>
                </a:lnTo>
                <a:lnTo>
                  <a:pt x="0" y="457196"/>
                </a:lnTo>
                <a:lnTo>
                  <a:pt x="9903460" y="457196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7" name="object 127"/>
          <p:cNvSpPr/>
          <p:nvPr/>
        </p:nvSpPr>
        <p:spPr>
          <a:xfrm>
            <a:off x="153670" y="640207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58419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4" name="object 124"/>
          <p:cNvSpPr/>
          <p:nvPr/>
        </p:nvSpPr>
        <p:spPr>
          <a:xfrm>
            <a:off x="0" y="0"/>
            <a:ext cx="9903460" cy="609600"/>
          </a:xfrm>
          <a:custGeom>
            <a:avLst/>
            <a:gdLst/>
            <a:ahLst/>
            <a:cxnLst/>
            <a:rect l="l" t="t" r="r" b="b"/>
            <a:pathLst>
              <a:path w="9903460" h="609600">
                <a:moveTo>
                  <a:pt x="0" y="609600"/>
                </a:moveTo>
                <a:lnTo>
                  <a:pt x="9903460" y="609600"/>
                </a:lnTo>
                <a:lnTo>
                  <a:pt x="9903460" y="0"/>
                </a:lnTo>
                <a:lnTo>
                  <a:pt x="0" y="0"/>
                </a:lnTo>
                <a:lnTo>
                  <a:pt x="0" y="60960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5" name="object 125"/>
          <p:cNvSpPr/>
          <p:nvPr/>
        </p:nvSpPr>
        <p:spPr>
          <a:xfrm>
            <a:off x="111760" y="60960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76200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9" name="object 59"/>
          <p:cNvSpPr/>
          <p:nvPr/>
        </p:nvSpPr>
        <p:spPr>
          <a:xfrm>
            <a:off x="5633720" y="1633220"/>
            <a:ext cx="3592322" cy="3592449"/>
          </a:xfrm>
          <a:custGeom>
            <a:avLst/>
            <a:gdLst/>
            <a:ahLst/>
            <a:cxnLst/>
            <a:rect l="l" t="t" r="r" b="b"/>
            <a:pathLst>
              <a:path w="3592322" h="3592449">
                <a:moveTo>
                  <a:pt x="684402" y="449199"/>
                </a:moveTo>
                <a:lnTo>
                  <a:pt x="696467" y="523875"/>
                </a:lnTo>
                <a:lnTo>
                  <a:pt x="758316" y="536575"/>
                </a:lnTo>
                <a:lnTo>
                  <a:pt x="794512" y="598424"/>
                </a:lnTo>
                <a:lnTo>
                  <a:pt x="866647" y="598424"/>
                </a:lnTo>
                <a:lnTo>
                  <a:pt x="904494" y="673100"/>
                </a:lnTo>
                <a:lnTo>
                  <a:pt x="1380871" y="1384300"/>
                </a:lnTo>
                <a:lnTo>
                  <a:pt x="1637156" y="1758950"/>
                </a:lnTo>
                <a:lnTo>
                  <a:pt x="1563115" y="2146299"/>
                </a:lnTo>
                <a:lnTo>
                  <a:pt x="1392935" y="2519298"/>
                </a:lnTo>
                <a:lnTo>
                  <a:pt x="1208912" y="2855848"/>
                </a:lnTo>
                <a:lnTo>
                  <a:pt x="1208912" y="3106673"/>
                </a:lnTo>
                <a:lnTo>
                  <a:pt x="1356868" y="3217798"/>
                </a:lnTo>
                <a:lnTo>
                  <a:pt x="1356868" y="3292475"/>
                </a:lnTo>
                <a:lnTo>
                  <a:pt x="1417065" y="3330575"/>
                </a:lnTo>
                <a:lnTo>
                  <a:pt x="1490979" y="3330575"/>
                </a:lnTo>
                <a:lnTo>
                  <a:pt x="1527048" y="3292475"/>
                </a:lnTo>
                <a:lnTo>
                  <a:pt x="1613027" y="3268599"/>
                </a:lnTo>
                <a:lnTo>
                  <a:pt x="1673225" y="3230498"/>
                </a:lnTo>
                <a:lnTo>
                  <a:pt x="1723135" y="3155949"/>
                </a:lnTo>
                <a:lnTo>
                  <a:pt x="1759203" y="3081273"/>
                </a:lnTo>
                <a:lnTo>
                  <a:pt x="1783333" y="3081273"/>
                </a:lnTo>
                <a:lnTo>
                  <a:pt x="2125472" y="2768599"/>
                </a:lnTo>
                <a:lnTo>
                  <a:pt x="2125472" y="2693923"/>
                </a:lnTo>
                <a:lnTo>
                  <a:pt x="2187448" y="2657474"/>
                </a:lnTo>
                <a:lnTo>
                  <a:pt x="2235580" y="2593974"/>
                </a:lnTo>
                <a:lnTo>
                  <a:pt x="2261361" y="2557398"/>
                </a:lnTo>
                <a:lnTo>
                  <a:pt x="2821939" y="3155949"/>
                </a:lnTo>
                <a:lnTo>
                  <a:pt x="3189985" y="3592449"/>
                </a:lnTo>
                <a:lnTo>
                  <a:pt x="3396360" y="3368675"/>
                </a:lnTo>
                <a:lnTo>
                  <a:pt x="3396360" y="3305175"/>
                </a:lnTo>
                <a:lnTo>
                  <a:pt x="3446272" y="3230498"/>
                </a:lnTo>
                <a:lnTo>
                  <a:pt x="3506343" y="3194049"/>
                </a:lnTo>
                <a:lnTo>
                  <a:pt x="3556254" y="3117849"/>
                </a:lnTo>
                <a:lnTo>
                  <a:pt x="3580383" y="3043173"/>
                </a:lnTo>
                <a:lnTo>
                  <a:pt x="3580383" y="2968624"/>
                </a:lnTo>
                <a:lnTo>
                  <a:pt x="3580383" y="3043173"/>
                </a:lnTo>
                <a:lnTo>
                  <a:pt x="3580383" y="3030473"/>
                </a:lnTo>
                <a:lnTo>
                  <a:pt x="3592322" y="2955924"/>
                </a:lnTo>
                <a:lnTo>
                  <a:pt x="3189985" y="2408173"/>
                </a:lnTo>
                <a:lnTo>
                  <a:pt x="2785872" y="1958975"/>
                </a:lnTo>
                <a:lnTo>
                  <a:pt x="2773806" y="1884299"/>
                </a:lnTo>
                <a:lnTo>
                  <a:pt x="2711957" y="1846199"/>
                </a:lnTo>
                <a:lnTo>
                  <a:pt x="2663698" y="1771650"/>
                </a:lnTo>
                <a:lnTo>
                  <a:pt x="2601849" y="1720850"/>
                </a:lnTo>
                <a:lnTo>
                  <a:pt x="2529585" y="1571625"/>
                </a:lnTo>
                <a:lnTo>
                  <a:pt x="2749804" y="747649"/>
                </a:lnTo>
                <a:lnTo>
                  <a:pt x="2859785" y="236474"/>
                </a:lnTo>
                <a:lnTo>
                  <a:pt x="2809875" y="161925"/>
                </a:lnTo>
                <a:lnTo>
                  <a:pt x="2773806" y="87249"/>
                </a:lnTo>
                <a:lnTo>
                  <a:pt x="2711957" y="49149"/>
                </a:lnTo>
                <a:lnTo>
                  <a:pt x="2639695" y="0"/>
                </a:lnTo>
                <a:lnTo>
                  <a:pt x="2565780" y="0"/>
                </a:lnTo>
                <a:lnTo>
                  <a:pt x="2493518" y="38100"/>
                </a:lnTo>
                <a:lnTo>
                  <a:pt x="2261361" y="149225"/>
                </a:lnTo>
                <a:lnTo>
                  <a:pt x="2223515" y="223774"/>
                </a:lnTo>
                <a:lnTo>
                  <a:pt x="2163318" y="299974"/>
                </a:lnTo>
                <a:lnTo>
                  <a:pt x="2125472" y="374650"/>
                </a:lnTo>
                <a:lnTo>
                  <a:pt x="2089403" y="449199"/>
                </a:lnTo>
                <a:lnTo>
                  <a:pt x="1905380" y="873125"/>
                </a:lnTo>
                <a:lnTo>
                  <a:pt x="1086865" y="38100"/>
                </a:lnTo>
                <a:lnTo>
                  <a:pt x="952753" y="38100"/>
                </a:lnTo>
                <a:lnTo>
                  <a:pt x="866647" y="87249"/>
                </a:lnTo>
                <a:lnTo>
                  <a:pt x="794512" y="87249"/>
                </a:lnTo>
                <a:lnTo>
                  <a:pt x="720597" y="112649"/>
                </a:lnTo>
                <a:lnTo>
                  <a:pt x="110108" y="112649"/>
                </a:lnTo>
                <a:lnTo>
                  <a:pt x="0" y="125349"/>
                </a:lnTo>
                <a:lnTo>
                  <a:pt x="73913" y="149225"/>
                </a:lnTo>
                <a:lnTo>
                  <a:pt x="280288" y="149225"/>
                </a:lnTo>
                <a:lnTo>
                  <a:pt x="830579" y="112649"/>
                </a:lnTo>
                <a:lnTo>
                  <a:pt x="770381" y="149225"/>
                </a:lnTo>
                <a:lnTo>
                  <a:pt x="720597" y="223774"/>
                </a:lnTo>
                <a:lnTo>
                  <a:pt x="660400" y="261874"/>
                </a:lnTo>
                <a:lnTo>
                  <a:pt x="660400" y="336550"/>
                </a:lnTo>
                <a:lnTo>
                  <a:pt x="648334" y="374650"/>
                </a:lnTo>
                <a:lnTo>
                  <a:pt x="684402" y="449199"/>
                </a:lnTo>
                <a:close/>
              </a:path>
            </a:pathLst>
          </a:custGeom>
          <a:solidFill>
            <a:srgbClr val="CCCC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0" name="object 60"/>
          <p:cNvSpPr/>
          <p:nvPr/>
        </p:nvSpPr>
        <p:spPr>
          <a:xfrm>
            <a:off x="5387340" y="1638300"/>
            <a:ext cx="1051560" cy="200660"/>
          </a:xfrm>
          <a:custGeom>
            <a:avLst/>
            <a:gdLst/>
            <a:ahLst/>
            <a:cxnLst/>
            <a:rect l="l" t="t" r="r" b="b"/>
            <a:pathLst>
              <a:path w="1051560" h="200660">
                <a:moveTo>
                  <a:pt x="0" y="100329"/>
                </a:moveTo>
                <a:lnTo>
                  <a:pt x="1743" y="108553"/>
                </a:lnTo>
                <a:lnTo>
                  <a:pt x="6883" y="116594"/>
                </a:lnTo>
                <a:lnTo>
                  <a:pt x="41326" y="139366"/>
                </a:lnTo>
                <a:lnTo>
                  <a:pt x="78787" y="153162"/>
                </a:lnTo>
                <a:lnTo>
                  <a:pt x="126584" y="165607"/>
                </a:lnTo>
                <a:lnTo>
                  <a:pt x="183631" y="176495"/>
                </a:lnTo>
                <a:lnTo>
                  <a:pt x="248847" y="185619"/>
                </a:lnTo>
                <a:lnTo>
                  <a:pt x="284179" y="189454"/>
                </a:lnTo>
                <a:lnTo>
                  <a:pt x="321147" y="192770"/>
                </a:lnTo>
                <a:lnTo>
                  <a:pt x="359615" y="195541"/>
                </a:lnTo>
                <a:lnTo>
                  <a:pt x="399447" y="197741"/>
                </a:lnTo>
                <a:lnTo>
                  <a:pt x="440509" y="199345"/>
                </a:lnTo>
                <a:lnTo>
                  <a:pt x="482665" y="200327"/>
                </a:lnTo>
                <a:lnTo>
                  <a:pt x="525780" y="200660"/>
                </a:lnTo>
                <a:lnTo>
                  <a:pt x="568894" y="200327"/>
                </a:lnTo>
                <a:lnTo>
                  <a:pt x="611050" y="199345"/>
                </a:lnTo>
                <a:lnTo>
                  <a:pt x="652112" y="197741"/>
                </a:lnTo>
                <a:lnTo>
                  <a:pt x="691944" y="195541"/>
                </a:lnTo>
                <a:lnTo>
                  <a:pt x="730412" y="192770"/>
                </a:lnTo>
                <a:lnTo>
                  <a:pt x="767380" y="189454"/>
                </a:lnTo>
                <a:lnTo>
                  <a:pt x="802712" y="185619"/>
                </a:lnTo>
                <a:lnTo>
                  <a:pt x="867928" y="176495"/>
                </a:lnTo>
                <a:lnTo>
                  <a:pt x="924975" y="165607"/>
                </a:lnTo>
                <a:lnTo>
                  <a:pt x="972772" y="153162"/>
                </a:lnTo>
                <a:lnTo>
                  <a:pt x="1010233" y="139366"/>
                </a:lnTo>
                <a:lnTo>
                  <a:pt x="1044676" y="116594"/>
                </a:lnTo>
                <a:lnTo>
                  <a:pt x="1051560" y="100329"/>
                </a:lnTo>
                <a:lnTo>
                  <a:pt x="1049816" y="92106"/>
                </a:lnTo>
                <a:lnTo>
                  <a:pt x="1010233" y="61293"/>
                </a:lnTo>
                <a:lnTo>
                  <a:pt x="972772" y="47497"/>
                </a:lnTo>
                <a:lnTo>
                  <a:pt x="924975" y="35052"/>
                </a:lnTo>
                <a:lnTo>
                  <a:pt x="867928" y="24164"/>
                </a:lnTo>
                <a:lnTo>
                  <a:pt x="802712" y="15040"/>
                </a:lnTo>
                <a:lnTo>
                  <a:pt x="767380" y="11205"/>
                </a:lnTo>
                <a:lnTo>
                  <a:pt x="730412" y="7889"/>
                </a:lnTo>
                <a:lnTo>
                  <a:pt x="691944" y="5118"/>
                </a:lnTo>
                <a:lnTo>
                  <a:pt x="652112" y="2918"/>
                </a:lnTo>
                <a:lnTo>
                  <a:pt x="611050" y="1314"/>
                </a:lnTo>
                <a:lnTo>
                  <a:pt x="568894" y="332"/>
                </a:lnTo>
                <a:lnTo>
                  <a:pt x="525780" y="0"/>
                </a:lnTo>
                <a:lnTo>
                  <a:pt x="482665" y="332"/>
                </a:lnTo>
                <a:lnTo>
                  <a:pt x="440509" y="1314"/>
                </a:lnTo>
                <a:lnTo>
                  <a:pt x="399447" y="2918"/>
                </a:lnTo>
                <a:lnTo>
                  <a:pt x="359615" y="5118"/>
                </a:lnTo>
                <a:lnTo>
                  <a:pt x="321147" y="7889"/>
                </a:lnTo>
                <a:lnTo>
                  <a:pt x="284179" y="11205"/>
                </a:lnTo>
                <a:lnTo>
                  <a:pt x="248847" y="15040"/>
                </a:lnTo>
                <a:lnTo>
                  <a:pt x="183631" y="24164"/>
                </a:lnTo>
                <a:lnTo>
                  <a:pt x="126584" y="35052"/>
                </a:lnTo>
                <a:lnTo>
                  <a:pt x="78787" y="47497"/>
                </a:lnTo>
                <a:lnTo>
                  <a:pt x="41326" y="61293"/>
                </a:lnTo>
                <a:lnTo>
                  <a:pt x="6883" y="84065"/>
                </a:lnTo>
                <a:lnTo>
                  <a:pt x="1743" y="92106"/>
                </a:lnTo>
                <a:lnTo>
                  <a:pt x="0" y="10032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1" name="object 61"/>
          <p:cNvSpPr/>
          <p:nvPr/>
        </p:nvSpPr>
        <p:spPr>
          <a:xfrm>
            <a:off x="6287389" y="3730625"/>
            <a:ext cx="439801" cy="401700"/>
          </a:xfrm>
          <a:custGeom>
            <a:avLst/>
            <a:gdLst/>
            <a:ahLst/>
            <a:cxnLst/>
            <a:rect l="l" t="t" r="r" b="b"/>
            <a:pathLst>
              <a:path w="439801" h="401700">
                <a:moveTo>
                  <a:pt x="0" y="272288"/>
                </a:moveTo>
                <a:lnTo>
                  <a:pt x="154050" y="401700"/>
                </a:lnTo>
                <a:lnTo>
                  <a:pt x="391160" y="324612"/>
                </a:lnTo>
                <a:lnTo>
                  <a:pt x="439801" y="129412"/>
                </a:lnTo>
                <a:lnTo>
                  <a:pt x="285750" y="0"/>
                </a:lnTo>
                <a:lnTo>
                  <a:pt x="48640" y="77088"/>
                </a:lnTo>
                <a:lnTo>
                  <a:pt x="0" y="272288"/>
                </a:lnTo>
                <a:close/>
              </a:path>
            </a:pathLst>
          </a:custGeom>
          <a:solidFill>
            <a:srgbClr val="FCA3B5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2" name="object 62"/>
          <p:cNvSpPr/>
          <p:nvPr/>
        </p:nvSpPr>
        <p:spPr>
          <a:xfrm>
            <a:off x="6287389" y="3730625"/>
            <a:ext cx="439801" cy="401700"/>
          </a:xfrm>
          <a:custGeom>
            <a:avLst/>
            <a:gdLst/>
            <a:ahLst/>
            <a:cxnLst/>
            <a:rect l="l" t="t" r="r" b="b"/>
            <a:pathLst>
              <a:path w="439801" h="401700">
                <a:moveTo>
                  <a:pt x="0" y="272288"/>
                </a:moveTo>
                <a:lnTo>
                  <a:pt x="48640" y="77088"/>
                </a:lnTo>
                <a:lnTo>
                  <a:pt x="285750" y="0"/>
                </a:lnTo>
                <a:lnTo>
                  <a:pt x="439801" y="129412"/>
                </a:lnTo>
                <a:lnTo>
                  <a:pt x="391160" y="324612"/>
                </a:lnTo>
                <a:lnTo>
                  <a:pt x="154050" y="401700"/>
                </a:lnTo>
                <a:lnTo>
                  <a:pt x="0" y="272288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3" name="object 63"/>
          <p:cNvSpPr/>
          <p:nvPr/>
        </p:nvSpPr>
        <p:spPr>
          <a:xfrm>
            <a:off x="6696456" y="3806952"/>
            <a:ext cx="438276" cy="401320"/>
          </a:xfrm>
          <a:custGeom>
            <a:avLst/>
            <a:gdLst/>
            <a:ahLst/>
            <a:cxnLst/>
            <a:rect l="l" t="t" r="r" b="b"/>
            <a:pathLst>
              <a:path w="438276" h="401320">
                <a:moveTo>
                  <a:pt x="0" y="271906"/>
                </a:moveTo>
                <a:lnTo>
                  <a:pt x="48260" y="76708"/>
                </a:lnTo>
                <a:lnTo>
                  <a:pt x="284479" y="0"/>
                </a:lnTo>
                <a:lnTo>
                  <a:pt x="438276" y="129540"/>
                </a:lnTo>
                <a:lnTo>
                  <a:pt x="390017" y="324612"/>
                </a:lnTo>
                <a:lnTo>
                  <a:pt x="153797" y="401320"/>
                </a:lnTo>
                <a:lnTo>
                  <a:pt x="0" y="271906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4" name="object 64"/>
          <p:cNvSpPr/>
          <p:nvPr/>
        </p:nvSpPr>
        <p:spPr>
          <a:xfrm>
            <a:off x="7110857" y="3868801"/>
            <a:ext cx="439927" cy="403098"/>
          </a:xfrm>
          <a:custGeom>
            <a:avLst/>
            <a:gdLst/>
            <a:ahLst/>
            <a:cxnLst/>
            <a:rect l="l" t="t" r="r" b="b"/>
            <a:pathLst>
              <a:path w="439927" h="403098">
                <a:moveTo>
                  <a:pt x="0" y="273050"/>
                </a:moveTo>
                <a:lnTo>
                  <a:pt x="48387" y="76962"/>
                </a:lnTo>
                <a:lnTo>
                  <a:pt x="285496" y="0"/>
                </a:lnTo>
                <a:lnTo>
                  <a:pt x="439927" y="130048"/>
                </a:lnTo>
                <a:lnTo>
                  <a:pt x="391541" y="326136"/>
                </a:lnTo>
                <a:lnTo>
                  <a:pt x="154432" y="403098"/>
                </a:lnTo>
                <a:lnTo>
                  <a:pt x="0" y="27305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5" name="object 65"/>
          <p:cNvSpPr/>
          <p:nvPr/>
        </p:nvSpPr>
        <p:spPr>
          <a:xfrm>
            <a:off x="6830695" y="4136898"/>
            <a:ext cx="441451" cy="401954"/>
          </a:xfrm>
          <a:custGeom>
            <a:avLst/>
            <a:gdLst/>
            <a:ahLst/>
            <a:cxnLst/>
            <a:rect l="l" t="t" r="r" b="b"/>
            <a:pathLst>
              <a:path w="441451" h="401954">
                <a:moveTo>
                  <a:pt x="0" y="272669"/>
                </a:moveTo>
                <a:lnTo>
                  <a:pt x="49022" y="77343"/>
                </a:lnTo>
                <a:lnTo>
                  <a:pt x="287020" y="0"/>
                </a:lnTo>
                <a:lnTo>
                  <a:pt x="441451" y="129158"/>
                </a:lnTo>
                <a:lnTo>
                  <a:pt x="392429" y="324612"/>
                </a:lnTo>
                <a:lnTo>
                  <a:pt x="154431" y="401954"/>
                </a:lnTo>
                <a:lnTo>
                  <a:pt x="0" y="272669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6" name="object 66"/>
          <p:cNvSpPr/>
          <p:nvPr/>
        </p:nvSpPr>
        <p:spPr>
          <a:xfrm>
            <a:off x="6416294" y="4076827"/>
            <a:ext cx="438150" cy="402971"/>
          </a:xfrm>
          <a:custGeom>
            <a:avLst/>
            <a:gdLst/>
            <a:ahLst/>
            <a:cxnLst/>
            <a:rect l="l" t="t" r="r" b="b"/>
            <a:pathLst>
              <a:path w="438150" h="402971">
                <a:moveTo>
                  <a:pt x="0" y="272669"/>
                </a:moveTo>
                <a:lnTo>
                  <a:pt x="48005" y="76835"/>
                </a:lnTo>
                <a:lnTo>
                  <a:pt x="284225" y="0"/>
                </a:lnTo>
                <a:lnTo>
                  <a:pt x="438150" y="130302"/>
                </a:lnTo>
                <a:lnTo>
                  <a:pt x="390144" y="326136"/>
                </a:lnTo>
                <a:lnTo>
                  <a:pt x="153924" y="402971"/>
                </a:lnTo>
                <a:lnTo>
                  <a:pt x="0" y="272669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7" name="object 67"/>
          <p:cNvSpPr/>
          <p:nvPr/>
        </p:nvSpPr>
        <p:spPr>
          <a:xfrm>
            <a:off x="6015736" y="4002024"/>
            <a:ext cx="439800" cy="401700"/>
          </a:xfrm>
          <a:custGeom>
            <a:avLst/>
            <a:gdLst/>
            <a:ahLst/>
            <a:cxnLst/>
            <a:rect l="l" t="t" r="r" b="b"/>
            <a:pathLst>
              <a:path w="439800" h="401700">
                <a:moveTo>
                  <a:pt x="0" y="272288"/>
                </a:moveTo>
                <a:lnTo>
                  <a:pt x="48640" y="77088"/>
                </a:lnTo>
                <a:lnTo>
                  <a:pt x="285750" y="0"/>
                </a:lnTo>
                <a:lnTo>
                  <a:pt x="439800" y="129412"/>
                </a:lnTo>
                <a:lnTo>
                  <a:pt x="391160" y="324612"/>
                </a:lnTo>
                <a:lnTo>
                  <a:pt x="154050" y="401700"/>
                </a:lnTo>
                <a:lnTo>
                  <a:pt x="0" y="272288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8" name="object 68"/>
          <p:cNvSpPr/>
          <p:nvPr/>
        </p:nvSpPr>
        <p:spPr>
          <a:xfrm>
            <a:off x="6139561" y="4336796"/>
            <a:ext cx="441452" cy="400558"/>
          </a:xfrm>
          <a:custGeom>
            <a:avLst/>
            <a:gdLst/>
            <a:ahLst/>
            <a:cxnLst/>
            <a:rect l="l" t="t" r="r" b="b"/>
            <a:pathLst>
              <a:path w="441452" h="400558">
                <a:moveTo>
                  <a:pt x="0" y="272033"/>
                </a:moveTo>
                <a:lnTo>
                  <a:pt x="49275" y="77342"/>
                </a:lnTo>
                <a:lnTo>
                  <a:pt x="287274" y="0"/>
                </a:lnTo>
                <a:lnTo>
                  <a:pt x="441452" y="128523"/>
                </a:lnTo>
                <a:lnTo>
                  <a:pt x="392175" y="323214"/>
                </a:lnTo>
                <a:lnTo>
                  <a:pt x="154177" y="400557"/>
                </a:lnTo>
                <a:lnTo>
                  <a:pt x="0" y="272033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9" name="object 69"/>
          <p:cNvSpPr/>
          <p:nvPr/>
        </p:nvSpPr>
        <p:spPr>
          <a:xfrm>
            <a:off x="6548628" y="4411726"/>
            <a:ext cx="439927" cy="403098"/>
          </a:xfrm>
          <a:custGeom>
            <a:avLst/>
            <a:gdLst/>
            <a:ahLst/>
            <a:cxnLst/>
            <a:rect l="l" t="t" r="r" b="b"/>
            <a:pathLst>
              <a:path w="439927" h="403098">
                <a:moveTo>
                  <a:pt x="0" y="273050"/>
                </a:moveTo>
                <a:lnTo>
                  <a:pt x="48387" y="76962"/>
                </a:lnTo>
                <a:lnTo>
                  <a:pt x="285623" y="0"/>
                </a:lnTo>
                <a:lnTo>
                  <a:pt x="439927" y="130048"/>
                </a:lnTo>
                <a:lnTo>
                  <a:pt x="391541" y="326136"/>
                </a:lnTo>
                <a:lnTo>
                  <a:pt x="154431" y="403098"/>
                </a:lnTo>
                <a:lnTo>
                  <a:pt x="0" y="27305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0" name="object 70"/>
          <p:cNvSpPr/>
          <p:nvPr/>
        </p:nvSpPr>
        <p:spPr>
          <a:xfrm>
            <a:off x="6968108" y="4475353"/>
            <a:ext cx="438276" cy="402844"/>
          </a:xfrm>
          <a:custGeom>
            <a:avLst/>
            <a:gdLst/>
            <a:ahLst/>
            <a:cxnLst/>
            <a:rect l="l" t="t" r="r" b="b"/>
            <a:pathLst>
              <a:path w="438276" h="402844">
                <a:moveTo>
                  <a:pt x="0" y="272669"/>
                </a:moveTo>
                <a:lnTo>
                  <a:pt x="154050" y="402844"/>
                </a:lnTo>
                <a:lnTo>
                  <a:pt x="390271" y="326136"/>
                </a:lnTo>
                <a:lnTo>
                  <a:pt x="438276" y="130175"/>
                </a:lnTo>
                <a:lnTo>
                  <a:pt x="284352" y="0"/>
                </a:lnTo>
                <a:lnTo>
                  <a:pt x="48006" y="76708"/>
                </a:lnTo>
                <a:lnTo>
                  <a:pt x="0" y="272669"/>
                </a:lnTo>
                <a:close/>
              </a:path>
            </a:pathLst>
          </a:custGeom>
          <a:solidFill>
            <a:srgbClr val="FCA3B5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1" name="object 71"/>
          <p:cNvSpPr/>
          <p:nvPr/>
        </p:nvSpPr>
        <p:spPr>
          <a:xfrm>
            <a:off x="6968108" y="4475353"/>
            <a:ext cx="438276" cy="402844"/>
          </a:xfrm>
          <a:custGeom>
            <a:avLst/>
            <a:gdLst/>
            <a:ahLst/>
            <a:cxnLst/>
            <a:rect l="l" t="t" r="r" b="b"/>
            <a:pathLst>
              <a:path w="438276" h="402844">
                <a:moveTo>
                  <a:pt x="0" y="272669"/>
                </a:moveTo>
                <a:lnTo>
                  <a:pt x="48006" y="76708"/>
                </a:lnTo>
                <a:lnTo>
                  <a:pt x="284352" y="0"/>
                </a:lnTo>
                <a:lnTo>
                  <a:pt x="438276" y="130175"/>
                </a:lnTo>
                <a:lnTo>
                  <a:pt x="390271" y="326136"/>
                </a:lnTo>
                <a:lnTo>
                  <a:pt x="154050" y="402844"/>
                </a:lnTo>
                <a:lnTo>
                  <a:pt x="0" y="272669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2" name="object 72"/>
          <p:cNvSpPr/>
          <p:nvPr/>
        </p:nvSpPr>
        <p:spPr>
          <a:xfrm>
            <a:off x="6684518" y="4743450"/>
            <a:ext cx="439800" cy="401700"/>
          </a:xfrm>
          <a:custGeom>
            <a:avLst/>
            <a:gdLst/>
            <a:ahLst/>
            <a:cxnLst/>
            <a:rect l="l" t="t" r="r" b="b"/>
            <a:pathLst>
              <a:path w="439800" h="401700">
                <a:moveTo>
                  <a:pt x="0" y="272288"/>
                </a:moveTo>
                <a:lnTo>
                  <a:pt x="48640" y="77088"/>
                </a:lnTo>
                <a:lnTo>
                  <a:pt x="285750" y="0"/>
                </a:lnTo>
                <a:lnTo>
                  <a:pt x="439800" y="129412"/>
                </a:lnTo>
                <a:lnTo>
                  <a:pt x="391159" y="324612"/>
                </a:lnTo>
                <a:lnTo>
                  <a:pt x="154050" y="401700"/>
                </a:lnTo>
                <a:lnTo>
                  <a:pt x="0" y="272288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3" name="object 73"/>
          <p:cNvSpPr/>
          <p:nvPr/>
        </p:nvSpPr>
        <p:spPr>
          <a:xfrm>
            <a:off x="6268466" y="4683125"/>
            <a:ext cx="439801" cy="403225"/>
          </a:xfrm>
          <a:custGeom>
            <a:avLst/>
            <a:gdLst/>
            <a:ahLst/>
            <a:cxnLst/>
            <a:rect l="l" t="t" r="r" b="b"/>
            <a:pathLst>
              <a:path w="439801" h="403225">
                <a:moveTo>
                  <a:pt x="0" y="273050"/>
                </a:moveTo>
                <a:lnTo>
                  <a:pt x="48387" y="77088"/>
                </a:lnTo>
                <a:lnTo>
                  <a:pt x="285495" y="0"/>
                </a:lnTo>
                <a:lnTo>
                  <a:pt x="439801" y="130175"/>
                </a:lnTo>
                <a:lnTo>
                  <a:pt x="391413" y="326136"/>
                </a:lnTo>
                <a:lnTo>
                  <a:pt x="154305" y="403225"/>
                </a:lnTo>
                <a:lnTo>
                  <a:pt x="0" y="27305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4" name="object 74"/>
          <p:cNvSpPr/>
          <p:nvPr/>
        </p:nvSpPr>
        <p:spPr>
          <a:xfrm>
            <a:off x="5872988" y="4608576"/>
            <a:ext cx="438150" cy="399923"/>
          </a:xfrm>
          <a:custGeom>
            <a:avLst/>
            <a:gdLst/>
            <a:ahLst/>
            <a:cxnLst/>
            <a:rect l="l" t="t" r="r" b="b"/>
            <a:pathLst>
              <a:path w="438150" h="399923">
                <a:moveTo>
                  <a:pt x="0" y="271144"/>
                </a:moveTo>
                <a:lnTo>
                  <a:pt x="48513" y="76835"/>
                </a:lnTo>
                <a:lnTo>
                  <a:pt x="284734" y="0"/>
                </a:lnTo>
                <a:lnTo>
                  <a:pt x="438150" y="128778"/>
                </a:lnTo>
                <a:lnTo>
                  <a:pt x="389636" y="323088"/>
                </a:lnTo>
                <a:lnTo>
                  <a:pt x="153415" y="399923"/>
                </a:lnTo>
                <a:lnTo>
                  <a:pt x="0" y="271144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5" name="object 75"/>
          <p:cNvSpPr/>
          <p:nvPr/>
        </p:nvSpPr>
        <p:spPr>
          <a:xfrm>
            <a:off x="7526908" y="3932428"/>
            <a:ext cx="438276" cy="402844"/>
          </a:xfrm>
          <a:custGeom>
            <a:avLst/>
            <a:gdLst/>
            <a:ahLst/>
            <a:cxnLst/>
            <a:rect l="l" t="t" r="r" b="b"/>
            <a:pathLst>
              <a:path w="438276" h="402844">
                <a:moveTo>
                  <a:pt x="0" y="272669"/>
                </a:moveTo>
                <a:lnTo>
                  <a:pt x="48006" y="76708"/>
                </a:lnTo>
                <a:lnTo>
                  <a:pt x="284225" y="0"/>
                </a:lnTo>
                <a:lnTo>
                  <a:pt x="438276" y="130175"/>
                </a:lnTo>
                <a:lnTo>
                  <a:pt x="390271" y="326136"/>
                </a:lnTo>
                <a:lnTo>
                  <a:pt x="153924" y="402844"/>
                </a:lnTo>
                <a:lnTo>
                  <a:pt x="0" y="272669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6" name="object 76"/>
          <p:cNvSpPr/>
          <p:nvPr/>
        </p:nvSpPr>
        <p:spPr>
          <a:xfrm>
            <a:off x="5740654" y="4279900"/>
            <a:ext cx="439800" cy="401700"/>
          </a:xfrm>
          <a:custGeom>
            <a:avLst/>
            <a:gdLst/>
            <a:ahLst/>
            <a:cxnLst/>
            <a:rect l="l" t="t" r="r" b="b"/>
            <a:pathLst>
              <a:path w="439800" h="401700">
                <a:moveTo>
                  <a:pt x="0" y="272288"/>
                </a:moveTo>
                <a:lnTo>
                  <a:pt x="48641" y="77088"/>
                </a:lnTo>
                <a:lnTo>
                  <a:pt x="285750" y="0"/>
                </a:lnTo>
                <a:lnTo>
                  <a:pt x="439800" y="129412"/>
                </a:lnTo>
                <a:lnTo>
                  <a:pt x="391160" y="324612"/>
                </a:lnTo>
                <a:lnTo>
                  <a:pt x="154050" y="401700"/>
                </a:lnTo>
                <a:lnTo>
                  <a:pt x="0" y="272288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7" name="object 77"/>
          <p:cNvSpPr/>
          <p:nvPr/>
        </p:nvSpPr>
        <p:spPr>
          <a:xfrm>
            <a:off x="7360158" y="4544949"/>
            <a:ext cx="439927" cy="401700"/>
          </a:xfrm>
          <a:custGeom>
            <a:avLst/>
            <a:gdLst/>
            <a:ahLst/>
            <a:cxnLst/>
            <a:rect l="l" t="t" r="r" b="b"/>
            <a:pathLst>
              <a:path w="439927" h="401700">
                <a:moveTo>
                  <a:pt x="0" y="272288"/>
                </a:moveTo>
                <a:lnTo>
                  <a:pt x="48641" y="77088"/>
                </a:lnTo>
                <a:lnTo>
                  <a:pt x="285750" y="0"/>
                </a:lnTo>
                <a:lnTo>
                  <a:pt x="439927" y="129412"/>
                </a:lnTo>
                <a:lnTo>
                  <a:pt x="391287" y="324612"/>
                </a:lnTo>
                <a:lnTo>
                  <a:pt x="154177" y="401700"/>
                </a:lnTo>
                <a:lnTo>
                  <a:pt x="0" y="272288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8" name="object 78"/>
          <p:cNvSpPr/>
          <p:nvPr/>
        </p:nvSpPr>
        <p:spPr>
          <a:xfrm>
            <a:off x="7095363" y="4822825"/>
            <a:ext cx="439927" cy="401700"/>
          </a:xfrm>
          <a:custGeom>
            <a:avLst/>
            <a:gdLst/>
            <a:ahLst/>
            <a:cxnLst/>
            <a:rect l="l" t="t" r="r" b="b"/>
            <a:pathLst>
              <a:path w="439927" h="401700">
                <a:moveTo>
                  <a:pt x="0" y="272288"/>
                </a:moveTo>
                <a:lnTo>
                  <a:pt x="48640" y="77088"/>
                </a:lnTo>
                <a:lnTo>
                  <a:pt x="285876" y="0"/>
                </a:lnTo>
                <a:lnTo>
                  <a:pt x="439927" y="129412"/>
                </a:lnTo>
                <a:lnTo>
                  <a:pt x="391286" y="324612"/>
                </a:lnTo>
                <a:lnTo>
                  <a:pt x="154177" y="401700"/>
                </a:lnTo>
                <a:lnTo>
                  <a:pt x="0" y="272288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9" name="object 79"/>
          <p:cNvSpPr/>
          <p:nvPr/>
        </p:nvSpPr>
        <p:spPr>
          <a:xfrm>
            <a:off x="7655814" y="4276852"/>
            <a:ext cx="438276" cy="401320"/>
          </a:xfrm>
          <a:custGeom>
            <a:avLst/>
            <a:gdLst/>
            <a:ahLst/>
            <a:cxnLst/>
            <a:rect l="l" t="t" r="r" b="b"/>
            <a:pathLst>
              <a:path w="438276" h="401320">
                <a:moveTo>
                  <a:pt x="0" y="271906"/>
                </a:moveTo>
                <a:lnTo>
                  <a:pt x="48259" y="76708"/>
                </a:lnTo>
                <a:lnTo>
                  <a:pt x="284606" y="0"/>
                </a:lnTo>
                <a:lnTo>
                  <a:pt x="438276" y="129540"/>
                </a:lnTo>
                <a:lnTo>
                  <a:pt x="390016" y="324612"/>
                </a:lnTo>
                <a:lnTo>
                  <a:pt x="153796" y="401320"/>
                </a:lnTo>
                <a:lnTo>
                  <a:pt x="0" y="271906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0" name="object 80"/>
          <p:cNvSpPr/>
          <p:nvPr/>
        </p:nvSpPr>
        <p:spPr>
          <a:xfrm>
            <a:off x="7262114" y="4200906"/>
            <a:ext cx="434847" cy="400812"/>
          </a:xfrm>
          <a:custGeom>
            <a:avLst/>
            <a:gdLst/>
            <a:ahLst/>
            <a:cxnLst/>
            <a:rect l="l" t="t" r="r" b="b"/>
            <a:pathLst>
              <a:path w="434847" h="400812">
                <a:moveTo>
                  <a:pt x="0" y="271145"/>
                </a:moveTo>
                <a:lnTo>
                  <a:pt x="47497" y="76200"/>
                </a:lnTo>
                <a:lnTo>
                  <a:pt x="281939" y="0"/>
                </a:lnTo>
                <a:lnTo>
                  <a:pt x="434847" y="129794"/>
                </a:lnTo>
                <a:lnTo>
                  <a:pt x="387350" y="324612"/>
                </a:lnTo>
                <a:lnTo>
                  <a:pt x="152907" y="400812"/>
                </a:lnTo>
                <a:lnTo>
                  <a:pt x="0" y="271145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1" name="object 81"/>
          <p:cNvSpPr/>
          <p:nvPr/>
        </p:nvSpPr>
        <p:spPr>
          <a:xfrm>
            <a:off x="6999097" y="2582799"/>
            <a:ext cx="439927" cy="401700"/>
          </a:xfrm>
          <a:custGeom>
            <a:avLst/>
            <a:gdLst/>
            <a:ahLst/>
            <a:cxnLst/>
            <a:rect l="l" t="t" r="r" b="b"/>
            <a:pathLst>
              <a:path w="439927" h="401700">
                <a:moveTo>
                  <a:pt x="0" y="272288"/>
                </a:moveTo>
                <a:lnTo>
                  <a:pt x="48641" y="77088"/>
                </a:lnTo>
                <a:lnTo>
                  <a:pt x="285750" y="0"/>
                </a:lnTo>
                <a:lnTo>
                  <a:pt x="439927" y="129412"/>
                </a:lnTo>
                <a:lnTo>
                  <a:pt x="391286" y="324612"/>
                </a:lnTo>
                <a:lnTo>
                  <a:pt x="154177" y="401700"/>
                </a:lnTo>
                <a:lnTo>
                  <a:pt x="0" y="272288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2" name="object 82"/>
          <p:cNvSpPr/>
          <p:nvPr/>
        </p:nvSpPr>
        <p:spPr>
          <a:xfrm>
            <a:off x="7406640" y="2658999"/>
            <a:ext cx="439800" cy="401700"/>
          </a:xfrm>
          <a:custGeom>
            <a:avLst/>
            <a:gdLst/>
            <a:ahLst/>
            <a:cxnLst/>
            <a:rect l="l" t="t" r="r" b="b"/>
            <a:pathLst>
              <a:path w="439800" h="401700">
                <a:moveTo>
                  <a:pt x="0" y="272288"/>
                </a:moveTo>
                <a:lnTo>
                  <a:pt x="48640" y="77088"/>
                </a:lnTo>
                <a:lnTo>
                  <a:pt x="285750" y="0"/>
                </a:lnTo>
                <a:lnTo>
                  <a:pt x="439800" y="129412"/>
                </a:lnTo>
                <a:lnTo>
                  <a:pt x="391159" y="324612"/>
                </a:lnTo>
                <a:lnTo>
                  <a:pt x="154050" y="401700"/>
                </a:lnTo>
                <a:lnTo>
                  <a:pt x="0" y="272288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3" name="object 83"/>
          <p:cNvSpPr/>
          <p:nvPr/>
        </p:nvSpPr>
        <p:spPr>
          <a:xfrm>
            <a:off x="7822692" y="2721102"/>
            <a:ext cx="438150" cy="402971"/>
          </a:xfrm>
          <a:custGeom>
            <a:avLst/>
            <a:gdLst/>
            <a:ahLst/>
            <a:cxnLst/>
            <a:rect l="l" t="t" r="r" b="b"/>
            <a:pathLst>
              <a:path w="438150" h="402971">
                <a:moveTo>
                  <a:pt x="0" y="272669"/>
                </a:moveTo>
                <a:lnTo>
                  <a:pt x="153924" y="402971"/>
                </a:lnTo>
                <a:lnTo>
                  <a:pt x="390143" y="326136"/>
                </a:lnTo>
                <a:lnTo>
                  <a:pt x="438150" y="130301"/>
                </a:lnTo>
                <a:lnTo>
                  <a:pt x="284225" y="0"/>
                </a:lnTo>
                <a:lnTo>
                  <a:pt x="48005" y="76835"/>
                </a:lnTo>
                <a:lnTo>
                  <a:pt x="0" y="272669"/>
                </a:lnTo>
                <a:close/>
              </a:path>
            </a:pathLst>
          </a:custGeom>
          <a:solidFill>
            <a:srgbClr val="FCA3B5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4" name="object 84"/>
          <p:cNvSpPr/>
          <p:nvPr/>
        </p:nvSpPr>
        <p:spPr>
          <a:xfrm>
            <a:off x="7822692" y="2721102"/>
            <a:ext cx="438150" cy="402971"/>
          </a:xfrm>
          <a:custGeom>
            <a:avLst/>
            <a:gdLst/>
            <a:ahLst/>
            <a:cxnLst/>
            <a:rect l="l" t="t" r="r" b="b"/>
            <a:pathLst>
              <a:path w="438150" h="402971">
                <a:moveTo>
                  <a:pt x="0" y="272669"/>
                </a:moveTo>
                <a:lnTo>
                  <a:pt x="48005" y="76835"/>
                </a:lnTo>
                <a:lnTo>
                  <a:pt x="284225" y="0"/>
                </a:lnTo>
                <a:lnTo>
                  <a:pt x="438150" y="130301"/>
                </a:lnTo>
                <a:lnTo>
                  <a:pt x="390143" y="326136"/>
                </a:lnTo>
                <a:lnTo>
                  <a:pt x="153924" y="402971"/>
                </a:lnTo>
                <a:lnTo>
                  <a:pt x="0" y="272669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5" name="object 85"/>
          <p:cNvSpPr/>
          <p:nvPr/>
        </p:nvSpPr>
        <p:spPr>
          <a:xfrm>
            <a:off x="7542403" y="2990850"/>
            <a:ext cx="439927" cy="400050"/>
          </a:xfrm>
          <a:custGeom>
            <a:avLst/>
            <a:gdLst/>
            <a:ahLst/>
            <a:cxnLst/>
            <a:rect l="l" t="t" r="r" b="b"/>
            <a:pathLst>
              <a:path w="439927" h="400050">
                <a:moveTo>
                  <a:pt x="0" y="271525"/>
                </a:moveTo>
                <a:lnTo>
                  <a:pt x="48895" y="76962"/>
                </a:lnTo>
                <a:lnTo>
                  <a:pt x="286003" y="0"/>
                </a:lnTo>
                <a:lnTo>
                  <a:pt x="439927" y="128524"/>
                </a:lnTo>
                <a:lnTo>
                  <a:pt x="391032" y="323088"/>
                </a:lnTo>
                <a:lnTo>
                  <a:pt x="153924" y="400050"/>
                </a:lnTo>
                <a:lnTo>
                  <a:pt x="0" y="271525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6" name="object 86"/>
          <p:cNvSpPr/>
          <p:nvPr/>
        </p:nvSpPr>
        <p:spPr>
          <a:xfrm>
            <a:off x="7126351" y="2930525"/>
            <a:ext cx="439927" cy="401700"/>
          </a:xfrm>
          <a:custGeom>
            <a:avLst/>
            <a:gdLst/>
            <a:ahLst/>
            <a:cxnLst/>
            <a:rect l="l" t="t" r="r" b="b"/>
            <a:pathLst>
              <a:path w="439927" h="401700">
                <a:moveTo>
                  <a:pt x="0" y="272288"/>
                </a:moveTo>
                <a:lnTo>
                  <a:pt x="48641" y="77088"/>
                </a:lnTo>
                <a:lnTo>
                  <a:pt x="285750" y="0"/>
                </a:lnTo>
                <a:lnTo>
                  <a:pt x="439927" y="129412"/>
                </a:lnTo>
                <a:lnTo>
                  <a:pt x="391287" y="324612"/>
                </a:lnTo>
                <a:lnTo>
                  <a:pt x="154177" y="401700"/>
                </a:lnTo>
                <a:lnTo>
                  <a:pt x="0" y="272288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7" name="object 87"/>
          <p:cNvSpPr/>
          <p:nvPr/>
        </p:nvSpPr>
        <p:spPr>
          <a:xfrm>
            <a:off x="6727444" y="2854452"/>
            <a:ext cx="438276" cy="401320"/>
          </a:xfrm>
          <a:custGeom>
            <a:avLst/>
            <a:gdLst/>
            <a:ahLst/>
            <a:cxnLst/>
            <a:rect l="l" t="t" r="r" b="b"/>
            <a:pathLst>
              <a:path w="438276" h="401320">
                <a:moveTo>
                  <a:pt x="0" y="271907"/>
                </a:moveTo>
                <a:lnTo>
                  <a:pt x="153670" y="401320"/>
                </a:lnTo>
                <a:lnTo>
                  <a:pt x="390016" y="324612"/>
                </a:lnTo>
                <a:lnTo>
                  <a:pt x="438276" y="129539"/>
                </a:lnTo>
                <a:lnTo>
                  <a:pt x="284479" y="0"/>
                </a:lnTo>
                <a:lnTo>
                  <a:pt x="48259" y="76708"/>
                </a:lnTo>
                <a:lnTo>
                  <a:pt x="0" y="271907"/>
                </a:lnTo>
                <a:close/>
              </a:path>
            </a:pathLst>
          </a:custGeom>
          <a:solidFill>
            <a:srgbClr val="FCA3B5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8" name="object 88"/>
          <p:cNvSpPr/>
          <p:nvPr/>
        </p:nvSpPr>
        <p:spPr>
          <a:xfrm>
            <a:off x="6727444" y="2854452"/>
            <a:ext cx="438276" cy="401320"/>
          </a:xfrm>
          <a:custGeom>
            <a:avLst/>
            <a:gdLst/>
            <a:ahLst/>
            <a:cxnLst/>
            <a:rect l="l" t="t" r="r" b="b"/>
            <a:pathLst>
              <a:path w="438276" h="401320">
                <a:moveTo>
                  <a:pt x="0" y="271907"/>
                </a:moveTo>
                <a:lnTo>
                  <a:pt x="48259" y="76708"/>
                </a:lnTo>
                <a:lnTo>
                  <a:pt x="284479" y="0"/>
                </a:lnTo>
                <a:lnTo>
                  <a:pt x="438276" y="129539"/>
                </a:lnTo>
                <a:lnTo>
                  <a:pt x="390016" y="324612"/>
                </a:lnTo>
                <a:lnTo>
                  <a:pt x="153670" y="401320"/>
                </a:lnTo>
                <a:lnTo>
                  <a:pt x="0" y="271907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9" name="object 89"/>
          <p:cNvSpPr/>
          <p:nvPr/>
        </p:nvSpPr>
        <p:spPr>
          <a:xfrm>
            <a:off x="6851269" y="3189224"/>
            <a:ext cx="439927" cy="401700"/>
          </a:xfrm>
          <a:custGeom>
            <a:avLst/>
            <a:gdLst/>
            <a:ahLst/>
            <a:cxnLst/>
            <a:rect l="l" t="t" r="r" b="b"/>
            <a:pathLst>
              <a:path w="439927" h="401700">
                <a:moveTo>
                  <a:pt x="0" y="272288"/>
                </a:moveTo>
                <a:lnTo>
                  <a:pt x="48640" y="77088"/>
                </a:lnTo>
                <a:lnTo>
                  <a:pt x="285750" y="0"/>
                </a:lnTo>
                <a:lnTo>
                  <a:pt x="439927" y="129412"/>
                </a:lnTo>
                <a:lnTo>
                  <a:pt x="391286" y="324612"/>
                </a:lnTo>
                <a:lnTo>
                  <a:pt x="154050" y="401700"/>
                </a:lnTo>
                <a:lnTo>
                  <a:pt x="0" y="272288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0" name="object 90"/>
          <p:cNvSpPr/>
          <p:nvPr/>
        </p:nvSpPr>
        <p:spPr>
          <a:xfrm>
            <a:off x="7260463" y="3264027"/>
            <a:ext cx="438150" cy="402971"/>
          </a:xfrm>
          <a:custGeom>
            <a:avLst/>
            <a:gdLst/>
            <a:ahLst/>
            <a:cxnLst/>
            <a:rect l="l" t="t" r="r" b="b"/>
            <a:pathLst>
              <a:path w="438150" h="402971">
                <a:moveTo>
                  <a:pt x="0" y="272669"/>
                </a:moveTo>
                <a:lnTo>
                  <a:pt x="48005" y="76835"/>
                </a:lnTo>
                <a:lnTo>
                  <a:pt x="284225" y="0"/>
                </a:lnTo>
                <a:lnTo>
                  <a:pt x="438150" y="130301"/>
                </a:lnTo>
                <a:lnTo>
                  <a:pt x="390143" y="326136"/>
                </a:lnTo>
                <a:lnTo>
                  <a:pt x="153923" y="402971"/>
                </a:lnTo>
                <a:lnTo>
                  <a:pt x="0" y="272669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1" name="object 91"/>
          <p:cNvSpPr/>
          <p:nvPr/>
        </p:nvSpPr>
        <p:spPr>
          <a:xfrm>
            <a:off x="7678293" y="3327400"/>
            <a:ext cx="439800" cy="403225"/>
          </a:xfrm>
          <a:custGeom>
            <a:avLst/>
            <a:gdLst/>
            <a:ahLst/>
            <a:cxnLst/>
            <a:rect l="l" t="t" r="r" b="b"/>
            <a:pathLst>
              <a:path w="439800" h="403225">
                <a:moveTo>
                  <a:pt x="0" y="273050"/>
                </a:moveTo>
                <a:lnTo>
                  <a:pt x="48386" y="77088"/>
                </a:lnTo>
                <a:lnTo>
                  <a:pt x="285496" y="0"/>
                </a:lnTo>
                <a:lnTo>
                  <a:pt x="439800" y="130175"/>
                </a:lnTo>
                <a:lnTo>
                  <a:pt x="391413" y="326136"/>
                </a:lnTo>
                <a:lnTo>
                  <a:pt x="154304" y="403225"/>
                </a:lnTo>
                <a:lnTo>
                  <a:pt x="0" y="273050"/>
                </a:lnTo>
                <a:close/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2" name="object 92"/>
          <p:cNvSpPr/>
          <p:nvPr/>
        </p:nvSpPr>
        <p:spPr>
          <a:xfrm>
            <a:off x="7394575" y="3595497"/>
            <a:ext cx="441578" cy="401954"/>
          </a:xfrm>
          <a:custGeom>
            <a:avLst/>
            <a:gdLst/>
            <a:ahLst/>
            <a:cxnLst/>
            <a:rect l="l" t="t" r="r" b="b"/>
            <a:pathLst>
              <a:path w="441578" h="401954">
                <a:moveTo>
                  <a:pt x="0" y="272795"/>
                </a:moveTo>
                <a:lnTo>
                  <a:pt x="154558" y="401954"/>
                </a:lnTo>
                <a:lnTo>
                  <a:pt x="392556" y="324611"/>
                </a:lnTo>
                <a:lnTo>
                  <a:pt x="441578" y="129285"/>
                </a:lnTo>
                <a:lnTo>
                  <a:pt x="287020" y="0"/>
                </a:lnTo>
                <a:lnTo>
                  <a:pt x="49022" y="77342"/>
                </a:lnTo>
                <a:lnTo>
                  <a:pt x="0" y="272795"/>
                </a:lnTo>
                <a:close/>
              </a:path>
            </a:pathLst>
          </a:custGeom>
          <a:solidFill>
            <a:srgbClr val="FCA3B5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3" name="object 93"/>
          <p:cNvSpPr/>
          <p:nvPr/>
        </p:nvSpPr>
        <p:spPr>
          <a:xfrm>
            <a:off x="7394575" y="3595497"/>
            <a:ext cx="441578" cy="401954"/>
          </a:xfrm>
          <a:custGeom>
            <a:avLst/>
            <a:gdLst/>
            <a:ahLst/>
            <a:cxnLst/>
            <a:rect l="l" t="t" r="r" b="b"/>
            <a:pathLst>
              <a:path w="441578" h="401954">
                <a:moveTo>
                  <a:pt x="0" y="272795"/>
                </a:moveTo>
                <a:lnTo>
                  <a:pt x="49022" y="77342"/>
                </a:lnTo>
                <a:lnTo>
                  <a:pt x="287020" y="0"/>
                </a:lnTo>
                <a:lnTo>
                  <a:pt x="441578" y="129285"/>
                </a:lnTo>
                <a:lnTo>
                  <a:pt x="392556" y="324611"/>
                </a:lnTo>
                <a:lnTo>
                  <a:pt x="154558" y="401954"/>
                </a:lnTo>
                <a:lnTo>
                  <a:pt x="0" y="272795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4" name="object 94"/>
          <p:cNvSpPr/>
          <p:nvPr/>
        </p:nvSpPr>
        <p:spPr>
          <a:xfrm>
            <a:off x="6980174" y="3535553"/>
            <a:ext cx="438276" cy="402844"/>
          </a:xfrm>
          <a:custGeom>
            <a:avLst/>
            <a:gdLst/>
            <a:ahLst/>
            <a:cxnLst/>
            <a:rect l="l" t="t" r="r" b="b"/>
            <a:pathLst>
              <a:path w="438276" h="402844">
                <a:moveTo>
                  <a:pt x="0" y="272669"/>
                </a:moveTo>
                <a:lnTo>
                  <a:pt x="48005" y="76708"/>
                </a:lnTo>
                <a:lnTo>
                  <a:pt x="284225" y="0"/>
                </a:lnTo>
                <a:lnTo>
                  <a:pt x="438276" y="130175"/>
                </a:lnTo>
                <a:lnTo>
                  <a:pt x="390271" y="326136"/>
                </a:lnTo>
                <a:lnTo>
                  <a:pt x="153924" y="402844"/>
                </a:lnTo>
                <a:lnTo>
                  <a:pt x="0" y="272669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5" name="object 95"/>
          <p:cNvSpPr/>
          <p:nvPr/>
        </p:nvSpPr>
        <p:spPr>
          <a:xfrm>
            <a:off x="6583045" y="3460750"/>
            <a:ext cx="439927" cy="401700"/>
          </a:xfrm>
          <a:custGeom>
            <a:avLst/>
            <a:gdLst/>
            <a:ahLst/>
            <a:cxnLst/>
            <a:rect l="l" t="t" r="r" b="b"/>
            <a:pathLst>
              <a:path w="439927" h="401700">
                <a:moveTo>
                  <a:pt x="0" y="272288"/>
                </a:moveTo>
                <a:lnTo>
                  <a:pt x="48640" y="77088"/>
                </a:lnTo>
                <a:lnTo>
                  <a:pt x="285750" y="0"/>
                </a:lnTo>
                <a:lnTo>
                  <a:pt x="439927" y="129412"/>
                </a:lnTo>
                <a:lnTo>
                  <a:pt x="391286" y="324612"/>
                </a:lnTo>
                <a:lnTo>
                  <a:pt x="154177" y="401700"/>
                </a:lnTo>
                <a:lnTo>
                  <a:pt x="0" y="272288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6" name="object 96"/>
          <p:cNvSpPr/>
          <p:nvPr/>
        </p:nvSpPr>
        <p:spPr>
          <a:xfrm>
            <a:off x="8237093" y="2784475"/>
            <a:ext cx="439800" cy="403225"/>
          </a:xfrm>
          <a:custGeom>
            <a:avLst/>
            <a:gdLst/>
            <a:ahLst/>
            <a:cxnLst/>
            <a:rect l="l" t="t" r="r" b="b"/>
            <a:pathLst>
              <a:path w="439800" h="403225">
                <a:moveTo>
                  <a:pt x="0" y="273050"/>
                </a:moveTo>
                <a:lnTo>
                  <a:pt x="48386" y="77088"/>
                </a:lnTo>
                <a:lnTo>
                  <a:pt x="285496" y="0"/>
                </a:lnTo>
                <a:lnTo>
                  <a:pt x="439800" y="130175"/>
                </a:lnTo>
                <a:lnTo>
                  <a:pt x="391413" y="326136"/>
                </a:lnTo>
                <a:lnTo>
                  <a:pt x="154304" y="403225"/>
                </a:lnTo>
                <a:lnTo>
                  <a:pt x="0" y="273050"/>
                </a:lnTo>
                <a:close/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7" name="object 97"/>
          <p:cNvSpPr/>
          <p:nvPr/>
        </p:nvSpPr>
        <p:spPr>
          <a:xfrm>
            <a:off x="6452362" y="3132328"/>
            <a:ext cx="438277" cy="401320"/>
          </a:xfrm>
          <a:custGeom>
            <a:avLst/>
            <a:gdLst/>
            <a:ahLst/>
            <a:cxnLst/>
            <a:rect l="l" t="t" r="r" b="b"/>
            <a:pathLst>
              <a:path w="438277" h="401320">
                <a:moveTo>
                  <a:pt x="0" y="271780"/>
                </a:moveTo>
                <a:lnTo>
                  <a:pt x="48260" y="76708"/>
                </a:lnTo>
                <a:lnTo>
                  <a:pt x="284480" y="0"/>
                </a:lnTo>
                <a:lnTo>
                  <a:pt x="438277" y="129412"/>
                </a:lnTo>
                <a:lnTo>
                  <a:pt x="390016" y="324612"/>
                </a:lnTo>
                <a:lnTo>
                  <a:pt x="153669" y="401320"/>
                </a:lnTo>
                <a:lnTo>
                  <a:pt x="0" y="27178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8" name="object 98"/>
          <p:cNvSpPr/>
          <p:nvPr/>
        </p:nvSpPr>
        <p:spPr>
          <a:xfrm>
            <a:off x="8071993" y="3397377"/>
            <a:ext cx="438150" cy="401320"/>
          </a:xfrm>
          <a:custGeom>
            <a:avLst/>
            <a:gdLst/>
            <a:ahLst/>
            <a:cxnLst/>
            <a:rect l="l" t="t" r="r" b="b"/>
            <a:pathLst>
              <a:path w="438150" h="401320">
                <a:moveTo>
                  <a:pt x="0" y="271906"/>
                </a:moveTo>
                <a:lnTo>
                  <a:pt x="48259" y="76708"/>
                </a:lnTo>
                <a:lnTo>
                  <a:pt x="284479" y="0"/>
                </a:lnTo>
                <a:lnTo>
                  <a:pt x="438150" y="129539"/>
                </a:lnTo>
                <a:lnTo>
                  <a:pt x="389889" y="324612"/>
                </a:lnTo>
                <a:lnTo>
                  <a:pt x="153670" y="401320"/>
                </a:lnTo>
                <a:lnTo>
                  <a:pt x="0" y="271906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9" name="object 99"/>
          <p:cNvSpPr/>
          <p:nvPr/>
        </p:nvSpPr>
        <p:spPr>
          <a:xfrm>
            <a:off x="7807198" y="3675253"/>
            <a:ext cx="438150" cy="401320"/>
          </a:xfrm>
          <a:custGeom>
            <a:avLst/>
            <a:gdLst/>
            <a:ahLst/>
            <a:cxnLst/>
            <a:rect l="l" t="t" r="r" b="b"/>
            <a:pathLst>
              <a:path w="438150" h="401320">
                <a:moveTo>
                  <a:pt x="0" y="271780"/>
                </a:moveTo>
                <a:lnTo>
                  <a:pt x="48259" y="76708"/>
                </a:lnTo>
                <a:lnTo>
                  <a:pt x="284479" y="0"/>
                </a:lnTo>
                <a:lnTo>
                  <a:pt x="438150" y="129413"/>
                </a:lnTo>
                <a:lnTo>
                  <a:pt x="389890" y="324612"/>
                </a:lnTo>
                <a:lnTo>
                  <a:pt x="153670" y="401320"/>
                </a:lnTo>
                <a:lnTo>
                  <a:pt x="0" y="27178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0" name="object 100"/>
          <p:cNvSpPr/>
          <p:nvPr/>
        </p:nvSpPr>
        <p:spPr>
          <a:xfrm>
            <a:off x="8365998" y="3128899"/>
            <a:ext cx="439800" cy="401700"/>
          </a:xfrm>
          <a:custGeom>
            <a:avLst/>
            <a:gdLst/>
            <a:ahLst/>
            <a:cxnLst/>
            <a:rect l="l" t="t" r="r" b="b"/>
            <a:pathLst>
              <a:path w="439800" h="401700">
                <a:moveTo>
                  <a:pt x="0" y="272288"/>
                </a:moveTo>
                <a:lnTo>
                  <a:pt x="48641" y="77088"/>
                </a:lnTo>
                <a:lnTo>
                  <a:pt x="285750" y="0"/>
                </a:lnTo>
                <a:lnTo>
                  <a:pt x="439800" y="129412"/>
                </a:lnTo>
                <a:lnTo>
                  <a:pt x="391159" y="324612"/>
                </a:lnTo>
                <a:lnTo>
                  <a:pt x="154050" y="401700"/>
                </a:lnTo>
                <a:lnTo>
                  <a:pt x="0" y="272288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1" name="object 101"/>
          <p:cNvSpPr/>
          <p:nvPr/>
        </p:nvSpPr>
        <p:spPr>
          <a:xfrm>
            <a:off x="7972171" y="3053079"/>
            <a:ext cx="436625" cy="401066"/>
          </a:xfrm>
          <a:custGeom>
            <a:avLst/>
            <a:gdLst/>
            <a:ahLst/>
            <a:cxnLst/>
            <a:rect l="l" t="t" r="r" b="b"/>
            <a:pathLst>
              <a:path w="436625" h="401066">
                <a:moveTo>
                  <a:pt x="0" y="271399"/>
                </a:moveTo>
                <a:lnTo>
                  <a:pt x="47878" y="76454"/>
                </a:lnTo>
                <a:lnTo>
                  <a:pt x="283209" y="0"/>
                </a:lnTo>
                <a:lnTo>
                  <a:pt x="436625" y="129540"/>
                </a:lnTo>
                <a:lnTo>
                  <a:pt x="388747" y="324612"/>
                </a:lnTo>
                <a:lnTo>
                  <a:pt x="153415" y="401066"/>
                </a:lnTo>
                <a:lnTo>
                  <a:pt x="0" y="271399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2" name="object 102"/>
          <p:cNvSpPr/>
          <p:nvPr/>
        </p:nvSpPr>
        <p:spPr>
          <a:xfrm>
            <a:off x="8489823" y="3458972"/>
            <a:ext cx="441451" cy="401954"/>
          </a:xfrm>
          <a:custGeom>
            <a:avLst/>
            <a:gdLst/>
            <a:ahLst/>
            <a:cxnLst/>
            <a:rect l="l" t="t" r="r" b="b"/>
            <a:pathLst>
              <a:path w="441451" h="401954">
                <a:moveTo>
                  <a:pt x="0" y="272795"/>
                </a:moveTo>
                <a:lnTo>
                  <a:pt x="154431" y="401954"/>
                </a:lnTo>
                <a:lnTo>
                  <a:pt x="392429" y="324611"/>
                </a:lnTo>
                <a:lnTo>
                  <a:pt x="441451" y="129286"/>
                </a:lnTo>
                <a:lnTo>
                  <a:pt x="287020" y="0"/>
                </a:lnTo>
                <a:lnTo>
                  <a:pt x="49022" y="77342"/>
                </a:lnTo>
                <a:lnTo>
                  <a:pt x="0" y="272795"/>
                </a:lnTo>
                <a:close/>
              </a:path>
            </a:pathLst>
          </a:custGeom>
          <a:solidFill>
            <a:srgbClr val="FCA3B5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3" name="object 103"/>
          <p:cNvSpPr/>
          <p:nvPr/>
        </p:nvSpPr>
        <p:spPr>
          <a:xfrm>
            <a:off x="8489823" y="3458972"/>
            <a:ext cx="441451" cy="401954"/>
          </a:xfrm>
          <a:custGeom>
            <a:avLst/>
            <a:gdLst/>
            <a:ahLst/>
            <a:cxnLst/>
            <a:rect l="l" t="t" r="r" b="b"/>
            <a:pathLst>
              <a:path w="441451" h="401954">
                <a:moveTo>
                  <a:pt x="0" y="272795"/>
                </a:moveTo>
                <a:lnTo>
                  <a:pt x="49022" y="77342"/>
                </a:lnTo>
                <a:lnTo>
                  <a:pt x="287020" y="0"/>
                </a:lnTo>
                <a:lnTo>
                  <a:pt x="441451" y="129286"/>
                </a:lnTo>
                <a:lnTo>
                  <a:pt x="392429" y="324611"/>
                </a:lnTo>
                <a:lnTo>
                  <a:pt x="154431" y="401954"/>
                </a:lnTo>
                <a:lnTo>
                  <a:pt x="0" y="272795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4" name="object 104"/>
          <p:cNvSpPr/>
          <p:nvPr/>
        </p:nvSpPr>
        <p:spPr>
          <a:xfrm>
            <a:off x="8899017" y="3535299"/>
            <a:ext cx="439800" cy="401700"/>
          </a:xfrm>
          <a:custGeom>
            <a:avLst/>
            <a:gdLst/>
            <a:ahLst/>
            <a:cxnLst/>
            <a:rect l="l" t="t" r="r" b="b"/>
            <a:pathLst>
              <a:path w="439800" h="401700">
                <a:moveTo>
                  <a:pt x="0" y="272288"/>
                </a:moveTo>
                <a:lnTo>
                  <a:pt x="48640" y="77088"/>
                </a:lnTo>
                <a:lnTo>
                  <a:pt x="285750" y="0"/>
                </a:lnTo>
                <a:lnTo>
                  <a:pt x="439800" y="129412"/>
                </a:lnTo>
                <a:lnTo>
                  <a:pt x="391159" y="324612"/>
                </a:lnTo>
                <a:lnTo>
                  <a:pt x="154050" y="401700"/>
                </a:lnTo>
                <a:lnTo>
                  <a:pt x="0" y="272288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5" name="object 105"/>
          <p:cNvSpPr/>
          <p:nvPr/>
        </p:nvSpPr>
        <p:spPr>
          <a:xfrm>
            <a:off x="7795133" y="4621403"/>
            <a:ext cx="438276" cy="402844"/>
          </a:xfrm>
          <a:custGeom>
            <a:avLst/>
            <a:gdLst/>
            <a:ahLst/>
            <a:cxnLst/>
            <a:rect l="l" t="t" r="r" b="b"/>
            <a:pathLst>
              <a:path w="438276" h="402844">
                <a:moveTo>
                  <a:pt x="0" y="272669"/>
                </a:moveTo>
                <a:lnTo>
                  <a:pt x="48006" y="76708"/>
                </a:lnTo>
                <a:lnTo>
                  <a:pt x="284225" y="0"/>
                </a:lnTo>
                <a:lnTo>
                  <a:pt x="438276" y="130175"/>
                </a:lnTo>
                <a:lnTo>
                  <a:pt x="390271" y="326136"/>
                </a:lnTo>
                <a:lnTo>
                  <a:pt x="153924" y="402844"/>
                </a:lnTo>
                <a:lnTo>
                  <a:pt x="0" y="272669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6" name="object 106"/>
          <p:cNvSpPr/>
          <p:nvPr/>
        </p:nvSpPr>
        <p:spPr>
          <a:xfrm>
            <a:off x="9033129" y="3865372"/>
            <a:ext cx="441451" cy="401954"/>
          </a:xfrm>
          <a:custGeom>
            <a:avLst/>
            <a:gdLst/>
            <a:ahLst/>
            <a:cxnLst/>
            <a:rect l="l" t="t" r="r" b="b"/>
            <a:pathLst>
              <a:path w="441451" h="401954">
                <a:moveTo>
                  <a:pt x="0" y="272795"/>
                </a:moveTo>
                <a:lnTo>
                  <a:pt x="49022" y="77342"/>
                </a:lnTo>
                <a:lnTo>
                  <a:pt x="287020" y="0"/>
                </a:lnTo>
                <a:lnTo>
                  <a:pt x="441451" y="129285"/>
                </a:lnTo>
                <a:lnTo>
                  <a:pt x="392429" y="324611"/>
                </a:lnTo>
                <a:lnTo>
                  <a:pt x="154431" y="401954"/>
                </a:lnTo>
                <a:lnTo>
                  <a:pt x="0" y="272795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7" name="object 107"/>
          <p:cNvSpPr/>
          <p:nvPr/>
        </p:nvSpPr>
        <p:spPr>
          <a:xfrm>
            <a:off x="8618728" y="3805428"/>
            <a:ext cx="438150" cy="402844"/>
          </a:xfrm>
          <a:custGeom>
            <a:avLst/>
            <a:gdLst/>
            <a:ahLst/>
            <a:cxnLst/>
            <a:rect l="l" t="t" r="r" b="b"/>
            <a:pathLst>
              <a:path w="438150" h="402844">
                <a:moveTo>
                  <a:pt x="0" y="272669"/>
                </a:moveTo>
                <a:lnTo>
                  <a:pt x="48005" y="76708"/>
                </a:lnTo>
                <a:lnTo>
                  <a:pt x="284225" y="0"/>
                </a:lnTo>
                <a:lnTo>
                  <a:pt x="438150" y="130175"/>
                </a:lnTo>
                <a:lnTo>
                  <a:pt x="390144" y="326136"/>
                </a:lnTo>
                <a:lnTo>
                  <a:pt x="153924" y="402844"/>
                </a:lnTo>
                <a:lnTo>
                  <a:pt x="0" y="272669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8" name="object 108"/>
          <p:cNvSpPr/>
          <p:nvPr/>
        </p:nvSpPr>
        <p:spPr>
          <a:xfrm>
            <a:off x="8218170" y="3730625"/>
            <a:ext cx="439800" cy="401700"/>
          </a:xfrm>
          <a:custGeom>
            <a:avLst/>
            <a:gdLst/>
            <a:ahLst/>
            <a:cxnLst/>
            <a:rect l="l" t="t" r="r" b="b"/>
            <a:pathLst>
              <a:path w="439800" h="401700">
                <a:moveTo>
                  <a:pt x="0" y="272288"/>
                </a:moveTo>
                <a:lnTo>
                  <a:pt x="48640" y="77088"/>
                </a:lnTo>
                <a:lnTo>
                  <a:pt x="285750" y="0"/>
                </a:lnTo>
                <a:lnTo>
                  <a:pt x="439800" y="129412"/>
                </a:lnTo>
                <a:lnTo>
                  <a:pt x="391159" y="324612"/>
                </a:lnTo>
                <a:lnTo>
                  <a:pt x="154050" y="401700"/>
                </a:lnTo>
                <a:lnTo>
                  <a:pt x="0" y="272288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9" name="object 109"/>
          <p:cNvSpPr/>
          <p:nvPr/>
        </p:nvSpPr>
        <p:spPr>
          <a:xfrm>
            <a:off x="8343646" y="4065524"/>
            <a:ext cx="439800" cy="400176"/>
          </a:xfrm>
          <a:custGeom>
            <a:avLst/>
            <a:gdLst/>
            <a:ahLst/>
            <a:cxnLst/>
            <a:rect l="l" t="t" r="r" b="b"/>
            <a:pathLst>
              <a:path w="439800" h="400176">
                <a:moveTo>
                  <a:pt x="0" y="271525"/>
                </a:moveTo>
                <a:lnTo>
                  <a:pt x="48895" y="77088"/>
                </a:lnTo>
                <a:lnTo>
                  <a:pt x="286003" y="0"/>
                </a:lnTo>
                <a:lnTo>
                  <a:pt x="439800" y="128650"/>
                </a:lnTo>
                <a:lnTo>
                  <a:pt x="391032" y="323088"/>
                </a:lnTo>
                <a:lnTo>
                  <a:pt x="153797" y="400176"/>
                </a:lnTo>
                <a:lnTo>
                  <a:pt x="0" y="271525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0" name="object 110"/>
          <p:cNvSpPr/>
          <p:nvPr/>
        </p:nvSpPr>
        <p:spPr>
          <a:xfrm>
            <a:off x="8751062" y="4140200"/>
            <a:ext cx="439928" cy="403225"/>
          </a:xfrm>
          <a:custGeom>
            <a:avLst/>
            <a:gdLst/>
            <a:ahLst/>
            <a:cxnLst/>
            <a:rect l="l" t="t" r="r" b="b"/>
            <a:pathLst>
              <a:path w="439928" h="403225">
                <a:moveTo>
                  <a:pt x="0" y="273050"/>
                </a:moveTo>
                <a:lnTo>
                  <a:pt x="48387" y="77088"/>
                </a:lnTo>
                <a:lnTo>
                  <a:pt x="285623" y="0"/>
                </a:lnTo>
                <a:lnTo>
                  <a:pt x="439928" y="130175"/>
                </a:lnTo>
                <a:lnTo>
                  <a:pt x="391541" y="326136"/>
                </a:lnTo>
                <a:lnTo>
                  <a:pt x="154432" y="403225"/>
                </a:lnTo>
                <a:lnTo>
                  <a:pt x="0" y="27305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1" name="object 111"/>
          <p:cNvSpPr/>
          <p:nvPr/>
        </p:nvSpPr>
        <p:spPr>
          <a:xfrm>
            <a:off x="8654796" y="2846578"/>
            <a:ext cx="438276" cy="402844"/>
          </a:xfrm>
          <a:custGeom>
            <a:avLst/>
            <a:gdLst/>
            <a:ahLst/>
            <a:cxnLst/>
            <a:rect l="l" t="t" r="r" b="b"/>
            <a:pathLst>
              <a:path w="438276" h="402844">
                <a:moveTo>
                  <a:pt x="0" y="272669"/>
                </a:moveTo>
                <a:lnTo>
                  <a:pt x="48005" y="76708"/>
                </a:lnTo>
                <a:lnTo>
                  <a:pt x="284225" y="0"/>
                </a:lnTo>
                <a:lnTo>
                  <a:pt x="438276" y="130175"/>
                </a:lnTo>
                <a:lnTo>
                  <a:pt x="390271" y="326136"/>
                </a:lnTo>
                <a:lnTo>
                  <a:pt x="153924" y="402844"/>
                </a:lnTo>
                <a:lnTo>
                  <a:pt x="0" y="272669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2" name="object 112"/>
          <p:cNvSpPr/>
          <p:nvPr/>
        </p:nvSpPr>
        <p:spPr>
          <a:xfrm>
            <a:off x="8886952" y="4471924"/>
            <a:ext cx="439800" cy="401700"/>
          </a:xfrm>
          <a:custGeom>
            <a:avLst/>
            <a:gdLst/>
            <a:ahLst/>
            <a:cxnLst/>
            <a:rect l="l" t="t" r="r" b="b"/>
            <a:pathLst>
              <a:path w="439800" h="401700">
                <a:moveTo>
                  <a:pt x="0" y="272288"/>
                </a:moveTo>
                <a:lnTo>
                  <a:pt x="48641" y="77088"/>
                </a:lnTo>
                <a:lnTo>
                  <a:pt x="285750" y="0"/>
                </a:lnTo>
                <a:lnTo>
                  <a:pt x="439800" y="129412"/>
                </a:lnTo>
                <a:lnTo>
                  <a:pt x="391159" y="324612"/>
                </a:lnTo>
                <a:lnTo>
                  <a:pt x="154050" y="401700"/>
                </a:lnTo>
                <a:lnTo>
                  <a:pt x="0" y="272288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3" name="object 113"/>
          <p:cNvSpPr/>
          <p:nvPr/>
        </p:nvSpPr>
        <p:spPr>
          <a:xfrm>
            <a:off x="8470900" y="4411726"/>
            <a:ext cx="439800" cy="403098"/>
          </a:xfrm>
          <a:custGeom>
            <a:avLst/>
            <a:gdLst/>
            <a:ahLst/>
            <a:cxnLst/>
            <a:rect l="l" t="t" r="r" b="b"/>
            <a:pathLst>
              <a:path w="439800" h="403098">
                <a:moveTo>
                  <a:pt x="0" y="273050"/>
                </a:moveTo>
                <a:lnTo>
                  <a:pt x="48386" y="76962"/>
                </a:lnTo>
                <a:lnTo>
                  <a:pt x="285496" y="0"/>
                </a:lnTo>
                <a:lnTo>
                  <a:pt x="439800" y="130048"/>
                </a:lnTo>
                <a:lnTo>
                  <a:pt x="391414" y="326136"/>
                </a:lnTo>
                <a:lnTo>
                  <a:pt x="154304" y="403098"/>
                </a:lnTo>
                <a:lnTo>
                  <a:pt x="0" y="273050"/>
                </a:lnTo>
                <a:close/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4" name="object 114"/>
          <p:cNvSpPr/>
          <p:nvPr/>
        </p:nvSpPr>
        <p:spPr>
          <a:xfrm>
            <a:off x="8075422" y="4337177"/>
            <a:ext cx="438150" cy="399796"/>
          </a:xfrm>
          <a:custGeom>
            <a:avLst/>
            <a:gdLst/>
            <a:ahLst/>
            <a:cxnLst/>
            <a:rect l="l" t="t" r="r" b="b"/>
            <a:pathLst>
              <a:path w="438150" h="399796">
                <a:moveTo>
                  <a:pt x="0" y="271145"/>
                </a:moveTo>
                <a:lnTo>
                  <a:pt x="153416" y="399796"/>
                </a:lnTo>
                <a:lnTo>
                  <a:pt x="389635" y="323088"/>
                </a:lnTo>
                <a:lnTo>
                  <a:pt x="438150" y="128650"/>
                </a:lnTo>
                <a:lnTo>
                  <a:pt x="284733" y="0"/>
                </a:lnTo>
                <a:lnTo>
                  <a:pt x="48513" y="76708"/>
                </a:lnTo>
                <a:lnTo>
                  <a:pt x="0" y="271145"/>
                </a:lnTo>
                <a:close/>
              </a:path>
            </a:pathLst>
          </a:custGeom>
          <a:solidFill>
            <a:srgbClr val="FCA3B5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5" name="object 115"/>
          <p:cNvSpPr/>
          <p:nvPr/>
        </p:nvSpPr>
        <p:spPr>
          <a:xfrm>
            <a:off x="8075422" y="4337177"/>
            <a:ext cx="438150" cy="399796"/>
          </a:xfrm>
          <a:custGeom>
            <a:avLst/>
            <a:gdLst/>
            <a:ahLst/>
            <a:cxnLst/>
            <a:rect l="l" t="t" r="r" b="b"/>
            <a:pathLst>
              <a:path w="438150" h="399796">
                <a:moveTo>
                  <a:pt x="0" y="271145"/>
                </a:moveTo>
                <a:lnTo>
                  <a:pt x="48513" y="76708"/>
                </a:lnTo>
                <a:lnTo>
                  <a:pt x="284733" y="0"/>
                </a:lnTo>
                <a:lnTo>
                  <a:pt x="438150" y="128650"/>
                </a:lnTo>
                <a:lnTo>
                  <a:pt x="389635" y="323088"/>
                </a:lnTo>
                <a:lnTo>
                  <a:pt x="153416" y="399796"/>
                </a:lnTo>
                <a:lnTo>
                  <a:pt x="0" y="271145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6" name="object 116"/>
          <p:cNvSpPr/>
          <p:nvPr/>
        </p:nvSpPr>
        <p:spPr>
          <a:xfrm>
            <a:off x="8209533" y="4684776"/>
            <a:ext cx="439800" cy="403098"/>
          </a:xfrm>
          <a:custGeom>
            <a:avLst/>
            <a:gdLst/>
            <a:ahLst/>
            <a:cxnLst/>
            <a:rect l="l" t="t" r="r" b="b"/>
            <a:pathLst>
              <a:path w="439800" h="403098">
                <a:moveTo>
                  <a:pt x="0" y="273050"/>
                </a:moveTo>
                <a:lnTo>
                  <a:pt x="48387" y="76962"/>
                </a:lnTo>
                <a:lnTo>
                  <a:pt x="285496" y="0"/>
                </a:lnTo>
                <a:lnTo>
                  <a:pt x="439800" y="130048"/>
                </a:lnTo>
                <a:lnTo>
                  <a:pt x="391414" y="326136"/>
                </a:lnTo>
                <a:lnTo>
                  <a:pt x="154305" y="403098"/>
                </a:lnTo>
                <a:lnTo>
                  <a:pt x="0" y="273050"/>
                </a:lnTo>
                <a:close/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7" name="object 117"/>
          <p:cNvSpPr/>
          <p:nvPr/>
        </p:nvSpPr>
        <p:spPr>
          <a:xfrm>
            <a:off x="7943088" y="4008374"/>
            <a:ext cx="439800" cy="401700"/>
          </a:xfrm>
          <a:custGeom>
            <a:avLst/>
            <a:gdLst/>
            <a:ahLst/>
            <a:cxnLst/>
            <a:rect l="l" t="t" r="r" b="b"/>
            <a:pathLst>
              <a:path w="439800" h="401700">
                <a:moveTo>
                  <a:pt x="0" y="272288"/>
                </a:moveTo>
                <a:lnTo>
                  <a:pt x="48640" y="77088"/>
                </a:lnTo>
                <a:lnTo>
                  <a:pt x="285750" y="0"/>
                </a:lnTo>
                <a:lnTo>
                  <a:pt x="439800" y="129412"/>
                </a:lnTo>
                <a:lnTo>
                  <a:pt x="391159" y="324612"/>
                </a:lnTo>
                <a:lnTo>
                  <a:pt x="154050" y="401700"/>
                </a:lnTo>
                <a:lnTo>
                  <a:pt x="0" y="272288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8" name="object 118"/>
          <p:cNvSpPr/>
          <p:nvPr/>
        </p:nvSpPr>
        <p:spPr>
          <a:xfrm>
            <a:off x="9046845" y="2916174"/>
            <a:ext cx="439800" cy="401700"/>
          </a:xfrm>
          <a:custGeom>
            <a:avLst/>
            <a:gdLst/>
            <a:ahLst/>
            <a:cxnLst/>
            <a:rect l="l" t="t" r="r" b="b"/>
            <a:pathLst>
              <a:path w="439800" h="401700">
                <a:moveTo>
                  <a:pt x="0" y="272288"/>
                </a:moveTo>
                <a:lnTo>
                  <a:pt x="48640" y="77088"/>
                </a:lnTo>
                <a:lnTo>
                  <a:pt x="285750" y="0"/>
                </a:lnTo>
                <a:lnTo>
                  <a:pt x="439800" y="129412"/>
                </a:lnTo>
                <a:lnTo>
                  <a:pt x="391159" y="324612"/>
                </a:lnTo>
                <a:lnTo>
                  <a:pt x="154050" y="401700"/>
                </a:lnTo>
                <a:lnTo>
                  <a:pt x="0" y="272288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9" name="object 119"/>
          <p:cNvSpPr/>
          <p:nvPr/>
        </p:nvSpPr>
        <p:spPr>
          <a:xfrm>
            <a:off x="8782050" y="3194050"/>
            <a:ext cx="439927" cy="401700"/>
          </a:xfrm>
          <a:custGeom>
            <a:avLst/>
            <a:gdLst/>
            <a:ahLst/>
            <a:cxnLst/>
            <a:rect l="l" t="t" r="r" b="b"/>
            <a:pathLst>
              <a:path w="439927" h="401700">
                <a:moveTo>
                  <a:pt x="0" y="272288"/>
                </a:moveTo>
                <a:lnTo>
                  <a:pt x="48641" y="77088"/>
                </a:lnTo>
                <a:lnTo>
                  <a:pt x="285750" y="0"/>
                </a:lnTo>
                <a:lnTo>
                  <a:pt x="439927" y="129412"/>
                </a:lnTo>
                <a:lnTo>
                  <a:pt x="391286" y="324612"/>
                </a:lnTo>
                <a:lnTo>
                  <a:pt x="154050" y="401700"/>
                </a:lnTo>
                <a:lnTo>
                  <a:pt x="0" y="272288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0" name="object 120"/>
          <p:cNvSpPr/>
          <p:nvPr/>
        </p:nvSpPr>
        <p:spPr>
          <a:xfrm>
            <a:off x="8616950" y="4757674"/>
            <a:ext cx="439927" cy="401700"/>
          </a:xfrm>
          <a:custGeom>
            <a:avLst/>
            <a:gdLst/>
            <a:ahLst/>
            <a:cxnLst/>
            <a:rect l="l" t="t" r="r" b="b"/>
            <a:pathLst>
              <a:path w="439927" h="401700">
                <a:moveTo>
                  <a:pt x="0" y="272288"/>
                </a:moveTo>
                <a:lnTo>
                  <a:pt x="48641" y="77088"/>
                </a:lnTo>
                <a:lnTo>
                  <a:pt x="285876" y="0"/>
                </a:lnTo>
                <a:lnTo>
                  <a:pt x="439927" y="129412"/>
                </a:lnTo>
                <a:lnTo>
                  <a:pt x="391286" y="324612"/>
                </a:lnTo>
                <a:lnTo>
                  <a:pt x="154177" y="401700"/>
                </a:lnTo>
                <a:lnTo>
                  <a:pt x="0" y="272288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1" name="object 121"/>
          <p:cNvSpPr/>
          <p:nvPr/>
        </p:nvSpPr>
        <p:spPr>
          <a:xfrm>
            <a:off x="6173851" y="3399154"/>
            <a:ext cx="436499" cy="401066"/>
          </a:xfrm>
          <a:custGeom>
            <a:avLst/>
            <a:gdLst/>
            <a:ahLst/>
            <a:cxnLst/>
            <a:rect l="l" t="t" r="r" b="b"/>
            <a:pathLst>
              <a:path w="436499" h="401066">
                <a:moveTo>
                  <a:pt x="0" y="271399"/>
                </a:moveTo>
                <a:lnTo>
                  <a:pt x="47751" y="76454"/>
                </a:lnTo>
                <a:lnTo>
                  <a:pt x="283210" y="0"/>
                </a:lnTo>
                <a:lnTo>
                  <a:pt x="436499" y="129540"/>
                </a:lnTo>
                <a:lnTo>
                  <a:pt x="388620" y="324612"/>
                </a:lnTo>
                <a:lnTo>
                  <a:pt x="153288" y="401066"/>
                </a:lnTo>
                <a:lnTo>
                  <a:pt x="0" y="271399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2" name="object 122"/>
          <p:cNvSpPr/>
          <p:nvPr/>
        </p:nvSpPr>
        <p:spPr>
          <a:xfrm>
            <a:off x="7674609" y="3856990"/>
            <a:ext cx="596519" cy="659511"/>
          </a:xfrm>
          <a:custGeom>
            <a:avLst/>
            <a:gdLst/>
            <a:ahLst/>
            <a:cxnLst/>
            <a:rect l="l" t="t" r="r" b="b"/>
            <a:pathLst>
              <a:path w="596519" h="659511">
                <a:moveTo>
                  <a:pt x="37846" y="51435"/>
                </a:moveTo>
                <a:lnTo>
                  <a:pt x="0" y="0"/>
                </a:lnTo>
                <a:lnTo>
                  <a:pt x="22733" y="82042"/>
                </a:lnTo>
                <a:lnTo>
                  <a:pt x="46303" y="60797"/>
                </a:lnTo>
                <a:lnTo>
                  <a:pt x="37846" y="51435"/>
                </a:lnTo>
                <a:close/>
              </a:path>
              <a:path w="596519" h="659511">
                <a:moveTo>
                  <a:pt x="47244" y="42926"/>
                </a:moveTo>
                <a:lnTo>
                  <a:pt x="46303" y="60797"/>
                </a:lnTo>
                <a:lnTo>
                  <a:pt x="587121" y="659511"/>
                </a:lnTo>
                <a:lnTo>
                  <a:pt x="596519" y="651002"/>
                </a:lnTo>
                <a:lnTo>
                  <a:pt x="55720" y="52309"/>
                </a:lnTo>
                <a:lnTo>
                  <a:pt x="79375" y="30987"/>
                </a:lnTo>
                <a:lnTo>
                  <a:pt x="0" y="0"/>
                </a:lnTo>
                <a:lnTo>
                  <a:pt x="37846" y="51435"/>
                </a:lnTo>
                <a:lnTo>
                  <a:pt x="46303" y="60797"/>
                </a:lnTo>
                <a:lnTo>
                  <a:pt x="47244" y="4292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3" name="object 123"/>
          <p:cNvSpPr/>
          <p:nvPr/>
        </p:nvSpPr>
        <p:spPr>
          <a:xfrm>
            <a:off x="7405370" y="3625850"/>
            <a:ext cx="229870" cy="175260"/>
          </a:xfrm>
          <a:custGeom>
            <a:avLst/>
            <a:gdLst/>
            <a:ahLst/>
            <a:cxnLst/>
            <a:rect l="l" t="t" r="r" b="b"/>
            <a:pathLst>
              <a:path w="229870" h="175260">
                <a:moveTo>
                  <a:pt x="46862" y="43306"/>
                </a:moveTo>
                <a:lnTo>
                  <a:pt x="0" y="0"/>
                </a:lnTo>
                <a:lnTo>
                  <a:pt x="37973" y="76326"/>
                </a:lnTo>
                <a:lnTo>
                  <a:pt x="57045" y="50967"/>
                </a:lnTo>
                <a:lnTo>
                  <a:pt x="46862" y="43306"/>
                </a:lnTo>
                <a:close/>
              </a:path>
              <a:path w="229870" h="175260">
                <a:moveTo>
                  <a:pt x="54609" y="33147"/>
                </a:moveTo>
                <a:lnTo>
                  <a:pt x="57045" y="50967"/>
                </a:lnTo>
                <a:lnTo>
                  <a:pt x="222250" y="175260"/>
                </a:lnTo>
                <a:lnTo>
                  <a:pt x="229870" y="165100"/>
                </a:lnTo>
                <a:lnTo>
                  <a:pt x="64722" y="40760"/>
                </a:lnTo>
                <a:lnTo>
                  <a:pt x="83820" y="15367"/>
                </a:lnTo>
                <a:lnTo>
                  <a:pt x="0" y="0"/>
                </a:lnTo>
                <a:lnTo>
                  <a:pt x="46862" y="43306"/>
                </a:lnTo>
                <a:lnTo>
                  <a:pt x="57045" y="50967"/>
                </a:lnTo>
                <a:lnTo>
                  <a:pt x="54609" y="3314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8" name="object 58"/>
          <p:cNvSpPr txBox="1"/>
          <p:nvPr/>
        </p:nvSpPr>
        <p:spPr>
          <a:xfrm>
            <a:off x="2230501" y="45902"/>
            <a:ext cx="2469591" cy="584200"/>
          </a:xfrm>
          <a:prstGeom prst="rect">
            <a:avLst/>
          </a:prstGeom>
        </p:spPr>
        <p:txBody>
          <a:bodyPr wrap="square" lIns="0" tIns="29146" rIns="0" bIns="0" rtlCol="0">
            <a:noAutofit/>
          </a:bodyPr>
          <a:lstStyle/>
          <a:p>
            <a:pPr marL="12700">
              <a:lnSpc>
                <a:spcPts val="4590"/>
              </a:lnSpc>
            </a:pPr>
            <a:r>
              <a:rPr dirty="0" smtClean="0" sz="4400" spc="1">
                <a:latin typeface="Times New Roman"/>
                <a:cs typeface="Times New Roman"/>
              </a:rPr>
              <a:t>Frequ</a:t>
            </a:r>
            <a:r>
              <a:rPr dirty="0" smtClean="0" sz="4400" spc="1">
                <a:latin typeface="Times New Roman"/>
                <a:cs typeface="Times New Roman"/>
              </a:rPr>
              <a:t>e</a:t>
            </a:r>
            <a:r>
              <a:rPr dirty="0" smtClean="0" sz="4400" spc="1">
                <a:latin typeface="Times New Roman"/>
                <a:cs typeface="Times New Roman"/>
              </a:rPr>
              <a:t>ncy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4729454" y="45902"/>
            <a:ext cx="1102766" cy="584200"/>
          </a:xfrm>
          <a:prstGeom prst="rect">
            <a:avLst/>
          </a:prstGeom>
        </p:spPr>
        <p:txBody>
          <a:bodyPr wrap="square" lIns="0" tIns="29146" rIns="0" bIns="0" rtlCol="0">
            <a:noAutofit/>
          </a:bodyPr>
          <a:lstStyle/>
          <a:p>
            <a:pPr marL="12700">
              <a:lnSpc>
                <a:spcPts val="4590"/>
              </a:lnSpc>
            </a:pPr>
            <a:r>
              <a:rPr dirty="0" smtClean="0" sz="4400">
                <a:latin typeface="Times New Roman"/>
                <a:cs typeface="Times New Roman"/>
              </a:rPr>
              <a:t>Plan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5861050" y="209412"/>
            <a:ext cx="709574" cy="380999"/>
          </a:xfrm>
          <a:prstGeom prst="rect">
            <a:avLst/>
          </a:prstGeom>
        </p:spPr>
        <p:txBody>
          <a:bodyPr wrap="square" lIns="0" tIns="18796" rIns="0" bIns="0" rtlCol="0">
            <a:noAutofit/>
          </a:bodyPr>
          <a:lstStyle/>
          <a:p>
            <a:pPr marL="12700">
              <a:lnSpc>
                <a:spcPts val="2960"/>
              </a:lnSpc>
            </a:pPr>
            <a:r>
              <a:rPr dirty="0" smtClean="0" sz="2800" spc="-2">
                <a:latin typeface="Times New Roman"/>
                <a:cs typeface="Times New Roman"/>
              </a:rPr>
              <a:t>Be</a:t>
            </a:r>
            <a:r>
              <a:rPr dirty="0" smtClean="0" sz="2800" spc="-2">
                <a:latin typeface="Times New Roman"/>
                <a:cs typeface="Times New Roman"/>
              </a:rPr>
              <a:t>s</a:t>
            </a:r>
            <a:r>
              <a:rPr dirty="0" smtClean="0" sz="2800" spc="-2">
                <a:latin typeface="Times New Roman"/>
                <a:cs typeface="Times New Roman"/>
              </a:rPr>
              <a:t>t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6583984" y="209412"/>
            <a:ext cx="1185011" cy="380999"/>
          </a:xfrm>
          <a:prstGeom prst="rect">
            <a:avLst/>
          </a:prstGeom>
        </p:spPr>
        <p:txBody>
          <a:bodyPr wrap="square" lIns="0" tIns="18796" rIns="0" bIns="0" rtlCol="0">
            <a:noAutofit/>
          </a:bodyPr>
          <a:lstStyle/>
          <a:p>
            <a:pPr marL="12700">
              <a:lnSpc>
                <a:spcPts val="2960"/>
              </a:lnSpc>
            </a:pPr>
            <a:r>
              <a:rPr dirty="0" smtClean="0" sz="2800">
                <a:latin typeface="Times New Roman"/>
                <a:cs typeface="Times New Roman"/>
              </a:rPr>
              <a:t>Method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457200" y="1143640"/>
            <a:ext cx="228600" cy="431800"/>
          </a:xfrm>
          <a:prstGeom prst="rect">
            <a:avLst/>
          </a:prstGeom>
        </p:spPr>
        <p:txBody>
          <a:bodyPr wrap="square" lIns="0" tIns="21367" rIns="0" bIns="0" rtlCol="0">
            <a:noAutofit/>
          </a:bodyPr>
          <a:lstStyle/>
          <a:p>
            <a:pPr marL="12700">
              <a:lnSpc>
                <a:spcPts val="3365"/>
              </a:lnSpc>
            </a:pPr>
            <a:r>
              <a:rPr dirty="0" smtClean="0" sz="3200">
                <a:latin typeface="Times New Roman"/>
                <a:cs typeface="Times New Roman"/>
              </a:rPr>
              <a:t>•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800417" y="1143640"/>
            <a:ext cx="1915972" cy="431800"/>
          </a:xfrm>
          <a:prstGeom prst="rect">
            <a:avLst/>
          </a:prstGeom>
        </p:spPr>
        <p:txBody>
          <a:bodyPr wrap="square" lIns="0" tIns="21367" rIns="0" bIns="0" rtlCol="0">
            <a:noAutofit/>
          </a:bodyPr>
          <a:lstStyle/>
          <a:p>
            <a:pPr marL="12700">
              <a:lnSpc>
                <a:spcPts val="3365"/>
              </a:lnSpc>
            </a:pPr>
            <a:r>
              <a:rPr dirty="0" smtClean="0" sz="3200" spc="0" b="1">
                <a:latin typeface="Times New Roman"/>
                <a:cs typeface="Times New Roman"/>
              </a:rPr>
              <a:t>D</a:t>
            </a:r>
            <a:r>
              <a:rPr dirty="0" smtClean="0" sz="3200" spc="0" b="1">
                <a:latin typeface="Times New Roman"/>
                <a:cs typeface="Times New Roman"/>
              </a:rPr>
              <a:t>o</a:t>
            </a:r>
            <a:r>
              <a:rPr dirty="0" smtClean="0" sz="3200" spc="0" b="1">
                <a:latin typeface="Times New Roman"/>
                <a:cs typeface="Times New Roman"/>
              </a:rPr>
              <a:t> </a:t>
            </a:r>
            <a:r>
              <a:rPr dirty="0" smtClean="0" sz="3200" spc="0" b="1">
                <a:latin typeface="Times New Roman"/>
                <a:cs typeface="Times New Roman"/>
              </a:rPr>
              <a:t>not</a:t>
            </a:r>
            <a:r>
              <a:rPr dirty="0" smtClean="0" sz="3200" spc="0" b="1">
                <a:latin typeface="Times New Roman"/>
                <a:cs typeface="Times New Roman"/>
              </a:rPr>
              <a:t> </a:t>
            </a:r>
            <a:r>
              <a:rPr dirty="0" smtClean="0" sz="3200" spc="0" b="1">
                <a:latin typeface="Times New Roman"/>
                <a:cs typeface="Times New Roman"/>
              </a:rPr>
              <a:t>use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914717" y="1722979"/>
            <a:ext cx="223726" cy="1280858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>
                <a:latin typeface="Times New Roman"/>
                <a:cs typeface="Times New Roman"/>
              </a:rPr>
              <a:t>–</a:t>
            </a:r>
            <a:endParaRPr sz="2400">
              <a:latin typeface="Times New Roman"/>
              <a:cs typeface="Times New Roman"/>
            </a:endParaRPr>
          </a:p>
          <a:p>
            <a:pPr marL="12700" marR="206">
              <a:lnSpc>
                <a:spcPct val="95825"/>
              </a:lnSpc>
              <a:spcBef>
                <a:spcPts val="854"/>
              </a:spcBef>
            </a:pPr>
            <a:r>
              <a:rPr dirty="0" smtClean="0" sz="2400">
                <a:latin typeface="Times New Roman"/>
                <a:cs typeface="Times New Roman"/>
              </a:rPr>
              <a:t>–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95825"/>
              </a:lnSpc>
              <a:spcBef>
                <a:spcPts val="981"/>
              </a:spcBef>
            </a:pPr>
            <a:r>
              <a:rPr dirty="0" smtClean="0" sz="2400">
                <a:latin typeface="Times New Roman"/>
                <a:cs typeface="Times New Roman"/>
              </a:rPr>
              <a:t>–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1201737" y="1722979"/>
            <a:ext cx="2896250" cy="805689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 spc="-2" b="1">
                <a:latin typeface="Times New Roman"/>
                <a:cs typeface="Times New Roman"/>
              </a:rPr>
              <a:t>H</a:t>
            </a:r>
            <a:r>
              <a:rPr dirty="0" smtClean="0" sz="2400" spc="-2" b="1">
                <a:latin typeface="Times New Roman"/>
                <a:cs typeface="Times New Roman"/>
              </a:rPr>
              <a:t>e</a:t>
            </a:r>
            <a:r>
              <a:rPr dirty="0" smtClean="0" sz="2400" spc="-2" b="1">
                <a:latin typeface="Times New Roman"/>
                <a:cs typeface="Times New Roman"/>
              </a:rPr>
              <a:t>x</a:t>
            </a:r>
            <a:r>
              <a:rPr dirty="0" smtClean="0" sz="2400" spc="-2" b="1">
                <a:latin typeface="Times New Roman"/>
                <a:cs typeface="Times New Roman"/>
              </a:rPr>
              <a:t>agon</a:t>
            </a:r>
            <a:r>
              <a:rPr dirty="0" smtClean="0" sz="2400" spc="-2" b="1">
                <a:latin typeface="Times New Roman"/>
                <a:cs typeface="Times New Roman"/>
              </a:rPr>
              <a:t> </a:t>
            </a:r>
            <a:r>
              <a:rPr dirty="0" smtClean="0" sz="2400" spc="-2" b="1">
                <a:latin typeface="Times New Roman"/>
                <a:cs typeface="Times New Roman"/>
              </a:rPr>
              <a:t>c</a:t>
            </a:r>
            <a:r>
              <a:rPr dirty="0" smtClean="0" sz="2400" spc="-2" b="1">
                <a:latin typeface="Times New Roman"/>
                <a:cs typeface="Times New Roman"/>
              </a:rPr>
              <a:t>e</a:t>
            </a:r>
            <a:r>
              <a:rPr dirty="0" smtClean="0" sz="2400" spc="-2" b="1">
                <a:latin typeface="Times New Roman"/>
                <a:cs typeface="Times New Roman"/>
              </a:rPr>
              <a:t>l</a:t>
            </a:r>
            <a:r>
              <a:rPr dirty="0" smtClean="0" sz="2400" spc="-2" b="1">
                <a:latin typeface="Times New Roman"/>
                <a:cs typeface="Times New Roman"/>
              </a:rPr>
              <a:t>l</a:t>
            </a:r>
            <a:r>
              <a:rPr dirty="0" smtClean="0" sz="2400" spc="-2" b="1">
                <a:latin typeface="Times New Roman"/>
                <a:cs typeface="Times New Roman"/>
              </a:rPr>
              <a:t> </a:t>
            </a:r>
            <a:r>
              <a:rPr dirty="0" smtClean="0" sz="2400" spc="-2" b="1">
                <a:latin typeface="Times New Roman"/>
                <a:cs typeface="Times New Roman"/>
              </a:rPr>
              <a:t>patte</a:t>
            </a:r>
            <a:r>
              <a:rPr dirty="0" smtClean="0" sz="2400" spc="-2" b="1">
                <a:latin typeface="Times New Roman"/>
                <a:cs typeface="Times New Roman"/>
              </a:rPr>
              <a:t>r</a:t>
            </a:r>
            <a:r>
              <a:rPr dirty="0" smtClean="0" sz="2400" spc="-2" b="1">
                <a:latin typeface="Times New Roman"/>
                <a:cs typeface="Times New Roman"/>
              </a:rPr>
              <a:t>ns</a:t>
            </a:r>
            <a:endParaRPr sz="2400">
              <a:latin typeface="Times New Roman"/>
              <a:cs typeface="Times New Roman"/>
            </a:endParaRPr>
          </a:p>
          <a:p>
            <a:pPr marL="12700" marR="45767">
              <a:lnSpc>
                <a:spcPct val="95825"/>
              </a:lnSpc>
              <a:spcBef>
                <a:spcPts val="854"/>
              </a:spcBef>
            </a:pPr>
            <a:r>
              <a:rPr dirty="0" smtClean="0" sz="2400" spc="-4" b="1">
                <a:latin typeface="Times New Roman"/>
                <a:cs typeface="Times New Roman"/>
              </a:rPr>
              <a:t>Regular</a:t>
            </a:r>
            <a:r>
              <a:rPr dirty="0" smtClean="0" sz="2400" spc="-4" b="1">
                <a:latin typeface="Times New Roman"/>
                <a:cs typeface="Times New Roman"/>
              </a:rPr>
              <a:t> </a:t>
            </a:r>
            <a:r>
              <a:rPr dirty="0" smtClean="0" sz="2400" spc="-4" b="1">
                <a:latin typeface="Times New Roman"/>
                <a:cs typeface="Times New Roman"/>
              </a:rPr>
              <a:t>gr</a:t>
            </a:r>
            <a:r>
              <a:rPr dirty="0" smtClean="0" sz="2400" spc="-4" b="1">
                <a:latin typeface="Times New Roman"/>
                <a:cs typeface="Times New Roman"/>
              </a:rPr>
              <a:t>i</a:t>
            </a:r>
            <a:r>
              <a:rPr dirty="0" smtClean="0" sz="2400" spc="-4" b="1">
                <a:latin typeface="Times New Roman"/>
                <a:cs typeface="Times New Roman"/>
              </a:rPr>
              <a:t>ds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1201737" y="2673320"/>
            <a:ext cx="1483861" cy="330517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 spc="4" b="1">
                <a:latin typeface="Times New Roman"/>
                <a:cs typeface="Times New Roman"/>
              </a:rPr>
              <a:t>S</a:t>
            </a:r>
            <a:r>
              <a:rPr dirty="0" smtClean="0" sz="2400" spc="4" b="1">
                <a:latin typeface="Times New Roman"/>
                <a:cs typeface="Times New Roman"/>
              </a:rPr>
              <a:t>y</a:t>
            </a:r>
            <a:r>
              <a:rPr dirty="0" smtClean="0" sz="2400" spc="4" b="1">
                <a:latin typeface="Times New Roman"/>
                <a:cs typeface="Times New Roman"/>
              </a:rPr>
              <a:t>ste</a:t>
            </a:r>
            <a:r>
              <a:rPr dirty="0" smtClean="0" sz="2400" spc="4" b="1">
                <a:latin typeface="Times New Roman"/>
                <a:cs typeface="Times New Roman"/>
              </a:rPr>
              <a:t>m</a:t>
            </a:r>
            <a:r>
              <a:rPr dirty="0" smtClean="0" sz="2400" spc="4" b="1">
                <a:latin typeface="Times New Roman"/>
                <a:cs typeface="Times New Roman"/>
              </a:rPr>
              <a:t>at</a:t>
            </a:r>
            <a:r>
              <a:rPr dirty="0" smtClean="0" sz="2400" spc="4" b="1">
                <a:latin typeface="Times New Roman"/>
                <a:cs typeface="Times New Roman"/>
              </a:rPr>
              <a:t>i</a:t>
            </a:r>
            <a:r>
              <a:rPr dirty="0" smtClean="0" sz="2400" spc="4" b="1">
                <a:latin typeface="Times New Roman"/>
                <a:cs typeface="Times New Roman"/>
              </a:rPr>
              <a:t>c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2682167" y="2673320"/>
            <a:ext cx="1371578" cy="330517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 spc="-3" b="1">
                <a:latin typeface="Times New Roman"/>
                <a:cs typeface="Times New Roman"/>
              </a:rPr>
              <a:t>f</a:t>
            </a:r>
            <a:r>
              <a:rPr dirty="0" smtClean="0" sz="2400" spc="-3" b="1">
                <a:latin typeface="Times New Roman"/>
                <a:cs typeface="Times New Roman"/>
              </a:rPr>
              <a:t>r</a:t>
            </a:r>
            <a:r>
              <a:rPr dirty="0" smtClean="0" sz="2400" spc="-3" b="1">
                <a:latin typeface="Times New Roman"/>
                <a:cs typeface="Times New Roman"/>
              </a:rPr>
              <a:t>equen</a:t>
            </a:r>
            <a:r>
              <a:rPr dirty="0" smtClean="0" sz="2400" spc="-3" b="1">
                <a:latin typeface="Times New Roman"/>
                <a:cs typeface="Times New Roman"/>
              </a:rPr>
              <a:t>c</a:t>
            </a:r>
            <a:r>
              <a:rPr dirty="0" smtClean="0" sz="2400" spc="-3" b="1">
                <a:latin typeface="Times New Roman"/>
                <a:cs typeface="Times New Roman"/>
              </a:rPr>
              <a:t>y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055806" y="2673320"/>
            <a:ext cx="1338320" cy="330517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 spc="-2" b="1">
                <a:latin typeface="Times New Roman"/>
                <a:cs typeface="Times New Roman"/>
              </a:rPr>
              <a:t>a</a:t>
            </a:r>
            <a:r>
              <a:rPr dirty="0" smtClean="0" sz="2400" spc="-2" b="1">
                <a:latin typeface="Times New Roman"/>
                <a:cs typeface="Times New Roman"/>
              </a:rPr>
              <a:t>l</a:t>
            </a:r>
            <a:r>
              <a:rPr dirty="0" smtClean="0" sz="2400" spc="-2" b="1">
                <a:latin typeface="Times New Roman"/>
                <a:cs typeface="Times New Roman"/>
              </a:rPr>
              <a:t>l</a:t>
            </a:r>
            <a:r>
              <a:rPr dirty="0" smtClean="0" sz="2400" spc="-2" b="1">
                <a:latin typeface="Times New Roman"/>
                <a:cs typeface="Times New Roman"/>
              </a:rPr>
              <a:t>o</a:t>
            </a:r>
            <a:r>
              <a:rPr dirty="0" smtClean="0" sz="2400" spc="-2" b="1">
                <a:latin typeface="Times New Roman"/>
                <a:cs typeface="Times New Roman"/>
              </a:rPr>
              <a:t>c</a:t>
            </a:r>
            <a:r>
              <a:rPr dirty="0" smtClean="0" sz="2400" spc="-2" b="1">
                <a:latin typeface="Times New Roman"/>
                <a:cs typeface="Times New Roman"/>
              </a:rPr>
              <a:t>at</a:t>
            </a:r>
            <a:r>
              <a:rPr dirty="0" smtClean="0" sz="2400" spc="-2" b="1">
                <a:latin typeface="Times New Roman"/>
                <a:cs typeface="Times New Roman"/>
              </a:rPr>
              <a:t>i</a:t>
            </a:r>
            <a:r>
              <a:rPr dirty="0" smtClean="0" sz="2400" spc="-2" b="1">
                <a:latin typeface="Times New Roman"/>
                <a:cs typeface="Times New Roman"/>
              </a:rPr>
              <a:t>on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7151751" y="2711465"/>
            <a:ext cx="170598" cy="178117"/>
          </a:xfrm>
          <a:prstGeom prst="rect">
            <a:avLst/>
          </a:prstGeom>
        </p:spPr>
        <p:txBody>
          <a:bodyPr wrap="square" lIns="0" tIns="8255" rIns="0" bIns="0" rtlCol="0">
            <a:noAutofit/>
          </a:bodyPr>
          <a:lstStyle/>
          <a:p>
            <a:pPr marL="12700">
              <a:lnSpc>
                <a:spcPts val="1300"/>
              </a:lnSpc>
            </a:pPr>
            <a:r>
              <a:rPr dirty="0" smtClean="0" sz="1200" spc="-4">
                <a:latin typeface="Calibri"/>
                <a:cs typeface="Calibri"/>
              </a:rPr>
              <a:t>f2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7542276" y="2771917"/>
            <a:ext cx="170598" cy="178117"/>
          </a:xfrm>
          <a:prstGeom prst="rect">
            <a:avLst/>
          </a:prstGeom>
        </p:spPr>
        <p:txBody>
          <a:bodyPr wrap="square" lIns="0" tIns="8255" rIns="0" bIns="0" rtlCol="0">
            <a:noAutofit/>
          </a:bodyPr>
          <a:lstStyle/>
          <a:p>
            <a:pPr marL="12700">
              <a:lnSpc>
                <a:spcPts val="1300"/>
              </a:lnSpc>
            </a:pPr>
            <a:r>
              <a:rPr dirty="0" smtClean="0" sz="1200" spc="-4">
                <a:latin typeface="Calibri"/>
                <a:cs typeface="Calibri"/>
              </a:rPr>
              <a:t>f6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8364220" y="2921635"/>
            <a:ext cx="170486" cy="177800"/>
          </a:xfrm>
          <a:prstGeom prst="rect">
            <a:avLst/>
          </a:prstGeom>
        </p:spPr>
        <p:txBody>
          <a:bodyPr wrap="square" lIns="0" tIns="8255" rIns="0" bIns="0" rtlCol="0">
            <a:noAutofit/>
          </a:bodyPr>
          <a:lstStyle/>
          <a:p>
            <a:pPr marL="12700">
              <a:lnSpc>
                <a:spcPts val="1300"/>
              </a:lnSpc>
            </a:pPr>
            <a:r>
              <a:rPr dirty="0" smtClean="0" sz="1200" spc="-4">
                <a:latin typeface="Calibri"/>
                <a:cs typeface="Calibri"/>
              </a:rPr>
              <a:t>f3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7277481" y="3043809"/>
            <a:ext cx="170486" cy="177800"/>
          </a:xfrm>
          <a:prstGeom prst="rect">
            <a:avLst/>
          </a:prstGeom>
        </p:spPr>
        <p:txBody>
          <a:bodyPr wrap="square" lIns="0" tIns="8255" rIns="0" bIns="0" rtlCol="0">
            <a:noAutofit/>
          </a:bodyPr>
          <a:lstStyle/>
          <a:p>
            <a:pPr marL="12700">
              <a:lnSpc>
                <a:spcPts val="1300"/>
              </a:lnSpc>
            </a:pPr>
            <a:r>
              <a:rPr dirty="0" smtClean="0" sz="1200" spc="-4">
                <a:latin typeface="Calibri"/>
                <a:cs typeface="Calibri"/>
              </a:rPr>
              <a:t>f3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7653908" y="3131185"/>
            <a:ext cx="170486" cy="177800"/>
          </a:xfrm>
          <a:prstGeom prst="rect">
            <a:avLst/>
          </a:prstGeom>
        </p:spPr>
        <p:txBody>
          <a:bodyPr wrap="square" lIns="0" tIns="8255" rIns="0" bIns="0" rtlCol="0">
            <a:noAutofit/>
          </a:bodyPr>
          <a:lstStyle/>
          <a:p>
            <a:pPr marL="12700">
              <a:lnSpc>
                <a:spcPts val="1300"/>
              </a:lnSpc>
            </a:pPr>
            <a:r>
              <a:rPr dirty="0" smtClean="0" sz="1200" spc="-4">
                <a:latin typeface="Calibri"/>
                <a:cs typeface="Calibri"/>
              </a:rPr>
              <a:t>f5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8071739" y="3205734"/>
            <a:ext cx="170486" cy="177800"/>
          </a:xfrm>
          <a:prstGeom prst="rect">
            <a:avLst/>
          </a:prstGeom>
        </p:spPr>
        <p:txBody>
          <a:bodyPr wrap="square" lIns="0" tIns="8255" rIns="0" bIns="0" rtlCol="0">
            <a:noAutofit/>
          </a:bodyPr>
          <a:lstStyle/>
          <a:p>
            <a:pPr marL="12700">
              <a:lnSpc>
                <a:spcPts val="1300"/>
              </a:lnSpc>
            </a:pPr>
            <a:r>
              <a:rPr dirty="0" smtClean="0" sz="1200" spc="-4">
                <a:latin typeface="Calibri"/>
                <a:cs typeface="Calibri"/>
              </a:rPr>
              <a:t>f4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6565265" y="3255010"/>
            <a:ext cx="170486" cy="177800"/>
          </a:xfrm>
          <a:prstGeom prst="rect">
            <a:avLst/>
          </a:prstGeom>
        </p:spPr>
        <p:txBody>
          <a:bodyPr wrap="square" lIns="0" tIns="8255" rIns="0" bIns="0" rtlCol="0">
            <a:noAutofit/>
          </a:bodyPr>
          <a:lstStyle/>
          <a:p>
            <a:pPr marL="12700">
              <a:lnSpc>
                <a:spcPts val="1300"/>
              </a:lnSpc>
            </a:pPr>
            <a:r>
              <a:rPr dirty="0" smtClean="0" sz="1200" spc="-4">
                <a:latin typeface="Calibri"/>
                <a:cs typeface="Calibri"/>
              </a:rPr>
              <a:t>f5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8489569" y="3291459"/>
            <a:ext cx="170486" cy="177800"/>
          </a:xfrm>
          <a:prstGeom prst="rect">
            <a:avLst/>
          </a:prstGeom>
        </p:spPr>
        <p:txBody>
          <a:bodyPr wrap="square" lIns="0" tIns="8255" rIns="0" bIns="0" rtlCol="0">
            <a:noAutofit/>
          </a:bodyPr>
          <a:lstStyle/>
          <a:p>
            <a:pPr marL="12700">
              <a:lnSpc>
                <a:spcPts val="1300"/>
              </a:lnSpc>
            </a:pPr>
            <a:r>
              <a:rPr dirty="0" smtClean="0" sz="1200" spc="-4">
                <a:latin typeface="Calibri"/>
                <a:cs typeface="Calibri"/>
              </a:rPr>
              <a:t>f7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985000" y="3328035"/>
            <a:ext cx="170486" cy="177800"/>
          </a:xfrm>
          <a:prstGeom prst="rect">
            <a:avLst/>
          </a:prstGeom>
        </p:spPr>
        <p:txBody>
          <a:bodyPr wrap="square" lIns="0" tIns="8255" rIns="0" bIns="0" rtlCol="0">
            <a:noAutofit/>
          </a:bodyPr>
          <a:lstStyle/>
          <a:p>
            <a:pPr marL="12700">
              <a:lnSpc>
                <a:spcPts val="1300"/>
              </a:lnSpc>
            </a:pPr>
            <a:r>
              <a:rPr dirty="0" smtClean="0" sz="1200" spc="-4">
                <a:latin typeface="Calibri"/>
                <a:cs typeface="Calibri"/>
              </a:rPr>
              <a:t>f4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8923020" y="3353435"/>
            <a:ext cx="170486" cy="177800"/>
          </a:xfrm>
          <a:prstGeom prst="rect">
            <a:avLst/>
          </a:prstGeom>
        </p:spPr>
        <p:txBody>
          <a:bodyPr wrap="square" lIns="0" tIns="8255" rIns="0" bIns="0" rtlCol="0">
            <a:noAutofit/>
          </a:bodyPr>
          <a:lstStyle/>
          <a:p>
            <a:pPr marL="12700">
              <a:lnSpc>
                <a:spcPts val="1300"/>
              </a:lnSpc>
            </a:pPr>
            <a:r>
              <a:rPr dirty="0" smtClean="0" sz="1200" spc="-4">
                <a:latin typeface="Calibri"/>
                <a:cs typeface="Calibri"/>
              </a:rPr>
              <a:t>f2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389114" y="3415284"/>
            <a:ext cx="170486" cy="177800"/>
          </a:xfrm>
          <a:prstGeom prst="rect">
            <a:avLst/>
          </a:prstGeom>
        </p:spPr>
        <p:txBody>
          <a:bodyPr wrap="square" lIns="0" tIns="8255" rIns="0" bIns="0" rtlCol="0">
            <a:noAutofit/>
          </a:bodyPr>
          <a:lstStyle/>
          <a:p>
            <a:pPr marL="12700">
              <a:lnSpc>
                <a:spcPts val="1300"/>
              </a:lnSpc>
            </a:pPr>
            <a:r>
              <a:rPr dirty="0" smtClean="0" sz="1200" spc="-4">
                <a:latin typeface="Calibri"/>
                <a:cs typeface="Calibri"/>
              </a:rPr>
              <a:t>f7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57200" y="3447800"/>
            <a:ext cx="228758" cy="432117"/>
          </a:xfrm>
          <a:prstGeom prst="rect">
            <a:avLst/>
          </a:prstGeom>
        </p:spPr>
        <p:txBody>
          <a:bodyPr wrap="square" lIns="0" tIns="21399" rIns="0" bIns="0" rtlCol="0">
            <a:noAutofit/>
          </a:bodyPr>
          <a:lstStyle/>
          <a:p>
            <a:pPr marL="12700">
              <a:lnSpc>
                <a:spcPts val="3370"/>
              </a:lnSpc>
            </a:pPr>
            <a:r>
              <a:rPr dirty="0" smtClean="0" sz="3200">
                <a:latin typeface="Times New Roman"/>
                <a:cs typeface="Times New Roman"/>
              </a:rPr>
              <a:t>•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800417" y="3447800"/>
            <a:ext cx="718853" cy="432117"/>
          </a:xfrm>
          <a:prstGeom prst="rect">
            <a:avLst/>
          </a:prstGeom>
        </p:spPr>
        <p:txBody>
          <a:bodyPr wrap="square" lIns="0" tIns="21399" rIns="0" bIns="0" rtlCol="0">
            <a:noAutofit/>
          </a:bodyPr>
          <a:lstStyle/>
          <a:p>
            <a:pPr marL="12700">
              <a:lnSpc>
                <a:spcPts val="3370"/>
              </a:lnSpc>
            </a:pPr>
            <a:r>
              <a:rPr dirty="0" smtClean="0" sz="3200" b="1">
                <a:latin typeface="Times New Roman"/>
                <a:cs typeface="Times New Roman"/>
              </a:rPr>
              <a:t>Use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820659" y="3477260"/>
            <a:ext cx="170486" cy="177800"/>
          </a:xfrm>
          <a:prstGeom prst="rect">
            <a:avLst/>
          </a:prstGeom>
        </p:spPr>
        <p:txBody>
          <a:bodyPr wrap="square" lIns="0" tIns="8255" rIns="0" bIns="0" rtlCol="0">
            <a:noAutofit/>
          </a:bodyPr>
          <a:lstStyle/>
          <a:p>
            <a:pPr marL="12700">
              <a:lnSpc>
                <a:spcPts val="1300"/>
              </a:lnSpc>
            </a:pPr>
            <a:r>
              <a:rPr dirty="0" smtClean="0" sz="1200" spc="-4">
                <a:latin typeface="Calibri"/>
                <a:cs typeface="Calibri"/>
              </a:rPr>
              <a:t>f2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272784" y="3537585"/>
            <a:ext cx="170486" cy="177800"/>
          </a:xfrm>
          <a:prstGeom prst="rect">
            <a:avLst/>
          </a:prstGeom>
        </p:spPr>
        <p:txBody>
          <a:bodyPr wrap="square" lIns="0" tIns="8255" rIns="0" bIns="0" rtlCol="0">
            <a:noAutofit/>
          </a:bodyPr>
          <a:lstStyle/>
          <a:p>
            <a:pPr marL="12700">
              <a:lnSpc>
                <a:spcPts val="1300"/>
              </a:lnSpc>
            </a:pPr>
            <a:r>
              <a:rPr dirty="0" smtClean="0" sz="1200" spc="-4">
                <a:latin typeface="Calibri"/>
                <a:cs typeface="Calibri"/>
              </a:rPr>
              <a:t>f7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224901" y="3537585"/>
            <a:ext cx="170486" cy="177800"/>
          </a:xfrm>
          <a:prstGeom prst="rect">
            <a:avLst/>
          </a:prstGeom>
        </p:spPr>
        <p:txBody>
          <a:bodyPr wrap="square" lIns="0" tIns="8255" rIns="0" bIns="0" rtlCol="0">
            <a:noAutofit/>
          </a:bodyPr>
          <a:lstStyle/>
          <a:p>
            <a:pPr marL="12700">
              <a:lnSpc>
                <a:spcPts val="1300"/>
              </a:lnSpc>
            </a:pPr>
            <a:r>
              <a:rPr dirty="0" smtClean="0" sz="1200" spc="-4">
                <a:latin typeface="Calibri"/>
                <a:cs typeface="Calibri"/>
              </a:rPr>
              <a:t>f6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704583" y="3599322"/>
            <a:ext cx="170598" cy="178117"/>
          </a:xfrm>
          <a:prstGeom prst="rect">
            <a:avLst/>
          </a:prstGeom>
        </p:spPr>
        <p:txBody>
          <a:bodyPr wrap="square" lIns="0" tIns="8255" rIns="0" bIns="0" rtlCol="0">
            <a:noAutofit/>
          </a:bodyPr>
          <a:lstStyle/>
          <a:p>
            <a:pPr marL="12700">
              <a:lnSpc>
                <a:spcPts val="1300"/>
              </a:lnSpc>
            </a:pPr>
            <a:r>
              <a:rPr dirty="0" smtClean="0" sz="1200" spc="-4">
                <a:latin typeface="Calibri"/>
                <a:cs typeface="Calibri"/>
              </a:rPr>
              <a:t>f2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124065" y="3661171"/>
            <a:ext cx="171233" cy="178117"/>
          </a:xfrm>
          <a:prstGeom prst="rect">
            <a:avLst/>
          </a:prstGeom>
        </p:spPr>
        <p:txBody>
          <a:bodyPr wrap="square" lIns="0" tIns="8255" rIns="0" bIns="0" rtlCol="0">
            <a:noAutofit/>
          </a:bodyPr>
          <a:lstStyle/>
          <a:p>
            <a:pPr marL="12700">
              <a:lnSpc>
                <a:spcPts val="1300"/>
              </a:lnSpc>
            </a:pPr>
            <a:r>
              <a:rPr dirty="0" smtClean="0" sz="1200" spc="-4">
                <a:latin typeface="Calibri"/>
                <a:cs typeface="Calibri"/>
              </a:rPr>
              <a:t>f6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9048750" y="3686571"/>
            <a:ext cx="170598" cy="178117"/>
          </a:xfrm>
          <a:prstGeom prst="rect">
            <a:avLst/>
          </a:prstGeom>
        </p:spPr>
        <p:txBody>
          <a:bodyPr wrap="square" lIns="0" tIns="8255" rIns="0" bIns="0" rtlCol="0">
            <a:noAutofit/>
          </a:bodyPr>
          <a:lstStyle/>
          <a:p>
            <a:pPr marL="12700">
              <a:lnSpc>
                <a:spcPts val="1300"/>
              </a:lnSpc>
            </a:pPr>
            <a:r>
              <a:rPr dirty="0" smtClean="0" sz="1200" spc="-4">
                <a:latin typeface="Calibri"/>
                <a:cs typeface="Calibri"/>
              </a:rPr>
              <a:t>f3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946390" y="3809365"/>
            <a:ext cx="170486" cy="177800"/>
          </a:xfrm>
          <a:prstGeom prst="rect">
            <a:avLst/>
          </a:prstGeom>
        </p:spPr>
        <p:txBody>
          <a:bodyPr wrap="square" lIns="0" tIns="8255" rIns="0" bIns="0" rtlCol="0">
            <a:noAutofit/>
          </a:bodyPr>
          <a:lstStyle/>
          <a:p>
            <a:pPr marL="12700">
              <a:lnSpc>
                <a:spcPts val="1300"/>
              </a:lnSpc>
            </a:pPr>
            <a:r>
              <a:rPr dirty="0" smtClean="0" sz="1200" spc="-4">
                <a:latin typeface="Calibri"/>
                <a:cs typeface="Calibri"/>
              </a:rPr>
              <a:t>f3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469758" y="3823716"/>
            <a:ext cx="131008" cy="177800"/>
          </a:xfrm>
          <a:prstGeom prst="rect">
            <a:avLst/>
          </a:prstGeom>
        </p:spPr>
        <p:txBody>
          <a:bodyPr wrap="square" lIns="0" tIns="8255" rIns="0" bIns="0" rtlCol="0">
            <a:noAutofit/>
          </a:bodyPr>
          <a:lstStyle/>
          <a:p>
            <a:pPr marL="12700">
              <a:lnSpc>
                <a:spcPts val="1300"/>
              </a:lnSpc>
            </a:pPr>
            <a:r>
              <a:rPr dirty="0" smtClean="0" sz="1200">
                <a:latin typeface="Calibri"/>
                <a:cs typeface="Calibri"/>
              </a:rPr>
              <a:t>R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336660" y="3896741"/>
            <a:ext cx="170486" cy="177800"/>
          </a:xfrm>
          <a:prstGeom prst="rect">
            <a:avLst/>
          </a:prstGeom>
        </p:spPr>
        <p:txBody>
          <a:bodyPr wrap="square" lIns="0" tIns="8255" rIns="0" bIns="0" rtlCol="0">
            <a:noAutofit/>
          </a:bodyPr>
          <a:lstStyle/>
          <a:p>
            <a:pPr marL="12700">
              <a:lnSpc>
                <a:spcPts val="1300"/>
              </a:lnSpc>
            </a:pPr>
            <a:r>
              <a:rPr dirty="0" smtClean="0" sz="1200" spc="-4">
                <a:latin typeface="Calibri"/>
                <a:cs typeface="Calibri"/>
              </a:rPr>
              <a:t>f5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830059" y="3933190"/>
            <a:ext cx="170486" cy="177800"/>
          </a:xfrm>
          <a:prstGeom prst="rect">
            <a:avLst/>
          </a:prstGeom>
        </p:spPr>
        <p:txBody>
          <a:bodyPr wrap="square" lIns="0" tIns="8255" rIns="0" bIns="0" rtlCol="0">
            <a:noAutofit/>
          </a:bodyPr>
          <a:lstStyle/>
          <a:p>
            <a:pPr marL="12700">
              <a:lnSpc>
                <a:spcPts val="1300"/>
              </a:lnSpc>
            </a:pPr>
            <a:r>
              <a:rPr dirty="0" smtClean="0" sz="1200" spc="-4">
                <a:latin typeface="Calibri"/>
                <a:cs typeface="Calibri"/>
              </a:rPr>
              <a:t>f3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754364" y="3969766"/>
            <a:ext cx="170486" cy="177800"/>
          </a:xfrm>
          <a:prstGeom prst="rect">
            <a:avLst/>
          </a:prstGeom>
        </p:spPr>
        <p:txBody>
          <a:bodyPr wrap="square" lIns="0" tIns="8255" rIns="0" bIns="0" rtlCol="0">
            <a:noAutofit/>
          </a:bodyPr>
          <a:lstStyle/>
          <a:p>
            <a:pPr marL="12700">
              <a:lnSpc>
                <a:spcPts val="1300"/>
              </a:lnSpc>
            </a:pPr>
            <a:r>
              <a:rPr dirty="0" smtClean="0" sz="1200" spc="-4">
                <a:latin typeface="Calibri"/>
                <a:cs typeface="Calibri"/>
              </a:rPr>
              <a:t>f4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236206" y="4020439"/>
            <a:ext cx="170486" cy="177800"/>
          </a:xfrm>
          <a:prstGeom prst="rect">
            <a:avLst/>
          </a:prstGeom>
        </p:spPr>
        <p:txBody>
          <a:bodyPr wrap="square" lIns="0" tIns="8255" rIns="0" bIns="0" rtlCol="0">
            <a:noAutofit/>
          </a:bodyPr>
          <a:lstStyle/>
          <a:p>
            <a:pPr marL="12700">
              <a:lnSpc>
                <a:spcPts val="1300"/>
              </a:lnSpc>
            </a:pPr>
            <a:r>
              <a:rPr dirty="0" smtClean="0" sz="1200" spc="-4">
                <a:latin typeface="Calibri"/>
                <a:cs typeface="Calibri"/>
              </a:rPr>
              <a:t>f5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14717" y="4028031"/>
            <a:ext cx="223726" cy="1283016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 marR="206">
              <a:lnSpc>
                <a:spcPts val="2550"/>
              </a:lnSpc>
            </a:pPr>
            <a:r>
              <a:rPr dirty="0" smtClean="0" sz="2400">
                <a:latin typeface="Times New Roman"/>
                <a:cs typeface="Times New Roman"/>
              </a:rPr>
              <a:t>–</a:t>
            </a:r>
            <a:endParaRPr sz="2400">
              <a:latin typeface="Times New Roman"/>
              <a:cs typeface="Times New Roman"/>
            </a:endParaRPr>
          </a:p>
          <a:p>
            <a:pPr marL="12700" marR="206">
              <a:lnSpc>
                <a:spcPct val="95825"/>
              </a:lnSpc>
              <a:spcBef>
                <a:spcPts val="854"/>
              </a:spcBef>
            </a:pPr>
            <a:r>
              <a:rPr dirty="0" smtClean="0" sz="2400">
                <a:latin typeface="Times New Roman"/>
                <a:cs typeface="Times New Roman"/>
              </a:rPr>
              <a:t>–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95825"/>
              </a:lnSpc>
              <a:spcBef>
                <a:spcPts val="1000"/>
              </a:spcBef>
            </a:pPr>
            <a:r>
              <a:rPr dirty="0" smtClean="0" sz="2400">
                <a:latin typeface="Times New Roman"/>
                <a:cs typeface="Times New Roman"/>
              </a:rPr>
              <a:t>–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201737" y="4028031"/>
            <a:ext cx="1674977" cy="330200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 spc="-2" b="1">
                <a:latin typeface="Times New Roman"/>
                <a:cs typeface="Times New Roman"/>
              </a:rPr>
              <a:t>I</a:t>
            </a:r>
            <a:r>
              <a:rPr dirty="0" smtClean="0" sz="2400" spc="-2" b="1">
                <a:latin typeface="Times New Roman"/>
                <a:cs typeface="Times New Roman"/>
              </a:rPr>
              <a:t>n</a:t>
            </a:r>
            <a:r>
              <a:rPr dirty="0" smtClean="0" sz="2400" spc="-2" b="1">
                <a:latin typeface="Times New Roman"/>
                <a:cs typeface="Times New Roman"/>
              </a:rPr>
              <a:t>te</a:t>
            </a:r>
            <a:r>
              <a:rPr dirty="0" smtClean="0" sz="2400" spc="-2" b="1">
                <a:latin typeface="Times New Roman"/>
                <a:cs typeface="Times New Roman"/>
              </a:rPr>
              <a:t>r</a:t>
            </a:r>
            <a:r>
              <a:rPr dirty="0" smtClean="0" sz="2400" spc="-2" b="1">
                <a:latin typeface="Times New Roman"/>
                <a:cs typeface="Times New Roman"/>
              </a:rPr>
              <a:t>f</a:t>
            </a:r>
            <a:r>
              <a:rPr dirty="0" smtClean="0" sz="2400" spc="-2" b="1">
                <a:latin typeface="Times New Roman"/>
                <a:cs typeface="Times New Roman"/>
              </a:rPr>
              <a:t>e</a:t>
            </a:r>
            <a:r>
              <a:rPr dirty="0" smtClean="0" sz="2400" spc="-2" b="1">
                <a:latin typeface="Times New Roman"/>
                <a:cs typeface="Times New Roman"/>
              </a:rPr>
              <a:t>r</a:t>
            </a:r>
            <a:r>
              <a:rPr dirty="0" smtClean="0" sz="2400" spc="-2" b="1">
                <a:latin typeface="Times New Roman"/>
                <a:cs typeface="Times New Roman"/>
              </a:rPr>
              <a:t>ence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877832" y="4028031"/>
            <a:ext cx="2448559" cy="330200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 spc="0" b="1">
                <a:latin typeface="Times New Roman"/>
                <a:cs typeface="Times New Roman"/>
              </a:rPr>
              <a:t>m</a:t>
            </a:r>
            <a:r>
              <a:rPr dirty="0" smtClean="0" sz="2400" spc="0" b="1">
                <a:latin typeface="Times New Roman"/>
                <a:cs typeface="Times New Roman"/>
              </a:rPr>
              <a:t>atr</a:t>
            </a:r>
            <a:r>
              <a:rPr dirty="0" smtClean="0" sz="2400" spc="0" b="1">
                <a:latin typeface="Times New Roman"/>
                <a:cs typeface="Times New Roman"/>
              </a:rPr>
              <a:t>i</a:t>
            </a:r>
            <a:r>
              <a:rPr dirty="0" smtClean="0" sz="2400" spc="0" b="1">
                <a:latin typeface="Times New Roman"/>
                <a:cs typeface="Times New Roman"/>
              </a:rPr>
              <a:t>x</a:t>
            </a:r>
            <a:r>
              <a:rPr dirty="0" smtClean="0" sz="2400" spc="0" b="1">
                <a:latin typeface="Times New Roman"/>
                <a:cs typeface="Times New Roman"/>
              </a:rPr>
              <a:t> </a:t>
            </a:r>
            <a:r>
              <a:rPr dirty="0" smtClean="0" sz="2400" spc="0" b="1">
                <a:latin typeface="Times New Roman"/>
                <a:cs typeface="Times New Roman"/>
              </a:rPr>
              <a:t>ca</a:t>
            </a:r>
            <a:r>
              <a:rPr dirty="0" smtClean="0" sz="2400" spc="0" b="1">
                <a:latin typeface="Times New Roman"/>
                <a:cs typeface="Times New Roman"/>
              </a:rPr>
              <a:t>l</a:t>
            </a:r>
            <a:r>
              <a:rPr dirty="0" smtClean="0" sz="2400" spc="0" b="1">
                <a:latin typeface="Times New Roman"/>
                <a:cs typeface="Times New Roman"/>
              </a:rPr>
              <a:t>cu</a:t>
            </a:r>
            <a:r>
              <a:rPr dirty="0" smtClean="0" sz="2400" spc="0" b="1">
                <a:latin typeface="Times New Roman"/>
                <a:cs typeface="Times New Roman"/>
              </a:rPr>
              <a:t>l</a:t>
            </a:r>
            <a:r>
              <a:rPr dirty="0" smtClean="0" sz="2400" spc="0" b="1">
                <a:latin typeface="Times New Roman"/>
                <a:cs typeface="Times New Roman"/>
              </a:rPr>
              <a:t>ation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653908" y="4093464"/>
            <a:ext cx="170486" cy="177800"/>
          </a:xfrm>
          <a:prstGeom prst="rect">
            <a:avLst/>
          </a:prstGeom>
        </p:spPr>
        <p:txBody>
          <a:bodyPr wrap="square" lIns="0" tIns="8255" rIns="0" bIns="0" rtlCol="0">
            <a:noAutofit/>
          </a:bodyPr>
          <a:lstStyle/>
          <a:p>
            <a:pPr marL="12700">
              <a:lnSpc>
                <a:spcPts val="1300"/>
              </a:lnSpc>
            </a:pPr>
            <a:r>
              <a:rPr dirty="0" smtClean="0" sz="1200" spc="-4">
                <a:latin typeface="Calibri"/>
                <a:cs typeface="Calibri"/>
              </a:rPr>
              <a:t>f4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119876" y="4142740"/>
            <a:ext cx="170486" cy="177800"/>
          </a:xfrm>
          <a:prstGeom prst="rect">
            <a:avLst/>
          </a:prstGeom>
        </p:spPr>
        <p:txBody>
          <a:bodyPr wrap="square" lIns="0" tIns="8255" rIns="0" bIns="0" rtlCol="0">
            <a:noAutofit/>
          </a:bodyPr>
          <a:lstStyle/>
          <a:p>
            <a:pPr marL="12700">
              <a:lnSpc>
                <a:spcPts val="1300"/>
              </a:lnSpc>
            </a:pPr>
            <a:r>
              <a:rPr dirty="0" smtClean="0" sz="1200" spc="-4">
                <a:latin typeface="Calibri"/>
                <a:cs typeface="Calibri"/>
              </a:rPr>
              <a:t>f5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058150" y="4139565"/>
            <a:ext cx="142021" cy="177800"/>
          </a:xfrm>
          <a:prstGeom prst="rect">
            <a:avLst/>
          </a:prstGeom>
        </p:spPr>
        <p:txBody>
          <a:bodyPr wrap="square" lIns="0" tIns="8255" rIns="0" bIns="0" rtlCol="0">
            <a:noAutofit/>
          </a:bodyPr>
          <a:lstStyle/>
          <a:p>
            <a:pPr marL="12700">
              <a:lnSpc>
                <a:spcPts val="1300"/>
              </a:lnSpc>
            </a:pPr>
            <a:r>
              <a:rPr dirty="0" smtClean="0" sz="1200">
                <a:latin typeface="Calibri"/>
                <a:cs typeface="Calibri"/>
              </a:rPr>
              <a:t>D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537706" y="4217416"/>
            <a:ext cx="170486" cy="177800"/>
          </a:xfrm>
          <a:prstGeom prst="rect">
            <a:avLst/>
          </a:prstGeom>
        </p:spPr>
        <p:txBody>
          <a:bodyPr wrap="square" lIns="0" tIns="8255" rIns="0" bIns="0" rtlCol="0">
            <a:noAutofit/>
          </a:bodyPr>
          <a:lstStyle/>
          <a:p>
            <a:pPr marL="12700">
              <a:lnSpc>
                <a:spcPts val="1300"/>
              </a:lnSpc>
            </a:pPr>
            <a:r>
              <a:rPr dirty="0" smtClean="0" sz="1200" spc="-4">
                <a:latin typeface="Calibri"/>
                <a:cs typeface="Calibri"/>
              </a:rPr>
              <a:t>f4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489569" y="4217416"/>
            <a:ext cx="170486" cy="177800"/>
          </a:xfrm>
          <a:prstGeom prst="rect">
            <a:avLst/>
          </a:prstGeom>
        </p:spPr>
        <p:txBody>
          <a:bodyPr wrap="square" lIns="0" tIns="8255" rIns="0" bIns="0" rtlCol="0">
            <a:noAutofit/>
          </a:bodyPr>
          <a:lstStyle/>
          <a:p>
            <a:pPr marL="12700">
              <a:lnSpc>
                <a:spcPts val="1300"/>
              </a:lnSpc>
            </a:pPr>
            <a:r>
              <a:rPr dirty="0" smtClean="0" sz="1200" spc="-4">
                <a:latin typeface="Calibri"/>
                <a:cs typeface="Calibri"/>
              </a:rPr>
              <a:t>f2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941820" y="4303141"/>
            <a:ext cx="170486" cy="177800"/>
          </a:xfrm>
          <a:prstGeom prst="rect">
            <a:avLst/>
          </a:prstGeom>
        </p:spPr>
        <p:txBody>
          <a:bodyPr wrap="square" lIns="0" tIns="8255" rIns="0" bIns="0" rtlCol="0">
            <a:noAutofit/>
          </a:bodyPr>
          <a:lstStyle/>
          <a:p>
            <a:pPr marL="12700">
              <a:lnSpc>
                <a:spcPts val="1300"/>
              </a:lnSpc>
            </a:pPr>
            <a:r>
              <a:rPr dirty="0" smtClean="0" sz="1200" spc="-4">
                <a:latin typeface="Calibri"/>
                <a:cs typeface="Calibri"/>
              </a:rPr>
              <a:t>f7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375144" y="4364990"/>
            <a:ext cx="170486" cy="177800"/>
          </a:xfrm>
          <a:prstGeom prst="rect">
            <a:avLst/>
          </a:prstGeom>
        </p:spPr>
        <p:txBody>
          <a:bodyPr wrap="square" lIns="0" tIns="8255" rIns="0" bIns="0" rtlCol="0">
            <a:noAutofit/>
          </a:bodyPr>
          <a:lstStyle/>
          <a:p>
            <a:pPr marL="12700">
              <a:lnSpc>
                <a:spcPts val="1300"/>
              </a:lnSpc>
            </a:pPr>
            <a:r>
              <a:rPr dirty="0" smtClean="0" sz="1200" spc="-4">
                <a:latin typeface="Calibri"/>
                <a:cs typeface="Calibri"/>
              </a:rPr>
              <a:t>f2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793355" y="4401566"/>
            <a:ext cx="170486" cy="177800"/>
          </a:xfrm>
          <a:prstGeom prst="rect">
            <a:avLst/>
          </a:prstGeom>
        </p:spPr>
        <p:txBody>
          <a:bodyPr wrap="square" lIns="0" tIns="8255" rIns="0" bIns="0" rtlCol="0">
            <a:noAutofit/>
          </a:bodyPr>
          <a:lstStyle/>
          <a:p>
            <a:pPr marL="12700">
              <a:lnSpc>
                <a:spcPts val="1300"/>
              </a:lnSpc>
            </a:pPr>
            <a:r>
              <a:rPr dirty="0" smtClean="0" sz="1200" spc="-4">
                <a:latin typeface="Calibri"/>
                <a:cs typeface="Calibri"/>
              </a:rPr>
              <a:t>f6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01737" y="4503265"/>
            <a:ext cx="4135018" cy="1173797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 b="1">
                <a:latin typeface="Times New Roman"/>
                <a:cs typeface="Times New Roman"/>
              </a:rPr>
              <a:t>Cal</a:t>
            </a:r>
            <a:r>
              <a:rPr dirty="0" smtClean="0" sz="2400" b="1">
                <a:latin typeface="Times New Roman"/>
                <a:cs typeface="Times New Roman"/>
              </a:rPr>
              <a:t>i</a:t>
            </a:r>
            <a:r>
              <a:rPr dirty="0" smtClean="0" sz="2400" b="1">
                <a:latin typeface="Times New Roman"/>
                <a:cs typeface="Times New Roman"/>
              </a:rPr>
              <a:t>brated</a:t>
            </a:r>
            <a:r>
              <a:rPr dirty="0" smtClean="0" sz="2400" b="1">
                <a:latin typeface="Times New Roman"/>
                <a:cs typeface="Times New Roman"/>
              </a:rPr>
              <a:t> </a:t>
            </a:r>
            <a:r>
              <a:rPr dirty="0" smtClean="0" sz="2400" b="1">
                <a:latin typeface="Times New Roman"/>
                <a:cs typeface="Times New Roman"/>
              </a:rPr>
              <a:t>p</a:t>
            </a:r>
            <a:r>
              <a:rPr dirty="0" smtClean="0" sz="2400" b="1">
                <a:latin typeface="Times New Roman"/>
                <a:cs typeface="Times New Roman"/>
              </a:rPr>
              <a:t>r</a:t>
            </a:r>
            <a:r>
              <a:rPr dirty="0" smtClean="0" sz="2400" b="1">
                <a:latin typeface="Times New Roman"/>
                <a:cs typeface="Times New Roman"/>
              </a:rPr>
              <a:t>opagation</a:t>
            </a:r>
            <a:r>
              <a:rPr dirty="0" smtClean="0" sz="2400" b="1">
                <a:latin typeface="Times New Roman"/>
                <a:cs typeface="Times New Roman"/>
              </a:rPr>
              <a:t> </a:t>
            </a:r>
            <a:r>
              <a:rPr dirty="0" smtClean="0" sz="2400" b="1">
                <a:latin typeface="Times New Roman"/>
                <a:cs typeface="Times New Roman"/>
              </a:rPr>
              <a:t>m</a:t>
            </a:r>
            <a:r>
              <a:rPr dirty="0" smtClean="0" sz="2400" b="1">
                <a:latin typeface="Times New Roman"/>
                <a:cs typeface="Times New Roman"/>
              </a:rPr>
              <a:t>odels</a:t>
            </a:r>
            <a:endParaRPr sz="2400">
              <a:latin typeface="Times New Roman"/>
              <a:cs typeface="Times New Roman"/>
            </a:endParaRPr>
          </a:p>
          <a:p>
            <a:pPr marL="12700" marR="45720">
              <a:lnSpc>
                <a:spcPct val="95825"/>
              </a:lnSpc>
              <a:spcBef>
                <a:spcPts val="872"/>
              </a:spcBef>
            </a:pPr>
            <a:r>
              <a:rPr dirty="0" smtClean="0" sz="2400" spc="-3" b="1">
                <a:latin typeface="Times New Roman"/>
                <a:cs typeface="Times New Roman"/>
              </a:rPr>
              <a:t>M</a:t>
            </a:r>
            <a:r>
              <a:rPr dirty="0" smtClean="0" sz="2400" spc="-3" b="1">
                <a:latin typeface="Times New Roman"/>
                <a:cs typeface="Times New Roman"/>
              </a:rPr>
              <a:t>i</a:t>
            </a:r>
            <a:r>
              <a:rPr dirty="0" smtClean="0" sz="2400" spc="-3" b="1">
                <a:latin typeface="Times New Roman"/>
                <a:cs typeface="Times New Roman"/>
              </a:rPr>
              <a:t>ni</a:t>
            </a:r>
            <a:r>
              <a:rPr dirty="0" smtClean="0" sz="2400" spc="-3" b="1">
                <a:latin typeface="Times New Roman"/>
                <a:cs typeface="Times New Roman"/>
              </a:rPr>
              <a:t>m</a:t>
            </a:r>
            <a:r>
              <a:rPr dirty="0" smtClean="0" sz="2400" spc="-3" b="1">
                <a:latin typeface="Times New Roman"/>
                <a:cs typeface="Times New Roman"/>
              </a:rPr>
              <a:t>i</a:t>
            </a:r>
            <a:r>
              <a:rPr dirty="0" smtClean="0" sz="2400" spc="-3" b="1">
                <a:latin typeface="Times New Roman"/>
                <a:cs typeface="Times New Roman"/>
              </a:rPr>
              <a:t>se</a:t>
            </a:r>
            <a:r>
              <a:rPr dirty="0" smtClean="0" sz="2400" spc="-3" b="1">
                <a:latin typeface="Times New Roman"/>
                <a:cs typeface="Times New Roman"/>
              </a:rPr>
              <a:t> </a:t>
            </a:r>
            <a:r>
              <a:rPr dirty="0" smtClean="0" sz="2400" spc="-3" b="1">
                <a:latin typeface="Times New Roman"/>
                <a:cs typeface="Times New Roman"/>
              </a:rPr>
              <a:t>total</a:t>
            </a:r>
            <a:r>
              <a:rPr dirty="0" smtClean="0" sz="2400" spc="-3" b="1">
                <a:latin typeface="Times New Roman"/>
                <a:cs typeface="Times New Roman"/>
              </a:rPr>
              <a:t> </a:t>
            </a:r>
            <a:r>
              <a:rPr dirty="0" smtClean="0" sz="2400" spc="-3" b="1">
                <a:latin typeface="Times New Roman"/>
                <a:cs typeface="Times New Roman"/>
              </a:rPr>
              <a:t>i</a:t>
            </a:r>
            <a:r>
              <a:rPr dirty="0" smtClean="0" sz="2400" spc="-3" b="1">
                <a:latin typeface="Times New Roman"/>
                <a:cs typeface="Times New Roman"/>
              </a:rPr>
              <a:t>nte</a:t>
            </a:r>
            <a:r>
              <a:rPr dirty="0" smtClean="0" sz="2400" spc="-3" b="1">
                <a:latin typeface="Times New Roman"/>
                <a:cs typeface="Times New Roman"/>
              </a:rPr>
              <a:t>r</a:t>
            </a:r>
            <a:r>
              <a:rPr dirty="0" smtClean="0" sz="2400" spc="-3" b="1">
                <a:latin typeface="Times New Roman"/>
                <a:cs typeface="Times New Roman"/>
              </a:rPr>
              <a:t>f</a:t>
            </a:r>
            <a:r>
              <a:rPr dirty="0" smtClean="0" sz="2400" spc="-3" b="1">
                <a:latin typeface="Times New Roman"/>
                <a:cs typeface="Times New Roman"/>
              </a:rPr>
              <a:t>e</a:t>
            </a:r>
            <a:r>
              <a:rPr dirty="0" smtClean="0" sz="2400" spc="-3" b="1">
                <a:latin typeface="Times New Roman"/>
                <a:cs typeface="Times New Roman"/>
              </a:rPr>
              <a:t>r</a:t>
            </a:r>
            <a:r>
              <a:rPr dirty="0" smtClean="0" sz="2400" spc="-3" b="1">
                <a:latin typeface="Times New Roman"/>
                <a:cs typeface="Times New Roman"/>
              </a:rPr>
              <a:t>en</a:t>
            </a:r>
            <a:r>
              <a:rPr dirty="0" smtClean="0" sz="2400" spc="-3" b="1">
                <a:latin typeface="Times New Roman"/>
                <a:cs typeface="Times New Roman"/>
              </a:rPr>
              <a:t>c</a:t>
            </a:r>
            <a:r>
              <a:rPr dirty="0" smtClean="0" sz="2400" spc="-3" b="1">
                <a:latin typeface="Times New Roman"/>
                <a:cs typeface="Times New Roman"/>
              </a:rPr>
              <a:t>e</a:t>
            </a:r>
            <a:r>
              <a:rPr dirty="0" smtClean="0" sz="2400" spc="-3" b="1">
                <a:latin typeface="Times New Roman"/>
                <a:cs typeface="Times New Roman"/>
              </a:rPr>
              <a:t> </a:t>
            </a:r>
            <a:r>
              <a:rPr dirty="0" smtClean="0" sz="2400" spc="-3" b="1">
                <a:latin typeface="Times New Roman"/>
                <a:cs typeface="Times New Roman"/>
              </a:rPr>
              <a:t>i</a:t>
            </a:r>
            <a:r>
              <a:rPr dirty="0" smtClean="0" sz="2400" spc="-3" b="1">
                <a:latin typeface="Times New Roman"/>
                <a:cs typeface="Times New Roman"/>
              </a:rPr>
              <a:t>n</a:t>
            </a:r>
            <a:endParaRPr sz="2400">
              <a:latin typeface="Times New Roman"/>
              <a:cs typeface="Times New Roman"/>
            </a:endParaRPr>
          </a:p>
          <a:p>
            <a:pPr marL="12700" marR="45720">
              <a:lnSpc>
                <a:spcPct val="95825"/>
              </a:lnSpc>
              <a:spcBef>
                <a:spcPts val="120"/>
              </a:spcBef>
            </a:pPr>
            <a:r>
              <a:rPr dirty="0" smtClean="0" sz="2400" spc="6" b="1">
                <a:latin typeface="Times New Roman"/>
                <a:cs typeface="Times New Roman"/>
              </a:rPr>
              <a:t>net</a:t>
            </a:r>
            <a:r>
              <a:rPr dirty="0" smtClean="0" sz="2400" spc="6" b="1">
                <a:latin typeface="Times New Roman"/>
                <a:cs typeface="Times New Roman"/>
              </a:rPr>
              <a:t>w</a:t>
            </a:r>
            <a:r>
              <a:rPr dirty="0" smtClean="0" sz="2400" spc="6" b="1">
                <a:latin typeface="Times New Roman"/>
                <a:cs typeface="Times New Roman"/>
              </a:rPr>
              <a:t>ork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677025" y="4550425"/>
            <a:ext cx="170598" cy="178117"/>
          </a:xfrm>
          <a:prstGeom prst="rect">
            <a:avLst/>
          </a:prstGeom>
        </p:spPr>
        <p:txBody>
          <a:bodyPr wrap="square" lIns="0" tIns="8255" rIns="0" bIns="0" rtlCol="0">
            <a:noAutofit/>
          </a:bodyPr>
          <a:lstStyle/>
          <a:p>
            <a:pPr marL="12700">
              <a:lnSpc>
                <a:spcPts val="1300"/>
              </a:lnSpc>
            </a:pPr>
            <a:r>
              <a:rPr dirty="0" smtClean="0" sz="1200" spc="-4">
                <a:latin typeface="Calibri"/>
                <a:cs typeface="Calibri"/>
              </a:rPr>
              <a:t>f6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615426" y="4550425"/>
            <a:ext cx="170598" cy="178117"/>
          </a:xfrm>
          <a:prstGeom prst="rect">
            <a:avLst/>
          </a:prstGeom>
        </p:spPr>
        <p:txBody>
          <a:bodyPr wrap="square" lIns="0" tIns="8255" rIns="0" bIns="0" rtlCol="0">
            <a:noAutofit/>
          </a:bodyPr>
          <a:lstStyle/>
          <a:p>
            <a:pPr marL="12700">
              <a:lnSpc>
                <a:spcPts val="1300"/>
              </a:lnSpc>
            </a:pPr>
            <a:r>
              <a:rPr dirty="0" smtClean="0" sz="1200" spc="-4">
                <a:latin typeface="Calibri"/>
                <a:cs typeface="Calibri"/>
              </a:rPr>
              <a:t>f3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501001" y="4698746"/>
            <a:ext cx="170486" cy="177800"/>
          </a:xfrm>
          <a:prstGeom prst="rect">
            <a:avLst/>
          </a:prstGeom>
        </p:spPr>
        <p:txBody>
          <a:bodyPr wrap="square" lIns="0" tIns="8255" rIns="0" bIns="0" rtlCol="0">
            <a:noAutofit/>
          </a:bodyPr>
          <a:lstStyle/>
          <a:p>
            <a:pPr marL="12700">
              <a:lnSpc>
                <a:spcPts val="1300"/>
              </a:lnSpc>
            </a:pPr>
            <a:r>
              <a:rPr dirty="0" smtClean="0" sz="1200" spc="-4">
                <a:latin typeface="Calibri"/>
                <a:cs typeface="Calibri"/>
              </a:rPr>
              <a:t>f3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905115" y="4760595"/>
            <a:ext cx="170486" cy="177800"/>
          </a:xfrm>
          <a:prstGeom prst="rect">
            <a:avLst/>
          </a:prstGeom>
        </p:spPr>
        <p:txBody>
          <a:bodyPr wrap="square" lIns="0" tIns="8255" rIns="0" bIns="0" rtlCol="0">
            <a:noAutofit/>
          </a:bodyPr>
          <a:lstStyle/>
          <a:p>
            <a:pPr marL="12700">
              <a:lnSpc>
                <a:spcPts val="1300"/>
              </a:lnSpc>
            </a:pPr>
            <a:r>
              <a:rPr dirty="0" smtClean="0" sz="1200" spc="-4">
                <a:latin typeface="Calibri"/>
                <a:cs typeface="Calibri"/>
              </a:rPr>
              <a:t>f5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322945" y="4835144"/>
            <a:ext cx="170486" cy="177800"/>
          </a:xfrm>
          <a:prstGeom prst="rect">
            <a:avLst/>
          </a:prstGeom>
        </p:spPr>
        <p:txBody>
          <a:bodyPr wrap="square" lIns="0" tIns="8255" rIns="0" bIns="0" rtlCol="0">
            <a:noAutofit/>
          </a:bodyPr>
          <a:lstStyle/>
          <a:p>
            <a:pPr marL="12700">
              <a:lnSpc>
                <a:spcPts val="1300"/>
              </a:lnSpc>
            </a:pPr>
            <a:r>
              <a:rPr dirty="0" smtClean="0" sz="1200" spc="-4">
                <a:latin typeface="Calibri"/>
                <a:cs typeface="Calibri"/>
              </a:rPr>
              <a:t>f4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88784" y="4908169"/>
            <a:ext cx="170486" cy="177800"/>
          </a:xfrm>
          <a:prstGeom prst="rect">
            <a:avLst/>
          </a:prstGeom>
        </p:spPr>
        <p:txBody>
          <a:bodyPr wrap="square" lIns="0" tIns="8255" rIns="0" bIns="0" rtlCol="0">
            <a:noAutofit/>
          </a:bodyPr>
          <a:lstStyle/>
          <a:p>
            <a:pPr marL="12700">
              <a:lnSpc>
                <a:spcPts val="1300"/>
              </a:lnSpc>
            </a:pPr>
            <a:r>
              <a:rPr dirty="0" smtClean="0" sz="1200" spc="-4">
                <a:latin typeface="Calibri"/>
                <a:cs typeface="Calibri"/>
              </a:rPr>
              <a:t>f5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206615" y="4982845"/>
            <a:ext cx="171121" cy="177800"/>
          </a:xfrm>
          <a:prstGeom prst="rect">
            <a:avLst/>
          </a:prstGeom>
        </p:spPr>
        <p:txBody>
          <a:bodyPr wrap="square" lIns="0" tIns="8255" rIns="0" bIns="0" rtlCol="0">
            <a:noAutofit/>
          </a:bodyPr>
          <a:lstStyle/>
          <a:p>
            <a:pPr marL="12700">
              <a:lnSpc>
                <a:spcPts val="1300"/>
              </a:lnSpc>
            </a:pPr>
            <a:r>
              <a:rPr dirty="0" smtClean="0" sz="1200" spc="-4">
                <a:latin typeface="Calibri"/>
                <a:cs typeface="Calibri"/>
              </a:rPr>
              <a:t>f4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1140" y="6472848"/>
            <a:ext cx="5475228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o</a:t>
            </a:r>
            <a:r>
              <a:rPr dirty="0" smtClean="0" sz="1800" spc="0" b="1">
                <a:latin typeface="Georgia"/>
                <a:cs typeface="Georgia"/>
              </a:rPr>
              <a:t>d</a:t>
            </a:r>
            <a:r>
              <a:rPr dirty="0" smtClean="0" sz="1800" spc="0" b="1">
                <a:latin typeface="Georgia"/>
                <a:cs typeface="Georgia"/>
              </a:rPr>
              <a:t>ul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3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S</a:t>
            </a:r>
            <a:r>
              <a:rPr dirty="0" smtClean="0" sz="1800" spc="0" b="1">
                <a:latin typeface="Georgia"/>
                <a:cs typeface="Georgia"/>
              </a:rPr>
              <a:t>istem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K</a:t>
            </a:r>
            <a:r>
              <a:rPr dirty="0" smtClean="0" sz="1800" spc="0" b="1">
                <a:latin typeface="Georgia"/>
                <a:cs typeface="Georgia"/>
              </a:rPr>
              <a:t>o</a:t>
            </a: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unik</a:t>
            </a:r>
            <a:r>
              <a:rPr dirty="0" smtClean="0" sz="1800" spc="0" b="1">
                <a:latin typeface="Georgia"/>
                <a:cs typeface="Georgia"/>
              </a:rPr>
              <a:t>a</a:t>
            </a:r>
            <a:r>
              <a:rPr dirty="0" smtClean="0" sz="1800" spc="0" b="1">
                <a:latin typeface="Georgia"/>
                <a:cs typeface="Georgia"/>
              </a:rPr>
              <a:t>si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B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r>
              <a:rPr dirty="0" smtClean="0" sz="1800" spc="0" b="1">
                <a:latin typeface="Georgia"/>
                <a:cs typeface="Georgia"/>
              </a:rPr>
              <a:t>g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r>
              <a:rPr dirty="0" smtClean="0" sz="1800" spc="0" b="1">
                <a:latin typeface="Georgia"/>
                <a:cs typeface="Georgia"/>
              </a:rPr>
              <a:t>a</a:t>
            </a:r>
            <a:r>
              <a:rPr dirty="0" smtClean="0" sz="1800" spc="0" b="1">
                <a:latin typeface="Georgia"/>
                <a:cs typeface="Georgia"/>
              </a:rPr>
              <a:t>k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S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lul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9453880" y="6472848"/>
            <a:ext cx="339869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b="1">
                <a:latin typeface="Georgia"/>
                <a:cs typeface="Georgia"/>
              </a:rPr>
              <a:t>53</a:t>
            </a:r>
            <a:endParaRPr sz="1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object 66"/>
          <p:cNvSpPr/>
          <p:nvPr/>
        </p:nvSpPr>
        <p:spPr>
          <a:xfrm>
            <a:off x="0" y="6400800"/>
            <a:ext cx="9903460" cy="457196"/>
          </a:xfrm>
          <a:custGeom>
            <a:avLst/>
            <a:gdLst/>
            <a:ahLst/>
            <a:cxnLst/>
            <a:rect l="l" t="t" r="r" b="b"/>
            <a:pathLst>
              <a:path w="9903460" h="457196">
                <a:moveTo>
                  <a:pt x="9903460" y="457196"/>
                </a:moveTo>
                <a:lnTo>
                  <a:pt x="9903460" y="0"/>
                </a:lnTo>
                <a:lnTo>
                  <a:pt x="0" y="0"/>
                </a:lnTo>
                <a:lnTo>
                  <a:pt x="0" y="457196"/>
                </a:lnTo>
                <a:lnTo>
                  <a:pt x="9903460" y="457196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7" name="object 67"/>
          <p:cNvSpPr/>
          <p:nvPr/>
        </p:nvSpPr>
        <p:spPr>
          <a:xfrm>
            <a:off x="153670" y="640207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58419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4" name="object 64"/>
          <p:cNvSpPr/>
          <p:nvPr/>
        </p:nvSpPr>
        <p:spPr>
          <a:xfrm>
            <a:off x="0" y="0"/>
            <a:ext cx="9903460" cy="609600"/>
          </a:xfrm>
          <a:custGeom>
            <a:avLst/>
            <a:gdLst/>
            <a:ahLst/>
            <a:cxnLst/>
            <a:rect l="l" t="t" r="r" b="b"/>
            <a:pathLst>
              <a:path w="9903460" h="609600">
                <a:moveTo>
                  <a:pt x="0" y="609600"/>
                </a:moveTo>
                <a:lnTo>
                  <a:pt x="9903460" y="609600"/>
                </a:lnTo>
                <a:lnTo>
                  <a:pt x="9903460" y="0"/>
                </a:lnTo>
                <a:lnTo>
                  <a:pt x="0" y="0"/>
                </a:lnTo>
                <a:lnTo>
                  <a:pt x="0" y="60960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5" name="object 65"/>
          <p:cNvSpPr/>
          <p:nvPr/>
        </p:nvSpPr>
        <p:spPr>
          <a:xfrm>
            <a:off x="111760" y="60960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76200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5" name="object 55"/>
          <p:cNvSpPr/>
          <p:nvPr/>
        </p:nvSpPr>
        <p:spPr>
          <a:xfrm>
            <a:off x="2411730" y="4817110"/>
            <a:ext cx="6746240" cy="0"/>
          </a:xfrm>
          <a:custGeom>
            <a:avLst/>
            <a:gdLst/>
            <a:ahLst/>
            <a:cxnLst/>
            <a:rect l="l" t="t" r="r" b="b"/>
            <a:pathLst>
              <a:path w="6746240" h="0">
                <a:moveTo>
                  <a:pt x="0" y="0"/>
                </a:moveTo>
                <a:lnTo>
                  <a:pt x="674624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6" name="object 56"/>
          <p:cNvSpPr/>
          <p:nvPr/>
        </p:nvSpPr>
        <p:spPr>
          <a:xfrm>
            <a:off x="2688590" y="4621530"/>
            <a:ext cx="0" cy="210819"/>
          </a:xfrm>
          <a:custGeom>
            <a:avLst/>
            <a:gdLst/>
            <a:ahLst/>
            <a:cxnLst/>
            <a:rect l="l" t="t" r="r" b="b"/>
            <a:pathLst>
              <a:path w="0" h="210820">
                <a:moveTo>
                  <a:pt x="0" y="210820"/>
                </a:moveTo>
                <a:lnTo>
                  <a:pt x="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7" name="object 57"/>
          <p:cNvSpPr/>
          <p:nvPr/>
        </p:nvSpPr>
        <p:spPr>
          <a:xfrm>
            <a:off x="3577590" y="4621530"/>
            <a:ext cx="0" cy="210819"/>
          </a:xfrm>
          <a:custGeom>
            <a:avLst/>
            <a:gdLst/>
            <a:ahLst/>
            <a:cxnLst/>
            <a:rect l="l" t="t" r="r" b="b"/>
            <a:pathLst>
              <a:path w="0" h="210820">
                <a:moveTo>
                  <a:pt x="0" y="210820"/>
                </a:moveTo>
                <a:lnTo>
                  <a:pt x="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8" name="object 58"/>
          <p:cNvSpPr/>
          <p:nvPr/>
        </p:nvSpPr>
        <p:spPr>
          <a:xfrm>
            <a:off x="4466590" y="4621530"/>
            <a:ext cx="0" cy="210819"/>
          </a:xfrm>
          <a:custGeom>
            <a:avLst/>
            <a:gdLst/>
            <a:ahLst/>
            <a:cxnLst/>
            <a:rect l="l" t="t" r="r" b="b"/>
            <a:pathLst>
              <a:path w="0" h="210820">
                <a:moveTo>
                  <a:pt x="0" y="210820"/>
                </a:moveTo>
                <a:lnTo>
                  <a:pt x="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9" name="object 59"/>
          <p:cNvSpPr/>
          <p:nvPr/>
        </p:nvSpPr>
        <p:spPr>
          <a:xfrm>
            <a:off x="5353050" y="4621530"/>
            <a:ext cx="0" cy="210819"/>
          </a:xfrm>
          <a:custGeom>
            <a:avLst/>
            <a:gdLst/>
            <a:ahLst/>
            <a:cxnLst/>
            <a:rect l="l" t="t" r="r" b="b"/>
            <a:pathLst>
              <a:path w="0" h="210820">
                <a:moveTo>
                  <a:pt x="0" y="210820"/>
                </a:moveTo>
                <a:lnTo>
                  <a:pt x="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0" name="object 60"/>
          <p:cNvSpPr/>
          <p:nvPr/>
        </p:nvSpPr>
        <p:spPr>
          <a:xfrm>
            <a:off x="6242050" y="4621530"/>
            <a:ext cx="0" cy="210819"/>
          </a:xfrm>
          <a:custGeom>
            <a:avLst/>
            <a:gdLst/>
            <a:ahLst/>
            <a:cxnLst/>
            <a:rect l="l" t="t" r="r" b="b"/>
            <a:pathLst>
              <a:path w="0" h="210820">
                <a:moveTo>
                  <a:pt x="0" y="210820"/>
                </a:moveTo>
                <a:lnTo>
                  <a:pt x="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1" name="object 61"/>
          <p:cNvSpPr/>
          <p:nvPr/>
        </p:nvSpPr>
        <p:spPr>
          <a:xfrm>
            <a:off x="7131050" y="4621530"/>
            <a:ext cx="0" cy="210819"/>
          </a:xfrm>
          <a:custGeom>
            <a:avLst/>
            <a:gdLst/>
            <a:ahLst/>
            <a:cxnLst/>
            <a:rect l="l" t="t" r="r" b="b"/>
            <a:pathLst>
              <a:path w="0" h="210820">
                <a:moveTo>
                  <a:pt x="0" y="210820"/>
                </a:moveTo>
                <a:lnTo>
                  <a:pt x="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2" name="object 62"/>
          <p:cNvSpPr/>
          <p:nvPr/>
        </p:nvSpPr>
        <p:spPr>
          <a:xfrm>
            <a:off x="8020050" y="4621530"/>
            <a:ext cx="0" cy="210819"/>
          </a:xfrm>
          <a:custGeom>
            <a:avLst/>
            <a:gdLst/>
            <a:ahLst/>
            <a:cxnLst/>
            <a:rect l="l" t="t" r="r" b="b"/>
            <a:pathLst>
              <a:path w="0" h="210820">
                <a:moveTo>
                  <a:pt x="0" y="210820"/>
                </a:moveTo>
                <a:lnTo>
                  <a:pt x="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3" name="object 63"/>
          <p:cNvSpPr/>
          <p:nvPr/>
        </p:nvSpPr>
        <p:spPr>
          <a:xfrm>
            <a:off x="8909050" y="4621530"/>
            <a:ext cx="0" cy="210819"/>
          </a:xfrm>
          <a:custGeom>
            <a:avLst/>
            <a:gdLst/>
            <a:ahLst/>
            <a:cxnLst/>
            <a:rect l="l" t="t" r="r" b="b"/>
            <a:pathLst>
              <a:path w="0" h="210820">
                <a:moveTo>
                  <a:pt x="0" y="210820"/>
                </a:moveTo>
                <a:lnTo>
                  <a:pt x="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4" name="object 54"/>
          <p:cNvSpPr/>
          <p:nvPr/>
        </p:nvSpPr>
        <p:spPr>
          <a:xfrm>
            <a:off x="6130290" y="5132070"/>
            <a:ext cx="1656080" cy="76200"/>
          </a:xfrm>
          <a:custGeom>
            <a:avLst/>
            <a:gdLst/>
            <a:ahLst/>
            <a:cxnLst/>
            <a:rect l="l" t="t" r="r" b="b"/>
            <a:pathLst>
              <a:path w="1656080" h="76200">
                <a:moveTo>
                  <a:pt x="63500" y="31749"/>
                </a:moveTo>
                <a:lnTo>
                  <a:pt x="63500" y="44449"/>
                </a:lnTo>
                <a:lnTo>
                  <a:pt x="1592580" y="44449"/>
                </a:lnTo>
                <a:lnTo>
                  <a:pt x="1656080" y="38099"/>
                </a:lnTo>
                <a:lnTo>
                  <a:pt x="1579880" y="0"/>
                </a:lnTo>
                <a:lnTo>
                  <a:pt x="1592580" y="31749"/>
                </a:lnTo>
                <a:lnTo>
                  <a:pt x="63500" y="31749"/>
                </a:lnTo>
                <a:close/>
              </a:path>
              <a:path w="1656080" h="76200">
                <a:moveTo>
                  <a:pt x="1592580" y="44449"/>
                </a:moveTo>
                <a:lnTo>
                  <a:pt x="1579879" y="44450"/>
                </a:lnTo>
                <a:lnTo>
                  <a:pt x="1579880" y="76199"/>
                </a:lnTo>
                <a:lnTo>
                  <a:pt x="1656080" y="38099"/>
                </a:lnTo>
                <a:lnTo>
                  <a:pt x="1592580" y="44449"/>
                </a:lnTo>
                <a:close/>
              </a:path>
              <a:path w="1656080" h="76200">
                <a:moveTo>
                  <a:pt x="1592580" y="31749"/>
                </a:moveTo>
                <a:lnTo>
                  <a:pt x="1579880" y="0"/>
                </a:lnTo>
                <a:lnTo>
                  <a:pt x="1579879" y="31750"/>
                </a:lnTo>
                <a:lnTo>
                  <a:pt x="1592580" y="31749"/>
                </a:lnTo>
                <a:close/>
              </a:path>
              <a:path w="1656080" h="76200">
                <a:moveTo>
                  <a:pt x="76199" y="31750"/>
                </a:moveTo>
                <a:lnTo>
                  <a:pt x="76200" y="0"/>
                </a:lnTo>
                <a:lnTo>
                  <a:pt x="0" y="38099"/>
                </a:lnTo>
                <a:lnTo>
                  <a:pt x="76200" y="76199"/>
                </a:lnTo>
                <a:lnTo>
                  <a:pt x="76199" y="44450"/>
                </a:lnTo>
                <a:lnTo>
                  <a:pt x="63500" y="44449"/>
                </a:lnTo>
                <a:lnTo>
                  <a:pt x="63500" y="31749"/>
                </a:lnTo>
                <a:lnTo>
                  <a:pt x="76199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4" name="object 34"/>
          <p:cNvSpPr/>
          <p:nvPr/>
        </p:nvSpPr>
        <p:spPr>
          <a:xfrm>
            <a:off x="4146550" y="5132070"/>
            <a:ext cx="1297939" cy="76200"/>
          </a:xfrm>
          <a:custGeom>
            <a:avLst/>
            <a:gdLst/>
            <a:ahLst/>
            <a:cxnLst/>
            <a:rect l="l" t="t" r="r" b="b"/>
            <a:pathLst>
              <a:path w="1297939" h="76200">
                <a:moveTo>
                  <a:pt x="1234439" y="44449"/>
                </a:moveTo>
                <a:lnTo>
                  <a:pt x="1221739" y="44450"/>
                </a:lnTo>
                <a:lnTo>
                  <a:pt x="1221739" y="76199"/>
                </a:lnTo>
                <a:lnTo>
                  <a:pt x="1297939" y="38099"/>
                </a:lnTo>
                <a:lnTo>
                  <a:pt x="1234439" y="44449"/>
                </a:lnTo>
                <a:close/>
              </a:path>
              <a:path w="1297939" h="76200">
                <a:moveTo>
                  <a:pt x="1234439" y="31749"/>
                </a:moveTo>
                <a:lnTo>
                  <a:pt x="1221739" y="0"/>
                </a:lnTo>
                <a:lnTo>
                  <a:pt x="1221740" y="31749"/>
                </a:lnTo>
                <a:lnTo>
                  <a:pt x="1234439" y="31749"/>
                </a:lnTo>
                <a:close/>
              </a:path>
              <a:path w="1297939" h="76200">
                <a:moveTo>
                  <a:pt x="0" y="31749"/>
                </a:moveTo>
                <a:lnTo>
                  <a:pt x="0" y="44449"/>
                </a:lnTo>
                <a:lnTo>
                  <a:pt x="1234439" y="44449"/>
                </a:lnTo>
                <a:lnTo>
                  <a:pt x="1297939" y="38099"/>
                </a:lnTo>
                <a:lnTo>
                  <a:pt x="1221739" y="0"/>
                </a:lnTo>
                <a:lnTo>
                  <a:pt x="1234439" y="31749"/>
                </a:lnTo>
                <a:lnTo>
                  <a:pt x="0" y="317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5" name="object 35"/>
          <p:cNvSpPr/>
          <p:nvPr/>
        </p:nvSpPr>
        <p:spPr>
          <a:xfrm>
            <a:off x="2663190" y="5163820"/>
            <a:ext cx="1531620" cy="44450"/>
          </a:xfrm>
          <a:custGeom>
            <a:avLst/>
            <a:gdLst/>
            <a:ahLst/>
            <a:cxnLst/>
            <a:rect l="l" t="t" r="r" b="b"/>
            <a:pathLst>
              <a:path w="1531620" h="44450">
                <a:moveTo>
                  <a:pt x="76199" y="12700"/>
                </a:moveTo>
                <a:lnTo>
                  <a:pt x="109220" y="12699"/>
                </a:lnTo>
                <a:lnTo>
                  <a:pt x="109220" y="0"/>
                </a:lnTo>
                <a:lnTo>
                  <a:pt x="63500" y="0"/>
                </a:lnTo>
                <a:lnTo>
                  <a:pt x="63500" y="12699"/>
                </a:lnTo>
                <a:lnTo>
                  <a:pt x="76199" y="12700"/>
                </a:lnTo>
                <a:close/>
              </a:path>
              <a:path w="1531620" h="44450">
                <a:moveTo>
                  <a:pt x="1480820" y="0"/>
                </a:moveTo>
                <a:lnTo>
                  <a:pt x="1480820" y="12699"/>
                </a:lnTo>
                <a:lnTo>
                  <a:pt x="1531620" y="12699"/>
                </a:lnTo>
                <a:lnTo>
                  <a:pt x="1531620" y="0"/>
                </a:lnTo>
                <a:lnTo>
                  <a:pt x="1480820" y="0"/>
                </a:lnTo>
                <a:close/>
              </a:path>
              <a:path w="1531620" h="44450">
                <a:moveTo>
                  <a:pt x="1391920" y="0"/>
                </a:moveTo>
                <a:lnTo>
                  <a:pt x="1391920" y="12699"/>
                </a:lnTo>
                <a:lnTo>
                  <a:pt x="1442720" y="12699"/>
                </a:lnTo>
                <a:lnTo>
                  <a:pt x="1442720" y="0"/>
                </a:lnTo>
                <a:lnTo>
                  <a:pt x="1391920" y="0"/>
                </a:lnTo>
                <a:close/>
              </a:path>
              <a:path w="1531620" h="44450">
                <a:moveTo>
                  <a:pt x="1303020" y="0"/>
                </a:moveTo>
                <a:lnTo>
                  <a:pt x="1303020" y="12699"/>
                </a:lnTo>
                <a:lnTo>
                  <a:pt x="1353820" y="12699"/>
                </a:lnTo>
                <a:lnTo>
                  <a:pt x="1353820" y="0"/>
                </a:lnTo>
                <a:lnTo>
                  <a:pt x="1303020" y="0"/>
                </a:lnTo>
                <a:close/>
              </a:path>
              <a:path w="1531620" h="44450">
                <a:moveTo>
                  <a:pt x="1214120" y="0"/>
                </a:moveTo>
                <a:lnTo>
                  <a:pt x="1214120" y="12699"/>
                </a:lnTo>
                <a:lnTo>
                  <a:pt x="1264920" y="12699"/>
                </a:lnTo>
                <a:lnTo>
                  <a:pt x="1264920" y="0"/>
                </a:lnTo>
                <a:lnTo>
                  <a:pt x="1214120" y="0"/>
                </a:lnTo>
                <a:close/>
              </a:path>
              <a:path w="1531620" h="44450">
                <a:moveTo>
                  <a:pt x="1125220" y="0"/>
                </a:moveTo>
                <a:lnTo>
                  <a:pt x="1125220" y="12699"/>
                </a:lnTo>
                <a:lnTo>
                  <a:pt x="1176020" y="12699"/>
                </a:lnTo>
                <a:lnTo>
                  <a:pt x="1176020" y="0"/>
                </a:lnTo>
                <a:lnTo>
                  <a:pt x="1125220" y="0"/>
                </a:lnTo>
                <a:close/>
              </a:path>
              <a:path w="1531620" h="44450">
                <a:moveTo>
                  <a:pt x="1036320" y="0"/>
                </a:moveTo>
                <a:lnTo>
                  <a:pt x="1036320" y="12699"/>
                </a:lnTo>
                <a:lnTo>
                  <a:pt x="1087120" y="12699"/>
                </a:lnTo>
                <a:lnTo>
                  <a:pt x="1087120" y="0"/>
                </a:lnTo>
                <a:lnTo>
                  <a:pt x="1036320" y="0"/>
                </a:lnTo>
                <a:close/>
              </a:path>
              <a:path w="1531620" h="44450">
                <a:moveTo>
                  <a:pt x="947420" y="0"/>
                </a:moveTo>
                <a:lnTo>
                  <a:pt x="947420" y="12699"/>
                </a:lnTo>
                <a:lnTo>
                  <a:pt x="998220" y="12699"/>
                </a:lnTo>
                <a:lnTo>
                  <a:pt x="998220" y="0"/>
                </a:lnTo>
                <a:lnTo>
                  <a:pt x="947420" y="0"/>
                </a:lnTo>
                <a:close/>
              </a:path>
              <a:path w="1531620" h="44450">
                <a:moveTo>
                  <a:pt x="858520" y="0"/>
                </a:moveTo>
                <a:lnTo>
                  <a:pt x="858520" y="12699"/>
                </a:lnTo>
                <a:lnTo>
                  <a:pt x="909320" y="12699"/>
                </a:lnTo>
                <a:lnTo>
                  <a:pt x="909320" y="0"/>
                </a:lnTo>
                <a:lnTo>
                  <a:pt x="858520" y="0"/>
                </a:lnTo>
                <a:close/>
              </a:path>
              <a:path w="1531620" h="44450">
                <a:moveTo>
                  <a:pt x="769620" y="0"/>
                </a:moveTo>
                <a:lnTo>
                  <a:pt x="769620" y="12699"/>
                </a:lnTo>
                <a:lnTo>
                  <a:pt x="820420" y="12699"/>
                </a:lnTo>
                <a:lnTo>
                  <a:pt x="820420" y="0"/>
                </a:lnTo>
                <a:lnTo>
                  <a:pt x="769620" y="0"/>
                </a:lnTo>
                <a:close/>
              </a:path>
              <a:path w="1531620" h="44450">
                <a:moveTo>
                  <a:pt x="680720" y="0"/>
                </a:moveTo>
                <a:lnTo>
                  <a:pt x="680720" y="12699"/>
                </a:lnTo>
                <a:lnTo>
                  <a:pt x="731520" y="12699"/>
                </a:lnTo>
                <a:lnTo>
                  <a:pt x="731520" y="0"/>
                </a:lnTo>
                <a:lnTo>
                  <a:pt x="680720" y="0"/>
                </a:lnTo>
                <a:close/>
              </a:path>
              <a:path w="1531620" h="44450">
                <a:moveTo>
                  <a:pt x="591820" y="0"/>
                </a:moveTo>
                <a:lnTo>
                  <a:pt x="591820" y="12699"/>
                </a:lnTo>
                <a:lnTo>
                  <a:pt x="642620" y="12699"/>
                </a:lnTo>
                <a:lnTo>
                  <a:pt x="642620" y="0"/>
                </a:lnTo>
                <a:lnTo>
                  <a:pt x="591820" y="0"/>
                </a:lnTo>
                <a:close/>
              </a:path>
              <a:path w="1531620" h="44450">
                <a:moveTo>
                  <a:pt x="502920" y="0"/>
                </a:moveTo>
                <a:lnTo>
                  <a:pt x="502920" y="12699"/>
                </a:lnTo>
                <a:lnTo>
                  <a:pt x="553720" y="12699"/>
                </a:lnTo>
                <a:lnTo>
                  <a:pt x="553720" y="0"/>
                </a:lnTo>
                <a:lnTo>
                  <a:pt x="502920" y="0"/>
                </a:lnTo>
                <a:close/>
              </a:path>
              <a:path w="1531620" h="44450">
                <a:moveTo>
                  <a:pt x="414020" y="0"/>
                </a:moveTo>
                <a:lnTo>
                  <a:pt x="414020" y="12699"/>
                </a:lnTo>
                <a:lnTo>
                  <a:pt x="464820" y="12699"/>
                </a:lnTo>
                <a:lnTo>
                  <a:pt x="464820" y="0"/>
                </a:lnTo>
                <a:lnTo>
                  <a:pt x="414020" y="0"/>
                </a:lnTo>
                <a:close/>
              </a:path>
              <a:path w="1531620" h="44450">
                <a:moveTo>
                  <a:pt x="325120" y="0"/>
                </a:moveTo>
                <a:lnTo>
                  <a:pt x="325120" y="12699"/>
                </a:lnTo>
                <a:lnTo>
                  <a:pt x="375920" y="12699"/>
                </a:lnTo>
                <a:lnTo>
                  <a:pt x="375920" y="0"/>
                </a:lnTo>
                <a:lnTo>
                  <a:pt x="325120" y="0"/>
                </a:lnTo>
                <a:close/>
              </a:path>
              <a:path w="1531620" h="44450">
                <a:moveTo>
                  <a:pt x="236220" y="0"/>
                </a:moveTo>
                <a:lnTo>
                  <a:pt x="236220" y="12699"/>
                </a:lnTo>
                <a:lnTo>
                  <a:pt x="287020" y="12699"/>
                </a:lnTo>
                <a:lnTo>
                  <a:pt x="287020" y="0"/>
                </a:lnTo>
                <a:lnTo>
                  <a:pt x="236220" y="0"/>
                </a:lnTo>
                <a:close/>
              </a:path>
              <a:path w="1531620" h="44450">
                <a:moveTo>
                  <a:pt x="147320" y="0"/>
                </a:moveTo>
                <a:lnTo>
                  <a:pt x="147320" y="12699"/>
                </a:lnTo>
                <a:lnTo>
                  <a:pt x="198120" y="12699"/>
                </a:lnTo>
                <a:lnTo>
                  <a:pt x="198120" y="0"/>
                </a:lnTo>
                <a:lnTo>
                  <a:pt x="147320" y="0"/>
                </a:lnTo>
                <a:close/>
              </a:path>
              <a:path w="1531620" h="44450">
                <a:moveTo>
                  <a:pt x="76200" y="0"/>
                </a:moveTo>
                <a:lnTo>
                  <a:pt x="76200" y="-31750"/>
                </a:lnTo>
                <a:lnTo>
                  <a:pt x="0" y="6349"/>
                </a:lnTo>
                <a:lnTo>
                  <a:pt x="76200" y="44449"/>
                </a:lnTo>
                <a:lnTo>
                  <a:pt x="76199" y="12700"/>
                </a:lnTo>
                <a:lnTo>
                  <a:pt x="63500" y="12699"/>
                </a:lnTo>
                <a:lnTo>
                  <a:pt x="63500" y="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6" name="object 36"/>
          <p:cNvSpPr/>
          <p:nvPr/>
        </p:nvSpPr>
        <p:spPr>
          <a:xfrm>
            <a:off x="4144010" y="5170170"/>
            <a:ext cx="50800" cy="0"/>
          </a:xfrm>
          <a:custGeom>
            <a:avLst/>
            <a:gdLst/>
            <a:ahLst/>
            <a:cxnLst/>
            <a:rect l="l" t="t" r="r" b="b"/>
            <a:pathLst>
              <a:path w="50800" h="0">
                <a:moveTo>
                  <a:pt x="0" y="0"/>
                </a:moveTo>
                <a:lnTo>
                  <a:pt x="50800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7" name="object 37"/>
          <p:cNvSpPr/>
          <p:nvPr/>
        </p:nvSpPr>
        <p:spPr>
          <a:xfrm>
            <a:off x="4055110" y="5170170"/>
            <a:ext cx="50800" cy="0"/>
          </a:xfrm>
          <a:custGeom>
            <a:avLst/>
            <a:gdLst/>
            <a:ahLst/>
            <a:cxnLst/>
            <a:rect l="l" t="t" r="r" b="b"/>
            <a:pathLst>
              <a:path w="50800" h="0">
                <a:moveTo>
                  <a:pt x="0" y="0"/>
                </a:moveTo>
                <a:lnTo>
                  <a:pt x="50800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8" name="object 38"/>
          <p:cNvSpPr/>
          <p:nvPr/>
        </p:nvSpPr>
        <p:spPr>
          <a:xfrm>
            <a:off x="3966210" y="5170170"/>
            <a:ext cx="50800" cy="0"/>
          </a:xfrm>
          <a:custGeom>
            <a:avLst/>
            <a:gdLst/>
            <a:ahLst/>
            <a:cxnLst/>
            <a:rect l="l" t="t" r="r" b="b"/>
            <a:pathLst>
              <a:path w="50800" h="0">
                <a:moveTo>
                  <a:pt x="0" y="0"/>
                </a:moveTo>
                <a:lnTo>
                  <a:pt x="50800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9" name="object 39"/>
          <p:cNvSpPr/>
          <p:nvPr/>
        </p:nvSpPr>
        <p:spPr>
          <a:xfrm>
            <a:off x="3877310" y="5170170"/>
            <a:ext cx="50800" cy="0"/>
          </a:xfrm>
          <a:custGeom>
            <a:avLst/>
            <a:gdLst/>
            <a:ahLst/>
            <a:cxnLst/>
            <a:rect l="l" t="t" r="r" b="b"/>
            <a:pathLst>
              <a:path w="50800" h="0">
                <a:moveTo>
                  <a:pt x="0" y="0"/>
                </a:moveTo>
                <a:lnTo>
                  <a:pt x="50800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0" name="object 40"/>
          <p:cNvSpPr/>
          <p:nvPr/>
        </p:nvSpPr>
        <p:spPr>
          <a:xfrm>
            <a:off x="3788410" y="5170170"/>
            <a:ext cx="50800" cy="0"/>
          </a:xfrm>
          <a:custGeom>
            <a:avLst/>
            <a:gdLst/>
            <a:ahLst/>
            <a:cxnLst/>
            <a:rect l="l" t="t" r="r" b="b"/>
            <a:pathLst>
              <a:path w="50800" h="0">
                <a:moveTo>
                  <a:pt x="0" y="0"/>
                </a:moveTo>
                <a:lnTo>
                  <a:pt x="50800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1" name="object 41"/>
          <p:cNvSpPr/>
          <p:nvPr/>
        </p:nvSpPr>
        <p:spPr>
          <a:xfrm>
            <a:off x="3699510" y="5170170"/>
            <a:ext cx="50800" cy="0"/>
          </a:xfrm>
          <a:custGeom>
            <a:avLst/>
            <a:gdLst/>
            <a:ahLst/>
            <a:cxnLst/>
            <a:rect l="l" t="t" r="r" b="b"/>
            <a:pathLst>
              <a:path w="50800" h="0">
                <a:moveTo>
                  <a:pt x="0" y="0"/>
                </a:moveTo>
                <a:lnTo>
                  <a:pt x="50800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2" name="object 42"/>
          <p:cNvSpPr/>
          <p:nvPr/>
        </p:nvSpPr>
        <p:spPr>
          <a:xfrm>
            <a:off x="3610610" y="5170170"/>
            <a:ext cx="50800" cy="0"/>
          </a:xfrm>
          <a:custGeom>
            <a:avLst/>
            <a:gdLst/>
            <a:ahLst/>
            <a:cxnLst/>
            <a:rect l="l" t="t" r="r" b="b"/>
            <a:pathLst>
              <a:path w="50800" h="0">
                <a:moveTo>
                  <a:pt x="0" y="0"/>
                </a:moveTo>
                <a:lnTo>
                  <a:pt x="50800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3" name="object 43"/>
          <p:cNvSpPr/>
          <p:nvPr/>
        </p:nvSpPr>
        <p:spPr>
          <a:xfrm>
            <a:off x="3521710" y="5170170"/>
            <a:ext cx="50800" cy="0"/>
          </a:xfrm>
          <a:custGeom>
            <a:avLst/>
            <a:gdLst/>
            <a:ahLst/>
            <a:cxnLst/>
            <a:rect l="l" t="t" r="r" b="b"/>
            <a:pathLst>
              <a:path w="50800" h="0">
                <a:moveTo>
                  <a:pt x="0" y="0"/>
                </a:moveTo>
                <a:lnTo>
                  <a:pt x="50800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4" name="object 44"/>
          <p:cNvSpPr/>
          <p:nvPr/>
        </p:nvSpPr>
        <p:spPr>
          <a:xfrm>
            <a:off x="3432810" y="5170170"/>
            <a:ext cx="50800" cy="0"/>
          </a:xfrm>
          <a:custGeom>
            <a:avLst/>
            <a:gdLst/>
            <a:ahLst/>
            <a:cxnLst/>
            <a:rect l="l" t="t" r="r" b="b"/>
            <a:pathLst>
              <a:path w="50800" h="0">
                <a:moveTo>
                  <a:pt x="0" y="0"/>
                </a:moveTo>
                <a:lnTo>
                  <a:pt x="50800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5" name="object 45"/>
          <p:cNvSpPr/>
          <p:nvPr/>
        </p:nvSpPr>
        <p:spPr>
          <a:xfrm>
            <a:off x="3343910" y="5170170"/>
            <a:ext cx="50800" cy="0"/>
          </a:xfrm>
          <a:custGeom>
            <a:avLst/>
            <a:gdLst/>
            <a:ahLst/>
            <a:cxnLst/>
            <a:rect l="l" t="t" r="r" b="b"/>
            <a:pathLst>
              <a:path w="50800" h="0">
                <a:moveTo>
                  <a:pt x="0" y="0"/>
                </a:moveTo>
                <a:lnTo>
                  <a:pt x="50800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6" name="object 46"/>
          <p:cNvSpPr/>
          <p:nvPr/>
        </p:nvSpPr>
        <p:spPr>
          <a:xfrm>
            <a:off x="3255010" y="5170170"/>
            <a:ext cx="50800" cy="0"/>
          </a:xfrm>
          <a:custGeom>
            <a:avLst/>
            <a:gdLst/>
            <a:ahLst/>
            <a:cxnLst/>
            <a:rect l="l" t="t" r="r" b="b"/>
            <a:pathLst>
              <a:path w="50800" h="0">
                <a:moveTo>
                  <a:pt x="0" y="0"/>
                </a:moveTo>
                <a:lnTo>
                  <a:pt x="50800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7" name="object 47"/>
          <p:cNvSpPr/>
          <p:nvPr/>
        </p:nvSpPr>
        <p:spPr>
          <a:xfrm>
            <a:off x="3166110" y="5170170"/>
            <a:ext cx="50800" cy="0"/>
          </a:xfrm>
          <a:custGeom>
            <a:avLst/>
            <a:gdLst/>
            <a:ahLst/>
            <a:cxnLst/>
            <a:rect l="l" t="t" r="r" b="b"/>
            <a:pathLst>
              <a:path w="50800" h="0">
                <a:moveTo>
                  <a:pt x="0" y="0"/>
                </a:moveTo>
                <a:lnTo>
                  <a:pt x="50800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8" name="object 48"/>
          <p:cNvSpPr/>
          <p:nvPr/>
        </p:nvSpPr>
        <p:spPr>
          <a:xfrm>
            <a:off x="3077210" y="5170170"/>
            <a:ext cx="50800" cy="0"/>
          </a:xfrm>
          <a:custGeom>
            <a:avLst/>
            <a:gdLst/>
            <a:ahLst/>
            <a:cxnLst/>
            <a:rect l="l" t="t" r="r" b="b"/>
            <a:pathLst>
              <a:path w="50800" h="0">
                <a:moveTo>
                  <a:pt x="0" y="0"/>
                </a:moveTo>
                <a:lnTo>
                  <a:pt x="50800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9" name="object 49"/>
          <p:cNvSpPr/>
          <p:nvPr/>
        </p:nvSpPr>
        <p:spPr>
          <a:xfrm>
            <a:off x="2988310" y="5170170"/>
            <a:ext cx="50800" cy="0"/>
          </a:xfrm>
          <a:custGeom>
            <a:avLst/>
            <a:gdLst/>
            <a:ahLst/>
            <a:cxnLst/>
            <a:rect l="l" t="t" r="r" b="b"/>
            <a:pathLst>
              <a:path w="50800" h="0">
                <a:moveTo>
                  <a:pt x="0" y="0"/>
                </a:moveTo>
                <a:lnTo>
                  <a:pt x="50800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0" name="object 50"/>
          <p:cNvSpPr/>
          <p:nvPr/>
        </p:nvSpPr>
        <p:spPr>
          <a:xfrm>
            <a:off x="2899410" y="5170170"/>
            <a:ext cx="50800" cy="0"/>
          </a:xfrm>
          <a:custGeom>
            <a:avLst/>
            <a:gdLst/>
            <a:ahLst/>
            <a:cxnLst/>
            <a:rect l="l" t="t" r="r" b="b"/>
            <a:pathLst>
              <a:path w="50800" h="0">
                <a:moveTo>
                  <a:pt x="0" y="0"/>
                </a:moveTo>
                <a:lnTo>
                  <a:pt x="50800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1" name="object 51"/>
          <p:cNvSpPr/>
          <p:nvPr/>
        </p:nvSpPr>
        <p:spPr>
          <a:xfrm>
            <a:off x="2810510" y="5170170"/>
            <a:ext cx="50800" cy="0"/>
          </a:xfrm>
          <a:custGeom>
            <a:avLst/>
            <a:gdLst/>
            <a:ahLst/>
            <a:cxnLst/>
            <a:rect l="l" t="t" r="r" b="b"/>
            <a:pathLst>
              <a:path w="50800" h="0">
                <a:moveTo>
                  <a:pt x="0" y="0"/>
                </a:moveTo>
                <a:lnTo>
                  <a:pt x="50800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2" name="object 52"/>
          <p:cNvSpPr/>
          <p:nvPr/>
        </p:nvSpPr>
        <p:spPr>
          <a:xfrm>
            <a:off x="2726690" y="5170170"/>
            <a:ext cx="45720" cy="0"/>
          </a:xfrm>
          <a:custGeom>
            <a:avLst/>
            <a:gdLst/>
            <a:ahLst/>
            <a:cxnLst/>
            <a:rect l="l" t="t" r="r" b="b"/>
            <a:pathLst>
              <a:path w="45720" h="0">
                <a:moveTo>
                  <a:pt x="0" y="0"/>
                </a:moveTo>
                <a:lnTo>
                  <a:pt x="45720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3" name="object 53"/>
          <p:cNvSpPr/>
          <p:nvPr/>
        </p:nvSpPr>
        <p:spPr>
          <a:xfrm>
            <a:off x="2007870" y="4972050"/>
            <a:ext cx="690880" cy="350519"/>
          </a:xfrm>
          <a:custGeom>
            <a:avLst/>
            <a:gdLst/>
            <a:ahLst/>
            <a:cxnLst/>
            <a:rect l="l" t="t" r="r" b="b"/>
            <a:pathLst>
              <a:path w="690880" h="350520">
                <a:moveTo>
                  <a:pt x="690880" y="0"/>
                </a:moveTo>
                <a:lnTo>
                  <a:pt x="0" y="350519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3" name="object 33"/>
          <p:cNvSpPr/>
          <p:nvPr/>
        </p:nvSpPr>
        <p:spPr>
          <a:xfrm>
            <a:off x="5251450" y="5566410"/>
            <a:ext cx="1297940" cy="76200"/>
          </a:xfrm>
          <a:custGeom>
            <a:avLst/>
            <a:gdLst/>
            <a:ahLst/>
            <a:cxnLst/>
            <a:rect l="l" t="t" r="r" b="b"/>
            <a:pathLst>
              <a:path w="1297940" h="76200">
                <a:moveTo>
                  <a:pt x="63500" y="31749"/>
                </a:moveTo>
                <a:lnTo>
                  <a:pt x="63500" y="44449"/>
                </a:lnTo>
                <a:lnTo>
                  <a:pt x="1234439" y="44449"/>
                </a:lnTo>
                <a:lnTo>
                  <a:pt x="1297940" y="38099"/>
                </a:lnTo>
                <a:lnTo>
                  <a:pt x="1221739" y="0"/>
                </a:lnTo>
                <a:lnTo>
                  <a:pt x="1234439" y="31749"/>
                </a:lnTo>
                <a:lnTo>
                  <a:pt x="63500" y="31749"/>
                </a:lnTo>
                <a:close/>
              </a:path>
              <a:path w="1297940" h="76200">
                <a:moveTo>
                  <a:pt x="1234439" y="44449"/>
                </a:moveTo>
                <a:lnTo>
                  <a:pt x="1221739" y="44450"/>
                </a:lnTo>
                <a:lnTo>
                  <a:pt x="1221739" y="76199"/>
                </a:lnTo>
                <a:lnTo>
                  <a:pt x="1297940" y="38099"/>
                </a:lnTo>
                <a:lnTo>
                  <a:pt x="1234439" y="44449"/>
                </a:lnTo>
                <a:close/>
              </a:path>
              <a:path w="1297940" h="76200">
                <a:moveTo>
                  <a:pt x="1234439" y="31749"/>
                </a:moveTo>
                <a:lnTo>
                  <a:pt x="1221739" y="0"/>
                </a:lnTo>
                <a:lnTo>
                  <a:pt x="1221739" y="31750"/>
                </a:lnTo>
                <a:lnTo>
                  <a:pt x="1234439" y="31749"/>
                </a:lnTo>
                <a:close/>
              </a:path>
              <a:path w="1297940" h="76200">
                <a:moveTo>
                  <a:pt x="76200" y="31749"/>
                </a:moveTo>
                <a:lnTo>
                  <a:pt x="76200" y="0"/>
                </a:lnTo>
                <a:lnTo>
                  <a:pt x="0" y="38099"/>
                </a:lnTo>
                <a:lnTo>
                  <a:pt x="76200" y="76199"/>
                </a:lnTo>
                <a:lnTo>
                  <a:pt x="76199" y="44450"/>
                </a:lnTo>
                <a:lnTo>
                  <a:pt x="63500" y="44449"/>
                </a:lnTo>
                <a:lnTo>
                  <a:pt x="63500" y="31749"/>
                </a:lnTo>
                <a:lnTo>
                  <a:pt x="76200" y="317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2409190" y="68999"/>
            <a:ext cx="5198109" cy="533399"/>
          </a:xfrm>
          <a:prstGeom prst="rect">
            <a:avLst/>
          </a:prstGeom>
        </p:spPr>
        <p:txBody>
          <a:bodyPr wrap="square" lIns="0" tIns="26574" rIns="0" bIns="0" rtlCol="0">
            <a:noAutofit/>
          </a:bodyPr>
          <a:lstStyle/>
          <a:p>
            <a:pPr marL="12700">
              <a:lnSpc>
                <a:spcPts val="4185"/>
              </a:lnSpc>
            </a:pPr>
            <a:r>
              <a:rPr dirty="0" smtClean="0" sz="4000" spc="0">
                <a:latin typeface="Times New Roman"/>
                <a:cs typeface="Times New Roman"/>
              </a:rPr>
              <a:t>Frequ</a:t>
            </a:r>
            <a:r>
              <a:rPr dirty="0" smtClean="0" sz="4000" spc="0">
                <a:latin typeface="Times New Roman"/>
                <a:cs typeface="Times New Roman"/>
              </a:rPr>
              <a:t>e</a:t>
            </a:r>
            <a:r>
              <a:rPr dirty="0" smtClean="0" sz="4000" spc="0">
                <a:latin typeface="Times New Roman"/>
                <a:cs typeface="Times New Roman"/>
              </a:rPr>
              <a:t>ncy</a:t>
            </a:r>
            <a:r>
              <a:rPr dirty="0" smtClean="0" sz="4000" spc="0">
                <a:latin typeface="Times New Roman"/>
                <a:cs typeface="Times New Roman"/>
              </a:rPr>
              <a:t> </a:t>
            </a:r>
            <a:r>
              <a:rPr dirty="0" smtClean="0" sz="4000" spc="0">
                <a:latin typeface="Times New Roman"/>
                <a:cs typeface="Times New Roman"/>
              </a:rPr>
              <a:t>Plan</a:t>
            </a:r>
            <a:r>
              <a:rPr dirty="0" smtClean="0" sz="4000" spc="0">
                <a:latin typeface="Times New Roman"/>
                <a:cs typeface="Times New Roman"/>
              </a:rPr>
              <a:t> </a:t>
            </a:r>
            <a:r>
              <a:rPr dirty="0" smtClean="0" sz="2400" spc="0">
                <a:latin typeface="Times New Roman"/>
                <a:cs typeface="Times New Roman"/>
              </a:rPr>
              <a:t>R</a:t>
            </a:r>
            <a:r>
              <a:rPr dirty="0" smtClean="0" sz="2400" spc="0">
                <a:latin typeface="Times New Roman"/>
                <a:cs typeface="Times New Roman"/>
              </a:rPr>
              <a:t>e</a:t>
            </a:r>
            <a:r>
              <a:rPr dirty="0" smtClean="0" sz="2400" spc="0">
                <a:latin typeface="Times New Roman"/>
                <a:cs typeface="Times New Roman"/>
              </a:rPr>
              <a:t>-</a:t>
            </a:r>
            <a:r>
              <a:rPr dirty="0" smtClean="0" sz="2400" spc="0">
                <a:latin typeface="Times New Roman"/>
                <a:cs typeface="Times New Roman"/>
              </a:rPr>
              <a:t>Us</a:t>
            </a:r>
            <a:r>
              <a:rPr dirty="0" smtClean="0" sz="2400" spc="0">
                <a:latin typeface="Times New Roman"/>
                <a:cs typeface="Times New Roman"/>
              </a:rPr>
              <a:t>e</a:t>
            </a:r>
            <a:r>
              <a:rPr dirty="0" smtClean="0" sz="2400" spc="0">
                <a:latin typeface="Times New Roman"/>
                <a:cs typeface="Times New Roman"/>
              </a:rPr>
              <a:t>-</a:t>
            </a:r>
            <a:r>
              <a:rPr dirty="0" smtClean="0" sz="2400" spc="0">
                <a:latin typeface="Times New Roman"/>
                <a:cs typeface="Times New Roman"/>
              </a:rPr>
              <a:t>Fac</a:t>
            </a:r>
            <a:r>
              <a:rPr dirty="0" smtClean="0" sz="2400" spc="0">
                <a:latin typeface="Times New Roman"/>
                <a:cs typeface="Times New Roman"/>
              </a:rPr>
              <a:t>t</a:t>
            </a:r>
            <a:r>
              <a:rPr dirty="0" smtClean="0" sz="2400" spc="0">
                <a:latin typeface="Times New Roman"/>
                <a:cs typeface="Times New Roman"/>
              </a:rPr>
              <a:t>or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64857" y="1068075"/>
            <a:ext cx="228599" cy="431800"/>
          </a:xfrm>
          <a:prstGeom prst="rect">
            <a:avLst/>
          </a:prstGeom>
        </p:spPr>
        <p:txBody>
          <a:bodyPr wrap="square" lIns="0" tIns="21367" rIns="0" bIns="0" rtlCol="0">
            <a:noAutofit/>
          </a:bodyPr>
          <a:lstStyle/>
          <a:p>
            <a:pPr marL="12700">
              <a:lnSpc>
                <a:spcPts val="3365"/>
              </a:lnSpc>
            </a:pPr>
            <a:r>
              <a:rPr dirty="0" smtClean="0" sz="3200">
                <a:latin typeface="Times New Roman"/>
                <a:cs typeface="Times New Roman"/>
              </a:rPr>
              <a:t>•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046797" y="1068075"/>
            <a:ext cx="7635303" cy="2017394"/>
          </a:xfrm>
          <a:prstGeom prst="rect">
            <a:avLst/>
          </a:prstGeom>
        </p:spPr>
        <p:txBody>
          <a:bodyPr wrap="square" lIns="0" tIns="21367" rIns="0" bIns="0" rtlCol="0">
            <a:noAutofit/>
          </a:bodyPr>
          <a:lstStyle/>
          <a:p>
            <a:pPr marL="12700" marR="45720">
              <a:lnSpc>
                <a:spcPts val="3365"/>
              </a:lnSpc>
            </a:pPr>
            <a:r>
              <a:rPr dirty="0" smtClean="0" sz="3200" spc="-5" b="1">
                <a:latin typeface="Times New Roman"/>
                <a:cs typeface="Times New Roman"/>
              </a:rPr>
              <a:t>R</a:t>
            </a:r>
            <a:r>
              <a:rPr dirty="0" smtClean="0" sz="3200" spc="-5" b="1">
                <a:latin typeface="Times New Roman"/>
                <a:cs typeface="Times New Roman"/>
              </a:rPr>
              <a:t>uF</a:t>
            </a:r>
            <a:r>
              <a:rPr dirty="0" smtClean="0" sz="3200" spc="-5" b="1">
                <a:latin typeface="Times New Roman"/>
                <a:cs typeface="Times New Roman"/>
              </a:rPr>
              <a:t> </a:t>
            </a:r>
            <a:r>
              <a:rPr dirty="0" smtClean="0" sz="3200" spc="-5" b="1">
                <a:latin typeface="Times New Roman"/>
                <a:cs typeface="Times New Roman"/>
              </a:rPr>
              <a:t>(R</a:t>
            </a:r>
            <a:r>
              <a:rPr dirty="0" smtClean="0" sz="3200" spc="-5" b="1">
                <a:latin typeface="Times New Roman"/>
                <a:cs typeface="Times New Roman"/>
              </a:rPr>
              <a:t>e</a:t>
            </a:r>
            <a:r>
              <a:rPr dirty="0" smtClean="0" sz="3200" spc="-5" b="1">
                <a:latin typeface="Times New Roman"/>
                <a:cs typeface="Times New Roman"/>
              </a:rPr>
              <a:t>-</a:t>
            </a:r>
            <a:r>
              <a:rPr dirty="0" smtClean="0" sz="3200" spc="-5" b="1">
                <a:latin typeface="Times New Roman"/>
                <a:cs typeface="Times New Roman"/>
              </a:rPr>
              <a:t>use</a:t>
            </a:r>
            <a:r>
              <a:rPr dirty="0" smtClean="0" sz="3200" spc="-5" b="1">
                <a:latin typeface="Times New Roman"/>
                <a:cs typeface="Times New Roman"/>
              </a:rPr>
              <a:t> </a:t>
            </a:r>
            <a:r>
              <a:rPr dirty="0" smtClean="0" sz="3200" spc="-5" b="1">
                <a:latin typeface="Times New Roman"/>
                <a:cs typeface="Times New Roman"/>
              </a:rPr>
              <a:t>Factor)</a:t>
            </a:r>
            <a:endParaRPr sz="3200">
              <a:latin typeface="Times New Roman"/>
              <a:cs typeface="Times New Roman"/>
            </a:endParaRPr>
          </a:p>
          <a:p>
            <a:pPr marL="203200">
              <a:lnSpc>
                <a:spcPct val="95825"/>
              </a:lnSpc>
            </a:pPr>
            <a:r>
              <a:rPr dirty="0" smtClean="0" sz="2400" spc="-10">
                <a:latin typeface="Times New Roman"/>
                <a:cs typeface="Times New Roman"/>
              </a:rPr>
              <a:t>–</a:t>
            </a:r>
            <a:r>
              <a:rPr dirty="0" smtClean="0" sz="2400" spc="-10">
                <a:latin typeface="Times New Roman"/>
                <a:cs typeface="Times New Roman"/>
              </a:rPr>
              <a:t> </a:t>
            </a:r>
            <a:r>
              <a:rPr dirty="0" smtClean="0" sz="2400" spc="-10" b="1">
                <a:latin typeface="Times New Roman"/>
                <a:cs typeface="Times New Roman"/>
              </a:rPr>
              <a:t>A</a:t>
            </a:r>
            <a:r>
              <a:rPr dirty="0" smtClean="0" sz="2400" spc="-10" b="1">
                <a:latin typeface="Times New Roman"/>
                <a:cs typeface="Times New Roman"/>
              </a:rPr>
              <a:t>ve</a:t>
            </a:r>
            <a:r>
              <a:rPr dirty="0" smtClean="0" sz="2400" spc="-10" b="1">
                <a:latin typeface="Times New Roman"/>
                <a:cs typeface="Times New Roman"/>
              </a:rPr>
              <a:t>r</a:t>
            </a:r>
            <a:r>
              <a:rPr dirty="0" smtClean="0" sz="2400" spc="-10" b="1">
                <a:latin typeface="Times New Roman"/>
                <a:cs typeface="Times New Roman"/>
              </a:rPr>
              <a:t>age</a:t>
            </a:r>
            <a:r>
              <a:rPr dirty="0" smtClean="0" sz="2400" spc="-10" b="1">
                <a:latin typeface="Times New Roman"/>
                <a:cs typeface="Times New Roman"/>
              </a:rPr>
              <a:t> </a:t>
            </a:r>
            <a:r>
              <a:rPr dirty="0" smtClean="0" sz="2400" spc="-10" b="1">
                <a:latin typeface="Times New Roman"/>
                <a:cs typeface="Times New Roman"/>
              </a:rPr>
              <a:t>nu</a:t>
            </a:r>
            <a:r>
              <a:rPr dirty="0" smtClean="0" sz="2400" spc="-10" b="1">
                <a:latin typeface="Times New Roman"/>
                <a:cs typeface="Times New Roman"/>
              </a:rPr>
              <a:t>m</a:t>
            </a:r>
            <a:r>
              <a:rPr dirty="0" smtClean="0" sz="2400" spc="-10" b="1">
                <a:latin typeface="Times New Roman"/>
                <a:cs typeface="Times New Roman"/>
              </a:rPr>
              <a:t>ber</a:t>
            </a:r>
            <a:r>
              <a:rPr dirty="0" smtClean="0" sz="2400" spc="-10" b="1">
                <a:latin typeface="Times New Roman"/>
                <a:cs typeface="Times New Roman"/>
              </a:rPr>
              <a:t> </a:t>
            </a:r>
            <a:r>
              <a:rPr dirty="0" smtClean="0" sz="2400" spc="-10" b="1">
                <a:latin typeface="Times New Roman"/>
                <a:cs typeface="Times New Roman"/>
              </a:rPr>
              <a:t>of</a:t>
            </a:r>
            <a:r>
              <a:rPr dirty="0" smtClean="0" sz="2400" spc="-10" b="1">
                <a:latin typeface="Times New Roman"/>
                <a:cs typeface="Times New Roman"/>
              </a:rPr>
              <a:t> </a:t>
            </a:r>
            <a:r>
              <a:rPr dirty="0" smtClean="0" sz="2400" spc="-10" b="1">
                <a:latin typeface="Times New Roman"/>
                <a:cs typeface="Times New Roman"/>
              </a:rPr>
              <a:t>c</a:t>
            </a:r>
            <a:r>
              <a:rPr dirty="0" smtClean="0" sz="2400" spc="-10" b="1">
                <a:latin typeface="Times New Roman"/>
                <a:cs typeface="Times New Roman"/>
              </a:rPr>
              <a:t>e</a:t>
            </a:r>
            <a:r>
              <a:rPr dirty="0" smtClean="0" sz="2400" spc="-10" b="1">
                <a:latin typeface="Times New Roman"/>
                <a:cs typeface="Times New Roman"/>
              </a:rPr>
              <a:t>l</a:t>
            </a:r>
            <a:r>
              <a:rPr dirty="0" smtClean="0" sz="2400" spc="-10" b="1">
                <a:latin typeface="Times New Roman"/>
                <a:cs typeface="Times New Roman"/>
              </a:rPr>
              <a:t>l</a:t>
            </a:r>
            <a:r>
              <a:rPr dirty="0" smtClean="0" sz="2400" spc="-10" b="1">
                <a:latin typeface="Times New Roman"/>
                <a:cs typeface="Times New Roman"/>
              </a:rPr>
              <a:t>s</a:t>
            </a:r>
            <a:r>
              <a:rPr dirty="0" smtClean="0" sz="2400" spc="-10" b="1">
                <a:latin typeface="Times New Roman"/>
                <a:cs typeface="Times New Roman"/>
              </a:rPr>
              <a:t> </a:t>
            </a:r>
            <a:r>
              <a:rPr dirty="0" smtClean="0" sz="2400" spc="-10" b="1">
                <a:latin typeface="Times New Roman"/>
                <a:cs typeface="Times New Roman"/>
              </a:rPr>
              <a:t>t</a:t>
            </a:r>
            <a:r>
              <a:rPr dirty="0" smtClean="0" sz="2400" spc="-10" b="1">
                <a:latin typeface="Times New Roman"/>
                <a:cs typeface="Times New Roman"/>
              </a:rPr>
              <a:t>hat</a:t>
            </a:r>
            <a:r>
              <a:rPr dirty="0" smtClean="0" sz="2400" spc="-10" b="1">
                <a:latin typeface="Times New Roman"/>
                <a:cs typeface="Times New Roman"/>
              </a:rPr>
              <a:t> </a:t>
            </a:r>
            <a:r>
              <a:rPr dirty="0" smtClean="0" sz="2400" spc="-10" b="1">
                <a:latin typeface="Times New Roman"/>
                <a:cs typeface="Times New Roman"/>
              </a:rPr>
              <a:t>h</a:t>
            </a:r>
            <a:r>
              <a:rPr dirty="0" smtClean="0" sz="2400" spc="-10" b="1">
                <a:latin typeface="Times New Roman"/>
                <a:cs typeface="Times New Roman"/>
              </a:rPr>
              <a:t>ave</a:t>
            </a:r>
            <a:r>
              <a:rPr dirty="0" smtClean="0" sz="2400" spc="-10" b="1">
                <a:latin typeface="Times New Roman"/>
                <a:cs typeface="Times New Roman"/>
              </a:rPr>
              <a:t> </a:t>
            </a:r>
            <a:r>
              <a:rPr dirty="0" smtClean="0" sz="2400" spc="-10" b="1">
                <a:latin typeface="Times New Roman"/>
                <a:cs typeface="Times New Roman"/>
              </a:rPr>
              <a:t>di</a:t>
            </a:r>
            <a:r>
              <a:rPr dirty="0" smtClean="0" sz="2400" spc="-10" b="1">
                <a:latin typeface="Times New Roman"/>
                <a:cs typeface="Times New Roman"/>
              </a:rPr>
              <a:t>f</a:t>
            </a:r>
            <a:r>
              <a:rPr dirty="0" smtClean="0" sz="2400" spc="-10" b="1">
                <a:latin typeface="Times New Roman"/>
                <a:cs typeface="Times New Roman"/>
              </a:rPr>
              <a:t>f</a:t>
            </a:r>
            <a:r>
              <a:rPr dirty="0" smtClean="0" sz="2400" spc="-10" b="1">
                <a:latin typeface="Times New Roman"/>
                <a:cs typeface="Times New Roman"/>
              </a:rPr>
              <a:t>e</a:t>
            </a:r>
            <a:r>
              <a:rPr dirty="0" smtClean="0" sz="2400" spc="-10" b="1">
                <a:latin typeface="Times New Roman"/>
                <a:cs typeface="Times New Roman"/>
              </a:rPr>
              <a:t>r</a:t>
            </a:r>
            <a:r>
              <a:rPr dirty="0" smtClean="0" sz="2400" spc="-10" b="1">
                <a:latin typeface="Times New Roman"/>
                <a:cs typeface="Times New Roman"/>
              </a:rPr>
              <a:t>ent</a:t>
            </a:r>
            <a:r>
              <a:rPr dirty="0" smtClean="0" sz="2400" spc="-10" b="1">
                <a:latin typeface="Times New Roman"/>
                <a:cs typeface="Times New Roman"/>
              </a:rPr>
              <a:t> </a:t>
            </a:r>
            <a:r>
              <a:rPr dirty="0" smtClean="0" sz="2400" spc="-10" b="1">
                <a:latin typeface="Times New Roman"/>
                <a:cs typeface="Times New Roman"/>
              </a:rPr>
              <a:t>f</a:t>
            </a:r>
            <a:r>
              <a:rPr dirty="0" smtClean="0" sz="2400" spc="-10" b="1">
                <a:latin typeface="Times New Roman"/>
                <a:cs typeface="Times New Roman"/>
              </a:rPr>
              <a:t>r</a:t>
            </a:r>
            <a:r>
              <a:rPr dirty="0" smtClean="0" sz="2400" spc="-10" b="1">
                <a:latin typeface="Times New Roman"/>
                <a:cs typeface="Times New Roman"/>
              </a:rPr>
              <a:t>equenci</a:t>
            </a:r>
            <a:r>
              <a:rPr dirty="0" smtClean="0" sz="2400" spc="-10" b="1">
                <a:latin typeface="Times New Roman"/>
                <a:cs typeface="Times New Roman"/>
              </a:rPr>
              <a:t>e</a:t>
            </a:r>
            <a:r>
              <a:rPr dirty="0" smtClean="0" sz="2400" spc="-10" b="1">
                <a:latin typeface="Times New Roman"/>
                <a:cs typeface="Times New Roman"/>
              </a:rPr>
              <a:t>s</a:t>
            </a:r>
            <a:endParaRPr sz="2400">
              <a:latin typeface="Times New Roman"/>
              <a:cs typeface="Times New Roman"/>
            </a:endParaRPr>
          </a:p>
          <a:p>
            <a:pPr marL="203200" marR="45720">
              <a:lnSpc>
                <a:spcPct val="95825"/>
              </a:lnSpc>
              <a:spcBef>
                <a:spcPts val="120"/>
              </a:spcBef>
            </a:pPr>
            <a:r>
              <a:rPr dirty="0" smtClean="0" sz="2400" spc="-9">
                <a:latin typeface="Times New Roman"/>
                <a:cs typeface="Times New Roman"/>
              </a:rPr>
              <a:t>–</a:t>
            </a:r>
            <a:r>
              <a:rPr dirty="0" smtClean="0" sz="2400" spc="-9">
                <a:latin typeface="Times New Roman"/>
                <a:cs typeface="Times New Roman"/>
              </a:rPr>
              <a:t> </a:t>
            </a:r>
            <a:r>
              <a:rPr dirty="0" smtClean="0" sz="2400" spc="-9" b="1">
                <a:latin typeface="Times New Roman"/>
                <a:cs typeface="Times New Roman"/>
              </a:rPr>
              <a:t>M</a:t>
            </a:r>
            <a:r>
              <a:rPr dirty="0" smtClean="0" sz="2400" spc="-9" b="1">
                <a:latin typeface="Times New Roman"/>
                <a:cs typeface="Times New Roman"/>
              </a:rPr>
              <a:t>e</a:t>
            </a:r>
            <a:r>
              <a:rPr dirty="0" smtClean="0" sz="2400" spc="-9" b="1">
                <a:latin typeface="Times New Roman"/>
                <a:cs typeface="Times New Roman"/>
              </a:rPr>
              <a:t>as</a:t>
            </a:r>
            <a:r>
              <a:rPr dirty="0" smtClean="0" sz="2400" spc="-9" b="1">
                <a:latin typeface="Times New Roman"/>
                <a:cs typeface="Times New Roman"/>
              </a:rPr>
              <a:t>u</a:t>
            </a:r>
            <a:r>
              <a:rPr dirty="0" smtClean="0" sz="2400" spc="-9" b="1">
                <a:latin typeface="Times New Roman"/>
                <a:cs typeface="Times New Roman"/>
              </a:rPr>
              <a:t>r</a:t>
            </a:r>
            <a:r>
              <a:rPr dirty="0" smtClean="0" sz="2400" spc="-9" b="1">
                <a:latin typeface="Times New Roman"/>
                <a:cs typeface="Times New Roman"/>
              </a:rPr>
              <a:t>e</a:t>
            </a:r>
            <a:r>
              <a:rPr dirty="0" smtClean="0" sz="2400" spc="-9" b="1">
                <a:latin typeface="Times New Roman"/>
                <a:cs typeface="Times New Roman"/>
              </a:rPr>
              <a:t> </a:t>
            </a:r>
            <a:r>
              <a:rPr dirty="0" smtClean="0" sz="2400" spc="-9" b="1">
                <a:latin typeface="Times New Roman"/>
                <a:cs typeface="Times New Roman"/>
              </a:rPr>
              <a:t>f</a:t>
            </a:r>
            <a:r>
              <a:rPr dirty="0" smtClean="0" sz="2400" spc="-9" b="1">
                <a:latin typeface="Times New Roman"/>
                <a:cs typeface="Times New Roman"/>
              </a:rPr>
              <a:t>or</a:t>
            </a:r>
            <a:r>
              <a:rPr dirty="0" smtClean="0" sz="2400" spc="-9" b="1">
                <a:latin typeface="Times New Roman"/>
                <a:cs typeface="Times New Roman"/>
              </a:rPr>
              <a:t> </a:t>
            </a:r>
            <a:r>
              <a:rPr dirty="0" smtClean="0" sz="2400" spc="-9" b="1">
                <a:latin typeface="Times New Roman"/>
                <a:cs typeface="Times New Roman"/>
              </a:rPr>
              <a:t>e</a:t>
            </a:r>
            <a:r>
              <a:rPr dirty="0" smtClean="0" sz="2400" spc="-9" b="1">
                <a:latin typeface="Times New Roman"/>
                <a:cs typeface="Times New Roman"/>
              </a:rPr>
              <a:t>f</a:t>
            </a:r>
            <a:r>
              <a:rPr dirty="0" smtClean="0" sz="2400" spc="-9" b="1">
                <a:latin typeface="Times New Roman"/>
                <a:cs typeface="Times New Roman"/>
              </a:rPr>
              <a:t>f</a:t>
            </a:r>
            <a:r>
              <a:rPr dirty="0" smtClean="0" sz="2400" spc="-9" b="1">
                <a:latin typeface="Times New Roman"/>
                <a:cs typeface="Times New Roman"/>
              </a:rPr>
              <a:t>e</a:t>
            </a:r>
            <a:r>
              <a:rPr dirty="0" smtClean="0" sz="2400" spc="-9" b="1">
                <a:latin typeface="Times New Roman"/>
                <a:cs typeface="Times New Roman"/>
              </a:rPr>
              <a:t>c</a:t>
            </a:r>
            <a:r>
              <a:rPr dirty="0" smtClean="0" sz="2400" spc="-9" b="1">
                <a:latin typeface="Times New Roman"/>
                <a:cs typeface="Times New Roman"/>
              </a:rPr>
              <a:t>tiv</a:t>
            </a:r>
            <a:r>
              <a:rPr dirty="0" smtClean="0" sz="2400" spc="-9" b="1">
                <a:latin typeface="Times New Roman"/>
                <a:cs typeface="Times New Roman"/>
              </a:rPr>
              <a:t>e</a:t>
            </a:r>
            <a:r>
              <a:rPr dirty="0" smtClean="0" sz="2400" spc="-9" b="1">
                <a:latin typeface="Times New Roman"/>
                <a:cs typeface="Times New Roman"/>
              </a:rPr>
              <a:t>ness</a:t>
            </a:r>
            <a:r>
              <a:rPr dirty="0" smtClean="0" sz="2400" spc="-9" b="1">
                <a:latin typeface="Times New Roman"/>
                <a:cs typeface="Times New Roman"/>
              </a:rPr>
              <a:t> </a:t>
            </a:r>
            <a:r>
              <a:rPr dirty="0" smtClean="0" sz="2400" spc="-9" b="1">
                <a:latin typeface="Times New Roman"/>
                <a:cs typeface="Times New Roman"/>
              </a:rPr>
              <a:t>of</a:t>
            </a:r>
            <a:r>
              <a:rPr dirty="0" smtClean="0" sz="2400" spc="-9" b="1">
                <a:latin typeface="Times New Roman"/>
                <a:cs typeface="Times New Roman"/>
              </a:rPr>
              <a:t> </a:t>
            </a:r>
            <a:r>
              <a:rPr dirty="0" smtClean="0" sz="2400" spc="-9" b="1">
                <a:latin typeface="Times New Roman"/>
                <a:cs typeface="Times New Roman"/>
              </a:rPr>
              <a:t>f</a:t>
            </a:r>
            <a:r>
              <a:rPr dirty="0" smtClean="0" sz="2400" spc="-9" b="1">
                <a:latin typeface="Times New Roman"/>
                <a:cs typeface="Times New Roman"/>
              </a:rPr>
              <a:t>r</a:t>
            </a:r>
            <a:r>
              <a:rPr dirty="0" smtClean="0" sz="2400" spc="-9" b="1">
                <a:latin typeface="Times New Roman"/>
                <a:cs typeface="Times New Roman"/>
              </a:rPr>
              <a:t>equency</a:t>
            </a:r>
            <a:r>
              <a:rPr dirty="0" smtClean="0" sz="2400" spc="-9" b="1">
                <a:latin typeface="Times New Roman"/>
                <a:cs typeface="Times New Roman"/>
              </a:rPr>
              <a:t> </a:t>
            </a:r>
            <a:r>
              <a:rPr dirty="0" smtClean="0" sz="2400" spc="-9" b="1">
                <a:latin typeface="Times New Roman"/>
                <a:cs typeface="Times New Roman"/>
              </a:rPr>
              <a:t>plan</a:t>
            </a:r>
            <a:endParaRPr sz="2400">
              <a:latin typeface="Times New Roman"/>
              <a:cs typeface="Times New Roman"/>
            </a:endParaRPr>
          </a:p>
          <a:p>
            <a:pPr marL="203200" marR="45720">
              <a:lnSpc>
                <a:spcPct val="95825"/>
              </a:lnSpc>
              <a:spcBef>
                <a:spcPts val="120"/>
              </a:spcBef>
            </a:pPr>
            <a:r>
              <a:rPr dirty="0" smtClean="0" sz="2400" spc="-11">
                <a:latin typeface="Times New Roman"/>
                <a:cs typeface="Times New Roman"/>
              </a:rPr>
              <a:t>–</a:t>
            </a:r>
            <a:r>
              <a:rPr dirty="0" smtClean="0" sz="2400" spc="-11">
                <a:latin typeface="Times New Roman"/>
                <a:cs typeface="Times New Roman"/>
              </a:rPr>
              <a:t> </a:t>
            </a:r>
            <a:r>
              <a:rPr dirty="0" smtClean="0" sz="2400" spc="-11" b="1">
                <a:latin typeface="Times New Roman"/>
                <a:cs typeface="Times New Roman"/>
              </a:rPr>
              <a:t>T</a:t>
            </a:r>
            <a:r>
              <a:rPr dirty="0" smtClean="0" sz="2400" spc="-11" b="1">
                <a:latin typeface="Times New Roman"/>
                <a:cs typeface="Times New Roman"/>
              </a:rPr>
              <a:t>rad</a:t>
            </a:r>
            <a:r>
              <a:rPr dirty="0" smtClean="0" sz="2400" spc="-11" b="1">
                <a:latin typeface="Times New Roman"/>
                <a:cs typeface="Times New Roman"/>
              </a:rPr>
              <a:t>e</a:t>
            </a:r>
            <a:r>
              <a:rPr dirty="0" smtClean="0" sz="2400" spc="-11" b="1">
                <a:latin typeface="Times New Roman"/>
                <a:cs typeface="Times New Roman"/>
              </a:rPr>
              <a:t>-o</a:t>
            </a:r>
            <a:r>
              <a:rPr dirty="0" smtClean="0" sz="2400" spc="-11" b="1">
                <a:latin typeface="Times New Roman"/>
                <a:cs typeface="Times New Roman"/>
              </a:rPr>
              <a:t>f</a:t>
            </a:r>
            <a:r>
              <a:rPr dirty="0" smtClean="0" sz="2400" spc="-11" b="1">
                <a:latin typeface="Times New Roman"/>
                <a:cs typeface="Times New Roman"/>
              </a:rPr>
              <a:t>f</a:t>
            </a:r>
            <a:r>
              <a:rPr dirty="0" smtClean="0" sz="2400" spc="-11" b="1">
                <a:latin typeface="Times New Roman"/>
                <a:cs typeface="Times New Roman"/>
              </a:rPr>
              <a:t>:</a:t>
            </a:r>
            <a:r>
              <a:rPr dirty="0" smtClean="0" sz="2400" spc="-11" b="1">
                <a:latin typeface="Times New Roman"/>
                <a:cs typeface="Times New Roman"/>
              </a:rPr>
              <a:t> </a:t>
            </a:r>
            <a:r>
              <a:rPr dirty="0" smtClean="0" sz="2400" spc="-11" b="1">
                <a:latin typeface="Times New Roman"/>
                <a:cs typeface="Times New Roman"/>
              </a:rPr>
              <a:t>e</a:t>
            </a:r>
            <a:r>
              <a:rPr dirty="0" smtClean="0" sz="2400" spc="-11" b="1">
                <a:latin typeface="Times New Roman"/>
                <a:cs typeface="Times New Roman"/>
              </a:rPr>
              <a:t>f</a:t>
            </a:r>
            <a:r>
              <a:rPr dirty="0" smtClean="0" sz="2400" spc="-11" b="1">
                <a:latin typeface="Times New Roman"/>
                <a:cs typeface="Times New Roman"/>
              </a:rPr>
              <a:t>f</a:t>
            </a:r>
            <a:r>
              <a:rPr dirty="0" smtClean="0" sz="2400" spc="-11" b="1">
                <a:latin typeface="Times New Roman"/>
                <a:cs typeface="Times New Roman"/>
              </a:rPr>
              <a:t>e</a:t>
            </a:r>
            <a:r>
              <a:rPr dirty="0" smtClean="0" sz="2400" spc="-11" b="1">
                <a:latin typeface="Times New Roman"/>
                <a:cs typeface="Times New Roman"/>
              </a:rPr>
              <a:t>c</a:t>
            </a:r>
            <a:r>
              <a:rPr dirty="0" smtClean="0" sz="2400" spc="-11" b="1">
                <a:latin typeface="Times New Roman"/>
                <a:cs typeface="Times New Roman"/>
              </a:rPr>
              <a:t>tiv</a:t>
            </a:r>
            <a:r>
              <a:rPr dirty="0" smtClean="0" sz="2400" spc="-11" b="1">
                <a:latin typeface="Times New Roman"/>
                <a:cs typeface="Times New Roman"/>
              </a:rPr>
              <a:t>e</a:t>
            </a:r>
            <a:r>
              <a:rPr dirty="0" smtClean="0" sz="2400" spc="-11" b="1">
                <a:latin typeface="Times New Roman"/>
                <a:cs typeface="Times New Roman"/>
              </a:rPr>
              <a:t>ness</a:t>
            </a:r>
            <a:r>
              <a:rPr dirty="0" smtClean="0" sz="2400" spc="-11" b="1">
                <a:latin typeface="Times New Roman"/>
                <a:cs typeface="Times New Roman"/>
              </a:rPr>
              <a:t> </a:t>
            </a:r>
            <a:r>
              <a:rPr dirty="0" smtClean="0" sz="2400" spc="-11" b="1">
                <a:latin typeface="Times New Roman"/>
                <a:cs typeface="Times New Roman"/>
              </a:rPr>
              <a:t>vs.</a:t>
            </a:r>
            <a:r>
              <a:rPr dirty="0" smtClean="0" sz="2400" spc="-11" b="1">
                <a:latin typeface="Times New Roman"/>
                <a:cs typeface="Times New Roman"/>
              </a:rPr>
              <a:t> </a:t>
            </a:r>
            <a:r>
              <a:rPr dirty="0" smtClean="0" sz="2400" spc="-11" b="1">
                <a:latin typeface="Times New Roman"/>
                <a:cs typeface="Times New Roman"/>
              </a:rPr>
              <a:t>inte</a:t>
            </a:r>
            <a:r>
              <a:rPr dirty="0" smtClean="0" sz="2400" spc="-11" b="1">
                <a:latin typeface="Times New Roman"/>
                <a:cs typeface="Times New Roman"/>
              </a:rPr>
              <a:t>r</a:t>
            </a:r>
            <a:r>
              <a:rPr dirty="0" smtClean="0" sz="2400" spc="-11" b="1">
                <a:latin typeface="Times New Roman"/>
                <a:cs typeface="Times New Roman"/>
              </a:rPr>
              <a:t>f</a:t>
            </a:r>
            <a:r>
              <a:rPr dirty="0" smtClean="0" sz="2400" spc="-11" b="1">
                <a:latin typeface="Times New Roman"/>
                <a:cs typeface="Times New Roman"/>
              </a:rPr>
              <a:t>e</a:t>
            </a:r>
            <a:r>
              <a:rPr dirty="0" smtClean="0" sz="2400" spc="-11" b="1">
                <a:latin typeface="Times New Roman"/>
                <a:cs typeface="Times New Roman"/>
              </a:rPr>
              <a:t>r</a:t>
            </a:r>
            <a:r>
              <a:rPr dirty="0" smtClean="0" sz="2400" spc="-11" b="1">
                <a:latin typeface="Times New Roman"/>
                <a:cs typeface="Times New Roman"/>
              </a:rPr>
              <a:t>enc</a:t>
            </a:r>
            <a:r>
              <a:rPr dirty="0" smtClean="0" sz="2400" spc="-11" b="1">
                <a:latin typeface="Times New Roman"/>
                <a:cs typeface="Times New Roman"/>
              </a:rPr>
              <a:t>e</a:t>
            </a:r>
            <a:r>
              <a:rPr dirty="0" smtClean="0" sz="2400" spc="-11" b="1">
                <a:latin typeface="Times New Roman"/>
                <a:cs typeface="Times New Roman"/>
              </a:rPr>
              <a:t>s</a:t>
            </a:r>
            <a:endParaRPr sz="2400">
              <a:latin typeface="Times New Roman"/>
              <a:cs typeface="Times New Roman"/>
            </a:endParaRPr>
          </a:p>
          <a:p>
            <a:pPr marL="12700" marR="45720">
              <a:lnSpc>
                <a:spcPct val="95825"/>
              </a:lnSpc>
              <a:spcBef>
                <a:spcPts val="155"/>
              </a:spcBef>
            </a:pPr>
            <a:r>
              <a:rPr dirty="0" smtClean="0" sz="3200" spc="-1" b="1">
                <a:latin typeface="Times New Roman"/>
                <a:cs typeface="Times New Roman"/>
              </a:rPr>
              <a:t>Mu</a:t>
            </a:r>
            <a:r>
              <a:rPr dirty="0" smtClean="0" sz="3200" spc="-1" b="1">
                <a:latin typeface="Times New Roman"/>
                <a:cs typeface="Times New Roman"/>
              </a:rPr>
              <a:t>l</a:t>
            </a:r>
            <a:r>
              <a:rPr dirty="0" smtClean="0" sz="3200" spc="-1" b="1">
                <a:latin typeface="Times New Roman"/>
                <a:cs typeface="Times New Roman"/>
              </a:rPr>
              <a:t>t</a:t>
            </a:r>
            <a:r>
              <a:rPr dirty="0" smtClean="0" sz="3200" spc="-1" b="1">
                <a:latin typeface="Times New Roman"/>
                <a:cs typeface="Times New Roman"/>
              </a:rPr>
              <a:t>i</a:t>
            </a:r>
            <a:r>
              <a:rPr dirty="0" smtClean="0" sz="3200" spc="-1" b="1">
                <a:latin typeface="Times New Roman"/>
                <a:cs typeface="Times New Roman"/>
              </a:rPr>
              <a:t>ple</a:t>
            </a:r>
            <a:r>
              <a:rPr dirty="0" smtClean="0" sz="3200" spc="-1" b="1">
                <a:latin typeface="Times New Roman"/>
                <a:cs typeface="Times New Roman"/>
              </a:rPr>
              <a:t> </a:t>
            </a:r>
            <a:r>
              <a:rPr dirty="0" smtClean="0" sz="3200" spc="-1" b="1">
                <a:latin typeface="Times New Roman"/>
                <a:cs typeface="Times New Roman"/>
              </a:rPr>
              <a:t>R</a:t>
            </a:r>
            <a:r>
              <a:rPr dirty="0" smtClean="0" sz="3200" spc="-1" b="1">
                <a:latin typeface="Times New Roman"/>
                <a:cs typeface="Times New Roman"/>
              </a:rPr>
              <a:t>uFs</a:t>
            </a:r>
            <a:r>
              <a:rPr dirty="0" smtClean="0" sz="3200" spc="-1" b="1">
                <a:latin typeface="Times New Roman"/>
                <a:cs typeface="Times New Roman"/>
              </a:rPr>
              <a:t> </a:t>
            </a:r>
            <a:r>
              <a:rPr dirty="0" smtClean="0" sz="3200" spc="-1" b="1">
                <a:latin typeface="Times New Roman"/>
                <a:cs typeface="Times New Roman"/>
              </a:rPr>
              <a:t>inc</a:t>
            </a:r>
            <a:r>
              <a:rPr dirty="0" smtClean="0" sz="3200" spc="-1" b="1">
                <a:latin typeface="Times New Roman"/>
                <a:cs typeface="Times New Roman"/>
              </a:rPr>
              <a:t>r</a:t>
            </a:r>
            <a:r>
              <a:rPr dirty="0" smtClean="0" sz="3200" spc="-1" b="1">
                <a:latin typeface="Times New Roman"/>
                <a:cs typeface="Times New Roman"/>
              </a:rPr>
              <a:t>ease</a:t>
            </a:r>
            <a:r>
              <a:rPr dirty="0" smtClean="0" sz="3200" spc="-1" b="1">
                <a:latin typeface="Times New Roman"/>
                <a:cs typeface="Times New Roman"/>
              </a:rPr>
              <a:t> </a:t>
            </a:r>
            <a:r>
              <a:rPr dirty="0" smtClean="0" sz="3200" spc="-1" b="1">
                <a:latin typeface="Times New Roman"/>
                <a:cs typeface="Times New Roman"/>
              </a:rPr>
              <a:t>ef</a:t>
            </a:r>
            <a:r>
              <a:rPr dirty="0" smtClean="0" sz="3200" spc="-1" b="1">
                <a:latin typeface="Times New Roman"/>
                <a:cs typeface="Times New Roman"/>
              </a:rPr>
              <a:t>f</a:t>
            </a:r>
            <a:r>
              <a:rPr dirty="0" smtClean="0" sz="3200" spc="-1" b="1">
                <a:latin typeface="Times New Roman"/>
                <a:cs typeface="Times New Roman"/>
              </a:rPr>
              <a:t>ect</a:t>
            </a:r>
            <a:r>
              <a:rPr dirty="0" smtClean="0" sz="3200" spc="-1" b="1">
                <a:latin typeface="Times New Roman"/>
                <a:cs typeface="Times New Roman"/>
              </a:rPr>
              <a:t>i</a:t>
            </a:r>
            <a:r>
              <a:rPr dirty="0" smtClean="0" sz="3200" spc="-1" b="1">
                <a:latin typeface="Times New Roman"/>
                <a:cs typeface="Times New Roman"/>
              </a:rPr>
              <a:t>veness</a:t>
            </a:r>
            <a:r>
              <a:rPr dirty="0" smtClean="0" sz="3200" spc="-1" b="1">
                <a:latin typeface="Times New Roman"/>
                <a:cs typeface="Times New Roman"/>
              </a:rPr>
              <a:t> </a:t>
            </a:r>
            <a:r>
              <a:rPr dirty="0" smtClean="0" sz="3200" spc="-1" b="1">
                <a:latin typeface="Times New Roman"/>
                <a:cs typeface="Times New Roman"/>
              </a:rPr>
              <a:t>of</a:t>
            </a:r>
            <a:r>
              <a:rPr dirty="0" smtClean="0" sz="3200" spc="-1" b="1">
                <a:latin typeface="Times New Roman"/>
                <a:cs typeface="Times New Roman"/>
              </a:rPr>
              <a:t> </a:t>
            </a:r>
            <a:r>
              <a:rPr dirty="0" smtClean="0" sz="3200" spc="-1" b="1">
                <a:latin typeface="Times New Roman"/>
                <a:cs typeface="Times New Roman"/>
              </a:rPr>
              <a:t>FP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64857" y="2653670"/>
            <a:ext cx="228599" cy="431800"/>
          </a:xfrm>
          <a:prstGeom prst="rect">
            <a:avLst/>
          </a:prstGeom>
        </p:spPr>
        <p:txBody>
          <a:bodyPr wrap="square" lIns="0" tIns="21367" rIns="0" bIns="0" rtlCol="0">
            <a:noAutofit/>
          </a:bodyPr>
          <a:lstStyle/>
          <a:p>
            <a:pPr marL="12700">
              <a:lnSpc>
                <a:spcPts val="3365"/>
              </a:lnSpc>
            </a:pPr>
            <a:r>
              <a:rPr dirty="0" smtClean="0" sz="3200">
                <a:latin typeface="Times New Roman"/>
                <a:cs typeface="Times New Roman"/>
              </a:rPr>
              <a:t>•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237297" y="3124045"/>
            <a:ext cx="3750165" cy="624902"/>
          </a:xfrm>
          <a:prstGeom prst="rect">
            <a:avLst/>
          </a:prstGeom>
        </p:spPr>
        <p:txBody>
          <a:bodyPr wrap="square" lIns="0" tIns="15779" rIns="0" bIns="0" rtlCol="0">
            <a:noAutofit/>
          </a:bodyPr>
          <a:lstStyle/>
          <a:p>
            <a:pPr marL="12700">
              <a:lnSpc>
                <a:spcPts val="2485"/>
              </a:lnSpc>
            </a:pPr>
            <a:r>
              <a:rPr dirty="0" smtClean="0" sz="2400" spc="-10">
                <a:latin typeface="Times New Roman"/>
                <a:cs typeface="Times New Roman"/>
              </a:rPr>
              <a:t>–</a:t>
            </a:r>
            <a:r>
              <a:rPr dirty="0" smtClean="0" sz="2400" spc="-10">
                <a:latin typeface="Times New Roman"/>
                <a:cs typeface="Times New Roman"/>
              </a:rPr>
              <a:t> </a:t>
            </a:r>
            <a:r>
              <a:rPr dirty="0" smtClean="0" sz="2400" spc="-10" b="1">
                <a:latin typeface="Times New Roman"/>
                <a:cs typeface="Times New Roman"/>
              </a:rPr>
              <a:t>Co</a:t>
            </a:r>
            <a:r>
              <a:rPr dirty="0" smtClean="0" sz="2400" spc="-10" b="1">
                <a:latin typeface="Times New Roman"/>
                <a:cs typeface="Times New Roman"/>
              </a:rPr>
              <a:t>m</a:t>
            </a:r>
            <a:r>
              <a:rPr dirty="0" smtClean="0" sz="2400" spc="-10" b="1">
                <a:latin typeface="Times New Roman"/>
                <a:cs typeface="Times New Roman"/>
              </a:rPr>
              <a:t>p</a:t>
            </a:r>
            <a:r>
              <a:rPr dirty="0" smtClean="0" sz="2400" spc="-10" b="1">
                <a:latin typeface="Times New Roman"/>
                <a:cs typeface="Times New Roman"/>
              </a:rPr>
              <a:t>r</a:t>
            </a:r>
            <a:r>
              <a:rPr dirty="0" smtClean="0" sz="2400" spc="-10" b="1">
                <a:latin typeface="Times New Roman"/>
                <a:cs typeface="Times New Roman"/>
              </a:rPr>
              <a:t>o</a:t>
            </a:r>
            <a:r>
              <a:rPr dirty="0" smtClean="0" sz="2400" spc="-10" b="1">
                <a:latin typeface="Times New Roman"/>
                <a:cs typeface="Times New Roman"/>
              </a:rPr>
              <a:t>m</a:t>
            </a:r>
            <a:r>
              <a:rPr dirty="0" smtClean="0" sz="2400" spc="-10" b="1">
                <a:latin typeface="Times New Roman"/>
                <a:cs typeface="Times New Roman"/>
              </a:rPr>
              <a:t>ise</a:t>
            </a:r>
            <a:r>
              <a:rPr dirty="0" smtClean="0" sz="2400" spc="-10" b="1">
                <a:latin typeface="Times New Roman"/>
                <a:cs typeface="Times New Roman"/>
              </a:rPr>
              <a:t> </a:t>
            </a:r>
            <a:r>
              <a:rPr dirty="0" smtClean="0" sz="2400" spc="-10" b="1">
                <a:latin typeface="Times New Roman"/>
                <a:cs typeface="Times New Roman"/>
              </a:rPr>
              <a:t>bet</a:t>
            </a:r>
            <a:r>
              <a:rPr dirty="0" smtClean="0" sz="2400" spc="-10" b="1">
                <a:latin typeface="Times New Roman"/>
                <a:cs typeface="Times New Roman"/>
              </a:rPr>
              <a:t>w</a:t>
            </a:r>
            <a:r>
              <a:rPr dirty="0" smtClean="0" sz="2400" spc="-10" b="1">
                <a:latin typeface="Times New Roman"/>
                <a:cs typeface="Times New Roman"/>
              </a:rPr>
              <a:t>e</a:t>
            </a:r>
            <a:r>
              <a:rPr dirty="0" smtClean="0" sz="2400" spc="-10" b="1">
                <a:latin typeface="Times New Roman"/>
                <a:cs typeface="Times New Roman"/>
              </a:rPr>
              <a:t>e</a:t>
            </a:r>
            <a:r>
              <a:rPr dirty="0" smtClean="0" sz="2400" spc="-10" b="1">
                <a:latin typeface="Times New Roman"/>
                <a:cs typeface="Times New Roman"/>
              </a:rPr>
              <a:t>n</a:t>
            </a:r>
            <a:r>
              <a:rPr dirty="0" smtClean="0" sz="2400" spc="-10" b="1">
                <a:latin typeface="Times New Roman"/>
                <a:cs typeface="Times New Roman"/>
              </a:rPr>
              <a:t> </a:t>
            </a:r>
            <a:r>
              <a:rPr dirty="0" smtClean="0" sz="2400" spc="-10" b="1">
                <a:latin typeface="Times New Roman"/>
                <a:cs typeface="Times New Roman"/>
              </a:rPr>
              <a:t>sa</a:t>
            </a:r>
            <a:r>
              <a:rPr dirty="0" smtClean="0" sz="2400" spc="-10" b="1">
                <a:latin typeface="Times New Roman"/>
                <a:cs typeface="Times New Roman"/>
              </a:rPr>
              <a:t>f</a:t>
            </a:r>
            <a:r>
              <a:rPr dirty="0" smtClean="0" sz="2400" spc="-10" b="1">
                <a:latin typeface="Times New Roman"/>
                <a:cs typeface="Times New Roman"/>
              </a:rPr>
              <a:t>e,</a:t>
            </a:r>
            <a:endParaRPr sz="2400">
              <a:latin typeface="Times New Roman"/>
              <a:cs typeface="Times New Roman"/>
            </a:endParaRPr>
          </a:p>
          <a:p>
            <a:pPr marL="208343" marR="52573">
              <a:lnSpc>
                <a:spcPts val="2385"/>
              </a:lnSpc>
            </a:pPr>
            <a:r>
              <a:rPr dirty="0" smtClean="0" sz="2400" spc="-5" b="1">
                <a:latin typeface="Times New Roman"/>
                <a:cs typeface="Times New Roman"/>
              </a:rPr>
              <a:t>e</a:t>
            </a:r>
            <a:r>
              <a:rPr dirty="0" smtClean="0" sz="2400" spc="-5" b="1">
                <a:latin typeface="Times New Roman"/>
                <a:cs typeface="Times New Roman"/>
              </a:rPr>
              <a:t>f</a:t>
            </a:r>
            <a:r>
              <a:rPr dirty="0" smtClean="0" sz="2400" spc="-5" b="1">
                <a:latin typeface="Times New Roman"/>
                <a:cs typeface="Times New Roman"/>
              </a:rPr>
              <a:t>f</a:t>
            </a:r>
            <a:r>
              <a:rPr dirty="0" smtClean="0" sz="2400" spc="-5" b="1">
                <a:latin typeface="Times New Roman"/>
                <a:cs typeface="Times New Roman"/>
              </a:rPr>
              <a:t>e</a:t>
            </a:r>
            <a:r>
              <a:rPr dirty="0" smtClean="0" sz="2400" spc="-5" b="1">
                <a:latin typeface="Times New Roman"/>
                <a:cs typeface="Times New Roman"/>
              </a:rPr>
              <a:t>c</a:t>
            </a:r>
            <a:r>
              <a:rPr dirty="0" smtClean="0" sz="2400" spc="-5" b="1">
                <a:latin typeface="Times New Roman"/>
                <a:cs typeface="Times New Roman"/>
              </a:rPr>
              <a:t>t</a:t>
            </a:r>
            <a:r>
              <a:rPr dirty="0" smtClean="0" sz="2400" spc="-5" b="1">
                <a:latin typeface="Times New Roman"/>
                <a:cs typeface="Times New Roman"/>
              </a:rPr>
              <a:t>i</a:t>
            </a:r>
            <a:r>
              <a:rPr dirty="0" smtClean="0" sz="2400" spc="-5" b="1">
                <a:latin typeface="Times New Roman"/>
                <a:cs typeface="Times New Roman"/>
              </a:rPr>
              <a:t>ve</a:t>
            </a:r>
            <a:r>
              <a:rPr dirty="0" smtClean="0" sz="2400" spc="-5" b="1">
                <a:latin typeface="Times New Roman"/>
                <a:cs typeface="Times New Roman"/>
              </a:rPr>
              <a:t> </a:t>
            </a:r>
            <a:r>
              <a:rPr dirty="0" smtClean="0" sz="2400" spc="-5" b="1">
                <a:latin typeface="Times New Roman"/>
                <a:cs typeface="Times New Roman"/>
              </a:rPr>
              <a:t>r</a:t>
            </a:r>
            <a:r>
              <a:rPr dirty="0" smtClean="0" sz="2400" spc="-5" b="1">
                <a:latin typeface="Times New Roman"/>
                <a:cs typeface="Times New Roman"/>
              </a:rPr>
              <a:t>esou</a:t>
            </a:r>
            <a:r>
              <a:rPr dirty="0" smtClean="0" sz="2400" spc="-5" b="1">
                <a:latin typeface="Times New Roman"/>
                <a:cs typeface="Times New Roman"/>
              </a:rPr>
              <a:t>r</a:t>
            </a:r>
            <a:r>
              <a:rPr dirty="0" smtClean="0" sz="2400" spc="-5" b="1">
                <a:latin typeface="Times New Roman"/>
                <a:cs typeface="Times New Roman"/>
              </a:rPr>
              <a:t>ce</a:t>
            </a:r>
            <a:r>
              <a:rPr dirty="0" smtClean="0" sz="2400" spc="-5" b="1">
                <a:latin typeface="Times New Roman"/>
                <a:cs typeface="Times New Roman"/>
              </a:rPr>
              <a:t> </a:t>
            </a:r>
            <a:r>
              <a:rPr dirty="0" smtClean="0" sz="2400" spc="-5" b="1">
                <a:latin typeface="Times New Roman"/>
                <a:cs typeface="Times New Roman"/>
              </a:rPr>
              <a:t>u</a:t>
            </a:r>
            <a:r>
              <a:rPr dirty="0" smtClean="0" sz="2400" spc="-5" b="1">
                <a:latin typeface="Times New Roman"/>
                <a:cs typeface="Times New Roman"/>
              </a:rPr>
              <a:t>s</a:t>
            </a:r>
            <a:r>
              <a:rPr dirty="0" smtClean="0" sz="2400" spc="-5" b="1">
                <a:latin typeface="Times New Roman"/>
                <a:cs typeface="Times New Roman"/>
              </a:rPr>
              <a:t>age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982337" y="3124045"/>
            <a:ext cx="1639620" cy="330200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 spc="-3" b="1">
                <a:latin typeface="Times New Roman"/>
                <a:cs typeface="Times New Roman"/>
              </a:rPr>
              <a:t>inte</a:t>
            </a:r>
            <a:r>
              <a:rPr dirty="0" smtClean="0" sz="2400" spc="-3" b="1">
                <a:latin typeface="Times New Roman"/>
                <a:cs typeface="Times New Roman"/>
              </a:rPr>
              <a:t>r</a:t>
            </a:r>
            <a:r>
              <a:rPr dirty="0" smtClean="0" sz="2400" spc="-3" b="1">
                <a:latin typeface="Times New Roman"/>
                <a:cs typeface="Times New Roman"/>
              </a:rPr>
              <a:t>f</a:t>
            </a:r>
            <a:r>
              <a:rPr dirty="0" smtClean="0" sz="2400" spc="-3" b="1">
                <a:latin typeface="Times New Roman"/>
                <a:cs typeface="Times New Roman"/>
              </a:rPr>
              <a:t>e</a:t>
            </a:r>
            <a:r>
              <a:rPr dirty="0" smtClean="0" sz="2400" spc="-3" b="1">
                <a:latin typeface="Times New Roman"/>
                <a:cs typeface="Times New Roman"/>
              </a:rPr>
              <a:t>r</a:t>
            </a:r>
            <a:r>
              <a:rPr dirty="0" smtClean="0" sz="2400" spc="-3" b="1">
                <a:latin typeface="Times New Roman"/>
                <a:cs typeface="Times New Roman"/>
              </a:rPr>
              <a:t>ence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623075" y="3124045"/>
            <a:ext cx="1802993" cy="330200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 spc="-2" b="1">
                <a:latin typeface="Times New Roman"/>
                <a:cs typeface="Times New Roman"/>
              </a:rPr>
              <a:t>f</a:t>
            </a:r>
            <a:r>
              <a:rPr dirty="0" smtClean="0" sz="2400" spc="-2" b="1">
                <a:latin typeface="Times New Roman"/>
                <a:cs typeface="Times New Roman"/>
              </a:rPr>
              <a:t>r</a:t>
            </a:r>
            <a:r>
              <a:rPr dirty="0" smtClean="0" sz="2400" spc="-2" b="1">
                <a:latin typeface="Times New Roman"/>
                <a:cs typeface="Times New Roman"/>
              </a:rPr>
              <a:t>ee</a:t>
            </a:r>
            <a:r>
              <a:rPr dirty="0" smtClean="0" sz="2400" spc="-2" b="1">
                <a:latin typeface="Times New Roman"/>
                <a:cs typeface="Times New Roman"/>
              </a:rPr>
              <a:t> </a:t>
            </a:r>
            <a:r>
              <a:rPr dirty="0" smtClean="0" sz="2400" spc="-2" b="1">
                <a:latin typeface="Times New Roman"/>
                <a:cs typeface="Times New Roman"/>
              </a:rPr>
              <a:t>plan</a:t>
            </a:r>
            <a:r>
              <a:rPr dirty="0" smtClean="0" sz="2400" spc="-2" b="1">
                <a:latin typeface="Times New Roman"/>
                <a:cs typeface="Times New Roman"/>
              </a:rPr>
              <a:t>n</a:t>
            </a:r>
            <a:r>
              <a:rPr dirty="0" smtClean="0" sz="2400" spc="-2" b="1">
                <a:latin typeface="Times New Roman"/>
                <a:cs typeface="Times New Roman"/>
              </a:rPr>
              <a:t>ing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428405" y="3124045"/>
            <a:ext cx="562457" cy="330200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 b="1">
                <a:latin typeface="Times New Roman"/>
                <a:cs typeface="Times New Roman"/>
              </a:rPr>
              <a:t>and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617216" y="4299839"/>
            <a:ext cx="142185" cy="203200"/>
          </a:xfrm>
          <a:prstGeom prst="rect">
            <a:avLst/>
          </a:prstGeom>
        </p:spPr>
        <p:txBody>
          <a:bodyPr wrap="square" lIns="0" tIns="9525" rIns="0" bIns="0" rtlCol="0">
            <a:noAutofit/>
          </a:bodyPr>
          <a:lstStyle/>
          <a:p>
            <a:pPr marL="12700">
              <a:lnSpc>
                <a:spcPts val="1500"/>
              </a:lnSpc>
            </a:pPr>
            <a:r>
              <a:rPr dirty="0" smtClean="0" sz="1400">
                <a:latin typeface="Calibri"/>
                <a:cs typeface="Calibri"/>
              </a:rPr>
              <a:t>1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444621" y="4299839"/>
            <a:ext cx="142185" cy="203200"/>
          </a:xfrm>
          <a:prstGeom prst="rect">
            <a:avLst/>
          </a:prstGeom>
        </p:spPr>
        <p:txBody>
          <a:bodyPr wrap="square" lIns="0" tIns="9525" rIns="0" bIns="0" rtlCol="0">
            <a:noAutofit/>
          </a:bodyPr>
          <a:lstStyle/>
          <a:p>
            <a:pPr marL="12700">
              <a:lnSpc>
                <a:spcPts val="1500"/>
              </a:lnSpc>
            </a:pPr>
            <a:r>
              <a:rPr dirty="0" smtClean="0" sz="1400">
                <a:latin typeface="Calibri"/>
                <a:cs typeface="Calibri"/>
              </a:rPr>
              <a:t>3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395851" y="4299839"/>
            <a:ext cx="142185" cy="203200"/>
          </a:xfrm>
          <a:prstGeom prst="rect">
            <a:avLst/>
          </a:prstGeom>
        </p:spPr>
        <p:txBody>
          <a:bodyPr wrap="square" lIns="0" tIns="9525" rIns="0" bIns="0" rtlCol="0">
            <a:noAutofit/>
          </a:bodyPr>
          <a:lstStyle/>
          <a:p>
            <a:pPr marL="12700">
              <a:lnSpc>
                <a:spcPts val="1500"/>
              </a:lnSpc>
            </a:pPr>
            <a:r>
              <a:rPr dirty="0" smtClean="0" sz="1400">
                <a:latin typeface="Calibri"/>
                <a:cs typeface="Calibri"/>
              </a:rPr>
              <a:t>6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225161" y="4299839"/>
            <a:ext cx="142185" cy="203200"/>
          </a:xfrm>
          <a:prstGeom prst="rect">
            <a:avLst/>
          </a:prstGeom>
        </p:spPr>
        <p:txBody>
          <a:bodyPr wrap="square" lIns="0" tIns="9525" rIns="0" bIns="0" rtlCol="0">
            <a:noAutofit/>
          </a:bodyPr>
          <a:lstStyle/>
          <a:p>
            <a:pPr marL="12700">
              <a:lnSpc>
                <a:spcPts val="1500"/>
              </a:lnSpc>
            </a:pPr>
            <a:r>
              <a:rPr dirty="0" smtClean="0" sz="1400">
                <a:latin typeface="Calibri"/>
                <a:cs typeface="Calibri"/>
              </a:rPr>
              <a:t>9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054471" y="4299839"/>
            <a:ext cx="229811" cy="203200"/>
          </a:xfrm>
          <a:prstGeom prst="rect">
            <a:avLst/>
          </a:prstGeom>
        </p:spPr>
        <p:txBody>
          <a:bodyPr wrap="square" lIns="0" tIns="9525" rIns="0" bIns="0" rtlCol="0">
            <a:noAutofit/>
          </a:bodyPr>
          <a:lstStyle/>
          <a:p>
            <a:pPr marL="12700">
              <a:lnSpc>
                <a:spcPts val="1500"/>
              </a:lnSpc>
            </a:pPr>
            <a:r>
              <a:rPr dirty="0" smtClean="0" sz="1400" spc="-9">
                <a:latin typeface="Calibri"/>
                <a:cs typeface="Calibri"/>
              </a:rPr>
              <a:t>12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002145" y="4299839"/>
            <a:ext cx="229811" cy="203200"/>
          </a:xfrm>
          <a:prstGeom prst="rect">
            <a:avLst/>
          </a:prstGeom>
        </p:spPr>
        <p:txBody>
          <a:bodyPr wrap="square" lIns="0" tIns="9525" rIns="0" bIns="0" rtlCol="0">
            <a:noAutofit/>
          </a:bodyPr>
          <a:lstStyle/>
          <a:p>
            <a:pPr marL="12700">
              <a:lnSpc>
                <a:spcPts val="1500"/>
              </a:lnSpc>
            </a:pPr>
            <a:r>
              <a:rPr dirty="0" smtClean="0" sz="1400" spc="-9">
                <a:latin typeface="Calibri"/>
                <a:cs typeface="Calibri"/>
              </a:rPr>
              <a:t>15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951851" y="4299839"/>
            <a:ext cx="229811" cy="203200"/>
          </a:xfrm>
          <a:prstGeom prst="rect">
            <a:avLst/>
          </a:prstGeom>
        </p:spPr>
        <p:txBody>
          <a:bodyPr wrap="square" lIns="0" tIns="9525" rIns="0" bIns="0" rtlCol="0">
            <a:noAutofit/>
          </a:bodyPr>
          <a:lstStyle/>
          <a:p>
            <a:pPr marL="12700">
              <a:lnSpc>
                <a:spcPts val="1500"/>
              </a:lnSpc>
            </a:pPr>
            <a:r>
              <a:rPr dirty="0" smtClean="0" sz="1400" spc="-9">
                <a:latin typeface="Calibri"/>
                <a:cs typeface="Calibri"/>
              </a:rPr>
              <a:t>18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779129" y="4299839"/>
            <a:ext cx="229811" cy="203200"/>
          </a:xfrm>
          <a:prstGeom prst="rect">
            <a:avLst/>
          </a:prstGeom>
        </p:spPr>
        <p:txBody>
          <a:bodyPr wrap="square" lIns="0" tIns="9525" rIns="0" bIns="0" rtlCol="0">
            <a:noAutofit/>
          </a:bodyPr>
          <a:lstStyle/>
          <a:p>
            <a:pPr marL="12700">
              <a:lnSpc>
                <a:spcPts val="1500"/>
              </a:lnSpc>
            </a:pPr>
            <a:r>
              <a:rPr dirty="0" smtClean="0" sz="1400" spc="-9">
                <a:latin typeface="Calibri"/>
                <a:cs typeface="Calibri"/>
              </a:rPr>
              <a:t>21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21055" y="5347731"/>
            <a:ext cx="1518208" cy="630475"/>
          </a:xfrm>
          <a:prstGeom prst="rect">
            <a:avLst/>
          </a:prstGeom>
        </p:spPr>
        <p:txBody>
          <a:bodyPr wrap="square" lIns="0" tIns="9525" rIns="0" bIns="0" rtlCol="0">
            <a:noAutofit/>
          </a:bodyPr>
          <a:lstStyle/>
          <a:p>
            <a:pPr marL="12700" marR="26669">
              <a:lnSpc>
                <a:spcPts val="1500"/>
              </a:lnSpc>
            </a:pPr>
            <a:r>
              <a:rPr dirty="0" smtClean="0" sz="1400" spc="-1">
                <a:latin typeface="Calibri"/>
                <a:cs typeface="Calibri"/>
              </a:rPr>
              <a:t>s</a:t>
            </a:r>
            <a:r>
              <a:rPr dirty="0" smtClean="0" sz="1400" spc="-1">
                <a:latin typeface="Calibri"/>
                <a:cs typeface="Calibri"/>
              </a:rPr>
              <a:t>a</a:t>
            </a:r>
            <a:r>
              <a:rPr dirty="0" smtClean="0" sz="1400" spc="-1">
                <a:latin typeface="Calibri"/>
                <a:cs typeface="Calibri"/>
              </a:rPr>
              <a:t>me</a:t>
            </a:r>
            <a:r>
              <a:rPr dirty="0" smtClean="0" sz="1400" spc="-1">
                <a:latin typeface="Calibri"/>
                <a:cs typeface="Calibri"/>
              </a:rPr>
              <a:t> </a:t>
            </a:r>
            <a:r>
              <a:rPr dirty="0" smtClean="0" sz="1400" spc="-1">
                <a:latin typeface="Calibri"/>
                <a:cs typeface="Calibri"/>
              </a:rPr>
              <a:t>f</a:t>
            </a:r>
            <a:r>
              <a:rPr dirty="0" smtClean="0" sz="1400" spc="-1">
                <a:latin typeface="Calibri"/>
                <a:cs typeface="Calibri"/>
              </a:rPr>
              <a:t>r</a:t>
            </a:r>
            <a:r>
              <a:rPr dirty="0" smtClean="0" sz="1400" spc="-1">
                <a:latin typeface="Calibri"/>
                <a:cs typeface="Calibri"/>
              </a:rPr>
              <a:t>e</a:t>
            </a:r>
            <a:r>
              <a:rPr dirty="0" smtClean="0" sz="1400" spc="-1">
                <a:latin typeface="Calibri"/>
                <a:cs typeface="Calibri"/>
              </a:rPr>
              <a:t>q</a:t>
            </a:r>
            <a:r>
              <a:rPr dirty="0" smtClean="0" sz="1400" spc="-1">
                <a:latin typeface="Calibri"/>
                <a:cs typeface="Calibri"/>
              </a:rPr>
              <a:t>u</a:t>
            </a:r>
            <a:r>
              <a:rPr dirty="0" smtClean="0" sz="1400" spc="-1">
                <a:latin typeface="Calibri"/>
                <a:cs typeface="Calibri"/>
              </a:rPr>
              <a:t>e</a:t>
            </a:r>
            <a:r>
              <a:rPr dirty="0" smtClean="0" sz="1400" spc="-1">
                <a:latin typeface="Calibri"/>
                <a:cs typeface="Calibri"/>
              </a:rPr>
              <a:t>n</a:t>
            </a:r>
            <a:r>
              <a:rPr dirty="0" smtClean="0" sz="1400" spc="-1">
                <a:latin typeface="Calibri"/>
                <a:cs typeface="Calibri"/>
              </a:rPr>
              <a:t>c</a:t>
            </a:r>
            <a:r>
              <a:rPr dirty="0" smtClean="0" sz="1400" spc="-1">
                <a:latin typeface="Calibri"/>
                <a:cs typeface="Calibri"/>
              </a:rPr>
              <a:t>y</a:t>
            </a:r>
            <a:endParaRPr sz="1400">
              <a:latin typeface="Calibri"/>
              <a:cs typeface="Calibri"/>
            </a:endParaRPr>
          </a:p>
          <a:p>
            <a:pPr marL="12700" marR="26669">
              <a:lnSpc>
                <a:spcPts val="1685"/>
              </a:lnSpc>
              <a:spcBef>
                <a:spcPts val="9"/>
              </a:spcBef>
            </a:pPr>
            <a:r>
              <a:rPr dirty="0" smtClean="0" sz="1400" spc="0">
                <a:latin typeface="Calibri"/>
                <a:cs typeface="Calibri"/>
              </a:rPr>
              <a:t>in</a:t>
            </a:r>
            <a:r>
              <a:rPr dirty="0" smtClean="0" sz="1400" spc="0">
                <a:latin typeface="Calibri"/>
                <a:cs typeface="Calibri"/>
              </a:rPr>
              <a:t> </a:t>
            </a:r>
            <a:r>
              <a:rPr dirty="0" smtClean="0" sz="1400" spc="0">
                <a:latin typeface="Calibri"/>
                <a:cs typeface="Calibri"/>
              </a:rPr>
              <a:t>e</a:t>
            </a:r>
            <a:r>
              <a:rPr dirty="0" smtClean="0" sz="1400" spc="0">
                <a:latin typeface="Calibri"/>
                <a:cs typeface="Calibri"/>
              </a:rPr>
              <a:t>v</a:t>
            </a:r>
            <a:r>
              <a:rPr dirty="0" smtClean="0" sz="1400" spc="0">
                <a:latin typeface="Calibri"/>
                <a:cs typeface="Calibri"/>
              </a:rPr>
              <a:t>e</a:t>
            </a:r>
            <a:r>
              <a:rPr dirty="0" smtClean="0" sz="1400" spc="0">
                <a:latin typeface="Calibri"/>
                <a:cs typeface="Calibri"/>
              </a:rPr>
              <a:t>r</a:t>
            </a:r>
            <a:r>
              <a:rPr dirty="0" smtClean="0" sz="1400" spc="0">
                <a:latin typeface="Calibri"/>
                <a:cs typeface="Calibri"/>
              </a:rPr>
              <a:t>y</a:t>
            </a:r>
            <a:r>
              <a:rPr dirty="0" smtClean="0" sz="1400" spc="0">
                <a:latin typeface="Calibri"/>
                <a:cs typeface="Calibri"/>
              </a:rPr>
              <a:t> </a:t>
            </a:r>
            <a:r>
              <a:rPr dirty="0" smtClean="0" sz="1400" spc="0">
                <a:latin typeface="Calibri"/>
                <a:cs typeface="Calibri"/>
              </a:rPr>
              <a:t>c</a:t>
            </a:r>
            <a:r>
              <a:rPr dirty="0" smtClean="0" sz="1400" spc="0">
                <a:latin typeface="Calibri"/>
                <a:cs typeface="Calibri"/>
              </a:rPr>
              <a:t>ell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ts val="1680"/>
              </a:lnSpc>
            </a:pPr>
            <a:r>
              <a:rPr dirty="0" smtClean="0" sz="1400" spc="-2">
                <a:latin typeface="Calibri"/>
                <a:cs typeface="Calibri"/>
              </a:rPr>
              <a:t>(</a:t>
            </a:r>
            <a:r>
              <a:rPr dirty="0" smtClean="0" sz="1400" spc="-2">
                <a:latin typeface="Calibri"/>
                <a:cs typeface="Calibri"/>
              </a:rPr>
              <a:t>“</a:t>
            </a:r>
            <a:r>
              <a:rPr dirty="0" smtClean="0" sz="1400" spc="-2">
                <a:latin typeface="Calibri"/>
                <a:cs typeface="Calibri"/>
              </a:rPr>
              <a:t>s</a:t>
            </a:r>
            <a:r>
              <a:rPr dirty="0" smtClean="0" sz="1400" spc="-2">
                <a:latin typeface="Calibri"/>
                <a:cs typeface="Calibri"/>
              </a:rPr>
              <a:t>p</a:t>
            </a:r>
            <a:r>
              <a:rPr dirty="0" smtClean="0" sz="1400" spc="-2">
                <a:latin typeface="Calibri"/>
                <a:cs typeface="Calibri"/>
              </a:rPr>
              <a:t>r</a:t>
            </a:r>
            <a:r>
              <a:rPr dirty="0" smtClean="0" sz="1400" spc="-2">
                <a:latin typeface="Calibri"/>
                <a:cs typeface="Calibri"/>
              </a:rPr>
              <a:t>e</a:t>
            </a:r>
            <a:r>
              <a:rPr dirty="0" smtClean="0" sz="1400" spc="-2">
                <a:latin typeface="Calibri"/>
                <a:cs typeface="Calibri"/>
              </a:rPr>
              <a:t>a</a:t>
            </a:r>
            <a:r>
              <a:rPr dirty="0" smtClean="0" sz="1400" spc="-2">
                <a:latin typeface="Calibri"/>
                <a:cs typeface="Calibri"/>
              </a:rPr>
              <a:t>d</a:t>
            </a:r>
            <a:r>
              <a:rPr dirty="0" smtClean="0" sz="1400" spc="-2">
                <a:latin typeface="Calibri"/>
                <a:cs typeface="Calibri"/>
              </a:rPr>
              <a:t> </a:t>
            </a:r>
            <a:r>
              <a:rPr dirty="0" smtClean="0" sz="1400" spc="-2">
                <a:latin typeface="Calibri"/>
                <a:cs typeface="Calibri"/>
              </a:rPr>
              <a:t>s</a:t>
            </a:r>
            <a:r>
              <a:rPr dirty="0" smtClean="0" sz="1400" spc="-2">
                <a:latin typeface="Calibri"/>
                <a:cs typeface="Calibri"/>
              </a:rPr>
              <a:t>p</a:t>
            </a:r>
            <a:r>
              <a:rPr dirty="0" smtClean="0" sz="1400" spc="-2">
                <a:latin typeface="Calibri"/>
                <a:cs typeface="Calibri"/>
              </a:rPr>
              <a:t>e</a:t>
            </a:r>
            <a:r>
              <a:rPr dirty="0" smtClean="0" sz="1400" spc="-2">
                <a:latin typeface="Calibri"/>
                <a:cs typeface="Calibri"/>
              </a:rPr>
              <a:t>c</a:t>
            </a:r>
            <a:r>
              <a:rPr dirty="0" smtClean="0" sz="1400" spc="-2">
                <a:latin typeface="Calibri"/>
                <a:cs typeface="Calibri"/>
              </a:rPr>
              <a:t>t</a:t>
            </a:r>
            <a:r>
              <a:rPr dirty="0" smtClean="0" sz="1400" spc="-2">
                <a:latin typeface="Calibri"/>
                <a:cs typeface="Calibri"/>
              </a:rPr>
              <a:t>r</a:t>
            </a:r>
            <a:r>
              <a:rPr dirty="0" smtClean="0" sz="1400" spc="-2">
                <a:latin typeface="Calibri"/>
                <a:cs typeface="Calibri"/>
              </a:rPr>
              <a:t>u</a:t>
            </a:r>
            <a:r>
              <a:rPr dirty="0" smtClean="0" sz="1400" spc="-2">
                <a:latin typeface="Calibri"/>
                <a:cs typeface="Calibri"/>
              </a:rPr>
              <a:t>m”)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124454" y="5429250"/>
            <a:ext cx="1552623" cy="416559"/>
          </a:xfrm>
          <a:prstGeom prst="rect">
            <a:avLst/>
          </a:prstGeom>
        </p:spPr>
        <p:txBody>
          <a:bodyPr wrap="square" lIns="0" tIns="9525" rIns="0" bIns="0" rtlCol="0">
            <a:noAutofit/>
          </a:bodyPr>
          <a:lstStyle/>
          <a:p>
            <a:pPr marL="12700">
              <a:lnSpc>
                <a:spcPts val="1500"/>
              </a:lnSpc>
            </a:pPr>
            <a:r>
              <a:rPr dirty="0" smtClean="0" sz="1400" spc="0">
                <a:latin typeface="Calibri"/>
                <a:cs typeface="Calibri"/>
              </a:rPr>
              <a:t>t</a:t>
            </a:r>
            <a:r>
              <a:rPr dirty="0" smtClean="0" sz="1400" spc="0">
                <a:latin typeface="Calibri"/>
                <a:cs typeface="Calibri"/>
              </a:rPr>
              <a:t>ig</a:t>
            </a:r>
            <a:r>
              <a:rPr dirty="0" smtClean="0" sz="1400" spc="0">
                <a:latin typeface="Calibri"/>
                <a:cs typeface="Calibri"/>
              </a:rPr>
              <a:t>h</a:t>
            </a:r>
            <a:r>
              <a:rPr dirty="0" smtClean="0" sz="1400" spc="0">
                <a:latin typeface="Calibri"/>
                <a:cs typeface="Calibri"/>
              </a:rPr>
              <a:t>t</a:t>
            </a:r>
            <a:r>
              <a:rPr dirty="0" smtClean="0" sz="1400" spc="0">
                <a:latin typeface="Calibri"/>
                <a:cs typeface="Calibri"/>
              </a:rPr>
              <a:t> </a:t>
            </a:r>
            <a:r>
              <a:rPr dirty="0" smtClean="0" sz="1400" spc="0">
                <a:latin typeface="Calibri"/>
                <a:cs typeface="Calibri"/>
              </a:rPr>
              <a:t>r</a:t>
            </a:r>
            <a:r>
              <a:rPr dirty="0" smtClean="0" sz="1400" spc="0">
                <a:latin typeface="Calibri"/>
                <a:cs typeface="Calibri"/>
              </a:rPr>
              <a:t>e</a:t>
            </a:r>
            <a:r>
              <a:rPr dirty="0" smtClean="0" sz="1400" spc="0">
                <a:latin typeface="Calibri"/>
                <a:cs typeface="Calibri"/>
              </a:rPr>
              <a:t>-</a:t>
            </a:r>
            <a:r>
              <a:rPr dirty="0" smtClean="0" sz="1400" spc="0">
                <a:latin typeface="Calibri"/>
                <a:cs typeface="Calibri"/>
              </a:rPr>
              <a:t>u</a:t>
            </a:r>
            <a:r>
              <a:rPr dirty="0" smtClean="0" sz="1400" spc="0">
                <a:latin typeface="Calibri"/>
                <a:cs typeface="Calibri"/>
              </a:rPr>
              <a:t>s</a:t>
            </a:r>
            <a:r>
              <a:rPr dirty="0" smtClean="0" sz="1400" spc="0">
                <a:latin typeface="Calibri"/>
                <a:cs typeface="Calibri"/>
              </a:rPr>
              <a:t>e</a:t>
            </a:r>
            <a:r>
              <a:rPr dirty="0" smtClean="0" sz="1400" spc="0">
                <a:latin typeface="Calibri"/>
                <a:cs typeface="Calibri"/>
              </a:rPr>
              <a:t> </a:t>
            </a:r>
            <a:r>
              <a:rPr dirty="0" smtClean="0" sz="1400" spc="0">
                <a:latin typeface="Calibri"/>
                <a:cs typeface="Calibri"/>
              </a:rPr>
              <a:t>p</a:t>
            </a:r>
            <a:r>
              <a:rPr dirty="0" smtClean="0" sz="1400" spc="0">
                <a:latin typeface="Calibri"/>
                <a:cs typeface="Calibri"/>
              </a:rPr>
              <a:t>l</a:t>
            </a:r>
            <a:r>
              <a:rPr dirty="0" smtClean="0" sz="1400" spc="0">
                <a:latin typeface="Calibri"/>
                <a:cs typeface="Calibri"/>
              </a:rPr>
              <a:t>a</a:t>
            </a:r>
            <a:r>
              <a:rPr dirty="0" smtClean="0" sz="1400" spc="0">
                <a:latin typeface="Calibri"/>
                <a:cs typeface="Calibri"/>
              </a:rPr>
              <a:t>n</a:t>
            </a:r>
            <a:r>
              <a:rPr dirty="0" smtClean="0" sz="1400" spc="0">
                <a:latin typeface="Calibri"/>
                <a:cs typeface="Calibri"/>
              </a:rPr>
              <a:t>n</a:t>
            </a:r>
            <a:r>
              <a:rPr dirty="0" smtClean="0" sz="1400" spc="0">
                <a:latin typeface="Calibri"/>
                <a:cs typeface="Calibri"/>
              </a:rPr>
              <a:t>i</a:t>
            </a:r>
            <a:r>
              <a:rPr dirty="0" smtClean="0" sz="1400" spc="0">
                <a:latin typeface="Calibri"/>
                <a:cs typeface="Calibri"/>
              </a:rPr>
              <a:t>n</a:t>
            </a:r>
            <a:r>
              <a:rPr dirty="0" smtClean="0" sz="1400" spc="0">
                <a:latin typeface="Calibri"/>
                <a:cs typeface="Calibri"/>
              </a:rPr>
              <a:t>g</a:t>
            </a:r>
            <a:endParaRPr sz="1400">
              <a:latin typeface="Calibri"/>
              <a:cs typeface="Calibri"/>
            </a:endParaRPr>
          </a:p>
          <a:p>
            <a:pPr marL="251586" marR="26670">
              <a:lnSpc>
                <a:spcPts val="1680"/>
              </a:lnSpc>
              <a:spcBef>
                <a:spcPts val="9"/>
              </a:spcBef>
            </a:pPr>
            <a:r>
              <a:rPr dirty="0" smtClean="0" sz="1400" spc="-4">
                <a:latin typeface="Calibri"/>
                <a:cs typeface="Calibri"/>
              </a:rPr>
              <a:t>(</a:t>
            </a:r>
            <a:r>
              <a:rPr dirty="0" smtClean="0" sz="1400" spc="-4">
                <a:latin typeface="Calibri"/>
                <a:cs typeface="Calibri"/>
              </a:rPr>
              <a:t>I</a:t>
            </a:r>
            <a:r>
              <a:rPr dirty="0" smtClean="0" sz="1400" spc="-4">
                <a:latin typeface="Calibri"/>
                <a:cs typeface="Calibri"/>
              </a:rPr>
              <a:t>UO</a:t>
            </a:r>
            <a:r>
              <a:rPr dirty="0" smtClean="0" sz="1400" spc="-4">
                <a:latin typeface="Calibri"/>
                <a:cs typeface="Calibri"/>
              </a:rPr>
              <a:t> </a:t>
            </a:r>
            <a:r>
              <a:rPr dirty="0" smtClean="0" sz="1400" spc="-4">
                <a:latin typeface="Calibri"/>
                <a:cs typeface="Calibri"/>
              </a:rPr>
              <a:t>l</a:t>
            </a:r>
            <a:r>
              <a:rPr dirty="0" smtClean="0" sz="1400" spc="-4">
                <a:latin typeface="Calibri"/>
                <a:cs typeface="Calibri"/>
              </a:rPr>
              <a:t>a</a:t>
            </a:r>
            <a:r>
              <a:rPr dirty="0" smtClean="0" sz="1400" spc="-4">
                <a:latin typeface="Calibri"/>
                <a:cs typeface="Calibri"/>
              </a:rPr>
              <a:t>y</a:t>
            </a:r>
            <a:r>
              <a:rPr dirty="0" smtClean="0" sz="1400" spc="-4">
                <a:latin typeface="Calibri"/>
                <a:cs typeface="Calibri"/>
              </a:rPr>
              <a:t>e</a:t>
            </a:r>
            <a:r>
              <a:rPr dirty="0" smtClean="0" sz="1400" spc="-4">
                <a:latin typeface="Calibri"/>
                <a:cs typeface="Calibri"/>
              </a:rPr>
              <a:t>r</a:t>
            </a:r>
            <a:r>
              <a:rPr dirty="0" smtClean="0" sz="1400" spc="-4">
                <a:latin typeface="Calibri"/>
                <a:cs typeface="Calibri"/>
              </a:rPr>
              <a:t>)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169150" y="5456237"/>
            <a:ext cx="1010871" cy="416559"/>
          </a:xfrm>
          <a:prstGeom prst="rect">
            <a:avLst/>
          </a:prstGeom>
        </p:spPr>
        <p:txBody>
          <a:bodyPr wrap="square" lIns="0" tIns="9525" rIns="0" bIns="0" rtlCol="0">
            <a:noAutofit/>
          </a:bodyPr>
          <a:lstStyle/>
          <a:p>
            <a:pPr marL="12700">
              <a:lnSpc>
                <a:spcPts val="1500"/>
              </a:lnSpc>
            </a:pPr>
            <a:r>
              <a:rPr dirty="0" smtClean="0" sz="1400" spc="-1">
                <a:latin typeface="Calibri"/>
                <a:cs typeface="Calibri"/>
              </a:rPr>
              <a:t>s</a:t>
            </a:r>
            <a:r>
              <a:rPr dirty="0" smtClean="0" sz="1400" spc="-1">
                <a:latin typeface="Calibri"/>
                <a:cs typeface="Calibri"/>
              </a:rPr>
              <a:t>a</a:t>
            </a:r>
            <a:r>
              <a:rPr dirty="0" smtClean="0" sz="1400" spc="-1">
                <a:latin typeface="Calibri"/>
                <a:cs typeface="Calibri"/>
              </a:rPr>
              <a:t>f</a:t>
            </a:r>
            <a:r>
              <a:rPr dirty="0" smtClean="0" sz="1400" spc="-1">
                <a:latin typeface="Calibri"/>
                <a:cs typeface="Calibri"/>
              </a:rPr>
              <a:t>e</a:t>
            </a:r>
            <a:r>
              <a:rPr dirty="0" smtClean="0" sz="1400" spc="-1">
                <a:latin typeface="Calibri"/>
                <a:cs typeface="Calibri"/>
              </a:rPr>
              <a:t> </a:t>
            </a:r>
            <a:r>
              <a:rPr dirty="0" smtClean="0" sz="1400" spc="-1">
                <a:latin typeface="Calibri"/>
                <a:cs typeface="Calibri"/>
              </a:rPr>
              <a:t>p</a:t>
            </a:r>
            <a:r>
              <a:rPr dirty="0" smtClean="0" sz="1400" spc="-1">
                <a:latin typeface="Calibri"/>
                <a:cs typeface="Calibri"/>
              </a:rPr>
              <a:t>l</a:t>
            </a:r>
            <a:r>
              <a:rPr dirty="0" smtClean="0" sz="1400" spc="-1">
                <a:latin typeface="Calibri"/>
                <a:cs typeface="Calibri"/>
              </a:rPr>
              <a:t>a</a:t>
            </a:r>
            <a:r>
              <a:rPr dirty="0" smtClean="0" sz="1400" spc="-1">
                <a:latin typeface="Calibri"/>
                <a:cs typeface="Calibri"/>
              </a:rPr>
              <a:t>n</a:t>
            </a:r>
            <a:r>
              <a:rPr dirty="0" smtClean="0" sz="1400" spc="-1">
                <a:latin typeface="Calibri"/>
                <a:cs typeface="Calibri"/>
              </a:rPr>
              <a:t>n</a:t>
            </a:r>
            <a:r>
              <a:rPr dirty="0" smtClean="0" sz="1400" spc="-1">
                <a:latin typeface="Calibri"/>
                <a:cs typeface="Calibri"/>
              </a:rPr>
              <a:t>ing</a:t>
            </a:r>
            <a:endParaRPr sz="1400">
              <a:latin typeface="Calibri"/>
              <a:cs typeface="Calibri"/>
            </a:endParaRPr>
          </a:p>
          <a:p>
            <a:pPr marL="12700" marR="26670">
              <a:lnSpc>
                <a:spcPts val="1680"/>
              </a:lnSpc>
              <a:spcBef>
                <a:spcPts val="9"/>
              </a:spcBef>
            </a:pPr>
            <a:r>
              <a:rPr dirty="0" smtClean="0" sz="1400" spc="-1">
                <a:latin typeface="Calibri"/>
                <a:cs typeface="Calibri"/>
              </a:rPr>
              <a:t>(</a:t>
            </a:r>
            <a:r>
              <a:rPr dirty="0" smtClean="0" sz="1400" spc="-1">
                <a:latin typeface="Calibri"/>
                <a:cs typeface="Calibri"/>
              </a:rPr>
              <a:t>B</a:t>
            </a:r>
            <a:r>
              <a:rPr dirty="0" smtClean="0" sz="1400" spc="-1">
                <a:latin typeface="Calibri"/>
                <a:cs typeface="Calibri"/>
              </a:rPr>
              <a:t>C</a:t>
            </a:r>
            <a:r>
              <a:rPr dirty="0" smtClean="0" sz="1400" spc="-1">
                <a:latin typeface="Calibri"/>
                <a:cs typeface="Calibri"/>
              </a:rPr>
              <a:t>C</a:t>
            </a:r>
            <a:r>
              <a:rPr dirty="0" smtClean="0" sz="1400" spc="-1">
                <a:latin typeface="Calibri"/>
                <a:cs typeface="Calibri"/>
              </a:rPr>
              <a:t>H</a:t>
            </a:r>
            <a:r>
              <a:rPr dirty="0" smtClean="0" sz="1400" spc="-1">
                <a:latin typeface="Calibri"/>
                <a:cs typeface="Calibri"/>
              </a:rPr>
              <a:t> </a:t>
            </a:r>
            <a:r>
              <a:rPr dirty="0" smtClean="0" sz="1400" spc="-1">
                <a:latin typeface="Calibri"/>
                <a:cs typeface="Calibri"/>
              </a:rPr>
              <a:t>l</a:t>
            </a:r>
            <a:r>
              <a:rPr dirty="0" smtClean="0" sz="1400" spc="-1">
                <a:latin typeface="Calibri"/>
                <a:cs typeface="Calibri"/>
              </a:rPr>
              <a:t>a</a:t>
            </a:r>
            <a:r>
              <a:rPr dirty="0" smtClean="0" sz="1400" spc="-1">
                <a:latin typeface="Calibri"/>
                <a:cs typeface="Calibri"/>
              </a:rPr>
              <a:t>y</a:t>
            </a:r>
            <a:r>
              <a:rPr dirty="0" smtClean="0" sz="1400" spc="-1">
                <a:latin typeface="Calibri"/>
                <a:cs typeface="Calibri"/>
              </a:rPr>
              <a:t>e</a:t>
            </a:r>
            <a:r>
              <a:rPr dirty="0" smtClean="0" sz="1400" spc="-1">
                <a:latin typeface="Calibri"/>
                <a:cs typeface="Calibri"/>
              </a:rPr>
              <a:t>r</a:t>
            </a:r>
            <a:r>
              <a:rPr dirty="0" smtClean="0" sz="1400" spc="-1">
                <a:latin typeface="Calibri"/>
                <a:cs typeface="Calibri"/>
              </a:rPr>
              <a:t>)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278501" y="5862637"/>
            <a:ext cx="1337603" cy="416559"/>
          </a:xfrm>
          <a:prstGeom prst="rect">
            <a:avLst/>
          </a:prstGeom>
        </p:spPr>
        <p:txBody>
          <a:bodyPr wrap="square" lIns="0" tIns="9525" rIns="0" bIns="0" rtlCol="0">
            <a:noAutofit/>
          </a:bodyPr>
          <a:lstStyle/>
          <a:p>
            <a:pPr marL="12700" marR="26670">
              <a:lnSpc>
                <a:spcPts val="1500"/>
              </a:lnSpc>
            </a:pPr>
            <a:r>
              <a:rPr dirty="0" smtClean="0" sz="1400" spc="0">
                <a:latin typeface="Calibri"/>
                <a:cs typeface="Calibri"/>
              </a:rPr>
              <a:t>n</a:t>
            </a:r>
            <a:r>
              <a:rPr dirty="0" smtClean="0" sz="1400" spc="0">
                <a:latin typeface="Calibri"/>
                <a:cs typeface="Calibri"/>
              </a:rPr>
              <a:t>o</a:t>
            </a:r>
            <a:r>
              <a:rPr dirty="0" smtClean="0" sz="1400" spc="0">
                <a:latin typeface="Calibri"/>
                <a:cs typeface="Calibri"/>
              </a:rPr>
              <a:t>r</a:t>
            </a:r>
            <a:r>
              <a:rPr dirty="0" smtClean="0" sz="1400" spc="0">
                <a:latin typeface="Calibri"/>
                <a:cs typeface="Calibri"/>
              </a:rPr>
              <a:t>m</a:t>
            </a:r>
            <a:r>
              <a:rPr dirty="0" smtClean="0" sz="1400" spc="0">
                <a:latin typeface="Calibri"/>
                <a:cs typeface="Calibri"/>
              </a:rPr>
              <a:t>a</a:t>
            </a:r>
            <a:r>
              <a:rPr dirty="0" smtClean="0" sz="1400" spc="0">
                <a:latin typeface="Calibri"/>
                <a:cs typeface="Calibri"/>
              </a:rPr>
              <a:t>l</a:t>
            </a:r>
            <a:r>
              <a:rPr dirty="0" smtClean="0" sz="1400" spc="0">
                <a:latin typeface="Calibri"/>
                <a:cs typeface="Calibri"/>
              </a:rPr>
              <a:t> </a:t>
            </a:r>
            <a:r>
              <a:rPr dirty="0" smtClean="0" sz="1400" spc="0">
                <a:latin typeface="Calibri"/>
                <a:cs typeface="Calibri"/>
              </a:rPr>
              <a:t>p</a:t>
            </a:r>
            <a:r>
              <a:rPr dirty="0" smtClean="0" sz="1400" spc="0">
                <a:latin typeface="Calibri"/>
                <a:cs typeface="Calibri"/>
              </a:rPr>
              <a:t>l</a:t>
            </a:r>
            <a:r>
              <a:rPr dirty="0" smtClean="0" sz="1400" spc="0">
                <a:latin typeface="Calibri"/>
                <a:cs typeface="Calibri"/>
              </a:rPr>
              <a:t>a</a:t>
            </a:r>
            <a:r>
              <a:rPr dirty="0" smtClean="0" sz="1400" spc="0">
                <a:latin typeface="Calibri"/>
                <a:cs typeface="Calibri"/>
              </a:rPr>
              <a:t>n</a:t>
            </a:r>
            <a:r>
              <a:rPr dirty="0" smtClean="0" sz="1400" spc="0">
                <a:latin typeface="Calibri"/>
                <a:cs typeface="Calibri"/>
              </a:rPr>
              <a:t>n</a:t>
            </a:r>
            <a:r>
              <a:rPr dirty="0" smtClean="0" sz="1400" spc="0">
                <a:latin typeface="Calibri"/>
                <a:cs typeface="Calibri"/>
              </a:rPr>
              <a:t>ing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ts val="1680"/>
              </a:lnSpc>
              <a:spcBef>
                <a:spcPts val="9"/>
              </a:spcBef>
            </a:pPr>
            <a:r>
              <a:rPr dirty="0" smtClean="0" sz="1400" spc="-4">
                <a:latin typeface="Calibri"/>
                <a:cs typeface="Calibri"/>
              </a:rPr>
              <a:t>(</a:t>
            </a:r>
            <a:r>
              <a:rPr dirty="0" smtClean="0" sz="1400" spc="-4">
                <a:latin typeface="Calibri"/>
                <a:cs typeface="Calibri"/>
              </a:rPr>
              <a:t>T</a:t>
            </a:r>
            <a:r>
              <a:rPr dirty="0" smtClean="0" sz="1400" spc="-4">
                <a:latin typeface="Calibri"/>
                <a:cs typeface="Calibri"/>
              </a:rPr>
              <a:t>C</a:t>
            </a:r>
            <a:r>
              <a:rPr dirty="0" smtClean="0" sz="1400" spc="-4">
                <a:latin typeface="Calibri"/>
                <a:cs typeface="Calibri"/>
              </a:rPr>
              <a:t>H</a:t>
            </a:r>
            <a:r>
              <a:rPr dirty="0" smtClean="0" sz="1400" spc="-4">
                <a:latin typeface="Calibri"/>
                <a:cs typeface="Calibri"/>
              </a:rPr>
              <a:t> </a:t>
            </a:r>
            <a:r>
              <a:rPr dirty="0" smtClean="0" sz="1400" spc="-4">
                <a:latin typeface="Calibri"/>
                <a:cs typeface="Calibri"/>
              </a:rPr>
              <a:t>m</a:t>
            </a:r>
            <a:r>
              <a:rPr dirty="0" smtClean="0" sz="1400" spc="-4">
                <a:latin typeface="Calibri"/>
                <a:cs typeface="Calibri"/>
              </a:rPr>
              <a:t>a</a:t>
            </a:r>
            <a:r>
              <a:rPr dirty="0" smtClean="0" sz="1400" spc="-4">
                <a:latin typeface="Calibri"/>
                <a:cs typeface="Calibri"/>
              </a:rPr>
              <a:t>c</a:t>
            </a:r>
            <a:r>
              <a:rPr dirty="0" smtClean="0" sz="1400" spc="-4">
                <a:latin typeface="Calibri"/>
                <a:cs typeface="Calibri"/>
              </a:rPr>
              <a:t>r</a:t>
            </a:r>
            <a:r>
              <a:rPr dirty="0" smtClean="0" sz="1400" spc="-4">
                <a:latin typeface="Calibri"/>
                <a:cs typeface="Calibri"/>
              </a:rPr>
              <a:t>o</a:t>
            </a:r>
            <a:r>
              <a:rPr dirty="0" smtClean="0" sz="1400" spc="-4">
                <a:latin typeface="Calibri"/>
                <a:cs typeface="Calibri"/>
              </a:rPr>
              <a:t> </a:t>
            </a:r>
            <a:r>
              <a:rPr dirty="0" smtClean="0" sz="1400" spc="-4">
                <a:latin typeface="Calibri"/>
                <a:cs typeface="Calibri"/>
              </a:rPr>
              <a:t>l</a:t>
            </a:r>
            <a:r>
              <a:rPr dirty="0" smtClean="0" sz="1400" spc="-4">
                <a:latin typeface="Calibri"/>
                <a:cs typeface="Calibri"/>
              </a:rPr>
              <a:t>a</a:t>
            </a:r>
            <a:r>
              <a:rPr dirty="0" smtClean="0" sz="1400" spc="-4">
                <a:latin typeface="Calibri"/>
                <a:cs typeface="Calibri"/>
              </a:rPr>
              <a:t>y</a:t>
            </a:r>
            <a:r>
              <a:rPr dirty="0" smtClean="0" sz="1400" spc="-4">
                <a:latin typeface="Calibri"/>
                <a:cs typeface="Calibri"/>
              </a:rPr>
              <a:t>e</a:t>
            </a:r>
            <a:r>
              <a:rPr dirty="0" smtClean="0" sz="1400" spc="-4">
                <a:latin typeface="Calibri"/>
                <a:cs typeface="Calibri"/>
              </a:rPr>
              <a:t>r</a:t>
            </a:r>
            <a:r>
              <a:rPr dirty="0" smtClean="0" sz="1400" spc="-4">
                <a:latin typeface="Calibri"/>
                <a:cs typeface="Calibri"/>
              </a:rPr>
              <a:t>)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31140" y="6472848"/>
            <a:ext cx="5475228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o</a:t>
            </a:r>
            <a:r>
              <a:rPr dirty="0" smtClean="0" sz="1800" spc="0" b="1">
                <a:latin typeface="Georgia"/>
                <a:cs typeface="Georgia"/>
              </a:rPr>
              <a:t>d</a:t>
            </a:r>
            <a:r>
              <a:rPr dirty="0" smtClean="0" sz="1800" spc="0" b="1">
                <a:latin typeface="Georgia"/>
                <a:cs typeface="Georgia"/>
              </a:rPr>
              <a:t>ul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3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S</a:t>
            </a:r>
            <a:r>
              <a:rPr dirty="0" smtClean="0" sz="1800" spc="0" b="1">
                <a:latin typeface="Georgia"/>
                <a:cs typeface="Georgia"/>
              </a:rPr>
              <a:t>istem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K</a:t>
            </a:r>
            <a:r>
              <a:rPr dirty="0" smtClean="0" sz="1800" spc="0" b="1">
                <a:latin typeface="Georgia"/>
                <a:cs typeface="Georgia"/>
              </a:rPr>
              <a:t>o</a:t>
            </a: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unik</a:t>
            </a:r>
            <a:r>
              <a:rPr dirty="0" smtClean="0" sz="1800" spc="0" b="1">
                <a:latin typeface="Georgia"/>
                <a:cs typeface="Georgia"/>
              </a:rPr>
              <a:t>a</a:t>
            </a:r>
            <a:r>
              <a:rPr dirty="0" smtClean="0" sz="1800" spc="0" b="1">
                <a:latin typeface="Georgia"/>
                <a:cs typeface="Georgia"/>
              </a:rPr>
              <a:t>si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B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r>
              <a:rPr dirty="0" smtClean="0" sz="1800" spc="0" b="1">
                <a:latin typeface="Georgia"/>
                <a:cs typeface="Georgia"/>
              </a:rPr>
              <a:t>g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r>
              <a:rPr dirty="0" smtClean="0" sz="1800" spc="0" b="1">
                <a:latin typeface="Georgia"/>
                <a:cs typeface="Georgia"/>
              </a:rPr>
              <a:t>a</a:t>
            </a:r>
            <a:r>
              <a:rPr dirty="0" smtClean="0" sz="1800" spc="0" b="1">
                <a:latin typeface="Georgia"/>
                <a:cs typeface="Georgia"/>
              </a:rPr>
              <a:t>k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S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lul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448800" y="6472848"/>
            <a:ext cx="345562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b="1">
                <a:latin typeface="Georgia"/>
                <a:cs typeface="Georgia"/>
              </a:rPr>
              <a:t>54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411730" y="4621530"/>
            <a:ext cx="276859" cy="19558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9" name="object 9"/>
          <p:cNvSpPr txBox="1"/>
          <p:nvPr/>
        </p:nvSpPr>
        <p:spPr>
          <a:xfrm>
            <a:off x="2688590" y="4621530"/>
            <a:ext cx="889000" cy="19558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8" name="object 8"/>
          <p:cNvSpPr txBox="1"/>
          <p:nvPr/>
        </p:nvSpPr>
        <p:spPr>
          <a:xfrm>
            <a:off x="3577590" y="4621530"/>
            <a:ext cx="889000" cy="19558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7" name="object 7"/>
          <p:cNvSpPr txBox="1"/>
          <p:nvPr/>
        </p:nvSpPr>
        <p:spPr>
          <a:xfrm>
            <a:off x="4466590" y="4621530"/>
            <a:ext cx="886460" cy="19558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6" name="object 6"/>
          <p:cNvSpPr txBox="1"/>
          <p:nvPr/>
        </p:nvSpPr>
        <p:spPr>
          <a:xfrm>
            <a:off x="5353050" y="4621530"/>
            <a:ext cx="889000" cy="19558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" name="object 5"/>
          <p:cNvSpPr txBox="1"/>
          <p:nvPr/>
        </p:nvSpPr>
        <p:spPr>
          <a:xfrm>
            <a:off x="6242050" y="4621530"/>
            <a:ext cx="889000" cy="19558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" name="object 4"/>
          <p:cNvSpPr txBox="1"/>
          <p:nvPr/>
        </p:nvSpPr>
        <p:spPr>
          <a:xfrm>
            <a:off x="7131050" y="4621530"/>
            <a:ext cx="889000" cy="19558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" name="object 3"/>
          <p:cNvSpPr txBox="1"/>
          <p:nvPr/>
        </p:nvSpPr>
        <p:spPr>
          <a:xfrm>
            <a:off x="8020050" y="4621530"/>
            <a:ext cx="889000" cy="19558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" name="object 2"/>
          <p:cNvSpPr txBox="1"/>
          <p:nvPr/>
        </p:nvSpPr>
        <p:spPr>
          <a:xfrm>
            <a:off x="8909050" y="4621530"/>
            <a:ext cx="248920" cy="19558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17"/>
          <p:cNvSpPr/>
          <p:nvPr/>
        </p:nvSpPr>
        <p:spPr>
          <a:xfrm>
            <a:off x="0" y="6400800"/>
            <a:ext cx="9903460" cy="457196"/>
          </a:xfrm>
          <a:custGeom>
            <a:avLst/>
            <a:gdLst/>
            <a:ahLst/>
            <a:cxnLst/>
            <a:rect l="l" t="t" r="r" b="b"/>
            <a:pathLst>
              <a:path w="9903460" h="457196">
                <a:moveTo>
                  <a:pt x="9903460" y="457196"/>
                </a:moveTo>
                <a:lnTo>
                  <a:pt x="9903460" y="0"/>
                </a:lnTo>
                <a:lnTo>
                  <a:pt x="0" y="0"/>
                </a:lnTo>
                <a:lnTo>
                  <a:pt x="0" y="457196"/>
                </a:lnTo>
                <a:lnTo>
                  <a:pt x="9903460" y="457196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" name="object 18"/>
          <p:cNvSpPr/>
          <p:nvPr/>
        </p:nvSpPr>
        <p:spPr>
          <a:xfrm>
            <a:off x="153670" y="640207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58419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" name="object 15"/>
          <p:cNvSpPr/>
          <p:nvPr/>
        </p:nvSpPr>
        <p:spPr>
          <a:xfrm>
            <a:off x="0" y="0"/>
            <a:ext cx="9903460" cy="609600"/>
          </a:xfrm>
          <a:custGeom>
            <a:avLst/>
            <a:gdLst/>
            <a:ahLst/>
            <a:cxnLst/>
            <a:rect l="l" t="t" r="r" b="b"/>
            <a:pathLst>
              <a:path w="9903460" h="609600">
                <a:moveTo>
                  <a:pt x="0" y="609600"/>
                </a:moveTo>
                <a:lnTo>
                  <a:pt x="9903460" y="609600"/>
                </a:lnTo>
                <a:lnTo>
                  <a:pt x="9903460" y="0"/>
                </a:lnTo>
                <a:lnTo>
                  <a:pt x="0" y="0"/>
                </a:lnTo>
                <a:lnTo>
                  <a:pt x="0" y="60960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" name="object 16"/>
          <p:cNvSpPr/>
          <p:nvPr/>
        </p:nvSpPr>
        <p:spPr>
          <a:xfrm>
            <a:off x="111760" y="60960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76200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1438529" y="45902"/>
            <a:ext cx="7145908" cy="584200"/>
          </a:xfrm>
          <a:prstGeom prst="rect">
            <a:avLst/>
          </a:prstGeom>
        </p:spPr>
        <p:txBody>
          <a:bodyPr wrap="square" lIns="0" tIns="29146" rIns="0" bIns="0" rtlCol="0">
            <a:noAutofit/>
          </a:bodyPr>
          <a:lstStyle/>
          <a:p>
            <a:pPr marL="12700">
              <a:lnSpc>
                <a:spcPts val="4590"/>
              </a:lnSpc>
            </a:pPr>
            <a:r>
              <a:rPr dirty="0" smtClean="0" sz="4400" spc="0">
                <a:latin typeface="Times New Roman"/>
                <a:cs typeface="Times New Roman"/>
              </a:rPr>
              <a:t>Frequ</a:t>
            </a:r>
            <a:r>
              <a:rPr dirty="0" smtClean="0" sz="4400" spc="0">
                <a:latin typeface="Times New Roman"/>
                <a:cs typeface="Times New Roman"/>
              </a:rPr>
              <a:t>e</a:t>
            </a:r>
            <a:r>
              <a:rPr dirty="0" smtClean="0" sz="4400" spc="0">
                <a:latin typeface="Times New Roman"/>
                <a:cs typeface="Times New Roman"/>
              </a:rPr>
              <a:t>ncy</a:t>
            </a:r>
            <a:r>
              <a:rPr dirty="0" smtClean="0" sz="4400" spc="0">
                <a:latin typeface="Times New Roman"/>
                <a:cs typeface="Times New Roman"/>
              </a:rPr>
              <a:t> </a:t>
            </a:r>
            <a:r>
              <a:rPr dirty="0" smtClean="0" sz="4400" spc="0">
                <a:latin typeface="Times New Roman"/>
                <a:cs typeface="Times New Roman"/>
              </a:rPr>
              <a:t>Plan</a:t>
            </a:r>
            <a:r>
              <a:rPr dirty="0" smtClean="0" sz="4400" spc="0">
                <a:latin typeface="Times New Roman"/>
                <a:cs typeface="Times New Roman"/>
              </a:rPr>
              <a:t> </a:t>
            </a:r>
            <a:r>
              <a:rPr dirty="0" smtClean="0" sz="2800" spc="0">
                <a:latin typeface="Times New Roman"/>
                <a:cs typeface="Times New Roman"/>
              </a:rPr>
              <a:t>Multiple</a:t>
            </a:r>
            <a:r>
              <a:rPr dirty="0" smtClean="0" sz="2800" spc="0">
                <a:latin typeface="Times New Roman"/>
                <a:cs typeface="Times New Roman"/>
              </a:rPr>
              <a:t> </a:t>
            </a:r>
            <a:r>
              <a:rPr dirty="0" smtClean="0" sz="2800" spc="0">
                <a:latin typeface="Times New Roman"/>
                <a:cs typeface="Times New Roman"/>
              </a:rPr>
              <a:t>R</a:t>
            </a:r>
            <a:r>
              <a:rPr dirty="0" smtClean="0" sz="2800" spc="0">
                <a:latin typeface="Times New Roman"/>
                <a:cs typeface="Times New Roman"/>
              </a:rPr>
              <a:t>e</a:t>
            </a:r>
            <a:r>
              <a:rPr dirty="0" smtClean="0" sz="2800" spc="0">
                <a:latin typeface="Times New Roman"/>
                <a:cs typeface="Times New Roman"/>
              </a:rPr>
              <a:t>-</a:t>
            </a:r>
            <a:r>
              <a:rPr dirty="0" smtClean="0" sz="2800" spc="0">
                <a:latin typeface="Times New Roman"/>
                <a:cs typeface="Times New Roman"/>
              </a:rPr>
              <a:t>U</a:t>
            </a:r>
            <a:r>
              <a:rPr dirty="0" smtClean="0" sz="2800" spc="0">
                <a:latin typeface="Times New Roman"/>
                <a:cs typeface="Times New Roman"/>
              </a:rPr>
              <a:t>s</a:t>
            </a:r>
            <a:r>
              <a:rPr dirty="0" smtClean="0" sz="2800" spc="0">
                <a:latin typeface="Times New Roman"/>
                <a:cs typeface="Times New Roman"/>
              </a:rPr>
              <a:t>e</a:t>
            </a:r>
            <a:r>
              <a:rPr dirty="0" smtClean="0" sz="2800" spc="0">
                <a:latin typeface="Times New Roman"/>
                <a:cs typeface="Times New Roman"/>
              </a:rPr>
              <a:t>-</a:t>
            </a:r>
            <a:r>
              <a:rPr dirty="0" smtClean="0" sz="2800" spc="0">
                <a:latin typeface="Times New Roman"/>
                <a:cs typeface="Times New Roman"/>
              </a:rPr>
              <a:t>Factor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12457" y="861699"/>
            <a:ext cx="228758" cy="432117"/>
          </a:xfrm>
          <a:prstGeom prst="rect">
            <a:avLst/>
          </a:prstGeom>
        </p:spPr>
        <p:txBody>
          <a:bodyPr wrap="square" lIns="0" tIns="21399" rIns="0" bIns="0" rtlCol="0">
            <a:noAutofit/>
          </a:bodyPr>
          <a:lstStyle/>
          <a:p>
            <a:pPr marL="12700">
              <a:lnSpc>
                <a:spcPts val="3370"/>
              </a:lnSpc>
            </a:pPr>
            <a:r>
              <a:rPr dirty="0" smtClean="0" sz="3200">
                <a:latin typeface="Times New Roman"/>
                <a:cs typeface="Times New Roman"/>
              </a:rPr>
              <a:t>•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94397" y="861699"/>
            <a:ext cx="5643716" cy="2919793"/>
          </a:xfrm>
          <a:prstGeom prst="rect">
            <a:avLst/>
          </a:prstGeom>
        </p:spPr>
        <p:txBody>
          <a:bodyPr wrap="square" lIns="0" tIns="21399" rIns="0" bIns="0" rtlCol="0">
            <a:noAutofit/>
          </a:bodyPr>
          <a:lstStyle/>
          <a:p>
            <a:pPr marL="71096" algn="ctr">
              <a:lnSpc>
                <a:spcPts val="3370"/>
              </a:lnSpc>
            </a:pPr>
            <a:r>
              <a:rPr dirty="0" smtClean="0" sz="3200" spc="-4" b="1">
                <a:latin typeface="Times New Roman"/>
                <a:cs typeface="Times New Roman"/>
              </a:rPr>
              <a:t>Capaci</a:t>
            </a:r>
            <a:r>
              <a:rPr dirty="0" smtClean="0" sz="3200" spc="-4" b="1">
                <a:latin typeface="Times New Roman"/>
                <a:cs typeface="Times New Roman"/>
              </a:rPr>
              <a:t>t</a:t>
            </a:r>
            <a:r>
              <a:rPr dirty="0" smtClean="0" sz="3200" spc="-4" b="1">
                <a:latin typeface="Times New Roman"/>
                <a:cs typeface="Times New Roman"/>
              </a:rPr>
              <a:t>y</a:t>
            </a:r>
            <a:r>
              <a:rPr dirty="0" smtClean="0" sz="3200" spc="-4" b="1">
                <a:latin typeface="Times New Roman"/>
                <a:cs typeface="Times New Roman"/>
              </a:rPr>
              <a:t> </a:t>
            </a:r>
            <a:r>
              <a:rPr dirty="0" smtClean="0" sz="3200" spc="-4" b="1">
                <a:latin typeface="Times New Roman"/>
                <a:cs typeface="Times New Roman"/>
              </a:rPr>
              <a:t>i</a:t>
            </a:r>
            <a:r>
              <a:rPr dirty="0" smtClean="0" sz="3200" spc="-4" b="1">
                <a:latin typeface="Times New Roman"/>
                <a:cs typeface="Times New Roman"/>
              </a:rPr>
              <a:t>nc</a:t>
            </a:r>
            <a:r>
              <a:rPr dirty="0" smtClean="0" sz="3200" spc="-4" b="1">
                <a:latin typeface="Times New Roman"/>
                <a:cs typeface="Times New Roman"/>
              </a:rPr>
              <a:t>r</a:t>
            </a:r>
            <a:r>
              <a:rPr dirty="0" smtClean="0" sz="3200" spc="-4" b="1">
                <a:latin typeface="Times New Roman"/>
                <a:cs typeface="Times New Roman"/>
              </a:rPr>
              <a:t>ease</a:t>
            </a:r>
            <a:r>
              <a:rPr dirty="0" smtClean="0" sz="3200" spc="-4" b="1">
                <a:latin typeface="Times New Roman"/>
                <a:cs typeface="Times New Roman"/>
              </a:rPr>
              <a:t> </a:t>
            </a:r>
            <a:r>
              <a:rPr dirty="0" smtClean="0" sz="3200" spc="-4" b="1">
                <a:latin typeface="Times New Roman"/>
                <a:cs typeface="Times New Roman"/>
              </a:rPr>
              <a:t>w</a:t>
            </a:r>
            <a:r>
              <a:rPr dirty="0" smtClean="0" sz="3200" spc="-4" b="1">
                <a:latin typeface="Times New Roman"/>
                <a:cs typeface="Times New Roman"/>
              </a:rPr>
              <a:t>i</a:t>
            </a:r>
            <a:r>
              <a:rPr dirty="0" smtClean="0" sz="3200" spc="-4" b="1">
                <a:latin typeface="Times New Roman"/>
                <a:cs typeface="Times New Roman"/>
              </a:rPr>
              <a:t>th</a:t>
            </a:r>
            <a:r>
              <a:rPr dirty="0" smtClean="0" sz="3200" spc="-4" b="1">
                <a:latin typeface="Times New Roman"/>
                <a:cs typeface="Times New Roman"/>
              </a:rPr>
              <a:t> </a:t>
            </a:r>
            <a:r>
              <a:rPr dirty="0" smtClean="0" sz="3200" spc="-4" b="1">
                <a:latin typeface="Times New Roman"/>
                <a:cs typeface="Times New Roman"/>
              </a:rPr>
              <a:t>mu</a:t>
            </a:r>
            <a:r>
              <a:rPr dirty="0" smtClean="0" sz="3200" spc="-4" b="1">
                <a:latin typeface="Times New Roman"/>
                <a:cs typeface="Times New Roman"/>
              </a:rPr>
              <a:t>l</a:t>
            </a:r>
            <a:r>
              <a:rPr dirty="0" smtClean="0" sz="3200" spc="-4" b="1">
                <a:latin typeface="Times New Roman"/>
                <a:cs typeface="Times New Roman"/>
              </a:rPr>
              <a:t>t</a:t>
            </a:r>
            <a:r>
              <a:rPr dirty="0" smtClean="0" sz="3200" spc="-4" b="1">
                <a:latin typeface="Times New Roman"/>
                <a:cs typeface="Times New Roman"/>
              </a:rPr>
              <a:t>i</a:t>
            </a:r>
            <a:r>
              <a:rPr dirty="0" smtClean="0" sz="3200" spc="-4" b="1">
                <a:latin typeface="Times New Roman"/>
                <a:cs typeface="Times New Roman"/>
              </a:rPr>
              <a:t>p</a:t>
            </a:r>
            <a:r>
              <a:rPr dirty="0" smtClean="0" sz="3200" spc="-4" b="1">
                <a:latin typeface="Times New Roman"/>
                <a:cs typeface="Times New Roman"/>
              </a:rPr>
              <a:t>l</a:t>
            </a:r>
            <a:r>
              <a:rPr dirty="0" smtClean="0" sz="3200" spc="-4" b="1">
                <a:latin typeface="Times New Roman"/>
                <a:cs typeface="Times New Roman"/>
              </a:rPr>
              <a:t>e</a:t>
            </a:r>
            <a:endParaRPr sz="3200">
              <a:latin typeface="Times New Roman"/>
              <a:cs typeface="Times New Roman"/>
            </a:endParaRPr>
          </a:p>
          <a:p>
            <a:pPr marL="203200" marR="30503">
              <a:lnSpc>
                <a:spcPct val="95825"/>
              </a:lnSpc>
              <a:spcBef>
                <a:spcPts val="541"/>
              </a:spcBef>
            </a:pPr>
            <a:r>
              <a:rPr dirty="0" smtClean="0" sz="2400" spc="-9">
                <a:latin typeface="Times New Roman"/>
                <a:cs typeface="Times New Roman"/>
              </a:rPr>
              <a:t>–</a:t>
            </a:r>
            <a:r>
              <a:rPr dirty="0" smtClean="0" sz="2400" spc="-9">
                <a:latin typeface="Times New Roman"/>
                <a:cs typeface="Times New Roman"/>
              </a:rPr>
              <a:t> </a:t>
            </a:r>
            <a:r>
              <a:rPr dirty="0" smtClean="0" sz="2400" spc="-9" b="1">
                <a:latin typeface="Times New Roman"/>
                <a:cs typeface="Times New Roman"/>
              </a:rPr>
              <a:t>e.g.</a:t>
            </a:r>
            <a:r>
              <a:rPr dirty="0" smtClean="0" sz="2400" spc="-9" b="1">
                <a:latin typeface="Times New Roman"/>
                <a:cs typeface="Times New Roman"/>
              </a:rPr>
              <a:t> </a:t>
            </a:r>
            <a:r>
              <a:rPr dirty="0" smtClean="0" sz="2400" spc="-9" b="1">
                <a:latin typeface="Times New Roman"/>
                <a:cs typeface="Times New Roman"/>
              </a:rPr>
              <a:t>net</a:t>
            </a:r>
            <a:r>
              <a:rPr dirty="0" smtClean="0" sz="2400" spc="-9" b="1">
                <a:latin typeface="Times New Roman"/>
                <a:cs typeface="Times New Roman"/>
              </a:rPr>
              <a:t>w</a:t>
            </a:r>
            <a:r>
              <a:rPr dirty="0" smtClean="0" sz="2400" spc="-9" b="1">
                <a:latin typeface="Times New Roman"/>
                <a:cs typeface="Times New Roman"/>
              </a:rPr>
              <a:t>ork</a:t>
            </a:r>
            <a:r>
              <a:rPr dirty="0" smtClean="0" sz="2400" spc="-9" b="1">
                <a:latin typeface="Times New Roman"/>
                <a:cs typeface="Times New Roman"/>
              </a:rPr>
              <a:t> </a:t>
            </a:r>
            <a:r>
              <a:rPr dirty="0" smtClean="0" sz="2400" spc="-9" b="1">
                <a:latin typeface="Times New Roman"/>
                <a:cs typeface="Times New Roman"/>
              </a:rPr>
              <a:t>w</a:t>
            </a:r>
            <a:r>
              <a:rPr dirty="0" smtClean="0" sz="2400" spc="-9" b="1">
                <a:latin typeface="Times New Roman"/>
                <a:cs typeface="Times New Roman"/>
              </a:rPr>
              <a:t>ith</a:t>
            </a:r>
            <a:r>
              <a:rPr dirty="0" smtClean="0" sz="2400" spc="-9" b="1">
                <a:latin typeface="Times New Roman"/>
                <a:cs typeface="Times New Roman"/>
              </a:rPr>
              <a:t> </a:t>
            </a:r>
            <a:r>
              <a:rPr dirty="0" smtClean="0" sz="2400" spc="-9" b="1">
                <a:latin typeface="Times New Roman"/>
                <a:cs typeface="Times New Roman"/>
              </a:rPr>
              <a:t>300</a:t>
            </a:r>
            <a:r>
              <a:rPr dirty="0" smtClean="0" sz="2400" spc="-9" b="1">
                <a:latin typeface="Times New Roman"/>
                <a:cs typeface="Times New Roman"/>
              </a:rPr>
              <a:t> </a:t>
            </a:r>
            <a:r>
              <a:rPr dirty="0" smtClean="0" sz="2400" spc="-9" b="1">
                <a:latin typeface="Times New Roman"/>
                <a:cs typeface="Times New Roman"/>
              </a:rPr>
              <a:t>c</a:t>
            </a:r>
            <a:r>
              <a:rPr dirty="0" smtClean="0" sz="2400" spc="-9" b="1">
                <a:latin typeface="Times New Roman"/>
                <a:cs typeface="Times New Roman"/>
              </a:rPr>
              <a:t>e</a:t>
            </a:r>
            <a:r>
              <a:rPr dirty="0" smtClean="0" sz="2400" spc="-9" b="1">
                <a:latin typeface="Times New Roman"/>
                <a:cs typeface="Times New Roman"/>
              </a:rPr>
              <a:t>l</a:t>
            </a:r>
            <a:r>
              <a:rPr dirty="0" smtClean="0" sz="2400" spc="-9" b="1">
                <a:latin typeface="Times New Roman"/>
                <a:cs typeface="Times New Roman"/>
              </a:rPr>
              <a:t>l</a:t>
            </a:r>
            <a:r>
              <a:rPr dirty="0" smtClean="0" sz="2400" spc="-9" b="1">
                <a:latin typeface="Times New Roman"/>
                <a:cs typeface="Times New Roman"/>
              </a:rPr>
              <a:t>s</a:t>
            </a:r>
            <a:endParaRPr sz="2400">
              <a:latin typeface="Times New Roman"/>
              <a:cs typeface="Times New Roman"/>
            </a:endParaRPr>
          </a:p>
          <a:p>
            <a:pPr marL="203200" marR="15479">
              <a:lnSpc>
                <a:spcPct val="95825"/>
              </a:lnSpc>
              <a:spcBef>
                <a:spcPts val="680"/>
              </a:spcBef>
            </a:pPr>
            <a:r>
              <a:rPr dirty="0" smtClean="0" sz="2400" spc="-7">
                <a:latin typeface="Times New Roman"/>
                <a:cs typeface="Times New Roman"/>
              </a:rPr>
              <a:t>–</a:t>
            </a:r>
            <a:r>
              <a:rPr dirty="0" smtClean="0" sz="2400" spc="-7">
                <a:latin typeface="Times New Roman"/>
                <a:cs typeface="Times New Roman"/>
              </a:rPr>
              <a:t> </a:t>
            </a:r>
            <a:r>
              <a:rPr dirty="0" smtClean="0" sz="2400" spc="-7" b="1">
                <a:latin typeface="Times New Roman"/>
                <a:cs typeface="Times New Roman"/>
              </a:rPr>
              <a:t>Band</a:t>
            </a:r>
            <a:r>
              <a:rPr dirty="0" smtClean="0" sz="2400" spc="-7" b="1">
                <a:latin typeface="Times New Roman"/>
                <a:cs typeface="Times New Roman"/>
              </a:rPr>
              <a:t>w</a:t>
            </a:r>
            <a:r>
              <a:rPr dirty="0" smtClean="0" sz="2400" spc="-7" b="1">
                <a:latin typeface="Times New Roman"/>
                <a:cs typeface="Times New Roman"/>
              </a:rPr>
              <a:t>i</a:t>
            </a:r>
            <a:r>
              <a:rPr dirty="0" smtClean="0" sz="2400" spc="-7" b="1">
                <a:latin typeface="Times New Roman"/>
                <a:cs typeface="Times New Roman"/>
              </a:rPr>
              <a:t>dth</a:t>
            </a:r>
            <a:r>
              <a:rPr dirty="0" smtClean="0" sz="2400" spc="-7" b="1">
                <a:latin typeface="Times New Roman"/>
                <a:cs typeface="Times New Roman"/>
              </a:rPr>
              <a:t> </a:t>
            </a:r>
            <a:r>
              <a:rPr dirty="0" smtClean="0" sz="2400" spc="-7" b="1">
                <a:latin typeface="Times New Roman"/>
                <a:cs typeface="Times New Roman"/>
              </a:rPr>
              <a:t>:</a:t>
            </a:r>
            <a:r>
              <a:rPr dirty="0" smtClean="0" sz="2400" spc="-7" b="1">
                <a:latin typeface="Times New Roman"/>
                <a:cs typeface="Times New Roman"/>
              </a:rPr>
              <a:t> </a:t>
            </a:r>
            <a:r>
              <a:rPr dirty="0" smtClean="0" sz="2400" spc="-7" b="1">
                <a:latin typeface="Times New Roman"/>
                <a:cs typeface="Times New Roman"/>
              </a:rPr>
              <a:t>8</a:t>
            </a:r>
            <a:r>
              <a:rPr dirty="0" smtClean="0" sz="2400" spc="-7" b="1">
                <a:latin typeface="Times New Roman"/>
                <a:cs typeface="Times New Roman"/>
              </a:rPr>
              <a:t> </a:t>
            </a:r>
            <a:r>
              <a:rPr dirty="0" smtClean="0" sz="2400" spc="-7" b="1">
                <a:latin typeface="Times New Roman"/>
                <a:cs typeface="Times New Roman"/>
              </a:rPr>
              <a:t>M</a:t>
            </a:r>
            <a:r>
              <a:rPr dirty="0" smtClean="0" sz="2400" spc="-7" b="1">
                <a:latin typeface="Times New Roman"/>
                <a:cs typeface="Times New Roman"/>
              </a:rPr>
              <a:t>H</a:t>
            </a:r>
            <a:r>
              <a:rPr dirty="0" smtClean="0" sz="2400" spc="-7" b="1">
                <a:latin typeface="Times New Roman"/>
                <a:cs typeface="Times New Roman"/>
              </a:rPr>
              <a:t>z</a:t>
            </a:r>
            <a:r>
              <a:rPr dirty="0" smtClean="0" sz="2400" spc="-7" b="1">
                <a:latin typeface="Times New Roman"/>
                <a:cs typeface="Times New Roman"/>
              </a:rPr>
              <a:t> </a:t>
            </a:r>
            <a:r>
              <a:rPr dirty="0" smtClean="0" sz="2400" spc="-7" b="1">
                <a:latin typeface="Times New Roman"/>
                <a:cs typeface="Times New Roman"/>
              </a:rPr>
              <a:t>(40</a:t>
            </a:r>
            <a:r>
              <a:rPr dirty="0" smtClean="0" sz="2400" spc="-7" b="1">
                <a:latin typeface="Times New Roman"/>
                <a:cs typeface="Times New Roman"/>
              </a:rPr>
              <a:t> </a:t>
            </a:r>
            <a:r>
              <a:rPr dirty="0" smtClean="0" sz="2400" spc="-7" b="1">
                <a:latin typeface="Times New Roman"/>
                <a:cs typeface="Times New Roman"/>
              </a:rPr>
              <a:t>r</a:t>
            </a:r>
            <a:r>
              <a:rPr dirty="0" smtClean="0" sz="2400" spc="-7" b="1">
                <a:latin typeface="Times New Roman"/>
                <a:cs typeface="Times New Roman"/>
              </a:rPr>
              <a:t>adio</a:t>
            </a:r>
            <a:r>
              <a:rPr dirty="0" smtClean="0" sz="2400" spc="-7" b="1">
                <a:latin typeface="Times New Roman"/>
                <a:cs typeface="Times New Roman"/>
              </a:rPr>
              <a:t> </a:t>
            </a:r>
            <a:r>
              <a:rPr dirty="0" smtClean="0" sz="2400" spc="-7" b="1">
                <a:latin typeface="Times New Roman"/>
                <a:cs typeface="Times New Roman"/>
              </a:rPr>
              <a:t>c</a:t>
            </a:r>
            <a:r>
              <a:rPr dirty="0" smtClean="0" sz="2400" spc="-7" b="1">
                <a:latin typeface="Times New Roman"/>
                <a:cs typeface="Times New Roman"/>
              </a:rPr>
              <a:t>han</a:t>
            </a:r>
            <a:r>
              <a:rPr dirty="0" smtClean="0" sz="2400" spc="-7" b="1">
                <a:latin typeface="Times New Roman"/>
                <a:cs typeface="Times New Roman"/>
              </a:rPr>
              <a:t>n</a:t>
            </a:r>
            <a:r>
              <a:rPr dirty="0" smtClean="0" sz="2400" spc="-7" b="1">
                <a:latin typeface="Times New Roman"/>
                <a:cs typeface="Times New Roman"/>
              </a:rPr>
              <a:t>e</a:t>
            </a:r>
            <a:r>
              <a:rPr dirty="0" smtClean="0" sz="2400" spc="-7" b="1">
                <a:latin typeface="Times New Roman"/>
                <a:cs typeface="Times New Roman"/>
              </a:rPr>
              <a:t>l</a:t>
            </a:r>
            <a:r>
              <a:rPr dirty="0" smtClean="0" sz="2400" spc="-7" b="1">
                <a:latin typeface="Times New Roman"/>
                <a:cs typeface="Times New Roman"/>
              </a:rPr>
              <a:t>s)</a:t>
            </a:r>
            <a:endParaRPr sz="2400">
              <a:latin typeface="Times New Roman"/>
              <a:cs typeface="Times New Roman"/>
            </a:endParaRPr>
          </a:p>
          <a:p>
            <a:pPr marL="12700" marR="30503">
              <a:lnSpc>
                <a:spcPct val="95825"/>
              </a:lnSpc>
              <a:spcBef>
                <a:spcPts val="935"/>
              </a:spcBef>
            </a:pPr>
            <a:r>
              <a:rPr dirty="0" smtClean="0" sz="3200" spc="-11" b="1">
                <a:latin typeface="Times New Roman"/>
                <a:cs typeface="Times New Roman"/>
              </a:rPr>
              <a:t>S</a:t>
            </a:r>
            <a:r>
              <a:rPr dirty="0" smtClean="0" sz="3200" spc="-11" b="1">
                <a:latin typeface="Times New Roman"/>
                <a:cs typeface="Times New Roman"/>
              </a:rPr>
              <a:t>i</a:t>
            </a:r>
            <a:r>
              <a:rPr dirty="0" smtClean="0" sz="3200" spc="-11" b="1">
                <a:latin typeface="Times New Roman"/>
                <a:cs typeface="Times New Roman"/>
              </a:rPr>
              <a:t>ng</a:t>
            </a:r>
            <a:r>
              <a:rPr dirty="0" smtClean="0" sz="3200" spc="-11" b="1">
                <a:latin typeface="Times New Roman"/>
                <a:cs typeface="Times New Roman"/>
              </a:rPr>
              <a:t>l</a:t>
            </a:r>
            <a:r>
              <a:rPr dirty="0" smtClean="0" sz="3200" spc="-11" b="1">
                <a:latin typeface="Times New Roman"/>
                <a:cs typeface="Times New Roman"/>
              </a:rPr>
              <a:t>e</a:t>
            </a:r>
            <a:r>
              <a:rPr dirty="0" smtClean="0" sz="3200" spc="-11" b="1">
                <a:latin typeface="Times New Roman"/>
                <a:cs typeface="Times New Roman"/>
              </a:rPr>
              <a:t> </a:t>
            </a:r>
            <a:r>
              <a:rPr dirty="0" smtClean="0" sz="3200" spc="-11" b="1">
                <a:latin typeface="Times New Roman"/>
                <a:cs typeface="Times New Roman"/>
              </a:rPr>
              <a:t>RuF</a:t>
            </a:r>
            <a:r>
              <a:rPr dirty="0" smtClean="0" sz="3200" spc="-11" b="1">
                <a:latin typeface="Times New Roman"/>
                <a:cs typeface="Times New Roman"/>
              </a:rPr>
              <a:t> </a:t>
            </a:r>
            <a:r>
              <a:rPr dirty="0" smtClean="0" sz="3200" spc="-11" b="1">
                <a:latin typeface="Times New Roman"/>
                <a:cs typeface="Times New Roman"/>
              </a:rPr>
              <a:t>=12</a:t>
            </a:r>
            <a:endParaRPr sz="3200">
              <a:latin typeface="Times New Roman"/>
              <a:cs typeface="Times New Roman"/>
            </a:endParaRPr>
          </a:p>
          <a:p>
            <a:pPr marL="203200" marR="30503">
              <a:lnSpc>
                <a:spcPct val="95825"/>
              </a:lnSpc>
              <a:spcBef>
                <a:spcPts val="710"/>
              </a:spcBef>
            </a:pPr>
            <a:r>
              <a:rPr dirty="0" smtClean="0" sz="2400" spc="-9">
                <a:latin typeface="Times New Roman"/>
                <a:cs typeface="Times New Roman"/>
              </a:rPr>
              <a:t>–</a:t>
            </a:r>
            <a:r>
              <a:rPr dirty="0" smtClean="0" sz="2400" spc="-9">
                <a:latin typeface="Times New Roman"/>
                <a:cs typeface="Times New Roman"/>
              </a:rPr>
              <a:t> </a:t>
            </a:r>
            <a:r>
              <a:rPr dirty="0" smtClean="0" sz="2400" spc="-9" b="1">
                <a:latin typeface="Times New Roman"/>
                <a:cs typeface="Times New Roman"/>
              </a:rPr>
              <a:t>NW</a:t>
            </a:r>
            <a:r>
              <a:rPr dirty="0" smtClean="0" sz="2400" spc="-9" b="1">
                <a:latin typeface="Times New Roman"/>
                <a:cs typeface="Times New Roman"/>
              </a:rPr>
              <a:t> </a:t>
            </a:r>
            <a:r>
              <a:rPr dirty="0" smtClean="0" sz="2400" spc="-9" b="1">
                <a:latin typeface="Times New Roman"/>
                <a:cs typeface="Times New Roman"/>
              </a:rPr>
              <a:t>capac</a:t>
            </a:r>
            <a:r>
              <a:rPr dirty="0" smtClean="0" sz="2400" spc="-9" b="1">
                <a:latin typeface="Times New Roman"/>
                <a:cs typeface="Times New Roman"/>
              </a:rPr>
              <a:t>i</a:t>
            </a:r>
            <a:r>
              <a:rPr dirty="0" smtClean="0" sz="2400" spc="-9" b="1">
                <a:latin typeface="Times New Roman"/>
                <a:cs typeface="Times New Roman"/>
              </a:rPr>
              <a:t>ty</a:t>
            </a:r>
            <a:r>
              <a:rPr dirty="0" smtClean="0" sz="2400" spc="-9" b="1">
                <a:latin typeface="Times New Roman"/>
                <a:cs typeface="Times New Roman"/>
              </a:rPr>
              <a:t> </a:t>
            </a:r>
            <a:r>
              <a:rPr dirty="0" smtClean="0" sz="2400" spc="-9" b="1">
                <a:latin typeface="Times New Roman"/>
                <a:cs typeface="Times New Roman"/>
              </a:rPr>
              <a:t>=</a:t>
            </a:r>
            <a:r>
              <a:rPr dirty="0" smtClean="0" sz="2400" spc="-9" b="1">
                <a:latin typeface="Times New Roman"/>
                <a:cs typeface="Times New Roman"/>
              </a:rPr>
              <a:t> </a:t>
            </a:r>
            <a:r>
              <a:rPr dirty="0" smtClean="0" sz="2400" spc="-9" b="1">
                <a:latin typeface="Times New Roman"/>
                <a:cs typeface="Times New Roman"/>
              </a:rPr>
              <a:t>40</a:t>
            </a:r>
            <a:r>
              <a:rPr dirty="0" smtClean="0" sz="2400" spc="-9" b="1">
                <a:latin typeface="Times New Roman"/>
                <a:cs typeface="Times New Roman"/>
              </a:rPr>
              <a:t>/</a:t>
            </a:r>
            <a:r>
              <a:rPr dirty="0" smtClean="0" sz="2400" spc="-9" b="1">
                <a:latin typeface="Times New Roman"/>
                <a:cs typeface="Times New Roman"/>
              </a:rPr>
              <a:t>12</a:t>
            </a:r>
            <a:r>
              <a:rPr dirty="0" smtClean="0" sz="2400" spc="-9" b="1">
                <a:latin typeface="Times New Roman"/>
                <a:cs typeface="Times New Roman"/>
              </a:rPr>
              <a:t> </a:t>
            </a:r>
            <a:r>
              <a:rPr dirty="0" smtClean="0" sz="2400" spc="-9" b="1">
                <a:latin typeface="Times New Roman"/>
                <a:cs typeface="Times New Roman"/>
              </a:rPr>
              <a:t>*</a:t>
            </a:r>
            <a:r>
              <a:rPr dirty="0" smtClean="0" sz="2400" spc="-9" b="1">
                <a:latin typeface="Times New Roman"/>
                <a:cs typeface="Times New Roman"/>
              </a:rPr>
              <a:t> </a:t>
            </a:r>
            <a:r>
              <a:rPr dirty="0" smtClean="0" sz="2400" spc="-9" b="1">
                <a:latin typeface="Times New Roman"/>
                <a:cs typeface="Times New Roman"/>
              </a:rPr>
              <a:t>300</a:t>
            </a:r>
            <a:r>
              <a:rPr dirty="0" smtClean="0" sz="2400" spc="-9" b="1">
                <a:latin typeface="Times New Roman"/>
                <a:cs typeface="Times New Roman"/>
              </a:rPr>
              <a:t> </a:t>
            </a:r>
            <a:r>
              <a:rPr dirty="0" smtClean="0" sz="2400" spc="-9" b="1">
                <a:latin typeface="Times New Roman"/>
                <a:cs typeface="Times New Roman"/>
              </a:rPr>
              <a:t>=</a:t>
            </a:r>
            <a:r>
              <a:rPr dirty="0" smtClean="0" sz="2400" spc="-9" b="1">
                <a:latin typeface="Times New Roman"/>
                <a:cs typeface="Times New Roman"/>
              </a:rPr>
              <a:t> </a:t>
            </a:r>
            <a:r>
              <a:rPr dirty="0" smtClean="0" sz="2400" spc="-9" b="1">
                <a:latin typeface="Times New Roman"/>
                <a:cs typeface="Times New Roman"/>
              </a:rPr>
              <a:t>1000</a:t>
            </a:r>
            <a:r>
              <a:rPr dirty="0" smtClean="0" sz="2400" spc="-9" b="1">
                <a:latin typeface="Times New Roman"/>
                <a:cs typeface="Times New Roman"/>
              </a:rPr>
              <a:t> </a:t>
            </a:r>
            <a:r>
              <a:rPr dirty="0" smtClean="0" sz="2400" spc="-9" b="1">
                <a:latin typeface="Times New Roman"/>
                <a:cs typeface="Times New Roman"/>
              </a:rPr>
              <a:t>TRX</a:t>
            </a:r>
            <a:endParaRPr sz="2400">
              <a:latin typeface="Times New Roman"/>
              <a:cs typeface="Times New Roman"/>
            </a:endParaRPr>
          </a:p>
          <a:p>
            <a:pPr marL="12700" marR="30503">
              <a:lnSpc>
                <a:spcPct val="95825"/>
              </a:lnSpc>
              <a:spcBef>
                <a:spcPts val="913"/>
              </a:spcBef>
            </a:pPr>
            <a:r>
              <a:rPr dirty="0" smtClean="0" sz="3200" spc="-2" b="1">
                <a:latin typeface="Times New Roman"/>
                <a:cs typeface="Times New Roman"/>
              </a:rPr>
              <a:t>Mu</a:t>
            </a:r>
            <a:r>
              <a:rPr dirty="0" smtClean="0" sz="3200" spc="-2" b="1">
                <a:latin typeface="Times New Roman"/>
                <a:cs typeface="Times New Roman"/>
              </a:rPr>
              <a:t>l</a:t>
            </a:r>
            <a:r>
              <a:rPr dirty="0" smtClean="0" sz="3200" spc="-2" b="1">
                <a:latin typeface="Times New Roman"/>
                <a:cs typeface="Times New Roman"/>
              </a:rPr>
              <a:t>t</a:t>
            </a:r>
            <a:r>
              <a:rPr dirty="0" smtClean="0" sz="3200" spc="-2" b="1">
                <a:latin typeface="Times New Roman"/>
                <a:cs typeface="Times New Roman"/>
              </a:rPr>
              <a:t>i</a:t>
            </a:r>
            <a:r>
              <a:rPr dirty="0" smtClean="0" sz="3200" spc="-2" b="1">
                <a:latin typeface="Times New Roman"/>
                <a:cs typeface="Times New Roman"/>
              </a:rPr>
              <a:t>p</a:t>
            </a:r>
            <a:r>
              <a:rPr dirty="0" smtClean="0" sz="3200" spc="-2" b="1">
                <a:latin typeface="Times New Roman"/>
                <a:cs typeface="Times New Roman"/>
              </a:rPr>
              <a:t>l</a:t>
            </a:r>
            <a:r>
              <a:rPr dirty="0" smtClean="0" sz="3200" spc="-2" b="1">
                <a:latin typeface="Times New Roman"/>
                <a:cs typeface="Times New Roman"/>
              </a:rPr>
              <a:t>e</a:t>
            </a:r>
            <a:r>
              <a:rPr dirty="0" smtClean="0" sz="3200" spc="-2" b="1">
                <a:latin typeface="Times New Roman"/>
                <a:cs typeface="Times New Roman"/>
              </a:rPr>
              <a:t> </a:t>
            </a:r>
            <a:r>
              <a:rPr dirty="0" smtClean="0" sz="3200" spc="-2" b="1">
                <a:latin typeface="Times New Roman"/>
                <a:cs typeface="Times New Roman"/>
              </a:rPr>
              <a:t>RuF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585516" y="861699"/>
            <a:ext cx="1013723" cy="432117"/>
          </a:xfrm>
          <a:prstGeom prst="rect">
            <a:avLst/>
          </a:prstGeom>
        </p:spPr>
        <p:txBody>
          <a:bodyPr wrap="square" lIns="0" tIns="21399" rIns="0" bIns="0" rtlCol="0">
            <a:noAutofit/>
          </a:bodyPr>
          <a:lstStyle/>
          <a:p>
            <a:pPr marL="12700">
              <a:lnSpc>
                <a:spcPts val="3370"/>
              </a:lnSpc>
            </a:pPr>
            <a:r>
              <a:rPr dirty="0" smtClean="0" sz="3200" spc="1" b="1">
                <a:latin typeface="Times New Roman"/>
                <a:cs typeface="Times New Roman"/>
              </a:rPr>
              <a:t>Ru</a:t>
            </a:r>
            <a:r>
              <a:rPr dirty="0" smtClean="0" sz="3200" spc="1" b="1">
                <a:latin typeface="Times New Roman"/>
                <a:cs typeface="Times New Roman"/>
              </a:rPr>
              <a:t>F</a:t>
            </a:r>
            <a:r>
              <a:rPr dirty="0" smtClean="0" sz="3200" spc="1" b="1">
                <a:latin typeface="Times New Roman"/>
                <a:cs typeface="Times New Roman"/>
              </a:rPr>
              <a:t>s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12457" y="2325374"/>
            <a:ext cx="228758" cy="432117"/>
          </a:xfrm>
          <a:prstGeom prst="rect">
            <a:avLst/>
          </a:prstGeom>
        </p:spPr>
        <p:txBody>
          <a:bodyPr wrap="square" lIns="0" tIns="21399" rIns="0" bIns="0" rtlCol="0">
            <a:noAutofit/>
          </a:bodyPr>
          <a:lstStyle/>
          <a:p>
            <a:pPr marL="12700">
              <a:lnSpc>
                <a:spcPts val="3370"/>
              </a:lnSpc>
            </a:pPr>
            <a:r>
              <a:rPr dirty="0" smtClean="0" sz="3200">
                <a:latin typeface="Times New Roman"/>
                <a:cs typeface="Times New Roman"/>
              </a:rPr>
              <a:t>•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12457" y="3349375"/>
            <a:ext cx="228758" cy="432117"/>
          </a:xfrm>
          <a:prstGeom prst="rect">
            <a:avLst/>
          </a:prstGeom>
        </p:spPr>
        <p:txBody>
          <a:bodyPr wrap="square" lIns="0" tIns="21399" rIns="0" bIns="0" rtlCol="0">
            <a:noAutofit/>
          </a:bodyPr>
          <a:lstStyle/>
          <a:p>
            <a:pPr marL="12700">
              <a:lnSpc>
                <a:spcPts val="3370"/>
              </a:lnSpc>
            </a:pPr>
            <a:r>
              <a:rPr dirty="0" smtClean="0" sz="3200">
                <a:latin typeface="Times New Roman"/>
                <a:cs typeface="Times New Roman"/>
              </a:rPr>
              <a:t>•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84897" y="3894046"/>
            <a:ext cx="2541968" cy="1206753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 marR="45720">
              <a:lnSpc>
                <a:spcPts val="2550"/>
              </a:lnSpc>
            </a:pPr>
            <a:r>
              <a:rPr dirty="0" smtClean="0" sz="2400" spc="-19">
                <a:latin typeface="Times New Roman"/>
                <a:cs typeface="Times New Roman"/>
              </a:rPr>
              <a:t>–</a:t>
            </a:r>
            <a:r>
              <a:rPr dirty="0" smtClean="0" sz="2400" spc="-19">
                <a:latin typeface="Times New Roman"/>
                <a:cs typeface="Times New Roman"/>
              </a:rPr>
              <a:t> </a:t>
            </a:r>
            <a:r>
              <a:rPr dirty="0" smtClean="0" sz="2400" spc="-19" b="1">
                <a:latin typeface="Times New Roman"/>
                <a:cs typeface="Times New Roman"/>
              </a:rPr>
              <a:t>BC</a:t>
            </a:r>
            <a:r>
              <a:rPr dirty="0" smtClean="0" sz="2400" spc="-19" b="1">
                <a:latin typeface="Times New Roman"/>
                <a:cs typeface="Times New Roman"/>
              </a:rPr>
              <a:t>C</a:t>
            </a:r>
            <a:r>
              <a:rPr dirty="0" smtClean="0" sz="2400" spc="-19" b="1">
                <a:latin typeface="Times New Roman"/>
                <a:cs typeface="Times New Roman"/>
              </a:rPr>
              <a:t>H</a:t>
            </a:r>
            <a:r>
              <a:rPr dirty="0" smtClean="0" sz="2400" spc="-19" b="1">
                <a:latin typeface="Times New Roman"/>
                <a:cs typeface="Times New Roman"/>
              </a:rPr>
              <a:t> </a:t>
            </a:r>
            <a:r>
              <a:rPr dirty="0" smtClean="0" sz="2400" spc="-19" b="1">
                <a:latin typeface="Times New Roman"/>
                <a:cs typeface="Times New Roman"/>
              </a:rPr>
              <a:t>l</a:t>
            </a:r>
            <a:r>
              <a:rPr dirty="0" smtClean="0" sz="2400" spc="-19" b="1">
                <a:latin typeface="Times New Roman"/>
                <a:cs typeface="Times New Roman"/>
              </a:rPr>
              <a:t>a</a:t>
            </a:r>
            <a:r>
              <a:rPr dirty="0" smtClean="0" sz="2400" spc="-19" b="1">
                <a:latin typeface="Times New Roman"/>
                <a:cs typeface="Times New Roman"/>
              </a:rPr>
              <a:t>y</a:t>
            </a:r>
            <a:r>
              <a:rPr dirty="0" smtClean="0" sz="2400" spc="-19" b="1">
                <a:latin typeface="Times New Roman"/>
                <a:cs typeface="Times New Roman"/>
              </a:rPr>
              <a:t>e</a:t>
            </a:r>
            <a:r>
              <a:rPr dirty="0" smtClean="0" sz="2400" spc="-19" b="1">
                <a:latin typeface="Times New Roman"/>
                <a:cs typeface="Times New Roman"/>
              </a:rPr>
              <a:t>r</a:t>
            </a:r>
            <a:r>
              <a:rPr dirty="0" smtClean="0" sz="2400" spc="-19" b="1"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  <a:p>
            <a:pPr marL="12700" marR="45720">
              <a:lnSpc>
                <a:spcPct val="95825"/>
              </a:lnSpc>
              <a:spcBef>
                <a:spcPts val="571"/>
              </a:spcBef>
            </a:pPr>
            <a:r>
              <a:rPr dirty="0" smtClean="0" sz="2400" spc="-24">
                <a:latin typeface="Times New Roman"/>
                <a:cs typeface="Times New Roman"/>
              </a:rPr>
              <a:t>–</a:t>
            </a:r>
            <a:r>
              <a:rPr dirty="0" smtClean="0" sz="2400" spc="-24">
                <a:latin typeface="Times New Roman"/>
                <a:cs typeface="Times New Roman"/>
              </a:rPr>
              <a:t> </a:t>
            </a:r>
            <a:r>
              <a:rPr dirty="0" smtClean="0" sz="2400" spc="-24" b="1">
                <a:latin typeface="Times New Roman"/>
                <a:cs typeface="Times New Roman"/>
              </a:rPr>
              <a:t>Nor</a:t>
            </a:r>
            <a:r>
              <a:rPr dirty="0" smtClean="0" sz="2400" spc="-24" b="1">
                <a:latin typeface="Times New Roman"/>
                <a:cs typeface="Times New Roman"/>
              </a:rPr>
              <a:t>m</a:t>
            </a:r>
            <a:r>
              <a:rPr dirty="0" smtClean="0" sz="2400" spc="-24" b="1">
                <a:latin typeface="Times New Roman"/>
                <a:cs typeface="Times New Roman"/>
              </a:rPr>
              <a:t>al</a:t>
            </a:r>
            <a:r>
              <a:rPr dirty="0" smtClean="0" sz="2400" spc="-24" b="1">
                <a:latin typeface="Times New Roman"/>
                <a:cs typeface="Times New Roman"/>
              </a:rPr>
              <a:t> </a:t>
            </a:r>
            <a:r>
              <a:rPr dirty="0" smtClean="0" sz="2400" spc="-24" b="1">
                <a:latin typeface="Times New Roman"/>
                <a:cs typeface="Times New Roman"/>
              </a:rPr>
              <a:t>TCH: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95825"/>
              </a:lnSpc>
              <a:spcBef>
                <a:spcPts val="683"/>
              </a:spcBef>
            </a:pPr>
            <a:r>
              <a:rPr dirty="0" smtClean="0" sz="2400" spc="-18">
                <a:latin typeface="Times New Roman"/>
                <a:cs typeface="Times New Roman"/>
              </a:rPr>
              <a:t>–</a:t>
            </a:r>
            <a:r>
              <a:rPr dirty="0" smtClean="0" sz="2400" spc="-18">
                <a:latin typeface="Times New Roman"/>
                <a:cs typeface="Times New Roman"/>
              </a:rPr>
              <a:t> </a:t>
            </a:r>
            <a:r>
              <a:rPr dirty="0" smtClean="0" sz="2400" spc="-18" b="1">
                <a:latin typeface="Times New Roman"/>
                <a:cs typeface="Times New Roman"/>
              </a:rPr>
              <a:t>T</a:t>
            </a:r>
            <a:r>
              <a:rPr dirty="0" smtClean="0" sz="2400" spc="-18" b="1">
                <a:latin typeface="Times New Roman"/>
                <a:cs typeface="Times New Roman"/>
              </a:rPr>
              <a:t>i</a:t>
            </a:r>
            <a:r>
              <a:rPr dirty="0" smtClean="0" sz="2400" spc="-18" b="1">
                <a:latin typeface="Times New Roman"/>
                <a:cs typeface="Times New Roman"/>
              </a:rPr>
              <a:t>g</a:t>
            </a:r>
            <a:r>
              <a:rPr dirty="0" smtClean="0" sz="2400" spc="-18" b="1">
                <a:latin typeface="Times New Roman"/>
                <a:cs typeface="Times New Roman"/>
              </a:rPr>
              <a:t>ht</a:t>
            </a:r>
            <a:r>
              <a:rPr dirty="0" smtClean="0" sz="2400" spc="-18" b="1">
                <a:latin typeface="Times New Roman"/>
                <a:cs typeface="Times New Roman"/>
              </a:rPr>
              <a:t> </a:t>
            </a:r>
            <a:r>
              <a:rPr dirty="0" smtClean="0" sz="2400" spc="-18" b="1">
                <a:latin typeface="Times New Roman"/>
                <a:cs typeface="Times New Roman"/>
              </a:rPr>
              <a:t>TCH</a:t>
            </a:r>
            <a:r>
              <a:rPr dirty="0" smtClean="0" sz="2400" spc="-18" b="1">
                <a:latin typeface="Times New Roman"/>
                <a:cs typeface="Times New Roman"/>
              </a:rPr>
              <a:t> </a:t>
            </a:r>
            <a:r>
              <a:rPr dirty="0" smtClean="0" sz="2400" spc="-18" b="1">
                <a:latin typeface="Times New Roman"/>
                <a:cs typeface="Times New Roman"/>
              </a:rPr>
              <a:t>l</a:t>
            </a:r>
            <a:r>
              <a:rPr dirty="0" smtClean="0" sz="2400" spc="-18" b="1">
                <a:latin typeface="Times New Roman"/>
                <a:cs typeface="Times New Roman"/>
              </a:rPr>
              <a:t>a</a:t>
            </a:r>
            <a:r>
              <a:rPr dirty="0" smtClean="0" sz="2400" spc="-18" b="1">
                <a:latin typeface="Times New Roman"/>
                <a:cs typeface="Times New Roman"/>
              </a:rPr>
              <a:t>y</a:t>
            </a:r>
            <a:r>
              <a:rPr dirty="0" smtClean="0" sz="2400" spc="-18" b="1">
                <a:latin typeface="Times New Roman"/>
                <a:cs typeface="Times New Roman"/>
              </a:rPr>
              <a:t>e</a:t>
            </a:r>
            <a:r>
              <a:rPr dirty="0" smtClean="0" sz="2400" spc="-18" b="1">
                <a:latin typeface="Times New Roman"/>
                <a:cs typeface="Times New Roman"/>
              </a:rPr>
              <a:t>r</a:t>
            </a:r>
            <a:r>
              <a:rPr dirty="0" smtClean="0" sz="2400" spc="-18" b="1"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661029" y="3894046"/>
            <a:ext cx="868584" cy="1206753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 marR="6990">
              <a:lnSpc>
                <a:spcPts val="2550"/>
              </a:lnSpc>
            </a:pPr>
            <a:r>
              <a:rPr dirty="0" smtClean="0" sz="2400" spc="-6" b="1">
                <a:latin typeface="Times New Roman"/>
                <a:cs typeface="Times New Roman"/>
              </a:rPr>
              <a:t>r</a:t>
            </a:r>
            <a:r>
              <a:rPr dirty="0" smtClean="0" sz="2400" spc="-6" b="1">
                <a:latin typeface="Times New Roman"/>
                <a:cs typeface="Times New Roman"/>
              </a:rPr>
              <a:t>e</a:t>
            </a:r>
            <a:r>
              <a:rPr dirty="0" smtClean="0" sz="2400" spc="-6" b="1">
                <a:latin typeface="Times New Roman"/>
                <a:cs typeface="Times New Roman"/>
              </a:rPr>
              <a:t>-u</a:t>
            </a:r>
            <a:r>
              <a:rPr dirty="0" smtClean="0" sz="2400" spc="-6" b="1">
                <a:latin typeface="Times New Roman"/>
                <a:cs typeface="Times New Roman"/>
              </a:rPr>
              <a:t>s</a:t>
            </a:r>
            <a:r>
              <a:rPr dirty="0" smtClean="0" sz="2400" spc="-6" b="1">
                <a:latin typeface="Times New Roman"/>
                <a:cs typeface="Times New Roman"/>
              </a:rPr>
              <a:t>e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95825"/>
              </a:lnSpc>
              <a:spcBef>
                <a:spcPts val="571"/>
              </a:spcBef>
            </a:pPr>
            <a:r>
              <a:rPr dirty="0" smtClean="0" sz="2400" spc="-7" b="1">
                <a:latin typeface="Times New Roman"/>
                <a:cs typeface="Times New Roman"/>
              </a:rPr>
              <a:t>r</a:t>
            </a:r>
            <a:r>
              <a:rPr dirty="0" smtClean="0" sz="2400" spc="-7" b="1">
                <a:latin typeface="Times New Roman"/>
                <a:cs typeface="Times New Roman"/>
              </a:rPr>
              <a:t>e</a:t>
            </a:r>
            <a:r>
              <a:rPr dirty="0" smtClean="0" sz="2400" spc="-7" b="1">
                <a:latin typeface="Times New Roman"/>
                <a:cs typeface="Times New Roman"/>
              </a:rPr>
              <a:t>-u</a:t>
            </a:r>
            <a:r>
              <a:rPr dirty="0" smtClean="0" sz="2400" spc="-7" b="1">
                <a:latin typeface="Times New Roman"/>
                <a:cs typeface="Times New Roman"/>
              </a:rPr>
              <a:t>s</a:t>
            </a:r>
            <a:r>
              <a:rPr dirty="0" smtClean="0" sz="2400" spc="-7" b="1">
                <a:latin typeface="Times New Roman"/>
                <a:cs typeface="Times New Roman"/>
              </a:rPr>
              <a:t>e</a:t>
            </a:r>
            <a:endParaRPr sz="2400">
              <a:latin typeface="Times New Roman"/>
              <a:cs typeface="Times New Roman"/>
            </a:endParaRPr>
          </a:p>
          <a:p>
            <a:pPr marL="12700" marR="6990">
              <a:lnSpc>
                <a:spcPct val="95825"/>
              </a:lnSpc>
              <a:spcBef>
                <a:spcPts val="683"/>
              </a:spcBef>
            </a:pPr>
            <a:r>
              <a:rPr dirty="0" smtClean="0" sz="2400" spc="-6" b="1">
                <a:latin typeface="Times New Roman"/>
                <a:cs typeface="Times New Roman"/>
              </a:rPr>
              <a:t>r</a:t>
            </a:r>
            <a:r>
              <a:rPr dirty="0" smtClean="0" sz="2400" spc="-6" b="1">
                <a:latin typeface="Times New Roman"/>
                <a:cs typeface="Times New Roman"/>
              </a:rPr>
              <a:t>e</a:t>
            </a:r>
            <a:r>
              <a:rPr dirty="0" smtClean="0" sz="2400" spc="-6" b="1">
                <a:latin typeface="Times New Roman"/>
                <a:cs typeface="Times New Roman"/>
              </a:rPr>
              <a:t>-u</a:t>
            </a:r>
            <a:r>
              <a:rPr dirty="0" smtClean="0" sz="2400" spc="-6" b="1">
                <a:latin typeface="Times New Roman"/>
                <a:cs typeface="Times New Roman"/>
              </a:rPr>
              <a:t>s</a:t>
            </a:r>
            <a:r>
              <a:rPr dirty="0" smtClean="0" sz="2400" spc="-6" b="1">
                <a:latin typeface="Times New Roman"/>
                <a:cs typeface="Times New Roman"/>
              </a:rPr>
              <a:t>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527003" y="3894046"/>
            <a:ext cx="625261" cy="1206753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3398" marR="534">
              <a:lnSpc>
                <a:spcPts val="2550"/>
              </a:lnSpc>
            </a:pPr>
            <a:r>
              <a:rPr dirty="0" smtClean="0" sz="2400" spc="-3" b="1">
                <a:latin typeface="Times New Roman"/>
                <a:cs typeface="Times New Roman"/>
              </a:rPr>
              <a:t>=</a:t>
            </a:r>
            <a:r>
              <a:rPr dirty="0" smtClean="0" sz="2400" spc="-3" b="1">
                <a:latin typeface="Times New Roman"/>
                <a:cs typeface="Times New Roman"/>
              </a:rPr>
              <a:t>14,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95825"/>
              </a:lnSpc>
              <a:spcBef>
                <a:spcPts val="571"/>
              </a:spcBef>
            </a:pPr>
            <a:r>
              <a:rPr dirty="0" smtClean="0" sz="2400" spc="-2" b="1">
                <a:latin typeface="Times New Roman"/>
                <a:cs typeface="Times New Roman"/>
              </a:rPr>
              <a:t>=</a:t>
            </a:r>
            <a:r>
              <a:rPr dirty="0" smtClean="0" sz="2400" spc="-2" b="1">
                <a:latin typeface="Times New Roman"/>
                <a:cs typeface="Times New Roman"/>
              </a:rPr>
              <a:t>10,</a:t>
            </a:r>
            <a:endParaRPr sz="2400">
              <a:latin typeface="Times New Roman"/>
              <a:cs typeface="Times New Roman"/>
            </a:endParaRPr>
          </a:p>
          <a:p>
            <a:pPr marL="13398" marR="45767">
              <a:lnSpc>
                <a:spcPct val="95825"/>
              </a:lnSpc>
              <a:spcBef>
                <a:spcPts val="683"/>
              </a:spcBef>
            </a:pPr>
            <a:r>
              <a:rPr dirty="0" smtClean="0" sz="2400" spc="-3" b="1">
                <a:latin typeface="Times New Roman"/>
                <a:cs typeface="Times New Roman"/>
              </a:rPr>
              <a:t>=</a:t>
            </a:r>
            <a:r>
              <a:rPr dirty="0" smtClean="0" sz="2400" spc="-3" b="1">
                <a:latin typeface="Times New Roman"/>
                <a:cs typeface="Times New Roman"/>
              </a:rPr>
              <a:t> </a:t>
            </a:r>
            <a:r>
              <a:rPr dirty="0" smtClean="0" sz="2400" spc="-3" b="1">
                <a:latin typeface="Times New Roman"/>
                <a:cs typeface="Times New Roman"/>
              </a:rPr>
              <a:t>6,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85410" y="3894046"/>
            <a:ext cx="1141613" cy="1206753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 marR="7350">
              <a:lnSpc>
                <a:spcPts val="2550"/>
              </a:lnSpc>
            </a:pPr>
            <a:r>
              <a:rPr dirty="0" smtClean="0" sz="2400" spc="-2" b="1">
                <a:latin typeface="Times New Roman"/>
                <a:cs typeface="Times New Roman"/>
              </a:rPr>
              <a:t>(14</a:t>
            </a:r>
            <a:r>
              <a:rPr dirty="0" smtClean="0" sz="2400" spc="-2" b="1">
                <a:latin typeface="Times New Roman"/>
                <a:cs typeface="Times New Roman"/>
              </a:rPr>
              <a:t> </a:t>
            </a:r>
            <a:r>
              <a:rPr dirty="0" smtClean="0" sz="2400" spc="-2" b="1">
                <a:latin typeface="Times New Roman"/>
                <a:cs typeface="Times New Roman"/>
              </a:rPr>
              <a:t>f</a:t>
            </a:r>
            <a:r>
              <a:rPr dirty="0" smtClean="0" sz="2400" spc="-2" b="1">
                <a:latin typeface="Times New Roman"/>
                <a:cs typeface="Times New Roman"/>
              </a:rPr>
              <a:t>r</a:t>
            </a:r>
            <a:r>
              <a:rPr dirty="0" smtClean="0" sz="2400" spc="-2" b="1">
                <a:latin typeface="Times New Roman"/>
                <a:cs typeface="Times New Roman"/>
              </a:rPr>
              <a:t>q.)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95825"/>
              </a:lnSpc>
              <a:spcBef>
                <a:spcPts val="571"/>
              </a:spcBef>
            </a:pPr>
            <a:r>
              <a:rPr dirty="0" smtClean="0" sz="2400" spc="-3" b="1">
                <a:latin typeface="Times New Roman"/>
                <a:cs typeface="Times New Roman"/>
              </a:rPr>
              <a:t>(20</a:t>
            </a:r>
            <a:r>
              <a:rPr dirty="0" smtClean="0" sz="2400" spc="-3" b="1">
                <a:latin typeface="Times New Roman"/>
                <a:cs typeface="Times New Roman"/>
              </a:rPr>
              <a:t> </a:t>
            </a:r>
            <a:r>
              <a:rPr dirty="0" smtClean="0" sz="2400" spc="-3" b="1">
                <a:latin typeface="Times New Roman"/>
                <a:cs typeface="Times New Roman"/>
              </a:rPr>
              <a:t>f</a:t>
            </a:r>
            <a:r>
              <a:rPr dirty="0" smtClean="0" sz="2400" spc="-3" b="1">
                <a:latin typeface="Times New Roman"/>
                <a:cs typeface="Times New Roman"/>
              </a:rPr>
              <a:t>r</a:t>
            </a:r>
            <a:r>
              <a:rPr dirty="0" smtClean="0" sz="2400" spc="-3" b="1">
                <a:latin typeface="Times New Roman"/>
                <a:cs typeface="Times New Roman"/>
              </a:rPr>
              <a:t>q.)</a:t>
            </a:r>
            <a:endParaRPr sz="2400">
              <a:latin typeface="Times New Roman"/>
              <a:cs typeface="Times New Roman"/>
            </a:endParaRPr>
          </a:p>
          <a:p>
            <a:pPr marL="12700" marR="52573">
              <a:lnSpc>
                <a:spcPct val="95825"/>
              </a:lnSpc>
              <a:spcBef>
                <a:spcPts val="683"/>
              </a:spcBef>
            </a:pPr>
            <a:r>
              <a:rPr dirty="0" smtClean="0" sz="2400" spc="-3" b="1">
                <a:latin typeface="Times New Roman"/>
                <a:cs typeface="Times New Roman"/>
              </a:rPr>
              <a:t>(6</a:t>
            </a:r>
            <a:r>
              <a:rPr dirty="0" smtClean="0" sz="2400" spc="-3" b="1">
                <a:latin typeface="Times New Roman"/>
                <a:cs typeface="Times New Roman"/>
              </a:rPr>
              <a:t> </a:t>
            </a:r>
            <a:r>
              <a:rPr dirty="0" smtClean="0" sz="2400" spc="-3" b="1">
                <a:latin typeface="Times New Roman"/>
                <a:cs typeface="Times New Roman"/>
              </a:rPr>
              <a:t>f</a:t>
            </a:r>
            <a:r>
              <a:rPr dirty="0" smtClean="0" sz="2400" spc="-3" b="1">
                <a:latin typeface="Times New Roman"/>
                <a:cs typeface="Times New Roman"/>
              </a:rPr>
              <a:t>r</a:t>
            </a:r>
            <a:r>
              <a:rPr dirty="0" smtClean="0" sz="2400" spc="-3" b="1">
                <a:latin typeface="Times New Roman"/>
                <a:cs typeface="Times New Roman"/>
              </a:rPr>
              <a:t>q.)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84897" y="5209764"/>
            <a:ext cx="5216300" cy="330517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 spc="-10">
                <a:latin typeface="Times New Roman"/>
                <a:cs typeface="Times New Roman"/>
              </a:rPr>
              <a:t>–</a:t>
            </a:r>
            <a:r>
              <a:rPr dirty="0" smtClean="0" sz="2400" spc="-10">
                <a:latin typeface="Times New Roman"/>
                <a:cs typeface="Times New Roman"/>
              </a:rPr>
              <a:t> </a:t>
            </a:r>
            <a:r>
              <a:rPr dirty="0" smtClean="0" sz="2400" spc="-10" b="1">
                <a:latin typeface="Times New Roman"/>
                <a:cs typeface="Times New Roman"/>
              </a:rPr>
              <a:t>NW</a:t>
            </a:r>
            <a:r>
              <a:rPr dirty="0" smtClean="0" sz="2400" spc="-10" b="1">
                <a:latin typeface="Times New Roman"/>
                <a:cs typeface="Times New Roman"/>
              </a:rPr>
              <a:t> </a:t>
            </a:r>
            <a:r>
              <a:rPr dirty="0" smtClean="0" sz="2400" spc="-10" b="1">
                <a:latin typeface="Times New Roman"/>
                <a:cs typeface="Times New Roman"/>
              </a:rPr>
              <a:t>c</a:t>
            </a:r>
            <a:r>
              <a:rPr dirty="0" smtClean="0" sz="2400" spc="-10" b="1">
                <a:latin typeface="Times New Roman"/>
                <a:cs typeface="Times New Roman"/>
              </a:rPr>
              <a:t>ap.</a:t>
            </a:r>
            <a:r>
              <a:rPr dirty="0" smtClean="0" sz="2400" spc="-10" b="1">
                <a:latin typeface="Times New Roman"/>
                <a:cs typeface="Times New Roman"/>
              </a:rPr>
              <a:t> </a:t>
            </a:r>
            <a:r>
              <a:rPr dirty="0" smtClean="0" sz="2400" spc="-10" b="1">
                <a:latin typeface="Times New Roman"/>
                <a:cs typeface="Times New Roman"/>
              </a:rPr>
              <a:t>=</a:t>
            </a:r>
            <a:r>
              <a:rPr dirty="0" smtClean="0" sz="2400" spc="-10" b="1">
                <a:latin typeface="Times New Roman"/>
                <a:cs typeface="Times New Roman"/>
              </a:rPr>
              <a:t> </a:t>
            </a:r>
            <a:r>
              <a:rPr dirty="0" smtClean="0" sz="2400" spc="-10" b="1">
                <a:latin typeface="Times New Roman"/>
                <a:cs typeface="Times New Roman"/>
              </a:rPr>
              <a:t>(1</a:t>
            </a:r>
            <a:r>
              <a:rPr dirty="0" smtClean="0" sz="2400" spc="-10" b="1">
                <a:latin typeface="Times New Roman"/>
                <a:cs typeface="Times New Roman"/>
              </a:rPr>
              <a:t> </a:t>
            </a:r>
            <a:r>
              <a:rPr dirty="0" smtClean="0" sz="2400" spc="-10" b="1">
                <a:latin typeface="Times New Roman"/>
                <a:cs typeface="Times New Roman"/>
              </a:rPr>
              <a:t>+</a:t>
            </a:r>
            <a:r>
              <a:rPr dirty="0" smtClean="0" sz="2400" spc="-10" b="1">
                <a:latin typeface="Times New Roman"/>
                <a:cs typeface="Times New Roman"/>
              </a:rPr>
              <a:t>2</a:t>
            </a:r>
            <a:r>
              <a:rPr dirty="0" smtClean="0" sz="2400" spc="-10" b="1">
                <a:latin typeface="Times New Roman"/>
                <a:cs typeface="Times New Roman"/>
              </a:rPr>
              <a:t> </a:t>
            </a:r>
            <a:r>
              <a:rPr dirty="0" smtClean="0" sz="2400" spc="-10" b="1">
                <a:latin typeface="Times New Roman"/>
                <a:cs typeface="Times New Roman"/>
              </a:rPr>
              <a:t>+</a:t>
            </a:r>
            <a:r>
              <a:rPr dirty="0" smtClean="0" sz="2400" spc="-10" b="1">
                <a:latin typeface="Times New Roman"/>
                <a:cs typeface="Times New Roman"/>
              </a:rPr>
              <a:t>1)*</a:t>
            </a:r>
            <a:r>
              <a:rPr dirty="0" smtClean="0" sz="2400" spc="-10" b="1">
                <a:latin typeface="Times New Roman"/>
                <a:cs typeface="Times New Roman"/>
              </a:rPr>
              <a:t> </a:t>
            </a:r>
            <a:r>
              <a:rPr dirty="0" smtClean="0" sz="2400" spc="-10" b="1">
                <a:latin typeface="Times New Roman"/>
                <a:cs typeface="Times New Roman"/>
              </a:rPr>
              <a:t>300</a:t>
            </a:r>
            <a:r>
              <a:rPr dirty="0" smtClean="0" sz="2400" spc="-10" b="1">
                <a:latin typeface="Times New Roman"/>
                <a:cs typeface="Times New Roman"/>
              </a:rPr>
              <a:t> </a:t>
            </a:r>
            <a:r>
              <a:rPr dirty="0" smtClean="0" sz="2400" spc="-10" b="1">
                <a:latin typeface="Times New Roman"/>
                <a:cs typeface="Times New Roman"/>
              </a:rPr>
              <a:t>=</a:t>
            </a:r>
            <a:r>
              <a:rPr dirty="0" smtClean="0" sz="2400" spc="-10" b="1">
                <a:latin typeface="Times New Roman"/>
                <a:cs typeface="Times New Roman"/>
              </a:rPr>
              <a:t> </a:t>
            </a:r>
            <a:r>
              <a:rPr dirty="0" smtClean="0" sz="2400" spc="-10" b="1">
                <a:latin typeface="Times New Roman"/>
                <a:cs typeface="Times New Roman"/>
              </a:rPr>
              <a:t>1200</a:t>
            </a:r>
            <a:r>
              <a:rPr dirty="0" smtClean="0" sz="2400" spc="-10" b="1">
                <a:latin typeface="Times New Roman"/>
                <a:cs typeface="Times New Roman"/>
              </a:rPr>
              <a:t> </a:t>
            </a:r>
            <a:r>
              <a:rPr dirty="0" smtClean="0" sz="2400" spc="-10" b="1">
                <a:latin typeface="Times New Roman"/>
                <a:cs typeface="Times New Roman"/>
              </a:rPr>
              <a:t>TRX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1140" y="6472848"/>
            <a:ext cx="5475228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o</a:t>
            </a:r>
            <a:r>
              <a:rPr dirty="0" smtClean="0" sz="1800" spc="0" b="1">
                <a:latin typeface="Georgia"/>
                <a:cs typeface="Georgia"/>
              </a:rPr>
              <a:t>d</a:t>
            </a:r>
            <a:r>
              <a:rPr dirty="0" smtClean="0" sz="1800" spc="0" b="1">
                <a:latin typeface="Georgia"/>
                <a:cs typeface="Georgia"/>
              </a:rPr>
              <a:t>ul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3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S</a:t>
            </a:r>
            <a:r>
              <a:rPr dirty="0" smtClean="0" sz="1800" spc="0" b="1">
                <a:latin typeface="Georgia"/>
                <a:cs typeface="Georgia"/>
              </a:rPr>
              <a:t>istem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K</a:t>
            </a:r>
            <a:r>
              <a:rPr dirty="0" smtClean="0" sz="1800" spc="0" b="1">
                <a:latin typeface="Georgia"/>
                <a:cs typeface="Georgia"/>
              </a:rPr>
              <a:t>o</a:t>
            </a: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unik</a:t>
            </a:r>
            <a:r>
              <a:rPr dirty="0" smtClean="0" sz="1800" spc="0" b="1">
                <a:latin typeface="Georgia"/>
                <a:cs typeface="Georgia"/>
              </a:rPr>
              <a:t>a</a:t>
            </a:r>
            <a:r>
              <a:rPr dirty="0" smtClean="0" sz="1800" spc="0" b="1">
                <a:latin typeface="Georgia"/>
                <a:cs typeface="Georgia"/>
              </a:rPr>
              <a:t>si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B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r>
              <a:rPr dirty="0" smtClean="0" sz="1800" spc="0" b="1">
                <a:latin typeface="Georgia"/>
                <a:cs typeface="Georgia"/>
              </a:rPr>
              <a:t>g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r>
              <a:rPr dirty="0" smtClean="0" sz="1800" spc="0" b="1">
                <a:latin typeface="Georgia"/>
                <a:cs typeface="Georgia"/>
              </a:rPr>
              <a:t>a</a:t>
            </a:r>
            <a:r>
              <a:rPr dirty="0" smtClean="0" sz="1800" spc="0" b="1">
                <a:latin typeface="Georgia"/>
                <a:cs typeface="Georgia"/>
              </a:rPr>
              <a:t>k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S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lul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9458960" y="6472848"/>
            <a:ext cx="334065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b="1">
                <a:latin typeface="Georgia"/>
                <a:cs typeface="Georgia"/>
              </a:rPr>
              <a:t>55</a:t>
            </a:r>
            <a:endParaRPr sz="1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bject 18"/>
          <p:cNvSpPr/>
          <p:nvPr/>
        </p:nvSpPr>
        <p:spPr>
          <a:xfrm>
            <a:off x="0" y="6400800"/>
            <a:ext cx="9903460" cy="457196"/>
          </a:xfrm>
          <a:custGeom>
            <a:avLst/>
            <a:gdLst/>
            <a:ahLst/>
            <a:cxnLst/>
            <a:rect l="l" t="t" r="r" b="b"/>
            <a:pathLst>
              <a:path w="9903460" h="457196">
                <a:moveTo>
                  <a:pt x="9903460" y="457196"/>
                </a:moveTo>
                <a:lnTo>
                  <a:pt x="9903460" y="0"/>
                </a:lnTo>
                <a:lnTo>
                  <a:pt x="0" y="0"/>
                </a:lnTo>
                <a:lnTo>
                  <a:pt x="0" y="457196"/>
                </a:lnTo>
                <a:lnTo>
                  <a:pt x="9903460" y="457196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" name="object 19"/>
          <p:cNvSpPr/>
          <p:nvPr/>
        </p:nvSpPr>
        <p:spPr>
          <a:xfrm>
            <a:off x="153670" y="640207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58419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" name="object 16"/>
          <p:cNvSpPr/>
          <p:nvPr/>
        </p:nvSpPr>
        <p:spPr>
          <a:xfrm>
            <a:off x="0" y="0"/>
            <a:ext cx="9903460" cy="609600"/>
          </a:xfrm>
          <a:custGeom>
            <a:avLst/>
            <a:gdLst/>
            <a:ahLst/>
            <a:cxnLst/>
            <a:rect l="l" t="t" r="r" b="b"/>
            <a:pathLst>
              <a:path w="9903460" h="609600">
                <a:moveTo>
                  <a:pt x="0" y="609600"/>
                </a:moveTo>
                <a:lnTo>
                  <a:pt x="9903460" y="609600"/>
                </a:lnTo>
                <a:lnTo>
                  <a:pt x="9903460" y="0"/>
                </a:lnTo>
                <a:lnTo>
                  <a:pt x="0" y="0"/>
                </a:lnTo>
                <a:lnTo>
                  <a:pt x="0" y="60960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" name="object 17"/>
          <p:cNvSpPr/>
          <p:nvPr/>
        </p:nvSpPr>
        <p:spPr>
          <a:xfrm>
            <a:off x="111760" y="60960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76200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2266061" y="68999"/>
            <a:ext cx="5487492" cy="533399"/>
          </a:xfrm>
          <a:prstGeom prst="rect">
            <a:avLst/>
          </a:prstGeom>
        </p:spPr>
        <p:txBody>
          <a:bodyPr wrap="square" lIns="0" tIns="26574" rIns="0" bIns="0" rtlCol="0">
            <a:noAutofit/>
          </a:bodyPr>
          <a:lstStyle/>
          <a:p>
            <a:pPr marL="12700">
              <a:lnSpc>
                <a:spcPts val="4185"/>
              </a:lnSpc>
            </a:pPr>
            <a:r>
              <a:rPr dirty="0" smtClean="0" sz="4000" spc="0">
                <a:latin typeface="Times New Roman"/>
                <a:cs typeface="Times New Roman"/>
              </a:rPr>
              <a:t>Fr</a:t>
            </a:r>
            <a:r>
              <a:rPr dirty="0" smtClean="0" sz="4000" spc="0">
                <a:latin typeface="Times New Roman"/>
                <a:cs typeface="Times New Roman"/>
              </a:rPr>
              <a:t>e</a:t>
            </a:r>
            <a:r>
              <a:rPr dirty="0" smtClean="0" sz="4000" spc="0">
                <a:latin typeface="Times New Roman"/>
                <a:cs typeface="Times New Roman"/>
              </a:rPr>
              <a:t>que</a:t>
            </a:r>
            <a:r>
              <a:rPr dirty="0" smtClean="0" sz="4000" spc="0">
                <a:latin typeface="Times New Roman"/>
                <a:cs typeface="Times New Roman"/>
              </a:rPr>
              <a:t>n</a:t>
            </a:r>
            <a:r>
              <a:rPr dirty="0" smtClean="0" sz="4000" spc="0">
                <a:latin typeface="Times New Roman"/>
                <a:cs typeface="Times New Roman"/>
              </a:rPr>
              <a:t>cy</a:t>
            </a:r>
            <a:r>
              <a:rPr dirty="0" smtClean="0" sz="4000" spc="0">
                <a:latin typeface="Times New Roman"/>
                <a:cs typeface="Times New Roman"/>
              </a:rPr>
              <a:t> </a:t>
            </a:r>
            <a:r>
              <a:rPr dirty="0" smtClean="0" sz="4000" spc="0">
                <a:latin typeface="Times New Roman"/>
                <a:cs typeface="Times New Roman"/>
              </a:rPr>
              <a:t>Plan</a:t>
            </a:r>
            <a:r>
              <a:rPr dirty="0" smtClean="0" sz="4000" spc="0">
                <a:latin typeface="Times New Roman"/>
                <a:cs typeface="Times New Roman"/>
              </a:rPr>
              <a:t> </a:t>
            </a:r>
            <a:r>
              <a:rPr dirty="0" smtClean="0" sz="3600" spc="0">
                <a:latin typeface="Times New Roman"/>
                <a:cs typeface="Times New Roman"/>
              </a:rPr>
              <a:t>Constraints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12457" y="810899"/>
            <a:ext cx="228758" cy="432117"/>
          </a:xfrm>
          <a:prstGeom prst="rect">
            <a:avLst/>
          </a:prstGeom>
        </p:spPr>
        <p:txBody>
          <a:bodyPr wrap="square" lIns="0" tIns="21399" rIns="0" bIns="0" rtlCol="0">
            <a:noAutofit/>
          </a:bodyPr>
          <a:lstStyle/>
          <a:p>
            <a:pPr marL="12700">
              <a:lnSpc>
                <a:spcPts val="3370"/>
              </a:lnSpc>
            </a:pPr>
            <a:r>
              <a:rPr dirty="0" smtClean="0" sz="3200">
                <a:latin typeface="Times New Roman"/>
                <a:cs typeface="Times New Roman"/>
              </a:rPr>
              <a:t>•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94397" y="810899"/>
            <a:ext cx="7373508" cy="3115373"/>
          </a:xfrm>
          <a:prstGeom prst="rect">
            <a:avLst/>
          </a:prstGeom>
        </p:spPr>
        <p:txBody>
          <a:bodyPr wrap="square" lIns="0" tIns="21399" rIns="0" bIns="0" rtlCol="0">
            <a:noAutofit/>
          </a:bodyPr>
          <a:lstStyle/>
          <a:p>
            <a:pPr marL="12700" marR="70098">
              <a:lnSpc>
                <a:spcPts val="3370"/>
              </a:lnSpc>
            </a:pPr>
            <a:r>
              <a:rPr dirty="0" smtClean="0" sz="3200" spc="-3">
                <a:latin typeface="Times New Roman"/>
                <a:cs typeface="Times New Roman"/>
              </a:rPr>
              <a:t>C</a:t>
            </a:r>
            <a:r>
              <a:rPr dirty="0" smtClean="0" sz="3200" spc="-3">
                <a:latin typeface="Times New Roman"/>
                <a:cs typeface="Times New Roman"/>
              </a:rPr>
              <a:t>o</a:t>
            </a:r>
            <a:r>
              <a:rPr dirty="0" smtClean="0" sz="3200" spc="-3">
                <a:latin typeface="Times New Roman"/>
                <a:cs typeface="Times New Roman"/>
              </a:rPr>
              <a:t>-</a:t>
            </a:r>
            <a:r>
              <a:rPr dirty="0" smtClean="0" sz="3200" spc="-3">
                <a:latin typeface="Times New Roman"/>
                <a:cs typeface="Times New Roman"/>
              </a:rPr>
              <a:t>ce</a:t>
            </a:r>
            <a:r>
              <a:rPr dirty="0" smtClean="0" sz="3200" spc="-3">
                <a:latin typeface="Times New Roman"/>
                <a:cs typeface="Times New Roman"/>
              </a:rPr>
              <a:t>l</a:t>
            </a:r>
            <a:r>
              <a:rPr dirty="0" smtClean="0" sz="3200" spc="-3">
                <a:latin typeface="Times New Roman"/>
                <a:cs typeface="Times New Roman"/>
              </a:rPr>
              <a:t>l</a:t>
            </a:r>
            <a:r>
              <a:rPr dirty="0" smtClean="0" sz="3200" spc="-3">
                <a:latin typeface="Times New Roman"/>
                <a:cs typeface="Times New Roman"/>
              </a:rPr>
              <a:t> </a:t>
            </a:r>
            <a:r>
              <a:rPr dirty="0" smtClean="0" sz="3200" spc="-3">
                <a:latin typeface="Times New Roman"/>
                <a:cs typeface="Times New Roman"/>
              </a:rPr>
              <a:t>sep</a:t>
            </a:r>
            <a:r>
              <a:rPr dirty="0" smtClean="0" sz="3200" spc="-3">
                <a:latin typeface="Times New Roman"/>
                <a:cs typeface="Times New Roman"/>
              </a:rPr>
              <a:t>a</a:t>
            </a:r>
            <a:r>
              <a:rPr dirty="0" smtClean="0" sz="3200" spc="-3">
                <a:latin typeface="Times New Roman"/>
                <a:cs typeface="Times New Roman"/>
              </a:rPr>
              <a:t>ra</a:t>
            </a:r>
            <a:r>
              <a:rPr dirty="0" smtClean="0" sz="3200" spc="-3">
                <a:latin typeface="Times New Roman"/>
                <a:cs typeface="Times New Roman"/>
              </a:rPr>
              <a:t>t</a:t>
            </a:r>
            <a:r>
              <a:rPr dirty="0" smtClean="0" sz="3200" spc="-3">
                <a:latin typeface="Times New Roman"/>
                <a:cs typeface="Times New Roman"/>
              </a:rPr>
              <a:t>i</a:t>
            </a:r>
            <a:r>
              <a:rPr dirty="0" smtClean="0" sz="3200" spc="-3">
                <a:latin typeface="Times New Roman"/>
                <a:cs typeface="Times New Roman"/>
              </a:rPr>
              <a:t>on</a:t>
            </a:r>
            <a:endParaRPr sz="3200">
              <a:latin typeface="Times New Roman"/>
              <a:cs typeface="Times New Roman"/>
            </a:endParaRPr>
          </a:p>
          <a:p>
            <a:pPr marL="203200" marR="70098">
              <a:lnSpc>
                <a:spcPct val="95825"/>
              </a:lnSpc>
              <a:spcBef>
                <a:spcPts val="261"/>
              </a:spcBef>
            </a:pPr>
            <a:r>
              <a:rPr dirty="0" smtClean="0" sz="2400" spc="-10">
                <a:latin typeface="Times New Roman"/>
                <a:cs typeface="Times New Roman"/>
              </a:rPr>
              <a:t>–</a:t>
            </a:r>
            <a:r>
              <a:rPr dirty="0" smtClean="0" sz="2400" spc="-10">
                <a:latin typeface="Times New Roman"/>
                <a:cs typeface="Times New Roman"/>
              </a:rPr>
              <a:t> </a:t>
            </a:r>
            <a:r>
              <a:rPr dirty="0" smtClean="0" sz="2400" spc="-10">
                <a:latin typeface="Times New Roman"/>
                <a:cs typeface="Times New Roman"/>
              </a:rPr>
              <a:t>e.g.</a:t>
            </a:r>
            <a:r>
              <a:rPr dirty="0" smtClean="0" sz="2400" spc="-10">
                <a:latin typeface="Times New Roman"/>
                <a:cs typeface="Times New Roman"/>
              </a:rPr>
              <a:t> </a:t>
            </a:r>
            <a:r>
              <a:rPr dirty="0" smtClean="0" sz="2400" spc="-10">
                <a:latin typeface="Times New Roman"/>
                <a:cs typeface="Times New Roman"/>
              </a:rPr>
              <a:t>3</a:t>
            </a:r>
            <a:r>
              <a:rPr dirty="0" smtClean="0" sz="2400" spc="-10">
                <a:latin typeface="Times New Roman"/>
                <a:cs typeface="Times New Roman"/>
              </a:rPr>
              <a:t> </a:t>
            </a:r>
            <a:r>
              <a:rPr dirty="0" smtClean="0" sz="2400" spc="-10">
                <a:latin typeface="Times New Roman"/>
                <a:cs typeface="Times New Roman"/>
              </a:rPr>
              <a:t>(4</a:t>
            </a:r>
            <a:r>
              <a:rPr dirty="0" smtClean="0" sz="2400" spc="-10">
                <a:latin typeface="Times New Roman"/>
                <a:cs typeface="Times New Roman"/>
              </a:rPr>
              <a:t> </a:t>
            </a:r>
            <a:r>
              <a:rPr dirty="0" smtClean="0" sz="2400" spc="-10">
                <a:latin typeface="Times New Roman"/>
                <a:cs typeface="Times New Roman"/>
              </a:rPr>
              <a:t>for</a:t>
            </a:r>
            <a:r>
              <a:rPr dirty="0" smtClean="0" sz="2400" spc="-10">
                <a:latin typeface="Times New Roman"/>
                <a:cs typeface="Times New Roman"/>
              </a:rPr>
              <a:t> </a:t>
            </a:r>
            <a:r>
              <a:rPr dirty="0" smtClean="0" sz="2400" spc="-10">
                <a:latin typeface="Times New Roman"/>
                <a:cs typeface="Times New Roman"/>
              </a:rPr>
              <a:t>G</a:t>
            </a:r>
            <a:r>
              <a:rPr dirty="0" smtClean="0" sz="2400" spc="-10">
                <a:latin typeface="Times New Roman"/>
                <a:cs typeface="Times New Roman"/>
              </a:rPr>
              <a:t>S</a:t>
            </a:r>
            <a:r>
              <a:rPr dirty="0" smtClean="0" sz="2400" spc="-10">
                <a:latin typeface="Times New Roman"/>
                <a:cs typeface="Times New Roman"/>
              </a:rPr>
              <a:t>M1800)</a:t>
            </a:r>
            <a:endParaRPr sz="2400">
              <a:latin typeface="Times New Roman"/>
              <a:cs typeface="Times New Roman"/>
            </a:endParaRPr>
          </a:p>
          <a:p>
            <a:pPr marL="203200">
              <a:lnSpc>
                <a:spcPct val="95825"/>
              </a:lnSpc>
              <a:spcBef>
                <a:spcPts val="400"/>
              </a:spcBef>
            </a:pPr>
            <a:r>
              <a:rPr dirty="0" smtClean="0" sz="2400" spc="-6">
                <a:latin typeface="Times New Roman"/>
                <a:cs typeface="Times New Roman"/>
              </a:rPr>
              <a:t>–</a:t>
            </a:r>
            <a:r>
              <a:rPr dirty="0" smtClean="0" sz="2400" spc="-6">
                <a:latin typeface="Times New Roman"/>
                <a:cs typeface="Times New Roman"/>
              </a:rPr>
              <a:t> </a:t>
            </a:r>
            <a:r>
              <a:rPr dirty="0" smtClean="0" sz="2400" spc="-6">
                <a:latin typeface="Times New Roman"/>
                <a:cs typeface="Times New Roman"/>
              </a:rPr>
              <a:t>600</a:t>
            </a:r>
            <a:r>
              <a:rPr dirty="0" smtClean="0" sz="2400" spc="-6">
                <a:latin typeface="Times New Roman"/>
                <a:cs typeface="Times New Roman"/>
              </a:rPr>
              <a:t> </a:t>
            </a:r>
            <a:r>
              <a:rPr dirty="0" smtClean="0" sz="2400" spc="-6">
                <a:latin typeface="Times New Roman"/>
                <a:cs typeface="Times New Roman"/>
              </a:rPr>
              <a:t>(800</a:t>
            </a:r>
            <a:r>
              <a:rPr dirty="0" smtClean="0" sz="2400" spc="-6">
                <a:latin typeface="Times New Roman"/>
                <a:cs typeface="Times New Roman"/>
              </a:rPr>
              <a:t> </a:t>
            </a:r>
            <a:r>
              <a:rPr dirty="0" smtClean="0" sz="2400" spc="-6">
                <a:latin typeface="Times New Roman"/>
                <a:cs typeface="Times New Roman"/>
              </a:rPr>
              <a:t>)</a:t>
            </a:r>
            <a:r>
              <a:rPr dirty="0" smtClean="0" sz="2400" spc="-6">
                <a:latin typeface="Times New Roman"/>
                <a:cs typeface="Times New Roman"/>
              </a:rPr>
              <a:t> </a:t>
            </a:r>
            <a:r>
              <a:rPr dirty="0" smtClean="0" sz="2400" spc="-6">
                <a:latin typeface="Times New Roman"/>
                <a:cs typeface="Times New Roman"/>
              </a:rPr>
              <a:t>kHz</a:t>
            </a:r>
            <a:r>
              <a:rPr dirty="0" smtClean="0" sz="2400" spc="-6">
                <a:latin typeface="Times New Roman"/>
                <a:cs typeface="Times New Roman"/>
              </a:rPr>
              <a:t> </a:t>
            </a:r>
            <a:r>
              <a:rPr dirty="0" smtClean="0" sz="2400" spc="-6">
                <a:latin typeface="Times New Roman"/>
                <a:cs typeface="Times New Roman"/>
              </a:rPr>
              <a:t>spa</a:t>
            </a:r>
            <a:r>
              <a:rPr dirty="0" smtClean="0" sz="2400" spc="-6">
                <a:latin typeface="Times New Roman"/>
                <a:cs typeface="Times New Roman"/>
              </a:rPr>
              <a:t>c</a:t>
            </a:r>
            <a:r>
              <a:rPr dirty="0" smtClean="0" sz="2400" spc="-6">
                <a:latin typeface="Times New Roman"/>
                <a:cs typeface="Times New Roman"/>
              </a:rPr>
              <a:t>i</a:t>
            </a:r>
            <a:r>
              <a:rPr dirty="0" smtClean="0" sz="2400" spc="-6">
                <a:latin typeface="Times New Roman"/>
                <a:cs typeface="Times New Roman"/>
              </a:rPr>
              <a:t>ng</a:t>
            </a:r>
            <a:r>
              <a:rPr dirty="0" smtClean="0" sz="2400" spc="-6">
                <a:latin typeface="Times New Roman"/>
                <a:cs typeface="Times New Roman"/>
              </a:rPr>
              <a:t> </a:t>
            </a:r>
            <a:r>
              <a:rPr dirty="0" smtClean="0" sz="2400" spc="-6">
                <a:latin typeface="Times New Roman"/>
                <a:cs typeface="Times New Roman"/>
              </a:rPr>
              <a:t>b</a:t>
            </a:r>
            <a:r>
              <a:rPr dirty="0" smtClean="0" sz="2400" spc="-6">
                <a:latin typeface="Times New Roman"/>
                <a:cs typeface="Times New Roman"/>
              </a:rPr>
              <a:t>e</a:t>
            </a:r>
            <a:r>
              <a:rPr dirty="0" smtClean="0" sz="2400" spc="-6">
                <a:latin typeface="Times New Roman"/>
                <a:cs typeface="Times New Roman"/>
              </a:rPr>
              <a:t>t</a:t>
            </a:r>
            <a:r>
              <a:rPr dirty="0" smtClean="0" sz="2400" spc="-6">
                <a:latin typeface="Times New Roman"/>
                <a:cs typeface="Times New Roman"/>
              </a:rPr>
              <a:t>we</a:t>
            </a:r>
            <a:r>
              <a:rPr dirty="0" smtClean="0" sz="2400" spc="-6">
                <a:latin typeface="Times New Roman"/>
                <a:cs typeface="Times New Roman"/>
              </a:rPr>
              <a:t>e</a:t>
            </a:r>
            <a:r>
              <a:rPr dirty="0" smtClean="0" sz="2400" spc="-6">
                <a:latin typeface="Times New Roman"/>
                <a:cs typeface="Times New Roman"/>
              </a:rPr>
              <a:t>n</a:t>
            </a:r>
            <a:r>
              <a:rPr dirty="0" smtClean="0" sz="2400" spc="-6">
                <a:latin typeface="Times New Roman"/>
                <a:cs typeface="Times New Roman"/>
              </a:rPr>
              <a:t> </a:t>
            </a:r>
            <a:r>
              <a:rPr dirty="0" smtClean="0" sz="2400" spc="-6">
                <a:latin typeface="Times New Roman"/>
                <a:cs typeface="Times New Roman"/>
              </a:rPr>
              <a:t>fre</a:t>
            </a:r>
            <a:r>
              <a:rPr dirty="0" smtClean="0" sz="2400" spc="-6">
                <a:latin typeface="Times New Roman"/>
                <a:cs typeface="Times New Roman"/>
              </a:rPr>
              <a:t>q</a:t>
            </a:r>
            <a:r>
              <a:rPr dirty="0" smtClean="0" sz="2400" spc="-6">
                <a:latin typeface="Times New Roman"/>
                <a:cs typeface="Times New Roman"/>
              </a:rPr>
              <a:t>u</a:t>
            </a:r>
            <a:r>
              <a:rPr dirty="0" smtClean="0" sz="2400" spc="-6">
                <a:latin typeface="Times New Roman"/>
                <a:cs typeface="Times New Roman"/>
              </a:rPr>
              <a:t>e</a:t>
            </a:r>
            <a:r>
              <a:rPr dirty="0" smtClean="0" sz="2400" spc="-6">
                <a:latin typeface="Times New Roman"/>
                <a:cs typeface="Times New Roman"/>
              </a:rPr>
              <a:t>n</a:t>
            </a:r>
            <a:r>
              <a:rPr dirty="0" smtClean="0" sz="2400" spc="-6">
                <a:latin typeface="Times New Roman"/>
                <a:cs typeface="Times New Roman"/>
              </a:rPr>
              <a:t>c</a:t>
            </a:r>
            <a:r>
              <a:rPr dirty="0" smtClean="0" sz="2400" spc="-6">
                <a:latin typeface="Times New Roman"/>
                <a:cs typeface="Times New Roman"/>
              </a:rPr>
              <a:t>i</a:t>
            </a:r>
            <a:r>
              <a:rPr dirty="0" smtClean="0" sz="2400" spc="-6">
                <a:latin typeface="Times New Roman"/>
                <a:cs typeface="Times New Roman"/>
              </a:rPr>
              <a:t>es</a:t>
            </a:r>
            <a:r>
              <a:rPr dirty="0" smtClean="0" sz="2400" spc="-6">
                <a:latin typeface="Times New Roman"/>
                <a:cs typeface="Times New Roman"/>
              </a:rPr>
              <a:t> </a:t>
            </a:r>
            <a:r>
              <a:rPr dirty="0" smtClean="0" sz="2400" spc="-6">
                <a:latin typeface="Times New Roman"/>
                <a:cs typeface="Times New Roman"/>
              </a:rPr>
              <a:t>i</a:t>
            </a:r>
            <a:r>
              <a:rPr dirty="0" smtClean="0" sz="2400" spc="-6">
                <a:latin typeface="Times New Roman"/>
                <a:cs typeface="Times New Roman"/>
              </a:rPr>
              <a:t>n</a:t>
            </a:r>
            <a:r>
              <a:rPr dirty="0" smtClean="0" sz="2400" spc="-6">
                <a:latin typeface="Times New Roman"/>
                <a:cs typeface="Times New Roman"/>
              </a:rPr>
              <a:t> </a:t>
            </a:r>
            <a:r>
              <a:rPr dirty="0" smtClean="0" sz="2400" spc="-6">
                <a:latin typeface="Times New Roman"/>
                <a:cs typeface="Times New Roman"/>
              </a:rPr>
              <a:t>t</a:t>
            </a:r>
            <a:r>
              <a:rPr dirty="0" smtClean="0" sz="2400" spc="-6">
                <a:latin typeface="Times New Roman"/>
                <a:cs typeface="Times New Roman"/>
              </a:rPr>
              <a:t>he</a:t>
            </a:r>
            <a:r>
              <a:rPr dirty="0" smtClean="0" sz="2400" spc="-6">
                <a:latin typeface="Times New Roman"/>
                <a:cs typeface="Times New Roman"/>
              </a:rPr>
              <a:t> </a:t>
            </a:r>
            <a:r>
              <a:rPr dirty="0" smtClean="0" sz="2400" spc="-6">
                <a:latin typeface="Times New Roman"/>
                <a:cs typeface="Times New Roman"/>
              </a:rPr>
              <a:t>sa</a:t>
            </a:r>
            <a:r>
              <a:rPr dirty="0" smtClean="0" sz="2400" spc="-6">
                <a:latin typeface="Times New Roman"/>
                <a:cs typeface="Times New Roman"/>
              </a:rPr>
              <a:t>m</a:t>
            </a:r>
            <a:r>
              <a:rPr dirty="0" smtClean="0" sz="2400" spc="-6">
                <a:latin typeface="Times New Roman"/>
                <a:cs typeface="Times New Roman"/>
              </a:rPr>
              <a:t>e</a:t>
            </a:r>
            <a:endParaRPr sz="2400">
              <a:latin typeface="Times New Roman"/>
              <a:cs typeface="Times New Roman"/>
            </a:endParaRPr>
          </a:p>
          <a:p>
            <a:pPr marL="12700" marR="70098">
              <a:lnSpc>
                <a:spcPct val="95825"/>
              </a:lnSpc>
              <a:spcBef>
                <a:spcPts val="535"/>
              </a:spcBef>
            </a:pPr>
            <a:r>
              <a:rPr dirty="0" smtClean="0" sz="3200" spc="-1">
                <a:latin typeface="Times New Roman"/>
                <a:cs typeface="Times New Roman"/>
              </a:rPr>
              <a:t>C</a:t>
            </a:r>
            <a:r>
              <a:rPr dirty="0" smtClean="0" sz="3200" spc="-1">
                <a:latin typeface="Times New Roman"/>
                <a:cs typeface="Times New Roman"/>
              </a:rPr>
              <a:t>o</a:t>
            </a:r>
            <a:r>
              <a:rPr dirty="0" smtClean="0" sz="3200" spc="-1">
                <a:latin typeface="Times New Roman"/>
                <a:cs typeface="Times New Roman"/>
              </a:rPr>
              <a:t>-</a:t>
            </a:r>
            <a:r>
              <a:rPr dirty="0" smtClean="0" sz="3200" spc="-1">
                <a:latin typeface="Times New Roman"/>
                <a:cs typeface="Times New Roman"/>
              </a:rPr>
              <a:t>s</a:t>
            </a:r>
            <a:r>
              <a:rPr dirty="0" smtClean="0" sz="3200" spc="-1">
                <a:latin typeface="Times New Roman"/>
                <a:cs typeface="Times New Roman"/>
              </a:rPr>
              <a:t>i</a:t>
            </a:r>
            <a:r>
              <a:rPr dirty="0" smtClean="0" sz="3200" spc="-1">
                <a:latin typeface="Times New Roman"/>
                <a:cs typeface="Times New Roman"/>
              </a:rPr>
              <a:t>te</a:t>
            </a:r>
            <a:r>
              <a:rPr dirty="0" smtClean="0" sz="3200" spc="-1">
                <a:latin typeface="Times New Roman"/>
                <a:cs typeface="Times New Roman"/>
              </a:rPr>
              <a:t> </a:t>
            </a:r>
            <a:r>
              <a:rPr dirty="0" smtClean="0" sz="3200" spc="-1">
                <a:latin typeface="Times New Roman"/>
                <a:cs typeface="Times New Roman"/>
              </a:rPr>
              <a:t>sepa</a:t>
            </a:r>
            <a:r>
              <a:rPr dirty="0" smtClean="0" sz="3200" spc="-1">
                <a:latin typeface="Times New Roman"/>
                <a:cs typeface="Times New Roman"/>
              </a:rPr>
              <a:t>r</a:t>
            </a:r>
            <a:r>
              <a:rPr dirty="0" smtClean="0" sz="3200" spc="-1">
                <a:latin typeface="Times New Roman"/>
                <a:cs typeface="Times New Roman"/>
              </a:rPr>
              <a:t>a</a:t>
            </a:r>
            <a:r>
              <a:rPr dirty="0" smtClean="0" sz="3200" spc="-1">
                <a:latin typeface="Times New Roman"/>
                <a:cs typeface="Times New Roman"/>
              </a:rPr>
              <a:t>t</a:t>
            </a:r>
            <a:r>
              <a:rPr dirty="0" smtClean="0" sz="3200" spc="-1">
                <a:latin typeface="Times New Roman"/>
                <a:cs typeface="Times New Roman"/>
              </a:rPr>
              <a:t>i</a:t>
            </a:r>
            <a:r>
              <a:rPr dirty="0" smtClean="0" sz="3200" spc="-1">
                <a:latin typeface="Times New Roman"/>
                <a:cs typeface="Times New Roman"/>
              </a:rPr>
              <a:t>o</a:t>
            </a:r>
            <a:r>
              <a:rPr dirty="0" smtClean="0" sz="3200" spc="-1">
                <a:latin typeface="Times New Roman"/>
                <a:cs typeface="Times New Roman"/>
              </a:rPr>
              <a:t>n</a:t>
            </a:r>
            <a:endParaRPr sz="3200">
              <a:latin typeface="Times New Roman"/>
              <a:cs typeface="Times New Roman"/>
            </a:endParaRPr>
          </a:p>
          <a:p>
            <a:pPr marL="203200" marR="70098">
              <a:lnSpc>
                <a:spcPct val="95825"/>
              </a:lnSpc>
              <a:spcBef>
                <a:spcPts val="425"/>
              </a:spcBef>
            </a:pPr>
            <a:r>
              <a:rPr dirty="0" smtClean="0" sz="2400" spc="-33">
                <a:latin typeface="Times New Roman"/>
                <a:cs typeface="Times New Roman"/>
              </a:rPr>
              <a:t>–</a:t>
            </a:r>
            <a:r>
              <a:rPr dirty="0" smtClean="0" sz="2400" spc="-33">
                <a:latin typeface="Times New Roman"/>
                <a:cs typeface="Times New Roman"/>
              </a:rPr>
              <a:t> </a:t>
            </a:r>
            <a:r>
              <a:rPr dirty="0" smtClean="0" sz="2400" spc="-33">
                <a:latin typeface="Times New Roman"/>
                <a:cs typeface="Times New Roman"/>
              </a:rPr>
              <a:t>e</a:t>
            </a:r>
            <a:r>
              <a:rPr dirty="0" smtClean="0" sz="2400" spc="-33">
                <a:latin typeface="Times New Roman"/>
                <a:cs typeface="Times New Roman"/>
              </a:rPr>
              <a:t>.</a:t>
            </a:r>
            <a:r>
              <a:rPr dirty="0" smtClean="0" sz="2400" spc="-33">
                <a:latin typeface="Times New Roman"/>
                <a:cs typeface="Times New Roman"/>
              </a:rPr>
              <a:t>g.</a:t>
            </a:r>
            <a:r>
              <a:rPr dirty="0" smtClean="0" sz="2400" spc="-33">
                <a:latin typeface="Times New Roman"/>
                <a:cs typeface="Times New Roman"/>
              </a:rPr>
              <a:t> </a:t>
            </a:r>
            <a:r>
              <a:rPr dirty="0" smtClean="0" sz="2400" spc="-33"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  <a:p>
            <a:pPr marL="203200" marR="70098">
              <a:lnSpc>
                <a:spcPct val="95825"/>
              </a:lnSpc>
              <a:spcBef>
                <a:spcPts val="400"/>
              </a:spcBef>
            </a:pPr>
            <a:r>
              <a:rPr dirty="0" smtClean="0" sz="2400" spc="-5">
                <a:latin typeface="Times New Roman"/>
                <a:cs typeface="Times New Roman"/>
              </a:rPr>
              <a:t>–</a:t>
            </a:r>
            <a:r>
              <a:rPr dirty="0" smtClean="0" sz="2400" spc="-5">
                <a:latin typeface="Times New Roman"/>
                <a:cs typeface="Times New Roman"/>
              </a:rPr>
              <a:t> </a:t>
            </a:r>
            <a:r>
              <a:rPr dirty="0" smtClean="0" sz="2400" spc="-5">
                <a:latin typeface="Times New Roman"/>
                <a:cs typeface="Times New Roman"/>
              </a:rPr>
              <a:t>400</a:t>
            </a:r>
            <a:r>
              <a:rPr dirty="0" smtClean="0" sz="2400" spc="-5">
                <a:latin typeface="Times New Roman"/>
                <a:cs typeface="Times New Roman"/>
              </a:rPr>
              <a:t> </a:t>
            </a:r>
            <a:r>
              <a:rPr dirty="0" smtClean="0" sz="2400" spc="-5">
                <a:latin typeface="Times New Roman"/>
                <a:cs typeface="Times New Roman"/>
              </a:rPr>
              <a:t>kHz</a:t>
            </a:r>
            <a:r>
              <a:rPr dirty="0" smtClean="0" sz="2400" spc="-5">
                <a:latin typeface="Times New Roman"/>
                <a:cs typeface="Times New Roman"/>
              </a:rPr>
              <a:t> </a:t>
            </a:r>
            <a:r>
              <a:rPr dirty="0" smtClean="0" sz="2400" spc="-5">
                <a:latin typeface="Times New Roman"/>
                <a:cs typeface="Times New Roman"/>
              </a:rPr>
              <a:t>s</a:t>
            </a:r>
            <a:r>
              <a:rPr dirty="0" smtClean="0" sz="2400" spc="-5">
                <a:latin typeface="Times New Roman"/>
                <a:cs typeface="Times New Roman"/>
              </a:rPr>
              <a:t>pa</a:t>
            </a:r>
            <a:r>
              <a:rPr dirty="0" smtClean="0" sz="2400" spc="-5">
                <a:latin typeface="Times New Roman"/>
                <a:cs typeface="Times New Roman"/>
              </a:rPr>
              <a:t>c</a:t>
            </a:r>
            <a:r>
              <a:rPr dirty="0" smtClean="0" sz="2400" spc="-5">
                <a:latin typeface="Times New Roman"/>
                <a:cs typeface="Times New Roman"/>
              </a:rPr>
              <a:t>i</a:t>
            </a:r>
            <a:r>
              <a:rPr dirty="0" smtClean="0" sz="2400" spc="-5">
                <a:latin typeface="Times New Roman"/>
                <a:cs typeface="Times New Roman"/>
              </a:rPr>
              <a:t>n</a:t>
            </a:r>
            <a:r>
              <a:rPr dirty="0" smtClean="0" sz="2400" spc="-5">
                <a:latin typeface="Times New Roman"/>
                <a:cs typeface="Times New Roman"/>
              </a:rPr>
              <a:t>g</a:t>
            </a:r>
            <a:r>
              <a:rPr dirty="0" smtClean="0" sz="2400" spc="-5">
                <a:latin typeface="Times New Roman"/>
                <a:cs typeface="Times New Roman"/>
              </a:rPr>
              <a:t> </a:t>
            </a:r>
            <a:r>
              <a:rPr dirty="0" smtClean="0" sz="2400" spc="-5">
                <a:latin typeface="Times New Roman"/>
                <a:cs typeface="Times New Roman"/>
              </a:rPr>
              <a:t>be</a:t>
            </a:r>
            <a:r>
              <a:rPr dirty="0" smtClean="0" sz="2400" spc="-5">
                <a:latin typeface="Times New Roman"/>
                <a:cs typeface="Times New Roman"/>
              </a:rPr>
              <a:t>t</a:t>
            </a:r>
            <a:r>
              <a:rPr dirty="0" smtClean="0" sz="2400" spc="-5">
                <a:latin typeface="Times New Roman"/>
                <a:cs typeface="Times New Roman"/>
              </a:rPr>
              <a:t>ween</a:t>
            </a:r>
            <a:r>
              <a:rPr dirty="0" smtClean="0" sz="2400" spc="-5">
                <a:latin typeface="Times New Roman"/>
                <a:cs typeface="Times New Roman"/>
              </a:rPr>
              <a:t> </a:t>
            </a:r>
            <a:r>
              <a:rPr dirty="0" smtClean="0" sz="2400" spc="-5">
                <a:latin typeface="Times New Roman"/>
                <a:cs typeface="Times New Roman"/>
              </a:rPr>
              <a:t>frequ</a:t>
            </a:r>
            <a:r>
              <a:rPr dirty="0" smtClean="0" sz="2400" spc="-5">
                <a:latin typeface="Times New Roman"/>
                <a:cs typeface="Times New Roman"/>
              </a:rPr>
              <a:t>e</a:t>
            </a:r>
            <a:r>
              <a:rPr dirty="0" smtClean="0" sz="2400" spc="-5">
                <a:latin typeface="Times New Roman"/>
                <a:cs typeface="Times New Roman"/>
              </a:rPr>
              <a:t>nc</a:t>
            </a:r>
            <a:r>
              <a:rPr dirty="0" smtClean="0" sz="2400" spc="-5">
                <a:latin typeface="Times New Roman"/>
                <a:cs typeface="Times New Roman"/>
              </a:rPr>
              <a:t>i</a:t>
            </a:r>
            <a:r>
              <a:rPr dirty="0" smtClean="0" sz="2400" spc="-5">
                <a:latin typeface="Times New Roman"/>
                <a:cs typeface="Times New Roman"/>
              </a:rPr>
              <a:t>es</a:t>
            </a:r>
            <a:r>
              <a:rPr dirty="0" smtClean="0" sz="2400" spc="-5">
                <a:latin typeface="Times New Roman"/>
                <a:cs typeface="Times New Roman"/>
              </a:rPr>
              <a:t> </a:t>
            </a:r>
            <a:r>
              <a:rPr dirty="0" smtClean="0" sz="2400" spc="-5">
                <a:latin typeface="Times New Roman"/>
                <a:cs typeface="Times New Roman"/>
              </a:rPr>
              <a:t>on</a:t>
            </a:r>
            <a:r>
              <a:rPr dirty="0" smtClean="0" sz="2400" spc="-5">
                <a:latin typeface="Times New Roman"/>
                <a:cs typeface="Times New Roman"/>
              </a:rPr>
              <a:t> </a:t>
            </a:r>
            <a:r>
              <a:rPr dirty="0" smtClean="0" sz="2400" spc="-5">
                <a:latin typeface="Times New Roman"/>
                <a:cs typeface="Times New Roman"/>
              </a:rPr>
              <a:t>the</a:t>
            </a:r>
            <a:r>
              <a:rPr dirty="0" smtClean="0" sz="2400" spc="-5">
                <a:latin typeface="Times New Roman"/>
                <a:cs typeface="Times New Roman"/>
              </a:rPr>
              <a:t> </a:t>
            </a:r>
            <a:r>
              <a:rPr dirty="0" smtClean="0" sz="2400" spc="-5">
                <a:latin typeface="Times New Roman"/>
                <a:cs typeface="Times New Roman"/>
              </a:rPr>
              <a:t>sa</a:t>
            </a:r>
            <a:r>
              <a:rPr dirty="0" smtClean="0" sz="2400" spc="-5">
                <a:latin typeface="Times New Roman"/>
                <a:cs typeface="Times New Roman"/>
              </a:rPr>
              <a:t>m</a:t>
            </a:r>
            <a:r>
              <a:rPr dirty="0" smtClean="0" sz="2400" spc="-5">
                <a:latin typeface="Times New Roman"/>
                <a:cs typeface="Times New Roman"/>
              </a:rPr>
              <a:t>e</a:t>
            </a:r>
            <a:r>
              <a:rPr dirty="0" smtClean="0" sz="2400" spc="-5">
                <a:latin typeface="Times New Roman"/>
                <a:cs typeface="Times New Roman"/>
              </a:rPr>
              <a:t> </a:t>
            </a:r>
            <a:r>
              <a:rPr dirty="0" smtClean="0" sz="2400" spc="-5">
                <a:latin typeface="Times New Roman"/>
                <a:cs typeface="Times New Roman"/>
              </a:rPr>
              <a:t>si</a:t>
            </a:r>
            <a:r>
              <a:rPr dirty="0" smtClean="0" sz="2400" spc="-5">
                <a:latin typeface="Times New Roman"/>
                <a:cs typeface="Times New Roman"/>
              </a:rPr>
              <a:t>t</a:t>
            </a:r>
            <a:r>
              <a:rPr dirty="0" smtClean="0" sz="2400" spc="-5">
                <a:latin typeface="Times New Roman"/>
                <a:cs typeface="Times New Roman"/>
              </a:rPr>
              <a:t>e</a:t>
            </a:r>
            <a:endParaRPr sz="2400">
              <a:latin typeface="Times New Roman"/>
              <a:cs typeface="Times New Roman"/>
            </a:endParaRPr>
          </a:p>
          <a:p>
            <a:pPr marL="12700" marR="53229">
              <a:lnSpc>
                <a:spcPct val="95825"/>
              </a:lnSpc>
              <a:spcBef>
                <a:spcPts val="533"/>
              </a:spcBef>
            </a:pPr>
            <a:r>
              <a:rPr dirty="0" smtClean="0" sz="3200" spc="-1">
                <a:latin typeface="Times New Roman"/>
                <a:cs typeface="Times New Roman"/>
              </a:rPr>
              <a:t>C</a:t>
            </a:r>
            <a:r>
              <a:rPr dirty="0" smtClean="0" sz="3200" spc="-1">
                <a:latin typeface="Times New Roman"/>
                <a:cs typeface="Times New Roman"/>
              </a:rPr>
              <a:t>o</a:t>
            </a:r>
            <a:r>
              <a:rPr dirty="0" smtClean="0" sz="3200" spc="-1">
                <a:latin typeface="Times New Roman"/>
                <a:cs typeface="Times New Roman"/>
              </a:rPr>
              <a:t>-</a:t>
            </a:r>
            <a:r>
              <a:rPr dirty="0" smtClean="0" sz="3200" spc="-1">
                <a:latin typeface="Times New Roman"/>
                <a:cs typeface="Times New Roman"/>
              </a:rPr>
              <a:t>channel</a:t>
            </a:r>
            <a:r>
              <a:rPr dirty="0" smtClean="0" sz="3200" spc="-1">
                <a:latin typeface="Times New Roman"/>
                <a:cs typeface="Times New Roman"/>
              </a:rPr>
              <a:t> </a:t>
            </a:r>
            <a:r>
              <a:rPr dirty="0" smtClean="0" sz="3200" spc="-1">
                <a:latin typeface="Times New Roman"/>
                <a:cs typeface="Times New Roman"/>
              </a:rPr>
              <a:t>i</a:t>
            </a:r>
            <a:r>
              <a:rPr dirty="0" smtClean="0" sz="3200" spc="-1">
                <a:latin typeface="Times New Roman"/>
                <a:cs typeface="Times New Roman"/>
              </a:rPr>
              <a:t>n</a:t>
            </a:r>
            <a:r>
              <a:rPr dirty="0" smtClean="0" sz="3200" spc="-1">
                <a:latin typeface="Times New Roman"/>
                <a:cs typeface="Times New Roman"/>
              </a:rPr>
              <a:t>t</a:t>
            </a:r>
            <a:r>
              <a:rPr dirty="0" smtClean="0" sz="3200" spc="-1">
                <a:latin typeface="Times New Roman"/>
                <a:cs typeface="Times New Roman"/>
              </a:rPr>
              <a:t>er</a:t>
            </a:r>
            <a:r>
              <a:rPr dirty="0" smtClean="0" sz="3200" spc="-1">
                <a:latin typeface="Times New Roman"/>
                <a:cs typeface="Times New Roman"/>
              </a:rPr>
              <a:t>f</a:t>
            </a:r>
            <a:r>
              <a:rPr dirty="0" smtClean="0" sz="3200" spc="-1">
                <a:latin typeface="Times New Roman"/>
                <a:cs typeface="Times New Roman"/>
              </a:rPr>
              <a:t>er</a:t>
            </a:r>
            <a:r>
              <a:rPr dirty="0" smtClean="0" sz="3200" spc="-1">
                <a:latin typeface="Times New Roman"/>
                <a:cs typeface="Times New Roman"/>
              </a:rPr>
              <a:t>e</a:t>
            </a:r>
            <a:r>
              <a:rPr dirty="0" smtClean="0" sz="3200" spc="-1">
                <a:latin typeface="Times New Roman"/>
                <a:cs typeface="Times New Roman"/>
              </a:rPr>
              <a:t>nces</a:t>
            </a:r>
            <a:r>
              <a:rPr dirty="0" smtClean="0" sz="3200" spc="-1">
                <a:latin typeface="Times New Roman"/>
                <a:cs typeface="Times New Roman"/>
              </a:rPr>
              <a:t> </a:t>
            </a:r>
            <a:r>
              <a:rPr dirty="0" smtClean="0" sz="3200" spc="-1">
                <a:latin typeface="Times New Roman"/>
                <a:cs typeface="Times New Roman"/>
              </a:rPr>
              <a:t>f</a:t>
            </a:r>
            <a:r>
              <a:rPr dirty="0" smtClean="0" sz="3200" spc="-1">
                <a:latin typeface="Times New Roman"/>
                <a:cs typeface="Times New Roman"/>
              </a:rPr>
              <a:t>r</a:t>
            </a:r>
            <a:r>
              <a:rPr dirty="0" smtClean="0" sz="3200" spc="-1">
                <a:latin typeface="Times New Roman"/>
                <a:cs typeface="Times New Roman"/>
              </a:rPr>
              <a:t>om</a:t>
            </a:r>
            <a:r>
              <a:rPr dirty="0" smtClean="0" sz="3200" spc="-1">
                <a:latin typeface="Times New Roman"/>
                <a:cs typeface="Times New Roman"/>
              </a:rPr>
              <a:t> </a:t>
            </a:r>
            <a:r>
              <a:rPr dirty="0" smtClean="0" sz="3200" spc="-1">
                <a:latin typeface="Times New Roman"/>
                <a:cs typeface="Times New Roman"/>
              </a:rPr>
              <a:t>ne</a:t>
            </a:r>
            <a:r>
              <a:rPr dirty="0" smtClean="0" sz="3200" spc="-1">
                <a:latin typeface="Times New Roman"/>
                <a:cs typeface="Times New Roman"/>
              </a:rPr>
              <a:t>i</a:t>
            </a:r>
            <a:r>
              <a:rPr dirty="0" smtClean="0" sz="3200" spc="-1">
                <a:latin typeface="Times New Roman"/>
                <a:cs typeface="Times New Roman"/>
              </a:rPr>
              <a:t>ghbou</a:t>
            </a:r>
            <a:r>
              <a:rPr dirty="0" smtClean="0" sz="3200" spc="-1">
                <a:latin typeface="Times New Roman"/>
                <a:cs typeface="Times New Roman"/>
              </a:rPr>
              <a:t>r</a:t>
            </a:r>
            <a:r>
              <a:rPr dirty="0" smtClean="0" sz="3200" spc="-1">
                <a:latin typeface="Times New Roman"/>
                <a:cs typeface="Times New Roman"/>
              </a:rPr>
              <a:t>i</a:t>
            </a:r>
            <a:r>
              <a:rPr dirty="0" smtClean="0" sz="3200" spc="-1">
                <a:latin typeface="Times New Roman"/>
                <a:cs typeface="Times New Roman"/>
              </a:rPr>
              <a:t>ng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249907" y="1721074"/>
            <a:ext cx="509011" cy="330517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 spc="-4">
                <a:latin typeface="Times New Roman"/>
                <a:cs typeface="Times New Roman"/>
              </a:rPr>
              <a:t>c</a:t>
            </a:r>
            <a:r>
              <a:rPr dirty="0" smtClean="0" sz="2400" spc="-4">
                <a:latin typeface="Times New Roman"/>
                <a:cs typeface="Times New Roman"/>
              </a:rPr>
              <a:t>e</a:t>
            </a:r>
            <a:r>
              <a:rPr dirty="0" smtClean="0" sz="2400" spc="-4">
                <a:latin typeface="Times New Roman"/>
                <a:cs typeface="Times New Roman"/>
              </a:rPr>
              <a:t>l</a:t>
            </a:r>
            <a:r>
              <a:rPr dirty="0" smtClean="0" sz="2400" spc="-4">
                <a:latin typeface="Times New Roman"/>
                <a:cs typeface="Times New Roman"/>
              </a:rPr>
              <a:t>l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12457" y="2152909"/>
            <a:ext cx="228600" cy="431800"/>
          </a:xfrm>
          <a:prstGeom prst="rect">
            <a:avLst/>
          </a:prstGeom>
        </p:spPr>
        <p:txBody>
          <a:bodyPr wrap="square" lIns="0" tIns="21367" rIns="0" bIns="0" rtlCol="0">
            <a:noAutofit/>
          </a:bodyPr>
          <a:lstStyle/>
          <a:p>
            <a:pPr marL="12700">
              <a:lnSpc>
                <a:spcPts val="3365"/>
              </a:lnSpc>
            </a:pPr>
            <a:r>
              <a:rPr dirty="0" smtClean="0" sz="3200">
                <a:latin typeface="Times New Roman"/>
                <a:cs typeface="Times New Roman"/>
              </a:rPr>
              <a:t>•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12457" y="3494155"/>
            <a:ext cx="228758" cy="970978"/>
          </a:xfrm>
          <a:prstGeom prst="rect">
            <a:avLst/>
          </a:prstGeom>
        </p:spPr>
        <p:txBody>
          <a:bodyPr wrap="square" lIns="0" tIns="21399" rIns="0" bIns="0" rtlCol="0">
            <a:noAutofit/>
          </a:bodyPr>
          <a:lstStyle/>
          <a:p>
            <a:pPr marL="12700">
              <a:lnSpc>
                <a:spcPts val="3370"/>
              </a:lnSpc>
            </a:pPr>
            <a:r>
              <a:rPr dirty="0" smtClean="0" sz="3200">
                <a:latin typeface="Times New Roman"/>
                <a:cs typeface="Times New Roman"/>
              </a:rPr>
              <a:t>•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95825"/>
              </a:lnSpc>
              <a:spcBef>
                <a:spcPts val="394"/>
              </a:spcBef>
            </a:pPr>
            <a:r>
              <a:rPr dirty="0" smtClean="0" sz="3200">
                <a:latin typeface="Times New Roman"/>
                <a:cs typeface="Times New Roman"/>
              </a:rPr>
              <a:t>•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231575" y="3494155"/>
            <a:ext cx="806297" cy="432117"/>
          </a:xfrm>
          <a:prstGeom prst="rect">
            <a:avLst/>
          </a:prstGeom>
        </p:spPr>
        <p:txBody>
          <a:bodyPr wrap="square" lIns="0" tIns="21399" rIns="0" bIns="0" rtlCol="0">
            <a:noAutofit/>
          </a:bodyPr>
          <a:lstStyle/>
          <a:p>
            <a:pPr marL="12700">
              <a:lnSpc>
                <a:spcPts val="3370"/>
              </a:lnSpc>
            </a:pPr>
            <a:r>
              <a:rPr dirty="0" smtClean="0" sz="3200" spc="-4">
                <a:latin typeface="Times New Roman"/>
                <a:cs typeface="Times New Roman"/>
              </a:rPr>
              <a:t>s</a:t>
            </a:r>
            <a:r>
              <a:rPr dirty="0" smtClean="0" sz="3200" spc="-4">
                <a:latin typeface="Times New Roman"/>
                <a:cs typeface="Times New Roman"/>
              </a:rPr>
              <a:t>i</a:t>
            </a:r>
            <a:r>
              <a:rPr dirty="0" smtClean="0" sz="3200" spc="-4">
                <a:latin typeface="Times New Roman"/>
                <a:cs typeface="Times New Roman"/>
              </a:rPr>
              <a:t>t</a:t>
            </a:r>
            <a:r>
              <a:rPr dirty="0" smtClean="0" sz="3200" spc="-4">
                <a:latin typeface="Times New Roman"/>
                <a:cs typeface="Times New Roman"/>
              </a:rPr>
              <a:t>es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94397" y="4033016"/>
            <a:ext cx="1556284" cy="869189"/>
          </a:xfrm>
          <a:prstGeom prst="rect">
            <a:avLst/>
          </a:prstGeom>
        </p:spPr>
        <p:txBody>
          <a:bodyPr wrap="square" lIns="0" tIns="21399" rIns="0" bIns="0" rtlCol="0">
            <a:noAutofit/>
          </a:bodyPr>
          <a:lstStyle/>
          <a:p>
            <a:pPr marL="12700">
              <a:lnSpc>
                <a:spcPts val="3370"/>
              </a:lnSpc>
            </a:pPr>
            <a:r>
              <a:rPr dirty="0" smtClean="0" sz="3200" spc="1">
                <a:latin typeface="Times New Roman"/>
                <a:cs typeface="Times New Roman"/>
              </a:rPr>
              <a:t>Ad</a:t>
            </a:r>
            <a:r>
              <a:rPr dirty="0" smtClean="0" sz="3200" spc="1">
                <a:latin typeface="Times New Roman"/>
                <a:cs typeface="Times New Roman"/>
              </a:rPr>
              <a:t>j</a:t>
            </a:r>
            <a:r>
              <a:rPr dirty="0" smtClean="0" sz="3200" spc="1">
                <a:latin typeface="Times New Roman"/>
                <a:cs typeface="Times New Roman"/>
              </a:rPr>
              <a:t>acent</a:t>
            </a:r>
            <a:endParaRPr sz="3200">
              <a:latin typeface="Times New Roman"/>
              <a:cs typeface="Times New Roman"/>
            </a:endParaRPr>
          </a:p>
          <a:p>
            <a:pPr marL="12700" marR="61007">
              <a:lnSpc>
                <a:spcPts val="3440"/>
              </a:lnSpc>
              <a:spcBef>
                <a:spcPts val="3"/>
              </a:spcBef>
            </a:pPr>
            <a:r>
              <a:rPr dirty="0" smtClean="0" sz="3200" spc="-4">
                <a:latin typeface="Times New Roman"/>
                <a:cs typeface="Times New Roman"/>
              </a:rPr>
              <a:t>s</a:t>
            </a:r>
            <a:r>
              <a:rPr dirty="0" smtClean="0" sz="3200" spc="-4">
                <a:latin typeface="Times New Roman"/>
                <a:cs typeface="Times New Roman"/>
              </a:rPr>
              <a:t>i</a:t>
            </a:r>
            <a:r>
              <a:rPr dirty="0" smtClean="0" sz="3200" spc="-4">
                <a:latin typeface="Times New Roman"/>
                <a:cs typeface="Times New Roman"/>
              </a:rPr>
              <a:t>t</a:t>
            </a:r>
            <a:r>
              <a:rPr dirty="0" smtClean="0" sz="3200" spc="-4">
                <a:latin typeface="Times New Roman"/>
                <a:cs typeface="Times New Roman"/>
              </a:rPr>
              <a:t>e</a:t>
            </a:r>
            <a:r>
              <a:rPr dirty="0" smtClean="0" sz="3200" spc="-4">
                <a:latin typeface="Times New Roman"/>
                <a:cs typeface="Times New Roman"/>
              </a:rPr>
              <a:t>s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463920" y="4033016"/>
            <a:ext cx="1350078" cy="432117"/>
          </a:xfrm>
          <a:prstGeom prst="rect">
            <a:avLst/>
          </a:prstGeom>
        </p:spPr>
        <p:txBody>
          <a:bodyPr wrap="square" lIns="0" tIns="21399" rIns="0" bIns="0" rtlCol="0">
            <a:noAutofit/>
          </a:bodyPr>
          <a:lstStyle/>
          <a:p>
            <a:pPr marL="12700">
              <a:lnSpc>
                <a:spcPts val="3370"/>
              </a:lnSpc>
            </a:pPr>
            <a:r>
              <a:rPr dirty="0" smtClean="0" sz="3200" spc="-1">
                <a:latin typeface="Times New Roman"/>
                <a:cs typeface="Times New Roman"/>
              </a:rPr>
              <a:t>chann</a:t>
            </a:r>
            <a:r>
              <a:rPr dirty="0" smtClean="0" sz="3200" spc="-1">
                <a:latin typeface="Times New Roman"/>
                <a:cs typeface="Times New Roman"/>
              </a:rPr>
              <a:t>e</a:t>
            </a:r>
            <a:r>
              <a:rPr dirty="0" smtClean="0" sz="3200" spc="-1">
                <a:latin typeface="Times New Roman"/>
                <a:cs typeface="Times New Roman"/>
              </a:rPr>
              <a:t>l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30084" y="4033016"/>
            <a:ext cx="2180596" cy="432117"/>
          </a:xfrm>
          <a:prstGeom prst="rect">
            <a:avLst/>
          </a:prstGeom>
        </p:spPr>
        <p:txBody>
          <a:bodyPr wrap="square" lIns="0" tIns="21399" rIns="0" bIns="0" rtlCol="0">
            <a:noAutofit/>
          </a:bodyPr>
          <a:lstStyle/>
          <a:p>
            <a:pPr marL="12700">
              <a:lnSpc>
                <a:spcPts val="3370"/>
              </a:lnSpc>
            </a:pPr>
            <a:r>
              <a:rPr dirty="0" smtClean="0" sz="3200" spc="-3">
                <a:latin typeface="Times New Roman"/>
                <a:cs typeface="Times New Roman"/>
              </a:rPr>
              <a:t>i</a:t>
            </a:r>
            <a:r>
              <a:rPr dirty="0" smtClean="0" sz="3200" spc="-3">
                <a:latin typeface="Times New Roman"/>
                <a:cs typeface="Times New Roman"/>
              </a:rPr>
              <a:t>n</a:t>
            </a:r>
            <a:r>
              <a:rPr dirty="0" smtClean="0" sz="3200" spc="-3">
                <a:latin typeface="Times New Roman"/>
                <a:cs typeface="Times New Roman"/>
              </a:rPr>
              <a:t>t</a:t>
            </a:r>
            <a:r>
              <a:rPr dirty="0" smtClean="0" sz="3200" spc="-3">
                <a:latin typeface="Times New Roman"/>
                <a:cs typeface="Times New Roman"/>
              </a:rPr>
              <a:t>er</a:t>
            </a:r>
            <a:r>
              <a:rPr dirty="0" smtClean="0" sz="3200" spc="-3">
                <a:latin typeface="Times New Roman"/>
                <a:cs typeface="Times New Roman"/>
              </a:rPr>
              <a:t>f</a:t>
            </a:r>
            <a:r>
              <a:rPr dirty="0" smtClean="0" sz="3200" spc="-3">
                <a:latin typeface="Times New Roman"/>
                <a:cs typeface="Times New Roman"/>
              </a:rPr>
              <a:t>er</a:t>
            </a:r>
            <a:r>
              <a:rPr dirty="0" smtClean="0" sz="3200" spc="-3">
                <a:latin typeface="Times New Roman"/>
                <a:cs typeface="Times New Roman"/>
              </a:rPr>
              <a:t>e</a:t>
            </a:r>
            <a:r>
              <a:rPr dirty="0" smtClean="0" sz="3200" spc="-3">
                <a:latin typeface="Times New Roman"/>
                <a:cs typeface="Times New Roman"/>
              </a:rPr>
              <a:t>nces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032052" y="4033016"/>
            <a:ext cx="875439" cy="432117"/>
          </a:xfrm>
          <a:prstGeom prst="rect">
            <a:avLst/>
          </a:prstGeom>
        </p:spPr>
        <p:txBody>
          <a:bodyPr wrap="square" lIns="0" tIns="21399" rIns="0" bIns="0" rtlCol="0">
            <a:noAutofit/>
          </a:bodyPr>
          <a:lstStyle/>
          <a:p>
            <a:pPr marL="12700">
              <a:lnSpc>
                <a:spcPts val="3370"/>
              </a:lnSpc>
            </a:pPr>
            <a:r>
              <a:rPr dirty="0" smtClean="0" sz="3200" spc="-3">
                <a:latin typeface="Times New Roman"/>
                <a:cs typeface="Times New Roman"/>
              </a:rPr>
              <a:t>f</a:t>
            </a:r>
            <a:r>
              <a:rPr dirty="0" smtClean="0" sz="3200" spc="-3">
                <a:latin typeface="Times New Roman"/>
                <a:cs typeface="Times New Roman"/>
              </a:rPr>
              <a:t>r</a:t>
            </a:r>
            <a:r>
              <a:rPr dirty="0" smtClean="0" sz="3200" spc="-3">
                <a:latin typeface="Times New Roman"/>
                <a:cs typeface="Times New Roman"/>
              </a:rPr>
              <a:t>om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923171" y="4033016"/>
            <a:ext cx="2250958" cy="432117"/>
          </a:xfrm>
          <a:prstGeom prst="rect">
            <a:avLst/>
          </a:prstGeom>
        </p:spPr>
        <p:txBody>
          <a:bodyPr wrap="square" lIns="0" tIns="21399" rIns="0" bIns="0" rtlCol="0">
            <a:noAutofit/>
          </a:bodyPr>
          <a:lstStyle/>
          <a:p>
            <a:pPr marL="12700">
              <a:lnSpc>
                <a:spcPts val="3370"/>
              </a:lnSpc>
            </a:pPr>
            <a:r>
              <a:rPr dirty="0" smtClean="0" sz="3200" spc="-3">
                <a:latin typeface="Times New Roman"/>
                <a:cs typeface="Times New Roman"/>
              </a:rPr>
              <a:t>ne</a:t>
            </a:r>
            <a:r>
              <a:rPr dirty="0" smtClean="0" sz="3200" spc="-3">
                <a:latin typeface="Times New Roman"/>
                <a:cs typeface="Times New Roman"/>
              </a:rPr>
              <a:t>i</a:t>
            </a:r>
            <a:r>
              <a:rPr dirty="0" smtClean="0" sz="3200" spc="-3">
                <a:latin typeface="Times New Roman"/>
                <a:cs typeface="Times New Roman"/>
              </a:rPr>
              <a:t>ghbou</a:t>
            </a:r>
            <a:r>
              <a:rPr dirty="0" smtClean="0" sz="3200" spc="-3">
                <a:latin typeface="Times New Roman"/>
                <a:cs typeface="Times New Roman"/>
              </a:rPr>
              <a:t>r</a:t>
            </a:r>
            <a:r>
              <a:rPr dirty="0" smtClean="0" sz="3200" spc="-3">
                <a:latin typeface="Times New Roman"/>
                <a:cs typeface="Times New Roman"/>
              </a:rPr>
              <a:t>i</a:t>
            </a:r>
            <a:r>
              <a:rPr dirty="0" smtClean="0" sz="3200" spc="-3">
                <a:latin typeface="Times New Roman"/>
                <a:cs typeface="Times New Roman"/>
              </a:rPr>
              <a:t>ng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1140" y="6472848"/>
            <a:ext cx="5475228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o</a:t>
            </a:r>
            <a:r>
              <a:rPr dirty="0" smtClean="0" sz="1800" spc="0" b="1">
                <a:latin typeface="Georgia"/>
                <a:cs typeface="Georgia"/>
              </a:rPr>
              <a:t>d</a:t>
            </a:r>
            <a:r>
              <a:rPr dirty="0" smtClean="0" sz="1800" spc="0" b="1">
                <a:latin typeface="Georgia"/>
                <a:cs typeface="Georgia"/>
              </a:rPr>
              <a:t>ul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3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S</a:t>
            </a:r>
            <a:r>
              <a:rPr dirty="0" smtClean="0" sz="1800" spc="0" b="1">
                <a:latin typeface="Georgia"/>
                <a:cs typeface="Georgia"/>
              </a:rPr>
              <a:t>istem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K</a:t>
            </a:r>
            <a:r>
              <a:rPr dirty="0" smtClean="0" sz="1800" spc="0" b="1">
                <a:latin typeface="Georgia"/>
                <a:cs typeface="Georgia"/>
              </a:rPr>
              <a:t>o</a:t>
            </a: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unik</a:t>
            </a:r>
            <a:r>
              <a:rPr dirty="0" smtClean="0" sz="1800" spc="0" b="1">
                <a:latin typeface="Georgia"/>
                <a:cs typeface="Georgia"/>
              </a:rPr>
              <a:t>a</a:t>
            </a:r>
            <a:r>
              <a:rPr dirty="0" smtClean="0" sz="1800" spc="0" b="1">
                <a:latin typeface="Georgia"/>
                <a:cs typeface="Georgia"/>
              </a:rPr>
              <a:t>si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B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r>
              <a:rPr dirty="0" smtClean="0" sz="1800" spc="0" b="1">
                <a:latin typeface="Georgia"/>
                <a:cs typeface="Georgia"/>
              </a:rPr>
              <a:t>g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r>
              <a:rPr dirty="0" smtClean="0" sz="1800" spc="0" b="1">
                <a:latin typeface="Georgia"/>
                <a:cs typeface="Georgia"/>
              </a:rPr>
              <a:t>a</a:t>
            </a:r>
            <a:r>
              <a:rPr dirty="0" smtClean="0" sz="1800" spc="0" b="1">
                <a:latin typeface="Georgia"/>
                <a:cs typeface="Georgia"/>
              </a:rPr>
              <a:t>k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S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lul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9448800" y="6472848"/>
            <a:ext cx="345227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b="1">
                <a:latin typeface="Georgia"/>
                <a:cs typeface="Georgia"/>
              </a:rPr>
              <a:t>56</a:t>
            </a:r>
            <a:endParaRPr sz="1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object 621"/>
          <p:cNvSpPr/>
          <p:nvPr/>
        </p:nvSpPr>
        <p:spPr>
          <a:xfrm>
            <a:off x="0" y="6400800"/>
            <a:ext cx="9903460" cy="457196"/>
          </a:xfrm>
          <a:custGeom>
            <a:avLst/>
            <a:gdLst/>
            <a:ahLst/>
            <a:cxnLst/>
            <a:rect l="l" t="t" r="r" b="b"/>
            <a:pathLst>
              <a:path w="9903460" h="457196">
                <a:moveTo>
                  <a:pt x="9903460" y="457196"/>
                </a:moveTo>
                <a:lnTo>
                  <a:pt x="9903460" y="0"/>
                </a:lnTo>
                <a:lnTo>
                  <a:pt x="0" y="0"/>
                </a:lnTo>
                <a:lnTo>
                  <a:pt x="0" y="457196"/>
                </a:lnTo>
                <a:lnTo>
                  <a:pt x="9903460" y="457196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22" name="object 622"/>
          <p:cNvSpPr/>
          <p:nvPr/>
        </p:nvSpPr>
        <p:spPr>
          <a:xfrm>
            <a:off x="153670" y="640207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58419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19" name="object 619"/>
          <p:cNvSpPr/>
          <p:nvPr/>
        </p:nvSpPr>
        <p:spPr>
          <a:xfrm>
            <a:off x="0" y="0"/>
            <a:ext cx="9903460" cy="609600"/>
          </a:xfrm>
          <a:custGeom>
            <a:avLst/>
            <a:gdLst/>
            <a:ahLst/>
            <a:cxnLst/>
            <a:rect l="l" t="t" r="r" b="b"/>
            <a:pathLst>
              <a:path w="9903460" h="609600">
                <a:moveTo>
                  <a:pt x="0" y="609600"/>
                </a:moveTo>
                <a:lnTo>
                  <a:pt x="9903460" y="609600"/>
                </a:lnTo>
                <a:lnTo>
                  <a:pt x="9903460" y="0"/>
                </a:lnTo>
                <a:lnTo>
                  <a:pt x="0" y="0"/>
                </a:lnTo>
                <a:lnTo>
                  <a:pt x="0" y="60960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20" name="object 620"/>
          <p:cNvSpPr/>
          <p:nvPr/>
        </p:nvSpPr>
        <p:spPr>
          <a:xfrm>
            <a:off x="111760" y="60960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76200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26" name="object 426"/>
          <p:cNvSpPr/>
          <p:nvPr/>
        </p:nvSpPr>
        <p:spPr>
          <a:xfrm>
            <a:off x="1756128" y="2146524"/>
            <a:ext cx="5878068" cy="1"/>
          </a:xfrm>
          <a:custGeom>
            <a:avLst/>
            <a:gdLst/>
            <a:ahLst/>
            <a:cxnLst/>
            <a:rect l="l" t="t" r="r" b="b"/>
            <a:pathLst>
              <a:path w="5878068" h="1">
                <a:moveTo>
                  <a:pt x="5878068" y="1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5511">
            <a:solidFill>
              <a:srgbClr val="C0C0C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27" name="object 427"/>
          <p:cNvSpPr/>
          <p:nvPr/>
        </p:nvSpPr>
        <p:spPr>
          <a:xfrm>
            <a:off x="1752600" y="2146575"/>
            <a:ext cx="5885088" cy="0"/>
          </a:xfrm>
          <a:custGeom>
            <a:avLst/>
            <a:gdLst/>
            <a:ahLst/>
            <a:cxnLst/>
            <a:rect l="l" t="t" r="r" b="b"/>
            <a:pathLst>
              <a:path w="5885088" h="0">
                <a:moveTo>
                  <a:pt x="0" y="0"/>
                </a:moveTo>
                <a:lnTo>
                  <a:pt x="5885088" y="0"/>
                </a:lnTo>
              </a:path>
            </a:pathLst>
          </a:custGeom>
          <a:ln w="6772">
            <a:solidFill>
              <a:srgbClr val="C0C0C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28" name="object 428"/>
          <p:cNvSpPr/>
          <p:nvPr/>
        </p:nvSpPr>
        <p:spPr>
          <a:xfrm>
            <a:off x="1759656" y="2149330"/>
            <a:ext cx="452081" cy="591341"/>
          </a:xfrm>
          <a:custGeom>
            <a:avLst/>
            <a:gdLst/>
            <a:ahLst/>
            <a:cxnLst/>
            <a:rect l="l" t="t" r="r" b="b"/>
            <a:pathLst>
              <a:path w="452081" h="591341">
                <a:moveTo>
                  <a:pt x="452081" y="591341"/>
                </a:moveTo>
                <a:lnTo>
                  <a:pt x="452081" y="0"/>
                </a:lnTo>
                <a:lnTo>
                  <a:pt x="0" y="0"/>
                </a:lnTo>
                <a:lnTo>
                  <a:pt x="0" y="591341"/>
                </a:lnTo>
                <a:lnTo>
                  <a:pt x="452081" y="591341"/>
                </a:lnTo>
                <a:close/>
              </a:path>
            </a:pathLst>
          </a:custGeom>
          <a:solidFill>
            <a:srgbClr val="959595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29" name="object 429"/>
          <p:cNvSpPr/>
          <p:nvPr/>
        </p:nvSpPr>
        <p:spPr>
          <a:xfrm>
            <a:off x="2204687" y="2143790"/>
            <a:ext cx="459373" cy="596882"/>
          </a:xfrm>
          <a:custGeom>
            <a:avLst/>
            <a:gdLst/>
            <a:ahLst/>
            <a:cxnLst/>
            <a:rect l="l" t="t" r="r" b="b"/>
            <a:pathLst>
              <a:path w="459373" h="596882">
                <a:moveTo>
                  <a:pt x="0" y="596882"/>
                </a:moveTo>
                <a:lnTo>
                  <a:pt x="459373" y="596882"/>
                </a:lnTo>
                <a:lnTo>
                  <a:pt x="459373" y="0"/>
                </a:lnTo>
                <a:lnTo>
                  <a:pt x="0" y="0"/>
                </a:lnTo>
                <a:lnTo>
                  <a:pt x="0" y="596882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30" name="object 430"/>
          <p:cNvSpPr/>
          <p:nvPr/>
        </p:nvSpPr>
        <p:spPr>
          <a:xfrm>
            <a:off x="2657000" y="2143790"/>
            <a:ext cx="459137" cy="596882"/>
          </a:xfrm>
          <a:custGeom>
            <a:avLst/>
            <a:gdLst/>
            <a:ahLst/>
            <a:cxnLst/>
            <a:rect l="l" t="t" r="r" b="b"/>
            <a:pathLst>
              <a:path w="459137" h="596882">
                <a:moveTo>
                  <a:pt x="0" y="596882"/>
                </a:moveTo>
                <a:lnTo>
                  <a:pt x="459137" y="596882"/>
                </a:lnTo>
                <a:lnTo>
                  <a:pt x="459137" y="0"/>
                </a:lnTo>
                <a:lnTo>
                  <a:pt x="0" y="0"/>
                </a:lnTo>
                <a:lnTo>
                  <a:pt x="0" y="596882"/>
                </a:lnTo>
                <a:close/>
              </a:path>
            </a:pathLst>
          </a:custGeom>
          <a:solidFill>
            <a:srgbClr val="959595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31" name="object 431"/>
          <p:cNvSpPr/>
          <p:nvPr/>
        </p:nvSpPr>
        <p:spPr>
          <a:xfrm>
            <a:off x="3109078" y="2143790"/>
            <a:ext cx="459137" cy="596882"/>
          </a:xfrm>
          <a:custGeom>
            <a:avLst/>
            <a:gdLst/>
            <a:ahLst/>
            <a:cxnLst/>
            <a:rect l="l" t="t" r="r" b="b"/>
            <a:pathLst>
              <a:path w="459137" h="596882">
                <a:moveTo>
                  <a:pt x="0" y="596882"/>
                </a:moveTo>
                <a:lnTo>
                  <a:pt x="459137" y="596882"/>
                </a:lnTo>
                <a:lnTo>
                  <a:pt x="459137" y="0"/>
                </a:lnTo>
                <a:lnTo>
                  <a:pt x="0" y="0"/>
                </a:lnTo>
                <a:lnTo>
                  <a:pt x="0" y="596882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32" name="object 432"/>
          <p:cNvSpPr/>
          <p:nvPr/>
        </p:nvSpPr>
        <p:spPr>
          <a:xfrm>
            <a:off x="3561174" y="2143790"/>
            <a:ext cx="459373" cy="596882"/>
          </a:xfrm>
          <a:custGeom>
            <a:avLst/>
            <a:gdLst/>
            <a:ahLst/>
            <a:cxnLst/>
            <a:rect l="l" t="t" r="r" b="b"/>
            <a:pathLst>
              <a:path w="459373" h="596882">
                <a:moveTo>
                  <a:pt x="0" y="596882"/>
                </a:moveTo>
                <a:lnTo>
                  <a:pt x="459373" y="596882"/>
                </a:lnTo>
                <a:lnTo>
                  <a:pt x="459373" y="0"/>
                </a:lnTo>
                <a:lnTo>
                  <a:pt x="0" y="0"/>
                </a:lnTo>
                <a:lnTo>
                  <a:pt x="0" y="596882"/>
                </a:lnTo>
                <a:close/>
              </a:path>
            </a:pathLst>
          </a:custGeom>
          <a:solidFill>
            <a:srgbClr val="959595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33" name="object 433"/>
          <p:cNvSpPr/>
          <p:nvPr/>
        </p:nvSpPr>
        <p:spPr>
          <a:xfrm>
            <a:off x="4013460" y="2143790"/>
            <a:ext cx="459137" cy="596882"/>
          </a:xfrm>
          <a:custGeom>
            <a:avLst/>
            <a:gdLst/>
            <a:ahLst/>
            <a:cxnLst/>
            <a:rect l="l" t="t" r="r" b="b"/>
            <a:pathLst>
              <a:path w="459137" h="596882">
                <a:moveTo>
                  <a:pt x="0" y="596882"/>
                </a:moveTo>
                <a:lnTo>
                  <a:pt x="459137" y="596882"/>
                </a:lnTo>
                <a:lnTo>
                  <a:pt x="459137" y="0"/>
                </a:lnTo>
                <a:lnTo>
                  <a:pt x="0" y="0"/>
                </a:lnTo>
                <a:lnTo>
                  <a:pt x="0" y="596882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34" name="object 434"/>
          <p:cNvSpPr/>
          <p:nvPr/>
        </p:nvSpPr>
        <p:spPr>
          <a:xfrm>
            <a:off x="4465556" y="2143790"/>
            <a:ext cx="459137" cy="596882"/>
          </a:xfrm>
          <a:custGeom>
            <a:avLst/>
            <a:gdLst/>
            <a:ahLst/>
            <a:cxnLst/>
            <a:rect l="l" t="t" r="r" b="b"/>
            <a:pathLst>
              <a:path w="459137" h="596882">
                <a:moveTo>
                  <a:pt x="0" y="596882"/>
                </a:moveTo>
                <a:lnTo>
                  <a:pt x="459137" y="596882"/>
                </a:lnTo>
                <a:lnTo>
                  <a:pt x="459137" y="0"/>
                </a:lnTo>
                <a:lnTo>
                  <a:pt x="0" y="0"/>
                </a:lnTo>
                <a:lnTo>
                  <a:pt x="0" y="596882"/>
                </a:lnTo>
                <a:close/>
              </a:path>
            </a:pathLst>
          </a:custGeom>
          <a:solidFill>
            <a:srgbClr val="959595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35" name="object 435"/>
          <p:cNvSpPr/>
          <p:nvPr/>
        </p:nvSpPr>
        <p:spPr>
          <a:xfrm>
            <a:off x="4917653" y="2143790"/>
            <a:ext cx="459373" cy="596882"/>
          </a:xfrm>
          <a:custGeom>
            <a:avLst/>
            <a:gdLst/>
            <a:ahLst/>
            <a:cxnLst/>
            <a:rect l="l" t="t" r="r" b="b"/>
            <a:pathLst>
              <a:path w="459373" h="596882">
                <a:moveTo>
                  <a:pt x="0" y="596882"/>
                </a:moveTo>
                <a:lnTo>
                  <a:pt x="459373" y="596882"/>
                </a:lnTo>
                <a:lnTo>
                  <a:pt x="459373" y="0"/>
                </a:lnTo>
                <a:lnTo>
                  <a:pt x="0" y="0"/>
                </a:lnTo>
                <a:lnTo>
                  <a:pt x="0" y="596882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36" name="object 436"/>
          <p:cNvSpPr/>
          <p:nvPr/>
        </p:nvSpPr>
        <p:spPr>
          <a:xfrm>
            <a:off x="5369938" y="2143790"/>
            <a:ext cx="459137" cy="596882"/>
          </a:xfrm>
          <a:custGeom>
            <a:avLst/>
            <a:gdLst/>
            <a:ahLst/>
            <a:cxnLst/>
            <a:rect l="l" t="t" r="r" b="b"/>
            <a:pathLst>
              <a:path w="459137" h="596882">
                <a:moveTo>
                  <a:pt x="0" y="596882"/>
                </a:moveTo>
                <a:lnTo>
                  <a:pt x="459137" y="596882"/>
                </a:lnTo>
                <a:lnTo>
                  <a:pt x="459137" y="0"/>
                </a:lnTo>
                <a:lnTo>
                  <a:pt x="0" y="0"/>
                </a:lnTo>
                <a:lnTo>
                  <a:pt x="0" y="596882"/>
                </a:lnTo>
                <a:close/>
              </a:path>
            </a:pathLst>
          </a:custGeom>
          <a:solidFill>
            <a:srgbClr val="959595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37" name="object 437"/>
          <p:cNvSpPr/>
          <p:nvPr/>
        </p:nvSpPr>
        <p:spPr>
          <a:xfrm>
            <a:off x="5822035" y="2143790"/>
            <a:ext cx="459137" cy="596882"/>
          </a:xfrm>
          <a:custGeom>
            <a:avLst/>
            <a:gdLst/>
            <a:ahLst/>
            <a:cxnLst/>
            <a:rect l="l" t="t" r="r" b="b"/>
            <a:pathLst>
              <a:path w="459137" h="596882">
                <a:moveTo>
                  <a:pt x="0" y="596882"/>
                </a:moveTo>
                <a:lnTo>
                  <a:pt x="459137" y="596882"/>
                </a:lnTo>
                <a:lnTo>
                  <a:pt x="459137" y="0"/>
                </a:lnTo>
                <a:lnTo>
                  <a:pt x="0" y="0"/>
                </a:lnTo>
                <a:lnTo>
                  <a:pt x="0" y="596882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38" name="object 438"/>
          <p:cNvSpPr/>
          <p:nvPr/>
        </p:nvSpPr>
        <p:spPr>
          <a:xfrm>
            <a:off x="6274131" y="2143790"/>
            <a:ext cx="459373" cy="596882"/>
          </a:xfrm>
          <a:custGeom>
            <a:avLst/>
            <a:gdLst/>
            <a:ahLst/>
            <a:cxnLst/>
            <a:rect l="l" t="t" r="r" b="b"/>
            <a:pathLst>
              <a:path w="459373" h="596882">
                <a:moveTo>
                  <a:pt x="0" y="596882"/>
                </a:moveTo>
                <a:lnTo>
                  <a:pt x="459373" y="596882"/>
                </a:lnTo>
                <a:lnTo>
                  <a:pt x="459373" y="0"/>
                </a:lnTo>
                <a:lnTo>
                  <a:pt x="0" y="0"/>
                </a:lnTo>
                <a:lnTo>
                  <a:pt x="0" y="596882"/>
                </a:lnTo>
                <a:close/>
              </a:path>
            </a:pathLst>
          </a:custGeom>
          <a:solidFill>
            <a:srgbClr val="959595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39" name="object 439"/>
          <p:cNvSpPr/>
          <p:nvPr/>
        </p:nvSpPr>
        <p:spPr>
          <a:xfrm>
            <a:off x="6726511" y="2143790"/>
            <a:ext cx="459137" cy="596882"/>
          </a:xfrm>
          <a:custGeom>
            <a:avLst/>
            <a:gdLst/>
            <a:ahLst/>
            <a:cxnLst/>
            <a:rect l="l" t="t" r="r" b="b"/>
            <a:pathLst>
              <a:path w="459137" h="596882">
                <a:moveTo>
                  <a:pt x="0" y="596882"/>
                </a:moveTo>
                <a:lnTo>
                  <a:pt x="459137" y="596882"/>
                </a:lnTo>
                <a:lnTo>
                  <a:pt x="459137" y="0"/>
                </a:lnTo>
                <a:lnTo>
                  <a:pt x="0" y="0"/>
                </a:lnTo>
                <a:lnTo>
                  <a:pt x="0" y="596882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40" name="object 440"/>
          <p:cNvSpPr/>
          <p:nvPr/>
        </p:nvSpPr>
        <p:spPr>
          <a:xfrm>
            <a:off x="7178513" y="2143790"/>
            <a:ext cx="459137" cy="596882"/>
          </a:xfrm>
          <a:custGeom>
            <a:avLst/>
            <a:gdLst/>
            <a:ahLst/>
            <a:cxnLst/>
            <a:rect l="l" t="t" r="r" b="b"/>
            <a:pathLst>
              <a:path w="459137" h="596882">
                <a:moveTo>
                  <a:pt x="0" y="596882"/>
                </a:moveTo>
                <a:lnTo>
                  <a:pt x="459137" y="596882"/>
                </a:lnTo>
                <a:lnTo>
                  <a:pt x="459137" y="0"/>
                </a:lnTo>
                <a:lnTo>
                  <a:pt x="0" y="0"/>
                </a:lnTo>
                <a:lnTo>
                  <a:pt x="0" y="596882"/>
                </a:lnTo>
                <a:close/>
              </a:path>
            </a:pathLst>
          </a:custGeom>
          <a:solidFill>
            <a:srgbClr val="959595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41" name="object 441"/>
          <p:cNvSpPr/>
          <p:nvPr/>
        </p:nvSpPr>
        <p:spPr>
          <a:xfrm>
            <a:off x="1759656" y="2146564"/>
            <a:ext cx="5878010" cy="0"/>
          </a:xfrm>
          <a:custGeom>
            <a:avLst/>
            <a:gdLst/>
            <a:ahLst/>
            <a:cxnLst/>
            <a:rect l="l" t="t" r="r" b="b"/>
            <a:pathLst>
              <a:path w="5878010" h="0">
                <a:moveTo>
                  <a:pt x="0" y="0"/>
                </a:moveTo>
                <a:lnTo>
                  <a:pt x="5878010" y="0"/>
                </a:lnTo>
              </a:path>
            </a:pathLst>
          </a:custGeom>
          <a:ln w="679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42" name="object 442"/>
          <p:cNvSpPr/>
          <p:nvPr/>
        </p:nvSpPr>
        <p:spPr>
          <a:xfrm>
            <a:off x="2660530" y="2152054"/>
            <a:ext cx="0" cy="182309"/>
          </a:xfrm>
          <a:custGeom>
            <a:avLst/>
            <a:gdLst/>
            <a:ahLst/>
            <a:cxnLst/>
            <a:rect l="l" t="t" r="r" b="b"/>
            <a:pathLst>
              <a:path w="0" h="182309">
                <a:moveTo>
                  <a:pt x="0" y="0"/>
                </a:moveTo>
                <a:lnTo>
                  <a:pt x="0" y="182309"/>
                </a:lnTo>
              </a:path>
            </a:pathLst>
          </a:custGeom>
          <a:ln w="705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43" name="object 443"/>
          <p:cNvSpPr/>
          <p:nvPr/>
        </p:nvSpPr>
        <p:spPr>
          <a:xfrm>
            <a:off x="2660528" y="2149334"/>
            <a:ext cx="0" cy="187831"/>
          </a:xfrm>
          <a:custGeom>
            <a:avLst/>
            <a:gdLst/>
            <a:ahLst/>
            <a:cxnLst/>
            <a:rect l="l" t="t" r="r" b="b"/>
            <a:pathLst>
              <a:path w="0" h="187831">
                <a:moveTo>
                  <a:pt x="0" y="0"/>
                </a:moveTo>
                <a:lnTo>
                  <a:pt x="0" y="187831"/>
                </a:lnTo>
              </a:path>
            </a:pathLst>
          </a:custGeom>
          <a:ln w="832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44" name="object 444"/>
          <p:cNvSpPr/>
          <p:nvPr/>
        </p:nvSpPr>
        <p:spPr>
          <a:xfrm>
            <a:off x="3112570" y="2152054"/>
            <a:ext cx="0" cy="182309"/>
          </a:xfrm>
          <a:custGeom>
            <a:avLst/>
            <a:gdLst/>
            <a:ahLst/>
            <a:cxnLst/>
            <a:rect l="l" t="t" r="r" b="b"/>
            <a:pathLst>
              <a:path w="0" h="182309">
                <a:moveTo>
                  <a:pt x="0" y="0"/>
                </a:moveTo>
                <a:lnTo>
                  <a:pt x="0" y="182309"/>
                </a:lnTo>
              </a:path>
            </a:pathLst>
          </a:custGeom>
          <a:ln w="705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45" name="object 445"/>
          <p:cNvSpPr/>
          <p:nvPr/>
        </p:nvSpPr>
        <p:spPr>
          <a:xfrm>
            <a:off x="3112606" y="2149334"/>
            <a:ext cx="0" cy="187831"/>
          </a:xfrm>
          <a:custGeom>
            <a:avLst/>
            <a:gdLst/>
            <a:ahLst/>
            <a:cxnLst/>
            <a:rect l="l" t="t" r="r" b="b"/>
            <a:pathLst>
              <a:path w="0" h="187831">
                <a:moveTo>
                  <a:pt x="0" y="0"/>
                </a:moveTo>
                <a:lnTo>
                  <a:pt x="0" y="187831"/>
                </a:lnTo>
              </a:path>
            </a:pathLst>
          </a:custGeom>
          <a:ln w="832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46" name="object 446"/>
          <p:cNvSpPr/>
          <p:nvPr/>
        </p:nvSpPr>
        <p:spPr>
          <a:xfrm>
            <a:off x="3564667" y="2152054"/>
            <a:ext cx="0" cy="182309"/>
          </a:xfrm>
          <a:custGeom>
            <a:avLst/>
            <a:gdLst/>
            <a:ahLst/>
            <a:cxnLst/>
            <a:rect l="l" t="t" r="r" b="b"/>
            <a:pathLst>
              <a:path w="0" h="182309">
                <a:moveTo>
                  <a:pt x="0" y="0"/>
                </a:moveTo>
                <a:lnTo>
                  <a:pt x="0" y="182309"/>
                </a:lnTo>
              </a:path>
            </a:pathLst>
          </a:custGeom>
          <a:ln w="705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47" name="object 447"/>
          <p:cNvSpPr/>
          <p:nvPr/>
        </p:nvSpPr>
        <p:spPr>
          <a:xfrm>
            <a:off x="3564703" y="2149334"/>
            <a:ext cx="0" cy="187831"/>
          </a:xfrm>
          <a:custGeom>
            <a:avLst/>
            <a:gdLst/>
            <a:ahLst/>
            <a:cxnLst/>
            <a:rect l="l" t="t" r="r" b="b"/>
            <a:pathLst>
              <a:path w="0" h="187831">
                <a:moveTo>
                  <a:pt x="0" y="0"/>
                </a:moveTo>
                <a:lnTo>
                  <a:pt x="0" y="187831"/>
                </a:lnTo>
              </a:path>
            </a:pathLst>
          </a:custGeom>
          <a:ln w="832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48" name="object 448"/>
          <p:cNvSpPr/>
          <p:nvPr/>
        </p:nvSpPr>
        <p:spPr>
          <a:xfrm>
            <a:off x="4017046" y="2152054"/>
            <a:ext cx="0" cy="182309"/>
          </a:xfrm>
          <a:custGeom>
            <a:avLst/>
            <a:gdLst/>
            <a:ahLst/>
            <a:cxnLst/>
            <a:rect l="l" t="t" r="r" b="b"/>
            <a:pathLst>
              <a:path w="0" h="182309">
                <a:moveTo>
                  <a:pt x="0" y="0"/>
                </a:moveTo>
                <a:lnTo>
                  <a:pt x="0" y="182309"/>
                </a:lnTo>
              </a:path>
            </a:pathLst>
          </a:custGeom>
          <a:ln w="705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49" name="object 449"/>
          <p:cNvSpPr/>
          <p:nvPr/>
        </p:nvSpPr>
        <p:spPr>
          <a:xfrm>
            <a:off x="4016988" y="2149334"/>
            <a:ext cx="0" cy="187831"/>
          </a:xfrm>
          <a:custGeom>
            <a:avLst/>
            <a:gdLst/>
            <a:ahLst/>
            <a:cxnLst/>
            <a:rect l="l" t="t" r="r" b="b"/>
            <a:pathLst>
              <a:path w="0" h="187831">
                <a:moveTo>
                  <a:pt x="0" y="0"/>
                </a:moveTo>
                <a:lnTo>
                  <a:pt x="0" y="187831"/>
                </a:lnTo>
              </a:path>
            </a:pathLst>
          </a:custGeom>
          <a:ln w="832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50" name="object 450"/>
          <p:cNvSpPr/>
          <p:nvPr/>
        </p:nvSpPr>
        <p:spPr>
          <a:xfrm>
            <a:off x="4469143" y="2152054"/>
            <a:ext cx="0" cy="182309"/>
          </a:xfrm>
          <a:custGeom>
            <a:avLst/>
            <a:gdLst/>
            <a:ahLst/>
            <a:cxnLst/>
            <a:rect l="l" t="t" r="r" b="b"/>
            <a:pathLst>
              <a:path w="0" h="182309">
                <a:moveTo>
                  <a:pt x="0" y="0"/>
                </a:moveTo>
                <a:lnTo>
                  <a:pt x="0" y="182309"/>
                </a:lnTo>
              </a:path>
            </a:pathLst>
          </a:custGeom>
          <a:ln w="705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51" name="object 451"/>
          <p:cNvSpPr/>
          <p:nvPr/>
        </p:nvSpPr>
        <p:spPr>
          <a:xfrm>
            <a:off x="4469085" y="2149334"/>
            <a:ext cx="0" cy="187831"/>
          </a:xfrm>
          <a:custGeom>
            <a:avLst/>
            <a:gdLst/>
            <a:ahLst/>
            <a:cxnLst/>
            <a:rect l="l" t="t" r="r" b="b"/>
            <a:pathLst>
              <a:path w="0" h="187831">
                <a:moveTo>
                  <a:pt x="0" y="0"/>
                </a:moveTo>
                <a:lnTo>
                  <a:pt x="0" y="187831"/>
                </a:lnTo>
              </a:path>
            </a:pathLst>
          </a:custGeom>
          <a:ln w="832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52" name="object 452"/>
          <p:cNvSpPr/>
          <p:nvPr/>
        </p:nvSpPr>
        <p:spPr>
          <a:xfrm>
            <a:off x="4921145" y="2152054"/>
            <a:ext cx="0" cy="182309"/>
          </a:xfrm>
          <a:custGeom>
            <a:avLst/>
            <a:gdLst/>
            <a:ahLst/>
            <a:cxnLst/>
            <a:rect l="l" t="t" r="r" b="b"/>
            <a:pathLst>
              <a:path w="0" h="182309">
                <a:moveTo>
                  <a:pt x="0" y="0"/>
                </a:moveTo>
                <a:lnTo>
                  <a:pt x="0" y="182309"/>
                </a:lnTo>
              </a:path>
            </a:pathLst>
          </a:custGeom>
          <a:ln w="705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53" name="object 453"/>
          <p:cNvSpPr/>
          <p:nvPr/>
        </p:nvSpPr>
        <p:spPr>
          <a:xfrm>
            <a:off x="4921181" y="2149334"/>
            <a:ext cx="0" cy="187831"/>
          </a:xfrm>
          <a:custGeom>
            <a:avLst/>
            <a:gdLst/>
            <a:ahLst/>
            <a:cxnLst/>
            <a:rect l="l" t="t" r="r" b="b"/>
            <a:pathLst>
              <a:path w="0" h="187831">
                <a:moveTo>
                  <a:pt x="0" y="0"/>
                </a:moveTo>
                <a:lnTo>
                  <a:pt x="0" y="187831"/>
                </a:lnTo>
              </a:path>
            </a:pathLst>
          </a:custGeom>
          <a:ln w="832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54" name="object 454"/>
          <p:cNvSpPr/>
          <p:nvPr/>
        </p:nvSpPr>
        <p:spPr>
          <a:xfrm>
            <a:off x="5373525" y="2152054"/>
            <a:ext cx="0" cy="182309"/>
          </a:xfrm>
          <a:custGeom>
            <a:avLst/>
            <a:gdLst/>
            <a:ahLst/>
            <a:cxnLst/>
            <a:rect l="l" t="t" r="r" b="b"/>
            <a:pathLst>
              <a:path w="0" h="182309">
                <a:moveTo>
                  <a:pt x="0" y="0"/>
                </a:moveTo>
                <a:lnTo>
                  <a:pt x="0" y="182309"/>
                </a:lnTo>
              </a:path>
            </a:pathLst>
          </a:custGeom>
          <a:ln w="705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55" name="object 455"/>
          <p:cNvSpPr/>
          <p:nvPr/>
        </p:nvSpPr>
        <p:spPr>
          <a:xfrm>
            <a:off x="5373466" y="2149334"/>
            <a:ext cx="0" cy="187831"/>
          </a:xfrm>
          <a:custGeom>
            <a:avLst/>
            <a:gdLst/>
            <a:ahLst/>
            <a:cxnLst/>
            <a:rect l="l" t="t" r="r" b="b"/>
            <a:pathLst>
              <a:path w="0" h="187831">
                <a:moveTo>
                  <a:pt x="0" y="0"/>
                </a:moveTo>
                <a:lnTo>
                  <a:pt x="0" y="187831"/>
                </a:lnTo>
              </a:path>
            </a:pathLst>
          </a:custGeom>
          <a:ln w="832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56" name="object 456"/>
          <p:cNvSpPr/>
          <p:nvPr/>
        </p:nvSpPr>
        <p:spPr>
          <a:xfrm>
            <a:off x="5825621" y="2152054"/>
            <a:ext cx="0" cy="182309"/>
          </a:xfrm>
          <a:custGeom>
            <a:avLst/>
            <a:gdLst/>
            <a:ahLst/>
            <a:cxnLst/>
            <a:rect l="l" t="t" r="r" b="b"/>
            <a:pathLst>
              <a:path w="0" h="182309">
                <a:moveTo>
                  <a:pt x="0" y="0"/>
                </a:moveTo>
                <a:lnTo>
                  <a:pt x="0" y="182309"/>
                </a:lnTo>
              </a:path>
            </a:pathLst>
          </a:custGeom>
          <a:ln w="705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57" name="object 457"/>
          <p:cNvSpPr/>
          <p:nvPr/>
        </p:nvSpPr>
        <p:spPr>
          <a:xfrm>
            <a:off x="5825563" y="2149334"/>
            <a:ext cx="0" cy="187831"/>
          </a:xfrm>
          <a:custGeom>
            <a:avLst/>
            <a:gdLst/>
            <a:ahLst/>
            <a:cxnLst/>
            <a:rect l="l" t="t" r="r" b="b"/>
            <a:pathLst>
              <a:path w="0" h="187831">
                <a:moveTo>
                  <a:pt x="0" y="0"/>
                </a:moveTo>
                <a:lnTo>
                  <a:pt x="0" y="187831"/>
                </a:lnTo>
              </a:path>
            </a:pathLst>
          </a:custGeom>
          <a:ln w="832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58" name="object 458"/>
          <p:cNvSpPr/>
          <p:nvPr/>
        </p:nvSpPr>
        <p:spPr>
          <a:xfrm>
            <a:off x="6277718" y="2152054"/>
            <a:ext cx="0" cy="182309"/>
          </a:xfrm>
          <a:custGeom>
            <a:avLst/>
            <a:gdLst/>
            <a:ahLst/>
            <a:cxnLst/>
            <a:rect l="l" t="t" r="r" b="b"/>
            <a:pathLst>
              <a:path w="0" h="182309">
                <a:moveTo>
                  <a:pt x="0" y="0"/>
                </a:moveTo>
                <a:lnTo>
                  <a:pt x="0" y="182309"/>
                </a:lnTo>
              </a:path>
            </a:pathLst>
          </a:custGeom>
          <a:ln w="705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59" name="object 459"/>
          <p:cNvSpPr/>
          <p:nvPr/>
        </p:nvSpPr>
        <p:spPr>
          <a:xfrm>
            <a:off x="6277659" y="2149334"/>
            <a:ext cx="0" cy="187831"/>
          </a:xfrm>
          <a:custGeom>
            <a:avLst/>
            <a:gdLst/>
            <a:ahLst/>
            <a:cxnLst/>
            <a:rect l="l" t="t" r="r" b="b"/>
            <a:pathLst>
              <a:path w="0" h="187831">
                <a:moveTo>
                  <a:pt x="0" y="0"/>
                </a:moveTo>
                <a:lnTo>
                  <a:pt x="0" y="187831"/>
                </a:lnTo>
              </a:path>
            </a:pathLst>
          </a:custGeom>
          <a:ln w="832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60" name="object 460"/>
          <p:cNvSpPr/>
          <p:nvPr/>
        </p:nvSpPr>
        <p:spPr>
          <a:xfrm>
            <a:off x="6730003" y="2152054"/>
            <a:ext cx="0" cy="182309"/>
          </a:xfrm>
          <a:custGeom>
            <a:avLst/>
            <a:gdLst/>
            <a:ahLst/>
            <a:cxnLst/>
            <a:rect l="l" t="t" r="r" b="b"/>
            <a:pathLst>
              <a:path w="0" h="182309">
                <a:moveTo>
                  <a:pt x="0" y="0"/>
                </a:moveTo>
                <a:lnTo>
                  <a:pt x="0" y="182309"/>
                </a:lnTo>
              </a:path>
            </a:pathLst>
          </a:custGeom>
          <a:ln w="705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61" name="object 461"/>
          <p:cNvSpPr/>
          <p:nvPr/>
        </p:nvSpPr>
        <p:spPr>
          <a:xfrm>
            <a:off x="6730039" y="2149334"/>
            <a:ext cx="0" cy="187831"/>
          </a:xfrm>
          <a:custGeom>
            <a:avLst/>
            <a:gdLst/>
            <a:ahLst/>
            <a:cxnLst/>
            <a:rect l="l" t="t" r="r" b="b"/>
            <a:pathLst>
              <a:path w="0" h="187831">
                <a:moveTo>
                  <a:pt x="0" y="0"/>
                </a:moveTo>
                <a:lnTo>
                  <a:pt x="0" y="187831"/>
                </a:lnTo>
              </a:path>
            </a:pathLst>
          </a:custGeom>
          <a:ln w="832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62" name="object 462"/>
          <p:cNvSpPr/>
          <p:nvPr/>
        </p:nvSpPr>
        <p:spPr>
          <a:xfrm>
            <a:off x="7182100" y="2152054"/>
            <a:ext cx="0" cy="182309"/>
          </a:xfrm>
          <a:custGeom>
            <a:avLst/>
            <a:gdLst/>
            <a:ahLst/>
            <a:cxnLst/>
            <a:rect l="l" t="t" r="r" b="b"/>
            <a:pathLst>
              <a:path w="0" h="182309">
                <a:moveTo>
                  <a:pt x="0" y="0"/>
                </a:moveTo>
                <a:lnTo>
                  <a:pt x="0" y="182309"/>
                </a:lnTo>
              </a:path>
            </a:pathLst>
          </a:custGeom>
          <a:ln w="705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63" name="object 463"/>
          <p:cNvSpPr/>
          <p:nvPr/>
        </p:nvSpPr>
        <p:spPr>
          <a:xfrm>
            <a:off x="7182041" y="2149334"/>
            <a:ext cx="0" cy="187831"/>
          </a:xfrm>
          <a:custGeom>
            <a:avLst/>
            <a:gdLst/>
            <a:ahLst/>
            <a:cxnLst/>
            <a:rect l="l" t="t" r="r" b="b"/>
            <a:pathLst>
              <a:path w="0" h="187831">
                <a:moveTo>
                  <a:pt x="0" y="0"/>
                </a:moveTo>
                <a:lnTo>
                  <a:pt x="0" y="187831"/>
                </a:lnTo>
              </a:path>
            </a:pathLst>
          </a:custGeom>
          <a:ln w="832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64" name="object 464"/>
          <p:cNvSpPr/>
          <p:nvPr/>
        </p:nvSpPr>
        <p:spPr>
          <a:xfrm>
            <a:off x="1759656" y="2342702"/>
            <a:ext cx="5878010" cy="0"/>
          </a:xfrm>
          <a:custGeom>
            <a:avLst/>
            <a:gdLst/>
            <a:ahLst/>
            <a:cxnLst/>
            <a:rect l="l" t="t" r="r" b="b"/>
            <a:pathLst>
              <a:path w="5878010" h="0">
                <a:moveTo>
                  <a:pt x="0" y="0"/>
                </a:moveTo>
                <a:lnTo>
                  <a:pt x="5878010" y="0"/>
                </a:lnTo>
              </a:path>
            </a:pathLst>
          </a:custGeom>
          <a:ln w="1245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65" name="object 465"/>
          <p:cNvSpPr/>
          <p:nvPr/>
        </p:nvSpPr>
        <p:spPr>
          <a:xfrm>
            <a:off x="7634196" y="2146525"/>
            <a:ext cx="0" cy="0"/>
          </a:xfrm>
          <a:custGeom>
            <a:avLst/>
            <a:gdLst/>
            <a:ahLst/>
            <a:cxnLst/>
            <a:rect l="l" t="t" r="r" b="b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ln w="5511">
            <a:solidFill>
              <a:srgbClr val="C0C0C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66" name="object 466"/>
          <p:cNvSpPr/>
          <p:nvPr/>
        </p:nvSpPr>
        <p:spPr>
          <a:xfrm>
            <a:off x="7634196" y="2152054"/>
            <a:ext cx="0" cy="182309"/>
          </a:xfrm>
          <a:custGeom>
            <a:avLst/>
            <a:gdLst/>
            <a:ahLst/>
            <a:cxnLst/>
            <a:rect l="l" t="t" r="r" b="b"/>
            <a:pathLst>
              <a:path w="0" h="182309">
                <a:moveTo>
                  <a:pt x="0" y="0"/>
                </a:moveTo>
                <a:lnTo>
                  <a:pt x="0" y="182309"/>
                </a:lnTo>
              </a:path>
            </a:pathLst>
          </a:custGeom>
          <a:ln w="705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67" name="object 467"/>
          <p:cNvSpPr/>
          <p:nvPr/>
        </p:nvSpPr>
        <p:spPr>
          <a:xfrm>
            <a:off x="7634138" y="2149334"/>
            <a:ext cx="0" cy="187831"/>
          </a:xfrm>
          <a:custGeom>
            <a:avLst/>
            <a:gdLst/>
            <a:ahLst/>
            <a:cxnLst/>
            <a:rect l="l" t="t" r="r" b="b"/>
            <a:pathLst>
              <a:path w="0" h="187831">
                <a:moveTo>
                  <a:pt x="0" y="0"/>
                </a:moveTo>
                <a:lnTo>
                  <a:pt x="0" y="187831"/>
                </a:lnTo>
              </a:path>
            </a:pathLst>
          </a:custGeom>
          <a:ln w="832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68" name="object 468"/>
          <p:cNvSpPr/>
          <p:nvPr/>
        </p:nvSpPr>
        <p:spPr>
          <a:xfrm>
            <a:off x="1763185" y="2538937"/>
            <a:ext cx="430912" cy="0"/>
          </a:xfrm>
          <a:custGeom>
            <a:avLst/>
            <a:gdLst/>
            <a:ahLst/>
            <a:cxnLst/>
            <a:rect l="l" t="t" r="r" b="b"/>
            <a:pathLst>
              <a:path w="430912" h="0">
                <a:moveTo>
                  <a:pt x="0" y="0"/>
                </a:moveTo>
                <a:lnTo>
                  <a:pt x="430912" y="0"/>
                </a:lnTo>
              </a:path>
            </a:pathLst>
          </a:custGeom>
          <a:ln w="551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69" name="object 469"/>
          <p:cNvSpPr/>
          <p:nvPr/>
        </p:nvSpPr>
        <p:spPr>
          <a:xfrm>
            <a:off x="1759656" y="2538913"/>
            <a:ext cx="437967" cy="0"/>
          </a:xfrm>
          <a:custGeom>
            <a:avLst/>
            <a:gdLst/>
            <a:ahLst/>
            <a:cxnLst/>
            <a:rect l="l" t="t" r="r" b="b"/>
            <a:pathLst>
              <a:path w="437967" h="0">
                <a:moveTo>
                  <a:pt x="0" y="0"/>
                </a:moveTo>
                <a:lnTo>
                  <a:pt x="437967" y="0"/>
                </a:lnTo>
              </a:path>
            </a:pathLst>
          </a:custGeom>
          <a:ln w="677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70" name="object 470"/>
          <p:cNvSpPr/>
          <p:nvPr/>
        </p:nvSpPr>
        <p:spPr>
          <a:xfrm>
            <a:off x="2215267" y="2538937"/>
            <a:ext cx="5418929" cy="0"/>
          </a:xfrm>
          <a:custGeom>
            <a:avLst/>
            <a:gdLst/>
            <a:ahLst/>
            <a:cxnLst/>
            <a:rect l="l" t="t" r="r" b="b"/>
            <a:pathLst>
              <a:path w="5418929" h="0">
                <a:moveTo>
                  <a:pt x="0" y="0"/>
                </a:moveTo>
                <a:lnTo>
                  <a:pt x="5418929" y="0"/>
                </a:lnTo>
              </a:path>
            </a:pathLst>
          </a:custGeom>
          <a:ln w="551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71" name="object 471"/>
          <p:cNvSpPr/>
          <p:nvPr/>
        </p:nvSpPr>
        <p:spPr>
          <a:xfrm>
            <a:off x="2211737" y="2538913"/>
            <a:ext cx="5425913" cy="0"/>
          </a:xfrm>
          <a:custGeom>
            <a:avLst/>
            <a:gdLst/>
            <a:ahLst/>
            <a:cxnLst/>
            <a:rect l="l" t="t" r="r" b="b"/>
            <a:pathLst>
              <a:path w="5425913" h="0">
                <a:moveTo>
                  <a:pt x="0" y="0"/>
                </a:moveTo>
                <a:lnTo>
                  <a:pt x="5425913" y="0"/>
                </a:lnTo>
              </a:path>
            </a:pathLst>
          </a:custGeom>
          <a:ln w="677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72" name="object 472"/>
          <p:cNvSpPr/>
          <p:nvPr/>
        </p:nvSpPr>
        <p:spPr>
          <a:xfrm>
            <a:off x="1752600" y="2138290"/>
            <a:ext cx="0" cy="602381"/>
          </a:xfrm>
          <a:custGeom>
            <a:avLst/>
            <a:gdLst/>
            <a:ahLst/>
            <a:cxnLst/>
            <a:rect l="l" t="t" r="r" b="b"/>
            <a:pathLst>
              <a:path w="0" h="602381">
                <a:moveTo>
                  <a:pt x="0" y="0"/>
                </a:moveTo>
                <a:lnTo>
                  <a:pt x="0" y="602381"/>
                </a:lnTo>
              </a:path>
            </a:pathLst>
          </a:custGeom>
          <a:ln w="1538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73" name="object 473"/>
          <p:cNvSpPr/>
          <p:nvPr/>
        </p:nvSpPr>
        <p:spPr>
          <a:xfrm>
            <a:off x="2204683" y="2149297"/>
            <a:ext cx="0" cy="591375"/>
          </a:xfrm>
          <a:custGeom>
            <a:avLst/>
            <a:gdLst/>
            <a:ahLst/>
            <a:cxnLst/>
            <a:rect l="l" t="t" r="r" b="b"/>
            <a:pathLst>
              <a:path w="0" h="591375">
                <a:moveTo>
                  <a:pt x="0" y="0"/>
                </a:moveTo>
                <a:lnTo>
                  <a:pt x="0" y="591375"/>
                </a:lnTo>
              </a:path>
            </a:pathLst>
          </a:custGeom>
          <a:ln w="1538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74" name="object 474"/>
          <p:cNvSpPr/>
          <p:nvPr/>
        </p:nvSpPr>
        <p:spPr>
          <a:xfrm>
            <a:off x="2660530" y="2351098"/>
            <a:ext cx="0" cy="375633"/>
          </a:xfrm>
          <a:custGeom>
            <a:avLst/>
            <a:gdLst/>
            <a:ahLst/>
            <a:cxnLst/>
            <a:rect l="l" t="t" r="r" b="b"/>
            <a:pathLst>
              <a:path w="0" h="375633">
                <a:moveTo>
                  <a:pt x="0" y="0"/>
                </a:moveTo>
                <a:lnTo>
                  <a:pt x="0" y="375633"/>
                </a:lnTo>
              </a:path>
            </a:pathLst>
          </a:custGeom>
          <a:ln w="705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75" name="object 475"/>
          <p:cNvSpPr/>
          <p:nvPr/>
        </p:nvSpPr>
        <p:spPr>
          <a:xfrm>
            <a:off x="2660528" y="2348319"/>
            <a:ext cx="0" cy="381346"/>
          </a:xfrm>
          <a:custGeom>
            <a:avLst/>
            <a:gdLst/>
            <a:ahLst/>
            <a:cxnLst/>
            <a:rect l="l" t="t" r="r" b="b"/>
            <a:pathLst>
              <a:path w="0" h="381346">
                <a:moveTo>
                  <a:pt x="0" y="0"/>
                </a:moveTo>
                <a:lnTo>
                  <a:pt x="0" y="381346"/>
                </a:lnTo>
              </a:path>
            </a:pathLst>
          </a:custGeom>
          <a:ln w="832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76" name="object 476"/>
          <p:cNvSpPr/>
          <p:nvPr/>
        </p:nvSpPr>
        <p:spPr>
          <a:xfrm>
            <a:off x="3112570" y="2351098"/>
            <a:ext cx="0" cy="375633"/>
          </a:xfrm>
          <a:custGeom>
            <a:avLst/>
            <a:gdLst/>
            <a:ahLst/>
            <a:cxnLst/>
            <a:rect l="l" t="t" r="r" b="b"/>
            <a:pathLst>
              <a:path w="0" h="375633">
                <a:moveTo>
                  <a:pt x="0" y="0"/>
                </a:moveTo>
                <a:lnTo>
                  <a:pt x="0" y="375633"/>
                </a:lnTo>
              </a:path>
            </a:pathLst>
          </a:custGeom>
          <a:ln w="705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77" name="object 477"/>
          <p:cNvSpPr/>
          <p:nvPr/>
        </p:nvSpPr>
        <p:spPr>
          <a:xfrm>
            <a:off x="3112606" y="2348319"/>
            <a:ext cx="0" cy="381346"/>
          </a:xfrm>
          <a:custGeom>
            <a:avLst/>
            <a:gdLst/>
            <a:ahLst/>
            <a:cxnLst/>
            <a:rect l="l" t="t" r="r" b="b"/>
            <a:pathLst>
              <a:path w="0" h="381346">
                <a:moveTo>
                  <a:pt x="0" y="0"/>
                </a:moveTo>
                <a:lnTo>
                  <a:pt x="0" y="381346"/>
                </a:lnTo>
              </a:path>
            </a:pathLst>
          </a:custGeom>
          <a:ln w="832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78" name="object 478"/>
          <p:cNvSpPr/>
          <p:nvPr/>
        </p:nvSpPr>
        <p:spPr>
          <a:xfrm>
            <a:off x="3564667" y="2351098"/>
            <a:ext cx="0" cy="375633"/>
          </a:xfrm>
          <a:custGeom>
            <a:avLst/>
            <a:gdLst/>
            <a:ahLst/>
            <a:cxnLst/>
            <a:rect l="l" t="t" r="r" b="b"/>
            <a:pathLst>
              <a:path w="0" h="375633">
                <a:moveTo>
                  <a:pt x="0" y="0"/>
                </a:moveTo>
                <a:lnTo>
                  <a:pt x="0" y="375633"/>
                </a:lnTo>
              </a:path>
            </a:pathLst>
          </a:custGeom>
          <a:ln w="705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79" name="object 479"/>
          <p:cNvSpPr/>
          <p:nvPr/>
        </p:nvSpPr>
        <p:spPr>
          <a:xfrm>
            <a:off x="3564703" y="2348319"/>
            <a:ext cx="0" cy="381346"/>
          </a:xfrm>
          <a:custGeom>
            <a:avLst/>
            <a:gdLst/>
            <a:ahLst/>
            <a:cxnLst/>
            <a:rect l="l" t="t" r="r" b="b"/>
            <a:pathLst>
              <a:path w="0" h="381346">
                <a:moveTo>
                  <a:pt x="0" y="0"/>
                </a:moveTo>
                <a:lnTo>
                  <a:pt x="0" y="381346"/>
                </a:lnTo>
              </a:path>
            </a:pathLst>
          </a:custGeom>
          <a:ln w="832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80" name="object 480"/>
          <p:cNvSpPr/>
          <p:nvPr/>
        </p:nvSpPr>
        <p:spPr>
          <a:xfrm>
            <a:off x="4017046" y="2351098"/>
            <a:ext cx="0" cy="375633"/>
          </a:xfrm>
          <a:custGeom>
            <a:avLst/>
            <a:gdLst/>
            <a:ahLst/>
            <a:cxnLst/>
            <a:rect l="l" t="t" r="r" b="b"/>
            <a:pathLst>
              <a:path w="0" h="375633">
                <a:moveTo>
                  <a:pt x="0" y="0"/>
                </a:moveTo>
                <a:lnTo>
                  <a:pt x="0" y="375633"/>
                </a:lnTo>
              </a:path>
            </a:pathLst>
          </a:custGeom>
          <a:ln w="705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81" name="object 481"/>
          <p:cNvSpPr/>
          <p:nvPr/>
        </p:nvSpPr>
        <p:spPr>
          <a:xfrm>
            <a:off x="4016988" y="2348319"/>
            <a:ext cx="0" cy="381346"/>
          </a:xfrm>
          <a:custGeom>
            <a:avLst/>
            <a:gdLst/>
            <a:ahLst/>
            <a:cxnLst/>
            <a:rect l="l" t="t" r="r" b="b"/>
            <a:pathLst>
              <a:path w="0" h="381346">
                <a:moveTo>
                  <a:pt x="0" y="0"/>
                </a:moveTo>
                <a:lnTo>
                  <a:pt x="0" y="381346"/>
                </a:lnTo>
              </a:path>
            </a:pathLst>
          </a:custGeom>
          <a:ln w="832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82" name="object 482"/>
          <p:cNvSpPr/>
          <p:nvPr/>
        </p:nvSpPr>
        <p:spPr>
          <a:xfrm>
            <a:off x="4469143" y="2351098"/>
            <a:ext cx="0" cy="375633"/>
          </a:xfrm>
          <a:custGeom>
            <a:avLst/>
            <a:gdLst/>
            <a:ahLst/>
            <a:cxnLst/>
            <a:rect l="l" t="t" r="r" b="b"/>
            <a:pathLst>
              <a:path w="0" h="375633">
                <a:moveTo>
                  <a:pt x="0" y="0"/>
                </a:moveTo>
                <a:lnTo>
                  <a:pt x="0" y="375633"/>
                </a:lnTo>
              </a:path>
            </a:pathLst>
          </a:custGeom>
          <a:ln w="705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83" name="object 483"/>
          <p:cNvSpPr/>
          <p:nvPr/>
        </p:nvSpPr>
        <p:spPr>
          <a:xfrm>
            <a:off x="4469085" y="2348319"/>
            <a:ext cx="0" cy="381346"/>
          </a:xfrm>
          <a:custGeom>
            <a:avLst/>
            <a:gdLst/>
            <a:ahLst/>
            <a:cxnLst/>
            <a:rect l="l" t="t" r="r" b="b"/>
            <a:pathLst>
              <a:path w="0" h="381346">
                <a:moveTo>
                  <a:pt x="0" y="0"/>
                </a:moveTo>
                <a:lnTo>
                  <a:pt x="0" y="381346"/>
                </a:lnTo>
              </a:path>
            </a:pathLst>
          </a:custGeom>
          <a:ln w="832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84" name="object 484"/>
          <p:cNvSpPr/>
          <p:nvPr/>
        </p:nvSpPr>
        <p:spPr>
          <a:xfrm>
            <a:off x="4921145" y="2351098"/>
            <a:ext cx="0" cy="375633"/>
          </a:xfrm>
          <a:custGeom>
            <a:avLst/>
            <a:gdLst/>
            <a:ahLst/>
            <a:cxnLst/>
            <a:rect l="l" t="t" r="r" b="b"/>
            <a:pathLst>
              <a:path w="0" h="375633">
                <a:moveTo>
                  <a:pt x="0" y="0"/>
                </a:moveTo>
                <a:lnTo>
                  <a:pt x="0" y="375633"/>
                </a:lnTo>
              </a:path>
            </a:pathLst>
          </a:custGeom>
          <a:ln w="705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85" name="object 485"/>
          <p:cNvSpPr/>
          <p:nvPr/>
        </p:nvSpPr>
        <p:spPr>
          <a:xfrm>
            <a:off x="4921181" y="2348319"/>
            <a:ext cx="0" cy="381346"/>
          </a:xfrm>
          <a:custGeom>
            <a:avLst/>
            <a:gdLst/>
            <a:ahLst/>
            <a:cxnLst/>
            <a:rect l="l" t="t" r="r" b="b"/>
            <a:pathLst>
              <a:path w="0" h="381346">
                <a:moveTo>
                  <a:pt x="0" y="0"/>
                </a:moveTo>
                <a:lnTo>
                  <a:pt x="0" y="381346"/>
                </a:lnTo>
              </a:path>
            </a:pathLst>
          </a:custGeom>
          <a:ln w="832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86" name="object 486"/>
          <p:cNvSpPr/>
          <p:nvPr/>
        </p:nvSpPr>
        <p:spPr>
          <a:xfrm>
            <a:off x="5373525" y="2351098"/>
            <a:ext cx="0" cy="375633"/>
          </a:xfrm>
          <a:custGeom>
            <a:avLst/>
            <a:gdLst/>
            <a:ahLst/>
            <a:cxnLst/>
            <a:rect l="l" t="t" r="r" b="b"/>
            <a:pathLst>
              <a:path w="0" h="375633">
                <a:moveTo>
                  <a:pt x="0" y="0"/>
                </a:moveTo>
                <a:lnTo>
                  <a:pt x="0" y="375633"/>
                </a:lnTo>
              </a:path>
            </a:pathLst>
          </a:custGeom>
          <a:ln w="705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87" name="object 487"/>
          <p:cNvSpPr/>
          <p:nvPr/>
        </p:nvSpPr>
        <p:spPr>
          <a:xfrm>
            <a:off x="5373466" y="2348319"/>
            <a:ext cx="0" cy="381346"/>
          </a:xfrm>
          <a:custGeom>
            <a:avLst/>
            <a:gdLst/>
            <a:ahLst/>
            <a:cxnLst/>
            <a:rect l="l" t="t" r="r" b="b"/>
            <a:pathLst>
              <a:path w="0" h="381346">
                <a:moveTo>
                  <a:pt x="0" y="0"/>
                </a:moveTo>
                <a:lnTo>
                  <a:pt x="0" y="381346"/>
                </a:lnTo>
              </a:path>
            </a:pathLst>
          </a:custGeom>
          <a:ln w="832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88" name="object 488"/>
          <p:cNvSpPr/>
          <p:nvPr/>
        </p:nvSpPr>
        <p:spPr>
          <a:xfrm>
            <a:off x="5825621" y="2351098"/>
            <a:ext cx="0" cy="375633"/>
          </a:xfrm>
          <a:custGeom>
            <a:avLst/>
            <a:gdLst/>
            <a:ahLst/>
            <a:cxnLst/>
            <a:rect l="l" t="t" r="r" b="b"/>
            <a:pathLst>
              <a:path w="0" h="375633">
                <a:moveTo>
                  <a:pt x="0" y="0"/>
                </a:moveTo>
                <a:lnTo>
                  <a:pt x="0" y="375633"/>
                </a:lnTo>
              </a:path>
            </a:pathLst>
          </a:custGeom>
          <a:ln w="705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89" name="object 489"/>
          <p:cNvSpPr/>
          <p:nvPr/>
        </p:nvSpPr>
        <p:spPr>
          <a:xfrm>
            <a:off x="5825563" y="2348319"/>
            <a:ext cx="0" cy="381346"/>
          </a:xfrm>
          <a:custGeom>
            <a:avLst/>
            <a:gdLst/>
            <a:ahLst/>
            <a:cxnLst/>
            <a:rect l="l" t="t" r="r" b="b"/>
            <a:pathLst>
              <a:path w="0" h="381346">
                <a:moveTo>
                  <a:pt x="0" y="0"/>
                </a:moveTo>
                <a:lnTo>
                  <a:pt x="0" y="381346"/>
                </a:lnTo>
              </a:path>
            </a:pathLst>
          </a:custGeom>
          <a:ln w="832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90" name="object 490"/>
          <p:cNvSpPr/>
          <p:nvPr/>
        </p:nvSpPr>
        <p:spPr>
          <a:xfrm>
            <a:off x="6277718" y="2351098"/>
            <a:ext cx="0" cy="375633"/>
          </a:xfrm>
          <a:custGeom>
            <a:avLst/>
            <a:gdLst/>
            <a:ahLst/>
            <a:cxnLst/>
            <a:rect l="l" t="t" r="r" b="b"/>
            <a:pathLst>
              <a:path w="0" h="375633">
                <a:moveTo>
                  <a:pt x="0" y="0"/>
                </a:moveTo>
                <a:lnTo>
                  <a:pt x="0" y="375633"/>
                </a:lnTo>
              </a:path>
            </a:pathLst>
          </a:custGeom>
          <a:ln w="705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91" name="object 491"/>
          <p:cNvSpPr/>
          <p:nvPr/>
        </p:nvSpPr>
        <p:spPr>
          <a:xfrm>
            <a:off x="6277659" y="2348319"/>
            <a:ext cx="0" cy="381346"/>
          </a:xfrm>
          <a:custGeom>
            <a:avLst/>
            <a:gdLst/>
            <a:ahLst/>
            <a:cxnLst/>
            <a:rect l="l" t="t" r="r" b="b"/>
            <a:pathLst>
              <a:path w="0" h="381346">
                <a:moveTo>
                  <a:pt x="0" y="0"/>
                </a:moveTo>
                <a:lnTo>
                  <a:pt x="0" y="381346"/>
                </a:lnTo>
              </a:path>
            </a:pathLst>
          </a:custGeom>
          <a:ln w="832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92" name="object 492"/>
          <p:cNvSpPr/>
          <p:nvPr/>
        </p:nvSpPr>
        <p:spPr>
          <a:xfrm>
            <a:off x="6730003" y="2351098"/>
            <a:ext cx="0" cy="375633"/>
          </a:xfrm>
          <a:custGeom>
            <a:avLst/>
            <a:gdLst/>
            <a:ahLst/>
            <a:cxnLst/>
            <a:rect l="l" t="t" r="r" b="b"/>
            <a:pathLst>
              <a:path w="0" h="375633">
                <a:moveTo>
                  <a:pt x="0" y="0"/>
                </a:moveTo>
                <a:lnTo>
                  <a:pt x="0" y="375633"/>
                </a:lnTo>
              </a:path>
            </a:pathLst>
          </a:custGeom>
          <a:ln w="705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93" name="object 493"/>
          <p:cNvSpPr/>
          <p:nvPr/>
        </p:nvSpPr>
        <p:spPr>
          <a:xfrm>
            <a:off x="6730039" y="2348319"/>
            <a:ext cx="0" cy="381346"/>
          </a:xfrm>
          <a:custGeom>
            <a:avLst/>
            <a:gdLst/>
            <a:ahLst/>
            <a:cxnLst/>
            <a:rect l="l" t="t" r="r" b="b"/>
            <a:pathLst>
              <a:path w="0" h="381346">
                <a:moveTo>
                  <a:pt x="0" y="0"/>
                </a:moveTo>
                <a:lnTo>
                  <a:pt x="0" y="381346"/>
                </a:lnTo>
              </a:path>
            </a:pathLst>
          </a:custGeom>
          <a:ln w="832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94" name="object 494"/>
          <p:cNvSpPr/>
          <p:nvPr/>
        </p:nvSpPr>
        <p:spPr>
          <a:xfrm>
            <a:off x="7182100" y="2351098"/>
            <a:ext cx="0" cy="375633"/>
          </a:xfrm>
          <a:custGeom>
            <a:avLst/>
            <a:gdLst/>
            <a:ahLst/>
            <a:cxnLst/>
            <a:rect l="l" t="t" r="r" b="b"/>
            <a:pathLst>
              <a:path w="0" h="375633">
                <a:moveTo>
                  <a:pt x="0" y="0"/>
                </a:moveTo>
                <a:lnTo>
                  <a:pt x="0" y="375633"/>
                </a:lnTo>
              </a:path>
            </a:pathLst>
          </a:custGeom>
          <a:ln w="705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95" name="object 495"/>
          <p:cNvSpPr/>
          <p:nvPr/>
        </p:nvSpPr>
        <p:spPr>
          <a:xfrm>
            <a:off x="7182041" y="2348319"/>
            <a:ext cx="0" cy="381346"/>
          </a:xfrm>
          <a:custGeom>
            <a:avLst/>
            <a:gdLst/>
            <a:ahLst/>
            <a:cxnLst/>
            <a:rect l="l" t="t" r="r" b="b"/>
            <a:pathLst>
              <a:path w="0" h="381346">
                <a:moveTo>
                  <a:pt x="0" y="0"/>
                </a:moveTo>
                <a:lnTo>
                  <a:pt x="0" y="381346"/>
                </a:lnTo>
              </a:path>
            </a:pathLst>
          </a:custGeom>
          <a:ln w="832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96" name="object 496"/>
          <p:cNvSpPr/>
          <p:nvPr/>
        </p:nvSpPr>
        <p:spPr>
          <a:xfrm>
            <a:off x="1759656" y="2735169"/>
            <a:ext cx="5878010" cy="0"/>
          </a:xfrm>
          <a:custGeom>
            <a:avLst/>
            <a:gdLst/>
            <a:ahLst/>
            <a:cxnLst/>
            <a:rect l="l" t="t" r="r" b="b"/>
            <a:pathLst>
              <a:path w="5878010" h="0">
                <a:moveTo>
                  <a:pt x="0" y="0"/>
                </a:moveTo>
                <a:lnTo>
                  <a:pt x="5878010" y="0"/>
                </a:lnTo>
              </a:path>
            </a:pathLst>
          </a:custGeom>
          <a:ln w="1227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97" name="object 497"/>
          <p:cNvSpPr/>
          <p:nvPr/>
        </p:nvSpPr>
        <p:spPr>
          <a:xfrm>
            <a:off x="7634196" y="2351098"/>
            <a:ext cx="0" cy="375633"/>
          </a:xfrm>
          <a:custGeom>
            <a:avLst/>
            <a:gdLst/>
            <a:ahLst/>
            <a:cxnLst/>
            <a:rect l="l" t="t" r="r" b="b"/>
            <a:pathLst>
              <a:path w="0" h="375633">
                <a:moveTo>
                  <a:pt x="0" y="0"/>
                </a:moveTo>
                <a:lnTo>
                  <a:pt x="0" y="375633"/>
                </a:lnTo>
              </a:path>
            </a:pathLst>
          </a:custGeom>
          <a:ln w="705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98" name="object 498"/>
          <p:cNvSpPr/>
          <p:nvPr/>
        </p:nvSpPr>
        <p:spPr>
          <a:xfrm>
            <a:off x="7634138" y="2348319"/>
            <a:ext cx="0" cy="381346"/>
          </a:xfrm>
          <a:custGeom>
            <a:avLst/>
            <a:gdLst/>
            <a:ahLst/>
            <a:cxnLst/>
            <a:rect l="l" t="t" r="r" b="b"/>
            <a:pathLst>
              <a:path w="0" h="381346">
                <a:moveTo>
                  <a:pt x="0" y="0"/>
                </a:moveTo>
                <a:lnTo>
                  <a:pt x="0" y="381346"/>
                </a:lnTo>
              </a:path>
            </a:pathLst>
          </a:custGeom>
          <a:ln w="832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99" name="object 499"/>
          <p:cNvSpPr/>
          <p:nvPr/>
        </p:nvSpPr>
        <p:spPr>
          <a:xfrm>
            <a:off x="1752600" y="2834588"/>
            <a:ext cx="459137" cy="596882"/>
          </a:xfrm>
          <a:custGeom>
            <a:avLst/>
            <a:gdLst/>
            <a:ahLst/>
            <a:cxnLst/>
            <a:rect l="l" t="t" r="r" b="b"/>
            <a:pathLst>
              <a:path w="459137" h="596882">
                <a:moveTo>
                  <a:pt x="0" y="596882"/>
                </a:moveTo>
                <a:lnTo>
                  <a:pt x="459137" y="596882"/>
                </a:lnTo>
                <a:lnTo>
                  <a:pt x="459137" y="0"/>
                </a:lnTo>
                <a:lnTo>
                  <a:pt x="0" y="0"/>
                </a:lnTo>
                <a:lnTo>
                  <a:pt x="0" y="596882"/>
                </a:lnTo>
                <a:close/>
              </a:path>
            </a:pathLst>
          </a:custGeom>
          <a:solidFill>
            <a:srgbClr val="959595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00" name="object 500"/>
          <p:cNvSpPr/>
          <p:nvPr/>
        </p:nvSpPr>
        <p:spPr>
          <a:xfrm>
            <a:off x="2204687" y="2834588"/>
            <a:ext cx="459373" cy="596882"/>
          </a:xfrm>
          <a:custGeom>
            <a:avLst/>
            <a:gdLst/>
            <a:ahLst/>
            <a:cxnLst/>
            <a:rect l="l" t="t" r="r" b="b"/>
            <a:pathLst>
              <a:path w="459373" h="596882">
                <a:moveTo>
                  <a:pt x="0" y="596882"/>
                </a:moveTo>
                <a:lnTo>
                  <a:pt x="459373" y="596882"/>
                </a:lnTo>
                <a:lnTo>
                  <a:pt x="459373" y="0"/>
                </a:lnTo>
                <a:lnTo>
                  <a:pt x="0" y="0"/>
                </a:lnTo>
                <a:lnTo>
                  <a:pt x="0" y="596882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01" name="object 501"/>
          <p:cNvSpPr/>
          <p:nvPr/>
        </p:nvSpPr>
        <p:spPr>
          <a:xfrm>
            <a:off x="2657000" y="2834588"/>
            <a:ext cx="459137" cy="596882"/>
          </a:xfrm>
          <a:custGeom>
            <a:avLst/>
            <a:gdLst/>
            <a:ahLst/>
            <a:cxnLst/>
            <a:rect l="l" t="t" r="r" b="b"/>
            <a:pathLst>
              <a:path w="459137" h="596882">
                <a:moveTo>
                  <a:pt x="0" y="596882"/>
                </a:moveTo>
                <a:lnTo>
                  <a:pt x="459137" y="596882"/>
                </a:lnTo>
                <a:lnTo>
                  <a:pt x="459137" y="0"/>
                </a:lnTo>
                <a:lnTo>
                  <a:pt x="0" y="0"/>
                </a:lnTo>
                <a:lnTo>
                  <a:pt x="0" y="596882"/>
                </a:lnTo>
                <a:close/>
              </a:path>
            </a:pathLst>
          </a:custGeom>
          <a:solidFill>
            <a:srgbClr val="959595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02" name="object 502"/>
          <p:cNvSpPr/>
          <p:nvPr/>
        </p:nvSpPr>
        <p:spPr>
          <a:xfrm>
            <a:off x="3109078" y="2834588"/>
            <a:ext cx="459137" cy="596882"/>
          </a:xfrm>
          <a:custGeom>
            <a:avLst/>
            <a:gdLst/>
            <a:ahLst/>
            <a:cxnLst/>
            <a:rect l="l" t="t" r="r" b="b"/>
            <a:pathLst>
              <a:path w="459137" h="596882">
                <a:moveTo>
                  <a:pt x="0" y="596882"/>
                </a:moveTo>
                <a:lnTo>
                  <a:pt x="459137" y="596882"/>
                </a:lnTo>
                <a:lnTo>
                  <a:pt x="459137" y="0"/>
                </a:lnTo>
                <a:lnTo>
                  <a:pt x="0" y="0"/>
                </a:lnTo>
                <a:lnTo>
                  <a:pt x="0" y="596882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03" name="object 503"/>
          <p:cNvSpPr/>
          <p:nvPr/>
        </p:nvSpPr>
        <p:spPr>
          <a:xfrm>
            <a:off x="3561174" y="2834588"/>
            <a:ext cx="459373" cy="596882"/>
          </a:xfrm>
          <a:custGeom>
            <a:avLst/>
            <a:gdLst/>
            <a:ahLst/>
            <a:cxnLst/>
            <a:rect l="l" t="t" r="r" b="b"/>
            <a:pathLst>
              <a:path w="459373" h="596882">
                <a:moveTo>
                  <a:pt x="0" y="596882"/>
                </a:moveTo>
                <a:lnTo>
                  <a:pt x="459373" y="596882"/>
                </a:lnTo>
                <a:lnTo>
                  <a:pt x="459373" y="0"/>
                </a:lnTo>
                <a:lnTo>
                  <a:pt x="0" y="0"/>
                </a:lnTo>
                <a:lnTo>
                  <a:pt x="0" y="596882"/>
                </a:lnTo>
                <a:close/>
              </a:path>
            </a:pathLst>
          </a:custGeom>
          <a:solidFill>
            <a:srgbClr val="959595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04" name="object 504"/>
          <p:cNvSpPr/>
          <p:nvPr/>
        </p:nvSpPr>
        <p:spPr>
          <a:xfrm>
            <a:off x="4013460" y="2834588"/>
            <a:ext cx="459137" cy="596882"/>
          </a:xfrm>
          <a:custGeom>
            <a:avLst/>
            <a:gdLst/>
            <a:ahLst/>
            <a:cxnLst/>
            <a:rect l="l" t="t" r="r" b="b"/>
            <a:pathLst>
              <a:path w="459137" h="596882">
                <a:moveTo>
                  <a:pt x="0" y="596882"/>
                </a:moveTo>
                <a:lnTo>
                  <a:pt x="459137" y="596882"/>
                </a:lnTo>
                <a:lnTo>
                  <a:pt x="459137" y="0"/>
                </a:lnTo>
                <a:lnTo>
                  <a:pt x="0" y="0"/>
                </a:lnTo>
                <a:lnTo>
                  <a:pt x="0" y="596882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05" name="object 505"/>
          <p:cNvSpPr/>
          <p:nvPr/>
        </p:nvSpPr>
        <p:spPr>
          <a:xfrm>
            <a:off x="4465556" y="2834588"/>
            <a:ext cx="459137" cy="596882"/>
          </a:xfrm>
          <a:custGeom>
            <a:avLst/>
            <a:gdLst/>
            <a:ahLst/>
            <a:cxnLst/>
            <a:rect l="l" t="t" r="r" b="b"/>
            <a:pathLst>
              <a:path w="459137" h="596882">
                <a:moveTo>
                  <a:pt x="0" y="596882"/>
                </a:moveTo>
                <a:lnTo>
                  <a:pt x="459137" y="596882"/>
                </a:lnTo>
                <a:lnTo>
                  <a:pt x="459137" y="0"/>
                </a:lnTo>
                <a:lnTo>
                  <a:pt x="0" y="0"/>
                </a:lnTo>
                <a:lnTo>
                  <a:pt x="0" y="596882"/>
                </a:lnTo>
                <a:close/>
              </a:path>
            </a:pathLst>
          </a:custGeom>
          <a:solidFill>
            <a:srgbClr val="959595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06" name="object 506"/>
          <p:cNvSpPr/>
          <p:nvPr/>
        </p:nvSpPr>
        <p:spPr>
          <a:xfrm>
            <a:off x="4917653" y="2834588"/>
            <a:ext cx="459373" cy="596882"/>
          </a:xfrm>
          <a:custGeom>
            <a:avLst/>
            <a:gdLst/>
            <a:ahLst/>
            <a:cxnLst/>
            <a:rect l="l" t="t" r="r" b="b"/>
            <a:pathLst>
              <a:path w="459373" h="596882">
                <a:moveTo>
                  <a:pt x="0" y="596882"/>
                </a:moveTo>
                <a:lnTo>
                  <a:pt x="459373" y="596882"/>
                </a:lnTo>
                <a:lnTo>
                  <a:pt x="459373" y="0"/>
                </a:lnTo>
                <a:lnTo>
                  <a:pt x="0" y="0"/>
                </a:lnTo>
                <a:lnTo>
                  <a:pt x="0" y="596882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07" name="object 507"/>
          <p:cNvSpPr/>
          <p:nvPr/>
        </p:nvSpPr>
        <p:spPr>
          <a:xfrm>
            <a:off x="5369938" y="2834588"/>
            <a:ext cx="459137" cy="596882"/>
          </a:xfrm>
          <a:custGeom>
            <a:avLst/>
            <a:gdLst/>
            <a:ahLst/>
            <a:cxnLst/>
            <a:rect l="l" t="t" r="r" b="b"/>
            <a:pathLst>
              <a:path w="459137" h="596882">
                <a:moveTo>
                  <a:pt x="0" y="596882"/>
                </a:moveTo>
                <a:lnTo>
                  <a:pt x="459137" y="596882"/>
                </a:lnTo>
                <a:lnTo>
                  <a:pt x="459137" y="0"/>
                </a:lnTo>
                <a:lnTo>
                  <a:pt x="0" y="0"/>
                </a:lnTo>
                <a:lnTo>
                  <a:pt x="0" y="596882"/>
                </a:lnTo>
                <a:close/>
              </a:path>
            </a:pathLst>
          </a:custGeom>
          <a:solidFill>
            <a:srgbClr val="959595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08" name="object 508"/>
          <p:cNvSpPr/>
          <p:nvPr/>
        </p:nvSpPr>
        <p:spPr>
          <a:xfrm>
            <a:off x="5822035" y="2834588"/>
            <a:ext cx="459137" cy="596882"/>
          </a:xfrm>
          <a:custGeom>
            <a:avLst/>
            <a:gdLst/>
            <a:ahLst/>
            <a:cxnLst/>
            <a:rect l="l" t="t" r="r" b="b"/>
            <a:pathLst>
              <a:path w="459137" h="596882">
                <a:moveTo>
                  <a:pt x="0" y="596882"/>
                </a:moveTo>
                <a:lnTo>
                  <a:pt x="459137" y="596882"/>
                </a:lnTo>
                <a:lnTo>
                  <a:pt x="459137" y="0"/>
                </a:lnTo>
                <a:lnTo>
                  <a:pt x="0" y="0"/>
                </a:lnTo>
                <a:lnTo>
                  <a:pt x="0" y="596882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09" name="object 509"/>
          <p:cNvSpPr/>
          <p:nvPr/>
        </p:nvSpPr>
        <p:spPr>
          <a:xfrm>
            <a:off x="6274131" y="2834588"/>
            <a:ext cx="459373" cy="596882"/>
          </a:xfrm>
          <a:custGeom>
            <a:avLst/>
            <a:gdLst/>
            <a:ahLst/>
            <a:cxnLst/>
            <a:rect l="l" t="t" r="r" b="b"/>
            <a:pathLst>
              <a:path w="459373" h="596882">
                <a:moveTo>
                  <a:pt x="0" y="596882"/>
                </a:moveTo>
                <a:lnTo>
                  <a:pt x="459373" y="596882"/>
                </a:lnTo>
                <a:lnTo>
                  <a:pt x="459373" y="0"/>
                </a:lnTo>
                <a:lnTo>
                  <a:pt x="0" y="0"/>
                </a:lnTo>
                <a:lnTo>
                  <a:pt x="0" y="596882"/>
                </a:lnTo>
                <a:close/>
              </a:path>
            </a:pathLst>
          </a:custGeom>
          <a:solidFill>
            <a:srgbClr val="959595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10" name="object 510"/>
          <p:cNvSpPr/>
          <p:nvPr/>
        </p:nvSpPr>
        <p:spPr>
          <a:xfrm>
            <a:off x="6726511" y="2834588"/>
            <a:ext cx="459137" cy="596882"/>
          </a:xfrm>
          <a:custGeom>
            <a:avLst/>
            <a:gdLst/>
            <a:ahLst/>
            <a:cxnLst/>
            <a:rect l="l" t="t" r="r" b="b"/>
            <a:pathLst>
              <a:path w="459137" h="596882">
                <a:moveTo>
                  <a:pt x="0" y="596882"/>
                </a:moveTo>
                <a:lnTo>
                  <a:pt x="459137" y="596882"/>
                </a:lnTo>
                <a:lnTo>
                  <a:pt x="459137" y="0"/>
                </a:lnTo>
                <a:lnTo>
                  <a:pt x="0" y="0"/>
                </a:lnTo>
                <a:lnTo>
                  <a:pt x="0" y="596882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11" name="object 511"/>
          <p:cNvSpPr/>
          <p:nvPr/>
        </p:nvSpPr>
        <p:spPr>
          <a:xfrm>
            <a:off x="7178513" y="2834588"/>
            <a:ext cx="459137" cy="596882"/>
          </a:xfrm>
          <a:custGeom>
            <a:avLst/>
            <a:gdLst/>
            <a:ahLst/>
            <a:cxnLst/>
            <a:rect l="l" t="t" r="r" b="b"/>
            <a:pathLst>
              <a:path w="459137" h="596882">
                <a:moveTo>
                  <a:pt x="0" y="596882"/>
                </a:moveTo>
                <a:lnTo>
                  <a:pt x="459137" y="596882"/>
                </a:lnTo>
                <a:lnTo>
                  <a:pt x="459137" y="0"/>
                </a:lnTo>
                <a:lnTo>
                  <a:pt x="0" y="0"/>
                </a:lnTo>
                <a:lnTo>
                  <a:pt x="0" y="596882"/>
                </a:lnTo>
                <a:close/>
              </a:path>
            </a:pathLst>
          </a:custGeom>
          <a:solidFill>
            <a:srgbClr val="959595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12" name="object 512"/>
          <p:cNvSpPr/>
          <p:nvPr/>
        </p:nvSpPr>
        <p:spPr>
          <a:xfrm>
            <a:off x="1756128" y="2143801"/>
            <a:ext cx="0" cy="1293948"/>
          </a:xfrm>
          <a:custGeom>
            <a:avLst/>
            <a:gdLst/>
            <a:ahLst/>
            <a:cxnLst/>
            <a:rect l="l" t="t" r="r" b="b"/>
            <a:pathLst>
              <a:path w="0" h="1293948">
                <a:moveTo>
                  <a:pt x="0" y="0"/>
                </a:moveTo>
                <a:lnTo>
                  <a:pt x="0" y="1293948"/>
                </a:lnTo>
              </a:path>
            </a:pathLst>
          </a:custGeom>
          <a:ln w="8326">
            <a:solidFill>
              <a:srgbClr val="C0C0C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13" name="object 513"/>
          <p:cNvSpPr/>
          <p:nvPr/>
        </p:nvSpPr>
        <p:spPr>
          <a:xfrm>
            <a:off x="2208207" y="2743429"/>
            <a:ext cx="0" cy="82905"/>
          </a:xfrm>
          <a:custGeom>
            <a:avLst/>
            <a:gdLst/>
            <a:ahLst/>
            <a:cxnLst/>
            <a:rect l="l" t="t" r="r" b="b"/>
            <a:pathLst>
              <a:path w="0" h="82905">
                <a:moveTo>
                  <a:pt x="0" y="0"/>
                </a:moveTo>
                <a:lnTo>
                  <a:pt x="0" y="82905"/>
                </a:lnTo>
              </a:path>
            </a:pathLst>
          </a:custGeom>
          <a:ln w="7056">
            <a:solidFill>
              <a:srgbClr val="C0C0C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14" name="object 514"/>
          <p:cNvSpPr/>
          <p:nvPr/>
        </p:nvSpPr>
        <p:spPr>
          <a:xfrm>
            <a:off x="2208215" y="2740672"/>
            <a:ext cx="0" cy="88412"/>
          </a:xfrm>
          <a:custGeom>
            <a:avLst/>
            <a:gdLst/>
            <a:ahLst/>
            <a:cxnLst/>
            <a:rect l="l" t="t" r="r" b="b"/>
            <a:pathLst>
              <a:path w="0" h="88412">
                <a:moveTo>
                  <a:pt x="0" y="0"/>
                </a:moveTo>
                <a:lnTo>
                  <a:pt x="0" y="88412"/>
                </a:lnTo>
              </a:path>
            </a:pathLst>
          </a:custGeom>
          <a:ln w="8326">
            <a:solidFill>
              <a:srgbClr val="C0C0C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15" name="object 515"/>
          <p:cNvSpPr/>
          <p:nvPr/>
        </p:nvSpPr>
        <p:spPr>
          <a:xfrm>
            <a:off x="2660530" y="2743429"/>
            <a:ext cx="0" cy="82905"/>
          </a:xfrm>
          <a:custGeom>
            <a:avLst/>
            <a:gdLst/>
            <a:ahLst/>
            <a:cxnLst/>
            <a:rect l="l" t="t" r="r" b="b"/>
            <a:pathLst>
              <a:path w="0" h="82905">
                <a:moveTo>
                  <a:pt x="0" y="0"/>
                </a:moveTo>
                <a:lnTo>
                  <a:pt x="0" y="82905"/>
                </a:lnTo>
              </a:path>
            </a:pathLst>
          </a:custGeom>
          <a:ln w="7056">
            <a:solidFill>
              <a:srgbClr val="C0C0C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16" name="object 516"/>
          <p:cNvSpPr/>
          <p:nvPr/>
        </p:nvSpPr>
        <p:spPr>
          <a:xfrm>
            <a:off x="2660528" y="2740672"/>
            <a:ext cx="0" cy="88412"/>
          </a:xfrm>
          <a:custGeom>
            <a:avLst/>
            <a:gdLst/>
            <a:ahLst/>
            <a:cxnLst/>
            <a:rect l="l" t="t" r="r" b="b"/>
            <a:pathLst>
              <a:path w="0" h="88412">
                <a:moveTo>
                  <a:pt x="0" y="0"/>
                </a:moveTo>
                <a:lnTo>
                  <a:pt x="0" y="88412"/>
                </a:lnTo>
              </a:path>
            </a:pathLst>
          </a:custGeom>
          <a:ln w="8326">
            <a:solidFill>
              <a:srgbClr val="C0C0C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17" name="object 517"/>
          <p:cNvSpPr/>
          <p:nvPr/>
        </p:nvSpPr>
        <p:spPr>
          <a:xfrm>
            <a:off x="3112570" y="2743429"/>
            <a:ext cx="0" cy="82905"/>
          </a:xfrm>
          <a:custGeom>
            <a:avLst/>
            <a:gdLst/>
            <a:ahLst/>
            <a:cxnLst/>
            <a:rect l="l" t="t" r="r" b="b"/>
            <a:pathLst>
              <a:path w="0" h="82905">
                <a:moveTo>
                  <a:pt x="0" y="0"/>
                </a:moveTo>
                <a:lnTo>
                  <a:pt x="0" y="82905"/>
                </a:lnTo>
              </a:path>
            </a:pathLst>
          </a:custGeom>
          <a:ln w="7056">
            <a:solidFill>
              <a:srgbClr val="C0C0C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18" name="object 518"/>
          <p:cNvSpPr/>
          <p:nvPr/>
        </p:nvSpPr>
        <p:spPr>
          <a:xfrm>
            <a:off x="3112606" y="2740672"/>
            <a:ext cx="0" cy="88412"/>
          </a:xfrm>
          <a:custGeom>
            <a:avLst/>
            <a:gdLst/>
            <a:ahLst/>
            <a:cxnLst/>
            <a:rect l="l" t="t" r="r" b="b"/>
            <a:pathLst>
              <a:path w="0" h="88412">
                <a:moveTo>
                  <a:pt x="0" y="0"/>
                </a:moveTo>
                <a:lnTo>
                  <a:pt x="0" y="88412"/>
                </a:lnTo>
              </a:path>
            </a:pathLst>
          </a:custGeom>
          <a:ln w="8326">
            <a:solidFill>
              <a:srgbClr val="C0C0C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19" name="object 519"/>
          <p:cNvSpPr/>
          <p:nvPr/>
        </p:nvSpPr>
        <p:spPr>
          <a:xfrm>
            <a:off x="3564667" y="2743429"/>
            <a:ext cx="0" cy="82905"/>
          </a:xfrm>
          <a:custGeom>
            <a:avLst/>
            <a:gdLst/>
            <a:ahLst/>
            <a:cxnLst/>
            <a:rect l="l" t="t" r="r" b="b"/>
            <a:pathLst>
              <a:path w="0" h="82905">
                <a:moveTo>
                  <a:pt x="0" y="0"/>
                </a:moveTo>
                <a:lnTo>
                  <a:pt x="0" y="82905"/>
                </a:lnTo>
              </a:path>
            </a:pathLst>
          </a:custGeom>
          <a:ln w="7056">
            <a:solidFill>
              <a:srgbClr val="C0C0C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20" name="object 520"/>
          <p:cNvSpPr/>
          <p:nvPr/>
        </p:nvSpPr>
        <p:spPr>
          <a:xfrm>
            <a:off x="3564703" y="2740672"/>
            <a:ext cx="0" cy="88412"/>
          </a:xfrm>
          <a:custGeom>
            <a:avLst/>
            <a:gdLst/>
            <a:ahLst/>
            <a:cxnLst/>
            <a:rect l="l" t="t" r="r" b="b"/>
            <a:pathLst>
              <a:path w="0" h="88412">
                <a:moveTo>
                  <a:pt x="0" y="0"/>
                </a:moveTo>
                <a:lnTo>
                  <a:pt x="0" y="88412"/>
                </a:lnTo>
              </a:path>
            </a:pathLst>
          </a:custGeom>
          <a:ln w="8326">
            <a:solidFill>
              <a:srgbClr val="C0C0C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21" name="object 521"/>
          <p:cNvSpPr/>
          <p:nvPr/>
        </p:nvSpPr>
        <p:spPr>
          <a:xfrm>
            <a:off x="4017046" y="2743429"/>
            <a:ext cx="0" cy="82905"/>
          </a:xfrm>
          <a:custGeom>
            <a:avLst/>
            <a:gdLst/>
            <a:ahLst/>
            <a:cxnLst/>
            <a:rect l="l" t="t" r="r" b="b"/>
            <a:pathLst>
              <a:path w="0" h="82905">
                <a:moveTo>
                  <a:pt x="0" y="0"/>
                </a:moveTo>
                <a:lnTo>
                  <a:pt x="0" y="82905"/>
                </a:lnTo>
              </a:path>
            </a:pathLst>
          </a:custGeom>
          <a:ln w="7056">
            <a:solidFill>
              <a:srgbClr val="C0C0C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22" name="object 522"/>
          <p:cNvSpPr/>
          <p:nvPr/>
        </p:nvSpPr>
        <p:spPr>
          <a:xfrm>
            <a:off x="4016988" y="2740672"/>
            <a:ext cx="0" cy="88412"/>
          </a:xfrm>
          <a:custGeom>
            <a:avLst/>
            <a:gdLst/>
            <a:ahLst/>
            <a:cxnLst/>
            <a:rect l="l" t="t" r="r" b="b"/>
            <a:pathLst>
              <a:path w="0" h="88412">
                <a:moveTo>
                  <a:pt x="0" y="0"/>
                </a:moveTo>
                <a:lnTo>
                  <a:pt x="0" y="88412"/>
                </a:lnTo>
              </a:path>
            </a:pathLst>
          </a:custGeom>
          <a:ln w="8326">
            <a:solidFill>
              <a:srgbClr val="C0C0C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23" name="object 523"/>
          <p:cNvSpPr/>
          <p:nvPr/>
        </p:nvSpPr>
        <p:spPr>
          <a:xfrm>
            <a:off x="4469143" y="2743429"/>
            <a:ext cx="0" cy="82905"/>
          </a:xfrm>
          <a:custGeom>
            <a:avLst/>
            <a:gdLst/>
            <a:ahLst/>
            <a:cxnLst/>
            <a:rect l="l" t="t" r="r" b="b"/>
            <a:pathLst>
              <a:path w="0" h="82905">
                <a:moveTo>
                  <a:pt x="0" y="0"/>
                </a:moveTo>
                <a:lnTo>
                  <a:pt x="0" y="82905"/>
                </a:lnTo>
              </a:path>
            </a:pathLst>
          </a:custGeom>
          <a:ln w="7056">
            <a:solidFill>
              <a:srgbClr val="C0C0C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24" name="object 524"/>
          <p:cNvSpPr/>
          <p:nvPr/>
        </p:nvSpPr>
        <p:spPr>
          <a:xfrm>
            <a:off x="4469085" y="2740672"/>
            <a:ext cx="0" cy="88412"/>
          </a:xfrm>
          <a:custGeom>
            <a:avLst/>
            <a:gdLst/>
            <a:ahLst/>
            <a:cxnLst/>
            <a:rect l="l" t="t" r="r" b="b"/>
            <a:pathLst>
              <a:path w="0" h="88412">
                <a:moveTo>
                  <a:pt x="0" y="0"/>
                </a:moveTo>
                <a:lnTo>
                  <a:pt x="0" y="88412"/>
                </a:lnTo>
              </a:path>
            </a:pathLst>
          </a:custGeom>
          <a:ln w="8326">
            <a:solidFill>
              <a:srgbClr val="C0C0C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25" name="object 525"/>
          <p:cNvSpPr/>
          <p:nvPr/>
        </p:nvSpPr>
        <p:spPr>
          <a:xfrm>
            <a:off x="4921145" y="2743429"/>
            <a:ext cx="0" cy="82905"/>
          </a:xfrm>
          <a:custGeom>
            <a:avLst/>
            <a:gdLst/>
            <a:ahLst/>
            <a:cxnLst/>
            <a:rect l="l" t="t" r="r" b="b"/>
            <a:pathLst>
              <a:path w="0" h="82905">
                <a:moveTo>
                  <a:pt x="0" y="0"/>
                </a:moveTo>
                <a:lnTo>
                  <a:pt x="0" y="82905"/>
                </a:lnTo>
              </a:path>
            </a:pathLst>
          </a:custGeom>
          <a:ln w="7056">
            <a:solidFill>
              <a:srgbClr val="C0C0C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26" name="object 526"/>
          <p:cNvSpPr/>
          <p:nvPr/>
        </p:nvSpPr>
        <p:spPr>
          <a:xfrm>
            <a:off x="4921181" y="2740672"/>
            <a:ext cx="0" cy="88412"/>
          </a:xfrm>
          <a:custGeom>
            <a:avLst/>
            <a:gdLst/>
            <a:ahLst/>
            <a:cxnLst/>
            <a:rect l="l" t="t" r="r" b="b"/>
            <a:pathLst>
              <a:path w="0" h="88412">
                <a:moveTo>
                  <a:pt x="0" y="0"/>
                </a:moveTo>
                <a:lnTo>
                  <a:pt x="0" y="88412"/>
                </a:lnTo>
              </a:path>
            </a:pathLst>
          </a:custGeom>
          <a:ln w="8326">
            <a:solidFill>
              <a:srgbClr val="C0C0C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27" name="object 527"/>
          <p:cNvSpPr/>
          <p:nvPr/>
        </p:nvSpPr>
        <p:spPr>
          <a:xfrm>
            <a:off x="5373525" y="2743429"/>
            <a:ext cx="0" cy="82905"/>
          </a:xfrm>
          <a:custGeom>
            <a:avLst/>
            <a:gdLst/>
            <a:ahLst/>
            <a:cxnLst/>
            <a:rect l="l" t="t" r="r" b="b"/>
            <a:pathLst>
              <a:path w="0" h="82905">
                <a:moveTo>
                  <a:pt x="0" y="0"/>
                </a:moveTo>
                <a:lnTo>
                  <a:pt x="0" y="82905"/>
                </a:lnTo>
              </a:path>
            </a:pathLst>
          </a:custGeom>
          <a:ln w="7056">
            <a:solidFill>
              <a:srgbClr val="C0C0C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28" name="object 528"/>
          <p:cNvSpPr/>
          <p:nvPr/>
        </p:nvSpPr>
        <p:spPr>
          <a:xfrm>
            <a:off x="5373466" y="2740672"/>
            <a:ext cx="0" cy="88412"/>
          </a:xfrm>
          <a:custGeom>
            <a:avLst/>
            <a:gdLst/>
            <a:ahLst/>
            <a:cxnLst/>
            <a:rect l="l" t="t" r="r" b="b"/>
            <a:pathLst>
              <a:path w="0" h="88412">
                <a:moveTo>
                  <a:pt x="0" y="0"/>
                </a:moveTo>
                <a:lnTo>
                  <a:pt x="0" y="88412"/>
                </a:lnTo>
              </a:path>
            </a:pathLst>
          </a:custGeom>
          <a:ln w="8326">
            <a:solidFill>
              <a:srgbClr val="C0C0C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29" name="object 529"/>
          <p:cNvSpPr/>
          <p:nvPr/>
        </p:nvSpPr>
        <p:spPr>
          <a:xfrm>
            <a:off x="5825621" y="2743429"/>
            <a:ext cx="0" cy="82905"/>
          </a:xfrm>
          <a:custGeom>
            <a:avLst/>
            <a:gdLst/>
            <a:ahLst/>
            <a:cxnLst/>
            <a:rect l="l" t="t" r="r" b="b"/>
            <a:pathLst>
              <a:path w="0" h="82905">
                <a:moveTo>
                  <a:pt x="0" y="0"/>
                </a:moveTo>
                <a:lnTo>
                  <a:pt x="0" y="82905"/>
                </a:lnTo>
              </a:path>
            </a:pathLst>
          </a:custGeom>
          <a:ln w="7056">
            <a:solidFill>
              <a:srgbClr val="C0C0C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30" name="object 530"/>
          <p:cNvSpPr/>
          <p:nvPr/>
        </p:nvSpPr>
        <p:spPr>
          <a:xfrm>
            <a:off x="5825563" y="2740672"/>
            <a:ext cx="0" cy="88412"/>
          </a:xfrm>
          <a:custGeom>
            <a:avLst/>
            <a:gdLst/>
            <a:ahLst/>
            <a:cxnLst/>
            <a:rect l="l" t="t" r="r" b="b"/>
            <a:pathLst>
              <a:path w="0" h="88412">
                <a:moveTo>
                  <a:pt x="0" y="0"/>
                </a:moveTo>
                <a:lnTo>
                  <a:pt x="0" y="88412"/>
                </a:lnTo>
              </a:path>
            </a:pathLst>
          </a:custGeom>
          <a:ln w="8326">
            <a:solidFill>
              <a:srgbClr val="C0C0C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31" name="object 531"/>
          <p:cNvSpPr/>
          <p:nvPr/>
        </p:nvSpPr>
        <p:spPr>
          <a:xfrm>
            <a:off x="6277718" y="2743429"/>
            <a:ext cx="0" cy="82905"/>
          </a:xfrm>
          <a:custGeom>
            <a:avLst/>
            <a:gdLst/>
            <a:ahLst/>
            <a:cxnLst/>
            <a:rect l="l" t="t" r="r" b="b"/>
            <a:pathLst>
              <a:path w="0" h="82905">
                <a:moveTo>
                  <a:pt x="0" y="0"/>
                </a:moveTo>
                <a:lnTo>
                  <a:pt x="0" y="82905"/>
                </a:lnTo>
              </a:path>
            </a:pathLst>
          </a:custGeom>
          <a:ln w="7056">
            <a:solidFill>
              <a:srgbClr val="C0C0C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32" name="object 532"/>
          <p:cNvSpPr/>
          <p:nvPr/>
        </p:nvSpPr>
        <p:spPr>
          <a:xfrm>
            <a:off x="6277659" y="2740672"/>
            <a:ext cx="0" cy="88412"/>
          </a:xfrm>
          <a:custGeom>
            <a:avLst/>
            <a:gdLst/>
            <a:ahLst/>
            <a:cxnLst/>
            <a:rect l="l" t="t" r="r" b="b"/>
            <a:pathLst>
              <a:path w="0" h="88412">
                <a:moveTo>
                  <a:pt x="0" y="0"/>
                </a:moveTo>
                <a:lnTo>
                  <a:pt x="0" y="88412"/>
                </a:lnTo>
              </a:path>
            </a:pathLst>
          </a:custGeom>
          <a:ln w="8326">
            <a:solidFill>
              <a:srgbClr val="C0C0C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33" name="object 533"/>
          <p:cNvSpPr/>
          <p:nvPr/>
        </p:nvSpPr>
        <p:spPr>
          <a:xfrm>
            <a:off x="6730003" y="2743429"/>
            <a:ext cx="0" cy="82905"/>
          </a:xfrm>
          <a:custGeom>
            <a:avLst/>
            <a:gdLst/>
            <a:ahLst/>
            <a:cxnLst/>
            <a:rect l="l" t="t" r="r" b="b"/>
            <a:pathLst>
              <a:path w="0" h="82905">
                <a:moveTo>
                  <a:pt x="0" y="0"/>
                </a:moveTo>
                <a:lnTo>
                  <a:pt x="0" y="82905"/>
                </a:lnTo>
              </a:path>
            </a:pathLst>
          </a:custGeom>
          <a:ln w="7056">
            <a:solidFill>
              <a:srgbClr val="C0C0C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34" name="object 534"/>
          <p:cNvSpPr/>
          <p:nvPr/>
        </p:nvSpPr>
        <p:spPr>
          <a:xfrm>
            <a:off x="6730039" y="2740672"/>
            <a:ext cx="0" cy="88412"/>
          </a:xfrm>
          <a:custGeom>
            <a:avLst/>
            <a:gdLst/>
            <a:ahLst/>
            <a:cxnLst/>
            <a:rect l="l" t="t" r="r" b="b"/>
            <a:pathLst>
              <a:path w="0" h="88412">
                <a:moveTo>
                  <a:pt x="0" y="0"/>
                </a:moveTo>
                <a:lnTo>
                  <a:pt x="0" y="88412"/>
                </a:lnTo>
              </a:path>
            </a:pathLst>
          </a:custGeom>
          <a:ln w="8326">
            <a:solidFill>
              <a:srgbClr val="C0C0C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35" name="object 535"/>
          <p:cNvSpPr/>
          <p:nvPr/>
        </p:nvSpPr>
        <p:spPr>
          <a:xfrm>
            <a:off x="7182100" y="2743429"/>
            <a:ext cx="0" cy="82905"/>
          </a:xfrm>
          <a:custGeom>
            <a:avLst/>
            <a:gdLst/>
            <a:ahLst/>
            <a:cxnLst/>
            <a:rect l="l" t="t" r="r" b="b"/>
            <a:pathLst>
              <a:path w="0" h="82905">
                <a:moveTo>
                  <a:pt x="0" y="0"/>
                </a:moveTo>
                <a:lnTo>
                  <a:pt x="0" y="82905"/>
                </a:lnTo>
              </a:path>
            </a:pathLst>
          </a:custGeom>
          <a:ln w="7056">
            <a:solidFill>
              <a:srgbClr val="C0C0C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36" name="object 536"/>
          <p:cNvSpPr/>
          <p:nvPr/>
        </p:nvSpPr>
        <p:spPr>
          <a:xfrm>
            <a:off x="7182041" y="2740672"/>
            <a:ext cx="0" cy="88412"/>
          </a:xfrm>
          <a:custGeom>
            <a:avLst/>
            <a:gdLst/>
            <a:ahLst/>
            <a:cxnLst/>
            <a:rect l="l" t="t" r="r" b="b"/>
            <a:pathLst>
              <a:path w="0" h="88412">
                <a:moveTo>
                  <a:pt x="0" y="0"/>
                </a:moveTo>
                <a:lnTo>
                  <a:pt x="0" y="88412"/>
                </a:lnTo>
              </a:path>
            </a:pathLst>
          </a:custGeom>
          <a:ln w="8326">
            <a:solidFill>
              <a:srgbClr val="C0C0C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37" name="object 537"/>
          <p:cNvSpPr/>
          <p:nvPr/>
        </p:nvSpPr>
        <p:spPr>
          <a:xfrm>
            <a:off x="1759656" y="2834588"/>
            <a:ext cx="5878010" cy="0"/>
          </a:xfrm>
          <a:custGeom>
            <a:avLst/>
            <a:gdLst/>
            <a:ahLst/>
            <a:cxnLst/>
            <a:rect l="l" t="t" r="r" b="b"/>
            <a:pathLst>
              <a:path w="5878010" h="0">
                <a:moveTo>
                  <a:pt x="0" y="0"/>
                </a:moveTo>
                <a:lnTo>
                  <a:pt x="5878010" y="0"/>
                </a:lnTo>
              </a:path>
            </a:pathLst>
          </a:custGeom>
          <a:ln w="1227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38" name="object 538"/>
          <p:cNvSpPr/>
          <p:nvPr/>
        </p:nvSpPr>
        <p:spPr>
          <a:xfrm>
            <a:off x="7634196" y="2743429"/>
            <a:ext cx="0" cy="82905"/>
          </a:xfrm>
          <a:custGeom>
            <a:avLst/>
            <a:gdLst/>
            <a:ahLst/>
            <a:cxnLst/>
            <a:rect l="l" t="t" r="r" b="b"/>
            <a:pathLst>
              <a:path w="0" h="82905">
                <a:moveTo>
                  <a:pt x="0" y="0"/>
                </a:moveTo>
                <a:lnTo>
                  <a:pt x="0" y="82905"/>
                </a:lnTo>
              </a:path>
            </a:pathLst>
          </a:custGeom>
          <a:ln w="7056">
            <a:solidFill>
              <a:srgbClr val="C0C0C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39" name="object 539"/>
          <p:cNvSpPr/>
          <p:nvPr/>
        </p:nvSpPr>
        <p:spPr>
          <a:xfrm>
            <a:off x="7634138" y="2740672"/>
            <a:ext cx="0" cy="88412"/>
          </a:xfrm>
          <a:custGeom>
            <a:avLst/>
            <a:gdLst/>
            <a:ahLst/>
            <a:cxnLst/>
            <a:rect l="l" t="t" r="r" b="b"/>
            <a:pathLst>
              <a:path w="0" h="88412">
                <a:moveTo>
                  <a:pt x="0" y="0"/>
                </a:moveTo>
                <a:lnTo>
                  <a:pt x="0" y="88412"/>
                </a:lnTo>
              </a:path>
            </a:pathLst>
          </a:custGeom>
          <a:ln w="8326">
            <a:solidFill>
              <a:srgbClr val="C0C0C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40" name="object 540"/>
          <p:cNvSpPr/>
          <p:nvPr/>
        </p:nvSpPr>
        <p:spPr>
          <a:xfrm>
            <a:off x="2660530" y="2842848"/>
            <a:ext cx="0" cy="182324"/>
          </a:xfrm>
          <a:custGeom>
            <a:avLst/>
            <a:gdLst/>
            <a:ahLst/>
            <a:cxnLst/>
            <a:rect l="l" t="t" r="r" b="b"/>
            <a:pathLst>
              <a:path w="0" h="182324">
                <a:moveTo>
                  <a:pt x="0" y="0"/>
                </a:moveTo>
                <a:lnTo>
                  <a:pt x="0" y="182324"/>
                </a:lnTo>
              </a:path>
            </a:pathLst>
          </a:custGeom>
          <a:ln w="705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41" name="object 541"/>
          <p:cNvSpPr/>
          <p:nvPr/>
        </p:nvSpPr>
        <p:spPr>
          <a:xfrm>
            <a:off x="2660528" y="2840091"/>
            <a:ext cx="0" cy="187831"/>
          </a:xfrm>
          <a:custGeom>
            <a:avLst/>
            <a:gdLst/>
            <a:ahLst/>
            <a:cxnLst/>
            <a:rect l="l" t="t" r="r" b="b"/>
            <a:pathLst>
              <a:path w="0" h="187831">
                <a:moveTo>
                  <a:pt x="0" y="0"/>
                </a:moveTo>
                <a:lnTo>
                  <a:pt x="0" y="187831"/>
                </a:lnTo>
              </a:path>
            </a:pathLst>
          </a:custGeom>
          <a:ln w="832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42" name="object 542"/>
          <p:cNvSpPr/>
          <p:nvPr/>
        </p:nvSpPr>
        <p:spPr>
          <a:xfrm>
            <a:off x="3112570" y="2842848"/>
            <a:ext cx="0" cy="182324"/>
          </a:xfrm>
          <a:custGeom>
            <a:avLst/>
            <a:gdLst/>
            <a:ahLst/>
            <a:cxnLst/>
            <a:rect l="l" t="t" r="r" b="b"/>
            <a:pathLst>
              <a:path w="0" h="182324">
                <a:moveTo>
                  <a:pt x="0" y="0"/>
                </a:moveTo>
                <a:lnTo>
                  <a:pt x="0" y="182324"/>
                </a:lnTo>
              </a:path>
            </a:pathLst>
          </a:custGeom>
          <a:ln w="705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43" name="object 543"/>
          <p:cNvSpPr/>
          <p:nvPr/>
        </p:nvSpPr>
        <p:spPr>
          <a:xfrm>
            <a:off x="3112606" y="2840091"/>
            <a:ext cx="0" cy="187831"/>
          </a:xfrm>
          <a:custGeom>
            <a:avLst/>
            <a:gdLst/>
            <a:ahLst/>
            <a:cxnLst/>
            <a:rect l="l" t="t" r="r" b="b"/>
            <a:pathLst>
              <a:path w="0" h="187831">
                <a:moveTo>
                  <a:pt x="0" y="0"/>
                </a:moveTo>
                <a:lnTo>
                  <a:pt x="0" y="187831"/>
                </a:lnTo>
              </a:path>
            </a:pathLst>
          </a:custGeom>
          <a:ln w="832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44" name="object 544"/>
          <p:cNvSpPr/>
          <p:nvPr/>
        </p:nvSpPr>
        <p:spPr>
          <a:xfrm>
            <a:off x="3564667" y="2842848"/>
            <a:ext cx="0" cy="182324"/>
          </a:xfrm>
          <a:custGeom>
            <a:avLst/>
            <a:gdLst/>
            <a:ahLst/>
            <a:cxnLst/>
            <a:rect l="l" t="t" r="r" b="b"/>
            <a:pathLst>
              <a:path w="0" h="182324">
                <a:moveTo>
                  <a:pt x="0" y="0"/>
                </a:moveTo>
                <a:lnTo>
                  <a:pt x="0" y="182324"/>
                </a:lnTo>
              </a:path>
            </a:pathLst>
          </a:custGeom>
          <a:ln w="705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45" name="object 545"/>
          <p:cNvSpPr/>
          <p:nvPr/>
        </p:nvSpPr>
        <p:spPr>
          <a:xfrm>
            <a:off x="3564703" y="2840091"/>
            <a:ext cx="0" cy="187831"/>
          </a:xfrm>
          <a:custGeom>
            <a:avLst/>
            <a:gdLst/>
            <a:ahLst/>
            <a:cxnLst/>
            <a:rect l="l" t="t" r="r" b="b"/>
            <a:pathLst>
              <a:path w="0" h="187831">
                <a:moveTo>
                  <a:pt x="0" y="0"/>
                </a:moveTo>
                <a:lnTo>
                  <a:pt x="0" y="187831"/>
                </a:lnTo>
              </a:path>
            </a:pathLst>
          </a:custGeom>
          <a:ln w="832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46" name="object 546"/>
          <p:cNvSpPr/>
          <p:nvPr/>
        </p:nvSpPr>
        <p:spPr>
          <a:xfrm>
            <a:off x="4017046" y="2842848"/>
            <a:ext cx="0" cy="182324"/>
          </a:xfrm>
          <a:custGeom>
            <a:avLst/>
            <a:gdLst/>
            <a:ahLst/>
            <a:cxnLst/>
            <a:rect l="l" t="t" r="r" b="b"/>
            <a:pathLst>
              <a:path w="0" h="182324">
                <a:moveTo>
                  <a:pt x="0" y="0"/>
                </a:moveTo>
                <a:lnTo>
                  <a:pt x="0" y="182324"/>
                </a:lnTo>
              </a:path>
            </a:pathLst>
          </a:custGeom>
          <a:ln w="705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47" name="object 547"/>
          <p:cNvSpPr/>
          <p:nvPr/>
        </p:nvSpPr>
        <p:spPr>
          <a:xfrm>
            <a:off x="4016988" y="2840091"/>
            <a:ext cx="0" cy="187831"/>
          </a:xfrm>
          <a:custGeom>
            <a:avLst/>
            <a:gdLst/>
            <a:ahLst/>
            <a:cxnLst/>
            <a:rect l="l" t="t" r="r" b="b"/>
            <a:pathLst>
              <a:path w="0" h="187831">
                <a:moveTo>
                  <a:pt x="0" y="0"/>
                </a:moveTo>
                <a:lnTo>
                  <a:pt x="0" y="187831"/>
                </a:lnTo>
              </a:path>
            </a:pathLst>
          </a:custGeom>
          <a:ln w="832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48" name="object 548"/>
          <p:cNvSpPr/>
          <p:nvPr/>
        </p:nvSpPr>
        <p:spPr>
          <a:xfrm>
            <a:off x="4469143" y="2842848"/>
            <a:ext cx="0" cy="182324"/>
          </a:xfrm>
          <a:custGeom>
            <a:avLst/>
            <a:gdLst/>
            <a:ahLst/>
            <a:cxnLst/>
            <a:rect l="l" t="t" r="r" b="b"/>
            <a:pathLst>
              <a:path w="0" h="182324">
                <a:moveTo>
                  <a:pt x="0" y="0"/>
                </a:moveTo>
                <a:lnTo>
                  <a:pt x="0" y="182324"/>
                </a:lnTo>
              </a:path>
            </a:pathLst>
          </a:custGeom>
          <a:ln w="705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49" name="object 549"/>
          <p:cNvSpPr/>
          <p:nvPr/>
        </p:nvSpPr>
        <p:spPr>
          <a:xfrm>
            <a:off x="4469085" y="2840091"/>
            <a:ext cx="0" cy="187831"/>
          </a:xfrm>
          <a:custGeom>
            <a:avLst/>
            <a:gdLst/>
            <a:ahLst/>
            <a:cxnLst/>
            <a:rect l="l" t="t" r="r" b="b"/>
            <a:pathLst>
              <a:path w="0" h="187831">
                <a:moveTo>
                  <a:pt x="0" y="0"/>
                </a:moveTo>
                <a:lnTo>
                  <a:pt x="0" y="187831"/>
                </a:lnTo>
              </a:path>
            </a:pathLst>
          </a:custGeom>
          <a:ln w="832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50" name="object 550"/>
          <p:cNvSpPr/>
          <p:nvPr/>
        </p:nvSpPr>
        <p:spPr>
          <a:xfrm>
            <a:off x="4921145" y="2842848"/>
            <a:ext cx="0" cy="182324"/>
          </a:xfrm>
          <a:custGeom>
            <a:avLst/>
            <a:gdLst/>
            <a:ahLst/>
            <a:cxnLst/>
            <a:rect l="l" t="t" r="r" b="b"/>
            <a:pathLst>
              <a:path w="0" h="182324">
                <a:moveTo>
                  <a:pt x="0" y="0"/>
                </a:moveTo>
                <a:lnTo>
                  <a:pt x="0" y="182324"/>
                </a:lnTo>
              </a:path>
            </a:pathLst>
          </a:custGeom>
          <a:ln w="705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51" name="object 551"/>
          <p:cNvSpPr/>
          <p:nvPr/>
        </p:nvSpPr>
        <p:spPr>
          <a:xfrm>
            <a:off x="4921181" y="2840091"/>
            <a:ext cx="0" cy="187831"/>
          </a:xfrm>
          <a:custGeom>
            <a:avLst/>
            <a:gdLst/>
            <a:ahLst/>
            <a:cxnLst/>
            <a:rect l="l" t="t" r="r" b="b"/>
            <a:pathLst>
              <a:path w="0" h="187831">
                <a:moveTo>
                  <a:pt x="0" y="0"/>
                </a:moveTo>
                <a:lnTo>
                  <a:pt x="0" y="187831"/>
                </a:lnTo>
              </a:path>
            </a:pathLst>
          </a:custGeom>
          <a:ln w="832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52" name="object 552"/>
          <p:cNvSpPr/>
          <p:nvPr/>
        </p:nvSpPr>
        <p:spPr>
          <a:xfrm>
            <a:off x="5373525" y="2842848"/>
            <a:ext cx="0" cy="182324"/>
          </a:xfrm>
          <a:custGeom>
            <a:avLst/>
            <a:gdLst/>
            <a:ahLst/>
            <a:cxnLst/>
            <a:rect l="l" t="t" r="r" b="b"/>
            <a:pathLst>
              <a:path w="0" h="182324">
                <a:moveTo>
                  <a:pt x="0" y="0"/>
                </a:moveTo>
                <a:lnTo>
                  <a:pt x="0" y="182324"/>
                </a:lnTo>
              </a:path>
            </a:pathLst>
          </a:custGeom>
          <a:ln w="705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53" name="object 553"/>
          <p:cNvSpPr/>
          <p:nvPr/>
        </p:nvSpPr>
        <p:spPr>
          <a:xfrm>
            <a:off x="5373466" y="2840091"/>
            <a:ext cx="0" cy="187831"/>
          </a:xfrm>
          <a:custGeom>
            <a:avLst/>
            <a:gdLst/>
            <a:ahLst/>
            <a:cxnLst/>
            <a:rect l="l" t="t" r="r" b="b"/>
            <a:pathLst>
              <a:path w="0" h="187831">
                <a:moveTo>
                  <a:pt x="0" y="0"/>
                </a:moveTo>
                <a:lnTo>
                  <a:pt x="0" y="187831"/>
                </a:lnTo>
              </a:path>
            </a:pathLst>
          </a:custGeom>
          <a:ln w="832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54" name="object 554"/>
          <p:cNvSpPr/>
          <p:nvPr/>
        </p:nvSpPr>
        <p:spPr>
          <a:xfrm>
            <a:off x="5825621" y="2842848"/>
            <a:ext cx="0" cy="182324"/>
          </a:xfrm>
          <a:custGeom>
            <a:avLst/>
            <a:gdLst/>
            <a:ahLst/>
            <a:cxnLst/>
            <a:rect l="l" t="t" r="r" b="b"/>
            <a:pathLst>
              <a:path w="0" h="182324">
                <a:moveTo>
                  <a:pt x="0" y="0"/>
                </a:moveTo>
                <a:lnTo>
                  <a:pt x="0" y="182324"/>
                </a:lnTo>
              </a:path>
            </a:pathLst>
          </a:custGeom>
          <a:ln w="705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55" name="object 555"/>
          <p:cNvSpPr/>
          <p:nvPr/>
        </p:nvSpPr>
        <p:spPr>
          <a:xfrm>
            <a:off x="5825563" y="2840091"/>
            <a:ext cx="0" cy="187831"/>
          </a:xfrm>
          <a:custGeom>
            <a:avLst/>
            <a:gdLst/>
            <a:ahLst/>
            <a:cxnLst/>
            <a:rect l="l" t="t" r="r" b="b"/>
            <a:pathLst>
              <a:path w="0" h="187831">
                <a:moveTo>
                  <a:pt x="0" y="0"/>
                </a:moveTo>
                <a:lnTo>
                  <a:pt x="0" y="187831"/>
                </a:lnTo>
              </a:path>
            </a:pathLst>
          </a:custGeom>
          <a:ln w="832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56" name="object 556"/>
          <p:cNvSpPr/>
          <p:nvPr/>
        </p:nvSpPr>
        <p:spPr>
          <a:xfrm>
            <a:off x="6277718" y="2842848"/>
            <a:ext cx="0" cy="182324"/>
          </a:xfrm>
          <a:custGeom>
            <a:avLst/>
            <a:gdLst/>
            <a:ahLst/>
            <a:cxnLst/>
            <a:rect l="l" t="t" r="r" b="b"/>
            <a:pathLst>
              <a:path w="0" h="182324">
                <a:moveTo>
                  <a:pt x="0" y="0"/>
                </a:moveTo>
                <a:lnTo>
                  <a:pt x="0" y="182324"/>
                </a:lnTo>
              </a:path>
            </a:pathLst>
          </a:custGeom>
          <a:ln w="705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57" name="object 557"/>
          <p:cNvSpPr/>
          <p:nvPr/>
        </p:nvSpPr>
        <p:spPr>
          <a:xfrm>
            <a:off x="6277659" y="2840091"/>
            <a:ext cx="0" cy="187831"/>
          </a:xfrm>
          <a:custGeom>
            <a:avLst/>
            <a:gdLst/>
            <a:ahLst/>
            <a:cxnLst/>
            <a:rect l="l" t="t" r="r" b="b"/>
            <a:pathLst>
              <a:path w="0" h="187831">
                <a:moveTo>
                  <a:pt x="0" y="0"/>
                </a:moveTo>
                <a:lnTo>
                  <a:pt x="0" y="187831"/>
                </a:lnTo>
              </a:path>
            </a:pathLst>
          </a:custGeom>
          <a:ln w="832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58" name="object 558"/>
          <p:cNvSpPr/>
          <p:nvPr/>
        </p:nvSpPr>
        <p:spPr>
          <a:xfrm>
            <a:off x="6730003" y="2842848"/>
            <a:ext cx="0" cy="182324"/>
          </a:xfrm>
          <a:custGeom>
            <a:avLst/>
            <a:gdLst/>
            <a:ahLst/>
            <a:cxnLst/>
            <a:rect l="l" t="t" r="r" b="b"/>
            <a:pathLst>
              <a:path w="0" h="182324">
                <a:moveTo>
                  <a:pt x="0" y="0"/>
                </a:moveTo>
                <a:lnTo>
                  <a:pt x="0" y="182324"/>
                </a:lnTo>
              </a:path>
            </a:pathLst>
          </a:custGeom>
          <a:ln w="705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59" name="object 559"/>
          <p:cNvSpPr/>
          <p:nvPr/>
        </p:nvSpPr>
        <p:spPr>
          <a:xfrm>
            <a:off x="6730039" y="2840091"/>
            <a:ext cx="0" cy="187831"/>
          </a:xfrm>
          <a:custGeom>
            <a:avLst/>
            <a:gdLst/>
            <a:ahLst/>
            <a:cxnLst/>
            <a:rect l="l" t="t" r="r" b="b"/>
            <a:pathLst>
              <a:path w="0" h="187831">
                <a:moveTo>
                  <a:pt x="0" y="0"/>
                </a:moveTo>
                <a:lnTo>
                  <a:pt x="0" y="187831"/>
                </a:lnTo>
              </a:path>
            </a:pathLst>
          </a:custGeom>
          <a:ln w="832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60" name="object 560"/>
          <p:cNvSpPr/>
          <p:nvPr/>
        </p:nvSpPr>
        <p:spPr>
          <a:xfrm>
            <a:off x="7182100" y="2842848"/>
            <a:ext cx="0" cy="182324"/>
          </a:xfrm>
          <a:custGeom>
            <a:avLst/>
            <a:gdLst/>
            <a:ahLst/>
            <a:cxnLst/>
            <a:rect l="l" t="t" r="r" b="b"/>
            <a:pathLst>
              <a:path w="0" h="182324">
                <a:moveTo>
                  <a:pt x="0" y="0"/>
                </a:moveTo>
                <a:lnTo>
                  <a:pt x="0" y="182324"/>
                </a:lnTo>
              </a:path>
            </a:pathLst>
          </a:custGeom>
          <a:ln w="705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61" name="object 561"/>
          <p:cNvSpPr/>
          <p:nvPr/>
        </p:nvSpPr>
        <p:spPr>
          <a:xfrm>
            <a:off x="7182041" y="2840091"/>
            <a:ext cx="0" cy="187831"/>
          </a:xfrm>
          <a:custGeom>
            <a:avLst/>
            <a:gdLst/>
            <a:ahLst/>
            <a:cxnLst/>
            <a:rect l="l" t="t" r="r" b="b"/>
            <a:pathLst>
              <a:path w="0" h="187831">
                <a:moveTo>
                  <a:pt x="0" y="0"/>
                </a:moveTo>
                <a:lnTo>
                  <a:pt x="0" y="187831"/>
                </a:lnTo>
              </a:path>
            </a:pathLst>
          </a:custGeom>
          <a:ln w="832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62" name="object 562"/>
          <p:cNvSpPr/>
          <p:nvPr/>
        </p:nvSpPr>
        <p:spPr>
          <a:xfrm>
            <a:off x="1759656" y="3033518"/>
            <a:ext cx="5878010" cy="0"/>
          </a:xfrm>
          <a:custGeom>
            <a:avLst/>
            <a:gdLst/>
            <a:ahLst/>
            <a:cxnLst/>
            <a:rect l="l" t="t" r="r" b="b"/>
            <a:pathLst>
              <a:path w="5878010" h="0">
                <a:moveTo>
                  <a:pt x="0" y="0"/>
                </a:moveTo>
                <a:lnTo>
                  <a:pt x="5878010" y="0"/>
                </a:lnTo>
              </a:path>
            </a:pathLst>
          </a:custGeom>
          <a:ln w="1245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63" name="object 563"/>
          <p:cNvSpPr/>
          <p:nvPr/>
        </p:nvSpPr>
        <p:spPr>
          <a:xfrm>
            <a:off x="1763185" y="3229694"/>
            <a:ext cx="430912" cy="0"/>
          </a:xfrm>
          <a:custGeom>
            <a:avLst/>
            <a:gdLst/>
            <a:ahLst/>
            <a:cxnLst/>
            <a:rect l="l" t="t" r="r" b="b"/>
            <a:pathLst>
              <a:path w="430912" h="0">
                <a:moveTo>
                  <a:pt x="0" y="0"/>
                </a:moveTo>
                <a:lnTo>
                  <a:pt x="430912" y="0"/>
                </a:lnTo>
              </a:path>
            </a:pathLst>
          </a:custGeom>
          <a:ln w="551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64" name="object 564"/>
          <p:cNvSpPr/>
          <p:nvPr/>
        </p:nvSpPr>
        <p:spPr>
          <a:xfrm>
            <a:off x="1759656" y="3229700"/>
            <a:ext cx="437967" cy="0"/>
          </a:xfrm>
          <a:custGeom>
            <a:avLst/>
            <a:gdLst/>
            <a:ahLst/>
            <a:cxnLst/>
            <a:rect l="l" t="t" r="r" b="b"/>
            <a:pathLst>
              <a:path w="437967" h="0">
                <a:moveTo>
                  <a:pt x="0" y="0"/>
                </a:moveTo>
                <a:lnTo>
                  <a:pt x="437967" y="0"/>
                </a:lnTo>
              </a:path>
            </a:pathLst>
          </a:custGeom>
          <a:ln w="677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65" name="object 565"/>
          <p:cNvSpPr/>
          <p:nvPr/>
        </p:nvSpPr>
        <p:spPr>
          <a:xfrm>
            <a:off x="2215267" y="3229694"/>
            <a:ext cx="5404771" cy="0"/>
          </a:xfrm>
          <a:custGeom>
            <a:avLst/>
            <a:gdLst/>
            <a:ahLst/>
            <a:cxnLst/>
            <a:rect l="l" t="t" r="r" b="b"/>
            <a:pathLst>
              <a:path w="5404771" h="0">
                <a:moveTo>
                  <a:pt x="0" y="0"/>
                </a:moveTo>
                <a:lnTo>
                  <a:pt x="5404771" y="0"/>
                </a:lnTo>
              </a:path>
            </a:pathLst>
          </a:custGeom>
          <a:ln w="551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66" name="object 566"/>
          <p:cNvSpPr/>
          <p:nvPr/>
        </p:nvSpPr>
        <p:spPr>
          <a:xfrm>
            <a:off x="2211737" y="3229700"/>
            <a:ext cx="5411850" cy="0"/>
          </a:xfrm>
          <a:custGeom>
            <a:avLst/>
            <a:gdLst/>
            <a:ahLst/>
            <a:cxnLst/>
            <a:rect l="l" t="t" r="r" b="b"/>
            <a:pathLst>
              <a:path w="5411850" h="0">
                <a:moveTo>
                  <a:pt x="0" y="0"/>
                </a:moveTo>
                <a:lnTo>
                  <a:pt x="5411850" y="0"/>
                </a:lnTo>
              </a:path>
            </a:pathLst>
          </a:custGeom>
          <a:ln w="677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67" name="object 567"/>
          <p:cNvSpPr/>
          <p:nvPr/>
        </p:nvSpPr>
        <p:spPr>
          <a:xfrm>
            <a:off x="1752600" y="2829089"/>
            <a:ext cx="0" cy="602381"/>
          </a:xfrm>
          <a:custGeom>
            <a:avLst/>
            <a:gdLst/>
            <a:ahLst/>
            <a:cxnLst/>
            <a:rect l="l" t="t" r="r" b="b"/>
            <a:pathLst>
              <a:path w="0" h="602381">
                <a:moveTo>
                  <a:pt x="0" y="0"/>
                </a:moveTo>
                <a:lnTo>
                  <a:pt x="0" y="602381"/>
                </a:lnTo>
              </a:path>
            </a:pathLst>
          </a:custGeom>
          <a:ln w="1538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68" name="object 568"/>
          <p:cNvSpPr/>
          <p:nvPr/>
        </p:nvSpPr>
        <p:spPr>
          <a:xfrm>
            <a:off x="2204683" y="2840095"/>
            <a:ext cx="0" cy="591375"/>
          </a:xfrm>
          <a:custGeom>
            <a:avLst/>
            <a:gdLst/>
            <a:ahLst/>
            <a:cxnLst/>
            <a:rect l="l" t="t" r="r" b="b"/>
            <a:pathLst>
              <a:path w="0" h="591375">
                <a:moveTo>
                  <a:pt x="0" y="0"/>
                </a:moveTo>
                <a:lnTo>
                  <a:pt x="0" y="591375"/>
                </a:lnTo>
              </a:path>
            </a:pathLst>
          </a:custGeom>
          <a:ln w="1538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69" name="object 569"/>
          <p:cNvSpPr/>
          <p:nvPr/>
        </p:nvSpPr>
        <p:spPr>
          <a:xfrm>
            <a:off x="2660530" y="3041863"/>
            <a:ext cx="0" cy="375667"/>
          </a:xfrm>
          <a:custGeom>
            <a:avLst/>
            <a:gdLst/>
            <a:ahLst/>
            <a:cxnLst/>
            <a:rect l="l" t="t" r="r" b="b"/>
            <a:pathLst>
              <a:path w="0" h="375667">
                <a:moveTo>
                  <a:pt x="0" y="0"/>
                </a:moveTo>
                <a:lnTo>
                  <a:pt x="0" y="375667"/>
                </a:lnTo>
              </a:path>
            </a:pathLst>
          </a:custGeom>
          <a:ln w="705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70" name="object 570"/>
          <p:cNvSpPr/>
          <p:nvPr/>
        </p:nvSpPr>
        <p:spPr>
          <a:xfrm>
            <a:off x="2660528" y="3039111"/>
            <a:ext cx="0" cy="381169"/>
          </a:xfrm>
          <a:custGeom>
            <a:avLst/>
            <a:gdLst/>
            <a:ahLst/>
            <a:cxnLst/>
            <a:rect l="l" t="t" r="r" b="b"/>
            <a:pathLst>
              <a:path w="0" h="381169">
                <a:moveTo>
                  <a:pt x="0" y="0"/>
                </a:moveTo>
                <a:lnTo>
                  <a:pt x="0" y="381169"/>
                </a:lnTo>
              </a:path>
            </a:pathLst>
          </a:custGeom>
          <a:ln w="832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71" name="object 571"/>
          <p:cNvSpPr/>
          <p:nvPr/>
        </p:nvSpPr>
        <p:spPr>
          <a:xfrm>
            <a:off x="3112570" y="3041863"/>
            <a:ext cx="0" cy="375667"/>
          </a:xfrm>
          <a:custGeom>
            <a:avLst/>
            <a:gdLst/>
            <a:ahLst/>
            <a:cxnLst/>
            <a:rect l="l" t="t" r="r" b="b"/>
            <a:pathLst>
              <a:path w="0" h="375667">
                <a:moveTo>
                  <a:pt x="0" y="0"/>
                </a:moveTo>
                <a:lnTo>
                  <a:pt x="0" y="375667"/>
                </a:lnTo>
              </a:path>
            </a:pathLst>
          </a:custGeom>
          <a:ln w="705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72" name="object 572"/>
          <p:cNvSpPr/>
          <p:nvPr/>
        </p:nvSpPr>
        <p:spPr>
          <a:xfrm>
            <a:off x="3112606" y="3039111"/>
            <a:ext cx="0" cy="381169"/>
          </a:xfrm>
          <a:custGeom>
            <a:avLst/>
            <a:gdLst/>
            <a:ahLst/>
            <a:cxnLst/>
            <a:rect l="l" t="t" r="r" b="b"/>
            <a:pathLst>
              <a:path w="0" h="381169">
                <a:moveTo>
                  <a:pt x="0" y="0"/>
                </a:moveTo>
                <a:lnTo>
                  <a:pt x="0" y="381169"/>
                </a:lnTo>
              </a:path>
            </a:pathLst>
          </a:custGeom>
          <a:ln w="832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73" name="object 573"/>
          <p:cNvSpPr/>
          <p:nvPr/>
        </p:nvSpPr>
        <p:spPr>
          <a:xfrm>
            <a:off x="3564667" y="3041863"/>
            <a:ext cx="0" cy="375667"/>
          </a:xfrm>
          <a:custGeom>
            <a:avLst/>
            <a:gdLst/>
            <a:ahLst/>
            <a:cxnLst/>
            <a:rect l="l" t="t" r="r" b="b"/>
            <a:pathLst>
              <a:path w="0" h="375667">
                <a:moveTo>
                  <a:pt x="0" y="0"/>
                </a:moveTo>
                <a:lnTo>
                  <a:pt x="0" y="375667"/>
                </a:lnTo>
              </a:path>
            </a:pathLst>
          </a:custGeom>
          <a:ln w="705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74" name="object 574"/>
          <p:cNvSpPr/>
          <p:nvPr/>
        </p:nvSpPr>
        <p:spPr>
          <a:xfrm>
            <a:off x="3564703" y="3039111"/>
            <a:ext cx="0" cy="381169"/>
          </a:xfrm>
          <a:custGeom>
            <a:avLst/>
            <a:gdLst/>
            <a:ahLst/>
            <a:cxnLst/>
            <a:rect l="l" t="t" r="r" b="b"/>
            <a:pathLst>
              <a:path w="0" h="381169">
                <a:moveTo>
                  <a:pt x="0" y="0"/>
                </a:moveTo>
                <a:lnTo>
                  <a:pt x="0" y="381169"/>
                </a:lnTo>
              </a:path>
            </a:pathLst>
          </a:custGeom>
          <a:ln w="832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75" name="object 575"/>
          <p:cNvSpPr/>
          <p:nvPr/>
        </p:nvSpPr>
        <p:spPr>
          <a:xfrm>
            <a:off x="4017046" y="3041863"/>
            <a:ext cx="0" cy="375667"/>
          </a:xfrm>
          <a:custGeom>
            <a:avLst/>
            <a:gdLst/>
            <a:ahLst/>
            <a:cxnLst/>
            <a:rect l="l" t="t" r="r" b="b"/>
            <a:pathLst>
              <a:path w="0" h="375667">
                <a:moveTo>
                  <a:pt x="0" y="0"/>
                </a:moveTo>
                <a:lnTo>
                  <a:pt x="0" y="375667"/>
                </a:lnTo>
              </a:path>
            </a:pathLst>
          </a:custGeom>
          <a:ln w="705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76" name="object 576"/>
          <p:cNvSpPr/>
          <p:nvPr/>
        </p:nvSpPr>
        <p:spPr>
          <a:xfrm>
            <a:off x="4016988" y="3039111"/>
            <a:ext cx="0" cy="381169"/>
          </a:xfrm>
          <a:custGeom>
            <a:avLst/>
            <a:gdLst/>
            <a:ahLst/>
            <a:cxnLst/>
            <a:rect l="l" t="t" r="r" b="b"/>
            <a:pathLst>
              <a:path w="0" h="381169">
                <a:moveTo>
                  <a:pt x="0" y="0"/>
                </a:moveTo>
                <a:lnTo>
                  <a:pt x="0" y="381169"/>
                </a:lnTo>
              </a:path>
            </a:pathLst>
          </a:custGeom>
          <a:ln w="832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77" name="object 577"/>
          <p:cNvSpPr/>
          <p:nvPr/>
        </p:nvSpPr>
        <p:spPr>
          <a:xfrm>
            <a:off x="4469143" y="3041863"/>
            <a:ext cx="0" cy="375667"/>
          </a:xfrm>
          <a:custGeom>
            <a:avLst/>
            <a:gdLst/>
            <a:ahLst/>
            <a:cxnLst/>
            <a:rect l="l" t="t" r="r" b="b"/>
            <a:pathLst>
              <a:path w="0" h="375667">
                <a:moveTo>
                  <a:pt x="0" y="0"/>
                </a:moveTo>
                <a:lnTo>
                  <a:pt x="0" y="375667"/>
                </a:lnTo>
              </a:path>
            </a:pathLst>
          </a:custGeom>
          <a:ln w="705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78" name="object 578"/>
          <p:cNvSpPr/>
          <p:nvPr/>
        </p:nvSpPr>
        <p:spPr>
          <a:xfrm>
            <a:off x="4469085" y="3039111"/>
            <a:ext cx="0" cy="381169"/>
          </a:xfrm>
          <a:custGeom>
            <a:avLst/>
            <a:gdLst/>
            <a:ahLst/>
            <a:cxnLst/>
            <a:rect l="l" t="t" r="r" b="b"/>
            <a:pathLst>
              <a:path w="0" h="381169">
                <a:moveTo>
                  <a:pt x="0" y="0"/>
                </a:moveTo>
                <a:lnTo>
                  <a:pt x="0" y="381169"/>
                </a:lnTo>
              </a:path>
            </a:pathLst>
          </a:custGeom>
          <a:ln w="832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79" name="object 579"/>
          <p:cNvSpPr/>
          <p:nvPr/>
        </p:nvSpPr>
        <p:spPr>
          <a:xfrm>
            <a:off x="4921145" y="3041863"/>
            <a:ext cx="0" cy="375667"/>
          </a:xfrm>
          <a:custGeom>
            <a:avLst/>
            <a:gdLst/>
            <a:ahLst/>
            <a:cxnLst/>
            <a:rect l="l" t="t" r="r" b="b"/>
            <a:pathLst>
              <a:path w="0" h="375667">
                <a:moveTo>
                  <a:pt x="0" y="0"/>
                </a:moveTo>
                <a:lnTo>
                  <a:pt x="0" y="375667"/>
                </a:lnTo>
              </a:path>
            </a:pathLst>
          </a:custGeom>
          <a:ln w="705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80" name="object 580"/>
          <p:cNvSpPr/>
          <p:nvPr/>
        </p:nvSpPr>
        <p:spPr>
          <a:xfrm>
            <a:off x="4921181" y="3039111"/>
            <a:ext cx="0" cy="381169"/>
          </a:xfrm>
          <a:custGeom>
            <a:avLst/>
            <a:gdLst/>
            <a:ahLst/>
            <a:cxnLst/>
            <a:rect l="l" t="t" r="r" b="b"/>
            <a:pathLst>
              <a:path w="0" h="381169">
                <a:moveTo>
                  <a:pt x="0" y="0"/>
                </a:moveTo>
                <a:lnTo>
                  <a:pt x="0" y="381169"/>
                </a:lnTo>
              </a:path>
            </a:pathLst>
          </a:custGeom>
          <a:ln w="832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81" name="object 581"/>
          <p:cNvSpPr/>
          <p:nvPr/>
        </p:nvSpPr>
        <p:spPr>
          <a:xfrm>
            <a:off x="5373525" y="3041863"/>
            <a:ext cx="0" cy="375667"/>
          </a:xfrm>
          <a:custGeom>
            <a:avLst/>
            <a:gdLst/>
            <a:ahLst/>
            <a:cxnLst/>
            <a:rect l="l" t="t" r="r" b="b"/>
            <a:pathLst>
              <a:path w="0" h="375667">
                <a:moveTo>
                  <a:pt x="0" y="0"/>
                </a:moveTo>
                <a:lnTo>
                  <a:pt x="0" y="375667"/>
                </a:lnTo>
              </a:path>
            </a:pathLst>
          </a:custGeom>
          <a:ln w="705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82" name="object 582"/>
          <p:cNvSpPr/>
          <p:nvPr/>
        </p:nvSpPr>
        <p:spPr>
          <a:xfrm>
            <a:off x="5373466" y="3039111"/>
            <a:ext cx="0" cy="381169"/>
          </a:xfrm>
          <a:custGeom>
            <a:avLst/>
            <a:gdLst/>
            <a:ahLst/>
            <a:cxnLst/>
            <a:rect l="l" t="t" r="r" b="b"/>
            <a:pathLst>
              <a:path w="0" h="381169">
                <a:moveTo>
                  <a:pt x="0" y="0"/>
                </a:moveTo>
                <a:lnTo>
                  <a:pt x="0" y="381169"/>
                </a:lnTo>
              </a:path>
            </a:pathLst>
          </a:custGeom>
          <a:ln w="832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83" name="object 583"/>
          <p:cNvSpPr/>
          <p:nvPr/>
        </p:nvSpPr>
        <p:spPr>
          <a:xfrm>
            <a:off x="5825621" y="3041863"/>
            <a:ext cx="0" cy="375667"/>
          </a:xfrm>
          <a:custGeom>
            <a:avLst/>
            <a:gdLst/>
            <a:ahLst/>
            <a:cxnLst/>
            <a:rect l="l" t="t" r="r" b="b"/>
            <a:pathLst>
              <a:path w="0" h="375667">
                <a:moveTo>
                  <a:pt x="0" y="0"/>
                </a:moveTo>
                <a:lnTo>
                  <a:pt x="0" y="375667"/>
                </a:lnTo>
              </a:path>
            </a:pathLst>
          </a:custGeom>
          <a:ln w="705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84" name="object 584"/>
          <p:cNvSpPr/>
          <p:nvPr/>
        </p:nvSpPr>
        <p:spPr>
          <a:xfrm>
            <a:off x="5825563" y="3039112"/>
            <a:ext cx="0" cy="381169"/>
          </a:xfrm>
          <a:custGeom>
            <a:avLst/>
            <a:gdLst/>
            <a:ahLst/>
            <a:cxnLst/>
            <a:rect l="l" t="t" r="r" b="b"/>
            <a:pathLst>
              <a:path w="0" h="381169">
                <a:moveTo>
                  <a:pt x="0" y="0"/>
                </a:moveTo>
                <a:lnTo>
                  <a:pt x="0" y="381169"/>
                </a:lnTo>
              </a:path>
            </a:pathLst>
          </a:custGeom>
          <a:ln w="832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85" name="object 585"/>
          <p:cNvSpPr/>
          <p:nvPr/>
        </p:nvSpPr>
        <p:spPr>
          <a:xfrm>
            <a:off x="6277718" y="3041863"/>
            <a:ext cx="0" cy="375667"/>
          </a:xfrm>
          <a:custGeom>
            <a:avLst/>
            <a:gdLst/>
            <a:ahLst/>
            <a:cxnLst/>
            <a:rect l="l" t="t" r="r" b="b"/>
            <a:pathLst>
              <a:path w="0" h="375667">
                <a:moveTo>
                  <a:pt x="0" y="0"/>
                </a:moveTo>
                <a:lnTo>
                  <a:pt x="0" y="375667"/>
                </a:lnTo>
              </a:path>
            </a:pathLst>
          </a:custGeom>
          <a:ln w="705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86" name="object 586"/>
          <p:cNvSpPr/>
          <p:nvPr/>
        </p:nvSpPr>
        <p:spPr>
          <a:xfrm>
            <a:off x="6277659" y="3039112"/>
            <a:ext cx="0" cy="381169"/>
          </a:xfrm>
          <a:custGeom>
            <a:avLst/>
            <a:gdLst/>
            <a:ahLst/>
            <a:cxnLst/>
            <a:rect l="l" t="t" r="r" b="b"/>
            <a:pathLst>
              <a:path w="0" h="381169">
                <a:moveTo>
                  <a:pt x="0" y="0"/>
                </a:moveTo>
                <a:lnTo>
                  <a:pt x="0" y="381169"/>
                </a:lnTo>
              </a:path>
            </a:pathLst>
          </a:custGeom>
          <a:ln w="832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87" name="object 587"/>
          <p:cNvSpPr/>
          <p:nvPr/>
        </p:nvSpPr>
        <p:spPr>
          <a:xfrm>
            <a:off x="6730003" y="3041863"/>
            <a:ext cx="0" cy="375667"/>
          </a:xfrm>
          <a:custGeom>
            <a:avLst/>
            <a:gdLst/>
            <a:ahLst/>
            <a:cxnLst/>
            <a:rect l="l" t="t" r="r" b="b"/>
            <a:pathLst>
              <a:path w="0" h="375667">
                <a:moveTo>
                  <a:pt x="0" y="0"/>
                </a:moveTo>
                <a:lnTo>
                  <a:pt x="0" y="375667"/>
                </a:lnTo>
              </a:path>
            </a:pathLst>
          </a:custGeom>
          <a:ln w="705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88" name="object 588"/>
          <p:cNvSpPr/>
          <p:nvPr/>
        </p:nvSpPr>
        <p:spPr>
          <a:xfrm>
            <a:off x="6730039" y="3039112"/>
            <a:ext cx="0" cy="381169"/>
          </a:xfrm>
          <a:custGeom>
            <a:avLst/>
            <a:gdLst/>
            <a:ahLst/>
            <a:cxnLst/>
            <a:rect l="l" t="t" r="r" b="b"/>
            <a:pathLst>
              <a:path w="0" h="381169">
                <a:moveTo>
                  <a:pt x="0" y="0"/>
                </a:moveTo>
                <a:lnTo>
                  <a:pt x="0" y="381169"/>
                </a:lnTo>
              </a:path>
            </a:pathLst>
          </a:custGeom>
          <a:ln w="832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89" name="object 589"/>
          <p:cNvSpPr/>
          <p:nvPr/>
        </p:nvSpPr>
        <p:spPr>
          <a:xfrm>
            <a:off x="7182100" y="3041863"/>
            <a:ext cx="0" cy="375667"/>
          </a:xfrm>
          <a:custGeom>
            <a:avLst/>
            <a:gdLst/>
            <a:ahLst/>
            <a:cxnLst/>
            <a:rect l="l" t="t" r="r" b="b"/>
            <a:pathLst>
              <a:path w="0" h="375667">
                <a:moveTo>
                  <a:pt x="0" y="0"/>
                </a:moveTo>
                <a:lnTo>
                  <a:pt x="0" y="375667"/>
                </a:lnTo>
              </a:path>
            </a:pathLst>
          </a:custGeom>
          <a:ln w="705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90" name="object 590"/>
          <p:cNvSpPr/>
          <p:nvPr/>
        </p:nvSpPr>
        <p:spPr>
          <a:xfrm>
            <a:off x="7182041" y="3039112"/>
            <a:ext cx="0" cy="381169"/>
          </a:xfrm>
          <a:custGeom>
            <a:avLst/>
            <a:gdLst/>
            <a:ahLst/>
            <a:cxnLst/>
            <a:rect l="l" t="t" r="r" b="b"/>
            <a:pathLst>
              <a:path w="0" h="381169">
                <a:moveTo>
                  <a:pt x="0" y="0"/>
                </a:moveTo>
                <a:lnTo>
                  <a:pt x="0" y="381169"/>
                </a:lnTo>
              </a:path>
            </a:pathLst>
          </a:custGeom>
          <a:ln w="832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91" name="object 591"/>
          <p:cNvSpPr/>
          <p:nvPr/>
        </p:nvSpPr>
        <p:spPr>
          <a:xfrm>
            <a:off x="1759656" y="3425875"/>
            <a:ext cx="5878010" cy="0"/>
          </a:xfrm>
          <a:custGeom>
            <a:avLst/>
            <a:gdLst/>
            <a:ahLst/>
            <a:cxnLst/>
            <a:rect l="l" t="t" r="r" b="b"/>
            <a:pathLst>
              <a:path w="5878010" h="0">
                <a:moveTo>
                  <a:pt x="0" y="0"/>
                </a:moveTo>
                <a:lnTo>
                  <a:pt x="5878010" y="0"/>
                </a:lnTo>
              </a:path>
            </a:pathLst>
          </a:custGeom>
          <a:ln w="1245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92" name="object 592"/>
          <p:cNvSpPr/>
          <p:nvPr/>
        </p:nvSpPr>
        <p:spPr>
          <a:xfrm>
            <a:off x="7630587" y="2840095"/>
            <a:ext cx="0" cy="591375"/>
          </a:xfrm>
          <a:custGeom>
            <a:avLst/>
            <a:gdLst/>
            <a:ahLst/>
            <a:cxnLst/>
            <a:rect l="l" t="t" r="r" b="b"/>
            <a:pathLst>
              <a:path w="0" h="591375">
                <a:moveTo>
                  <a:pt x="0" y="0"/>
                </a:moveTo>
                <a:lnTo>
                  <a:pt x="0" y="591375"/>
                </a:lnTo>
              </a:path>
            </a:pathLst>
          </a:custGeom>
          <a:ln w="1538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93" name="object 593"/>
          <p:cNvSpPr/>
          <p:nvPr/>
        </p:nvSpPr>
        <p:spPr>
          <a:xfrm>
            <a:off x="2208207" y="3434222"/>
            <a:ext cx="0" cy="0"/>
          </a:xfrm>
          <a:custGeom>
            <a:avLst/>
            <a:gdLst/>
            <a:ahLst/>
            <a:cxnLst/>
            <a:rect l="l" t="t" r="r" b="b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ln w="5511">
            <a:solidFill>
              <a:srgbClr val="C0C0C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94" name="object 594"/>
          <p:cNvSpPr/>
          <p:nvPr/>
        </p:nvSpPr>
        <p:spPr>
          <a:xfrm>
            <a:off x="2204687" y="3434222"/>
            <a:ext cx="7056" cy="0"/>
          </a:xfrm>
          <a:custGeom>
            <a:avLst/>
            <a:gdLst/>
            <a:ahLst/>
            <a:cxnLst/>
            <a:rect l="l" t="t" r="r" b="b"/>
            <a:pathLst>
              <a:path w="7056" h="0">
                <a:moveTo>
                  <a:pt x="0" y="0"/>
                </a:moveTo>
                <a:lnTo>
                  <a:pt x="7056" y="0"/>
                </a:lnTo>
              </a:path>
            </a:pathLst>
          </a:custGeom>
          <a:ln w="6772">
            <a:solidFill>
              <a:srgbClr val="C0C0C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95" name="object 595"/>
          <p:cNvSpPr/>
          <p:nvPr/>
        </p:nvSpPr>
        <p:spPr>
          <a:xfrm>
            <a:off x="2660530" y="3434222"/>
            <a:ext cx="0" cy="0"/>
          </a:xfrm>
          <a:custGeom>
            <a:avLst/>
            <a:gdLst/>
            <a:ahLst/>
            <a:cxnLst/>
            <a:rect l="l" t="t" r="r" b="b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ln w="5511">
            <a:solidFill>
              <a:srgbClr val="C0C0C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96" name="object 596"/>
          <p:cNvSpPr/>
          <p:nvPr/>
        </p:nvSpPr>
        <p:spPr>
          <a:xfrm>
            <a:off x="2657000" y="3434222"/>
            <a:ext cx="7056" cy="0"/>
          </a:xfrm>
          <a:custGeom>
            <a:avLst/>
            <a:gdLst/>
            <a:ahLst/>
            <a:cxnLst/>
            <a:rect l="l" t="t" r="r" b="b"/>
            <a:pathLst>
              <a:path w="7056" h="0">
                <a:moveTo>
                  <a:pt x="0" y="0"/>
                </a:moveTo>
                <a:lnTo>
                  <a:pt x="7056" y="0"/>
                </a:lnTo>
              </a:path>
            </a:pathLst>
          </a:custGeom>
          <a:ln w="6772">
            <a:solidFill>
              <a:srgbClr val="C0C0C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97" name="object 597"/>
          <p:cNvSpPr/>
          <p:nvPr/>
        </p:nvSpPr>
        <p:spPr>
          <a:xfrm>
            <a:off x="3112570" y="3434222"/>
            <a:ext cx="0" cy="0"/>
          </a:xfrm>
          <a:custGeom>
            <a:avLst/>
            <a:gdLst/>
            <a:ahLst/>
            <a:cxnLst/>
            <a:rect l="l" t="t" r="r" b="b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ln w="5511">
            <a:solidFill>
              <a:srgbClr val="C0C0C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98" name="object 598"/>
          <p:cNvSpPr/>
          <p:nvPr/>
        </p:nvSpPr>
        <p:spPr>
          <a:xfrm>
            <a:off x="3109078" y="3434222"/>
            <a:ext cx="7056" cy="0"/>
          </a:xfrm>
          <a:custGeom>
            <a:avLst/>
            <a:gdLst/>
            <a:ahLst/>
            <a:cxnLst/>
            <a:rect l="l" t="t" r="r" b="b"/>
            <a:pathLst>
              <a:path w="7056" h="0">
                <a:moveTo>
                  <a:pt x="0" y="0"/>
                </a:moveTo>
                <a:lnTo>
                  <a:pt x="7056" y="0"/>
                </a:lnTo>
              </a:path>
            </a:pathLst>
          </a:custGeom>
          <a:ln w="6772">
            <a:solidFill>
              <a:srgbClr val="C0C0C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99" name="object 599"/>
          <p:cNvSpPr/>
          <p:nvPr/>
        </p:nvSpPr>
        <p:spPr>
          <a:xfrm>
            <a:off x="3564667" y="3434222"/>
            <a:ext cx="0" cy="0"/>
          </a:xfrm>
          <a:custGeom>
            <a:avLst/>
            <a:gdLst/>
            <a:ahLst/>
            <a:cxnLst/>
            <a:rect l="l" t="t" r="r" b="b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ln w="5511">
            <a:solidFill>
              <a:srgbClr val="C0C0C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00" name="object 600"/>
          <p:cNvSpPr/>
          <p:nvPr/>
        </p:nvSpPr>
        <p:spPr>
          <a:xfrm>
            <a:off x="3561174" y="3434222"/>
            <a:ext cx="7056" cy="0"/>
          </a:xfrm>
          <a:custGeom>
            <a:avLst/>
            <a:gdLst/>
            <a:ahLst/>
            <a:cxnLst/>
            <a:rect l="l" t="t" r="r" b="b"/>
            <a:pathLst>
              <a:path w="7056" h="0">
                <a:moveTo>
                  <a:pt x="0" y="0"/>
                </a:moveTo>
                <a:lnTo>
                  <a:pt x="7056" y="0"/>
                </a:lnTo>
              </a:path>
            </a:pathLst>
          </a:custGeom>
          <a:ln w="6772">
            <a:solidFill>
              <a:srgbClr val="C0C0C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01" name="object 601"/>
          <p:cNvSpPr/>
          <p:nvPr/>
        </p:nvSpPr>
        <p:spPr>
          <a:xfrm>
            <a:off x="4017046" y="3434222"/>
            <a:ext cx="0" cy="0"/>
          </a:xfrm>
          <a:custGeom>
            <a:avLst/>
            <a:gdLst/>
            <a:ahLst/>
            <a:cxnLst/>
            <a:rect l="l" t="t" r="r" b="b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ln w="5511">
            <a:solidFill>
              <a:srgbClr val="C0C0C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02" name="object 602"/>
          <p:cNvSpPr/>
          <p:nvPr/>
        </p:nvSpPr>
        <p:spPr>
          <a:xfrm>
            <a:off x="4013460" y="3434222"/>
            <a:ext cx="7056" cy="0"/>
          </a:xfrm>
          <a:custGeom>
            <a:avLst/>
            <a:gdLst/>
            <a:ahLst/>
            <a:cxnLst/>
            <a:rect l="l" t="t" r="r" b="b"/>
            <a:pathLst>
              <a:path w="7056" h="0">
                <a:moveTo>
                  <a:pt x="0" y="0"/>
                </a:moveTo>
                <a:lnTo>
                  <a:pt x="7056" y="0"/>
                </a:lnTo>
              </a:path>
            </a:pathLst>
          </a:custGeom>
          <a:ln w="6772">
            <a:solidFill>
              <a:srgbClr val="C0C0C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03" name="object 603"/>
          <p:cNvSpPr/>
          <p:nvPr/>
        </p:nvSpPr>
        <p:spPr>
          <a:xfrm>
            <a:off x="4469143" y="3434222"/>
            <a:ext cx="0" cy="0"/>
          </a:xfrm>
          <a:custGeom>
            <a:avLst/>
            <a:gdLst/>
            <a:ahLst/>
            <a:cxnLst/>
            <a:rect l="l" t="t" r="r" b="b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ln w="5511">
            <a:solidFill>
              <a:srgbClr val="C0C0C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04" name="object 604"/>
          <p:cNvSpPr/>
          <p:nvPr/>
        </p:nvSpPr>
        <p:spPr>
          <a:xfrm>
            <a:off x="4465556" y="3434222"/>
            <a:ext cx="7056" cy="0"/>
          </a:xfrm>
          <a:custGeom>
            <a:avLst/>
            <a:gdLst/>
            <a:ahLst/>
            <a:cxnLst/>
            <a:rect l="l" t="t" r="r" b="b"/>
            <a:pathLst>
              <a:path w="7056" h="0">
                <a:moveTo>
                  <a:pt x="0" y="0"/>
                </a:moveTo>
                <a:lnTo>
                  <a:pt x="7056" y="0"/>
                </a:lnTo>
              </a:path>
            </a:pathLst>
          </a:custGeom>
          <a:ln w="6772">
            <a:solidFill>
              <a:srgbClr val="C0C0C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05" name="object 605"/>
          <p:cNvSpPr/>
          <p:nvPr/>
        </p:nvSpPr>
        <p:spPr>
          <a:xfrm>
            <a:off x="4921145" y="3434222"/>
            <a:ext cx="0" cy="0"/>
          </a:xfrm>
          <a:custGeom>
            <a:avLst/>
            <a:gdLst/>
            <a:ahLst/>
            <a:cxnLst/>
            <a:rect l="l" t="t" r="r" b="b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ln w="5511">
            <a:solidFill>
              <a:srgbClr val="C0C0C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06" name="object 606"/>
          <p:cNvSpPr/>
          <p:nvPr/>
        </p:nvSpPr>
        <p:spPr>
          <a:xfrm>
            <a:off x="4917653" y="3434222"/>
            <a:ext cx="7056" cy="0"/>
          </a:xfrm>
          <a:custGeom>
            <a:avLst/>
            <a:gdLst/>
            <a:ahLst/>
            <a:cxnLst/>
            <a:rect l="l" t="t" r="r" b="b"/>
            <a:pathLst>
              <a:path w="7056" h="0">
                <a:moveTo>
                  <a:pt x="0" y="0"/>
                </a:moveTo>
                <a:lnTo>
                  <a:pt x="7056" y="0"/>
                </a:lnTo>
              </a:path>
            </a:pathLst>
          </a:custGeom>
          <a:ln w="6772">
            <a:solidFill>
              <a:srgbClr val="C0C0C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07" name="object 607"/>
          <p:cNvSpPr/>
          <p:nvPr/>
        </p:nvSpPr>
        <p:spPr>
          <a:xfrm>
            <a:off x="5373525" y="3434222"/>
            <a:ext cx="0" cy="0"/>
          </a:xfrm>
          <a:custGeom>
            <a:avLst/>
            <a:gdLst/>
            <a:ahLst/>
            <a:cxnLst/>
            <a:rect l="l" t="t" r="r" b="b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ln w="5511">
            <a:solidFill>
              <a:srgbClr val="C0C0C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08" name="object 608"/>
          <p:cNvSpPr/>
          <p:nvPr/>
        </p:nvSpPr>
        <p:spPr>
          <a:xfrm>
            <a:off x="5369938" y="3434222"/>
            <a:ext cx="7056" cy="0"/>
          </a:xfrm>
          <a:custGeom>
            <a:avLst/>
            <a:gdLst/>
            <a:ahLst/>
            <a:cxnLst/>
            <a:rect l="l" t="t" r="r" b="b"/>
            <a:pathLst>
              <a:path w="7056" h="0">
                <a:moveTo>
                  <a:pt x="0" y="0"/>
                </a:moveTo>
                <a:lnTo>
                  <a:pt x="7056" y="0"/>
                </a:lnTo>
              </a:path>
            </a:pathLst>
          </a:custGeom>
          <a:ln w="6772">
            <a:solidFill>
              <a:srgbClr val="C0C0C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09" name="object 609"/>
          <p:cNvSpPr/>
          <p:nvPr/>
        </p:nvSpPr>
        <p:spPr>
          <a:xfrm>
            <a:off x="5825621" y="3434222"/>
            <a:ext cx="0" cy="0"/>
          </a:xfrm>
          <a:custGeom>
            <a:avLst/>
            <a:gdLst/>
            <a:ahLst/>
            <a:cxnLst/>
            <a:rect l="l" t="t" r="r" b="b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ln w="5511">
            <a:solidFill>
              <a:srgbClr val="C0C0C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10" name="object 610"/>
          <p:cNvSpPr/>
          <p:nvPr/>
        </p:nvSpPr>
        <p:spPr>
          <a:xfrm>
            <a:off x="5822035" y="3434222"/>
            <a:ext cx="7056" cy="0"/>
          </a:xfrm>
          <a:custGeom>
            <a:avLst/>
            <a:gdLst/>
            <a:ahLst/>
            <a:cxnLst/>
            <a:rect l="l" t="t" r="r" b="b"/>
            <a:pathLst>
              <a:path w="7056" h="0">
                <a:moveTo>
                  <a:pt x="0" y="0"/>
                </a:moveTo>
                <a:lnTo>
                  <a:pt x="7056" y="0"/>
                </a:lnTo>
              </a:path>
            </a:pathLst>
          </a:custGeom>
          <a:ln w="6772">
            <a:solidFill>
              <a:srgbClr val="C0C0C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11" name="object 611"/>
          <p:cNvSpPr/>
          <p:nvPr/>
        </p:nvSpPr>
        <p:spPr>
          <a:xfrm>
            <a:off x="6277718" y="3434222"/>
            <a:ext cx="0" cy="0"/>
          </a:xfrm>
          <a:custGeom>
            <a:avLst/>
            <a:gdLst/>
            <a:ahLst/>
            <a:cxnLst/>
            <a:rect l="l" t="t" r="r" b="b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ln w="5511">
            <a:solidFill>
              <a:srgbClr val="C0C0C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12" name="object 612"/>
          <p:cNvSpPr/>
          <p:nvPr/>
        </p:nvSpPr>
        <p:spPr>
          <a:xfrm>
            <a:off x="6274131" y="3434222"/>
            <a:ext cx="7056" cy="0"/>
          </a:xfrm>
          <a:custGeom>
            <a:avLst/>
            <a:gdLst/>
            <a:ahLst/>
            <a:cxnLst/>
            <a:rect l="l" t="t" r="r" b="b"/>
            <a:pathLst>
              <a:path w="7056" h="0">
                <a:moveTo>
                  <a:pt x="0" y="0"/>
                </a:moveTo>
                <a:lnTo>
                  <a:pt x="7056" y="0"/>
                </a:lnTo>
              </a:path>
            </a:pathLst>
          </a:custGeom>
          <a:ln w="6772">
            <a:solidFill>
              <a:srgbClr val="C0C0C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13" name="object 613"/>
          <p:cNvSpPr/>
          <p:nvPr/>
        </p:nvSpPr>
        <p:spPr>
          <a:xfrm>
            <a:off x="6730003" y="3434222"/>
            <a:ext cx="0" cy="0"/>
          </a:xfrm>
          <a:custGeom>
            <a:avLst/>
            <a:gdLst/>
            <a:ahLst/>
            <a:cxnLst/>
            <a:rect l="l" t="t" r="r" b="b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ln w="5511">
            <a:solidFill>
              <a:srgbClr val="C0C0C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14" name="object 614"/>
          <p:cNvSpPr/>
          <p:nvPr/>
        </p:nvSpPr>
        <p:spPr>
          <a:xfrm>
            <a:off x="6726511" y="3434222"/>
            <a:ext cx="7056" cy="0"/>
          </a:xfrm>
          <a:custGeom>
            <a:avLst/>
            <a:gdLst/>
            <a:ahLst/>
            <a:cxnLst/>
            <a:rect l="l" t="t" r="r" b="b"/>
            <a:pathLst>
              <a:path w="7056" h="0">
                <a:moveTo>
                  <a:pt x="0" y="0"/>
                </a:moveTo>
                <a:lnTo>
                  <a:pt x="7056" y="0"/>
                </a:lnTo>
              </a:path>
            </a:pathLst>
          </a:custGeom>
          <a:ln w="6772">
            <a:solidFill>
              <a:srgbClr val="C0C0C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15" name="object 615"/>
          <p:cNvSpPr/>
          <p:nvPr/>
        </p:nvSpPr>
        <p:spPr>
          <a:xfrm>
            <a:off x="7182100" y="3434222"/>
            <a:ext cx="0" cy="0"/>
          </a:xfrm>
          <a:custGeom>
            <a:avLst/>
            <a:gdLst/>
            <a:ahLst/>
            <a:cxnLst/>
            <a:rect l="l" t="t" r="r" b="b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ln w="5511">
            <a:solidFill>
              <a:srgbClr val="C0C0C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16" name="object 616"/>
          <p:cNvSpPr/>
          <p:nvPr/>
        </p:nvSpPr>
        <p:spPr>
          <a:xfrm>
            <a:off x="7178513" y="3434222"/>
            <a:ext cx="7056" cy="0"/>
          </a:xfrm>
          <a:custGeom>
            <a:avLst/>
            <a:gdLst/>
            <a:ahLst/>
            <a:cxnLst/>
            <a:rect l="l" t="t" r="r" b="b"/>
            <a:pathLst>
              <a:path w="7056" h="0">
                <a:moveTo>
                  <a:pt x="0" y="0"/>
                </a:moveTo>
                <a:lnTo>
                  <a:pt x="7056" y="0"/>
                </a:lnTo>
              </a:path>
            </a:pathLst>
          </a:custGeom>
          <a:ln w="6772">
            <a:solidFill>
              <a:srgbClr val="C0C0C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17" name="object 617"/>
          <p:cNvSpPr/>
          <p:nvPr/>
        </p:nvSpPr>
        <p:spPr>
          <a:xfrm>
            <a:off x="7634196" y="3434222"/>
            <a:ext cx="0" cy="0"/>
          </a:xfrm>
          <a:custGeom>
            <a:avLst/>
            <a:gdLst/>
            <a:ahLst/>
            <a:cxnLst/>
            <a:rect l="l" t="t" r="r" b="b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ln w="5511">
            <a:solidFill>
              <a:srgbClr val="C0C0C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18" name="object 618"/>
          <p:cNvSpPr/>
          <p:nvPr/>
        </p:nvSpPr>
        <p:spPr>
          <a:xfrm>
            <a:off x="7630610" y="3434222"/>
            <a:ext cx="7056" cy="0"/>
          </a:xfrm>
          <a:custGeom>
            <a:avLst/>
            <a:gdLst/>
            <a:ahLst/>
            <a:cxnLst/>
            <a:rect l="l" t="t" r="r" b="b"/>
            <a:pathLst>
              <a:path w="7056" h="0">
                <a:moveTo>
                  <a:pt x="0" y="0"/>
                </a:moveTo>
                <a:lnTo>
                  <a:pt x="7056" y="0"/>
                </a:lnTo>
              </a:path>
            </a:pathLst>
          </a:custGeom>
          <a:ln w="6772">
            <a:solidFill>
              <a:srgbClr val="C0C0C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25" name="object 425"/>
          <p:cNvSpPr/>
          <p:nvPr/>
        </p:nvSpPr>
        <p:spPr>
          <a:xfrm>
            <a:off x="1756128" y="3434222"/>
            <a:ext cx="0" cy="0"/>
          </a:xfrm>
          <a:custGeom>
            <a:avLst/>
            <a:gdLst/>
            <a:ahLst/>
            <a:cxnLst/>
            <a:rect l="l" t="t" r="r" b="b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ln w="5511">
            <a:solidFill>
              <a:srgbClr val="C0C0C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24" name="object 424"/>
          <p:cNvSpPr/>
          <p:nvPr/>
        </p:nvSpPr>
        <p:spPr>
          <a:xfrm>
            <a:off x="7641181" y="2146525"/>
            <a:ext cx="0" cy="0"/>
          </a:xfrm>
          <a:custGeom>
            <a:avLst/>
            <a:gdLst/>
            <a:ahLst/>
            <a:cxnLst/>
            <a:rect l="l" t="t" r="r" b="b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ln w="5511">
            <a:solidFill>
              <a:srgbClr val="C0C0C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23" name="object 423"/>
          <p:cNvSpPr/>
          <p:nvPr/>
        </p:nvSpPr>
        <p:spPr>
          <a:xfrm>
            <a:off x="7641181" y="2345569"/>
            <a:ext cx="0" cy="0"/>
          </a:xfrm>
          <a:custGeom>
            <a:avLst/>
            <a:gdLst/>
            <a:ahLst/>
            <a:cxnLst/>
            <a:rect l="l" t="t" r="r" b="b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ln w="5511">
            <a:solidFill>
              <a:srgbClr val="C0C0C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22" name="object 422"/>
          <p:cNvSpPr/>
          <p:nvPr/>
        </p:nvSpPr>
        <p:spPr>
          <a:xfrm>
            <a:off x="7641181" y="2538937"/>
            <a:ext cx="0" cy="0"/>
          </a:xfrm>
          <a:custGeom>
            <a:avLst/>
            <a:gdLst/>
            <a:ahLst/>
            <a:cxnLst/>
            <a:rect l="l" t="t" r="r" b="b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ln w="5511">
            <a:solidFill>
              <a:srgbClr val="C0C0C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21" name="object 421"/>
          <p:cNvSpPr/>
          <p:nvPr/>
        </p:nvSpPr>
        <p:spPr>
          <a:xfrm>
            <a:off x="7641181" y="2737922"/>
            <a:ext cx="0" cy="0"/>
          </a:xfrm>
          <a:custGeom>
            <a:avLst/>
            <a:gdLst/>
            <a:ahLst/>
            <a:cxnLst/>
            <a:rect l="l" t="t" r="r" b="b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ln w="5511">
            <a:solidFill>
              <a:srgbClr val="C0C0C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20" name="object 420"/>
          <p:cNvSpPr/>
          <p:nvPr/>
        </p:nvSpPr>
        <p:spPr>
          <a:xfrm>
            <a:off x="7641181" y="2837341"/>
            <a:ext cx="0" cy="0"/>
          </a:xfrm>
          <a:custGeom>
            <a:avLst/>
            <a:gdLst/>
            <a:ahLst/>
            <a:cxnLst/>
            <a:rect l="l" t="t" r="r" b="b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ln w="5511">
            <a:solidFill>
              <a:srgbClr val="C0C0C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19" name="object 419"/>
          <p:cNvSpPr/>
          <p:nvPr/>
        </p:nvSpPr>
        <p:spPr>
          <a:xfrm>
            <a:off x="7641181" y="3036179"/>
            <a:ext cx="0" cy="0"/>
          </a:xfrm>
          <a:custGeom>
            <a:avLst/>
            <a:gdLst/>
            <a:ahLst/>
            <a:cxnLst/>
            <a:rect l="l" t="t" r="r" b="b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ln w="5511">
            <a:solidFill>
              <a:srgbClr val="C0C0C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18" name="object 418"/>
          <p:cNvSpPr/>
          <p:nvPr/>
        </p:nvSpPr>
        <p:spPr>
          <a:xfrm>
            <a:off x="7641181" y="3229694"/>
            <a:ext cx="0" cy="0"/>
          </a:xfrm>
          <a:custGeom>
            <a:avLst/>
            <a:gdLst/>
            <a:ahLst/>
            <a:cxnLst/>
            <a:rect l="l" t="t" r="r" b="b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ln w="5511">
            <a:solidFill>
              <a:srgbClr val="C0C0C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17" name="object 417"/>
          <p:cNvSpPr/>
          <p:nvPr/>
        </p:nvSpPr>
        <p:spPr>
          <a:xfrm>
            <a:off x="7641181" y="3428719"/>
            <a:ext cx="0" cy="0"/>
          </a:xfrm>
          <a:custGeom>
            <a:avLst/>
            <a:gdLst/>
            <a:ahLst/>
            <a:cxnLst/>
            <a:rect l="l" t="t" r="r" b="b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ln w="5511">
            <a:solidFill>
              <a:srgbClr val="C0C0C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33" name="object 233"/>
          <p:cNvSpPr/>
          <p:nvPr/>
        </p:nvSpPr>
        <p:spPr>
          <a:xfrm>
            <a:off x="1649643" y="4031703"/>
            <a:ext cx="6276549" cy="0"/>
          </a:xfrm>
          <a:custGeom>
            <a:avLst/>
            <a:gdLst/>
            <a:ahLst/>
            <a:cxnLst/>
            <a:rect l="l" t="t" r="r" b="b"/>
            <a:pathLst>
              <a:path w="6276549" h="0">
                <a:moveTo>
                  <a:pt x="0" y="0"/>
                </a:moveTo>
                <a:lnTo>
                  <a:pt x="6276549" y="0"/>
                </a:lnTo>
              </a:path>
            </a:pathLst>
          </a:custGeom>
          <a:ln w="11545">
            <a:solidFill>
              <a:srgbClr val="C0C0C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34" name="object 234"/>
          <p:cNvSpPr/>
          <p:nvPr/>
        </p:nvSpPr>
        <p:spPr>
          <a:xfrm>
            <a:off x="1643379" y="4031653"/>
            <a:ext cx="6289014" cy="0"/>
          </a:xfrm>
          <a:custGeom>
            <a:avLst/>
            <a:gdLst/>
            <a:ahLst/>
            <a:cxnLst/>
            <a:rect l="l" t="t" r="r" b="b"/>
            <a:pathLst>
              <a:path w="6289014" h="0">
                <a:moveTo>
                  <a:pt x="0" y="0"/>
                </a:moveTo>
                <a:lnTo>
                  <a:pt x="6289014" y="0"/>
                </a:lnTo>
              </a:path>
            </a:pathLst>
          </a:custGeom>
          <a:ln w="12797">
            <a:solidFill>
              <a:srgbClr val="C0C0C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35" name="object 235"/>
          <p:cNvSpPr/>
          <p:nvPr/>
        </p:nvSpPr>
        <p:spPr>
          <a:xfrm>
            <a:off x="1649643" y="4031703"/>
            <a:ext cx="0" cy="2259339"/>
          </a:xfrm>
          <a:custGeom>
            <a:avLst/>
            <a:gdLst/>
            <a:ahLst/>
            <a:cxnLst/>
            <a:rect l="l" t="t" r="r" b="b"/>
            <a:pathLst>
              <a:path w="0" h="2259339">
                <a:moveTo>
                  <a:pt x="0" y="0"/>
                </a:moveTo>
                <a:lnTo>
                  <a:pt x="0" y="2259339"/>
                </a:lnTo>
              </a:path>
            </a:pathLst>
          </a:custGeom>
          <a:ln w="12528">
            <a:solidFill>
              <a:srgbClr val="C0C0C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36" name="object 236"/>
          <p:cNvSpPr/>
          <p:nvPr/>
        </p:nvSpPr>
        <p:spPr>
          <a:xfrm>
            <a:off x="1649643" y="4025981"/>
            <a:ext cx="0" cy="2270825"/>
          </a:xfrm>
          <a:custGeom>
            <a:avLst/>
            <a:gdLst/>
            <a:ahLst/>
            <a:cxnLst/>
            <a:rect l="l" t="t" r="r" b="b"/>
            <a:pathLst>
              <a:path w="0" h="2270825">
                <a:moveTo>
                  <a:pt x="0" y="0"/>
                </a:moveTo>
                <a:lnTo>
                  <a:pt x="0" y="2270825"/>
                </a:lnTo>
              </a:path>
            </a:pathLst>
          </a:custGeom>
          <a:ln w="13798">
            <a:solidFill>
              <a:srgbClr val="C0C0C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37" name="object 237"/>
          <p:cNvSpPr/>
          <p:nvPr/>
        </p:nvSpPr>
        <p:spPr>
          <a:xfrm>
            <a:off x="1655907" y="4037408"/>
            <a:ext cx="6276485" cy="255273"/>
          </a:xfrm>
          <a:custGeom>
            <a:avLst/>
            <a:gdLst/>
            <a:ahLst/>
            <a:cxnLst/>
            <a:rect l="l" t="t" r="r" b="b"/>
            <a:pathLst>
              <a:path w="6276485" h="255273">
                <a:moveTo>
                  <a:pt x="6276485" y="255273"/>
                </a:moveTo>
                <a:lnTo>
                  <a:pt x="6276485" y="0"/>
                </a:lnTo>
                <a:lnTo>
                  <a:pt x="0" y="0"/>
                </a:lnTo>
                <a:lnTo>
                  <a:pt x="0" y="255273"/>
                </a:lnTo>
                <a:lnTo>
                  <a:pt x="6276485" y="255273"/>
                </a:lnTo>
                <a:close/>
              </a:path>
            </a:pathLst>
          </a:custGeom>
          <a:solidFill>
            <a:srgbClr val="959595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38" name="object 238"/>
          <p:cNvSpPr/>
          <p:nvPr/>
        </p:nvSpPr>
        <p:spPr>
          <a:xfrm>
            <a:off x="1643379" y="4280698"/>
            <a:ext cx="414262" cy="509881"/>
          </a:xfrm>
          <a:custGeom>
            <a:avLst/>
            <a:gdLst/>
            <a:ahLst/>
            <a:cxnLst/>
            <a:rect l="l" t="t" r="r" b="b"/>
            <a:pathLst>
              <a:path w="414262" h="509881">
                <a:moveTo>
                  <a:pt x="0" y="509881"/>
                </a:moveTo>
                <a:lnTo>
                  <a:pt x="414262" y="509881"/>
                </a:lnTo>
                <a:lnTo>
                  <a:pt x="414262" y="0"/>
                </a:lnTo>
                <a:lnTo>
                  <a:pt x="0" y="0"/>
                </a:lnTo>
                <a:lnTo>
                  <a:pt x="0" y="509881"/>
                </a:lnTo>
                <a:close/>
              </a:path>
            </a:pathLst>
          </a:custGeom>
          <a:solidFill>
            <a:srgbClr val="959595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39" name="object 239"/>
          <p:cNvSpPr/>
          <p:nvPr/>
        </p:nvSpPr>
        <p:spPr>
          <a:xfrm>
            <a:off x="2045108" y="4280698"/>
            <a:ext cx="401728" cy="509881"/>
          </a:xfrm>
          <a:custGeom>
            <a:avLst/>
            <a:gdLst/>
            <a:ahLst/>
            <a:cxnLst/>
            <a:rect l="l" t="t" r="r" b="b"/>
            <a:pathLst>
              <a:path w="401728" h="509881">
                <a:moveTo>
                  <a:pt x="0" y="509881"/>
                </a:moveTo>
                <a:lnTo>
                  <a:pt x="401728" y="509881"/>
                </a:lnTo>
                <a:lnTo>
                  <a:pt x="401728" y="0"/>
                </a:lnTo>
                <a:lnTo>
                  <a:pt x="0" y="0"/>
                </a:lnTo>
                <a:lnTo>
                  <a:pt x="0" y="509881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40" name="object 240"/>
          <p:cNvSpPr/>
          <p:nvPr/>
        </p:nvSpPr>
        <p:spPr>
          <a:xfrm>
            <a:off x="2434320" y="4280698"/>
            <a:ext cx="401728" cy="509881"/>
          </a:xfrm>
          <a:custGeom>
            <a:avLst/>
            <a:gdLst/>
            <a:ahLst/>
            <a:cxnLst/>
            <a:rect l="l" t="t" r="r" b="b"/>
            <a:pathLst>
              <a:path w="401728" h="509881">
                <a:moveTo>
                  <a:pt x="0" y="509881"/>
                </a:moveTo>
                <a:lnTo>
                  <a:pt x="401728" y="509881"/>
                </a:lnTo>
                <a:lnTo>
                  <a:pt x="401728" y="0"/>
                </a:lnTo>
                <a:lnTo>
                  <a:pt x="0" y="0"/>
                </a:lnTo>
                <a:lnTo>
                  <a:pt x="0" y="509881"/>
                </a:lnTo>
                <a:close/>
              </a:path>
            </a:pathLst>
          </a:custGeom>
          <a:solidFill>
            <a:srgbClr val="959595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41" name="object 241"/>
          <p:cNvSpPr/>
          <p:nvPr/>
        </p:nvSpPr>
        <p:spPr>
          <a:xfrm>
            <a:off x="2823514" y="4280698"/>
            <a:ext cx="388792" cy="509881"/>
          </a:xfrm>
          <a:custGeom>
            <a:avLst/>
            <a:gdLst/>
            <a:ahLst/>
            <a:cxnLst/>
            <a:rect l="l" t="t" r="r" b="b"/>
            <a:pathLst>
              <a:path w="388792" h="509881">
                <a:moveTo>
                  <a:pt x="0" y="509881"/>
                </a:moveTo>
                <a:lnTo>
                  <a:pt x="388792" y="509881"/>
                </a:lnTo>
                <a:lnTo>
                  <a:pt x="388792" y="0"/>
                </a:lnTo>
                <a:lnTo>
                  <a:pt x="0" y="0"/>
                </a:lnTo>
                <a:lnTo>
                  <a:pt x="0" y="509881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42" name="object 242"/>
          <p:cNvSpPr/>
          <p:nvPr/>
        </p:nvSpPr>
        <p:spPr>
          <a:xfrm>
            <a:off x="3199789" y="4280698"/>
            <a:ext cx="439733" cy="509881"/>
          </a:xfrm>
          <a:custGeom>
            <a:avLst/>
            <a:gdLst/>
            <a:ahLst/>
            <a:cxnLst/>
            <a:rect l="l" t="t" r="r" b="b"/>
            <a:pathLst>
              <a:path w="439733" h="509881">
                <a:moveTo>
                  <a:pt x="0" y="509881"/>
                </a:moveTo>
                <a:lnTo>
                  <a:pt x="439733" y="509881"/>
                </a:lnTo>
                <a:lnTo>
                  <a:pt x="439733" y="0"/>
                </a:lnTo>
                <a:lnTo>
                  <a:pt x="0" y="0"/>
                </a:lnTo>
                <a:lnTo>
                  <a:pt x="0" y="509881"/>
                </a:lnTo>
                <a:close/>
              </a:path>
            </a:pathLst>
          </a:custGeom>
          <a:solidFill>
            <a:srgbClr val="959595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43" name="object 243"/>
          <p:cNvSpPr/>
          <p:nvPr/>
        </p:nvSpPr>
        <p:spPr>
          <a:xfrm>
            <a:off x="3626553" y="4280698"/>
            <a:ext cx="401728" cy="509881"/>
          </a:xfrm>
          <a:custGeom>
            <a:avLst/>
            <a:gdLst/>
            <a:ahLst/>
            <a:cxnLst/>
            <a:rect l="l" t="t" r="r" b="b"/>
            <a:pathLst>
              <a:path w="401728" h="509881">
                <a:moveTo>
                  <a:pt x="0" y="509881"/>
                </a:moveTo>
                <a:lnTo>
                  <a:pt x="401728" y="509881"/>
                </a:lnTo>
                <a:lnTo>
                  <a:pt x="401728" y="0"/>
                </a:lnTo>
                <a:lnTo>
                  <a:pt x="0" y="0"/>
                </a:lnTo>
                <a:lnTo>
                  <a:pt x="0" y="509881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44" name="object 244"/>
          <p:cNvSpPr/>
          <p:nvPr/>
        </p:nvSpPr>
        <p:spPr>
          <a:xfrm>
            <a:off x="4015814" y="4280698"/>
            <a:ext cx="389211" cy="509881"/>
          </a:xfrm>
          <a:custGeom>
            <a:avLst/>
            <a:gdLst/>
            <a:ahLst/>
            <a:cxnLst/>
            <a:rect l="l" t="t" r="r" b="b"/>
            <a:pathLst>
              <a:path w="389211" h="509881">
                <a:moveTo>
                  <a:pt x="0" y="509881"/>
                </a:moveTo>
                <a:lnTo>
                  <a:pt x="389211" y="509881"/>
                </a:lnTo>
                <a:lnTo>
                  <a:pt x="389211" y="0"/>
                </a:lnTo>
                <a:lnTo>
                  <a:pt x="0" y="0"/>
                </a:lnTo>
                <a:lnTo>
                  <a:pt x="0" y="509881"/>
                </a:lnTo>
                <a:close/>
              </a:path>
            </a:pathLst>
          </a:custGeom>
          <a:solidFill>
            <a:srgbClr val="959595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45" name="object 245"/>
          <p:cNvSpPr/>
          <p:nvPr/>
        </p:nvSpPr>
        <p:spPr>
          <a:xfrm>
            <a:off x="4392508" y="4280698"/>
            <a:ext cx="401728" cy="509881"/>
          </a:xfrm>
          <a:custGeom>
            <a:avLst/>
            <a:gdLst/>
            <a:ahLst/>
            <a:cxnLst/>
            <a:rect l="l" t="t" r="r" b="b"/>
            <a:pathLst>
              <a:path w="401728" h="509881">
                <a:moveTo>
                  <a:pt x="0" y="509881"/>
                </a:moveTo>
                <a:lnTo>
                  <a:pt x="401728" y="509881"/>
                </a:lnTo>
                <a:lnTo>
                  <a:pt x="401728" y="0"/>
                </a:lnTo>
                <a:lnTo>
                  <a:pt x="0" y="0"/>
                </a:lnTo>
                <a:lnTo>
                  <a:pt x="0" y="509881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46" name="object 246"/>
          <p:cNvSpPr/>
          <p:nvPr/>
        </p:nvSpPr>
        <p:spPr>
          <a:xfrm>
            <a:off x="4781603" y="4280698"/>
            <a:ext cx="401728" cy="509881"/>
          </a:xfrm>
          <a:custGeom>
            <a:avLst/>
            <a:gdLst/>
            <a:ahLst/>
            <a:cxnLst/>
            <a:rect l="l" t="t" r="r" b="b"/>
            <a:pathLst>
              <a:path w="401728" h="509881">
                <a:moveTo>
                  <a:pt x="0" y="509881"/>
                </a:moveTo>
                <a:lnTo>
                  <a:pt x="401728" y="509881"/>
                </a:lnTo>
                <a:lnTo>
                  <a:pt x="401728" y="0"/>
                </a:lnTo>
                <a:lnTo>
                  <a:pt x="0" y="0"/>
                </a:lnTo>
                <a:lnTo>
                  <a:pt x="0" y="509881"/>
                </a:lnTo>
                <a:close/>
              </a:path>
            </a:pathLst>
          </a:custGeom>
          <a:solidFill>
            <a:srgbClr val="959595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47" name="object 247"/>
          <p:cNvSpPr/>
          <p:nvPr/>
        </p:nvSpPr>
        <p:spPr>
          <a:xfrm>
            <a:off x="5170864" y="4280698"/>
            <a:ext cx="376677" cy="509881"/>
          </a:xfrm>
          <a:custGeom>
            <a:avLst/>
            <a:gdLst/>
            <a:ahLst/>
            <a:cxnLst/>
            <a:rect l="l" t="t" r="r" b="b"/>
            <a:pathLst>
              <a:path w="376677" h="509881">
                <a:moveTo>
                  <a:pt x="0" y="509881"/>
                </a:moveTo>
                <a:lnTo>
                  <a:pt x="376677" y="509881"/>
                </a:lnTo>
                <a:lnTo>
                  <a:pt x="376677" y="0"/>
                </a:lnTo>
                <a:lnTo>
                  <a:pt x="0" y="0"/>
                </a:lnTo>
                <a:lnTo>
                  <a:pt x="0" y="509881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48" name="object 248"/>
          <p:cNvSpPr/>
          <p:nvPr/>
        </p:nvSpPr>
        <p:spPr>
          <a:xfrm>
            <a:off x="5534991" y="4280698"/>
            <a:ext cx="439314" cy="509881"/>
          </a:xfrm>
          <a:custGeom>
            <a:avLst/>
            <a:gdLst/>
            <a:ahLst/>
            <a:cxnLst/>
            <a:rect l="l" t="t" r="r" b="b"/>
            <a:pathLst>
              <a:path w="439314" h="509881">
                <a:moveTo>
                  <a:pt x="0" y="509881"/>
                </a:moveTo>
                <a:lnTo>
                  <a:pt x="439314" y="509881"/>
                </a:lnTo>
                <a:lnTo>
                  <a:pt x="439314" y="0"/>
                </a:lnTo>
                <a:lnTo>
                  <a:pt x="0" y="0"/>
                </a:lnTo>
                <a:lnTo>
                  <a:pt x="0" y="509881"/>
                </a:lnTo>
                <a:close/>
              </a:path>
            </a:pathLst>
          </a:custGeom>
          <a:solidFill>
            <a:srgbClr val="959595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49" name="object 249"/>
          <p:cNvSpPr/>
          <p:nvPr/>
        </p:nvSpPr>
        <p:spPr>
          <a:xfrm>
            <a:off x="5961788" y="4280698"/>
            <a:ext cx="401309" cy="509881"/>
          </a:xfrm>
          <a:custGeom>
            <a:avLst/>
            <a:gdLst/>
            <a:ahLst/>
            <a:cxnLst/>
            <a:rect l="l" t="t" r="r" b="b"/>
            <a:pathLst>
              <a:path w="401309" h="509881">
                <a:moveTo>
                  <a:pt x="0" y="509881"/>
                </a:moveTo>
                <a:lnTo>
                  <a:pt x="401309" y="509881"/>
                </a:lnTo>
                <a:lnTo>
                  <a:pt x="401309" y="0"/>
                </a:lnTo>
                <a:lnTo>
                  <a:pt x="0" y="0"/>
                </a:lnTo>
                <a:lnTo>
                  <a:pt x="0" y="509881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50" name="object 250"/>
          <p:cNvSpPr/>
          <p:nvPr/>
        </p:nvSpPr>
        <p:spPr>
          <a:xfrm>
            <a:off x="6350547" y="4280698"/>
            <a:ext cx="389211" cy="509881"/>
          </a:xfrm>
          <a:custGeom>
            <a:avLst/>
            <a:gdLst/>
            <a:ahLst/>
            <a:cxnLst/>
            <a:rect l="l" t="t" r="r" b="b"/>
            <a:pathLst>
              <a:path w="389211" h="509881">
                <a:moveTo>
                  <a:pt x="0" y="509881"/>
                </a:moveTo>
                <a:lnTo>
                  <a:pt x="389211" y="509881"/>
                </a:lnTo>
                <a:lnTo>
                  <a:pt x="389211" y="0"/>
                </a:lnTo>
                <a:lnTo>
                  <a:pt x="0" y="0"/>
                </a:lnTo>
                <a:lnTo>
                  <a:pt x="0" y="509881"/>
                </a:lnTo>
                <a:close/>
              </a:path>
            </a:pathLst>
          </a:custGeom>
          <a:solidFill>
            <a:srgbClr val="959595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51" name="object 251"/>
          <p:cNvSpPr/>
          <p:nvPr/>
        </p:nvSpPr>
        <p:spPr>
          <a:xfrm>
            <a:off x="6727241" y="4280698"/>
            <a:ext cx="389211" cy="509881"/>
          </a:xfrm>
          <a:custGeom>
            <a:avLst/>
            <a:gdLst/>
            <a:ahLst/>
            <a:cxnLst/>
            <a:rect l="l" t="t" r="r" b="b"/>
            <a:pathLst>
              <a:path w="389211" h="509881">
                <a:moveTo>
                  <a:pt x="0" y="509881"/>
                </a:moveTo>
                <a:lnTo>
                  <a:pt x="389211" y="509881"/>
                </a:lnTo>
                <a:lnTo>
                  <a:pt x="389211" y="0"/>
                </a:lnTo>
                <a:lnTo>
                  <a:pt x="0" y="0"/>
                </a:lnTo>
                <a:lnTo>
                  <a:pt x="0" y="509881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52" name="object 252"/>
          <p:cNvSpPr/>
          <p:nvPr/>
        </p:nvSpPr>
        <p:spPr>
          <a:xfrm>
            <a:off x="7103935" y="4280698"/>
            <a:ext cx="439314" cy="509881"/>
          </a:xfrm>
          <a:custGeom>
            <a:avLst/>
            <a:gdLst/>
            <a:ahLst/>
            <a:cxnLst/>
            <a:rect l="l" t="t" r="r" b="b"/>
            <a:pathLst>
              <a:path w="439314" h="509881">
                <a:moveTo>
                  <a:pt x="0" y="509881"/>
                </a:moveTo>
                <a:lnTo>
                  <a:pt x="439314" y="509881"/>
                </a:lnTo>
                <a:lnTo>
                  <a:pt x="439314" y="0"/>
                </a:lnTo>
                <a:lnTo>
                  <a:pt x="0" y="0"/>
                </a:lnTo>
                <a:lnTo>
                  <a:pt x="0" y="509881"/>
                </a:lnTo>
                <a:close/>
              </a:path>
            </a:pathLst>
          </a:custGeom>
          <a:solidFill>
            <a:srgbClr val="959595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53" name="object 253"/>
          <p:cNvSpPr/>
          <p:nvPr/>
        </p:nvSpPr>
        <p:spPr>
          <a:xfrm>
            <a:off x="7530732" y="4280698"/>
            <a:ext cx="401728" cy="509881"/>
          </a:xfrm>
          <a:custGeom>
            <a:avLst/>
            <a:gdLst/>
            <a:ahLst/>
            <a:cxnLst/>
            <a:rect l="l" t="t" r="r" b="b"/>
            <a:pathLst>
              <a:path w="401728" h="509881">
                <a:moveTo>
                  <a:pt x="0" y="509881"/>
                </a:moveTo>
                <a:lnTo>
                  <a:pt x="401728" y="509881"/>
                </a:lnTo>
                <a:lnTo>
                  <a:pt x="401728" y="0"/>
                </a:lnTo>
                <a:lnTo>
                  <a:pt x="0" y="0"/>
                </a:lnTo>
                <a:lnTo>
                  <a:pt x="0" y="509881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54" name="object 254"/>
          <p:cNvSpPr/>
          <p:nvPr/>
        </p:nvSpPr>
        <p:spPr>
          <a:xfrm>
            <a:off x="1643379" y="4779060"/>
            <a:ext cx="5473122" cy="266661"/>
          </a:xfrm>
          <a:custGeom>
            <a:avLst/>
            <a:gdLst/>
            <a:ahLst/>
            <a:cxnLst/>
            <a:rect l="l" t="t" r="r" b="b"/>
            <a:pathLst>
              <a:path w="5473122" h="266661">
                <a:moveTo>
                  <a:pt x="0" y="266661"/>
                </a:moveTo>
                <a:lnTo>
                  <a:pt x="5473122" y="266661"/>
                </a:lnTo>
                <a:lnTo>
                  <a:pt x="5473122" y="0"/>
                </a:lnTo>
                <a:lnTo>
                  <a:pt x="0" y="0"/>
                </a:lnTo>
                <a:lnTo>
                  <a:pt x="0" y="266661"/>
                </a:lnTo>
                <a:close/>
              </a:path>
            </a:pathLst>
          </a:custGeom>
          <a:solidFill>
            <a:srgbClr val="959595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55" name="object 255"/>
          <p:cNvSpPr/>
          <p:nvPr/>
        </p:nvSpPr>
        <p:spPr>
          <a:xfrm>
            <a:off x="7103935" y="4779060"/>
            <a:ext cx="828525" cy="266661"/>
          </a:xfrm>
          <a:custGeom>
            <a:avLst/>
            <a:gdLst/>
            <a:ahLst/>
            <a:cxnLst/>
            <a:rect l="l" t="t" r="r" b="b"/>
            <a:pathLst>
              <a:path w="828525" h="266661">
                <a:moveTo>
                  <a:pt x="0" y="266661"/>
                </a:moveTo>
                <a:lnTo>
                  <a:pt x="828525" y="266661"/>
                </a:lnTo>
                <a:lnTo>
                  <a:pt x="828525" y="0"/>
                </a:lnTo>
                <a:lnTo>
                  <a:pt x="0" y="0"/>
                </a:lnTo>
                <a:lnTo>
                  <a:pt x="0" y="266661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56" name="object 256"/>
          <p:cNvSpPr/>
          <p:nvPr/>
        </p:nvSpPr>
        <p:spPr>
          <a:xfrm>
            <a:off x="1643379" y="5034201"/>
            <a:ext cx="414262" cy="509495"/>
          </a:xfrm>
          <a:custGeom>
            <a:avLst/>
            <a:gdLst/>
            <a:ahLst/>
            <a:cxnLst/>
            <a:rect l="l" t="t" r="r" b="b"/>
            <a:pathLst>
              <a:path w="414262" h="509495">
                <a:moveTo>
                  <a:pt x="0" y="509495"/>
                </a:moveTo>
                <a:lnTo>
                  <a:pt x="414262" y="509495"/>
                </a:lnTo>
                <a:lnTo>
                  <a:pt x="414262" y="0"/>
                </a:lnTo>
                <a:lnTo>
                  <a:pt x="0" y="0"/>
                </a:lnTo>
                <a:lnTo>
                  <a:pt x="0" y="509495"/>
                </a:lnTo>
                <a:close/>
              </a:path>
            </a:pathLst>
          </a:custGeom>
          <a:solidFill>
            <a:srgbClr val="959595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57" name="object 257"/>
          <p:cNvSpPr/>
          <p:nvPr/>
        </p:nvSpPr>
        <p:spPr>
          <a:xfrm>
            <a:off x="2045108" y="5034201"/>
            <a:ext cx="401728" cy="509495"/>
          </a:xfrm>
          <a:custGeom>
            <a:avLst/>
            <a:gdLst/>
            <a:ahLst/>
            <a:cxnLst/>
            <a:rect l="l" t="t" r="r" b="b"/>
            <a:pathLst>
              <a:path w="401728" h="509495">
                <a:moveTo>
                  <a:pt x="0" y="509495"/>
                </a:moveTo>
                <a:lnTo>
                  <a:pt x="401728" y="509495"/>
                </a:lnTo>
                <a:lnTo>
                  <a:pt x="401728" y="0"/>
                </a:lnTo>
                <a:lnTo>
                  <a:pt x="0" y="0"/>
                </a:lnTo>
                <a:lnTo>
                  <a:pt x="0" y="509495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58" name="object 258"/>
          <p:cNvSpPr/>
          <p:nvPr/>
        </p:nvSpPr>
        <p:spPr>
          <a:xfrm>
            <a:off x="2434320" y="5034201"/>
            <a:ext cx="401728" cy="509495"/>
          </a:xfrm>
          <a:custGeom>
            <a:avLst/>
            <a:gdLst/>
            <a:ahLst/>
            <a:cxnLst/>
            <a:rect l="l" t="t" r="r" b="b"/>
            <a:pathLst>
              <a:path w="401728" h="509495">
                <a:moveTo>
                  <a:pt x="0" y="509495"/>
                </a:moveTo>
                <a:lnTo>
                  <a:pt x="401728" y="509495"/>
                </a:lnTo>
                <a:lnTo>
                  <a:pt x="401728" y="0"/>
                </a:lnTo>
                <a:lnTo>
                  <a:pt x="0" y="0"/>
                </a:lnTo>
                <a:lnTo>
                  <a:pt x="0" y="509495"/>
                </a:lnTo>
                <a:close/>
              </a:path>
            </a:pathLst>
          </a:custGeom>
          <a:solidFill>
            <a:srgbClr val="959595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59" name="object 259"/>
          <p:cNvSpPr/>
          <p:nvPr/>
        </p:nvSpPr>
        <p:spPr>
          <a:xfrm>
            <a:off x="2823514" y="5034201"/>
            <a:ext cx="388792" cy="509495"/>
          </a:xfrm>
          <a:custGeom>
            <a:avLst/>
            <a:gdLst/>
            <a:ahLst/>
            <a:cxnLst/>
            <a:rect l="l" t="t" r="r" b="b"/>
            <a:pathLst>
              <a:path w="388792" h="509495">
                <a:moveTo>
                  <a:pt x="0" y="509495"/>
                </a:moveTo>
                <a:lnTo>
                  <a:pt x="388792" y="509495"/>
                </a:lnTo>
                <a:lnTo>
                  <a:pt x="388792" y="0"/>
                </a:lnTo>
                <a:lnTo>
                  <a:pt x="0" y="0"/>
                </a:lnTo>
                <a:lnTo>
                  <a:pt x="0" y="509495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60" name="object 260"/>
          <p:cNvSpPr/>
          <p:nvPr/>
        </p:nvSpPr>
        <p:spPr>
          <a:xfrm>
            <a:off x="3199789" y="5034201"/>
            <a:ext cx="439733" cy="509495"/>
          </a:xfrm>
          <a:custGeom>
            <a:avLst/>
            <a:gdLst/>
            <a:ahLst/>
            <a:cxnLst/>
            <a:rect l="l" t="t" r="r" b="b"/>
            <a:pathLst>
              <a:path w="439733" h="509495">
                <a:moveTo>
                  <a:pt x="0" y="509495"/>
                </a:moveTo>
                <a:lnTo>
                  <a:pt x="439733" y="509495"/>
                </a:lnTo>
                <a:lnTo>
                  <a:pt x="439733" y="0"/>
                </a:lnTo>
                <a:lnTo>
                  <a:pt x="0" y="0"/>
                </a:lnTo>
                <a:lnTo>
                  <a:pt x="0" y="509495"/>
                </a:lnTo>
                <a:close/>
              </a:path>
            </a:pathLst>
          </a:custGeom>
          <a:solidFill>
            <a:srgbClr val="959595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61" name="object 261"/>
          <p:cNvSpPr/>
          <p:nvPr/>
        </p:nvSpPr>
        <p:spPr>
          <a:xfrm>
            <a:off x="3626553" y="5034201"/>
            <a:ext cx="401728" cy="509495"/>
          </a:xfrm>
          <a:custGeom>
            <a:avLst/>
            <a:gdLst/>
            <a:ahLst/>
            <a:cxnLst/>
            <a:rect l="l" t="t" r="r" b="b"/>
            <a:pathLst>
              <a:path w="401728" h="509495">
                <a:moveTo>
                  <a:pt x="0" y="509495"/>
                </a:moveTo>
                <a:lnTo>
                  <a:pt x="401728" y="509495"/>
                </a:lnTo>
                <a:lnTo>
                  <a:pt x="401728" y="0"/>
                </a:lnTo>
                <a:lnTo>
                  <a:pt x="0" y="0"/>
                </a:lnTo>
                <a:lnTo>
                  <a:pt x="0" y="509495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62" name="object 262"/>
          <p:cNvSpPr/>
          <p:nvPr/>
        </p:nvSpPr>
        <p:spPr>
          <a:xfrm>
            <a:off x="4015814" y="5034201"/>
            <a:ext cx="389211" cy="509495"/>
          </a:xfrm>
          <a:custGeom>
            <a:avLst/>
            <a:gdLst/>
            <a:ahLst/>
            <a:cxnLst/>
            <a:rect l="l" t="t" r="r" b="b"/>
            <a:pathLst>
              <a:path w="389211" h="509495">
                <a:moveTo>
                  <a:pt x="0" y="509495"/>
                </a:moveTo>
                <a:lnTo>
                  <a:pt x="389211" y="509495"/>
                </a:lnTo>
                <a:lnTo>
                  <a:pt x="389211" y="0"/>
                </a:lnTo>
                <a:lnTo>
                  <a:pt x="0" y="0"/>
                </a:lnTo>
                <a:lnTo>
                  <a:pt x="0" y="509495"/>
                </a:lnTo>
                <a:close/>
              </a:path>
            </a:pathLst>
          </a:custGeom>
          <a:solidFill>
            <a:srgbClr val="959595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63" name="object 263"/>
          <p:cNvSpPr/>
          <p:nvPr/>
        </p:nvSpPr>
        <p:spPr>
          <a:xfrm>
            <a:off x="4392509" y="5034201"/>
            <a:ext cx="401728" cy="509495"/>
          </a:xfrm>
          <a:custGeom>
            <a:avLst/>
            <a:gdLst/>
            <a:ahLst/>
            <a:cxnLst/>
            <a:rect l="l" t="t" r="r" b="b"/>
            <a:pathLst>
              <a:path w="401728" h="509495">
                <a:moveTo>
                  <a:pt x="0" y="509495"/>
                </a:moveTo>
                <a:lnTo>
                  <a:pt x="401728" y="509495"/>
                </a:lnTo>
                <a:lnTo>
                  <a:pt x="401728" y="0"/>
                </a:lnTo>
                <a:lnTo>
                  <a:pt x="0" y="0"/>
                </a:lnTo>
                <a:lnTo>
                  <a:pt x="0" y="509495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64" name="object 264"/>
          <p:cNvSpPr/>
          <p:nvPr/>
        </p:nvSpPr>
        <p:spPr>
          <a:xfrm>
            <a:off x="4781603" y="5034201"/>
            <a:ext cx="401728" cy="509495"/>
          </a:xfrm>
          <a:custGeom>
            <a:avLst/>
            <a:gdLst/>
            <a:ahLst/>
            <a:cxnLst/>
            <a:rect l="l" t="t" r="r" b="b"/>
            <a:pathLst>
              <a:path w="401728" h="509495">
                <a:moveTo>
                  <a:pt x="0" y="509495"/>
                </a:moveTo>
                <a:lnTo>
                  <a:pt x="401728" y="509495"/>
                </a:lnTo>
                <a:lnTo>
                  <a:pt x="401728" y="0"/>
                </a:lnTo>
                <a:lnTo>
                  <a:pt x="0" y="0"/>
                </a:lnTo>
                <a:lnTo>
                  <a:pt x="0" y="509495"/>
                </a:lnTo>
                <a:close/>
              </a:path>
            </a:pathLst>
          </a:custGeom>
          <a:solidFill>
            <a:srgbClr val="959595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65" name="object 265"/>
          <p:cNvSpPr/>
          <p:nvPr/>
        </p:nvSpPr>
        <p:spPr>
          <a:xfrm>
            <a:off x="5170864" y="5034201"/>
            <a:ext cx="376677" cy="509495"/>
          </a:xfrm>
          <a:custGeom>
            <a:avLst/>
            <a:gdLst/>
            <a:ahLst/>
            <a:cxnLst/>
            <a:rect l="l" t="t" r="r" b="b"/>
            <a:pathLst>
              <a:path w="376677" h="509495">
                <a:moveTo>
                  <a:pt x="0" y="509495"/>
                </a:moveTo>
                <a:lnTo>
                  <a:pt x="376677" y="509495"/>
                </a:lnTo>
                <a:lnTo>
                  <a:pt x="376677" y="0"/>
                </a:lnTo>
                <a:lnTo>
                  <a:pt x="0" y="0"/>
                </a:lnTo>
                <a:lnTo>
                  <a:pt x="0" y="509495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66" name="object 266"/>
          <p:cNvSpPr/>
          <p:nvPr/>
        </p:nvSpPr>
        <p:spPr>
          <a:xfrm>
            <a:off x="5534991" y="5034201"/>
            <a:ext cx="439314" cy="509495"/>
          </a:xfrm>
          <a:custGeom>
            <a:avLst/>
            <a:gdLst/>
            <a:ahLst/>
            <a:cxnLst/>
            <a:rect l="l" t="t" r="r" b="b"/>
            <a:pathLst>
              <a:path w="439314" h="509495">
                <a:moveTo>
                  <a:pt x="0" y="509495"/>
                </a:moveTo>
                <a:lnTo>
                  <a:pt x="439314" y="509495"/>
                </a:lnTo>
                <a:lnTo>
                  <a:pt x="439314" y="0"/>
                </a:lnTo>
                <a:lnTo>
                  <a:pt x="0" y="0"/>
                </a:lnTo>
                <a:lnTo>
                  <a:pt x="0" y="509495"/>
                </a:lnTo>
                <a:close/>
              </a:path>
            </a:pathLst>
          </a:custGeom>
          <a:solidFill>
            <a:srgbClr val="959595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67" name="object 267"/>
          <p:cNvSpPr/>
          <p:nvPr/>
        </p:nvSpPr>
        <p:spPr>
          <a:xfrm>
            <a:off x="5961788" y="5034201"/>
            <a:ext cx="401309" cy="509495"/>
          </a:xfrm>
          <a:custGeom>
            <a:avLst/>
            <a:gdLst/>
            <a:ahLst/>
            <a:cxnLst/>
            <a:rect l="l" t="t" r="r" b="b"/>
            <a:pathLst>
              <a:path w="401309" h="509495">
                <a:moveTo>
                  <a:pt x="0" y="509495"/>
                </a:moveTo>
                <a:lnTo>
                  <a:pt x="401309" y="509495"/>
                </a:lnTo>
                <a:lnTo>
                  <a:pt x="401309" y="0"/>
                </a:lnTo>
                <a:lnTo>
                  <a:pt x="0" y="0"/>
                </a:lnTo>
                <a:lnTo>
                  <a:pt x="0" y="509495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68" name="object 268"/>
          <p:cNvSpPr/>
          <p:nvPr/>
        </p:nvSpPr>
        <p:spPr>
          <a:xfrm>
            <a:off x="6350547" y="5034201"/>
            <a:ext cx="389211" cy="509495"/>
          </a:xfrm>
          <a:custGeom>
            <a:avLst/>
            <a:gdLst/>
            <a:ahLst/>
            <a:cxnLst/>
            <a:rect l="l" t="t" r="r" b="b"/>
            <a:pathLst>
              <a:path w="389211" h="509495">
                <a:moveTo>
                  <a:pt x="0" y="509495"/>
                </a:moveTo>
                <a:lnTo>
                  <a:pt x="389211" y="509495"/>
                </a:lnTo>
                <a:lnTo>
                  <a:pt x="389211" y="0"/>
                </a:lnTo>
                <a:lnTo>
                  <a:pt x="0" y="0"/>
                </a:lnTo>
                <a:lnTo>
                  <a:pt x="0" y="509495"/>
                </a:lnTo>
                <a:close/>
              </a:path>
            </a:pathLst>
          </a:custGeom>
          <a:solidFill>
            <a:srgbClr val="959595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69" name="object 269"/>
          <p:cNvSpPr/>
          <p:nvPr/>
        </p:nvSpPr>
        <p:spPr>
          <a:xfrm>
            <a:off x="6727241" y="5034201"/>
            <a:ext cx="389211" cy="509495"/>
          </a:xfrm>
          <a:custGeom>
            <a:avLst/>
            <a:gdLst/>
            <a:ahLst/>
            <a:cxnLst/>
            <a:rect l="l" t="t" r="r" b="b"/>
            <a:pathLst>
              <a:path w="389211" h="509495">
                <a:moveTo>
                  <a:pt x="0" y="509495"/>
                </a:moveTo>
                <a:lnTo>
                  <a:pt x="389211" y="509495"/>
                </a:lnTo>
                <a:lnTo>
                  <a:pt x="389211" y="0"/>
                </a:lnTo>
                <a:lnTo>
                  <a:pt x="0" y="0"/>
                </a:lnTo>
                <a:lnTo>
                  <a:pt x="0" y="509495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70" name="object 270"/>
          <p:cNvSpPr/>
          <p:nvPr/>
        </p:nvSpPr>
        <p:spPr>
          <a:xfrm>
            <a:off x="7103935" y="5034201"/>
            <a:ext cx="439314" cy="509495"/>
          </a:xfrm>
          <a:custGeom>
            <a:avLst/>
            <a:gdLst/>
            <a:ahLst/>
            <a:cxnLst/>
            <a:rect l="l" t="t" r="r" b="b"/>
            <a:pathLst>
              <a:path w="439314" h="509495">
                <a:moveTo>
                  <a:pt x="0" y="509495"/>
                </a:moveTo>
                <a:lnTo>
                  <a:pt x="439314" y="509495"/>
                </a:lnTo>
                <a:lnTo>
                  <a:pt x="439314" y="0"/>
                </a:lnTo>
                <a:lnTo>
                  <a:pt x="0" y="0"/>
                </a:lnTo>
                <a:lnTo>
                  <a:pt x="0" y="509495"/>
                </a:lnTo>
                <a:close/>
              </a:path>
            </a:pathLst>
          </a:custGeom>
          <a:solidFill>
            <a:srgbClr val="959595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71" name="object 271"/>
          <p:cNvSpPr/>
          <p:nvPr/>
        </p:nvSpPr>
        <p:spPr>
          <a:xfrm>
            <a:off x="7530732" y="5034201"/>
            <a:ext cx="401728" cy="509495"/>
          </a:xfrm>
          <a:custGeom>
            <a:avLst/>
            <a:gdLst/>
            <a:ahLst/>
            <a:cxnLst/>
            <a:rect l="l" t="t" r="r" b="b"/>
            <a:pathLst>
              <a:path w="401728" h="509495">
                <a:moveTo>
                  <a:pt x="0" y="509495"/>
                </a:moveTo>
                <a:lnTo>
                  <a:pt x="401728" y="509495"/>
                </a:lnTo>
                <a:lnTo>
                  <a:pt x="401728" y="0"/>
                </a:lnTo>
                <a:lnTo>
                  <a:pt x="0" y="0"/>
                </a:lnTo>
                <a:lnTo>
                  <a:pt x="0" y="509495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72" name="object 272"/>
          <p:cNvSpPr/>
          <p:nvPr/>
        </p:nvSpPr>
        <p:spPr>
          <a:xfrm>
            <a:off x="1643379" y="5532177"/>
            <a:ext cx="6289014" cy="266661"/>
          </a:xfrm>
          <a:custGeom>
            <a:avLst/>
            <a:gdLst/>
            <a:ahLst/>
            <a:cxnLst/>
            <a:rect l="l" t="t" r="r" b="b"/>
            <a:pathLst>
              <a:path w="6289014" h="266661">
                <a:moveTo>
                  <a:pt x="0" y="266661"/>
                </a:moveTo>
                <a:lnTo>
                  <a:pt x="6289014" y="266661"/>
                </a:lnTo>
                <a:lnTo>
                  <a:pt x="6289014" y="0"/>
                </a:lnTo>
                <a:lnTo>
                  <a:pt x="0" y="0"/>
                </a:lnTo>
                <a:lnTo>
                  <a:pt x="0" y="266661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73" name="object 273"/>
          <p:cNvSpPr/>
          <p:nvPr/>
        </p:nvSpPr>
        <p:spPr>
          <a:xfrm>
            <a:off x="1643379" y="5787310"/>
            <a:ext cx="414262" cy="509495"/>
          </a:xfrm>
          <a:custGeom>
            <a:avLst/>
            <a:gdLst/>
            <a:ahLst/>
            <a:cxnLst/>
            <a:rect l="l" t="t" r="r" b="b"/>
            <a:pathLst>
              <a:path w="414262" h="509495">
                <a:moveTo>
                  <a:pt x="0" y="509495"/>
                </a:moveTo>
                <a:lnTo>
                  <a:pt x="414262" y="509495"/>
                </a:lnTo>
                <a:lnTo>
                  <a:pt x="414262" y="0"/>
                </a:lnTo>
                <a:lnTo>
                  <a:pt x="0" y="0"/>
                </a:lnTo>
                <a:lnTo>
                  <a:pt x="0" y="509495"/>
                </a:lnTo>
                <a:close/>
              </a:path>
            </a:pathLst>
          </a:custGeom>
          <a:solidFill>
            <a:srgbClr val="959595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74" name="object 274"/>
          <p:cNvSpPr/>
          <p:nvPr/>
        </p:nvSpPr>
        <p:spPr>
          <a:xfrm>
            <a:off x="2045108" y="5787310"/>
            <a:ext cx="401728" cy="509495"/>
          </a:xfrm>
          <a:custGeom>
            <a:avLst/>
            <a:gdLst/>
            <a:ahLst/>
            <a:cxnLst/>
            <a:rect l="l" t="t" r="r" b="b"/>
            <a:pathLst>
              <a:path w="401728" h="509495">
                <a:moveTo>
                  <a:pt x="0" y="509495"/>
                </a:moveTo>
                <a:lnTo>
                  <a:pt x="401728" y="509495"/>
                </a:lnTo>
                <a:lnTo>
                  <a:pt x="401728" y="0"/>
                </a:lnTo>
                <a:lnTo>
                  <a:pt x="0" y="0"/>
                </a:lnTo>
                <a:lnTo>
                  <a:pt x="0" y="509495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75" name="object 275"/>
          <p:cNvSpPr/>
          <p:nvPr/>
        </p:nvSpPr>
        <p:spPr>
          <a:xfrm>
            <a:off x="2434320" y="5787310"/>
            <a:ext cx="401728" cy="509495"/>
          </a:xfrm>
          <a:custGeom>
            <a:avLst/>
            <a:gdLst/>
            <a:ahLst/>
            <a:cxnLst/>
            <a:rect l="l" t="t" r="r" b="b"/>
            <a:pathLst>
              <a:path w="401728" h="509495">
                <a:moveTo>
                  <a:pt x="0" y="509495"/>
                </a:moveTo>
                <a:lnTo>
                  <a:pt x="401728" y="509495"/>
                </a:lnTo>
                <a:lnTo>
                  <a:pt x="401728" y="0"/>
                </a:lnTo>
                <a:lnTo>
                  <a:pt x="0" y="0"/>
                </a:lnTo>
                <a:lnTo>
                  <a:pt x="0" y="509495"/>
                </a:lnTo>
                <a:close/>
              </a:path>
            </a:pathLst>
          </a:custGeom>
          <a:solidFill>
            <a:srgbClr val="959595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76" name="object 276"/>
          <p:cNvSpPr/>
          <p:nvPr/>
        </p:nvSpPr>
        <p:spPr>
          <a:xfrm>
            <a:off x="2823514" y="5787310"/>
            <a:ext cx="388792" cy="509495"/>
          </a:xfrm>
          <a:custGeom>
            <a:avLst/>
            <a:gdLst/>
            <a:ahLst/>
            <a:cxnLst/>
            <a:rect l="l" t="t" r="r" b="b"/>
            <a:pathLst>
              <a:path w="388792" h="509495">
                <a:moveTo>
                  <a:pt x="0" y="509495"/>
                </a:moveTo>
                <a:lnTo>
                  <a:pt x="388792" y="509495"/>
                </a:lnTo>
                <a:lnTo>
                  <a:pt x="388792" y="0"/>
                </a:lnTo>
                <a:lnTo>
                  <a:pt x="0" y="0"/>
                </a:lnTo>
                <a:lnTo>
                  <a:pt x="0" y="509495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77" name="object 277"/>
          <p:cNvSpPr/>
          <p:nvPr/>
        </p:nvSpPr>
        <p:spPr>
          <a:xfrm>
            <a:off x="3199789" y="5787310"/>
            <a:ext cx="439733" cy="509495"/>
          </a:xfrm>
          <a:custGeom>
            <a:avLst/>
            <a:gdLst/>
            <a:ahLst/>
            <a:cxnLst/>
            <a:rect l="l" t="t" r="r" b="b"/>
            <a:pathLst>
              <a:path w="439733" h="509495">
                <a:moveTo>
                  <a:pt x="0" y="509495"/>
                </a:moveTo>
                <a:lnTo>
                  <a:pt x="439733" y="509495"/>
                </a:lnTo>
                <a:lnTo>
                  <a:pt x="439733" y="0"/>
                </a:lnTo>
                <a:lnTo>
                  <a:pt x="0" y="0"/>
                </a:lnTo>
                <a:lnTo>
                  <a:pt x="0" y="509495"/>
                </a:lnTo>
                <a:close/>
              </a:path>
            </a:pathLst>
          </a:custGeom>
          <a:solidFill>
            <a:srgbClr val="959595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78" name="object 278"/>
          <p:cNvSpPr/>
          <p:nvPr/>
        </p:nvSpPr>
        <p:spPr>
          <a:xfrm>
            <a:off x="3626553" y="5787310"/>
            <a:ext cx="401728" cy="509495"/>
          </a:xfrm>
          <a:custGeom>
            <a:avLst/>
            <a:gdLst/>
            <a:ahLst/>
            <a:cxnLst/>
            <a:rect l="l" t="t" r="r" b="b"/>
            <a:pathLst>
              <a:path w="401728" h="509495">
                <a:moveTo>
                  <a:pt x="0" y="509495"/>
                </a:moveTo>
                <a:lnTo>
                  <a:pt x="401728" y="509495"/>
                </a:lnTo>
                <a:lnTo>
                  <a:pt x="401728" y="0"/>
                </a:lnTo>
                <a:lnTo>
                  <a:pt x="0" y="0"/>
                </a:lnTo>
                <a:lnTo>
                  <a:pt x="0" y="509495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79" name="object 279"/>
          <p:cNvSpPr/>
          <p:nvPr/>
        </p:nvSpPr>
        <p:spPr>
          <a:xfrm>
            <a:off x="4015815" y="5787310"/>
            <a:ext cx="389211" cy="509495"/>
          </a:xfrm>
          <a:custGeom>
            <a:avLst/>
            <a:gdLst/>
            <a:ahLst/>
            <a:cxnLst/>
            <a:rect l="l" t="t" r="r" b="b"/>
            <a:pathLst>
              <a:path w="389211" h="509495">
                <a:moveTo>
                  <a:pt x="0" y="509495"/>
                </a:moveTo>
                <a:lnTo>
                  <a:pt x="389211" y="509495"/>
                </a:lnTo>
                <a:lnTo>
                  <a:pt x="389211" y="0"/>
                </a:lnTo>
                <a:lnTo>
                  <a:pt x="0" y="0"/>
                </a:lnTo>
                <a:lnTo>
                  <a:pt x="0" y="509495"/>
                </a:lnTo>
                <a:close/>
              </a:path>
            </a:pathLst>
          </a:custGeom>
          <a:solidFill>
            <a:srgbClr val="959595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80" name="object 280"/>
          <p:cNvSpPr/>
          <p:nvPr/>
        </p:nvSpPr>
        <p:spPr>
          <a:xfrm>
            <a:off x="4392509" y="5787310"/>
            <a:ext cx="401728" cy="509495"/>
          </a:xfrm>
          <a:custGeom>
            <a:avLst/>
            <a:gdLst/>
            <a:ahLst/>
            <a:cxnLst/>
            <a:rect l="l" t="t" r="r" b="b"/>
            <a:pathLst>
              <a:path w="401728" h="509495">
                <a:moveTo>
                  <a:pt x="0" y="509495"/>
                </a:moveTo>
                <a:lnTo>
                  <a:pt x="401728" y="509495"/>
                </a:lnTo>
                <a:lnTo>
                  <a:pt x="401728" y="0"/>
                </a:lnTo>
                <a:lnTo>
                  <a:pt x="0" y="0"/>
                </a:lnTo>
                <a:lnTo>
                  <a:pt x="0" y="509495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81" name="object 281"/>
          <p:cNvSpPr/>
          <p:nvPr/>
        </p:nvSpPr>
        <p:spPr>
          <a:xfrm>
            <a:off x="4781603" y="5787310"/>
            <a:ext cx="401728" cy="509495"/>
          </a:xfrm>
          <a:custGeom>
            <a:avLst/>
            <a:gdLst/>
            <a:ahLst/>
            <a:cxnLst/>
            <a:rect l="l" t="t" r="r" b="b"/>
            <a:pathLst>
              <a:path w="401728" h="509495">
                <a:moveTo>
                  <a:pt x="0" y="509495"/>
                </a:moveTo>
                <a:lnTo>
                  <a:pt x="401728" y="509495"/>
                </a:lnTo>
                <a:lnTo>
                  <a:pt x="401728" y="0"/>
                </a:lnTo>
                <a:lnTo>
                  <a:pt x="0" y="0"/>
                </a:lnTo>
                <a:lnTo>
                  <a:pt x="0" y="509495"/>
                </a:lnTo>
                <a:close/>
              </a:path>
            </a:pathLst>
          </a:custGeom>
          <a:solidFill>
            <a:srgbClr val="959595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82" name="object 282"/>
          <p:cNvSpPr/>
          <p:nvPr/>
        </p:nvSpPr>
        <p:spPr>
          <a:xfrm>
            <a:off x="5170864" y="5787310"/>
            <a:ext cx="376677" cy="509495"/>
          </a:xfrm>
          <a:custGeom>
            <a:avLst/>
            <a:gdLst/>
            <a:ahLst/>
            <a:cxnLst/>
            <a:rect l="l" t="t" r="r" b="b"/>
            <a:pathLst>
              <a:path w="376677" h="509495">
                <a:moveTo>
                  <a:pt x="0" y="509495"/>
                </a:moveTo>
                <a:lnTo>
                  <a:pt x="376677" y="509495"/>
                </a:lnTo>
                <a:lnTo>
                  <a:pt x="376677" y="0"/>
                </a:lnTo>
                <a:lnTo>
                  <a:pt x="0" y="0"/>
                </a:lnTo>
                <a:lnTo>
                  <a:pt x="0" y="509495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83" name="object 283"/>
          <p:cNvSpPr/>
          <p:nvPr/>
        </p:nvSpPr>
        <p:spPr>
          <a:xfrm>
            <a:off x="5534991" y="5787310"/>
            <a:ext cx="439314" cy="509495"/>
          </a:xfrm>
          <a:custGeom>
            <a:avLst/>
            <a:gdLst/>
            <a:ahLst/>
            <a:cxnLst/>
            <a:rect l="l" t="t" r="r" b="b"/>
            <a:pathLst>
              <a:path w="439314" h="509495">
                <a:moveTo>
                  <a:pt x="0" y="509495"/>
                </a:moveTo>
                <a:lnTo>
                  <a:pt x="439314" y="509495"/>
                </a:lnTo>
                <a:lnTo>
                  <a:pt x="439314" y="0"/>
                </a:lnTo>
                <a:lnTo>
                  <a:pt x="0" y="0"/>
                </a:lnTo>
                <a:lnTo>
                  <a:pt x="0" y="509495"/>
                </a:lnTo>
                <a:close/>
              </a:path>
            </a:pathLst>
          </a:custGeom>
          <a:solidFill>
            <a:srgbClr val="959595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84" name="object 284"/>
          <p:cNvSpPr/>
          <p:nvPr/>
        </p:nvSpPr>
        <p:spPr>
          <a:xfrm>
            <a:off x="5961788" y="5787310"/>
            <a:ext cx="401309" cy="509495"/>
          </a:xfrm>
          <a:custGeom>
            <a:avLst/>
            <a:gdLst/>
            <a:ahLst/>
            <a:cxnLst/>
            <a:rect l="l" t="t" r="r" b="b"/>
            <a:pathLst>
              <a:path w="401309" h="509495">
                <a:moveTo>
                  <a:pt x="0" y="509495"/>
                </a:moveTo>
                <a:lnTo>
                  <a:pt x="401309" y="509495"/>
                </a:lnTo>
                <a:lnTo>
                  <a:pt x="401309" y="0"/>
                </a:lnTo>
                <a:lnTo>
                  <a:pt x="0" y="0"/>
                </a:lnTo>
                <a:lnTo>
                  <a:pt x="0" y="509495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85" name="object 285"/>
          <p:cNvSpPr/>
          <p:nvPr/>
        </p:nvSpPr>
        <p:spPr>
          <a:xfrm>
            <a:off x="6350547" y="5787310"/>
            <a:ext cx="389211" cy="509495"/>
          </a:xfrm>
          <a:custGeom>
            <a:avLst/>
            <a:gdLst/>
            <a:ahLst/>
            <a:cxnLst/>
            <a:rect l="l" t="t" r="r" b="b"/>
            <a:pathLst>
              <a:path w="389211" h="509495">
                <a:moveTo>
                  <a:pt x="0" y="509495"/>
                </a:moveTo>
                <a:lnTo>
                  <a:pt x="389211" y="509495"/>
                </a:lnTo>
                <a:lnTo>
                  <a:pt x="389211" y="0"/>
                </a:lnTo>
                <a:lnTo>
                  <a:pt x="0" y="0"/>
                </a:lnTo>
                <a:lnTo>
                  <a:pt x="0" y="509495"/>
                </a:lnTo>
                <a:close/>
              </a:path>
            </a:pathLst>
          </a:custGeom>
          <a:solidFill>
            <a:srgbClr val="959595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86" name="object 286"/>
          <p:cNvSpPr/>
          <p:nvPr/>
        </p:nvSpPr>
        <p:spPr>
          <a:xfrm>
            <a:off x="6727241" y="5787310"/>
            <a:ext cx="389211" cy="509495"/>
          </a:xfrm>
          <a:custGeom>
            <a:avLst/>
            <a:gdLst/>
            <a:ahLst/>
            <a:cxnLst/>
            <a:rect l="l" t="t" r="r" b="b"/>
            <a:pathLst>
              <a:path w="389211" h="509495">
                <a:moveTo>
                  <a:pt x="0" y="509495"/>
                </a:moveTo>
                <a:lnTo>
                  <a:pt x="389211" y="509495"/>
                </a:lnTo>
                <a:lnTo>
                  <a:pt x="389211" y="0"/>
                </a:lnTo>
                <a:lnTo>
                  <a:pt x="0" y="0"/>
                </a:lnTo>
                <a:lnTo>
                  <a:pt x="0" y="509495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87" name="object 287"/>
          <p:cNvSpPr/>
          <p:nvPr/>
        </p:nvSpPr>
        <p:spPr>
          <a:xfrm>
            <a:off x="7103935" y="5787310"/>
            <a:ext cx="439314" cy="509495"/>
          </a:xfrm>
          <a:custGeom>
            <a:avLst/>
            <a:gdLst/>
            <a:ahLst/>
            <a:cxnLst/>
            <a:rect l="l" t="t" r="r" b="b"/>
            <a:pathLst>
              <a:path w="439314" h="509495">
                <a:moveTo>
                  <a:pt x="0" y="509495"/>
                </a:moveTo>
                <a:lnTo>
                  <a:pt x="439314" y="509495"/>
                </a:lnTo>
                <a:lnTo>
                  <a:pt x="439314" y="0"/>
                </a:lnTo>
                <a:lnTo>
                  <a:pt x="0" y="0"/>
                </a:lnTo>
                <a:lnTo>
                  <a:pt x="0" y="509495"/>
                </a:lnTo>
                <a:close/>
              </a:path>
            </a:pathLst>
          </a:custGeom>
          <a:solidFill>
            <a:srgbClr val="959595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88" name="object 288"/>
          <p:cNvSpPr/>
          <p:nvPr/>
        </p:nvSpPr>
        <p:spPr>
          <a:xfrm>
            <a:off x="7530732" y="5787310"/>
            <a:ext cx="401728" cy="509495"/>
          </a:xfrm>
          <a:custGeom>
            <a:avLst/>
            <a:gdLst/>
            <a:ahLst/>
            <a:cxnLst/>
            <a:rect l="l" t="t" r="r" b="b"/>
            <a:pathLst>
              <a:path w="401728" h="509495">
                <a:moveTo>
                  <a:pt x="0" y="509495"/>
                </a:moveTo>
                <a:lnTo>
                  <a:pt x="401728" y="509495"/>
                </a:lnTo>
                <a:lnTo>
                  <a:pt x="401728" y="0"/>
                </a:lnTo>
                <a:lnTo>
                  <a:pt x="0" y="0"/>
                </a:lnTo>
                <a:lnTo>
                  <a:pt x="0" y="509495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89" name="object 289"/>
          <p:cNvSpPr/>
          <p:nvPr/>
        </p:nvSpPr>
        <p:spPr>
          <a:xfrm>
            <a:off x="1655907" y="4025889"/>
            <a:ext cx="6276613" cy="0"/>
          </a:xfrm>
          <a:custGeom>
            <a:avLst/>
            <a:gdLst/>
            <a:ahLst/>
            <a:cxnLst/>
            <a:rect l="l" t="t" r="r" b="b"/>
            <a:pathLst>
              <a:path w="6276613" h="0">
                <a:moveTo>
                  <a:pt x="0" y="0"/>
                </a:moveTo>
                <a:lnTo>
                  <a:pt x="6276613" y="0"/>
                </a:lnTo>
              </a:path>
            </a:pathLst>
          </a:custGeom>
          <a:ln w="2432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90" name="object 290"/>
          <p:cNvSpPr/>
          <p:nvPr/>
        </p:nvSpPr>
        <p:spPr>
          <a:xfrm>
            <a:off x="1655907" y="4280962"/>
            <a:ext cx="6276613" cy="0"/>
          </a:xfrm>
          <a:custGeom>
            <a:avLst/>
            <a:gdLst/>
            <a:ahLst/>
            <a:cxnLst/>
            <a:rect l="l" t="t" r="r" b="b"/>
            <a:pathLst>
              <a:path w="6276613" h="0">
                <a:moveTo>
                  <a:pt x="0" y="0"/>
                </a:moveTo>
                <a:lnTo>
                  <a:pt x="6276613" y="0"/>
                </a:lnTo>
              </a:path>
            </a:pathLst>
          </a:custGeom>
          <a:ln w="2470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91" name="object 291"/>
          <p:cNvSpPr/>
          <p:nvPr/>
        </p:nvSpPr>
        <p:spPr>
          <a:xfrm>
            <a:off x="1662172" y="4530033"/>
            <a:ext cx="6239053" cy="0"/>
          </a:xfrm>
          <a:custGeom>
            <a:avLst/>
            <a:gdLst/>
            <a:ahLst/>
            <a:cxnLst/>
            <a:rect l="l" t="t" r="r" b="b"/>
            <a:pathLst>
              <a:path w="6239053" h="0">
                <a:moveTo>
                  <a:pt x="0" y="0"/>
                </a:moveTo>
                <a:lnTo>
                  <a:pt x="6239053" y="0"/>
                </a:lnTo>
              </a:path>
            </a:pathLst>
          </a:custGeom>
          <a:ln w="1154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92" name="object 292"/>
          <p:cNvSpPr/>
          <p:nvPr/>
        </p:nvSpPr>
        <p:spPr>
          <a:xfrm>
            <a:off x="1655907" y="4530138"/>
            <a:ext cx="6251478" cy="0"/>
          </a:xfrm>
          <a:custGeom>
            <a:avLst/>
            <a:gdLst/>
            <a:ahLst/>
            <a:cxnLst/>
            <a:rect l="l" t="t" r="r" b="b"/>
            <a:pathLst>
              <a:path w="6251478" h="0">
                <a:moveTo>
                  <a:pt x="0" y="0"/>
                </a:moveTo>
                <a:lnTo>
                  <a:pt x="6251478" y="0"/>
                </a:lnTo>
              </a:path>
            </a:pathLst>
          </a:custGeom>
          <a:ln w="1279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93" name="object 293"/>
          <p:cNvSpPr/>
          <p:nvPr/>
        </p:nvSpPr>
        <p:spPr>
          <a:xfrm>
            <a:off x="7110135" y="4298395"/>
            <a:ext cx="0" cy="463368"/>
          </a:xfrm>
          <a:custGeom>
            <a:avLst/>
            <a:gdLst/>
            <a:ahLst/>
            <a:cxnLst/>
            <a:rect l="l" t="t" r="r" b="b"/>
            <a:pathLst>
              <a:path w="0" h="463368">
                <a:moveTo>
                  <a:pt x="0" y="0"/>
                </a:moveTo>
                <a:lnTo>
                  <a:pt x="0" y="463368"/>
                </a:lnTo>
              </a:path>
            </a:pathLst>
          </a:custGeom>
          <a:ln w="1252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94" name="object 294"/>
          <p:cNvSpPr/>
          <p:nvPr/>
        </p:nvSpPr>
        <p:spPr>
          <a:xfrm>
            <a:off x="7110199" y="4292620"/>
            <a:ext cx="0" cy="474919"/>
          </a:xfrm>
          <a:custGeom>
            <a:avLst/>
            <a:gdLst/>
            <a:ahLst/>
            <a:cxnLst/>
            <a:rect l="l" t="t" r="r" b="b"/>
            <a:pathLst>
              <a:path w="0" h="474919">
                <a:moveTo>
                  <a:pt x="0" y="0"/>
                </a:moveTo>
                <a:lnTo>
                  <a:pt x="0" y="474919"/>
                </a:lnTo>
              </a:path>
            </a:pathLst>
          </a:custGeom>
          <a:ln w="1379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95" name="object 295"/>
          <p:cNvSpPr/>
          <p:nvPr/>
        </p:nvSpPr>
        <p:spPr>
          <a:xfrm>
            <a:off x="1655907" y="4779053"/>
            <a:ext cx="6276613" cy="0"/>
          </a:xfrm>
          <a:custGeom>
            <a:avLst/>
            <a:gdLst/>
            <a:ahLst/>
            <a:cxnLst/>
            <a:rect l="l" t="t" r="r" b="b"/>
            <a:pathLst>
              <a:path w="6276613" h="0">
                <a:moveTo>
                  <a:pt x="0" y="0"/>
                </a:moveTo>
                <a:lnTo>
                  <a:pt x="6276613" y="0"/>
                </a:lnTo>
              </a:path>
            </a:pathLst>
          </a:custGeom>
          <a:ln w="2432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96" name="object 296"/>
          <p:cNvSpPr/>
          <p:nvPr/>
        </p:nvSpPr>
        <p:spPr>
          <a:xfrm>
            <a:off x="2051375" y="4298395"/>
            <a:ext cx="0" cy="463368"/>
          </a:xfrm>
          <a:custGeom>
            <a:avLst/>
            <a:gdLst/>
            <a:ahLst/>
            <a:cxnLst/>
            <a:rect l="l" t="t" r="r" b="b"/>
            <a:pathLst>
              <a:path w="0" h="463368">
                <a:moveTo>
                  <a:pt x="0" y="0"/>
                </a:moveTo>
                <a:lnTo>
                  <a:pt x="0" y="463368"/>
                </a:lnTo>
              </a:path>
            </a:pathLst>
          </a:custGeom>
          <a:ln w="1252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97" name="object 297"/>
          <p:cNvSpPr/>
          <p:nvPr/>
        </p:nvSpPr>
        <p:spPr>
          <a:xfrm>
            <a:off x="2051372" y="4292620"/>
            <a:ext cx="0" cy="474919"/>
          </a:xfrm>
          <a:custGeom>
            <a:avLst/>
            <a:gdLst/>
            <a:ahLst/>
            <a:cxnLst/>
            <a:rect l="l" t="t" r="r" b="b"/>
            <a:pathLst>
              <a:path w="0" h="474919">
                <a:moveTo>
                  <a:pt x="0" y="0"/>
                </a:moveTo>
                <a:lnTo>
                  <a:pt x="0" y="474919"/>
                </a:lnTo>
              </a:path>
            </a:pathLst>
          </a:custGeom>
          <a:ln w="1379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98" name="object 298"/>
          <p:cNvSpPr/>
          <p:nvPr/>
        </p:nvSpPr>
        <p:spPr>
          <a:xfrm>
            <a:off x="2440587" y="4298395"/>
            <a:ext cx="0" cy="463368"/>
          </a:xfrm>
          <a:custGeom>
            <a:avLst/>
            <a:gdLst/>
            <a:ahLst/>
            <a:cxnLst/>
            <a:rect l="l" t="t" r="r" b="b"/>
            <a:pathLst>
              <a:path w="0" h="463368">
                <a:moveTo>
                  <a:pt x="0" y="0"/>
                </a:moveTo>
                <a:lnTo>
                  <a:pt x="0" y="463368"/>
                </a:lnTo>
              </a:path>
            </a:pathLst>
          </a:custGeom>
          <a:ln w="1252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99" name="object 299"/>
          <p:cNvSpPr/>
          <p:nvPr/>
        </p:nvSpPr>
        <p:spPr>
          <a:xfrm>
            <a:off x="2440584" y="4292620"/>
            <a:ext cx="0" cy="474919"/>
          </a:xfrm>
          <a:custGeom>
            <a:avLst/>
            <a:gdLst/>
            <a:ahLst/>
            <a:cxnLst/>
            <a:rect l="l" t="t" r="r" b="b"/>
            <a:pathLst>
              <a:path w="0" h="474919">
                <a:moveTo>
                  <a:pt x="0" y="0"/>
                </a:moveTo>
                <a:lnTo>
                  <a:pt x="0" y="474919"/>
                </a:lnTo>
              </a:path>
            </a:pathLst>
          </a:custGeom>
          <a:ln w="1379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00" name="object 300"/>
          <p:cNvSpPr/>
          <p:nvPr/>
        </p:nvSpPr>
        <p:spPr>
          <a:xfrm>
            <a:off x="2829781" y="4298395"/>
            <a:ext cx="0" cy="463368"/>
          </a:xfrm>
          <a:custGeom>
            <a:avLst/>
            <a:gdLst/>
            <a:ahLst/>
            <a:cxnLst/>
            <a:rect l="l" t="t" r="r" b="b"/>
            <a:pathLst>
              <a:path w="0" h="463368">
                <a:moveTo>
                  <a:pt x="0" y="0"/>
                </a:moveTo>
                <a:lnTo>
                  <a:pt x="0" y="463368"/>
                </a:lnTo>
              </a:path>
            </a:pathLst>
          </a:custGeom>
          <a:ln w="1252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01" name="object 301"/>
          <p:cNvSpPr/>
          <p:nvPr/>
        </p:nvSpPr>
        <p:spPr>
          <a:xfrm>
            <a:off x="2829778" y="4292620"/>
            <a:ext cx="0" cy="474919"/>
          </a:xfrm>
          <a:custGeom>
            <a:avLst/>
            <a:gdLst/>
            <a:ahLst/>
            <a:cxnLst/>
            <a:rect l="l" t="t" r="r" b="b"/>
            <a:pathLst>
              <a:path w="0" h="474919">
                <a:moveTo>
                  <a:pt x="0" y="0"/>
                </a:moveTo>
                <a:lnTo>
                  <a:pt x="0" y="474919"/>
                </a:lnTo>
              </a:path>
            </a:pathLst>
          </a:custGeom>
          <a:ln w="1379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02" name="object 302"/>
          <p:cNvSpPr/>
          <p:nvPr/>
        </p:nvSpPr>
        <p:spPr>
          <a:xfrm>
            <a:off x="3206040" y="4298395"/>
            <a:ext cx="0" cy="463368"/>
          </a:xfrm>
          <a:custGeom>
            <a:avLst/>
            <a:gdLst/>
            <a:ahLst/>
            <a:cxnLst/>
            <a:rect l="l" t="t" r="r" b="b"/>
            <a:pathLst>
              <a:path w="0" h="463368">
                <a:moveTo>
                  <a:pt x="0" y="0"/>
                </a:moveTo>
                <a:lnTo>
                  <a:pt x="0" y="463368"/>
                </a:lnTo>
              </a:path>
            </a:pathLst>
          </a:custGeom>
          <a:ln w="1252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03" name="object 303"/>
          <p:cNvSpPr/>
          <p:nvPr/>
        </p:nvSpPr>
        <p:spPr>
          <a:xfrm>
            <a:off x="3206053" y="4292620"/>
            <a:ext cx="0" cy="474919"/>
          </a:xfrm>
          <a:custGeom>
            <a:avLst/>
            <a:gdLst/>
            <a:ahLst/>
            <a:cxnLst/>
            <a:rect l="l" t="t" r="r" b="b"/>
            <a:pathLst>
              <a:path w="0" h="474919">
                <a:moveTo>
                  <a:pt x="0" y="0"/>
                </a:moveTo>
                <a:lnTo>
                  <a:pt x="0" y="474919"/>
                </a:lnTo>
              </a:path>
            </a:pathLst>
          </a:custGeom>
          <a:ln w="1379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04" name="object 304"/>
          <p:cNvSpPr/>
          <p:nvPr/>
        </p:nvSpPr>
        <p:spPr>
          <a:xfrm>
            <a:off x="3632753" y="4298395"/>
            <a:ext cx="0" cy="463368"/>
          </a:xfrm>
          <a:custGeom>
            <a:avLst/>
            <a:gdLst/>
            <a:ahLst/>
            <a:cxnLst/>
            <a:rect l="l" t="t" r="r" b="b"/>
            <a:pathLst>
              <a:path w="0" h="463368">
                <a:moveTo>
                  <a:pt x="0" y="0"/>
                </a:moveTo>
                <a:lnTo>
                  <a:pt x="0" y="463368"/>
                </a:lnTo>
              </a:path>
            </a:pathLst>
          </a:custGeom>
          <a:ln w="1252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05" name="object 305"/>
          <p:cNvSpPr/>
          <p:nvPr/>
        </p:nvSpPr>
        <p:spPr>
          <a:xfrm>
            <a:off x="3633026" y="4292620"/>
            <a:ext cx="0" cy="474919"/>
          </a:xfrm>
          <a:custGeom>
            <a:avLst/>
            <a:gdLst/>
            <a:ahLst/>
            <a:cxnLst/>
            <a:rect l="l" t="t" r="r" b="b"/>
            <a:pathLst>
              <a:path w="0" h="474919">
                <a:moveTo>
                  <a:pt x="0" y="0"/>
                </a:moveTo>
                <a:lnTo>
                  <a:pt x="0" y="474919"/>
                </a:lnTo>
              </a:path>
            </a:pathLst>
          </a:custGeom>
          <a:ln w="1421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06" name="object 306"/>
          <p:cNvSpPr/>
          <p:nvPr/>
        </p:nvSpPr>
        <p:spPr>
          <a:xfrm>
            <a:off x="4022014" y="4298395"/>
            <a:ext cx="0" cy="463368"/>
          </a:xfrm>
          <a:custGeom>
            <a:avLst/>
            <a:gdLst/>
            <a:ahLst/>
            <a:cxnLst/>
            <a:rect l="l" t="t" r="r" b="b"/>
            <a:pathLst>
              <a:path w="0" h="463368">
                <a:moveTo>
                  <a:pt x="0" y="0"/>
                </a:moveTo>
                <a:lnTo>
                  <a:pt x="0" y="463368"/>
                </a:lnTo>
              </a:path>
            </a:pathLst>
          </a:custGeom>
          <a:ln w="1252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07" name="object 307"/>
          <p:cNvSpPr/>
          <p:nvPr/>
        </p:nvSpPr>
        <p:spPr>
          <a:xfrm>
            <a:off x="4022078" y="4292620"/>
            <a:ext cx="0" cy="474919"/>
          </a:xfrm>
          <a:custGeom>
            <a:avLst/>
            <a:gdLst/>
            <a:ahLst/>
            <a:cxnLst/>
            <a:rect l="l" t="t" r="r" b="b"/>
            <a:pathLst>
              <a:path w="0" h="474919">
                <a:moveTo>
                  <a:pt x="0" y="0"/>
                </a:moveTo>
                <a:lnTo>
                  <a:pt x="0" y="474919"/>
                </a:lnTo>
              </a:path>
            </a:pathLst>
          </a:custGeom>
          <a:ln w="1379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08" name="object 308"/>
          <p:cNvSpPr/>
          <p:nvPr/>
        </p:nvSpPr>
        <p:spPr>
          <a:xfrm>
            <a:off x="4398708" y="4298395"/>
            <a:ext cx="0" cy="463368"/>
          </a:xfrm>
          <a:custGeom>
            <a:avLst/>
            <a:gdLst/>
            <a:ahLst/>
            <a:cxnLst/>
            <a:rect l="l" t="t" r="r" b="b"/>
            <a:pathLst>
              <a:path w="0" h="463368">
                <a:moveTo>
                  <a:pt x="0" y="0"/>
                </a:moveTo>
                <a:lnTo>
                  <a:pt x="0" y="463368"/>
                </a:lnTo>
              </a:path>
            </a:pathLst>
          </a:custGeom>
          <a:ln w="1252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09" name="object 309"/>
          <p:cNvSpPr/>
          <p:nvPr/>
        </p:nvSpPr>
        <p:spPr>
          <a:xfrm>
            <a:off x="4398772" y="4292620"/>
            <a:ext cx="0" cy="474919"/>
          </a:xfrm>
          <a:custGeom>
            <a:avLst/>
            <a:gdLst/>
            <a:ahLst/>
            <a:cxnLst/>
            <a:rect l="l" t="t" r="r" b="b"/>
            <a:pathLst>
              <a:path w="0" h="474919">
                <a:moveTo>
                  <a:pt x="0" y="0"/>
                </a:moveTo>
                <a:lnTo>
                  <a:pt x="0" y="474919"/>
                </a:lnTo>
              </a:path>
            </a:pathLst>
          </a:custGeom>
          <a:ln w="1379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10" name="object 310"/>
          <p:cNvSpPr/>
          <p:nvPr/>
        </p:nvSpPr>
        <p:spPr>
          <a:xfrm>
            <a:off x="4787970" y="4298395"/>
            <a:ext cx="0" cy="463368"/>
          </a:xfrm>
          <a:custGeom>
            <a:avLst/>
            <a:gdLst/>
            <a:ahLst/>
            <a:cxnLst/>
            <a:rect l="l" t="t" r="r" b="b"/>
            <a:pathLst>
              <a:path w="0" h="463368">
                <a:moveTo>
                  <a:pt x="0" y="0"/>
                </a:moveTo>
                <a:lnTo>
                  <a:pt x="0" y="463368"/>
                </a:lnTo>
              </a:path>
            </a:pathLst>
          </a:custGeom>
          <a:ln w="1252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11" name="object 311"/>
          <p:cNvSpPr/>
          <p:nvPr/>
        </p:nvSpPr>
        <p:spPr>
          <a:xfrm>
            <a:off x="4787867" y="4292620"/>
            <a:ext cx="0" cy="474919"/>
          </a:xfrm>
          <a:custGeom>
            <a:avLst/>
            <a:gdLst/>
            <a:ahLst/>
            <a:cxnLst/>
            <a:rect l="l" t="t" r="r" b="b"/>
            <a:pathLst>
              <a:path w="0" h="474919">
                <a:moveTo>
                  <a:pt x="0" y="0"/>
                </a:moveTo>
                <a:lnTo>
                  <a:pt x="0" y="474919"/>
                </a:lnTo>
              </a:path>
            </a:pathLst>
          </a:custGeom>
          <a:ln w="1379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12" name="object 312"/>
          <p:cNvSpPr/>
          <p:nvPr/>
        </p:nvSpPr>
        <p:spPr>
          <a:xfrm>
            <a:off x="5177064" y="4298395"/>
            <a:ext cx="0" cy="463368"/>
          </a:xfrm>
          <a:custGeom>
            <a:avLst/>
            <a:gdLst/>
            <a:ahLst/>
            <a:cxnLst/>
            <a:rect l="l" t="t" r="r" b="b"/>
            <a:pathLst>
              <a:path w="0" h="463368">
                <a:moveTo>
                  <a:pt x="0" y="0"/>
                </a:moveTo>
                <a:lnTo>
                  <a:pt x="0" y="463368"/>
                </a:lnTo>
              </a:path>
            </a:pathLst>
          </a:custGeom>
          <a:ln w="1252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13" name="object 313"/>
          <p:cNvSpPr/>
          <p:nvPr/>
        </p:nvSpPr>
        <p:spPr>
          <a:xfrm>
            <a:off x="5177128" y="4292620"/>
            <a:ext cx="0" cy="474919"/>
          </a:xfrm>
          <a:custGeom>
            <a:avLst/>
            <a:gdLst/>
            <a:ahLst/>
            <a:cxnLst/>
            <a:rect l="l" t="t" r="r" b="b"/>
            <a:pathLst>
              <a:path w="0" h="474919">
                <a:moveTo>
                  <a:pt x="0" y="0"/>
                </a:moveTo>
                <a:lnTo>
                  <a:pt x="0" y="474919"/>
                </a:lnTo>
              </a:path>
            </a:pathLst>
          </a:custGeom>
          <a:ln w="1379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14" name="object 314"/>
          <p:cNvSpPr/>
          <p:nvPr/>
        </p:nvSpPr>
        <p:spPr>
          <a:xfrm>
            <a:off x="5541358" y="4298395"/>
            <a:ext cx="0" cy="463368"/>
          </a:xfrm>
          <a:custGeom>
            <a:avLst/>
            <a:gdLst/>
            <a:ahLst/>
            <a:cxnLst/>
            <a:rect l="l" t="t" r="r" b="b"/>
            <a:pathLst>
              <a:path w="0" h="463368">
                <a:moveTo>
                  <a:pt x="0" y="0"/>
                </a:moveTo>
                <a:lnTo>
                  <a:pt x="0" y="463368"/>
                </a:lnTo>
              </a:path>
            </a:pathLst>
          </a:custGeom>
          <a:ln w="1252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15" name="object 315"/>
          <p:cNvSpPr/>
          <p:nvPr/>
        </p:nvSpPr>
        <p:spPr>
          <a:xfrm>
            <a:off x="5541255" y="4292620"/>
            <a:ext cx="0" cy="474919"/>
          </a:xfrm>
          <a:custGeom>
            <a:avLst/>
            <a:gdLst/>
            <a:ahLst/>
            <a:cxnLst/>
            <a:rect l="l" t="t" r="r" b="b"/>
            <a:pathLst>
              <a:path w="0" h="474919">
                <a:moveTo>
                  <a:pt x="0" y="0"/>
                </a:moveTo>
                <a:lnTo>
                  <a:pt x="0" y="474919"/>
                </a:lnTo>
              </a:path>
            </a:pathLst>
          </a:custGeom>
          <a:ln w="1379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16" name="object 316"/>
          <p:cNvSpPr/>
          <p:nvPr/>
        </p:nvSpPr>
        <p:spPr>
          <a:xfrm>
            <a:off x="5967988" y="4298395"/>
            <a:ext cx="0" cy="463368"/>
          </a:xfrm>
          <a:custGeom>
            <a:avLst/>
            <a:gdLst/>
            <a:ahLst/>
            <a:cxnLst/>
            <a:rect l="l" t="t" r="r" b="b"/>
            <a:pathLst>
              <a:path w="0" h="463368">
                <a:moveTo>
                  <a:pt x="0" y="0"/>
                </a:moveTo>
                <a:lnTo>
                  <a:pt x="0" y="463368"/>
                </a:lnTo>
              </a:path>
            </a:pathLst>
          </a:custGeom>
          <a:ln w="1252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17" name="object 317"/>
          <p:cNvSpPr/>
          <p:nvPr/>
        </p:nvSpPr>
        <p:spPr>
          <a:xfrm>
            <a:off x="5968052" y="4292620"/>
            <a:ext cx="0" cy="474919"/>
          </a:xfrm>
          <a:custGeom>
            <a:avLst/>
            <a:gdLst/>
            <a:ahLst/>
            <a:cxnLst/>
            <a:rect l="l" t="t" r="r" b="b"/>
            <a:pathLst>
              <a:path w="0" h="474919">
                <a:moveTo>
                  <a:pt x="0" y="0"/>
                </a:moveTo>
                <a:lnTo>
                  <a:pt x="0" y="474919"/>
                </a:lnTo>
              </a:path>
            </a:pathLst>
          </a:custGeom>
          <a:ln w="1379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18" name="object 318"/>
          <p:cNvSpPr/>
          <p:nvPr/>
        </p:nvSpPr>
        <p:spPr>
          <a:xfrm>
            <a:off x="6356914" y="4298395"/>
            <a:ext cx="0" cy="463368"/>
          </a:xfrm>
          <a:custGeom>
            <a:avLst/>
            <a:gdLst/>
            <a:ahLst/>
            <a:cxnLst/>
            <a:rect l="l" t="t" r="r" b="b"/>
            <a:pathLst>
              <a:path w="0" h="463368">
                <a:moveTo>
                  <a:pt x="0" y="0"/>
                </a:moveTo>
                <a:lnTo>
                  <a:pt x="0" y="463368"/>
                </a:lnTo>
              </a:path>
            </a:pathLst>
          </a:custGeom>
          <a:ln w="1252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19" name="object 319"/>
          <p:cNvSpPr/>
          <p:nvPr/>
        </p:nvSpPr>
        <p:spPr>
          <a:xfrm>
            <a:off x="6356810" y="4292620"/>
            <a:ext cx="0" cy="474919"/>
          </a:xfrm>
          <a:custGeom>
            <a:avLst/>
            <a:gdLst/>
            <a:ahLst/>
            <a:cxnLst/>
            <a:rect l="l" t="t" r="r" b="b"/>
            <a:pathLst>
              <a:path w="0" h="474919">
                <a:moveTo>
                  <a:pt x="0" y="0"/>
                </a:moveTo>
                <a:lnTo>
                  <a:pt x="0" y="474919"/>
                </a:lnTo>
              </a:path>
            </a:pathLst>
          </a:custGeom>
          <a:ln w="1379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20" name="object 320"/>
          <p:cNvSpPr/>
          <p:nvPr/>
        </p:nvSpPr>
        <p:spPr>
          <a:xfrm>
            <a:off x="6733608" y="4298395"/>
            <a:ext cx="0" cy="463368"/>
          </a:xfrm>
          <a:custGeom>
            <a:avLst/>
            <a:gdLst/>
            <a:ahLst/>
            <a:cxnLst/>
            <a:rect l="l" t="t" r="r" b="b"/>
            <a:pathLst>
              <a:path w="0" h="463368">
                <a:moveTo>
                  <a:pt x="0" y="0"/>
                </a:moveTo>
                <a:lnTo>
                  <a:pt x="0" y="463368"/>
                </a:lnTo>
              </a:path>
            </a:pathLst>
          </a:custGeom>
          <a:ln w="1252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21" name="object 321"/>
          <p:cNvSpPr/>
          <p:nvPr/>
        </p:nvSpPr>
        <p:spPr>
          <a:xfrm>
            <a:off x="6733505" y="4292620"/>
            <a:ext cx="0" cy="474919"/>
          </a:xfrm>
          <a:custGeom>
            <a:avLst/>
            <a:gdLst/>
            <a:ahLst/>
            <a:cxnLst/>
            <a:rect l="l" t="t" r="r" b="b"/>
            <a:pathLst>
              <a:path w="0" h="474919">
                <a:moveTo>
                  <a:pt x="0" y="0"/>
                </a:moveTo>
                <a:lnTo>
                  <a:pt x="0" y="474919"/>
                </a:lnTo>
              </a:path>
            </a:pathLst>
          </a:custGeom>
          <a:ln w="1379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22" name="object 322"/>
          <p:cNvSpPr/>
          <p:nvPr/>
        </p:nvSpPr>
        <p:spPr>
          <a:xfrm>
            <a:off x="7536932" y="4298395"/>
            <a:ext cx="0" cy="463368"/>
          </a:xfrm>
          <a:custGeom>
            <a:avLst/>
            <a:gdLst/>
            <a:ahLst/>
            <a:cxnLst/>
            <a:rect l="l" t="t" r="r" b="b"/>
            <a:pathLst>
              <a:path w="0" h="463368">
                <a:moveTo>
                  <a:pt x="0" y="0"/>
                </a:moveTo>
                <a:lnTo>
                  <a:pt x="0" y="463368"/>
                </a:lnTo>
              </a:path>
            </a:pathLst>
          </a:custGeom>
          <a:ln w="1252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23" name="object 323"/>
          <p:cNvSpPr/>
          <p:nvPr/>
        </p:nvSpPr>
        <p:spPr>
          <a:xfrm>
            <a:off x="7536996" y="4292620"/>
            <a:ext cx="0" cy="474919"/>
          </a:xfrm>
          <a:custGeom>
            <a:avLst/>
            <a:gdLst/>
            <a:ahLst/>
            <a:cxnLst/>
            <a:rect l="l" t="t" r="r" b="b"/>
            <a:pathLst>
              <a:path w="0" h="474919">
                <a:moveTo>
                  <a:pt x="0" y="0"/>
                </a:moveTo>
                <a:lnTo>
                  <a:pt x="0" y="474919"/>
                </a:lnTo>
              </a:path>
            </a:pathLst>
          </a:custGeom>
          <a:ln w="1379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24" name="object 324"/>
          <p:cNvSpPr/>
          <p:nvPr/>
        </p:nvSpPr>
        <p:spPr>
          <a:xfrm>
            <a:off x="1655907" y="5034002"/>
            <a:ext cx="6276613" cy="0"/>
          </a:xfrm>
          <a:custGeom>
            <a:avLst/>
            <a:gdLst/>
            <a:ahLst/>
            <a:cxnLst/>
            <a:rect l="l" t="t" r="r" b="b"/>
            <a:pathLst>
              <a:path w="6276613" h="0">
                <a:moveTo>
                  <a:pt x="0" y="0"/>
                </a:moveTo>
                <a:lnTo>
                  <a:pt x="6276613" y="0"/>
                </a:lnTo>
              </a:path>
            </a:pathLst>
          </a:custGeom>
          <a:ln w="2470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25" name="object 325"/>
          <p:cNvSpPr/>
          <p:nvPr/>
        </p:nvSpPr>
        <p:spPr>
          <a:xfrm>
            <a:off x="1662172" y="5283181"/>
            <a:ext cx="5422994" cy="0"/>
          </a:xfrm>
          <a:custGeom>
            <a:avLst/>
            <a:gdLst/>
            <a:ahLst/>
            <a:cxnLst/>
            <a:rect l="l" t="t" r="r" b="b"/>
            <a:pathLst>
              <a:path w="5422994" h="0">
                <a:moveTo>
                  <a:pt x="0" y="0"/>
                </a:moveTo>
                <a:lnTo>
                  <a:pt x="5422994" y="0"/>
                </a:lnTo>
              </a:path>
            </a:pathLst>
          </a:custGeom>
          <a:ln w="1154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26" name="object 326"/>
          <p:cNvSpPr/>
          <p:nvPr/>
        </p:nvSpPr>
        <p:spPr>
          <a:xfrm>
            <a:off x="1655908" y="5283178"/>
            <a:ext cx="5435587" cy="0"/>
          </a:xfrm>
          <a:custGeom>
            <a:avLst/>
            <a:gdLst/>
            <a:ahLst/>
            <a:cxnLst/>
            <a:rect l="l" t="t" r="r" b="b"/>
            <a:pathLst>
              <a:path w="5435587" h="0">
                <a:moveTo>
                  <a:pt x="0" y="0"/>
                </a:moveTo>
                <a:lnTo>
                  <a:pt x="5435587" y="0"/>
                </a:lnTo>
              </a:path>
            </a:pathLst>
          </a:custGeom>
          <a:ln w="1279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27" name="object 327"/>
          <p:cNvSpPr/>
          <p:nvPr/>
        </p:nvSpPr>
        <p:spPr>
          <a:xfrm>
            <a:off x="7122702" y="5283181"/>
            <a:ext cx="778523" cy="0"/>
          </a:xfrm>
          <a:custGeom>
            <a:avLst/>
            <a:gdLst/>
            <a:ahLst/>
            <a:cxnLst/>
            <a:rect l="l" t="t" r="r" b="b"/>
            <a:pathLst>
              <a:path w="778523" h="0">
                <a:moveTo>
                  <a:pt x="0" y="0"/>
                </a:moveTo>
                <a:lnTo>
                  <a:pt x="778523" y="0"/>
                </a:lnTo>
              </a:path>
            </a:pathLst>
          </a:custGeom>
          <a:ln w="1154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28" name="object 328"/>
          <p:cNvSpPr/>
          <p:nvPr/>
        </p:nvSpPr>
        <p:spPr>
          <a:xfrm>
            <a:off x="7116502" y="5283178"/>
            <a:ext cx="790940" cy="0"/>
          </a:xfrm>
          <a:custGeom>
            <a:avLst/>
            <a:gdLst/>
            <a:ahLst/>
            <a:cxnLst/>
            <a:rect l="l" t="t" r="r" b="b"/>
            <a:pathLst>
              <a:path w="790940" h="0">
                <a:moveTo>
                  <a:pt x="0" y="0"/>
                </a:moveTo>
                <a:lnTo>
                  <a:pt x="790940" y="0"/>
                </a:lnTo>
              </a:path>
            </a:pathLst>
          </a:custGeom>
          <a:ln w="1279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29" name="object 329"/>
          <p:cNvSpPr/>
          <p:nvPr/>
        </p:nvSpPr>
        <p:spPr>
          <a:xfrm>
            <a:off x="1655908" y="5532170"/>
            <a:ext cx="6276613" cy="0"/>
          </a:xfrm>
          <a:custGeom>
            <a:avLst/>
            <a:gdLst/>
            <a:ahLst/>
            <a:cxnLst/>
            <a:rect l="l" t="t" r="r" b="b"/>
            <a:pathLst>
              <a:path w="6276613" h="0">
                <a:moveTo>
                  <a:pt x="0" y="0"/>
                </a:moveTo>
                <a:lnTo>
                  <a:pt x="6276613" y="0"/>
                </a:lnTo>
              </a:path>
            </a:pathLst>
          </a:custGeom>
          <a:ln w="2432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30" name="object 330"/>
          <p:cNvSpPr/>
          <p:nvPr/>
        </p:nvSpPr>
        <p:spPr>
          <a:xfrm>
            <a:off x="2051375" y="5051481"/>
            <a:ext cx="0" cy="463399"/>
          </a:xfrm>
          <a:custGeom>
            <a:avLst/>
            <a:gdLst/>
            <a:ahLst/>
            <a:cxnLst/>
            <a:rect l="l" t="t" r="r" b="b"/>
            <a:pathLst>
              <a:path w="0" h="463399">
                <a:moveTo>
                  <a:pt x="0" y="0"/>
                </a:moveTo>
                <a:lnTo>
                  <a:pt x="0" y="463399"/>
                </a:lnTo>
              </a:path>
            </a:pathLst>
          </a:custGeom>
          <a:ln w="1252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31" name="object 331"/>
          <p:cNvSpPr/>
          <p:nvPr/>
        </p:nvSpPr>
        <p:spPr>
          <a:xfrm>
            <a:off x="2051372" y="5045721"/>
            <a:ext cx="0" cy="474919"/>
          </a:xfrm>
          <a:custGeom>
            <a:avLst/>
            <a:gdLst/>
            <a:ahLst/>
            <a:cxnLst/>
            <a:rect l="l" t="t" r="r" b="b"/>
            <a:pathLst>
              <a:path w="0" h="474919">
                <a:moveTo>
                  <a:pt x="0" y="0"/>
                </a:moveTo>
                <a:lnTo>
                  <a:pt x="0" y="474919"/>
                </a:lnTo>
              </a:path>
            </a:pathLst>
          </a:custGeom>
          <a:ln w="1379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32" name="object 332"/>
          <p:cNvSpPr/>
          <p:nvPr/>
        </p:nvSpPr>
        <p:spPr>
          <a:xfrm>
            <a:off x="2440587" y="5051481"/>
            <a:ext cx="0" cy="463399"/>
          </a:xfrm>
          <a:custGeom>
            <a:avLst/>
            <a:gdLst/>
            <a:ahLst/>
            <a:cxnLst/>
            <a:rect l="l" t="t" r="r" b="b"/>
            <a:pathLst>
              <a:path w="0" h="463399">
                <a:moveTo>
                  <a:pt x="0" y="0"/>
                </a:moveTo>
                <a:lnTo>
                  <a:pt x="0" y="463399"/>
                </a:lnTo>
              </a:path>
            </a:pathLst>
          </a:custGeom>
          <a:ln w="1252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33" name="object 333"/>
          <p:cNvSpPr/>
          <p:nvPr/>
        </p:nvSpPr>
        <p:spPr>
          <a:xfrm>
            <a:off x="2440584" y="5045721"/>
            <a:ext cx="0" cy="474919"/>
          </a:xfrm>
          <a:custGeom>
            <a:avLst/>
            <a:gdLst/>
            <a:ahLst/>
            <a:cxnLst/>
            <a:rect l="l" t="t" r="r" b="b"/>
            <a:pathLst>
              <a:path w="0" h="474919">
                <a:moveTo>
                  <a:pt x="0" y="0"/>
                </a:moveTo>
                <a:lnTo>
                  <a:pt x="0" y="474919"/>
                </a:lnTo>
              </a:path>
            </a:pathLst>
          </a:custGeom>
          <a:ln w="1379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34" name="object 334"/>
          <p:cNvSpPr/>
          <p:nvPr/>
        </p:nvSpPr>
        <p:spPr>
          <a:xfrm>
            <a:off x="2829781" y="5051481"/>
            <a:ext cx="0" cy="463399"/>
          </a:xfrm>
          <a:custGeom>
            <a:avLst/>
            <a:gdLst/>
            <a:ahLst/>
            <a:cxnLst/>
            <a:rect l="l" t="t" r="r" b="b"/>
            <a:pathLst>
              <a:path w="0" h="463399">
                <a:moveTo>
                  <a:pt x="0" y="0"/>
                </a:moveTo>
                <a:lnTo>
                  <a:pt x="0" y="463399"/>
                </a:lnTo>
              </a:path>
            </a:pathLst>
          </a:custGeom>
          <a:ln w="1252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35" name="object 335"/>
          <p:cNvSpPr/>
          <p:nvPr/>
        </p:nvSpPr>
        <p:spPr>
          <a:xfrm>
            <a:off x="2829778" y="5045721"/>
            <a:ext cx="0" cy="474919"/>
          </a:xfrm>
          <a:custGeom>
            <a:avLst/>
            <a:gdLst/>
            <a:ahLst/>
            <a:cxnLst/>
            <a:rect l="l" t="t" r="r" b="b"/>
            <a:pathLst>
              <a:path w="0" h="474919">
                <a:moveTo>
                  <a:pt x="0" y="0"/>
                </a:moveTo>
                <a:lnTo>
                  <a:pt x="0" y="474919"/>
                </a:lnTo>
              </a:path>
            </a:pathLst>
          </a:custGeom>
          <a:ln w="1379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36" name="object 336"/>
          <p:cNvSpPr/>
          <p:nvPr/>
        </p:nvSpPr>
        <p:spPr>
          <a:xfrm>
            <a:off x="3206040" y="5051481"/>
            <a:ext cx="0" cy="463399"/>
          </a:xfrm>
          <a:custGeom>
            <a:avLst/>
            <a:gdLst/>
            <a:ahLst/>
            <a:cxnLst/>
            <a:rect l="l" t="t" r="r" b="b"/>
            <a:pathLst>
              <a:path w="0" h="463399">
                <a:moveTo>
                  <a:pt x="0" y="0"/>
                </a:moveTo>
                <a:lnTo>
                  <a:pt x="0" y="463399"/>
                </a:lnTo>
              </a:path>
            </a:pathLst>
          </a:custGeom>
          <a:ln w="1252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37" name="object 337"/>
          <p:cNvSpPr/>
          <p:nvPr/>
        </p:nvSpPr>
        <p:spPr>
          <a:xfrm>
            <a:off x="3206053" y="5045721"/>
            <a:ext cx="0" cy="474919"/>
          </a:xfrm>
          <a:custGeom>
            <a:avLst/>
            <a:gdLst/>
            <a:ahLst/>
            <a:cxnLst/>
            <a:rect l="l" t="t" r="r" b="b"/>
            <a:pathLst>
              <a:path w="0" h="474919">
                <a:moveTo>
                  <a:pt x="0" y="0"/>
                </a:moveTo>
                <a:lnTo>
                  <a:pt x="0" y="474919"/>
                </a:lnTo>
              </a:path>
            </a:pathLst>
          </a:custGeom>
          <a:ln w="1379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38" name="object 338"/>
          <p:cNvSpPr/>
          <p:nvPr/>
        </p:nvSpPr>
        <p:spPr>
          <a:xfrm>
            <a:off x="3632753" y="5051481"/>
            <a:ext cx="0" cy="463399"/>
          </a:xfrm>
          <a:custGeom>
            <a:avLst/>
            <a:gdLst/>
            <a:ahLst/>
            <a:cxnLst/>
            <a:rect l="l" t="t" r="r" b="b"/>
            <a:pathLst>
              <a:path w="0" h="463399">
                <a:moveTo>
                  <a:pt x="0" y="0"/>
                </a:moveTo>
                <a:lnTo>
                  <a:pt x="0" y="463399"/>
                </a:lnTo>
              </a:path>
            </a:pathLst>
          </a:custGeom>
          <a:ln w="1252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39" name="object 339"/>
          <p:cNvSpPr/>
          <p:nvPr/>
        </p:nvSpPr>
        <p:spPr>
          <a:xfrm>
            <a:off x="3633026" y="5045721"/>
            <a:ext cx="0" cy="474919"/>
          </a:xfrm>
          <a:custGeom>
            <a:avLst/>
            <a:gdLst/>
            <a:ahLst/>
            <a:cxnLst/>
            <a:rect l="l" t="t" r="r" b="b"/>
            <a:pathLst>
              <a:path w="0" h="474919">
                <a:moveTo>
                  <a:pt x="0" y="0"/>
                </a:moveTo>
                <a:lnTo>
                  <a:pt x="0" y="474919"/>
                </a:lnTo>
              </a:path>
            </a:pathLst>
          </a:custGeom>
          <a:ln w="1421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40" name="object 340"/>
          <p:cNvSpPr/>
          <p:nvPr/>
        </p:nvSpPr>
        <p:spPr>
          <a:xfrm>
            <a:off x="4022015" y="5051481"/>
            <a:ext cx="0" cy="463399"/>
          </a:xfrm>
          <a:custGeom>
            <a:avLst/>
            <a:gdLst/>
            <a:ahLst/>
            <a:cxnLst/>
            <a:rect l="l" t="t" r="r" b="b"/>
            <a:pathLst>
              <a:path w="0" h="463399">
                <a:moveTo>
                  <a:pt x="0" y="0"/>
                </a:moveTo>
                <a:lnTo>
                  <a:pt x="0" y="463399"/>
                </a:lnTo>
              </a:path>
            </a:pathLst>
          </a:custGeom>
          <a:ln w="1252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41" name="object 341"/>
          <p:cNvSpPr/>
          <p:nvPr/>
        </p:nvSpPr>
        <p:spPr>
          <a:xfrm>
            <a:off x="4022078" y="5045721"/>
            <a:ext cx="0" cy="474919"/>
          </a:xfrm>
          <a:custGeom>
            <a:avLst/>
            <a:gdLst/>
            <a:ahLst/>
            <a:cxnLst/>
            <a:rect l="l" t="t" r="r" b="b"/>
            <a:pathLst>
              <a:path w="0" h="474919">
                <a:moveTo>
                  <a:pt x="0" y="0"/>
                </a:moveTo>
                <a:lnTo>
                  <a:pt x="0" y="474919"/>
                </a:lnTo>
              </a:path>
            </a:pathLst>
          </a:custGeom>
          <a:ln w="1379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42" name="object 342"/>
          <p:cNvSpPr/>
          <p:nvPr/>
        </p:nvSpPr>
        <p:spPr>
          <a:xfrm>
            <a:off x="4398709" y="5051481"/>
            <a:ext cx="0" cy="463399"/>
          </a:xfrm>
          <a:custGeom>
            <a:avLst/>
            <a:gdLst/>
            <a:ahLst/>
            <a:cxnLst/>
            <a:rect l="l" t="t" r="r" b="b"/>
            <a:pathLst>
              <a:path w="0" h="463399">
                <a:moveTo>
                  <a:pt x="0" y="0"/>
                </a:moveTo>
                <a:lnTo>
                  <a:pt x="0" y="463399"/>
                </a:lnTo>
              </a:path>
            </a:pathLst>
          </a:custGeom>
          <a:ln w="1252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43" name="object 343"/>
          <p:cNvSpPr/>
          <p:nvPr/>
        </p:nvSpPr>
        <p:spPr>
          <a:xfrm>
            <a:off x="4398772" y="5045721"/>
            <a:ext cx="0" cy="474919"/>
          </a:xfrm>
          <a:custGeom>
            <a:avLst/>
            <a:gdLst/>
            <a:ahLst/>
            <a:cxnLst/>
            <a:rect l="l" t="t" r="r" b="b"/>
            <a:pathLst>
              <a:path w="0" h="474919">
                <a:moveTo>
                  <a:pt x="0" y="0"/>
                </a:moveTo>
                <a:lnTo>
                  <a:pt x="0" y="474919"/>
                </a:lnTo>
              </a:path>
            </a:pathLst>
          </a:custGeom>
          <a:ln w="1379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44" name="object 344"/>
          <p:cNvSpPr/>
          <p:nvPr/>
        </p:nvSpPr>
        <p:spPr>
          <a:xfrm>
            <a:off x="4787970" y="5051481"/>
            <a:ext cx="0" cy="463399"/>
          </a:xfrm>
          <a:custGeom>
            <a:avLst/>
            <a:gdLst/>
            <a:ahLst/>
            <a:cxnLst/>
            <a:rect l="l" t="t" r="r" b="b"/>
            <a:pathLst>
              <a:path w="0" h="463399">
                <a:moveTo>
                  <a:pt x="0" y="0"/>
                </a:moveTo>
                <a:lnTo>
                  <a:pt x="0" y="463399"/>
                </a:lnTo>
              </a:path>
            </a:pathLst>
          </a:custGeom>
          <a:ln w="1252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45" name="object 345"/>
          <p:cNvSpPr/>
          <p:nvPr/>
        </p:nvSpPr>
        <p:spPr>
          <a:xfrm>
            <a:off x="4787867" y="5045721"/>
            <a:ext cx="0" cy="474919"/>
          </a:xfrm>
          <a:custGeom>
            <a:avLst/>
            <a:gdLst/>
            <a:ahLst/>
            <a:cxnLst/>
            <a:rect l="l" t="t" r="r" b="b"/>
            <a:pathLst>
              <a:path w="0" h="474919">
                <a:moveTo>
                  <a:pt x="0" y="0"/>
                </a:moveTo>
                <a:lnTo>
                  <a:pt x="0" y="474919"/>
                </a:lnTo>
              </a:path>
            </a:pathLst>
          </a:custGeom>
          <a:ln w="1379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46" name="object 346"/>
          <p:cNvSpPr/>
          <p:nvPr/>
        </p:nvSpPr>
        <p:spPr>
          <a:xfrm>
            <a:off x="5177064" y="5051481"/>
            <a:ext cx="0" cy="463399"/>
          </a:xfrm>
          <a:custGeom>
            <a:avLst/>
            <a:gdLst/>
            <a:ahLst/>
            <a:cxnLst/>
            <a:rect l="l" t="t" r="r" b="b"/>
            <a:pathLst>
              <a:path w="0" h="463399">
                <a:moveTo>
                  <a:pt x="0" y="0"/>
                </a:moveTo>
                <a:lnTo>
                  <a:pt x="0" y="463399"/>
                </a:lnTo>
              </a:path>
            </a:pathLst>
          </a:custGeom>
          <a:ln w="1252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47" name="object 347"/>
          <p:cNvSpPr/>
          <p:nvPr/>
        </p:nvSpPr>
        <p:spPr>
          <a:xfrm>
            <a:off x="5177128" y="5045721"/>
            <a:ext cx="0" cy="474919"/>
          </a:xfrm>
          <a:custGeom>
            <a:avLst/>
            <a:gdLst/>
            <a:ahLst/>
            <a:cxnLst/>
            <a:rect l="l" t="t" r="r" b="b"/>
            <a:pathLst>
              <a:path w="0" h="474919">
                <a:moveTo>
                  <a:pt x="0" y="0"/>
                </a:moveTo>
                <a:lnTo>
                  <a:pt x="0" y="474919"/>
                </a:lnTo>
              </a:path>
            </a:pathLst>
          </a:custGeom>
          <a:ln w="1379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48" name="object 348"/>
          <p:cNvSpPr/>
          <p:nvPr/>
        </p:nvSpPr>
        <p:spPr>
          <a:xfrm>
            <a:off x="5541358" y="5051481"/>
            <a:ext cx="0" cy="463399"/>
          </a:xfrm>
          <a:custGeom>
            <a:avLst/>
            <a:gdLst/>
            <a:ahLst/>
            <a:cxnLst/>
            <a:rect l="l" t="t" r="r" b="b"/>
            <a:pathLst>
              <a:path w="0" h="463399">
                <a:moveTo>
                  <a:pt x="0" y="0"/>
                </a:moveTo>
                <a:lnTo>
                  <a:pt x="0" y="463399"/>
                </a:lnTo>
              </a:path>
            </a:pathLst>
          </a:custGeom>
          <a:ln w="1252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49" name="object 349"/>
          <p:cNvSpPr/>
          <p:nvPr/>
        </p:nvSpPr>
        <p:spPr>
          <a:xfrm>
            <a:off x="5541255" y="5045721"/>
            <a:ext cx="0" cy="474919"/>
          </a:xfrm>
          <a:custGeom>
            <a:avLst/>
            <a:gdLst/>
            <a:ahLst/>
            <a:cxnLst/>
            <a:rect l="l" t="t" r="r" b="b"/>
            <a:pathLst>
              <a:path w="0" h="474919">
                <a:moveTo>
                  <a:pt x="0" y="0"/>
                </a:moveTo>
                <a:lnTo>
                  <a:pt x="0" y="474919"/>
                </a:lnTo>
              </a:path>
            </a:pathLst>
          </a:custGeom>
          <a:ln w="1379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50" name="object 350"/>
          <p:cNvSpPr/>
          <p:nvPr/>
        </p:nvSpPr>
        <p:spPr>
          <a:xfrm>
            <a:off x="5967988" y="5051481"/>
            <a:ext cx="0" cy="463399"/>
          </a:xfrm>
          <a:custGeom>
            <a:avLst/>
            <a:gdLst/>
            <a:ahLst/>
            <a:cxnLst/>
            <a:rect l="l" t="t" r="r" b="b"/>
            <a:pathLst>
              <a:path w="0" h="463399">
                <a:moveTo>
                  <a:pt x="0" y="0"/>
                </a:moveTo>
                <a:lnTo>
                  <a:pt x="0" y="463399"/>
                </a:lnTo>
              </a:path>
            </a:pathLst>
          </a:custGeom>
          <a:ln w="1252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51" name="object 351"/>
          <p:cNvSpPr/>
          <p:nvPr/>
        </p:nvSpPr>
        <p:spPr>
          <a:xfrm>
            <a:off x="5968052" y="5045721"/>
            <a:ext cx="0" cy="474919"/>
          </a:xfrm>
          <a:custGeom>
            <a:avLst/>
            <a:gdLst/>
            <a:ahLst/>
            <a:cxnLst/>
            <a:rect l="l" t="t" r="r" b="b"/>
            <a:pathLst>
              <a:path w="0" h="474919">
                <a:moveTo>
                  <a:pt x="0" y="0"/>
                </a:moveTo>
                <a:lnTo>
                  <a:pt x="0" y="474919"/>
                </a:lnTo>
              </a:path>
            </a:pathLst>
          </a:custGeom>
          <a:ln w="1379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52" name="object 352"/>
          <p:cNvSpPr/>
          <p:nvPr/>
        </p:nvSpPr>
        <p:spPr>
          <a:xfrm>
            <a:off x="6356914" y="5051481"/>
            <a:ext cx="0" cy="463399"/>
          </a:xfrm>
          <a:custGeom>
            <a:avLst/>
            <a:gdLst/>
            <a:ahLst/>
            <a:cxnLst/>
            <a:rect l="l" t="t" r="r" b="b"/>
            <a:pathLst>
              <a:path w="0" h="463399">
                <a:moveTo>
                  <a:pt x="0" y="0"/>
                </a:moveTo>
                <a:lnTo>
                  <a:pt x="0" y="463399"/>
                </a:lnTo>
              </a:path>
            </a:pathLst>
          </a:custGeom>
          <a:ln w="1252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53" name="object 353"/>
          <p:cNvSpPr/>
          <p:nvPr/>
        </p:nvSpPr>
        <p:spPr>
          <a:xfrm>
            <a:off x="6356811" y="5045721"/>
            <a:ext cx="0" cy="474919"/>
          </a:xfrm>
          <a:custGeom>
            <a:avLst/>
            <a:gdLst/>
            <a:ahLst/>
            <a:cxnLst/>
            <a:rect l="l" t="t" r="r" b="b"/>
            <a:pathLst>
              <a:path w="0" h="474919">
                <a:moveTo>
                  <a:pt x="0" y="0"/>
                </a:moveTo>
                <a:lnTo>
                  <a:pt x="0" y="474919"/>
                </a:lnTo>
              </a:path>
            </a:pathLst>
          </a:custGeom>
          <a:ln w="1379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54" name="object 354"/>
          <p:cNvSpPr/>
          <p:nvPr/>
        </p:nvSpPr>
        <p:spPr>
          <a:xfrm>
            <a:off x="6733608" y="5051481"/>
            <a:ext cx="0" cy="463399"/>
          </a:xfrm>
          <a:custGeom>
            <a:avLst/>
            <a:gdLst/>
            <a:ahLst/>
            <a:cxnLst/>
            <a:rect l="l" t="t" r="r" b="b"/>
            <a:pathLst>
              <a:path w="0" h="463399">
                <a:moveTo>
                  <a:pt x="0" y="0"/>
                </a:moveTo>
                <a:lnTo>
                  <a:pt x="0" y="463399"/>
                </a:lnTo>
              </a:path>
            </a:pathLst>
          </a:custGeom>
          <a:ln w="1252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55" name="object 355"/>
          <p:cNvSpPr/>
          <p:nvPr/>
        </p:nvSpPr>
        <p:spPr>
          <a:xfrm>
            <a:off x="6733505" y="5045721"/>
            <a:ext cx="0" cy="474919"/>
          </a:xfrm>
          <a:custGeom>
            <a:avLst/>
            <a:gdLst/>
            <a:ahLst/>
            <a:cxnLst/>
            <a:rect l="l" t="t" r="r" b="b"/>
            <a:pathLst>
              <a:path w="0" h="474919">
                <a:moveTo>
                  <a:pt x="0" y="0"/>
                </a:moveTo>
                <a:lnTo>
                  <a:pt x="0" y="474919"/>
                </a:lnTo>
              </a:path>
            </a:pathLst>
          </a:custGeom>
          <a:ln w="1379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56" name="object 356"/>
          <p:cNvSpPr/>
          <p:nvPr/>
        </p:nvSpPr>
        <p:spPr>
          <a:xfrm>
            <a:off x="7103895" y="4790580"/>
            <a:ext cx="0" cy="753117"/>
          </a:xfrm>
          <a:custGeom>
            <a:avLst/>
            <a:gdLst/>
            <a:ahLst/>
            <a:cxnLst/>
            <a:rect l="l" t="t" r="r" b="b"/>
            <a:pathLst>
              <a:path w="0" h="753117">
                <a:moveTo>
                  <a:pt x="0" y="0"/>
                </a:moveTo>
                <a:lnTo>
                  <a:pt x="0" y="753117"/>
                </a:lnTo>
              </a:path>
            </a:pathLst>
          </a:custGeom>
          <a:ln w="2632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57" name="object 357"/>
          <p:cNvSpPr/>
          <p:nvPr/>
        </p:nvSpPr>
        <p:spPr>
          <a:xfrm>
            <a:off x="7536932" y="5051481"/>
            <a:ext cx="0" cy="463399"/>
          </a:xfrm>
          <a:custGeom>
            <a:avLst/>
            <a:gdLst/>
            <a:ahLst/>
            <a:cxnLst/>
            <a:rect l="l" t="t" r="r" b="b"/>
            <a:pathLst>
              <a:path w="0" h="463399">
                <a:moveTo>
                  <a:pt x="0" y="0"/>
                </a:moveTo>
                <a:lnTo>
                  <a:pt x="0" y="463399"/>
                </a:lnTo>
              </a:path>
            </a:pathLst>
          </a:custGeom>
          <a:ln w="1252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58" name="object 358"/>
          <p:cNvSpPr/>
          <p:nvPr/>
        </p:nvSpPr>
        <p:spPr>
          <a:xfrm>
            <a:off x="7536996" y="5045721"/>
            <a:ext cx="0" cy="474919"/>
          </a:xfrm>
          <a:custGeom>
            <a:avLst/>
            <a:gdLst/>
            <a:ahLst/>
            <a:cxnLst/>
            <a:rect l="l" t="t" r="r" b="b"/>
            <a:pathLst>
              <a:path w="0" h="474919">
                <a:moveTo>
                  <a:pt x="0" y="0"/>
                </a:moveTo>
                <a:lnTo>
                  <a:pt x="0" y="474919"/>
                </a:lnTo>
              </a:path>
            </a:pathLst>
          </a:custGeom>
          <a:ln w="1379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59" name="object 359"/>
          <p:cNvSpPr/>
          <p:nvPr/>
        </p:nvSpPr>
        <p:spPr>
          <a:xfrm>
            <a:off x="1655908" y="5787119"/>
            <a:ext cx="6276613" cy="0"/>
          </a:xfrm>
          <a:custGeom>
            <a:avLst/>
            <a:gdLst/>
            <a:ahLst/>
            <a:cxnLst/>
            <a:rect l="l" t="t" r="r" b="b"/>
            <a:pathLst>
              <a:path w="6276613" h="0">
                <a:moveTo>
                  <a:pt x="0" y="0"/>
                </a:moveTo>
                <a:lnTo>
                  <a:pt x="6276613" y="0"/>
                </a:lnTo>
              </a:path>
            </a:pathLst>
          </a:custGeom>
          <a:ln w="2470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60" name="object 360"/>
          <p:cNvSpPr/>
          <p:nvPr/>
        </p:nvSpPr>
        <p:spPr>
          <a:xfrm>
            <a:off x="1662172" y="6036298"/>
            <a:ext cx="6239053" cy="0"/>
          </a:xfrm>
          <a:custGeom>
            <a:avLst/>
            <a:gdLst/>
            <a:ahLst/>
            <a:cxnLst/>
            <a:rect l="l" t="t" r="r" b="b"/>
            <a:pathLst>
              <a:path w="6239053" h="0">
                <a:moveTo>
                  <a:pt x="0" y="0"/>
                </a:moveTo>
                <a:lnTo>
                  <a:pt x="6239053" y="0"/>
                </a:lnTo>
              </a:path>
            </a:pathLst>
          </a:custGeom>
          <a:ln w="1154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61" name="object 361"/>
          <p:cNvSpPr/>
          <p:nvPr/>
        </p:nvSpPr>
        <p:spPr>
          <a:xfrm>
            <a:off x="1655908" y="6036295"/>
            <a:ext cx="6251478" cy="0"/>
          </a:xfrm>
          <a:custGeom>
            <a:avLst/>
            <a:gdLst/>
            <a:ahLst/>
            <a:cxnLst/>
            <a:rect l="l" t="t" r="r" b="b"/>
            <a:pathLst>
              <a:path w="6251478" h="0">
                <a:moveTo>
                  <a:pt x="0" y="0"/>
                </a:moveTo>
                <a:lnTo>
                  <a:pt x="6251478" y="0"/>
                </a:lnTo>
              </a:path>
            </a:pathLst>
          </a:custGeom>
          <a:ln w="1279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62" name="object 362"/>
          <p:cNvSpPr/>
          <p:nvPr/>
        </p:nvSpPr>
        <p:spPr>
          <a:xfrm>
            <a:off x="1649643" y="4031703"/>
            <a:ext cx="0" cy="0"/>
          </a:xfrm>
          <a:custGeom>
            <a:avLst/>
            <a:gdLst/>
            <a:ahLst/>
            <a:cxnLst/>
            <a:rect l="l" t="t" r="r" b="b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ln w="11545">
            <a:solidFill>
              <a:srgbClr val="C0C0C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63" name="object 363"/>
          <p:cNvSpPr/>
          <p:nvPr/>
        </p:nvSpPr>
        <p:spPr>
          <a:xfrm>
            <a:off x="1643379" y="4014399"/>
            <a:ext cx="0" cy="2282407"/>
          </a:xfrm>
          <a:custGeom>
            <a:avLst/>
            <a:gdLst/>
            <a:ahLst/>
            <a:cxnLst/>
            <a:rect l="l" t="t" r="r" b="b"/>
            <a:pathLst>
              <a:path w="0" h="2282407">
                <a:moveTo>
                  <a:pt x="0" y="0"/>
                </a:moveTo>
                <a:lnTo>
                  <a:pt x="0" y="2282407"/>
                </a:lnTo>
              </a:path>
            </a:pathLst>
          </a:custGeom>
          <a:ln w="2632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64" name="object 364"/>
          <p:cNvSpPr/>
          <p:nvPr/>
        </p:nvSpPr>
        <p:spPr>
          <a:xfrm>
            <a:off x="2051375" y="5804598"/>
            <a:ext cx="0" cy="463388"/>
          </a:xfrm>
          <a:custGeom>
            <a:avLst/>
            <a:gdLst/>
            <a:ahLst/>
            <a:cxnLst/>
            <a:rect l="l" t="t" r="r" b="b"/>
            <a:pathLst>
              <a:path w="0" h="463388">
                <a:moveTo>
                  <a:pt x="0" y="0"/>
                </a:moveTo>
                <a:lnTo>
                  <a:pt x="0" y="463388"/>
                </a:lnTo>
              </a:path>
            </a:pathLst>
          </a:custGeom>
          <a:ln w="1252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65" name="object 365"/>
          <p:cNvSpPr/>
          <p:nvPr/>
        </p:nvSpPr>
        <p:spPr>
          <a:xfrm>
            <a:off x="2051372" y="5798832"/>
            <a:ext cx="0" cy="474919"/>
          </a:xfrm>
          <a:custGeom>
            <a:avLst/>
            <a:gdLst/>
            <a:ahLst/>
            <a:cxnLst/>
            <a:rect l="l" t="t" r="r" b="b"/>
            <a:pathLst>
              <a:path w="0" h="474919">
                <a:moveTo>
                  <a:pt x="0" y="0"/>
                </a:moveTo>
                <a:lnTo>
                  <a:pt x="0" y="474919"/>
                </a:lnTo>
              </a:path>
            </a:pathLst>
          </a:custGeom>
          <a:ln w="1379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66" name="object 366"/>
          <p:cNvSpPr/>
          <p:nvPr/>
        </p:nvSpPr>
        <p:spPr>
          <a:xfrm>
            <a:off x="2440587" y="5804598"/>
            <a:ext cx="0" cy="463388"/>
          </a:xfrm>
          <a:custGeom>
            <a:avLst/>
            <a:gdLst/>
            <a:ahLst/>
            <a:cxnLst/>
            <a:rect l="l" t="t" r="r" b="b"/>
            <a:pathLst>
              <a:path w="0" h="463388">
                <a:moveTo>
                  <a:pt x="0" y="0"/>
                </a:moveTo>
                <a:lnTo>
                  <a:pt x="0" y="463388"/>
                </a:lnTo>
              </a:path>
            </a:pathLst>
          </a:custGeom>
          <a:ln w="1252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67" name="object 367"/>
          <p:cNvSpPr/>
          <p:nvPr/>
        </p:nvSpPr>
        <p:spPr>
          <a:xfrm>
            <a:off x="2440584" y="5798832"/>
            <a:ext cx="0" cy="474919"/>
          </a:xfrm>
          <a:custGeom>
            <a:avLst/>
            <a:gdLst/>
            <a:ahLst/>
            <a:cxnLst/>
            <a:rect l="l" t="t" r="r" b="b"/>
            <a:pathLst>
              <a:path w="0" h="474919">
                <a:moveTo>
                  <a:pt x="0" y="0"/>
                </a:moveTo>
                <a:lnTo>
                  <a:pt x="0" y="474919"/>
                </a:lnTo>
              </a:path>
            </a:pathLst>
          </a:custGeom>
          <a:ln w="1379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68" name="object 368"/>
          <p:cNvSpPr/>
          <p:nvPr/>
        </p:nvSpPr>
        <p:spPr>
          <a:xfrm>
            <a:off x="2829781" y="5804598"/>
            <a:ext cx="0" cy="463388"/>
          </a:xfrm>
          <a:custGeom>
            <a:avLst/>
            <a:gdLst/>
            <a:ahLst/>
            <a:cxnLst/>
            <a:rect l="l" t="t" r="r" b="b"/>
            <a:pathLst>
              <a:path w="0" h="463388">
                <a:moveTo>
                  <a:pt x="0" y="0"/>
                </a:moveTo>
                <a:lnTo>
                  <a:pt x="0" y="463388"/>
                </a:lnTo>
              </a:path>
            </a:pathLst>
          </a:custGeom>
          <a:ln w="1252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69" name="object 369"/>
          <p:cNvSpPr/>
          <p:nvPr/>
        </p:nvSpPr>
        <p:spPr>
          <a:xfrm>
            <a:off x="2829778" y="5798832"/>
            <a:ext cx="0" cy="474919"/>
          </a:xfrm>
          <a:custGeom>
            <a:avLst/>
            <a:gdLst/>
            <a:ahLst/>
            <a:cxnLst/>
            <a:rect l="l" t="t" r="r" b="b"/>
            <a:pathLst>
              <a:path w="0" h="474919">
                <a:moveTo>
                  <a:pt x="0" y="0"/>
                </a:moveTo>
                <a:lnTo>
                  <a:pt x="0" y="474919"/>
                </a:lnTo>
              </a:path>
            </a:pathLst>
          </a:custGeom>
          <a:ln w="1379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70" name="object 370"/>
          <p:cNvSpPr/>
          <p:nvPr/>
        </p:nvSpPr>
        <p:spPr>
          <a:xfrm>
            <a:off x="3206040" y="5804598"/>
            <a:ext cx="0" cy="463388"/>
          </a:xfrm>
          <a:custGeom>
            <a:avLst/>
            <a:gdLst/>
            <a:ahLst/>
            <a:cxnLst/>
            <a:rect l="l" t="t" r="r" b="b"/>
            <a:pathLst>
              <a:path w="0" h="463388">
                <a:moveTo>
                  <a:pt x="0" y="0"/>
                </a:moveTo>
                <a:lnTo>
                  <a:pt x="0" y="463388"/>
                </a:lnTo>
              </a:path>
            </a:pathLst>
          </a:custGeom>
          <a:ln w="1252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71" name="object 371"/>
          <p:cNvSpPr/>
          <p:nvPr/>
        </p:nvSpPr>
        <p:spPr>
          <a:xfrm>
            <a:off x="3206053" y="5798832"/>
            <a:ext cx="0" cy="474919"/>
          </a:xfrm>
          <a:custGeom>
            <a:avLst/>
            <a:gdLst/>
            <a:ahLst/>
            <a:cxnLst/>
            <a:rect l="l" t="t" r="r" b="b"/>
            <a:pathLst>
              <a:path w="0" h="474919">
                <a:moveTo>
                  <a:pt x="0" y="0"/>
                </a:moveTo>
                <a:lnTo>
                  <a:pt x="0" y="474919"/>
                </a:lnTo>
              </a:path>
            </a:pathLst>
          </a:custGeom>
          <a:ln w="1379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72" name="object 372"/>
          <p:cNvSpPr/>
          <p:nvPr/>
        </p:nvSpPr>
        <p:spPr>
          <a:xfrm>
            <a:off x="3632753" y="5804598"/>
            <a:ext cx="0" cy="463388"/>
          </a:xfrm>
          <a:custGeom>
            <a:avLst/>
            <a:gdLst/>
            <a:ahLst/>
            <a:cxnLst/>
            <a:rect l="l" t="t" r="r" b="b"/>
            <a:pathLst>
              <a:path w="0" h="463388">
                <a:moveTo>
                  <a:pt x="0" y="0"/>
                </a:moveTo>
                <a:lnTo>
                  <a:pt x="0" y="463388"/>
                </a:lnTo>
              </a:path>
            </a:pathLst>
          </a:custGeom>
          <a:ln w="1252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73" name="object 373"/>
          <p:cNvSpPr/>
          <p:nvPr/>
        </p:nvSpPr>
        <p:spPr>
          <a:xfrm>
            <a:off x="3633026" y="5798832"/>
            <a:ext cx="0" cy="474919"/>
          </a:xfrm>
          <a:custGeom>
            <a:avLst/>
            <a:gdLst/>
            <a:ahLst/>
            <a:cxnLst/>
            <a:rect l="l" t="t" r="r" b="b"/>
            <a:pathLst>
              <a:path w="0" h="474919">
                <a:moveTo>
                  <a:pt x="0" y="0"/>
                </a:moveTo>
                <a:lnTo>
                  <a:pt x="0" y="474919"/>
                </a:lnTo>
              </a:path>
            </a:pathLst>
          </a:custGeom>
          <a:ln w="1421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74" name="object 374"/>
          <p:cNvSpPr/>
          <p:nvPr/>
        </p:nvSpPr>
        <p:spPr>
          <a:xfrm>
            <a:off x="4022015" y="5804598"/>
            <a:ext cx="0" cy="463388"/>
          </a:xfrm>
          <a:custGeom>
            <a:avLst/>
            <a:gdLst/>
            <a:ahLst/>
            <a:cxnLst/>
            <a:rect l="l" t="t" r="r" b="b"/>
            <a:pathLst>
              <a:path w="0" h="463388">
                <a:moveTo>
                  <a:pt x="0" y="0"/>
                </a:moveTo>
                <a:lnTo>
                  <a:pt x="0" y="463388"/>
                </a:lnTo>
              </a:path>
            </a:pathLst>
          </a:custGeom>
          <a:ln w="1252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75" name="object 375"/>
          <p:cNvSpPr/>
          <p:nvPr/>
        </p:nvSpPr>
        <p:spPr>
          <a:xfrm>
            <a:off x="4022079" y="5798832"/>
            <a:ext cx="0" cy="474919"/>
          </a:xfrm>
          <a:custGeom>
            <a:avLst/>
            <a:gdLst/>
            <a:ahLst/>
            <a:cxnLst/>
            <a:rect l="l" t="t" r="r" b="b"/>
            <a:pathLst>
              <a:path w="0" h="474919">
                <a:moveTo>
                  <a:pt x="0" y="0"/>
                </a:moveTo>
                <a:lnTo>
                  <a:pt x="0" y="474919"/>
                </a:lnTo>
              </a:path>
            </a:pathLst>
          </a:custGeom>
          <a:ln w="1379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76" name="object 376"/>
          <p:cNvSpPr/>
          <p:nvPr/>
        </p:nvSpPr>
        <p:spPr>
          <a:xfrm>
            <a:off x="4398709" y="5804598"/>
            <a:ext cx="0" cy="463388"/>
          </a:xfrm>
          <a:custGeom>
            <a:avLst/>
            <a:gdLst/>
            <a:ahLst/>
            <a:cxnLst/>
            <a:rect l="l" t="t" r="r" b="b"/>
            <a:pathLst>
              <a:path w="0" h="463388">
                <a:moveTo>
                  <a:pt x="0" y="0"/>
                </a:moveTo>
                <a:lnTo>
                  <a:pt x="0" y="463388"/>
                </a:lnTo>
              </a:path>
            </a:pathLst>
          </a:custGeom>
          <a:ln w="1252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77" name="object 377"/>
          <p:cNvSpPr/>
          <p:nvPr/>
        </p:nvSpPr>
        <p:spPr>
          <a:xfrm>
            <a:off x="4398773" y="5798832"/>
            <a:ext cx="0" cy="474919"/>
          </a:xfrm>
          <a:custGeom>
            <a:avLst/>
            <a:gdLst/>
            <a:ahLst/>
            <a:cxnLst/>
            <a:rect l="l" t="t" r="r" b="b"/>
            <a:pathLst>
              <a:path w="0" h="474919">
                <a:moveTo>
                  <a:pt x="0" y="0"/>
                </a:moveTo>
                <a:lnTo>
                  <a:pt x="0" y="474919"/>
                </a:lnTo>
              </a:path>
            </a:pathLst>
          </a:custGeom>
          <a:ln w="1379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78" name="object 378"/>
          <p:cNvSpPr/>
          <p:nvPr/>
        </p:nvSpPr>
        <p:spPr>
          <a:xfrm>
            <a:off x="4787970" y="5804598"/>
            <a:ext cx="0" cy="463388"/>
          </a:xfrm>
          <a:custGeom>
            <a:avLst/>
            <a:gdLst/>
            <a:ahLst/>
            <a:cxnLst/>
            <a:rect l="l" t="t" r="r" b="b"/>
            <a:pathLst>
              <a:path w="0" h="463388">
                <a:moveTo>
                  <a:pt x="0" y="0"/>
                </a:moveTo>
                <a:lnTo>
                  <a:pt x="0" y="463388"/>
                </a:lnTo>
              </a:path>
            </a:pathLst>
          </a:custGeom>
          <a:ln w="1252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79" name="object 379"/>
          <p:cNvSpPr/>
          <p:nvPr/>
        </p:nvSpPr>
        <p:spPr>
          <a:xfrm>
            <a:off x="4787867" y="5798832"/>
            <a:ext cx="0" cy="474919"/>
          </a:xfrm>
          <a:custGeom>
            <a:avLst/>
            <a:gdLst/>
            <a:ahLst/>
            <a:cxnLst/>
            <a:rect l="l" t="t" r="r" b="b"/>
            <a:pathLst>
              <a:path w="0" h="474919">
                <a:moveTo>
                  <a:pt x="0" y="0"/>
                </a:moveTo>
                <a:lnTo>
                  <a:pt x="0" y="474919"/>
                </a:lnTo>
              </a:path>
            </a:pathLst>
          </a:custGeom>
          <a:ln w="1379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80" name="object 380"/>
          <p:cNvSpPr/>
          <p:nvPr/>
        </p:nvSpPr>
        <p:spPr>
          <a:xfrm>
            <a:off x="5177064" y="5804598"/>
            <a:ext cx="0" cy="463388"/>
          </a:xfrm>
          <a:custGeom>
            <a:avLst/>
            <a:gdLst/>
            <a:ahLst/>
            <a:cxnLst/>
            <a:rect l="l" t="t" r="r" b="b"/>
            <a:pathLst>
              <a:path w="0" h="463388">
                <a:moveTo>
                  <a:pt x="0" y="0"/>
                </a:moveTo>
                <a:lnTo>
                  <a:pt x="0" y="463388"/>
                </a:lnTo>
              </a:path>
            </a:pathLst>
          </a:custGeom>
          <a:ln w="1252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81" name="object 381"/>
          <p:cNvSpPr/>
          <p:nvPr/>
        </p:nvSpPr>
        <p:spPr>
          <a:xfrm>
            <a:off x="5177128" y="5798832"/>
            <a:ext cx="0" cy="474919"/>
          </a:xfrm>
          <a:custGeom>
            <a:avLst/>
            <a:gdLst/>
            <a:ahLst/>
            <a:cxnLst/>
            <a:rect l="l" t="t" r="r" b="b"/>
            <a:pathLst>
              <a:path w="0" h="474919">
                <a:moveTo>
                  <a:pt x="0" y="0"/>
                </a:moveTo>
                <a:lnTo>
                  <a:pt x="0" y="474919"/>
                </a:lnTo>
              </a:path>
            </a:pathLst>
          </a:custGeom>
          <a:ln w="1379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82" name="object 382"/>
          <p:cNvSpPr/>
          <p:nvPr/>
        </p:nvSpPr>
        <p:spPr>
          <a:xfrm>
            <a:off x="5541358" y="5804598"/>
            <a:ext cx="0" cy="463388"/>
          </a:xfrm>
          <a:custGeom>
            <a:avLst/>
            <a:gdLst/>
            <a:ahLst/>
            <a:cxnLst/>
            <a:rect l="l" t="t" r="r" b="b"/>
            <a:pathLst>
              <a:path w="0" h="463388">
                <a:moveTo>
                  <a:pt x="0" y="0"/>
                </a:moveTo>
                <a:lnTo>
                  <a:pt x="0" y="463388"/>
                </a:lnTo>
              </a:path>
            </a:pathLst>
          </a:custGeom>
          <a:ln w="1252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83" name="object 383"/>
          <p:cNvSpPr/>
          <p:nvPr/>
        </p:nvSpPr>
        <p:spPr>
          <a:xfrm>
            <a:off x="5541255" y="5798832"/>
            <a:ext cx="0" cy="474919"/>
          </a:xfrm>
          <a:custGeom>
            <a:avLst/>
            <a:gdLst/>
            <a:ahLst/>
            <a:cxnLst/>
            <a:rect l="l" t="t" r="r" b="b"/>
            <a:pathLst>
              <a:path w="0" h="474919">
                <a:moveTo>
                  <a:pt x="0" y="0"/>
                </a:moveTo>
                <a:lnTo>
                  <a:pt x="0" y="474919"/>
                </a:lnTo>
              </a:path>
            </a:pathLst>
          </a:custGeom>
          <a:ln w="1379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84" name="object 384"/>
          <p:cNvSpPr/>
          <p:nvPr/>
        </p:nvSpPr>
        <p:spPr>
          <a:xfrm>
            <a:off x="5967988" y="5804598"/>
            <a:ext cx="0" cy="463388"/>
          </a:xfrm>
          <a:custGeom>
            <a:avLst/>
            <a:gdLst/>
            <a:ahLst/>
            <a:cxnLst/>
            <a:rect l="l" t="t" r="r" b="b"/>
            <a:pathLst>
              <a:path w="0" h="463388">
                <a:moveTo>
                  <a:pt x="0" y="0"/>
                </a:moveTo>
                <a:lnTo>
                  <a:pt x="0" y="463388"/>
                </a:lnTo>
              </a:path>
            </a:pathLst>
          </a:custGeom>
          <a:ln w="1252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85" name="object 385"/>
          <p:cNvSpPr/>
          <p:nvPr/>
        </p:nvSpPr>
        <p:spPr>
          <a:xfrm>
            <a:off x="5968052" y="5798832"/>
            <a:ext cx="0" cy="474919"/>
          </a:xfrm>
          <a:custGeom>
            <a:avLst/>
            <a:gdLst/>
            <a:ahLst/>
            <a:cxnLst/>
            <a:rect l="l" t="t" r="r" b="b"/>
            <a:pathLst>
              <a:path w="0" h="474919">
                <a:moveTo>
                  <a:pt x="0" y="0"/>
                </a:moveTo>
                <a:lnTo>
                  <a:pt x="0" y="474919"/>
                </a:lnTo>
              </a:path>
            </a:pathLst>
          </a:custGeom>
          <a:ln w="1379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86" name="object 386"/>
          <p:cNvSpPr/>
          <p:nvPr/>
        </p:nvSpPr>
        <p:spPr>
          <a:xfrm>
            <a:off x="6356914" y="5804598"/>
            <a:ext cx="0" cy="463388"/>
          </a:xfrm>
          <a:custGeom>
            <a:avLst/>
            <a:gdLst/>
            <a:ahLst/>
            <a:cxnLst/>
            <a:rect l="l" t="t" r="r" b="b"/>
            <a:pathLst>
              <a:path w="0" h="463388">
                <a:moveTo>
                  <a:pt x="0" y="0"/>
                </a:moveTo>
                <a:lnTo>
                  <a:pt x="0" y="463388"/>
                </a:lnTo>
              </a:path>
            </a:pathLst>
          </a:custGeom>
          <a:ln w="1252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87" name="object 387"/>
          <p:cNvSpPr/>
          <p:nvPr/>
        </p:nvSpPr>
        <p:spPr>
          <a:xfrm>
            <a:off x="6356811" y="5798832"/>
            <a:ext cx="0" cy="474919"/>
          </a:xfrm>
          <a:custGeom>
            <a:avLst/>
            <a:gdLst/>
            <a:ahLst/>
            <a:cxnLst/>
            <a:rect l="l" t="t" r="r" b="b"/>
            <a:pathLst>
              <a:path w="0" h="474919">
                <a:moveTo>
                  <a:pt x="0" y="0"/>
                </a:moveTo>
                <a:lnTo>
                  <a:pt x="0" y="474919"/>
                </a:lnTo>
              </a:path>
            </a:pathLst>
          </a:custGeom>
          <a:ln w="1379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88" name="object 388"/>
          <p:cNvSpPr/>
          <p:nvPr/>
        </p:nvSpPr>
        <p:spPr>
          <a:xfrm>
            <a:off x="6733608" y="5804598"/>
            <a:ext cx="0" cy="463388"/>
          </a:xfrm>
          <a:custGeom>
            <a:avLst/>
            <a:gdLst/>
            <a:ahLst/>
            <a:cxnLst/>
            <a:rect l="l" t="t" r="r" b="b"/>
            <a:pathLst>
              <a:path w="0" h="463388">
                <a:moveTo>
                  <a:pt x="0" y="0"/>
                </a:moveTo>
                <a:lnTo>
                  <a:pt x="0" y="463388"/>
                </a:lnTo>
              </a:path>
            </a:pathLst>
          </a:custGeom>
          <a:ln w="1252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89" name="object 389"/>
          <p:cNvSpPr/>
          <p:nvPr/>
        </p:nvSpPr>
        <p:spPr>
          <a:xfrm>
            <a:off x="6733505" y="5798832"/>
            <a:ext cx="0" cy="474919"/>
          </a:xfrm>
          <a:custGeom>
            <a:avLst/>
            <a:gdLst/>
            <a:ahLst/>
            <a:cxnLst/>
            <a:rect l="l" t="t" r="r" b="b"/>
            <a:pathLst>
              <a:path w="0" h="474919">
                <a:moveTo>
                  <a:pt x="0" y="0"/>
                </a:moveTo>
                <a:lnTo>
                  <a:pt x="0" y="474919"/>
                </a:lnTo>
              </a:path>
            </a:pathLst>
          </a:custGeom>
          <a:ln w="1379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90" name="object 390"/>
          <p:cNvSpPr/>
          <p:nvPr/>
        </p:nvSpPr>
        <p:spPr>
          <a:xfrm>
            <a:off x="7110135" y="5804598"/>
            <a:ext cx="0" cy="463388"/>
          </a:xfrm>
          <a:custGeom>
            <a:avLst/>
            <a:gdLst/>
            <a:ahLst/>
            <a:cxnLst/>
            <a:rect l="l" t="t" r="r" b="b"/>
            <a:pathLst>
              <a:path w="0" h="463388">
                <a:moveTo>
                  <a:pt x="0" y="0"/>
                </a:moveTo>
                <a:lnTo>
                  <a:pt x="0" y="463388"/>
                </a:lnTo>
              </a:path>
            </a:pathLst>
          </a:custGeom>
          <a:ln w="1252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91" name="object 391"/>
          <p:cNvSpPr/>
          <p:nvPr/>
        </p:nvSpPr>
        <p:spPr>
          <a:xfrm>
            <a:off x="7110199" y="5798832"/>
            <a:ext cx="0" cy="474919"/>
          </a:xfrm>
          <a:custGeom>
            <a:avLst/>
            <a:gdLst/>
            <a:ahLst/>
            <a:cxnLst/>
            <a:rect l="l" t="t" r="r" b="b"/>
            <a:pathLst>
              <a:path w="0" h="474919">
                <a:moveTo>
                  <a:pt x="0" y="0"/>
                </a:moveTo>
                <a:lnTo>
                  <a:pt x="0" y="474919"/>
                </a:lnTo>
              </a:path>
            </a:pathLst>
          </a:custGeom>
          <a:ln w="1379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92" name="object 392"/>
          <p:cNvSpPr/>
          <p:nvPr/>
        </p:nvSpPr>
        <p:spPr>
          <a:xfrm>
            <a:off x="7536932" y="5804598"/>
            <a:ext cx="0" cy="463388"/>
          </a:xfrm>
          <a:custGeom>
            <a:avLst/>
            <a:gdLst/>
            <a:ahLst/>
            <a:cxnLst/>
            <a:rect l="l" t="t" r="r" b="b"/>
            <a:pathLst>
              <a:path w="0" h="463388">
                <a:moveTo>
                  <a:pt x="0" y="0"/>
                </a:moveTo>
                <a:lnTo>
                  <a:pt x="0" y="463388"/>
                </a:lnTo>
              </a:path>
            </a:pathLst>
          </a:custGeom>
          <a:ln w="1252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93" name="object 393"/>
          <p:cNvSpPr/>
          <p:nvPr/>
        </p:nvSpPr>
        <p:spPr>
          <a:xfrm>
            <a:off x="7536996" y="5798832"/>
            <a:ext cx="0" cy="474919"/>
          </a:xfrm>
          <a:custGeom>
            <a:avLst/>
            <a:gdLst/>
            <a:ahLst/>
            <a:cxnLst/>
            <a:rect l="l" t="t" r="r" b="b"/>
            <a:pathLst>
              <a:path w="0" h="474919">
                <a:moveTo>
                  <a:pt x="0" y="0"/>
                </a:moveTo>
                <a:lnTo>
                  <a:pt x="0" y="474919"/>
                </a:lnTo>
              </a:path>
            </a:pathLst>
          </a:custGeom>
          <a:ln w="1379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94" name="object 394"/>
          <p:cNvSpPr/>
          <p:nvPr/>
        </p:nvSpPr>
        <p:spPr>
          <a:xfrm>
            <a:off x="1655908" y="6285279"/>
            <a:ext cx="6276613" cy="0"/>
          </a:xfrm>
          <a:custGeom>
            <a:avLst/>
            <a:gdLst/>
            <a:ahLst/>
            <a:cxnLst/>
            <a:rect l="l" t="t" r="r" b="b"/>
            <a:pathLst>
              <a:path w="6276613" h="0">
                <a:moveTo>
                  <a:pt x="0" y="0"/>
                </a:moveTo>
                <a:lnTo>
                  <a:pt x="6276613" y="0"/>
                </a:lnTo>
              </a:path>
            </a:pathLst>
          </a:custGeom>
          <a:ln w="2432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95" name="object 395"/>
          <p:cNvSpPr/>
          <p:nvPr/>
        </p:nvSpPr>
        <p:spPr>
          <a:xfrm>
            <a:off x="7926193" y="4031703"/>
            <a:ext cx="0" cy="0"/>
          </a:xfrm>
          <a:custGeom>
            <a:avLst/>
            <a:gdLst/>
            <a:ahLst/>
            <a:cxnLst/>
            <a:rect l="l" t="t" r="r" b="b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ln w="11545">
            <a:solidFill>
              <a:srgbClr val="C0C0C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96" name="object 396"/>
          <p:cNvSpPr/>
          <p:nvPr/>
        </p:nvSpPr>
        <p:spPr>
          <a:xfrm>
            <a:off x="7919954" y="4037408"/>
            <a:ext cx="0" cy="2259397"/>
          </a:xfrm>
          <a:custGeom>
            <a:avLst/>
            <a:gdLst/>
            <a:ahLst/>
            <a:cxnLst/>
            <a:rect l="l" t="t" r="r" b="b"/>
            <a:pathLst>
              <a:path w="0" h="2259397">
                <a:moveTo>
                  <a:pt x="0" y="0"/>
                </a:moveTo>
                <a:lnTo>
                  <a:pt x="0" y="2259397"/>
                </a:lnTo>
              </a:path>
            </a:pathLst>
          </a:custGeom>
          <a:ln w="2632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97" name="object 397"/>
          <p:cNvSpPr/>
          <p:nvPr/>
        </p:nvSpPr>
        <p:spPr>
          <a:xfrm>
            <a:off x="7938761" y="4031703"/>
            <a:ext cx="0" cy="0"/>
          </a:xfrm>
          <a:custGeom>
            <a:avLst/>
            <a:gdLst/>
            <a:ahLst/>
            <a:cxnLst/>
            <a:rect l="l" t="t" r="r" b="b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ln w="11545">
            <a:solidFill>
              <a:srgbClr val="C0C0C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98" name="object 398"/>
          <p:cNvSpPr/>
          <p:nvPr/>
        </p:nvSpPr>
        <p:spPr>
          <a:xfrm>
            <a:off x="7932393" y="4031653"/>
            <a:ext cx="12528" cy="0"/>
          </a:xfrm>
          <a:custGeom>
            <a:avLst/>
            <a:gdLst/>
            <a:ahLst/>
            <a:cxnLst/>
            <a:rect l="l" t="t" r="r" b="b"/>
            <a:pathLst>
              <a:path w="12528" h="0">
                <a:moveTo>
                  <a:pt x="0" y="0"/>
                </a:moveTo>
                <a:lnTo>
                  <a:pt x="12528" y="0"/>
                </a:lnTo>
              </a:path>
            </a:pathLst>
          </a:custGeom>
          <a:ln w="12797">
            <a:solidFill>
              <a:srgbClr val="C0C0C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99" name="object 399"/>
          <p:cNvSpPr/>
          <p:nvPr/>
        </p:nvSpPr>
        <p:spPr>
          <a:xfrm>
            <a:off x="7938761" y="4286504"/>
            <a:ext cx="0" cy="0"/>
          </a:xfrm>
          <a:custGeom>
            <a:avLst/>
            <a:gdLst/>
            <a:ahLst/>
            <a:cxnLst/>
            <a:rect l="l" t="t" r="r" b="b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ln w="11545">
            <a:solidFill>
              <a:srgbClr val="C0C0C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00" name="object 400"/>
          <p:cNvSpPr/>
          <p:nvPr/>
        </p:nvSpPr>
        <p:spPr>
          <a:xfrm>
            <a:off x="7932393" y="4286726"/>
            <a:ext cx="12528" cy="0"/>
          </a:xfrm>
          <a:custGeom>
            <a:avLst/>
            <a:gdLst/>
            <a:ahLst/>
            <a:cxnLst/>
            <a:rect l="l" t="t" r="r" b="b"/>
            <a:pathLst>
              <a:path w="12528" h="0">
                <a:moveTo>
                  <a:pt x="0" y="0"/>
                </a:moveTo>
                <a:lnTo>
                  <a:pt x="12528" y="0"/>
                </a:lnTo>
              </a:path>
            </a:pathLst>
          </a:custGeom>
          <a:ln w="13181">
            <a:solidFill>
              <a:srgbClr val="C0C0C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01" name="object 401"/>
          <p:cNvSpPr/>
          <p:nvPr/>
        </p:nvSpPr>
        <p:spPr>
          <a:xfrm>
            <a:off x="7938761" y="4530033"/>
            <a:ext cx="0" cy="0"/>
          </a:xfrm>
          <a:custGeom>
            <a:avLst/>
            <a:gdLst/>
            <a:ahLst/>
            <a:cxnLst/>
            <a:rect l="l" t="t" r="r" b="b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ln w="11545">
            <a:solidFill>
              <a:srgbClr val="C0C0C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02" name="object 402"/>
          <p:cNvSpPr/>
          <p:nvPr/>
        </p:nvSpPr>
        <p:spPr>
          <a:xfrm>
            <a:off x="7932393" y="4530138"/>
            <a:ext cx="12528" cy="0"/>
          </a:xfrm>
          <a:custGeom>
            <a:avLst/>
            <a:gdLst/>
            <a:ahLst/>
            <a:cxnLst/>
            <a:rect l="l" t="t" r="r" b="b"/>
            <a:pathLst>
              <a:path w="12528" h="0">
                <a:moveTo>
                  <a:pt x="0" y="0"/>
                </a:moveTo>
                <a:lnTo>
                  <a:pt x="12528" y="0"/>
                </a:lnTo>
              </a:path>
            </a:pathLst>
          </a:custGeom>
          <a:ln w="12797">
            <a:solidFill>
              <a:srgbClr val="C0C0C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03" name="object 403"/>
          <p:cNvSpPr/>
          <p:nvPr/>
        </p:nvSpPr>
        <p:spPr>
          <a:xfrm>
            <a:off x="7938761" y="4784820"/>
            <a:ext cx="0" cy="0"/>
          </a:xfrm>
          <a:custGeom>
            <a:avLst/>
            <a:gdLst/>
            <a:ahLst/>
            <a:cxnLst/>
            <a:rect l="l" t="t" r="r" b="b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ln w="11545">
            <a:solidFill>
              <a:srgbClr val="C0C0C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04" name="object 404"/>
          <p:cNvSpPr/>
          <p:nvPr/>
        </p:nvSpPr>
        <p:spPr>
          <a:xfrm>
            <a:off x="7932393" y="4784816"/>
            <a:ext cx="12528" cy="0"/>
          </a:xfrm>
          <a:custGeom>
            <a:avLst/>
            <a:gdLst/>
            <a:ahLst/>
            <a:cxnLst/>
            <a:rect l="l" t="t" r="r" b="b"/>
            <a:pathLst>
              <a:path w="12528" h="0">
                <a:moveTo>
                  <a:pt x="0" y="0"/>
                </a:moveTo>
                <a:lnTo>
                  <a:pt x="12528" y="0"/>
                </a:lnTo>
              </a:path>
            </a:pathLst>
          </a:custGeom>
          <a:ln w="12797">
            <a:solidFill>
              <a:srgbClr val="C0C0C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05" name="object 405"/>
          <p:cNvSpPr/>
          <p:nvPr/>
        </p:nvSpPr>
        <p:spPr>
          <a:xfrm>
            <a:off x="7938761" y="5039961"/>
            <a:ext cx="0" cy="0"/>
          </a:xfrm>
          <a:custGeom>
            <a:avLst/>
            <a:gdLst/>
            <a:ahLst/>
            <a:cxnLst/>
            <a:rect l="l" t="t" r="r" b="b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ln w="11545">
            <a:solidFill>
              <a:srgbClr val="C0C0C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06" name="object 406"/>
          <p:cNvSpPr/>
          <p:nvPr/>
        </p:nvSpPr>
        <p:spPr>
          <a:xfrm>
            <a:off x="7932393" y="5039958"/>
            <a:ext cx="12528" cy="0"/>
          </a:xfrm>
          <a:custGeom>
            <a:avLst/>
            <a:gdLst/>
            <a:ahLst/>
            <a:cxnLst/>
            <a:rect l="l" t="t" r="r" b="b"/>
            <a:pathLst>
              <a:path w="12528" h="0">
                <a:moveTo>
                  <a:pt x="0" y="0"/>
                </a:moveTo>
                <a:lnTo>
                  <a:pt x="12528" y="0"/>
                </a:lnTo>
              </a:path>
            </a:pathLst>
          </a:custGeom>
          <a:ln w="12797">
            <a:solidFill>
              <a:srgbClr val="C0C0C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07" name="object 407"/>
          <p:cNvSpPr/>
          <p:nvPr/>
        </p:nvSpPr>
        <p:spPr>
          <a:xfrm>
            <a:off x="7938761" y="5283181"/>
            <a:ext cx="0" cy="0"/>
          </a:xfrm>
          <a:custGeom>
            <a:avLst/>
            <a:gdLst/>
            <a:ahLst/>
            <a:cxnLst/>
            <a:rect l="l" t="t" r="r" b="b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ln w="11545">
            <a:solidFill>
              <a:srgbClr val="C0C0C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08" name="object 408"/>
          <p:cNvSpPr/>
          <p:nvPr/>
        </p:nvSpPr>
        <p:spPr>
          <a:xfrm>
            <a:off x="7932393" y="5283178"/>
            <a:ext cx="12528" cy="0"/>
          </a:xfrm>
          <a:custGeom>
            <a:avLst/>
            <a:gdLst/>
            <a:ahLst/>
            <a:cxnLst/>
            <a:rect l="l" t="t" r="r" b="b"/>
            <a:pathLst>
              <a:path w="12528" h="0">
                <a:moveTo>
                  <a:pt x="0" y="0"/>
                </a:moveTo>
                <a:lnTo>
                  <a:pt x="12528" y="0"/>
                </a:lnTo>
              </a:path>
            </a:pathLst>
          </a:custGeom>
          <a:ln w="12797">
            <a:solidFill>
              <a:srgbClr val="C0C0C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09" name="object 409"/>
          <p:cNvSpPr/>
          <p:nvPr/>
        </p:nvSpPr>
        <p:spPr>
          <a:xfrm>
            <a:off x="7938761" y="5537937"/>
            <a:ext cx="0" cy="0"/>
          </a:xfrm>
          <a:custGeom>
            <a:avLst/>
            <a:gdLst/>
            <a:ahLst/>
            <a:cxnLst/>
            <a:rect l="l" t="t" r="r" b="b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ln w="11545">
            <a:solidFill>
              <a:srgbClr val="C0C0C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10" name="object 410"/>
          <p:cNvSpPr/>
          <p:nvPr/>
        </p:nvSpPr>
        <p:spPr>
          <a:xfrm>
            <a:off x="7932394" y="5537933"/>
            <a:ext cx="12528" cy="0"/>
          </a:xfrm>
          <a:custGeom>
            <a:avLst/>
            <a:gdLst/>
            <a:ahLst/>
            <a:cxnLst/>
            <a:rect l="l" t="t" r="r" b="b"/>
            <a:pathLst>
              <a:path w="12528" h="0">
                <a:moveTo>
                  <a:pt x="0" y="0"/>
                </a:moveTo>
                <a:lnTo>
                  <a:pt x="12528" y="0"/>
                </a:lnTo>
              </a:path>
            </a:pathLst>
          </a:custGeom>
          <a:ln w="12797">
            <a:solidFill>
              <a:srgbClr val="C0C0C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11" name="object 411"/>
          <p:cNvSpPr/>
          <p:nvPr/>
        </p:nvSpPr>
        <p:spPr>
          <a:xfrm>
            <a:off x="7938761" y="5793063"/>
            <a:ext cx="0" cy="0"/>
          </a:xfrm>
          <a:custGeom>
            <a:avLst/>
            <a:gdLst/>
            <a:ahLst/>
            <a:cxnLst/>
            <a:rect l="l" t="t" r="r" b="b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ln w="11545">
            <a:solidFill>
              <a:srgbClr val="C0C0C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12" name="object 412"/>
          <p:cNvSpPr/>
          <p:nvPr/>
        </p:nvSpPr>
        <p:spPr>
          <a:xfrm>
            <a:off x="7932394" y="5793075"/>
            <a:ext cx="12528" cy="0"/>
          </a:xfrm>
          <a:custGeom>
            <a:avLst/>
            <a:gdLst/>
            <a:ahLst/>
            <a:cxnLst/>
            <a:rect l="l" t="t" r="r" b="b"/>
            <a:pathLst>
              <a:path w="12528" h="0">
                <a:moveTo>
                  <a:pt x="0" y="0"/>
                </a:moveTo>
                <a:lnTo>
                  <a:pt x="12528" y="0"/>
                </a:lnTo>
              </a:path>
            </a:pathLst>
          </a:custGeom>
          <a:ln w="12797">
            <a:solidFill>
              <a:srgbClr val="C0C0C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13" name="object 413"/>
          <p:cNvSpPr/>
          <p:nvPr/>
        </p:nvSpPr>
        <p:spPr>
          <a:xfrm>
            <a:off x="7938761" y="6036298"/>
            <a:ext cx="0" cy="0"/>
          </a:xfrm>
          <a:custGeom>
            <a:avLst/>
            <a:gdLst/>
            <a:ahLst/>
            <a:cxnLst/>
            <a:rect l="l" t="t" r="r" b="b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ln w="11545">
            <a:solidFill>
              <a:srgbClr val="C0C0C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14" name="object 414"/>
          <p:cNvSpPr/>
          <p:nvPr/>
        </p:nvSpPr>
        <p:spPr>
          <a:xfrm>
            <a:off x="7932394" y="6036295"/>
            <a:ext cx="12528" cy="0"/>
          </a:xfrm>
          <a:custGeom>
            <a:avLst/>
            <a:gdLst/>
            <a:ahLst/>
            <a:cxnLst/>
            <a:rect l="l" t="t" r="r" b="b"/>
            <a:pathLst>
              <a:path w="12528" h="0">
                <a:moveTo>
                  <a:pt x="0" y="0"/>
                </a:moveTo>
                <a:lnTo>
                  <a:pt x="12528" y="0"/>
                </a:lnTo>
              </a:path>
            </a:pathLst>
          </a:custGeom>
          <a:ln w="12797">
            <a:solidFill>
              <a:srgbClr val="C0C0C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15" name="object 415"/>
          <p:cNvSpPr/>
          <p:nvPr/>
        </p:nvSpPr>
        <p:spPr>
          <a:xfrm>
            <a:off x="7938761" y="6291042"/>
            <a:ext cx="0" cy="0"/>
          </a:xfrm>
          <a:custGeom>
            <a:avLst/>
            <a:gdLst/>
            <a:ahLst/>
            <a:cxnLst/>
            <a:rect l="l" t="t" r="r" b="b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ln w="11545">
            <a:solidFill>
              <a:srgbClr val="C0C0C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16" name="object 416"/>
          <p:cNvSpPr/>
          <p:nvPr/>
        </p:nvSpPr>
        <p:spPr>
          <a:xfrm>
            <a:off x="7932394" y="6291042"/>
            <a:ext cx="12528" cy="0"/>
          </a:xfrm>
          <a:custGeom>
            <a:avLst/>
            <a:gdLst/>
            <a:ahLst/>
            <a:cxnLst/>
            <a:rect l="l" t="t" r="r" b="b"/>
            <a:pathLst>
              <a:path w="12528" h="0">
                <a:moveTo>
                  <a:pt x="0" y="0"/>
                </a:moveTo>
                <a:lnTo>
                  <a:pt x="12528" y="0"/>
                </a:lnTo>
              </a:path>
            </a:pathLst>
          </a:custGeom>
          <a:ln w="12797">
            <a:solidFill>
              <a:srgbClr val="C0C0C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32" name="object 232"/>
          <p:cNvSpPr/>
          <p:nvPr/>
        </p:nvSpPr>
        <p:spPr>
          <a:xfrm>
            <a:off x="2051375" y="4031703"/>
            <a:ext cx="0" cy="0"/>
          </a:xfrm>
          <a:custGeom>
            <a:avLst/>
            <a:gdLst/>
            <a:ahLst/>
            <a:cxnLst/>
            <a:rect l="l" t="t" r="r" b="b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ln w="11545">
            <a:solidFill>
              <a:srgbClr val="C0C0C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31" name="object 231"/>
          <p:cNvSpPr/>
          <p:nvPr/>
        </p:nvSpPr>
        <p:spPr>
          <a:xfrm>
            <a:off x="2440587" y="4031703"/>
            <a:ext cx="0" cy="0"/>
          </a:xfrm>
          <a:custGeom>
            <a:avLst/>
            <a:gdLst/>
            <a:ahLst/>
            <a:cxnLst/>
            <a:rect l="l" t="t" r="r" b="b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ln w="11545">
            <a:solidFill>
              <a:srgbClr val="C0C0C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30" name="object 230"/>
          <p:cNvSpPr/>
          <p:nvPr/>
        </p:nvSpPr>
        <p:spPr>
          <a:xfrm>
            <a:off x="2829781" y="4031703"/>
            <a:ext cx="0" cy="0"/>
          </a:xfrm>
          <a:custGeom>
            <a:avLst/>
            <a:gdLst/>
            <a:ahLst/>
            <a:cxnLst/>
            <a:rect l="l" t="t" r="r" b="b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ln w="11545">
            <a:solidFill>
              <a:srgbClr val="C0C0C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29" name="object 229"/>
          <p:cNvSpPr/>
          <p:nvPr/>
        </p:nvSpPr>
        <p:spPr>
          <a:xfrm>
            <a:off x="3206040" y="4031703"/>
            <a:ext cx="0" cy="0"/>
          </a:xfrm>
          <a:custGeom>
            <a:avLst/>
            <a:gdLst/>
            <a:ahLst/>
            <a:cxnLst/>
            <a:rect l="l" t="t" r="r" b="b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ln w="11545">
            <a:solidFill>
              <a:srgbClr val="C0C0C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28" name="object 228"/>
          <p:cNvSpPr/>
          <p:nvPr/>
        </p:nvSpPr>
        <p:spPr>
          <a:xfrm>
            <a:off x="3632753" y="4031703"/>
            <a:ext cx="0" cy="0"/>
          </a:xfrm>
          <a:custGeom>
            <a:avLst/>
            <a:gdLst/>
            <a:ahLst/>
            <a:cxnLst/>
            <a:rect l="l" t="t" r="r" b="b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ln w="11545">
            <a:solidFill>
              <a:srgbClr val="C0C0C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27" name="object 227"/>
          <p:cNvSpPr/>
          <p:nvPr/>
        </p:nvSpPr>
        <p:spPr>
          <a:xfrm>
            <a:off x="4022014" y="4031703"/>
            <a:ext cx="0" cy="0"/>
          </a:xfrm>
          <a:custGeom>
            <a:avLst/>
            <a:gdLst/>
            <a:ahLst/>
            <a:cxnLst/>
            <a:rect l="l" t="t" r="r" b="b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ln w="11545">
            <a:solidFill>
              <a:srgbClr val="C0C0C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26" name="object 226"/>
          <p:cNvSpPr/>
          <p:nvPr/>
        </p:nvSpPr>
        <p:spPr>
          <a:xfrm>
            <a:off x="4398708" y="4031703"/>
            <a:ext cx="0" cy="0"/>
          </a:xfrm>
          <a:custGeom>
            <a:avLst/>
            <a:gdLst/>
            <a:ahLst/>
            <a:cxnLst/>
            <a:rect l="l" t="t" r="r" b="b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ln w="11545">
            <a:solidFill>
              <a:srgbClr val="C0C0C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25" name="object 225"/>
          <p:cNvSpPr/>
          <p:nvPr/>
        </p:nvSpPr>
        <p:spPr>
          <a:xfrm>
            <a:off x="4787970" y="4031703"/>
            <a:ext cx="0" cy="0"/>
          </a:xfrm>
          <a:custGeom>
            <a:avLst/>
            <a:gdLst/>
            <a:ahLst/>
            <a:cxnLst/>
            <a:rect l="l" t="t" r="r" b="b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ln w="11545">
            <a:solidFill>
              <a:srgbClr val="C0C0C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24" name="object 224"/>
          <p:cNvSpPr/>
          <p:nvPr/>
        </p:nvSpPr>
        <p:spPr>
          <a:xfrm>
            <a:off x="5177064" y="4031703"/>
            <a:ext cx="0" cy="0"/>
          </a:xfrm>
          <a:custGeom>
            <a:avLst/>
            <a:gdLst/>
            <a:ahLst/>
            <a:cxnLst/>
            <a:rect l="l" t="t" r="r" b="b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ln w="11545">
            <a:solidFill>
              <a:srgbClr val="C0C0C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23" name="object 223"/>
          <p:cNvSpPr/>
          <p:nvPr/>
        </p:nvSpPr>
        <p:spPr>
          <a:xfrm>
            <a:off x="5541358" y="4031703"/>
            <a:ext cx="0" cy="0"/>
          </a:xfrm>
          <a:custGeom>
            <a:avLst/>
            <a:gdLst/>
            <a:ahLst/>
            <a:cxnLst/>
            <a:rect l="l" t="t" r="r" b="b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ln w="11545">
            <a:solidFill>
              <a:srgbClr val="C0C0C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22" name="object 222"/>
          <p:cNvSpPr/>
          <p:nvPr/>
        </p:nvSpPr>
        <p:spPr>
          <a:xfrm>
            <a:off x="5967988" y="4031703"/>
            <a:ext cx="0" cy="0"/>
          </a:xfrm>
          <a:custGeom>
            <a:avLst/>
            <a:gdLst/>
            <a:ahLst/>
            <a:cxnLst/>
            <a:rect l="l" t="t" r="r" b="b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ln w="11545">
            <a:solidFill>
              <a:srgbClr val="C0C0C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21" name="object 221"/>
          <p:cNvSpPr/>
          <p:nvPr/>
        </p:nvSpPr>
        <p:spPr>
          <a:xfrm>
            <a:off x="6356914" y="4031703"/>
            <a:ext cx="0" cy="0"/>
          </a:xfrm>
          <a:custGeom>
            <a:avLst/>
            <a:gdLst/>
            <a:ahLst/>
            <a:cxnLst/>
            <a:rect l="l" t="t" r="r" b="b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ln w="11545">
            <a:solidFill>
              <a:srgbClr val="C0C0C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20" name="object 220"/>
          <p:cNvSpPr/>
          <p:nvPr/>
        </p:nvSpPr>
        <p:spPr>
          <a:xfrm>
            <a:off x="6733608" y="4031703"/>
            <a:ext cx="0" cy="0"/>
          </a:xfrm>
          <a:custGeom>
            <a:avLst/>
            <a:gdLst/>
            <a:ahLst/>
            <a:cxnLst/>
            <a:rect l="l" t="t" r="r" b="b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ln w="11545">
            <a:solidFill>
              <a:srgbClr val="C0C0C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9" name="object 219"/>
          <p:cNvSpPr/>
          <p:nvPr/>
        </p:nvSpPr>
        <p:spPr>
          <a:xfrm>
            <a:off x="7110135" y="4031703"/>
            <a:ext cx="0" cy="0"/>
          </a:xfrm>
          <a:custGeom>
            <a:avLst/>
            <a:gdLst/>
            <a:ahLst/>
            <a:cxnLst/>
            <a:rect l="l" t="t" r="r" b="b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ln w="11545">
            <a:solidFill>
              <a:srgbClr val="C0C0C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8" name="object 218"/>
          <p:cNvSpPr/>
          <p:nvPr/>
        </p:nvSpPr>
        <p:spPr>
          <a:xfrm>
            <a:off x="7536932" y="4031703"/>
            <a:ext cx="0" cy="0"/>
          </a:xfrm>
          <a:custGeom>
            <a:avLst/>
            <a:gdLst/>
            <a:ahLst/>
            <a:cxnLst/>
            <a:rect l="l" t="t" r="r" b="b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ln w="11545">
            <a:solidFill>
              <a:srgbClr val="C0C0C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7" name="object 217"/>
          <p:cNvSpPr/>
          <p:nvPr/>
        </p:nvSpPr>
        <p:spPr>
          <a:xfrm>
            <a:off x="1649644" y="6302570"/>
            <a:ext cx="0" cy="0"/>
          </a:xfrm>
          <a:custGeom>
            <a:avLst/>
            <a:gdLst/>
            <a:ahLst/>
            <a:cxnLst/>
            <a:rect l="l" t="t" r="r" b="b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ln w="11545">
            <a:solidFill>
              <a:srgbClr val="C0C0C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6" name="object 216"/>
          <p:cNvSpPr/>
          <p:nvPr/>
        </p:nvSpPr>
        <p:spPr>
          <a:xfrm>
            <a:off x="2051375" y="6302570"/>
            <a:ext cx="0" cy="0"/>
          </a:xfrm>
          <a:custGeom>
            <a:avLst/>
            <a:gdLst/>
            <a:ahLst/>
            <a:cxnLst/>
            <a:rect l="l" t="t" r="r" b="b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ln w="11545">
            <a:solidFill>
              <a:srgbClr val="C0C0C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5" name="object 215"/>
          <p:cNvSpPr/>
          <p:nvPr/>
        </p:nvSpPr>
        <p:spPr>
          <a:xfrm>
            <a:off x="2440587" y="6302570"/>
            <a:ext cx="0" cy="0"/>
          </a:xfrm>
          <a:custGeom>
            <a:avLst/>
            <a:gdLst/>
            <a:ahLst/>
            <a:cxnLst/>
            <a:rect l="l" t="t" r="r" b="b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ln w="11545">
            <a:solidFill>
              <a:srgbClr val="C0C0C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4" name="object 214"/>
          <p:cNvSpPr/>
          <p:nvPr/>
        </p:nvSpPr>
        <p:spPr>
          <a:xfrm>
            <a:off x="2829781" y="6302570"/>
            <a:ext cx="0" cy="0"/>
          </a:xfrm>
          <a:custGeom>
            <a:avLst/>
            <a:gdLst/>
            <a:ahLst/>
            <a:cxnLst/>
            <a:rect l="l" t="t" r="r" b="b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ln w="11545">
            <a:solidFill>
              <a:srgbClr val="C0C0C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3" name="object 213"/>
          <p:cNvSpPr/>
          <p:nvPr/>
        </p:nvSpPr>
        <p:spPr>
          <a:xfrm>
            <a:off x="3206040" y="6302570"/>
            <a:ext cx="0" cy="0"/>
          </a:xfrm>
          <a:custGeom>
            <a:avLst/>
            <a:gdLst/>
            <a:ahLst/>
            <a:cxnLst/>
            <a:rect l="l" t="t" r="r" b="b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ln w="11545">
            <a:solidFill>
              <a:srgbClr val="C0C0C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2" name="object 212"/>
          <p:cNvSpPr/>
          <p:nvPr/>
        </p:nvSpPr>
        <p:spPr>
          <a:xfrm>
            <a:off x="3632753" y="6302570"/>
            <a:ext cx="0" cy="0"/>
          </a:xfrm>
          <a:custGeom>
            <a:avLst/>
            <a:gdLst/>
            <a:ahLst/>
            <a:cxnLst/>
            <a:rect l="l" t="t" r="r" b="b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ln w="11545">
            <a:solidFill>
              <a:srgbClr val="C0C0C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1" name="object 211"/>
          <p:cNvSpPr/>
          <p:nvPr/>
        </p:nvSpPr>
        <p:spPr>
          <a:xfrm>
            <a:off x="4022015" y="6302570"/>
            <a:ext cx="0" cy="0"/>
          </a:xfrm>
          <a:custGeom>
            <a:avLst/>
            <a:gdLst/>
            <a:ahLst/>
            <a:cxnLst/>
            <a:rect l="l" t="t" r="r" b="b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ln w="11545">
            <a:solidFill>
              <a:srgbClr val="C0C0C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0" name="object 210"/>
          <p:cNvSpPr/>
          <p:nvPr/>
        </p:nvSpPr>
        <p:spPr>
          <a:xfrm>
            <a:off x="4398709" y="6302570"/>
            <a:ext cx="0" cy="0"/>
          </a:xfrm>
          <a:custGeom>
            <a:avLst/>
            <a:gdLst/>
            <a:ahLst/>
            <a:cxnLst/>
            <a:rect l="l" t="t" r="r" b="b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ln w="11545">
            <a:solidFill>
              <a:srgbClr val="C0C0C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9" name="object 209"/>
          <p:cNvSpPr/>
          <p:nvPr/>
        </p:nvSpPr>
        <p:spPr>
          <a:xfrm>
            <a:off x="4787970" y="6302570"/>
            <a:ext cx="0" cy="0"/>
          </a:xfrm>
          <a:custGeom>
            <a:avLst/>
            <a:gdLst/>
            <a:ahLst/>
            <a:cxnLst/>
            <a:rect l="l" t="t" r="r" b="b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ln w="11545">
            <a:solidFill>
              <a:srgbClr val="C0C0C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8" name="object 208"/>
          <p:cNvSpPr/>
          <p:nvPr/>
        </p:nvSpPr>
        <p:spPr>
          <a:xfrm>
            <a:off x="5177064" y="6302570"/>
            <a:ext cx="0" cy="0"/>
          </a:xfrm>
          <a:custGeom>
            <a:avLst/>
            <a:gdLst/>
            <a:ahLst/>
            <a:cxnLst/>
            <a:rect l="l" t="t" r="r" b="b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ln w="11545">
            <a:solidFill>
              <a:srgbClr val="C0C0C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7" name="object 207"/>
          <p:cNvSpPr/>
          <p:nvPr/>
        </p:nvSpPr>
        <p:spPr>
          <a:xfrm>
            <a:off x="5541358" y="6302570"/>
            <a:ext cx="0" cy="0"/>
          </a:xfrm>
          <a:custGeom>
            <a:avLst/>
            <a:gdLst/>
            <a:ahLst/>
            <a:cxnLst/>
            <a:rect l="l" t="t" r="r" b="b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ln w="11545">
            <a:solidFill>
              <a:srgbClr val="C0C0C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6" name="object 206"/>
          <p:cNvSpPr/>
          <p:nvPr/>
        </p:nvSpPr>
        <p:spPr>
          <a:xfrm>
            <a:off x="5967988" y="6302570"/>
            <a:ext cx="0" cy="0"/>
          </a:xfrm>
          <a:custGeom>
            <a:avLst/>
            <a:gdLst/>
            <a:ahLst/>
            <a:cxnLst/>
            <a:rect l="l" t="t" r="r" b="b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ln w="11545">
            <a:solidFill>
              <a:srgbClr val="C0C0C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5" name="object 205"/>
          <p:cNvSpPr/>
          <p:nvPr/>
        </p:nvSpPr>
        <p:spPr>
          <a:xfrm>
            <a:off x="6356914" y="6302570"/>
            <a:ext cx="0" cy="0"/>
          </a:xfrm>
          <a:custGeom>
            <a:avLst/>
            <a:gdLst/>
            <a:ahLst/>
            <a:cxnLst/>
            <a:rect l="l" t="t" r="r" b="b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ln w="11545">
            <a:solidFill>
              <a:srgbClr val="C0C0C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4" name="object 204"/>
          <p:cNvSpPr/>
          <p:nvPr/>
        </p:nvSpPr>
        <p:spPr>
          <a:xfrm>
            <a:off x="6733608" y="6302570"/>
            <a:ext cx="0" cy="0"/>
          </a:xfrm>
          <a:custGeom>
            <a:avLst/>
            <a:gdLst/>
            <a:ahLst/>
            <a:cxnLst/>
            <a:rect l="l" t="t" r="r" b="b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ln w="11545">
            <a:solidFill>
              <a:srgbClr val="C0C0C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3" name="object 203"/>
          <p:cNvSpPr/>
          <p:nvPr/>
        </p:nvSpPr>
        <p:spPr>
          <a:xfrm>
            <a:off x="7110135" y="6302570"/>
            <a:ext cx="0" cy="0"/>
          </a:xfrm>
          <a:custGeom>
            <a:avLst/>
            <a:gdLst/>
            <a:ahLst/>
            <a:cxnLst/>
            <a:rect l="l" t="t" r="r" b="b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ln w="11545">
            <a:solidFill>
              <a:srgbClr val="C0C0C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2" name="object 202"/>
          <p:cNvSpPr/>
          <p:nvPr/>
        </p:nvSpPr>
        <p:spPr>
          <a:xfrm>
            <a:off x="7536932" y="6302570"/>
            <a:ext cx="0" cy="0"/>
          </a:xfrm>
          <a:custGeom>
            <a:avLst/>
            <a:gdLst/>
            <a:ahLst/>
            <a:cxnLst/>
            <a:rect l="l" t="t" r="r" b="b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ln w="11545">
            <a:solidFill>
              <a:srgbClr val="C0C0C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1" name="object 201"/>
          <p:cNvSpPr/>
          <p:nvPr/>
        </p:nvSpPr>
        <p:spPr>
          <a:xfrm>
            <a:off x="7926194" y="6302570"/>
            <a:ext cx="0" cy="0"/>
          </a:xfrm>
          <a:custGeom>
            <a:avLst/>
            <a:gdLst/>
            <a:ahLst/>
            <a:cxnLst/>
            <a:rect l="l" t="t" r="r" b="b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ln w="11545">
            <a:solidFill>
              <a:srgbClr val="C0C0C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0" name="object 200"/>
          <p:cNvSpPr txBox="1"/>
          <p:nvPr/>
        </p:nvSpPr>
        <p:spPr>
          <a:xfrm>
            <a:off x="1814830" y="7802"/>
            <a:ext cx="6396812" cy="584200"/>
          </a:xfrm>
          <a:prstGeom prst="rect">
            <a:avLst/>
          </a:prstGeom>
        </p:spPr>
        <p:txBody>
          <a:bodyPr wrap="square" lIns="0" tIns="29146" rIns="0" bIns="0" rtlCol="0">
            <a:noAutofit/>
          </a:bodyPr>
          <a:lstStyle/>
          <a:p>
            <a:pPr marL="12700">
              <a:lnSpc>
                <a:spcPts val="4590"/>
              </a:lnSpc>
            </a:pPr>
            <a:r>
              <a:rPr dirty="0" smtClean="0" sz="4400" spc="-5">
                <a:latin typeface="Times New Roman"/>
                <a:cs typeface="Times New Roman"/>
              </a:rPr>
              <a:t>Frequency</a:t>
            </a:r>
            <a:r>
              <a:rPr dirty="0" smtClean="0" sz="4400" spc="-5">
                <a:latin typeface="Times New Roman"/>
                <a:cs typeface="Times New Roman"/>
              </a:rPr>
              <a:t> </a:t>
            </a:r>
            <a:r>
              <a:rPr dirty="0" smtClean="0" sz="4400" spc="-5">
                <a:latin typeface="Times New Roman"/>
                <a:cs typeface="Times New Roman"/>
              </a:rPr>
              <a:t>P</a:t>
            </a:r>
            <a:r>
              <a:rPr dirty="0" smtClean="0" sz="4400" spc="-5">
                <a:latin typeface="Times New Roman"/>
                <a:cs typeface="Times New Roman"/>
              </a:rPr>
              <a:t>lan</a:t>
            </a:r>
            <a:r>
              <a:rPr dirty="0" smtClean="0" sz="4400" spc="-5">
                <a:latin typeface="Times New Roman"/>
                <a:cs typeface="Times New Roman"/>
              </a:rPr>
              <a:t> </a:t>
            </a:r>
            <a:r>
              <a:rPr dirty="0" smtClean="0" sz="2800" spc="-5">
                <a:latin typeface="Times New Roman"/>
                <a:cs typeface="Times New Roman"/>
              </a:rPr>
              <a:t>M</a:t>
            </a:r>
            <a:r>
              <a:rPr dirty="0" smtClean="0" sz="2800" spc="-5">
                <a:latin typeface="Times New Roman"/>
                <a:cs typeface="Times New Roman"/>
              </a:rPr>
              <a:t>anual</a:t>
            </a:r>
            <a:r>
              <a:rPr dirty="0" smtClean="0" sz="2800" spc="-5">
                <a:latin typeface="Times New Roman"/>
                <a:cs typeface="Times New Roman"/>
              </a:rPr>
              <a:t> </a:t>
            </a:r>
            <a:r>
              <a:rPr dirty="0" smtClean="0" sz="2800" spc="-5">
                <a:latin typeface="Times New Roman"/>
                <a:cs typeface="Times New Roman"/>
              </a:rPr>
              <a:t>Allocation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99" name="object 199"/>
          <p:cNvSpPr txBox="1"/>
          <p:nvPr/>
        </p:nvSpPr>
        <p:spPr>
          <a:xfrm>
            <a:off x="1842770" y="807974"/>
            <a:ext cx="173532" cy="254000"/>
          </a:xfrm>
          <a:prstGeom prst="rect">
            <a:avLst/>
          </a:prstGeom>
        </p:spPr>
        <p:txBody>
          <a:bodyPr wrap="square" lIns="0" tIns="12065" rIns="0" bIns="0" rtlCol="0">
            <a:noAutofit/>
          </a:bodyPr>
          <a:lstStyle/>
          <a:p>
            <a:pPr marL="12700">
              <a:lnSpc>
                <a:spcPts val="1900"/>
              </a:lnSpc>
            </a:pPr>
            <a:r>
              <a:rPr dirty="0" smtClean="0" sz="1800">
                <a:solidFill>
                  <a:srgbClr val="00CC99"/>
                </a:solidFill>
                <a:latin typeface="Calibri"/>
                <a:cs typeface="Calibri"/>
              </a:rPr>
              <a:t>•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98" name="object 198"/>
          <p:cNvSpPr txBox="1"/>
          <p:nvPr/>
        </p:nvSpPr>
        <p:spPr>
          <a:xfrm>
            <a:off x="2125091" y="807974"/>
            <a:ext cx="4573631" cy="254000"/>
          </a:xfrm>
          <a:prstGeom prst="rect">
            <a:avLst/>
          </a:prstGeom>
        </p:spPr>
        <p:txBody>
          <a:bodyPr wrap="square" lIns="0" tIns="12065" rIns="0" bIns="0" rtlCol="0">
            <a:noAutofit/>
          </a:bodyPr>
          <a:lstStyle/>
          <a:p>
            <a:pPr marL="12700">
              <a:lnSpc>
                <a:spcPts val="1900"/>
              </a:lnSpc>
            </a:pPr>
            <a:r>
              <a:rPr dirty="0" smtClean="0" sz="1800" spc="0">
                <a:latin typeface="Calibri"/>
                <a:cs typeface="Calibri"/>
              </a:rPr>
              <a:t>With</a:t>
            </a:r>
            <a:r>
              <a:rPr dirty="0" smtClean="0" sz="1800" spc="0">
                <a:latin typeface="Calibri"/>
                <a:cs typeface="Calibri"/>
              </a:rPr>
              <a:t> </a:t>
            </a:r>
            <a:r>
              <a:rPr dirty="0" smtClean="0" sz="1800" spc="0">
                <a:latin typeface="Calibri"/>
                <a:cs typeface="Calibri"/>
              </a:rPr>
              <a:t>F</a:t>
            </a:r>
            <a:r>
              <a:rPr dirty="0" smtClean="0" sz="1800" spc="0">
                <a:latin typeface="Calibri"/>
                <a:cs typeface="Calibri"/>
              </a:rPr>
              <a:t>r</a:t>
            </a:r>
            <a:r>
              <a:rPr dirty="0" smtClean="0" sz="1800" spc="0">
                <a:latin typeface="Calibri"/>
                <a:cs typeface="Calibri"/>
              </a:rPr>
              <a:t>eq</a:t>
            </a:r>
            <a:r>
              <a:rPr dirty="0" smtClean="0" sz="1800" spc="0">
                <a:latin typeface="Calibri"/>
                <a:cs typeface="Calibri"/>
              </a:rPr>
              <a:t>u</a:t>
            </a:r>
            <a:r>
              <a:rPr dirty="0" smtClean="0" sz="1800" spc="0">
                <a:latin typeface="Calibri"/>
                <a:cs typeface="Calibri"/>
              </a:rPr>
              <a:t>ency</a:t>
            </a:r>
            <a:r>
              <a:rPr dirty="0" smtClean="0" sz="1800" spc="0">
                <a:latin typeface="Calibri"/>
                <a:cs typeface="Calibri"/>
              </a:rPr>
              <a:t> </a:t>
            </a:r>
            <a:r>
              <a:rPr dirty="0" smtClean="0" sz="1800" spc="0">
                <a:latin typeface="Calibri"/>
                <a:cs typeface="Calibri"/>
              </a:rPr>
              <a:t>G</a:t>
            </a:r>
            <a:r>
              <a:rPr dirty="0" smtClean="0" sz="1800" spc="0">
                <a:latin typeface="Calibri"/>
                <a:cs typeface="Calibri"/>
              </a:rPr>
              <a:t>r</a:t>
            </a:r>
            <a:r>
              <a:rPr dirty="0" smtClean="0" sz="1800" spc="0">
                <a:latin typeface="Calibri"/>
                <a:cs typeface="Calibri"/>
              </a:rPr>
              <a:t>o</a:t>
            </a:r>
            <a:r>
              <a:rPr dirty="0" smtClean="0" sz="1800" spc="0">
                <a:latin typeface="Calibri"/>
                <a:cs typeface="Calibri"/>
              </a:rPr>
              <a:t>u</a:t>
            </a:r>
            <a:r>
              <a:rPr dirty="0" smtClean="0" sz="1800" spc="0">
                <a:latin typeface="Calibri"/>
                <a:cs typeface="Calibri"/>
              </a:rPr>
              <a:t>p</a:t>
            </a:r>
            <a:r>
              <a:rPr dirty="0" smtClean="0" sz="1800" spc="0">
                <a:latin typeface="Calibri"/>
                <a:cs typeface="Calibri"/>
              </a:rPr>
              <a:t>s</a:t>
            </a:r>
            <a:r>
              <a:rPr dirty="0" smtClean="0" sz="1800" spc="0">
                <a:latin typeface="Calibri"/>
                <a:cs typeface="Calibri"/>
              </a:rPr>
              <a:t>:</a:t>
            </a:r>
            <a:r>
              <a:rPr dirty="0" smtClean="0" sz="1800" spc="0">
                <a:latin typeface="Calibri"/>
                <a:cs typeface="Calibri"/>
              </a:rPr>
              <a:t> </a:t>
            </a:r>
            <a:r>
              <a:rPr dirty="0" smtClean="0" sz="1800" spc="0">
                <a:latin typeface="Calibri"/>
                <a:cs typeface="Calibri"/>
              </a:rPr>
              <a:t>8</a:t>
            </a:r>
            <a:r>
              <a:rPr dirty="0" smtClean="0" sz="1800" spc="0">
                <a:latin typeface="Calibri"/>
                <a:cs typeface="Calibri"/>
              </a:rPr>
              <a:t> </a:t>
            </a:r>
            <a:r>
              <a:rPr dirty="0" smtClean="0" sz="1800" spc="0">
                <a:latin typeface="Calibri"/>
                <a:cs typeface="Calibri"/>
              </a:rPr>
              <a:t>g</a:t>
            </a:r>
            <a:r>
              <a:rPr dirty="0" smtClean="0" sz="1800" spc="0">
                <a:latin typeface="Calibri"/>
                <a:cs typeface="Calibri"/>
              </a:rPr>
              <a:t>r</a:t>
            </a:r>
            <a:r>
              <a:rPr dirty="0" smtClean="0" sz="1800" spc="0">
                <a:latin typeface="Calibri"/>
                <a:cs typeface="Calibri"/>
              </a:rPr>
              <a:t>o</a:t>
            </a:r>
            <a:r>
              <a:rPr dirty="0" smtClean="0" sz="1800" spc="0">
                <a:latin typeface="Calibri"/>
                <a:cs typeface="Calibri"/>
              </a:rPr>
              <a:t>u</a:t>
            </a:r>
            <a:r>
              <a:rPr dirty="0" smtClean="0" sz="1800" spc="0">
                <a:latin typeface="Calibri"/>
                <a:cs typeface="Calibri"/>
              </a:rPr>
              <a:t>p</a:t>
            </a:r>
            <a:r>
              <a:rPr dirty="0" smtClean="0" sz="1800" spc="0">
                <a:latin typeface="Calibri"/>
                <a:cs typeface="Calibri"/>
              </a:rPr>
              <a:t>s,</a:t>
            </a:r>
            <a:r>
              <a:rPr dirty="0" smtClean="0" sz="1800" spc="0">
                <a:latin typeface="Calibri"/>
                <a:cs typeface="Calibri"/>
              </a:rPr>
              <a:t> </a:t>
            </a:r>
            <a:r>
              <a:rPr dirty="0" smtClean="0" sz="1800" spc="0">
                <a:latin typeface="Calibri"/>
                <a:cs typeface="Calibri"/>
              </a:rPr>
              <a:t>6</a:t>
            </a:r>
            <a:r>
              <a:rPr dirty="0" smtClean="0" sz="1800" spc="0">
                <a:latin typeface="Calibri"/>
                <a:cs typeface="Calibri"/>
              </a:rPr>
              <a:t> </a:t>
            </a:r>
            <a:r>
              <a:rPr dirty="0" smtClean="0" sz="1800" spc="0">
                <a:latin typeface="Calibri"/>
                <a:cs typeface="Calibri"/>
              </a:rPr>
              <a:t>A</a:t>
            </a:r>
            <a:r>
              <a:rPr dirty="0" smtClean="0" sz="1800" spc="0">
                <a:latin typeface="Calibri"/>
                <a:cs typeface="Calibri"/>
              </a:rPr>
              <a:t>R</a:t>
            </a:r>
            <a:r>
              <a:rPr dirty="0" smtClean="0" sz="1800" spc="0">
                <a:latin typeface="Calibri"/>
                <a:cs typeface="Calibri"/>
              </a:rPr>
              <a:t>C</a:t>
            </a:r>
            <a:r>
              <a:rPr dirty="0" smtClean="0" sz="1800" spc="0">
                <a:latin typeface="Calibri"/>
                <a:cs typeface="Calibri"/>
              </a:rPr>
              <a:t>F</a:t>
            </a:r>
            <a:r>
              <a:rPr dirty="0" smtClean="0" sz="1800" spc="0">
                <a:latin typeface="Calibri"/>
                <a:cs typeface="Calibri"/>
              </a:rPr>
              <a:t>N</a:t>
            </a:r>
            <a:r>
              <a:rPr dirty="0" smtClean="0" sz="1800" spc="0">
                <a:latin typeface="Calibri"/>
                <a:cs typeface="Calibri"/>
              </a:rPr>
              <a:t> </a:t>
            </a:r>
            <a:r>
              <a:rPr dirty="0" smtClean="0" sz="1800" spc="0">
                <a:latin typeface="Calibri"/>
                <a:cs typeface="Calibri"/>
              </a:rPr>
              <a:t>each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97" name="object 197"/>
          <p:cNvSpPr txBox="1"/>
          <p:nvPr/>
        </p:nvSpPr>
        <p:spPr>
          <a:xfrm>
            <a:off x="1946529" y="3520201"/>
            <a:ext cx="173738" cy="254317"/>
          </a:xfrm>
          <a:prstGeom prst="rect">
            <a:avLst/>
          </a:prstGeom>
        </p:spPr>
        <p:txBody>
          <a:bodyPr wrap="square" lIns="0" tIns="12065" rIns="0" bIns="0" rtlCol="0">
            <a:noAutofit/>
          </a:bodyPr>
          <a:lstStyle/>
          <a:p>
            <a:pPr marL="12700">
              <a:lnSpc>
                <a:spcPts val="1900"/>
              </a:lnSpc>
            </a:pPr>
            <a:r>
              <a:rPr dirty="0" smtClean="0" sz="1800">
                <a:solidFill>
                  <a:srgbClr val="00CC99"/>
                </a:solidFill>
                <a:latin typeface="Calibri"/>
                <a:cs typeface="Calibri"/>
              </a:rPr>
              <a:t>•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96" name="object 196"/>
          <p:cNvSpPr txBox="1"/>
          <p:nvPr/>
        </p:nvSpPr>
        <p:spPr>
          <a:xfrm>
            <a:off x="2228596" y="3520201"/>
            <a:ext cx="5764161" cy="254317"/>
          </a:xfrm>
          <a:prstGeom prst="rect">
            <a:avLst/>
          </a:prstGeom>
        </p:spPr>
        <p:txBody>
          <a:bodyPr wrap="square" lIns="0" tIns="12065" rIns="0" bIns="0" rtlCol="0">
            <a:noAutofit/>
          </a:bodyPr>
          <a:lstStyle/>
          <a:p>
            <a:pPr marL="12700">
              <a:lnSpc>
                <a:spcPts val="1900"/>
              </a:lnSpc>
            </a:pPr>
            <a:r>
              <a:rPr dirty="0" smtClean="0" sz="1800" spc="-2">
                <a:latin typeface="Calibri"/>
                <a:cs typeface="Calibri"/>
              </a:rPr>
              <a:t>With</a:t>
            </a:r>
            <a:r>
              <a:rPr dirty="0" smtClean="0" sz="1800" spc="-2">
                <a:latin typeface="Calibri"/>
                <a:cs typeface="Calibri"/>
              </a:rPr>
              <a:t> </a:t>
            </a:r>
            <a:r>
              <a:rPr dirty="0" smtClean="0" sz="1800" spc="-2">
                <a:latin typeface="Calibri"/>
                <a:cs typeface="Calibri"/>
              </a:rPr>
              <a:t>S</a:t>
            </a:r>
            <a:r>
              <a:rPr dirty="0" smtClean="0" sz="1800" spc="-2">
                <a:latin typeface="Calibri"/>
                <a:cs typeface="Calibri"/>
              </a:rPr>
              <a:t>epa</a:t>
            </a:r>
            <a:r>
              <a:rPr dirty="0" smtClean="0" sz="1800" spc="-2">
                <a:latin typeface="Calibri"/>
                <a:cs typeface="Calibri"/>
              </a:rPr>
              <a:t>r</a:t>
            </a:r>
            <a:r>
              <a:rPr dirty="0" smtClean="0" sz="1800" spc="-2">
                <a:latin typeface="Calibri"/>
                <a:cs typeface="Calibri"/>
              </a:rPr>
              <a:t>a</a:t>
            </a:r>
            <a:r>
              <a:rPr dirty="0" smtClean="0" sz="1800" spc="-2">
                <a:latin typeface="Calibri"/>
                <a:cs typeface="Calibri"/>
              </a:rPr>
              <a:t>t</a:t>
            </a:r>
            <a:r>
              <a:rPr dirty="0" smtClean="0" sz="1800" spc="-2">
                <a:latin typeface="Calibri"/>
                <a:cs typeface="Calibri"/>
              </a:rPr>
              <a:t>ed</a:t>
            </a:r>
            <a:r>
              <a:rPr dirty="0" smtClean="0" sz="1800" spc="-2">
                <a:latin typeface="Calibri"/>
                <a:cs typeface="Calibri"/>
              </a:rPr>
              <a:t> </a:t>
            </a:r>
            <a:r>
              <a:rPr dirty="0" smtClean="0" sz="1800" spc="-2">
                <a:latin typeface="Calibri"/>
                <a:cs typeface="Calibri"/>
              </a:rPr>
              <a:t>Ban</a:t>
            </a:r>
            <a:r>
              <a:rPr dirty="0" smtClean="0" sz="1800" spc="-2">
                <a:latin typeface="Calibri"/>
                <a:cs typeface="Calibri"/>
              </a:rPr>
              <a:t>d</a:t>
            </a:r>
            <a:r>
              <a:rPr dirty="0" smtClean="0" sz="1800" spc="-2">
                <a:latin typeface="Calibri"/>
                <a:cs typeface="Calibri"/>
              </a:rPr>
              <a:t>s</a:t>
            </a:r>
            <a:r>
              <a:rPr dirty="0" smtClean="0" sz="1800" spc="-2">
                <a:latin typeface="Calibri"/>
                <a:cs typeface="Calibri"/>
              </a:rPr>
              <a:t>:</a:t>
            </a:r>
            <a:r>
              <a:rPr dirty="0" smtClean="0" sz="1800" spc="-2">
                <a:latin typeface="Calibri"/>
                <a:cs typeface="Calibri"/>
              </a:rPr>
              <a:t> </a:t>
            </a:r>
            <a:r>
              <a:rPr dirty="0" smtClean="0" sz="1800" spc="-2">
                <a:latin typeface="Calibri"/>
                <a:cs typeface="Calibri"/>
              </a:rPr>
              <a:t>1</a:t>
            </a:r>
            <a:r>
              <a:rPr dirty="0" smtClean="0" sz="1800" spc="-2">
                <a:latin typeface="Calibri"/>
                <a:cs typeface="Calibri"/>
              </a:rPr>
              <a:t>0</a:t>
            </a:r>
            <a:r>
              <a:rPr dirty="0" smtClean="0" sz="1800" spc="-2">
                <a:latin typeface="Calibri"/>
                <a:cs typeface="Calibri"/>
              </a:rPr>
              <a:t> </a:t>
            </a:r>
            <a:r>
              <a:rPr dirty="0" smtClean="0" sz="1800" spc="-2">
                <a:latin typeface="Calibri"/>
                <a:cs typeface="Calibri"/>
              </a:rPr>
              <a:t>g</a:t>
            </a:r>
            <a:r>
              <a:rPr dirty="0" smtClean="0" sz="1800" spc="-2">
                <a:latin typeface="Calibri"/>
                <a:cs typeface="Calibri"/>
              </a:rPr>
              <a:t>r</a:t>
            </a:r>
            <a:r>
              <a:rPr dirty="0" smtClean="0" sz="1800" spc="-2">
                <a:latin typeface="Calibri"/>
                <a:cs typeface="Calibri"/>
              </a:rPr>
              <a:t>o</a:t>
            </a:r>
            <a:r>
              <a:rPr dirty="0" smtClean="0" sz="1800" spc="-2">
                <a:latin typeface="Calibri"/>
                <a:cs typeface="Calibri"/>
              </a:rPr>
              <a:t>u</a:t>
            </a:r>
            <a:r>
              <a:rPr dirty="0" smtClean="0" sz="1800" spc="-2">
                <a:latin typeface="Calibri"/>
                <a:cs typeface="Calibri"/>
              </a:rPr>
              <a:t>p</a:t>
            </a:r>
            <a:r>
              <a:rPr dirty="0" smtClean="0" sz="1800" spc="-2">
                <a:latin typeface="Calibri"/>
                <a:cs typeface="Calibri"/>
              </a:rPr>
              <a:t>s</a:t>
            </a:r>
            <a:r>
              <a:rPr dirty="0" smtClean="0" sz="1800" spc="-2">
                <a:latin typeface="Calibri"/>
                <a:cs typeface="Calibri"/>
              </a:rPr>
              <a:t> </a:t>
            </a:r>
            <a:r>
              <a:rPr dirty="0" smtClean="0" sz="1800" spc="-2">
                <a:latin typeface="Calibri"/>
                <a:cs typeface="Calibri"/>
              </a:rPr>
              <a:t>BCCH,</a:t>
            </a:r>
            <a:r>
              <a:rPr dirty="0" smtClean="0" sz="1800" spc="-2">
                <a:latin typeface="Calibri"/>
                <a:cs typeface="Calibri"/>
              </a:rPr>
              <a:t> </a:t>
            </a:r>
            <a:r>
              <a:rPr dirty="0" smtClean="0" sz="1800" spc="-2">
                <a:latin typeface="Calibri"/>
                <a:cs typeface="Calibri"/>
              </a:rPr>
              <a:t>6</a:t>
            </a:r>
            <a:r>
              <a:rPr dirty="0" smtClean="0" sz="1800" spc="-2">
                <a:latin typeface="Calibri"/>
                <a:cs typeface="Calibri"/>
              </a:rPr>
              <a:t> </a:t>
            </a:r>
            <a:r>
              <a:rPr dirty="0" smtClean="0" sz="1800" spc="-2">
                <a:latin typeface="Calibri"/>
                <a:cs typeface="Calibri"/>
              </a:rPr>
              <a:t>T</a:t>
            </a:r>
            <a:r>
              <a:rPr dirty="0" smtClean="0" sz="1800" spc="-2">
                <a:latin typeface="Calibri"/>
                <a:cs typeface="Calibri"/>
              </a:rPr>
              <a:t>C</a:t>
            </a:r>
            <a:r>
              <a:rPr dirty="0" smtClean="0" sz="1800" spc="-2">
                <a:latin typeface="Calibri"/>
                <a:cs typeface="Calibri"/>
              </a:rPr>
              <a:t>H</a:t>
            </a:r>
            <a:r>
              <a:rPr dirty="0" smtClean="0" sz="1800" spc="-2">
                <a:latin typeface="Calibri"/>
                <a:cs typeface="Calibri"/>
              </a:rPr>
              <a:t>,</a:t>
            </a:r>
            <a:r>
              <a:rPr dirty="0" smtClean="0" sz="1800" spc="-2">
                <a:latin typeface="Calibri"/>
                <a:cs typeface="Calibri"/>
              </a:rPr>
              <a:t> </a:t>
            </a:r>
            <a:r>
              <a:rPr dirty="0" smtClean="0" sz="1800" spc="-2">
                <a:latin typeface="Calibri"/>
                <a:cs typeface="Calibri"/>
              </a:rPr>
              <a:t>3</a:t>
            </a:r>
            <a:r>
              <a:rPr dirty="0" smtClean="0" sz="1800" spc="-2">
                <a:latin typeface="Calibri"/>
                <a:cs typeface="Calibri"/>
              </a:rPr>
              <a:t> </a:t>
            </a:r>
            <a:r>
              <a:rPr dirty="0" smtClean="0" sz="1800" spc="-2">
                <a:latin typeface="Calibri"/>
                <a:cs typeface="Calibri"/>
              </a:rPr>
              <a:t>A</a:t>
            </a:r>
            <a:r>
              <a:rPr dirty="0" smtClean="0" sz="1800" spc="-2">
                <a:latin typeface="Calibri"/>
                <a:cs typeface="Calibri"/>
              </a:rPr>
              <a:t>R</a:t>
            </a:r>
            <a:r>
              <a:rPr dirty="0" smtClean="0" sz="1800" spc="-2">
                <a:latin typeface="Calibri"/>
                <a:cs typeface="Calibri"/>
              </a:rPr>
              <a:t>C</a:t>
            </a:r>
            <a:r>
              <a:rPr dirty="0" smtClean="0" sz="1800" spc="-2">
                <a:latin typeface="Calibri"/>
                <a:cs typeface="Calibri"/>
              </a:rPr>
              <a:t>F</a:t>
            </a:r>
            <a:r>
              <a:rPr dirty="0" smtClean="0" sz="1800" spc="-2">
                <a:latin typeface="Calibri"/>
                <a:cs typeface="Calibri"/>
              </a:rPr>
              <a:t>N</a:t>
            </a:r>
            <a:r>
              <a:rPr dirty="0" smtClean="0" sz="1800" spc="-2">
                <a:latin typeface="Calibri"/>
                <a:cs typeface="Calibri"/>
              </a:rPr>
              <a:t> </a:t>
            </a:r>
            <a:r>
              <a:rPr dirty="0" smtClean="0" sz="1800" spc="-2">
                <a:latin typeface="Calibri"/>
                <a:cs typeface="Calibri"/>
              </a:rPr>
              <a:t>each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95" name="object 195"/>
          <p:cNvSpPr txBox="1"/>
          <p:nvPr/>
        </p:nvSpPr>
        <p:spPr>
          <a:xfrm>
            <a:off x="231140" y="6472848"/>
            <a:ext cx="1940399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b="1">
                <a:latin typeface="Georgia"/>
                <a:cs typeface="Georgia"/>
              </a:rPr>
              <a:t>M</a:t>
            </a:r>
            <a:r>
              <a:rPr dirty="0" smtClean="0" sz="1800" b="1">
                <a:latin typeface="Georgia"/>
                <a:cs typeface="Georgia"/>
              </a:rPr>
              <a:t>o</a:t>
            </a:r>
            <a:r>
              <a:rPr dirty="0" smtClean="0" sz="1800" b="1">
                <a:latin typeface="Georgia"/>
                <a:cs typeface="Georgia"/>
              </a:rPr>
              <a:t>d</a:t>
            </a:r>
            <a:r>
              <a:rPr dirty="0" smtClean="0" sz="1800" b="1">
                <a:latin typeface="Georgia"/>
                <a:cs typeface="Georgia"/>
              </a:rPr>
              <a:t>ul</a:t>
            </a:r>
            <a:r>
              <a:rPr dirty="0" smtClean="0" sz="1800" b="1">
                <a:latin typeface="Georgia"/>
                <a:cs typeface="Georgia"/>
              </a:rPr>
              <a:t> </a:t>
            </a:r>
            <a:r>
              <a:rPr dirty="0" smtClean="0" sz="1800" b="1">
                <a:latin typeface="Georgia"/>
                <a:cs typeface="Georgia"/>
              </a:rPr>
              <a:t>3</a:t>
            </a:r>
            <a:r>
              <a:rPr dirty="0" smtClean="0" sz="1800" b="1">
                <a:latin typeface="Georgia"/>
                <a:cs typeface="Georgia"/>
              </a:rPr>
              <a:t> </a:t>
            </a:r>
            <a:r>
              <a:rPr dirty="0" smtClean="0" sz="1800" b="1">
                <a:latin typeface="Georgia"/>
                <a:cs typeface="Georgia"/>
              </a:rPr>
              <a:t> </a:t>
            </a:r>
            <a:r>
              <a:rPr dirty="0" smtClean="0" sz="1800" b="1">
                <a:latin typeface="Georgia"/>
                <a:cs typeface="Georgia"/>
              </a:rPr>
              <a:t>S</a:t>
            </a:r>
            <a:r>
              <a:rPr dirty="0" smtClean="0" sz="1800" b="1">
                <a:latin typeface="Georgia"/>
                <a:cs typeface="Georgia"/>
              </a:rPr>
              <a:t>istem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194" name="object 194"/>
          <p:cNvSpPr txBox="1"/>
          <p:nvPr/>
        </p:nvSpPr>
        <p:spPr>
          <a:xfrm>
            <a:off x="2171039" y="6472848"/>
            <a:ext cx="3535328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0" b="1">
                <a:latin typeface="Georgia"/>
                <a:cs typeface="Georgia"/>
              </a:rPr>
              <a:t>K</a:t>
            </a:r>
            <a:r>
              <a:rPr dirty="0" smtClean="0" sz="1800" spc="0" b="1">
                <a:latin typeface="Georgia"/>
                <a:cs typeface="Georgia"/>
              </a:rPr>
              <a:t>o</a:t>
            </a: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unik</a:t>
            </a:r>
            <a:r>
              <a:rPr dirty="0" smtClean="0" sz="1800" spc="0" b="1">
                <a:latin typeface="Georgia"/>
                <a:cs typeface="Georgia"/>
              </a:rPr>
              <a:t>a</a:t>
            </a:r>
            <a:r>
              <a:rPr dirty="0" smtClean="0" sz="1800" spc="0" b="1">
                <a:latin typeface="Georgia"/>
                <a:cs typeface="Georgia"/>
              </a:rPr>
              <a:t>si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B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r>
              <a:rPr dirty="0" smtClean="0" sz="1800" spc="0" b="1">
                <a:latin typeface="Georgia"/>
                <a:cs typeface="Georgia"/>
              </a:rPr>
              <a:t>g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r>
              <a:rPr dirty="0" smtClean="0" sz="1800" spc="0" b="1">
                <a:latin typeface="Georgia"/>
                <a:cs typeface="Georgia"/>
              </a:rPr>
              <a:t>a</a:t>
            </a:r>
            <a:r>
              <a:rPr dirty="0" smtClean="0" sz="1800" spc="0" b="1">
                <a:latin typeface="Georgia"/>
                <a:cs typeface="Georgia"/>
              </a:rPr>
              <a:t>k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S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lul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193" name="object 193"/>
          <p:cNvSpPr txBox="1"/>
          <p:nvPr/>
        </p:nvSpPr>
        <p:spPr>
          <a:xfrm>
            <a:off x="9469120" y="6472848"/>
            <a:ext cx="323796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b="1">
                <a:latin typeface="Georgia"/>
                <a:cs typeface="Georgia"/>
              </a:rPr>
              <a:t>57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192" name="object 192"/>
          <p:cNvSpPr txBox="1"/>
          <p:nvPr/>
        </p:nvSpPr>
        <p:spPr>
          <a:xfrm>
            <a:off x="1643380" y="4025889"/>
            <a:ext cx="6276574" cy="255072"/>
          </a:xfrm>
          <a:prstGeom prst="rect">
            <a:avLst/>
          </a:prstGeom>
        </p:spPr>
        <p:txBody>
          <a:bodyPr wrap="square" lIns="0" tIns="24130" rIns="0" bIns="0" rtlCol="0">
            <a:noAutofit/>
          </a:bodyPr>
          <a:lstStyle/>
          <a:p>
            <a:pPr marL="2885699" marR="2885109" algn="ctr">
              <a:lnSpc>
                <a:spcPct val="95825"/>
              </a:lnSpc>
            </a:pPr>
            <a:r>
              <a:rPr dirty="0" smtClean="0" sz="1450" spc="-160" b="1">
                <a:latin typeface="Arial"/>
                <a:cs typeface="Arial"/>
              </a:rPr>
              <a:t>BCCH</a:t>
            </a:r>
            <a:endParaRPr sz="1450">
              <a:latin typeface="Arial"/>
              <a:cs typeface="Arial"/>
            </a:endParaRPr>
          </a:p>
        </p:txBody>
      </p:sp>
      <p:sp>
        <p:nvSpPr>
          <p:cNvPr id="191" name="object 191"/>
          <p:cNvSpPr txBox="1"/>
          <p:nvPr/>
        </p:nvSpPr>
        <p:spPr>
          <a:xfrm>
            <a:off x="1643380" y="4280962"/>
            <a:ext cx="407992" cy="249175"/>
          </a:xfrm>
          <a:prstGeom prst="rect">
            <a:avLst/>
          </a:prstGeom>
        </p:spPr>
        <p:txBody>
          <a:bodyPr wrap="square" lIns="0" tIns="12065" rIns="0" bIns="0" rtlCol="0">
            <a:noAutofit/>
          </a:bodyPr>
          <a:lstStyle/>
          <a:p>
            <a:pPr marL="87696">
              <a:lnSpc>
                <a:spcPct val="95825"/>
              </a:lnSpc>
            </a:pPr>
            <a:r>
              <a:rPr dirty="0" smtClean="0" sz="1450" spc="-71" b="1">
                <a:latin typeface="Arial"/>
                <a:cs typeface="Arial"/>
              </a:rPr>
              <a:t>A1</a:t>
            </a:r>
            <a:endParaRPr sz="1450">
              <a:latin typeface="Arial"/>
              <a:cs typeface="Arial"/>
            </a:endParaRPr>
          </a:p>
        </p:txBody>
      </p:sp>
      <p:sp>
        <p:nvSpPr>
          <p:cNvPr id="190" name="object 190"/>
          <p:cNvSpPr txBox="1"/>
          <p:nvPr/>
        </p:nvSpPr>
        <p:spPr>
          <a:xfrm>
            <a:off x="2051372" y="4280962"/>
            <a:ext cx="389211" cy="249175"/>
          </a:xfrm>
          <a:prstGeom prst="rect">
            <a:avLst/>
          </a:prstGeom>
        </p:spPr>
        <p:txBody>
          <a:bodyPr wrap="square" lIns="0" tIns="12065" rIns="0" bIns="0" rtlCol="0">
            <a:noAutofit/>
          </a:bodyPr>
          <a:lstStyle/>
          <a:p>
            <a:pPr marL="81441">
              <a:lnSpc>
                <a:spcPct val="95825"/>
              </a:lnSpc>
            </a:pPr>
            <a:r>
              <a:rPr dirty="0" smtClean="0" sz="1450" spc="-171" b="1">
                <a:latin typeface="Arial"/>
                <a:cs typeface="Arial"/>
              </a:rPr>
              <a:t>B1</a:t>
            </a:r>
            <a:endParaRPr sz="1450">
              <a:latin typeface="Arial"/>
              <a:cs typeface="Arial"/>
            </a:endParaRPr>
          </a:p>
        </p:txBody>
      </p:sp>
      <p:sp>
        <p:nvSpPr>
          <p:cNvPr id="189" name="object 189"/>
          <p:cNvSpPr txBox="1"/>
          <p:nvPr/>
        </p:nvSpPr>
        <p:spPr>
          <a:xfrm>
            <a:off x="2440584" y="4280962"/>
            <a:ext cx="389194" cy="249175"/>
          </a:xfrm>
          <a:prstGeom prst="rect">
            <a:avLst/>
          </a:prstGeom>
        </p:spPr>
        <p:txBody>
          <a:bodyPr wrap="square" lIns="0" tIns="12065" rIns="0" bIns="0" rtlCol="0">
            <a:noAutofit/>
          </a:bodyPr>
          <a:lstStyle/>
          <a:p>
            <a:pPr marL="81424">
              <a:lnSpc>
                <a:spcPct val="95825"/>
              </a:lnSpc>
            </a:pPr>
            <a:r>
              <a:rPr dirty="0" smtClean="0" sz="1450" spc="-171" b="1">
                <a:latin typeface="Arial"/>
                <a:cs typeface="Arial"/>
              </a:rPr>
              <a:t>C1</a:t>
            </a:r>
            <a:endParaRPr sz="1450">
              <a:latin typeface="Arial"/>
              <a:cs typeface="Arial"/>
            </a:endParaRPr>
          </a:p>
        </p:txBody>
      </p:sp>
      <p:sp>
        <p:nvSpPr>
          <p:cNvPr id="188" name="object 188"/>
          <p:cNvSpPr txBox="1"/>
          <p:nvPr/>
        </p:nvSpPr>
        <p:spPr>
          <a:xfrm>
            <a:off x="2829778" y="4280962"/>
            <a:ext cx="376275" cy="249175"/>
          </a:xfrm>
          <a:prstGeom prst="rect">
            <a:avLst/>
          </a:prstGeom>
        </p:spPr>
        <p:txBody>
          <a:bodyPr wrap="square" lIns="0" tIns="12065" rIns="0" bIns="0" rtlCol="0">
            <a:noAutofit/>
          </a:bodyPr>
          <a:lstStyle/>
          <a:p>
            <a:pPr marL="81441">
              <a:lnSpc>
                <a:spcPct val="95825"/>
              </a:lnSpc>
            </a:pPr>
            <a:r>
              <a:rPr dirty="0" smtClean="0" sz="1450" spc="-171" b="1">
                <a:latin typeface="Arial"/>
                <a:cs typeface="Arial"/>
              </a:rPr>
              <a:t>D1</a:t>
            </a:r>
            <a:endParaRPr sz="1450">
              <a:latin typeface="Arial"/>
              <a:cs typeface="Arial"/>
            </a:endParaRPr>
          </a:p>
        </p:txBody>
      </p:sp>
      <p:sp>
        <p:nvSpPr>
          <p:cNvPr id="187" name="object 187"/>
          <p:cNvSpPr txBox="1"/>
          <p:nvPr/>
        </p:nvSpPr>
        <p:spPr>
          <a:xfrm>
            <a:off x="3206053" y="4280962"/>
            <a:ext cx="426972" cy="249175"/>
          </a:xfrm>
          <a:prstGeom prst="rect">
            <a:avLst/>
          </a:prstGeom>
        </p:spPr>
        <p:txBody>
          <a:bodyPr wrap="square" lIns="0" tIns="12065" rIns="0" bIns="0" rtlCol="0">
            <a:noAutofit/>
          </a:bodyPr>
          <a:lstStyle/>
          <a:p>
            <a:pPr marL="106895">
              <a:lnSpc>
                <a:spcPct val="95825"/>
              </a:lnSpc>
            </a:pPr>
            <a:r>
              <a:rPr dirty="0" smtClean="0" sz="1450" spc="-185" b="1">
                <a:latin typeface="Arial"/>
                <a:cs typeface="Arial"/>
              </a:rPr>
              <a:t>E1</a:t>
            </a:r>
            <a:endParaRPr sz="1450">
              <a:latin typeface="Arial"/>
              <a:cs typeface="Arial"/>
            </a:endParaRPr>
          </a:p>
        </p:txBody>
      </p:sp>
      <p:sp>
        <p:nvSpPr>
          <p:cNvPr id="186" name="object 186"/>
          <p:cNvSpPr txBox="1"/>
          <p:nvPr/>
        </p:nvSpPr>
        <p:spPr>
          <a:xfrm>
            <a:off x="3633026" y="4280962"/>
            <a:ext cx="389052" cy="249175"/>
          </a:xfrm>
          <a:prstGeom prst="rect">
            <a:avLst/>
          </a:prstGeom>
        </p:spPr>
        <p:txBody>
          <a:bodyPr wrap="square" lIns="0" tIns="12065" rIns="0" bIns="0" rtlCol="0">
            <a:noAutofit/>
          </a:bodyPr>
          <a:lstStyle/>
          <a:p>
            <a:pPr marL="94235">
              <a:lnSpc>
                <a:spcPct val="95825"/>
              </a:lnSpc>
            </a:pPr>
            <a:r>
              <a:rPr dirty="0" smtClean="0" sz="1450" spc="-103" b="1">
                <a:latin typeface="Arial"/>
                <a:cs typeface="Arial"/>
              </a:rPr>
              <a:t>F1</a:t>
            </a:r>
            <a:endParaRPr sz="1450">
              <a:latin typeface="Arial"/>
              <a:cs typeface="Arial"/>
            </a:endParaRPr>
          </a:p>
        </p:txBody>
      </p:sp>
      <p:sp>
        <p:nvSpPr>
          <p:cNvPr id="185" name="object 185"/>
          <p:cNvSpPr txBox="1"/>
          <p:nvPr/>
        </p:nvSpPr>
        <p:spPr>
          <a:xfrm>
            <a:off x="4022078" y="4280962"/>
            <a:ext cx="376694" cy="249175"/>
          </a:xfrm>
          <a:prstGeom prst="rect">
            <a:avLst/>
          </a:prstGeom>
        </p:spPr>
        <p:txBody>
          <a:bodyPr wrap="square" lIns="0" tIns="12065" rIns="0" bIns="0" rtlCol="0">
            <a:noAutofit/>
          </a:bodyPr>
          <a:lstStyle/>
          <a:p>
            <a:pPr marL="69309">
              <a:lnSpc>
                <a:spcPct val="95825"/>
              </a:lnSpc>
            </a:pPr>
            <a:r>
              <a:rPr dirty="0" smtClean="0" sz="1450" spc="-158" b="1">
                <a:latin typeface="Arial"/>
                <a:cs typeface="Arial"/>
              </a:rPr>
              <a:t>G1</a:t>
            </a:r>
            <a:endParaRPr sz="1450">
              <a:latin typeface="Arial"/>
              <a:cs typeface="Arial"/>
            </a:endParaRPr>
          </a:p>
        </p:txBody>
      </p:sp>
      <p:sp>
        <p:nvSpPr>
          <p:cNvPr id="184" name="object 184"/>
          <p:cNvSpPr txBox="1"/>
          <p:nvPr/>
        </p:nvSpPr>
        <p:spPr>
          <a:xfrm>
            <a:off x="4398772" y="4280962"/>
            <a:ext cx="389094" cy="249175"/>
          </a:xfrm>
          <a:prstGeom prst="rect">
            <a:avLst/>
          </a:prstGeom>
        </p:spPr>
        <p:txBody>
          <a:bodyPr wrap="square" lIns="0" tIns="12065" rIns="0" bIns="0" rtlCol="0">
            <a:noAutofit/>
          </a:bodyPr>
          <a:lstStyle/>
          <a:p>
            <a:pPr marL="81374">
              <a:lnSpc>
                <a:spcPct val="95825"/>
              </a:lnSpc>
            </a:pPr>
            <a:r>
              <a:rPr dirty="0" smtClean="0" sz="1450" spc="-71" b="1">
                <a:latin typeface="Arial"/>
                <a:cs typeface="Arial"/>
              </a:rPr>
              <a:t>H1</a:t>
            </a:r>
            <a:endParaRPr sz="1450">
              <a:latin typeface="Arial"/>
              <a:cs typeface="Arial"/>
            </a:endParaRPr>
          </a:p>
        </p:txBody>
      </p:sp>
      <p:sp>
        <p:nvSpPr>
          <p:cNvPr id="183" name="object 183"/>
          <p:cNvSpPr txBox="1"/>
          <p:nvPr/>
        </p:nvSpPr>
        <p:spPr>
          <a:xfrm>
            <a:off x="4787867" y="4280962"/>
            <a:ext cx="389261" cy="249175"/>
          </a:xfrm>
          <a:prstGeom prst="rect">
            <a:avLst/>
          </a:prstGeom>
        </p:spPr>
        <p:txBody>
          <a:bodyPr wrap="square" lIns="0" tIns="12065" rIns="0" bIns="0" rtlCol="0">
            <a:noAutofit/>
          </a:bodyPr>
          <a:lstStyle/>
          <a:p>
            <a:pPr marL="119412">
              <a:lnSpc>
                <a:spcPct val="95825"/>
              </a:lnSpc>
            </a:pPr>
            <a:r>
              <a:rPr dirty="0" smtClean="0" sz="1450" spc="8" b="1">
                <a:latin typeface="Arial"/>
                <a:cs typeface="Arial"/>
              </a:rPr>
              <a:t>I1</a:t>
            </a:r>
            <a:endParaRPr sz="1450">
              <a:latin typeface="Arial"/>
              <a:cs typeface="Arial"/>
            </a:endParaRPr>
          </a:p>
        </p:txBody>
      </p:sp>
      <p:sp>
        <p:nvSpPr>
          <p:cNvPr id="182" name="object 182"/>
          <p:cNvSpPr txBox="1"/>
          <p:nvPr/>
        </p:nvSpPr>
        <p:spPr>
          <a:xfrm>
            <a:off x="5177128" y="4280962"/>
            <a:ext cx="364126" cy="249175"/>
          </a:xfrm>
          <a:prstGeom prst="rect">
            <a:avLst/>
          </a:prstGeom>
        </p:spPr>
        <p:txBody>
          <a:bodyPr wrap="square" lIns="0" tIns="12065" rIns="0" bIns="0" rtlCol="0">
            <a:noAutofit/>
          </a:bodyPr>
          <a:lstStyle/>
          <a:p>
            <a:pPr marL="81374">
              <a:lnSpc>
                <a:spcPct val="95825"/>
              </a:lnSpc>
            </a:pPr>
            <a:r>
              <a:rPr dirty="0" smtClean="0" sz="1450" spc="-203" b="1">
                <a:latin typeface="Arial"/>
                <a:cs typeface="Arial"/>
              </a:rPr>
              <a:t>L1</a:t>
            </a:r>
            <a:endParaRPr sz="1450">
              <a:latin typeface="Arial"/>
              <a:cs typeface="Arial"/>
            </a:endParaRPr>
          </a:p>
        </p:txBody>
      </p:sp>
      <p:sp>
        <p:nvSpPr>
          <p:cNvPr id="181" name="object 181"/>
          <p:cNvSpPr txBox="1"/>
          <p:nvPr/>
        </p:nvSpPr>
        <p:spPr>
          <a:xfrm>
            <a:off x="5541255" y="4280962"/>
            <a:ext cx="426796" cy="249175"/>
          </a:xfrm>
          <a:prstGeom prst="rect">
            <a:avLst/>
          </a:prstGeom>
        </p:spPr>
        <p:txBody>
          <a:bodyPr wrap="square" lIns="0" tIns="12065" rIns="0" bIns="0" rtlCol="0">
            <a:noAutofit/>
          </a:bodyPr>
          <a:lstStyle/>
          <a:p>
            <a:pPr marL="93941">
              <a:lnSpc>
                <a:spcPct val="95825"/>
              </a:lnSpc>
            </a:pPr>
            <a:r>
              <a:rPr dirty="0" smtClean="0" sz="1450" spc="-71" b="1">
                <a:latin typeface="Arial"/>
                <a:cs typeface="Arial"/>
              </a:rPr>
              <a:t>A2</a:t>
            </a:r>
            <a:endParaRPr sz="1450">
              <a:latin typeface="Arial"/>
              <a:cs typeface="Arial"/>
            </a:endParaRPr>
          </a:p>
        </p:txBody>
      </p:sp>
      <p:sp>
        <p:nvSpPr>
          <p:cNvPr id="180" name="object 180"/>
          <p:cNvSpPr txBox="1"/>
          <p:nvPr/>
        </p:nvSpPr>
        <p:spPr>
          <a:xfrm>
            <a:off x="5968052" y="4280962"/>
            <a:ext cx="388758" cy="249175"/>
          </a:xfrm>
          <a:prstGeom prst="rect">
            <a:avLst/>
          </a:prstGeom>
        </p:spPr>
        <p:txBody>
          <a:bodyPr wrap="square" lIns="0" tIns="12065" rIns="0" bIns="0" rtlCol="0">
            <a:noAutofit/>
          </a:bodyPr>
          <a:lstStyle/>
          <a:p>
            <a:pPr marL="81374">
              <a:lnSpc>
                <a:spcPct val="95825"/>
              </a:lnSpc>
            </a:pPr>
            <a:r>
              <a:rPr dirty="0" smtClean="0" sz="1450" spc="-171" b="1">
                <a:latin typeface="Arial"/>
                <a:cs typeface="Arial"/>
              </a:rPr>
              <a:t>B2</a:t>
            </a:r>
            <a:endParaRPr sz="1450">
              <a:latin typeface="Arial"/>
              <a:cs typeface="Arial"/>
            </a:endParaRPr>
          </a:p>
        </p:txBody>
      </p:sp>
      <p:sp>
        <p:nvSpPr>
          <p:cNvPr id="179" name="object 179"/>
          <p:cNvSpPr txBox="1"/>
          <p:nvPr/>
        </p:nvSpPr>
        <p:spPr>
          <a:xfrm>
            <a:off x="6356810" y="4280962"/>
            <a:ext cx="376694" cy="249175"/>
          </a:xfrm>
          <a:prstGeom prst="rect">
            <a:avLst/>
          </a:prstGeom>
        </p:spPr>
        <p:txBody>
          <a:bodyPr wrap="square" lIns="0" tIns="12065" rIns="0" bIns="0" rtlCol="0">
            <a:noAutofit/>
          </a:bodyPr>
          <a:lstStyle/>
          <a:p>
            <a:pPr marL="81877">
              <a:lnSpc>
                <a:spcPct val="95825"/>
              </a:lnSpc>
            </a:pPr>
            <a:r>
              <a:rPr dirty="0" smtClean="0" sz="1450" spc="-171" b="1">
                <a:latin typeface="Arial"/>
                <a:cs typeface="Arial"/>
              </a:rPr>
              <a:t>C2</a:t>
            </a:r>
            <a:endParaRPr sz="1450">
              <a:latin typeface="Arial"/>
              <a:cs typeface="Arial"/>
            </a:endParaRPr>
          </a:p>
        </p:txBody>
      </p:sp>
      <p:sp>
        <p:nvSpPr>
          <p:cNvPr id="178" name="object 178"/>
          <p:cNvSpPr txBox="1"/>
          <p:nvPr/>
        </p:nvSpPr>
        <p:spPr>
          <a:xfrm>
            <a:off x="6733505" y="4280962"/>
            <a:ext cx="370390" cy="249175"/>
          </a:xfrm>
          <a:prstGeom prst="rect">
            <a:avLst/>
          </a:prstGeom>
        </p:spPr>
        <p:txBody>
          <a:bodyPr wrap="square" lIns="0" tIns="12065" rIns="0" bIns="0" rtlCol="0">
            <a:noAutofit/>
          </a:bodyPr>
          <a:lstStyle/>
          <a:p>
            <a:pPr marL="81876">
              <a:lnSpc>
                <a:spcPct val="95825"/>
              </a:lnSpc>
            </a:pPr>
            <a:r>
              <a:rPr dirty="0" smtClean="0" sz="1450" spc="-171" b="1">
                <a:latin typeface="Arial"/>
                <a:cs typeface="Arial"/>
              </a:rPr>
              <a:t>D2</a:t>
            </a:r>
            <a:endParaRPr sz="1450">
              <a:latin typeface="Arial"/>
              <a:cs typeface="Arial"/>
            </a:endParaRPr>
          </a:p>
        </p:txBody>
      </p:sp>
      <p:sp>
        <p:nvSpPr>
          <p:cNvPr id="177" name="object 177"/>
          <p:cNvSpPr txBox="1"/>
          <p:nvPr/>
        </p:nvSpPr>
        <p:spPr>
          <a:xfrm>
            <a:off x="7103895" y="4280962"/>
            <a:ext cx="433100" cy="249175"/>
          </a:xfrm>
          <a:prstGeom prst="rect">
            <a:avLst/>
          </a:prstGeom>
        </p:spPr>
        <p:txBody>
          <a:bodyPr wrap="square" lIns="0" tIns="12065" rIns="0" bIns="0" rtlCol="0">
            <a:noAutofit/>
          </a:bodyPr>
          <a:lstStyle/>
          <a:p>
            <a:pPr marL="112812">
              <a:lnSpc>
                <a:spcPct val="95825"/>
              </a:lnSpc>
            </a:pPr>
            <a:r>
              <a:rPr dirty="0" smtClean="0" sz="1450" spc="-185" b="1">
                <a:latin typeface="Arial"/>
                <a:cs typeface="Arial"/>
              </a:rPr>
              <a:t>E2</a:t>
            </a:r>
            <a:endParaRPr sz="1450">
              <a:latin typeface="Arial"/>
              <a:cs typeface="Arial"/>
            </a:endParaRPr>
          </a:p>
        </p:txBody>
      </p:sp>
      <p:sp>
        <p:nvSpPr>
          <p:cNvPr id="176" name="object 176"/>
          <p:cNvSpPr txBox="1"/>
          <p:nvPr/>
        </p:nvSpPr>
        <p:spPr>
          <a:xfrm>
            <a:off x="7536996" y="4280962"/>
            <a:ext cx="382958" cy="249175"/>
          </a:xfrm>
          <a:prstGeom prst="rect">
            <a:avLst/>
          </a:prstGeom>
        </p:spPr>
        <p:txBody>
          <a:bodyPr wrap="square" lIns="0" tIns="12065" rIns="0" bIns="0" rtlCol="0">
            <a:noAutofit/>
          </a:bodyPr>
          <a:lstStyle/>
          <a:p>
            <a:pPr marL="93942">
              <a:lnSpc>
                <a:spcPct val="95825"/>
              </a:lnSpc>
            </a:pPr>
            <a:r>
              <a:rPr dirty="0" smtClean="0" sz="1450" spc="-103" b="1">
                <a:latin typeface="Arial"/>
                <a:cs typeface="Arial"/>
              </a:rPr>
              <a:t>F2</a:t>
            </a:r>
            <a:endParaRPr sz="1450">
              <a:latin typeface="Arial"/>
              <a:cs typeface="Arial"/>
            </a:endParaRPr>
          </a:p>
        </p:txBody>
      </p:sp>
      <p:sp>
        <p:nvSpPr>
          <p:cNvPr id="175" name="object 175"/>
          <p:cNvSpPr txBox="1"/>
          <p:nvPr/>
        </p:nvSpPr>
        <p:spPr>
          <a:xfrm>
            <a:off x="1643380" y="4530138"/>
            <a:ext cx="407992" cy="248914"/>
          </a:xfrm>
          <a:prstGeom prst="rect">
            <a:avLst/>
          </a:prstGeom>
        </p:spPr>
        <p:txBody>
          <a:bodyPr wrap="square" lIns="0" tIns="17780" rIns="0" bIns="0" rtlCol="0">
            <a:noAutofit/>
          </a:bodyPr>
          <a:lstStyle/>
          <a:p>
            <a:pPr marL="163281">
              <a:lnSpc>
                <a:spcPct val="95825"/>
              </a:lnSpc>
            </a:pPr>
            <a:r>
              <a:rPr dirty="0" smtClean="0" sz="1450" spc="71">
                <a:latin typeface="Arial"/>
                <a:cs typeface="Arial"/>
              </a:rPr>
              <a:t>1</a:t>
            </a:r>
            <a:endParaRPr sz="1450">
              <a:latin typeface="Arial"/>
              <a:cs typeface="Arial"/>
            </a:endParaRPr>
          </a:p>
        </p:txBody>
      </p:sp>
      <p:sp>
        <p:nvSpPr>
          <p:cNvPr id="174" name="object 174"/>
          <p:cNvSpPr txBox="1"/>
          <p:nvPr/>
        </p:nvSpPr>
        <p:spPr>
          <a:xfrm>
            <a:off x="2051372" y="4530138"/>
            <a:ext cx="389211" cy="248914"/>
          </a:xfrm>
          <a:prstGeom prst="rect">
            <a:avLst/>
          </a:prstGeom>
        </p:spPr>
        <p:txBody>
          <a:bodyPr wrap="square" lIns="0" tIns="17780" rIns="0" bIns="0" rtlCol="0">
            <a:noAutofit/>
          </a:bodyPr>
          <a:lstStyle/>
          <a:p>
            <a:pPr marL="117856" marR="105926" algn="ctr">
              <a:lnSpc>
                <a:spcPct val="95825"/>
              </a:lnSpc>
            </a:pPr>
            <a:r>
              <a:rPr dirty="0" smtClean="0" sz="1450" spc="71">
                <a:latin typeface="Arial"/>
                <a:cs typeface="Arial"/>
              </a:rPr>
              <a:t>2</a:t>
            </a:r>
            <a:endParaRPr sz="1450">
              <a:latin typeface="Arial"/>
              <a:cs typeface="Arial"/>
            </a:endParaRPr>
          </a:p>
        </p:txBody>
      </p:sp>
      <p:sp>
        <p:nvSpPr>
          <p:cNvPr id="173" name="object 173"/>
          <p:cNvSpPr txBox="1"/>
          <p:nvPr/>
        </p:nvSpPr>
        <p:spPr>
          <a:xfrm>
            <a:off x="2440584" y="4530138"/>
            <a:ext cx="389194" cy="248914"/>
          </a:xfrm>
          <a:prstGeom prst="rect">
            <a:avLst/>
          </a:prstGeom>
        </p:spPr>
        <p:txBody>
          <a:bodyPr wrap="square" lIns="0" tIns="17780" rIns="0" bIns="0" rtlCol="0">
            <a:noAutofit/>
          </a:bodyPr>
          <a:lstStyle/>
          <a:p>
            <a:pPr marL="117839" marR="105926" algn="ctr">
              <a:lnSpc>
                <a:spcPct val="95825"/>
              </a:lnSpc>
            </a:pPr>
            <a:r>
              <a:rPr dirty="0" smtClean="0" sz="1450" spc="71">
                <a:latin typeface="Arial"/>
                <a:cs typeface="Arial"/>
              </a:rPr>
              <a:t>3</a:t>
            </a:r>
            <a:endParaRPr sz="1450">
              <a:latin typeface="Arial"/>
              <a:cs typeface="Arial"/>
            </a:endParaRPr>
          </a:p>
        </p:txBody>
      </p:sp>
      <p:sp>
        <p:nvSpPr>
          <p:cNvPr id="172" name="object 172"/>
          <p:cNvSpPr txBox="1"/>
          <p:nvPr/>
        </p:nvSpPr>
        <p:spPr>
          <a:xfrm>
            <a:off x="2829778" y="4530138"/>
            <a:ext cx="376275" cy="248914"/>
          </a:xfrm>
          <a:prstGeom prst="rect">
            <a:avLst/>
          </a:prstGeom>
        </p:spPr>
        <p:txBody>
          <a:bodyPr wrap="square" lIns="0" tIns="17780" rIns="0" bIns="0" rtlCol="0">
            <a:noAutofit/>
          </a:bodyPr>
          <a:lstStyle/>
          <a:p>
            <a:pPr marL="144078">
              <a:lnSpc>
                <a:spcPct val="95825"/>
              </a:lnSpc>
            </a:pPr>
            <a:r>
              <a:rPr dirty="0" smtClean="0" sz="1450" spc="71">
                <a:latin typeface="Arial"/>
                <a:cs typeface="Arial"/>
              </a:rPr>
              <a:t>4</a:t>
            </a:r>
            <a:endParaRPr sz="1450">
              <a:latin typeface="Arial"/>
              <a:cs typeface="Arial"/>
            </a:endParaRPr>
          </a:p>
        </p:txBody>
      </p:sp>
      <p:sp>
        <p:nvSpPr>
          <p:cNvPr id="171" name="object 171"/>
          <p:cNvSpPr txBox="1"/>
          <p:nvPr/>
        </p:nvSpPr>
        <p:spPr>
          <a:xfrm>
            <a:off x="3206053" y="4530138"/>
            <a:ext cx="426972" cy="248914"/>
          </a:xfrm>
          <a:prstGeom prst="rect">
            <a:avLst/>
          </a:prstGeom>
        </p:spPr>
        <p:txBody>
          <a:bodyPr wrap="square" lIns="0" tIns="17780" rIns="0" bIns="0" rtlCol="0">
            <a:noAutofit/>
          </a:bodyPr>
          <a:lstStyle/>
          <a:p>
            <a:pPr marL="142840" marR="118702" algn="ctr">
              <a:lnSpc>
                <a:spcPct val="95825"/>
              </a:lnSpc>
            </a:pPr>
            <a:r>
              <a:rPr dirty="0" smtClean="0" sz="1450" spc="71">
                <a:latin typeface="Arial"/>
                <a:cs typeface="Arial"/>
              </a:rPr>
              <a:t>5</a:t>
            </a:r>
            <a:endParaRPr sz="1450">
              <a:latin typeface="Arial"/>
              <a:cs typeface="Arial"/>
            </a:endParaRPr>
          </a:p>
        </p:txBody>
      </p:sp>
      <p:sp>
        <p:nvSpPr>
          <p:cNvPr id="170" name="object 170"/>
          <p:cNvSpPr txBox="1"/>
          <p:nvPr/>
        </p:nvSpPr>
        <p:spPr>
          <a:xfrm>
            <a:off x="3633026" y="4530138"/>
            <a:ext cx="389052" cy="248914"/>
          </a:xfrm>
          <a:prstGeom prst="rect">
            <a:avLst/>
          </a:prstGeom>
        </p:spPr>
        <p:txBody>
          <a:bodyPr wrap="square" lIns="0" tIns="17780" rIns="0" bIns="0" rtlCol="0">
            <a:noAutofit/>
          </a:bodyPr>
          <a:lstStyle/>
          <a:p>
            <a:pPr marL="117697" marR="105926" algn="ctr">
              <a:lnSpc>
                <a:spcPct val="95825"/>
              </a:lnSpc>
            </a:pPr>
            <a:r>
              <a:rPr dirty="0" smtClean="0" sz="1450" spc="71">
                <a:latin typeface="Arial"/>
                <a:cs typeface="Arial"/>
              </a:rPr>
              <a:t>6</a:t>
            </a:r>
            <a:endParaRPr sz="1450">
              <a:latin typeface="Arial"/>
              <a:cs typeface="Arial"/>
            </a:endParaRPr>
          </a:p>
        </p:txBody>
      </p:sp>
      <p:sp>
        <p:nvSpPr>
          <p:cNvPr id="169" name="object 169"/>
          <p:cNvSpPr txBox="1"/>
          <p:nvPr/>
        </p:nvSpPr>
        <p:spPr>
          <a:xfrm>
            <a:off x="4022078" y="4530138"/>
            <a:ext cx="376694" cy="248914"/>
          </a:xfrm>
          <a:prstGeom prst="rect">
            <a:avLst/>
          </a:prstGeom>
        </p:spPr>
        <p:txBody>
          <a:bodyPr wrap="square" lIns="0" tIns="17780" rIns="0" bIns="0" rtlCol="0">
            <a:noAutofit/>
          </a:bodyPr>
          <a:lstStyle/>
          <a:p>
            <a:pPr marL="144380">
              <a:lnSpc>
                <a:spcPct val="95825"/>
              </a:lnSpc>
            </a:pPr>
            <a:r>
              <a:rPr dirty="0" smtClean="0" sz="1450" spc="71">
                <a:latin typeface="Arial"/>
                <a:cs typeface="Arial"/>
              </a:rPr>
              <a:t>7</a:t>
            </a:r>
            <a:endParaRPr sz="1450">
              <a:latin typeface="Arial"/>
              <a:cs typeface="Arial"/>
            </a:endParaRPr>
          </a:p>
        </p:txBody>
      </p:sp>
      <p:sp>
        <p:nvSpPr>
          <p:cNvPr id="168" name="object 168"/>
          <p:cNvSpPr txBox="1"/>
          <p:nvPr/>
        </p:nvSpPr>
        <p:spPr>
          <a:xfrm>
            <a:off x="4398772" y="4530138"/>
            <a:ext cx="389094" cy="248914"/>
          </a:xfrm>
          <a:prstGeom prst="rect">
            <a:avLst/>
          </a:prstGeom>
        </p:spPr>
        <p:txBody>
          <a:bodyPr wrap="square" lIns="0" tIns="17780" rIns="0" bIns="0" rtlCol="0">
            <a:noAutofit/>
          </a:bodyPr>
          <a:lstStyle/>
          <a:p>
            <a:pPr marL="117739" marR="105926" algn="ctr">
              <a:lnSpc>
                <a:spcPct val="95825"/>
              </a:lnSpc>
            </a:pPr>
            <a:r>
              <a:rPr dirty="0" smtClean="0" sz="1450" spc="71">
                <a:latin typeface="Arial"/>
                <a:cs typeface="Arial"/>
              </a:rPr>
              <a:t>8</a:t>
            </a:r>
            <a:endParaRPr sz="1450">
              <a:latin typeface="Arial"/>
              <a:cs typeface="Arial"/>
            </a:endParaRPr>
          </a:p>
        </p:txBody>
      </p:sp>
      <p:sp>
        <p:nvSpPr>
          <p:cNvPr id="167" name="object 167"/>
          <p:cNvSpPr txBox="1"/>
          <p:nvPr/>
        </p:nvSpPr>
        <p:spPr>
          <a:xfrm>
            <a:off x="4787867" y="4530138"/>
            <a:ext cx="389261" cy="248914"/>
          </a:xfrm>
          <a:prstGeom prst="rect">
            <a:avLst/>
          </a:prstGeom>
        </p:spPr>
        <p:txBody>
          <a:bodyPr wrap="square" lIns="0" tIns="17780" rIns="0" bIns="0" rtlCol="0">
            <a:noAutofit/>
          </a:bodyPr>
          <a:lstStyle/>
          <a:p>
            <a:pPr marL="117906" marR="105926" algn="ctr">
              <a:lnSpc>
                <a:spcPct val="95825"/>
              </a:lnSpc>
            </a:pPr>
            <a:r>
              <a:rPr dirty="0" smtClean="0" sz="1450" spc="71">
                <a:latin typeface="Arial"/>
                <a:cs typeface="Arial"/>
              </a:rPr>
              <a:t>9</a:t>
            </a:r>
            <a:endParaRPr sz="1450">
              <a:latin typeface="Arial"/>
              <a:cs typeface="Arial"/>
            </a:endParaRPr>
          </a:p>
        </p:txBody>
      </p:sp>
      <p:sp>
        <p:nvSpPr>
          <p:cNvPr id="166" name="object 166"/>
          <p:cNvSpPr txBox="1"/>
          <p:nvPr/>
        </p:nvSpPr>
        <p:spPr>
          <a:xfrm>
            <a:off x="5177128" y="4530138"/>
            <a:ext cx="364126" cy="248914"/>
          </a:xfrm>
          <a:prstGeom prst="rect">
            <a:avLst/>
          </a:prstGeom>
        </p:spPr>
        <p:txBody>
          <a:bodyPr wrap="square" lIns="0" tIns="17780" rIns="0" bIns="0" rtlCol="0">
            <a:noAutofit/>
          </a:bodyPr>
          <a:lstStyle/>
          <a:p>
            <a:pPr marL="81374">
              <a:lnSpc>
                <a:spcPct val="95825"/>
              </a:lnSpc>
            </a:pPr>
            <a:r>
              <a:rPr dirty="0" smtClean="0" sz="1450" spc="-17">
                <a:latin typeface="Arial"/>
                <a:cs typeface="Arial"/>
              </a:rPr>
              <a:t>10</a:t>
            </a:r>
            <a:endParaRPr sz="1450">
              <a:latin typeface="Arial"/>
              <a:cs typeface="Arial"/>
            </a:endParaRPr>
          </a:p>
        </p:txBody>
      </p:sp>
      <p:sp>
        <p:nvSpPr>
          <p:cNvPr id="165" name="object 165"/>
          <p:cNvSpPr txBox="1"/>
          <p:nvPr/>
        </p:nvSpPr>
        <p:spPr>
          <a:xfrm>
            <a:off x="5541255" y="4530138"/>
            <a:ext cx="426796" cy="248914"/>
          </a:xfrm>
          <a:prstGeom prst="rect">
            <a:avLst/>
          </a:prstGeom>
        </p:spPr>
        <p:txBody>
          <a:bodyPr wrap="square" lIns="0" tIns="17780" rIns="0" bIns="0" rtlCol="0">
            <a:noAutofit/>
          </a:bodyPr>
          <a:lstStyle/>
          <a:p>
            <a:pPr marL="119077">
              <a:lnSpc>
                <a:spcPct val="95825"/>
              </a:lnSpc>
            </a:pPr>
            <a:r>
              <a:rPr dirty="0" smtClean="0" sz="1450" spc="-17">
                <a:latin typeface="Arial"/>
                <a:cs typeface="Arial"/>
              </a:rPr>
              <a:t>11</a:t>
            </a:r>
            <a:endParaRPr sz="1450">
              <a:latin typeface="Arial"/>
              <a:cs typeface="Arial"/>
            </a:endParaRPr>
          </a:p>
        </p:txBody>
      </p:sp>
      <p:sp>
        <p:nvSpPr>
          <p:cNvPr id="164" name="object 164"/>
          <p:cNvSpPr txBox="1"/>
          <p:nvPr/>
        </p:nvSpPr>
        <p:spPr>
          <a:xfrm>
            <a:off x="5968052" y="4530138"/>
            <a:ext cx="388758" cy="248914"/>
          </a:xfrm>
          <a:prstGeom prst="rect">
            <a:avLst/>
          </a:prstGeom>
        </p:spPr>
        <p:txBody>
          <a:bodyPr wrap="square" lIns="0" tIns="17780" rIns="0" bIns="0" rtlCol="0">
            <a:noAutofit/>
          </a:bodyPr>
          <a:lstStyle/>
          <a:p>
            <a:pPr marL="93942">
              <a:lnSpc>
                <a:spcPct val="95825"/>
              </a:lnSpc>
            </a:pPr>
            <a:r>
              <a:rPr dirty="0" smtClean="0" sz="1450" spc="-17">
                <a:latin typeface="Arial"/>
                <a:cs typeface="Arial"/>
              </a:rPr>
              <a:t>12</a:t>
            </a:r>
            <a:endParaRPr sz="1450">
              <a:latin typeface="Arial"/>
              <a:cs typeface="Arial"/>
            </a:endParaRPr>
          </a:p>
        </p:txBody>
      </p:sp>
      <p:sp>
        <p:nvSpPr>
          <p:cNvPr id="163" name="object 163"/>
          <p:cNvSpPr txBox="1"/>
          <p:nvPr/>
        </p:nvSpPr>
        <p:spPr>
          <a:xfrm>
            <a:off x="6356810" y="4530138"/>
            <a:ext cx="376694" cy="248914"/>
          </a:xfrm>
          <a:prstGeom prst="rect">
            <a:avLst/>
          </a:prstGeom>
        </p:spPr>
        <p:txBody>
          <a:bodyPr wrap="square" lIns="0" tIns="17780" rIns="0" bIns="0" rtlCol="0">
            <a:noAutofit/>
          </a:bodyPr>
          <a:lstStyle/>
          <a:p>
            <a:pPr marL="94444">
              <a:lnSpc>
                <a:spcPct val="95825"/>
              </a:lnSpc>
            </a:pPr>
            <a:r>
              <a:rPr dirty="0" smtClean="0" sz="1450" spc="-17">
                <a:latin typeface="Arial"/>
                <a:cs typeface="Arial"/>
              </a:rPr>
              <a:t>13</a:t>
            </a:r>
            <a:endParaRPr sz="1450">
              <a:latin typeface="Arial"/>
              <a:cs typeface="Arial"/>
            </a:endParaRPr>
          </a:p>
        </p:txBody>
      </p:sp>
      <p:sp>
        <p:nvSpPr>
          <p:cNvPr id="162" name="object 162"/>
          <p:cNvSpPr txBox="1"/>
          <p:nvPr/>
        </p:nvSpPr>
        <p:spPr>
          <a:xfrm>
            <a:off x="6733505" y="4530138"/>
            <a:ext cx="370390" cy="248914"/>
          </a:xfrm>
          <a:prstGeom prst="rect">
            <a:avLst/>
          </a:prstGeom>
        </p:spPr>
        <p:txBody>
          <a:bodyPr wrap="square" lIns="0" tIns="17780" rIns="0" bIns="0" rtlCol="0">
            <a:noAutofit/>
          </a:bodyPr>
          <a:lstStyle/>
          <a:p>
            <a:pPr marL="94444">
              <a:lnSpc>
                <a:spcPct val="95825"/>
              </a:lnSpc>
            </a:pPr>
            <a:r>
              <a:rPr dirty="0" smtClean="0" sz="1450" spc="-17">
                <a:latin typeface="Arial"/>
                <a:cs typeface="Arial"/>
              </a:rPr>
              <a:t>14</a:t>
            </a:r>
            <a:endParaRPr sz="1450">
              <a:latin typeface="Arial"/>
              <a:cs typeface="Arial"/>
            </a:endParaRPr>
          </a:p>
        </p:txBody>
      </p:sp>
      <p:sp>
        <p:nvSpPr>
          <p:cNvPr id="161" name="object 161"/>
          <p:cNvSpPr txBox="1"/>
          <p:nvPr/>
        </p:nvSpPr>
        <p:spPr>
          <a:xfrm>
            <a:off x="7103895" y="4530138"/>
            <a:ext cx="433100" cy="248914"/>
          </a:xfrm>
          <a:prstGeom prst="rect">
            <a:avLst/>
          </a:prstGeom>
        </p:spPr>
        <p:txBody>
          <a:bodyPr wrap="square" lIns="0" tIns="17780" rIns="0" bIns="0" rtlCol="0">
            <a:noAutofit/>
          </a:bodyPr>
          <a:lstStyle/>
          <a:p>
            <a:pPr marL="125715">
              <a:lnSpc>
                <a:spcPct val="95825"/>
              </a:lnSpc>
            </a:pPr>
            <a:r>
              <a:rPr dirty="0" smtClean="0" sz="1450" spc="-17">
                <a:latin typeface="Arial"/>
                <a:cs typeface="Arial"/>
              </a:rPr>
              <a:t>15</a:t>
            </a:r>
            <a:endParaRPr sz="1450">
              <a:latin typeface="Arial"/>
              <a:cs typeface="Arial"/>
            </a:endParaRPr>
          </a:p>
        </p:txBody>
      </p:sp>
      <p:sp>
        <p:nvSpPr>
          <p:cNvPr id="160" name="object 160"/>
          <p:cNvSpPr txBox="1"/>
          <p:nvPr/>
        </p:nvSpPr>
        <p:spPr>
          <a:xfrm>
            <a:off x="7536996" y="4530138"/>
            <a:ext cx="382958" cy="248914"/>
          </a:xfrm>
          <a:prstGeom prst="rect">
            <a:avLst/>
          </a:prstGeom>
        </p:spPr>
        <p:txBody>
          <a:bodyPr wrap="square" lIns="0" tIns="17780" rIns="0" bIns="0" rtlCol="0">
            <a:noAutofit/>
          </a:bodyPr>
          <a:lstStyle/>
          <a:p>
            <a:pPr marL="93942">
              <a:lnSpc>
                <a:spcPct val="95825"/>
              </a:lnSpc>
            </a:pPr>
            <a:r>
              <a:rPr dirty="0" smtClean="0" sz="1450" spc="-17">
                <a:latin typeface="Arial"/>
                <a:cs typeface="Arial"/>
              </a:rPr>
              <a:t>16</a:t>
            </a:r>
            <a:endParaRPr sz="1450">
              <a:latin typeface="Arial"/>
              <a:cs typeface="Arial"/>
            </a:endParaRPr>
          </a:p>
        </p:txBody>
      </p:sp>
      <p:sp>
        <p:nvSpPr>
          <p:cNvPr id="159" name="object 159"/>
          <p:cNvSpPr txBox="1"/>
          <p:nvPr/>
        </p:nvSpPr>
        <p:spPr>
          <a:xfrm>
            <a:off x="1643380" y="4779053"/>
            <a:ext cx="5460515" cy="254949"/>
          </a:xfrm>
          <a:prstGeom prst="rect">
            <a:avLst/>
          </a:prstGeom>
        </p:spPr>
        <p:txBody>
          <a:bodyPr wrap="square" lIns="0" tIns="24130" rIns="0" bIns="0" rtlCol="0">
            <a:noAutofit/>
          </a:bodyPr>
          <a:lstStyle/>
          <a:p>
            <a:pPr marL="2484037" marR="2470712" algn="ctr">
              <a:lnSpc>
                <a:spcPct val="95825"/>
              </a:lnSpc>
            </a:pPr>
            <a:r>
              <a:rPr dirty="0" smtClean="0" sz="1450" spc="-160" b="1">
                <a:latin typeface="Arial"/>
                <a:cs typeface="Arial"/>
              </a:rPr>
              <a:t>BCCH</a:t>
            </a:r>
            <a:endParaRPr sz="1450">
              <a:latin typeface="Arial"/>
              <a:cs typeface="Arial"/>
            </a:endParaRPr>
          </a:p>
        </p:txBody>
      </p:sp>
      <p:sp>
        <p:nvSpPr>
          <p:cNvPr id="158" name="object 158"/>
          <p:cNvSpPr txBox="1"/>
          <p:nvPr/>
        </p:nvSpPr>
        <p:spPr>
          <a:xfrm>
            <a:off x="7103895" y="4779053"/>
            <a:ext cx="816058" cy="254949"/>
          </a:xfrm>
          <a:prstGeom prst="rect">
            <a:avLst/>
          </a:prstGeom>
        </p:spPr>
        <p:txBody>
          <a:bodyPr wrap="square" lIns="0" tIns="24130" rIns="0" bIns="0" rtlCol="0">
            <a:noAutofit/>
          </a:bodyPr>
          <a:lstStyle/>
          <a:p>
            <a:pPr marL="251056">
              <a:lnSpc>
                <a:spcPct val="95825"/>
              </a:lnSpc>
            </a:pPr>
            <a:r>
              <a:rPr dirty="0" smtClean="0" sz="1450" spc="-89" b="1">
                <a:latin typeface="Arial"/>
                <a:cs typeface="Arial"/>
              </a:rPr>
              <a:t>T</a:t>
            </a:r>
            <a:r>
              <a:rPr dirty="0" smtClean="0" sz="1450" spc="-89" b="1">
                <a:latin typeface="Arial"/>
                <a:cs typeface="Arial"/>
              </a:rPr>
              <a:t>C</a:t>
            </a:r>
            <a:r>
              <a:rPr dirty="0" smtClean="0" sz="1450" spc="-89" b="1">
                <a:latin typeface="Arial"/>
                <a:cs typeface="Arial"/>
              </a:rPr>
              <a:t>H</a:t>
            </a:r>
            <a:endParaRPr sz="1450">
              <a:latin typeface="Arial"/>
              <a:cs typeface="Arial"/>
            </a:endParaRPr>
          </a:p>
        </p:txBody>
      </p:sp>
      <p:sp>
        <p:nvSpPr>
          <p:cNvPr id="157" name="object 157"/>
          <p:cNvSpPr txBox="1"/>
          <p:nvPr/>
        </p:nvSpPr>
        <p:spPr>
          <a:xfrm>
            <a:off x="1643380" y="5034002"/>
            <a:ext cx="407992" cy="249175"/>
          </a:xfrm>
          <a:prstGeom prst="rect">
            <a:avLst/>
          </a:prstGeom>
        </p:spPr>
        <p:txBody>
          <a:bodyPr wrap="square" lIns="0" tIns="12700" rIns="0" bIns="0" rtlCol="0">
            <a:noAutofit/>
          </a:bodyPr>
          <a:lstStyle/>
          <a:p>
            <a:pPr marL="87696">
              <a:lnSpc>
                <a:spcPct val="95825"/>
              </a:lnSpc>
            </a:pPr>
            <a:r>
              <a:rPr dirty="0" smtClean="0" sz="1450" spc="-158" b="1">
                <a:latin typeface="Arial"/>
                <a:cs typeface="Arial"/>
              </a:rPr>
              <a:t>G2</a:t>
            </a:r>
            <a:endParaRPr sz="1450">
              <a:latin typeface="Arial"/>
              <a:cs typeface="Arial"/>
            </a:endParaRPr>
          </a:p>
        </p:txBody>
      </p:sp>
      <p:sp>
        <p:nvSpPr>
          <p:cNvPr id="156" name="object 156"/>
          <p:cNvSpPr txBox="1"/>
          <p:nvPr/>
        </p:nvSpPr>
        <p:spPr>
          <a:xfrm>
            <a:off x="2051372" y="5034002"/>
            <a:ext cx="389211" cy="249175"/>
          </a:xfrm>
          <a:prstGeom prst="rect">
            <a:avLst/>
          </a:prstGeom>
        </p:spPr>
        <p:txBody>
          <a:bodyPr wrap="square" lIns="0" tIns="12700" rIns="0" bIns="0" rtlCol="0">
            <a:noAutofit/>
          </a:bodyPr>
          <a:lstStyle/>
          <a:p>
            <a:pPr marL="81441">
              <a:lnSpc>
                <a:spcPct val="95825"/>
              </a:lnSpc>
            </a:pPr>
            <a:r>
              <a:rPr dirty="0" smtClean="0" sz="1450" spc="-71" b="1">
                <a:latin typeface="Arial"/>
                <a:cs typeface="Arial"/>
              </a:rPr>
              <a:t>H2</a:t>
            </a:r>
            <a:endParaRPr sz="1450">
              <a:latin typeface="Arial"/>
              <a:cs typeface="Arial"/>
            </a:endParaRPr>
          </a:p>
        </p:txBody>
      </p:sp>
      <p:sp>
        <p:nvSpPr>
          <p:cNvPr id="155" name="object 155"/>
          <p:cNvSpPr txBox="1"/>
          <p:nvPr/>
        </p:nvSpPr>
        <p:spPr>
          <a:xfrm>
            <a:off x="2440584" y="5034002"/>
            <a:ext cx="389194" cy="249175"/>
          </a:xfrm>
          <a:prstGeom prst="rect">
            <a:avLst/>
          </a:prstGeom>
        </p:spPr>
        <p:txBody>
          <a:bodyPr wrap="square" lIns="0" tIns="12700" rIns="0" bIns="0" rtlCol="0">
            <a:noAutofit/>
          </a:bodyPr>
          <a:lstStyle/>
          <a:p>
            <a:pPr marL="119010">
              <a:lnSpc>
                <a:spcPct val="95825"/>
              </a:lnSpc>
            </a:pPr>
            <a:r>
              <a:rPr dirty="0" smtClean="0" sz="1450" spc="8" b="1">
                <a:latin typeface="Arial"/>
                <a:cs typeface="Arial"/>
              </a:rPr>
              <a:t>I2</a:t>
            </a:r>
            <a:endParaRPr sz="1450">
              <a:latin typeface="Arial"/>
              <a:cs typeface="Arial"/>
            </a:endParaRPr>
          </a:p>
        </p:txBody>
      </p:sp>
      <p:sp>
        <p:nvSpPr>
          <p:cNvPr id="154" name="object 154"/>
          <p:cNvSpPr txBox="1"/>
          <p:nvPr/>
        </p:nvSpPr>
        <p:spPr>
          <a:xfrm>
            <a:off x="2829778" y="5034002"/>
            <a:ext cx="376275" cy="249175"/>
          </a:xfrm>
          <a:prstGeom prst="rect">
            <a:avLst/>
          </a:prstGeom>
        </p:spPr>
        <p:txBody>
          <a:bodyPr wrap="square" lIns="0" tIns="12700" rIns="0" bIns="0" rtlCol="0">
            <a:noAutofit/>
          </a:bodyPr>
          <a:lstStyle/>
          <a:p>
            <a:pPr marL="93975">
              <a:lnSpc>
                <a:spcPct val="95825"/>
              </a:lnSpc>
            </a:pPr>
            <a:r>
              <a:rPr dirty="0" smtClean="0" sz="1450" spc="-203" b="1">
                <a:latin typeface="Arial"/>
                <a:cs typeface="Arial"/>
              </a:rPr>
              <a:t>L2</a:t>
            </a:r>
            <a:endParaRPr sz="1450">
              <a:latin typeface="Arial"/>
              <a:cs typeface="Arial"/>
            </a:endParaRPr>
          </a:p>
        </p:txBody>
      </p:sp>
      <p:sp>
        <p:nvSpPr>
          <p:cNvPr id="153" name="object 153"/>
          <p:cNvSpPr txBox="1"/>
          <p:nvPr/>
        </p:nvSpPr>
        <p:spPr>
          <a:xfrm>
            <a:off x="3206053" y="5034002"/>
            <a:ext cx="426972" cy="249175"/>
          </a:xfrm>
          <a:prstGeom prst="rect">
            <a:avLst/>
          </a:prstGeom>
        </p:spPr>
        <p:txBody>
          <a:bodyPr wrap="square" lIns="0" tIns="12700" rIns="0" bIns="0" rtlCol="0">
            <a:noAutofit/>
          </a:bodyPr>
          <a:lstStyle/>
          <a:p>
            <a:pPr marL="94377">
              <a:lnSpc>
                <a:spcPct val="95825"/>
              </a:lnSpc>
            </a:pPr>
            <a:r>
              <a:rPr dirty="0" smtClean="0" sz="1450" spc="-71" b="1">
                <a:latin typeface="Arial"/>
                <a:cs typeface="Arial"/>
              </a:rPr>
              <a:t>A3</a:t>
            </a:r>
            <a:endParaRPr sz="1450">
              <a:latin typeface="Arial"/>
              <a:cs typeface="Arial"/>
            </a:endParaRPr>
          </a:p>
        </p:txBody>
      </p:sp>
      <p:sp>
        <p:nvSpPr>
          <p:cNvPr id="152" name="object 152"/>
          <p:cNvSpPr txBox="1"/>
          <p:nvPr/>
        </p:nvSpPr>
        <p:spPr>
          <a:xfrm>
            <a:off x="3633026" y="5034002"/>
            <a:ext cx="389052" cy="249175"/>
          </a:xfrm>
          <a:prstGeom prst="rect">
            <a:avLst/>
          </a:prstGeom>
        </p:spPr>
        <p:txBody>
          <a:bodyPr wrap="square" lIns="0" tIns="12700" rIns="0" bIns="0" rtlCol="0">
            <a:noAutofit/>
          </a:bodyPr>
          <a:lstStyle/>
          <a:p>
            <a:pPr marL="81668">
              <a:lnSpc>
                <a:spcPct val="95825"/>
              </a:lnSpc>
            </a:pPr>
            <a:r>
              <a:rPr dirty="0" smtClean="0" sz="1450" spc="-171" b="1">
                <a:latin typeface="Arial"/>
                <a:cs typeface="Arial"/>
              </a:rPr>
              <a:t>B3</a:t>
            </a:r>
            <a:endParaRPr sz="1450">
              <a:latin typeface="Arial"/>
              <a:cs typeface="Arial"/>
            </a:endParaRPr>
          </a:p>
        </p:txBody>
      </p:sp>
      <p:sp>
        <p:nvSpPr>
          <p:cNvPr id="151" name="object 151"/>
          <p:cNvSpPr txBox="1"/>
          <p:nvPr/>
        </p:nvSpPr>
        <p:spPr>
          <a:xfrm>
            <a:off x="4022078" y="5034002"/>
            <a:ext cx="376694" cy="249175"/>
          </a:xfrm>
          <a:prstGeom prst="rect">
            <a:avLst/>
          </a:prstGeom>
        </p:spPr>
        <p:txBody>
          <a:bodyPr wrap="square" lIns="0" tIns="12700" rIns="0" bIns="0" rtlCol="0">
            <a:noAutofit/>
          </a:bodyPr>
          <a:lstStyle/>
          <a:p>
            <a:pPr marL="81877">
              <a:lnSpc>
                <a:spcPct val="95825"/>
              </a:lnSpc>
            </a:pPr>
            <a:r>
              <a:rPr dirty="0" smtClean="0" sz="1450" spc="-171" b="1">
                <a:latin typeface="Arial"/>
                <a:cs typeface="Arial"/>
              </a:rPr>
              <a:t>C3</a:t>
            </a:r>
            <a:endParaRPr sz="1450">
              <a:latin typeface="Arial"/>
              <a:cs typeface="Arial"/>
            </a:endParaRPr>
          </a:p>
        </p:txBody>
      </p:sp>
      <p:sp>
        <p:nvSpPr>
          <p:cNvPr id="150" name="object 150"/>
          <p:cNvSpPr txBox="1"/>
          <p:nvPr/>
        </p:nvSpPr>
        <p:spPr>
          <a:xfrm>
            <a:off x="4398772" y="5034002"/>
            <a:ext cx="389094" cy="249175"/>
          </a:xfrm>
          <a:prstGeom prst="rect">
            <a:avLst/>
          </a:prstGeom>
        </p:spPr>
        <p:txBody>
          <a:bodyPr wrap="square" lIns="0" tIns="12700" rIns="0" bIns="0" rtlCol="0">
            <a:noAutofit/>
          </a:bodyPr>
          <a:lstStyle/>
          <a:p>
            <a:pPr marL="81374">
              <a:lnSpc>
                <a:spcPct val="95825"/>
              </a:lnSpc>
            </a:pPr>
            <a:r>
              <a:rPr dirty="0" smtClean="0" sz="1450" spc="-171" b="1">
                <a:latin typeface="Arial"/>
                <a:cs typeface="Arial"/>
              </a:rPr>
              <a:t>D3</a:t>
            </a:r>
            <a:endParaRPr sz="1450">
              <a:latin typeface="Arial"/>
              <a:cs typeface="Arial"/>
            </a:endParaRPr>
          </a:p>
        </p:txBody>
      </p:sp>
      <p:sp>
        <p:nvSpPr>
          <p:cNvPr id="149" name="object 149"/>
          <p:cNvSpPr txBox="1"/>
          <p:nvPr/>
        </p:nvSpPr>
        <p:spPr>
          <a:xfrm>
            <a:off x="4787867" y="5034002"/>
            <a:ext cx="389261" cy="249175"/>
          </a:xfrm>
          <a:prstGeom prst="rect">
            <a:avLst/>
          </a:prstGeom>
        </p:spPr>
        <p:txBody>
          <a:bodyPr wrap="square" lIns="0" tIns="12700" rIns="0" bIns="0" rtlCol="0">
            <a:noAutofit/>
          </a:bodyPr>
          <a:lstStyle/>
          <a:p>
            <a:pPr marL="93941">
              <a:lnSpc>
                <a:spcPct val="95825"/>
              </a:lnSpc>
            </a:pPr>
            <a:r>
              <a:rPr dirty="0" smtClean="0" sz="1450" spc="-185" b="1">
                <a:latin typeface="Arial"/>
                <a:cs typeface="Arial"/>
              </a:rPr>
              <a:t>E3</a:t>
            </a:r>
            <a:endParaRPr sz="1450">
              <a:latin typeface="Arial"/>
              <a:cs typeface="Arial"/>
            </a:endParaRPr>
          </a:p>
        </p:txBody>
      </p:sp>
      <p:sp>
        <p:nvSpPr>
          <p:cNvPr id="148" name="object 148"/>
          <p:cNvSpPr txBox="1"/>
          <p:nvPr/>
        </p:nvSpPr>
        <p:spPr>
          <a:xfrm>
            <a:off x="5177128" y="5034002"/>
            <a:ext cx="364126" cy="249175"/>
          </a:xfrm>
          <a:prstGeom prst="rect">
            <a:avLst/>
          </a:prstGeom>
        </p:spPr>
        <p:txBody>
          <a:bodyPr wrap="square" lIns="0" tIns="12700" rIns="0" bIns="0" rtlCol="0">
            <a:noAutofit/>
          </a:bodyPr>
          <a:lstStyle/>
          <a:p>
            <a:pPr marL="81374">
              <a:lnSpc>
                <a:spcPct val="95825"/>
              </a:lnSpc>
            </a:pPr>
            <a:r>
              <a:rPr dirty="0" smtClean="0" sz="1450" spc="-103" b="1">
                <a:latin typeface="Arial"/>
                <a:cs typeface="Arial"/>
              </a:rPr>
              <a:t>F3</a:t>
            </a:r>
            <a:endParaRPr sz="1450">
              <a:latin typeface="Arial"/>
              <a:cs typeface="Arial"/>
            </a:endParaRPr>
          </a:p>
        </p:txBody>
      </p:sp>
      <p:sp>
        <p:nvSpPr>
          <p:cNvPr id="147" name="object 147"/>
          <p:cNvSpPr txBox="1"/>
          <p:nvPr/>
        </p:nvSpPr>
        <p:spPr>
          <a:xfrm>
            <a:off x="5541255" y="5034002"/>
            <a:ext cx="426796" cy="249175"/>
          </a:xfrm>
          <a:prstGeom prst="rect">
            <a:avLst/>
          </a:prstGeom>
        </p:spPr>
        <p:txBody>
          <a:bodyPr wrap="square" lIns="0" tIns="12700" rIns="0" bIns="0" rtlCol="0">
            <a:noAutofit/>
          </a:bodyPr>
          <a:lstStyle/>
          <a:p>
            <a:pPr marL="93941">
              <a:lnSpc>
                <a:spcPct val="95825"/>
              </a:lnSpc>
            </a:pPr>
            <a:r>
              <a:rPr dirty="0" smtClean="0" sz="1450" spc="-158" b="1">
                <a:latin typeface="Arial"/>
                <a:cs typeface="Arial"/>
              </a:rPr>
              <a:t>G3</a:t>
            </a:r>
            <a:endParaRPr sz="1450">
              <a:latin typeface="Arial"/>
              <a:cs typeface="Arial"/>
            </a:endParaRPr>
          </a:p>
        </p:txBody>
      </p:sp>
      <p:sp>
        <p:nvSpPr>
          <p:cNvPr id="146" name="object 146"/>
          <p:cNvSpPr txBox="1"/>
          <p:nvPr/>
        </p:nvSpPr>
        <p:spPr>
          <a:xfrm>
            <a:off x="5968052" y="5034002"/>
            <a:ext cx="388758" cy="249175"/>
          </a:xfrm>
          <a:prstGeom prst="rect">
            <a:avLst/>
          </a:prstGeom>
        </p:spPr>
        <p:txBody>
          <a:bodyPr wrap="square" lIns="0" tIns="12700" rIns="0" bIns="0" rtlCol="0">
            <a:noAutofit/>
          </a:bodyPr>
          <a:lstStyle/>
          <a:p>
            <a:pPr marL="81374">
              <a:lnSpc>
                <a:spcPct val="95825"/>
              </a:lnSpc>
            </a:pPr>
            <a:r>
              <a:rPr dirty="0" smtClean="0" sz="1450" spc="-71" b="1">
                <a:latin typeface="Arial"/>
                <a:cs typeface="Arial"/>
              </a:rPr>
              <a:t>H3</a:t>
            </a:r>
            <a:endParaRPr sz="1450">
              <a:latin typeface="Arial"/>
              <a:cs typeface="Arial"/>
            </a:endParaRPr>
          </a:p>
        </p:txBody>
      </p:sp>
      <p:sp>
        <p:nvSpPr>
          <p:cNvPr id="145" name="object 145"/>
          <p:cNvSpPr txBox="1"/>
          <p:nvPr/>
        </p:nvSpPr>
        <p:spPr>
          <a:xfrm>
            <a:off x="6356811" y="5034002"/>
            <a:ext cx="376694" cy="249175"/>
          </a:xfrm>
          <a:prstGeom prst="rect">
            <a:avLst/>
          </a:prstGeom>
        </p:spPr>
        <p:txBody>
          <a:bodyPr wrap="square" lIns="0" tIns="12700" rIns="0" bIns="0" rtlCol="0">
            <a:noAutofit/>
          </a:bodyPr>
          <a:lstStyle/>
          <a:p>
            <a:pPr marL="107012">
              <a:lnSpc>
                <a:spcPct val="95825"/>
              </a:lnSpc>
            </a:pPr>
            <a:r>
              <a:rPr dirty="0" smtClean="0" sz="1450" spc="8" b="1">
                <a:latin typeface="Arial"/>
                <a:cs typeface="Arial"/>
              </a:rPr>
              <a:t>I3</a:t>
            </a:r>
            <a:endParaRPr sz="1450">
              <a:latin typeface="Arial"/>
              <a:cs typeface="Arial"/>
            </a:endParaRPr>
          </a:p>
        </p:txBody>
      </p:sp>
      <p:sp>
        <p:nvSpPr>
          <p:cNvPr id="144" name="object 144"/>
          <p:cNvSpPr txBox="1"/>
          <p:nvPr/>
        </p:nvSpPr>
        <p:spPr>
          <a:xfrm>
            <a:off x="6733505" y="5034002"/>
            <a:ext cx="370390" cy="249175"/>
          </a:xfrm>
          <a:prstGeom prst="rect">
            <a:avLst/>
          </a:prstGeom>
        </p:spPr>
        <p:txBody>
          <a:bodyPr wrap="square" lIns="0" tIns="12700" rIns="0" bIns="0" rtlCol="0">
            <a:noAutofit/>
          </a:bodyPr>
          <a:lstStyle/>
          <a:p>
            <a:pPr marL="94444">
              <a:lnSpc>
                <a:spcPct val="95825"/>
              </a:lnSpc>
            </a:pPr>
            <a:r>
              <a:rPr dirty="0" smtClean="0" sz="1450" spc="-203" b="1">
                <a:latin typeface="Arial"/>
                <a:cs typeface="Arial"/>
              </a:rPr>
              <a:t>L3</a:t>
            </a:r>
            <a:endParaRPr sz="1450">
              <a:latin typeface="Arial"/>
              <a:cs typeface="Arial"/>
            </a:endParaRPr>
          </a:p>
        </p:txBody>
      </p:sp>
      <p:sp>
        <p:nvSpPr>
          <p:cNvPr id="143" name="object 143"/>
          <p:cNvSpPr txBox="1"/>
          <p:nvPr/>
        </p:nvSpPr>
        <p:spPr>
          <a:xfrm>
            <a:off x="7103895" y="5034002"/>
            <a:ext cx="433100" cy="249175"/>
          </a:xfrm>
          <a:prstGeom prst="rect">
            <a:avLst/>
          </a:prstGeom>
        </p:spPr>
        <p:txBody>
          <a:bodyPr wrap="square" lIns="0" tIns="12700" rIns="0" bIns="0" rtlCol="0">
            <a:noAutofit/>
          </a:bodyPr>
          <a:lstStyle/>
          <a:p>
            <a:pPr marL="75277">
              <a:lnSpc>
                <a:spcPct val="95825"/>
              </a:lnSpc>
            </a:pPr>
            <a:r>
              <a:rPr dirty="0" smtClean="0" sz="1450" spc="149" b="1">
                <a:latin typeface="Arial"/>
                <a:cs typeface="Arial"/>
              </a:rPr>
              <a:t>M3</a:t>
            </a:r>
            <a:endParaRPr sz="1450">
              <a:latin typeface="Arial"/>
              <a:cs typeface="Arial"/>
            </a:endParaRPr>
          </a:p>
        </p:txBody>
      </p:sp>
      <p:sp>
        <p:nvSpPr>
          <p:cNvPr id="142" name="object 142"/>
          <p:cNvSpPr txBox="1"/>
          <p:nvPr/>
        </p:nvSpPr>
        <p:spPr>
          <a:xfrm>
            <a:off x="7536996" y="5034002"/>
            <a:ext cx="382958" cy="249175"/>
          </a:xfrm>
          <a:prstGeom prst="rect">
            <a:avLst/>
          </a:prstGeom>
        </p:spPr>
        <p:txBody>
          <a:bodyPr wrap="square" lIns="0" tIns="12700" rIns="0" bIns="0" rtlCol="0">
            <a:noAutofit/>
          </a:bodyPr>
          <a:lstStyle/>
          <a:p>
            <a:pPr marL="68974">
              <a:lnSpc>
                <a:spcPct val="95825"/>
              </a:lnSpc>
            </a:pPr>
            <a:r>
              <a:rPr dirty="0" smtClean="0" sz="1450" spc="22" b="1">
                <a:latin typeface="Arial"/>
                <a:cs typeface="Arial"/>
              </a:rPr>
              <a:t>N3</a:t>
            </a:r>
            <a:endParaRPr sz="1450">
              <a:latin typeface="Arial"/>
              <a:cs typeface="Arial"/>
            </a:endParaRPr>
          </a:p>
        </p:txBody>
      </p:sp>
      <p:sp>
        <p:nvSpPr>
          <p:cNvPr id="141" name="object 141"/>
          <p:cNvSpPr txBox="1"/>
          <p:nvPr/>
        </p:nvSpPr>
        <p:spPr>
          <a:xfrm>
            <a:off x="1643380" y="5283178"/>
            <a:ext cx="407992" cy="248992"/>
          </a:xfrm>
          <a:prstGeom prst="rect">
            <a:avLst/>
          </a:prstGeom>
        </p:spPr>
        <p:txBody>
          <a:bodyPr wrap="square" lIns="0" tIns="17780" rIns="0" bIns="0" rtlCol="0">
            <a:noAutofit/>
          </a:bodyPr>
          <a:lstStyle/>
          <a:p>
            <a:pPr marL="113170">
              <a:lnSpc>
                <a:spcPct val="95825"/>
              </a:lnSpc>
            </a:pPr>
            <a:r>
              <a:rPr dirty="0" smtClean="0" sz="1450" spc="-17">
                <a:latin typeface="Arial"/>
                <a:cs typeface="Arial"/>
              </a:rPr>
              <a:t>17</a:t>
            </a:r>
            <a:endParaRPr sz="1450">
              <a:latin typeface="Arial"/>
              <a:cs typeface="Arial"/>
            </a:endParaRPr>
          </a:p>
        </p:txBody>
      </p:sp>
      <p:sp>
        <p:nvSpPr>
          <p:cNvPr id="140" name="object 140"/>
          <p:cNvSpPr txBox="1"/>
          <p:nvPr/>
        </p:nvSpPr>
        <p:spPr>
          <a:xfrm>
            <a:off x="2051372" y="5283178"/>
            <a:ext cx="389211" cy="248992"/>
          </a:xfrm>
          <a:prstGeom prst="rect">
            <a:avLst/>
          </a:prstGeom>
        </p:spPr>
        <p:txBody>
          <a:bodyPr wrap="square" lIns="0" tIns="17780" rIns="0" bIns="0" rtlCol="0">
            <a:noAutofit/>
          </a:bodyPr>
          <a:lstStyle/>
          <a:p>
            <a:pPr marL="93958">
              <a:lnSpc>
                <a:spcPct val="95825"/>
              </a:lnSpc>
            </a:pPr>
            <a:r>
              <a:rPr dirty="0" smtClean="0" sz="1450" spc="-17">
                <a:latin typeface="Arial"/>
                <a:cs typeface="Arial"/>
              </a:rPr>
              <a:t>18</a:t>
            </a:r>
            <a:endParaRPr sz="1450">
              <a:latin typeface="Arial"/>
              <a:cs typeface="Arial"/>
            </a:endParaRPr>
          </a:p>
        </p:txBody>
      </p:sp>
      <p:sp>
        <p:nvSpPr>
          <p:cNvPr id="139" name="object 139"/>
          <p:cNvSpPr txBox="1"/>
          <p:nvPr/>
        </p:nvSpPr>
        <p:spPr>
          <a:xfrm>
            <a:off x="2440584" y="5283178"/>
            <a:ext cx="389194" cy="248992"/>
          </a:xfrm>
          <a:prstGeom prst="rect">
            <a:avLst/>
          </a:prstGeom>
        </p:spPr>
        <p:txBody>
          <a:bodyPr wrap="square" lIns="0" tIns="17780" rIns="0" bIns="0" rtlCol="0">
            <a:noAutofit/>
          </a:bodyPr>
          <a:lstStyle/>
          <a:p>
            <a:pPr marL="93958">
              <a:lnSpc>
                <a:spcPct val="95825"/>
              </a:lnSpc>
            </a:pPr>
            <a:r>
              <a:rPr dirty="0" smtClean="0" sz="1450" spc="-17">
                <a:latin typeface="Arial"/>
                <a:cs typeface="Arial"/>
              </a:rPr>
              <a:t>19</a:t>
            </a:r>
            <a:endParaRPr sz="1450">
              <a:latin typeface="Arial"/>
              <a:cs typeface="Arial"/>
            </a:endParaRPr>
          </a:p>
        </p:txBody>
      </p:sp>
      <p:sp>
        <p:nvSpPr>
          <p:cNvPr id="138" name="object 138"/>
          <p:cNvSpPr txBox="1"/>
          <p:nvPr/>
        </p:nvSpPr>
        <p:spPr>
          <a:xfrm>
            <a:off x="2829778" y="5283178"/>
            <a:ext cx="376275" cy="248992"/>
          </a:xfrm>
          <a:prstGeom prst="rect">
            <a:avLst/>
          </a:prstGeom>
        </p:spPr>
        <p:txBody>
          <a:bodyPr wrap="square" lIns="0" tIns="17780" rIns="0" bIns="0" rtlCol="0">
            <a:noAutofit/>
          </a:bodyPr>
          <a:lstStyle/>
          <a:p>
            <a:pPr marL="93975">
              <a:lnSpc>
                <a:spcPct val="95825"/>
              </a:lnSpc>
            </a:pPr>
            <a:r>
              <a:rPr dirty="0" smtClean="0" sz="1450" spc="-17">
                <a:latin typeface="Arial"/>
                <a:cs typeface="Arial"/>
              </a:rPr>
              <a:t>20</a:t>
            </a:r>
            <a:endParaRPr sz="1450">
              <a:latin typeface="Arial"/>
              <a:cs typeface="Arial"/>
            </a:endParaRPr>
          </a:p>
        </p:txBody>
      </p:sp>
      <p:sp>
        <p:nvSpPr>
          <p:cNvPr id="137" name="object 137"/>
          <p:cNvSpPr txBox="1"/>
          <p:nvPr/>
        </p:nvSpPr>
        <p:spPr>
          <a:xfrm>
            <a:off x="3206053" y="5283178"/>
            <a:ext cx="426972" cy="248992"/>
          </a:xfrm>
          <a:prstGeom prst="rect">
            <a:avLst/>
          </a:prstGeom>
        </p:spPr>
        <p:txBody>
          <a:bodyPr wrap="square" lIns="0" tIns="17780" rIns="0" bIns="0" rtlCol="0">
            <a:noAutofit/>
          </a:bodyPr>
          <a:lstStyle/>
          <a:p>
            <a:pPr marL="119378">
              <a:lnSpc>
                <a:spcPct val="95825"/>
              </a:lnSpc>
            </a:pPr>
            <a:r>
              <a:rPr dirty="0" smtClean="0" sz="1450" spc="-17">
                <a:latin typeface="Arial"/>
                <a:cs typeface="Arial"/>
              </a:rPr>
              <a:t>21</a:t>
            </a:r>
            <a:endParaRPr sz="1450">
              <a:latin typeface="Arial"/>
              <a:cs typeface="Arial"/>
            </a:endParaRPr>
          </a:p>
        </p:txBody>
      </p:sp>
      <p:sp>
        <p:nvSpPr>
          <p:cNvPr id="136" name="object 136"/>
          <p:cNvSpPr txBox="1"/>
          <p:nvPr/>
        </p:nvSpPr>
        <p:spPr>
          <a:xfrm>
            <a:off x="3633026" y="5283178"/>
            <a:ext cx="389052" cy="248992"/>
          </a:xfrm>
          <a:prstGeom prst="rect">
            <a:avLst/>
          </a:prstGeom>
        </p:spPr>
        <p:txBody>
          <a:bodyPr wrap="square" lIns="0" tIns="17780" rIns="0" bIns="0" rtlCol="0">
            <a:noAutofit/>
          </a:bodyPr>
          <a:lstStyle/>
          <a:p>
            <a:pPr marL="94235">
              <a:lnSpc>
                <a:spcPct val="95825"/>
              </a:lnSpc>
            </a:pPr>
            <a:r>
              <a:rPr dirty="0" smtClean="0" sz="1450" spc="-17">
                <a:latin typeface="Arial"/>
                <a:cs typeface="Arial"/>
              </a:rPr>
              <a:t>22</a:t>
            </a:r>
            <a:endParaRPr sz="1450">
              <a:latin typeface="Arial"/>
              <a:cs typeface="Arial"/>
            </a:endParaRPr>
          </a:p>
        </p:txBody>
      </p:sp>
      <p:sp>
        <p:nvSpPr>
          <p:cNvPr id="135" name="object 135"/>
          <p:cNvSpPr txBox="1"/>
          <p:nvPr/>
        </p:nvSpPr>
        <p:spPr>
          <a:xfrm>
            <a:off x="4022078" y="5283178"/>
            <a:ext cx="376694" cy="248992"/>
          </a:xfrm>
          <a:prstGeom prst="rect">
            <a:avLst/>
          </a:prstGeom>
        </p:spPr>
        <p:txBody>
          <a:bodyPr wrap="square" lIns="0" tIns="17780" rIns="0" bIns="0" rtlCol="0">
            <a:noAutofit/>
          </a:bodyPr>
          <a:lstStyle/>
          <a:p>
            <a:pPr marL="94277">
              <a:lnSpc>
                <a:spcPct val="95825"/>
              </a:lnSpc>
            </a:pPr>
            <a:r>
              <a:rPr dirty="0" smtClean="0" sz="1450" spc="-17">
                <a:latin typeface="Arial"/>
                <a:cs typeface="Arial"/>
              </a:rPr>
              <a:t>23</a:t>
            </a:r>
            <a:endParaRPr sz="1450">
              <a:latin typeface="Arial"/>
              <a:cs typeface="Arial"/>
            </a:endParaRPr>
          </a:p>
        </p:txBody>
      </p:sp>
      <p:sp>
        <p:nvSpPr>
          <p:cNvPr id="134" name="object 134"/>
          <p:cNvSpPr txBox="1"/>
          <p:nvPr/>
        </p:nvSpPr>
        <p:spPr>
          <a:xfrm>
            <a:off x="4398772" y="5283178"/>
            <a:ext cx="389094" cy="248992"/>
          </a:xfrm>
          <a:prstGeom prst="rect">
            <a:avLst/>
          </a:prstGeom>
        </p:spPr>
        <p:txBody>
          <a:bodyPr wrap="square" lIns="0" tIns="17780" rIns="0" bIns="0" rtlCol="0">
            <a:noAutofit/>
          </a:bodyPr>
          <a:lstStyle/>
          <a:p>
            <a:pPr marL="94277">
              <a:lnSpc>
                <a:spcPct val="95825"/>
              </a:lnSpc>
            </a:pPr>
            <a:r>
              <a:rPr dirty="0" smtClean="0" sz="1450" spc="-17">
                <a:latin typeface="Arial"/>
                <a:cs typeface="Arial"/>
              </a:rPr>
              <a:t>24</a:t>
            </a:r>
            <a:endParaRPr sz="1450">
              <a:latin typeface="Arial"/>
              <a:cs typeface="Arial"/>
            </a:endParaRPr>
          </a:p>
        </p:txBody>
      </p:sp>
      <p:sp>
        <p:nvSpPr>
          <p:cNvPr id="133" name="object 133"/>
          <p:cNvSpPr txBox="1"/>
          <p:nvPr/>
        </p:nvSpPr>
        <p:spPr>
          <a:xfrm>
            <a:off x="4787867" y="5283178"/>
            <a:ext cx="389261" cy="248992"/>
          </a:xfrm>
          <a:prstGeom prst="rect">
            <a:avLst/>
          </a:prstGeom>
        </p:spPr>
        <p:txBody>
          <a:bodyPr wrap="square" lIns="0" tIns="17780" rIns="0" bIns="0" rtlCol="0">
            <a:noAutofit/>
          </a:bodyPr>
          <a:lstStyle/>
          <a:p>
            <a:pPr marL="93942">
              <a:lnSpc>
                <a:spcPct val="95825"/>
              </a:lnSpc>
            </a:pPr>
            <a:r>
              <a:rPr dirty="0" smtClean="0" sz="1450" spc="-17">
                <a:latin typeface="Arial"/>
                <a:cs typeface="Arial"/>
              </a:rPr>
              <a:t>25</a:t>
            </a:r>
            <a:endParaRPr sz="1450">
              <a:latin typeface="Arial"/>
              <a:cs typeface="Arial"/>
            </a:endParaRPr>
          </a:p>
        </p:txBody>
      </p:sp>
      <p:sp>
        <p:nvSpPr>
          <p:cNvPr id="132" name="object 132"/>
          <p:cNvSpPr txBox="1"/>
          <p:nvPr/>
        </p:nvSpPr>
        <p:spPr>
          <a:xfrm>
            <a:off x="5177128" y="5283178"/>
            <a:ext cx="364126" cy="248992"/>
          </a:xfrm>
          <a:prstGeom prst="rect">
            <a:avLst/>
          </a:prstGeom>
        </p:spPr>
        <p:txBody>
          <a:bodyPr wrap="square" lIns="0" tIns="17780" rIns="0" bIns="0" rtlCol="0">
            <a:noAutofit/>
          </a:bodyPr>
          <a:lstStyle/>
          <a:p>
            <a:pPr marL="81374">
              <a:lnSpc>
                <a:spcPct val="95825"/>
              </a:lnSpc>
            </a:pPr>
            <a:r>
              <a:rPr dirty="0" smtClean="0" sz="1450" spc="-17">
                <a:latin typeface="Arial"/>
                <a:cs typeface="Arial"/>
              </a:rPr>
              <a:t>26</a:t>
            </a:r>
            <a:endParaRPr sz="1450">
              <a:latin typeface="Arial"/>
              <a:cs typeface="Arial"/>
            </a:endParaRPr>
          </a:p>
        </p:txBody>
      </p:sp>
      <p:sp>
        <p:nvSpPr>
          <p:cNvPr id="131" name="object 131"/>
          <p:cNvSpPr txBox="1"/>
          <p:nvPr/>
        </p:nvSpPr>
        <p:spPr>
          <a:xfrm>
            <a:off x="5541255" y="5283178"/>
            <a:ext cx="426796" cy="248992"/>
          </a:xfrm>
          <a:prstGeom prst="rect">
            <a:avLst/>
          </a:prstGeom>
        </p:spPr>
        <p:txBody>
          <a:bodyPr wrap="square" lIns="0" tIns="17780" rIns="0" bIns="0" rtlCol="0">
            <a:noAutofit/>
          </a:bodyPr>
          <a:lstStyle/>
          <a:p>
            <a:pPr marL="119077">
              <a:lnSpc>
                <a:spcPct val="95825"/>
              </a:lnSpc>
            </a:pPr>
            <a:r>
              <a:rPr dirty="0" smtClean="0" sz="1450" spc="-17">
                <a:latin typeface="Arial"/>
                <a:cs typeface="Arial"/>
              </a:rPr>
              <a:t>27</a:t>
            </a:r>
            <a:endParaRPr sz="1450">
              <a:latin typeface="Arial"/>
              <a:cs typeface="Arial"/>
            </a:endParaRPr>
          </a:p>
        </p:txBody>
      </p:sp>
      <p:sp>
        <p:nvSpPr>
          <p:cNvPr id="130" name="object 130"/>
          <p:cNvSpPr txBox="1"/>
          <p:nvPr/>
        </p:nvSpPr>
        <p:spPr>
          <a:xfrm>
            <a:off x="5968052" y="5283178"/>
            <a:ext cx="388758" cy="248992"/>
          </a:xfrm>
          <a:prstGeom prst="rect">
            <a:avLst/>
          </a:prstGeom>
        </p:spPr>
        <p:txBody>
          <a:bodyPr wrap="square" lIns="0" tIns="17780" rIns="0" bIns="0" rtlCol="0">
            <a:noAutofit/>
          </a:bodyPr>
          <a:lstStyle/>
          <a:p>
            <a:pPr marL="93942">
              <a:lnSpc>
                <a:spcPct val="95825"/>
              </a:lnSpc>
            </a:pPr>
            <a:r>
              <a:rPr dirty="0" smtClean="0" sz="1450" spc="-17">
                <a:latin typeface="Arial"/>
                <a:cs typeface="Arial"/>
              </a:rPr>
              <a:t>28</a:t>
            </a:r>
            <a:endParaRPr sz="1450">
              <a:latin typeface="Arial"/>
              <a:cs typeface="Arial"/>
            </a:endParaRPr>
          </a:p>
        </p:txBody>
      </p:sp>
      <p:sp>
        <p:nvSpPr>
          <p:cNvPr id="129" name="object 129"/>
          <p:cNvSpPr txBox="1"/>
          <p:nvPr/>
        </p:nvSpPr>
        <p:spPr>
          <a:xfrm>
            <a:off x="6356811" y="5283178"/>
            <a:ext cx="376694" cy="248992"/>
          </a:xfrm>
          <a:prstGeom prst="rect">
            <a:avLst/>
          </a:prstGeom>
        </p:spPr>
        <p:txBody>
          <a:bodyPr wrap="square" lIns="0" tIns="17780" rIns="0" bIns="0" rtlCol="0">
            <a:noAutofit/>
          </a:bodyPr>
          <a:lstStyle/>
          <a:p>
            <a:pPr marL="94444">
              <a:lnSpc>
                <a:spcPct val="95825"/>
              </a:lnSpc>
            </a:pPr>
            <a:r>
              <a:rPr dirty="0" smtClean="0" sz="1450" spc="-17">
                <a:latin typeface="Arial"/>
                <a:cs typeface="Arial"/>
              </a:rPr>
              <a:t>29</a:t>
            </a:r>
            <a:endParaRPr sz="1450">
              <a:latin typeface="Arial"/>
              <a:cs typeface="Arial"/>
            </a:endParaRPr>
          </a:p>
        </p:txBody>
      </p:sp>
      <p:sp>
        <p:nvSpPr>
          <p:cNvPr id="128" name="object 128"/>
          <p:cNvSpPr txBox="1"/>
          <p:nvPr/>
        </p:nvSpPr>
        <p:spPr>
          <a:xfrm>
            <a:off x="6733505" y="5283178"/>
            <a:ext cx="370390" cy="248992"/>
          </a:xfrm>
          <a:prstGeom prst="rect">
            <a:avLst/>
          </a:prstGeom>
        </p:spPr>
        <p:txBody>
          <a:bodyPr wrap="square" lIns="0" tIns="17780" rIns="0" bIns="0" rtlCol="0">
            <a:noAutofit/>
          </a:bodyPr>
          <a:lstStyle/>
          <a:p>
            <a:pPr marL="94444">
              <a:lnSpc>
                <a:spcPct val="95825"/>
              </a:lnSpc>
            </a:pPr>
            <a:r>
              <a:rPr dirty="0" smtClean="0" sz="1450" spc="-17">
                <a:latin typeface="Arial"/>
                <a:cs typeface="Arial"/>
              </a:rPr>
              <a:t>30</a:t>
            </a:r>
            <a:endParaRPr sz="1450">
              <a:latin typeface="Arial"/>
              <a:cs typeface="Arial"/>
            </a:endParaRPr>
          </a:p>
        </p:txBody>
      </p:sp>
      <p:sp>
        <p:nvSpPr>
          <p:cNvPr id="127" name="object 127"/>
          <p:cNvSpPr txBox="1"/>
          <p:nvPr/>
        </p:nvSpPr>
        <p:spPr>
          <a:xfrm>
            <a:off x="7103895" y="5283178"/>
            <a:ext cx="433100" cy="248992"/>
          </a:xfrm>
          <a:prstGeom prst="rect">
            <a:avLst/>
          </a:prstGeom>
        </p:spPr>
        <p:txBody>
          <a:bodyPr wrap="square" lIns="0" tIns="17780" rIns="0" bIns="0" rtlCol="0">
            <a:noAutofit/>
          </a:bodyPr>
          <a:lstStyle/>
          <a:p>
            <a:pPr marL="125715">
              <a:lnSpc>
                <a:spcPct val="95825"/>
              </a:lnSpc>
            </a:pPr>
            <a:r>
              <a:rPr dirty="0" smtClean="0" sz="1450" spc="-17">
                <a:latin typeface="Arial"/>
                <a:cs typeface="Arial"/>
              </a:rPr>
              <a:t>31</a:t>
            </a:r>
            <a:endParaRPr sz="1450">
              <a:latin typeface="Arial"/>
              <a:cs typeface="Arial"/>
            </a:endParaRPr>
          </a:p>
        </p:txBody>
      </p:sp>
      <p:sp>
        <p:nvSpPr>
          <p:cNvPr id="126" name="object 126"/>
          <p:cNvSpPr txBox="1"/>
          <p:nvPr/>
        </p:nvSpPr>
        <p:spPr>
          <a:xfrm>
            <a:off x="7536996" y="5283178"/>
            <a:ext cx="382958" cy="248992"/>
          </a:xfrm>
          <a:prstGeom prst="rect">
            <a:avLst/>
          </a:prstGeom>
        </p:spPr>
        <p:txBody>
          <a:bodyPr wrap="square" lIns="0" tIns="17780" rIns="0" bIns="0" rtlCol="0">
            <a:noAutofit/>
          </a:bodyPr>
          <a:lstStyle/>
          <a:p>
            <a:pPr marL="93942">
              <a:lnSpc>
                <a:spcPct val="95825"/>
              </a:lnSpc>
            </a:pPr>
            <a:r>
              <a:rPr dirty="0" smtClean="0" sz="1450" spc="-17">
                <a:latin typeface="Arial"/>
                <a:cs typeface="Arial"/>
              </a:rPr>
              <a:t>32</a:t>
            </a:r>
            <a:endParaRPr sz="1450">
              <a:latin typeface="Arial"/>
              <a:cs typeface="Arial"/>
            </a:endParaRPr>
          </a:p>
        </p:txBody>
      </p:sp>
      <p:sp>
        <p:nvSpPr>
          <p:cNvPr id="125" name="object 125"/>
          <p:cNvSpPr txBox="1"/>
          <p:nvPr/>
        </p:nvSpPr>
        <p:spPr>
          <a:xfrm>
            <a:off x="1643380" y="5532170"/>
            <a:ext cx="6276574" cy="254949"/>
          </a:xfrm>
          <a:prstGeom prst="rect">
            <a:avLst/>
          </a:prstGeom>
        </p:spPr>
        <p:txBody>
          <a:bodyPr wrap="square" lIns="0" tIns="24130" rIns="0" bIns="0" rtlCol="0">
            <a:noAutofit/>
          </a:bodyPr>
          <a:lstStyle/>
          <a:p>
            <a:pPr marL="2960937" marR="2915829" algn="ctr">
              <a:lnSpc>
                <a:spcPct val="95825"/>
              </a:lnSpc>
            </a:pPr>
            <a:r>
              <a:rPr dirty="0" smtClean="0" sz="1450" spc="-89" b="1">
                <a:latin typeface="Arial"/>
                <a:cs typeface="Arial"/>
              </a:rPr>
              <a:t>T</a:t>
            </a:r>
            <a:r>
              <a:rPr dirty="0" smtClean="0" sz="1450" spc="-89" b="1">
                <a:latin typeface="Arial"/>
                <a:cs typeface="Arial"/>
              </a:rPr>
              <a:t>C</a:t>
            </a:r>
            <a:r>
              <a:rPr dirty="0" smtClean="0" sz="1450" spc="-89" b="1">
                <a:latin typeface="Arial"/>
                <a:cs typeface="Arial"/>
              </a:rPr>
              <a:t>H</a:t>
            </a:r>
            <a:endParaRPr sz="1450">
              <a:latin typeface="Arial"/>
              <a:cs typeface="Arial"/>
            </a:endParaRPr>
          </a:p>
        </p:txBody>
      </p:sp>
      <p:sp>
        <p:nvSpPr>
          <p:cNvPr id="124" name="object 124"/>
          <p:cNvSpPr txBox="1"/>
          <p:nvPr/>
        </p:nvSpPr>
        <p:spPr>
          <a:xfrm>
            <a:off x="1643380" y="5787119"/>
            <a:ext cx="407992" cy="249175"/>
          </a:xfrm>
          <a:prstGeom prst="rect">
            <a:avLst/>
          </a:prstGeom>
        </p:spPr>
        <p:txBody>
          <a:bodyPr wrap="square" lIns="0" tIns="12700" rIns="0" bIns="0" rtlCol="0">
            <a:noAutofit/>
          </a:bodyPr>
          <a:lstStyle/>
          <a:p>
            <a:pPr marL="87696">
              <a:lnSpc>
                <a:spcPct val="95825"/>
              </a:lnSpc>
            </a:pPr>
            <a:r>
              <a:rPr dirty="0" smtClean="0" sz="1450" spc="-158" b="1">
                <a:latin typeface="Arial"/>
                <a:cs typeface="Arial"/>
              </a:rPr>
              <a:t>O3</a:t>
            </a:r>
            <a:endParaRPr sz="1450">
              <a:latin typeface="Arial"/>
              <a:cs typeface="Arial"/>
            </a:endParaRPr>
          </a:p>
        </p:txBody>
      </p:sp>
      <p:sp>
        <p:nvSpPr>
          <p:cNvPr id="123" name="object 123"/>
          <p:cNvSpPr txBox="1"/>
          <p:nvPr/>
        </p:nvSpPr>
        <p:spPr>
          <a:xfrm>
            <a:off x="2051372" y="5787119"/>
            <a:ext cx="389211" cy="249175"/>
          </a:xfrm>
          <a:prstGeom prst="rect">
            <a:avLst/>
          </a:prstGeom>
        </p:spPr>
        <p:txBody>
          <a:bodyPr wrap="square" lIns="0" tIns="12700" rIns="0" bIns="0" rtlCol="0">
            <a:noAutofit/>
          </a:bodyPr>
          <a:lstStyle/>
          <a:p>
            <a:pPr marL="93958">
              <a:lnSpc>
                <a:spcPct val="95825"/>
              </a:lnSpc>
            </a:pPr>
            <a:r>
              <a:rPr dirty="0" smtClean="0" sz="1450" spc="-185" b="1">
                <a:latin typeface="Arial"/>
                <a:cs typeface="Arial"/>
              </a:rPr>
              <a:t>P3</a:t>
            </a:r>
            <a:endParaRPr sz="1450">
              <a:latin typeface="Arial"/>
              <a:cs typeface="Arial"/>
            </a:endParaRPr>
          </a:p>
        </p:txBody>
      </p:sp>
      <p:sp>
        <p:nvSpPr>
          <p:cNvPr id="122" name="object 122"/>
          <p:cNvSpPr txBox="1"/>
          <p:nvPr/>
        </p:nvSpPr>
        <p:spPr>
          <a:xfrm>
            <a:off x="2440584" y="5787119"/>
            <a:ext cx="389194" cy="249175"/>
          </a:xfrm>
          <a:prstGeom prst="rect">
            <a:avLst/>
          </a:prstGeom>
        </p:spPr>
        <p:txBody>
          <a:bodyPr wrap="square" lIns="0" tIns="12700" rIns="0" bIns="0" rtlCol="0">
            <a:noAutofit/>
          </a:bodyPr>
          <a:lstStyle/>
          <a:p>
            <a:pPr marL="68907">
              <a:lnSpc>
                <a:spcPct val="95825"/>
              </a:lnSpc>
            </a:pPr>
            <a:r>
              <a:rPr dirty="0" smtClean="0" sz="1450" spc="-63" b="1">
                <a:latin typeface="Arial"/>
                <a:cs typeface="Arial"/>
              </a:rPr>
              <a:t>Q3</a:t>
            </a:r>
            <a:endParaRPr sz="1450">
              <a:latin typeface="Arial"/>
              <a:cs typeface="Arial"/>
            </a:endParaRPr>
          </a:p>
        </p:txBody>
      </p:sp>
      <p:sp>
        <p:nvSpPr>
          <p:cNvPr id="121" name="object 121"/>
          <p:cNvSpPr txBox="1"/>
          <p:nvPr/>
        </p:nvSpPr>
        <p:spPr>
          <a:xfrm>
            <a:off x="2829778" y="5787119"/>
            <a:ext cx="376275" cy="249175"/>
          </a:xfrm>
          <a:prstGeom prst="rect">
            <a:avLst/>
          </a:prstGeom>
        </p:spPr>
        <p:txBody>
          <a:bodyPr wrap="square" lIns="0" tIns="12700" rIns="0" bIns="0" rtlCol="0">
            <a:noAutofit/>
          </a:bodyPr>
          <a:lstStyle/>
          <a:p>
            <a:pPr marL="81441">
              <a:lnSpc>
                <a:spcPct val="95825"/>
              </a:lnSpc>
            </a:pPr>
            <a:r>
              <a:rPr dirty="0" smtClean="0" sz="1450" spc="-171" b="1">
                <a:latin typeface="Arial"/>
                <a:cs typeface="Arial"/>
              </a:rPr>
              <a:t>R3</a:t>
            </a:r>
            <a:endParaRPr sz="1450">
              <a:latin typeface="Arial"/>
              <a:cs typeface="Arial"/>
            </a:endParaRPr>
          </a:p>
        </p:txBody>
      </p:sp>
      <p:sp>
        <p:nvSpPr>
          <p:cNvPr id="120" name="object 120"/>
          <p:cNvSpPr txBox="1"/>
          <p:nvPr/>
        </p:nvSpPr>
        <p:spPr>
          <a:xfrm>
            <a:off x="3206053" y="5787119"/>
            <a:ext cx="426972" cy="249175"/>
          </a:xfrm>
          <a:prstGeom prst="rect">
            <a:avLst/>
          </a:prstGeom>
        </p:spPr>
        <p:txBody>
          <a:bodyPr wrap="square" lIns="0" tIns="12700" rIns="0" bIns="0" rtlCol="0">
            <a:noAutofit/>
          </a:bodyPr>
          <a:lstStyle/>
          <a:p>
            <a:pPr marL="69309">
              <a:lnSpc>
                <a:spcPct val="95825"/>
              </a:lnSpc>
            </a:pPr>
            <a:r>
              <a:rPr dirty="0" smtClean="0" sz="1450" spc="149" b="1">
                <a:latin typeface="Arial"/>
                <a:cs typeface="Arial"/>
              </a:rPr>
              <a:t>M4</a:t>
            </a:r>
            <a:endParaRPr sz="1450">
              <a:latin typeface="Arial"/>
              <a:cs typeface="Arial"/>
            </a:endParaRPr>
          </a:p>
        </p:txBody>
      </p:sp>
      <p:sp>
        <p:nvSpPr>
          <p:cNvPr id="119" name="object 119"/>
          <p:cNvSpPr txBox="1"/>
          <p:nvPr/>
        </p:nvSpPr>
        <p:spPr>
          <a:xfrm>
            <a:off x="3633026" y="5787119"/>
            <a:ext cx="389052" cy="249175"/>
          </a:xfrm>
          <a:prstGeom prst="rect">
            <a:avLst/>
          </a:prstGeom>
        </p:spPr>
        <p:txBody>
          <a:bodyPr wrap="square" lIns="0" tIns="12700" rIns="0" bIns="0" rtlCol="0">
            <a:noAutofit/>
          </a:bodyPr>
          <a:lstStyle/>
          <a:p>
            <a:pPr marL="69100">
              <a:lnSpc>
                <a:spcPct val="95825"/>
              </a:lnSpc>
            </a:pPr>
            <a:r>
              <a:rPr dirty="0" smtClean="0" sz="1450" spc="22" b="1">
                <a:latin typeface="Arial"/>
                <a:cs typeface="Arial"/>
              </a:rPr>
              <a:t>N4</a:t>
            </a:r>
            <a:endParaRPr sz="1450">
              <a:latin typeface="Arial"/>
              <a:cs typeface="Arial"/>
            </a:endParaRPr>
          </a:p>
        </p:txBody>
      </p:sp>
      <p:sp>
        <p:nvSpPr>
          <p:cNvPr id="118" name="object 118"/>
          <p:cNvSpPr txBox="1"/>
          <p:nvPr/>
        </p:nvSpPr>
        <p:spPr>
          <a:xfrm>
            <a:off x="4022079" y="5787119"/>
            <a:ext cx="376694" cy="249175"/>
          </a:xfrm>
          <a:prstGeom prst="rect">
            <a:avLst/>
          </a:prstGeom>
        </p:spPr>
        <p:txBody>
          <a:bodyPr wrap="square" lIns="0" tIns="12700" rIns="0" bIns="0" rtlCol="0">
            <a:noAutofit/>
          </a:bodyPr>
          <a:lstStyle/>
          <a:p>
            <a:pPr marL="69309">
              <a:lnSpc>
                <a:spcPct val="95825"/>
              </a:lnSpc>
            </a:pPr>
            <a:r>
              <a:rPr dirty="0" smtClean="0" sz="1450" spc="-158" b="1">
                <a:latin typeface="Arial"/>
                <a:cs typeface="Arial"/>
              </a:rPr>
              <a:t>O4</a:t>
            </a:r>
            <a:endParaRPr sz="1450">
              <a:latin typeface="Arial"/>
              <a:cs typeface="Arial"/>
            </a:endParaRPr>
          </a:p>
        </p:txBody>
      </p:sp>
      <p:sp>
        <p:nvSpPr>
          <p:cNvPr id="117" name="object 117"/>
          <p:cNvSpPr txBox="1"/>
          <p:nvPr/>
        </p:nvSpPr>
        <p:spPr>
          <a:xfrm>
            <a:off x="4398773" y="5787119"/>
            <a:ext cx="389094" cy="249175"/>
          </a:xfrm>
          <a:prstGeom prst="rect">
            <a:avLst/>
          </a:prstGeom>
        </p:spPr>
        <p:txBody>
          <a:bodyPr wrap="square" lIns="0" tIns="12700" rIns="0" bIns="0" rtlCol="0">
            <a:noAutofit/>
          </a:bodyPr>
          <a:lstStyle/>
          <a:p>
            <a:pPr marL="94277">
              <a:lnSpc>
                <a:spcPct val="95825"/>
              </a:lnSpc>
            </a:pPr>
            <a:r>
              <a:rPr dirty="0" smtClean="0" sz="1450" spc="-185" b="1">
                <a:latin typeface="Arial"/>
                <a:cs typeface="Arial"/>
              </a:rPr>
              <a:t>P4</a:t>
            </a:r>
            <a:endParaRPr sz="1450">
              <a:latin typeface="Arial"/>
              <a:cs typeface="Arial"/>
            </a:endParaRPr>
          </a:p>
        </p:txBody>
      </p:sp>
      <p:sp>
        <p:nvSpPr>
          <p:cNvPr id="116" name="object 116"/>
          <p:cNvSpPr txBox="1"/>
          <p:nvPr/>
        </p:nvSpPr>
        <p:spPr>
          <a:xfrm>
            <a:off x="4787867" y="5787119"/>
            <a:ext cx="389261" cy="249175"/>
          </a:xfrm>
          <a:prstGeom prst="rect">
            <a:avLst/>
          </a:prstGeom>
        </p:spPr>
        <p:txBody>
          <a:bodyPr wrap="square" lIns="0" tIns="12700" rIns="0" bIns="0" rtlCol="0">
            <a:noAutofit/>
          </a:bodyPr>
          <a:lstStyle/>
          <a:p>
            <a:pPr marL="68974">
              <a:lnSpc>
                <a:spcPct val="95825"/>
              </a:lnSpc>
            </a:pPr>
            <a:r>
              <a:rPr dirty="0" smtClean="0" sz="1450" spc="-63" b="1">
                <a:latin typeface="Arial"/>
                <a:cs typeface="Arial"/>
              </a:rPr>
              <a:t>Q4</a:t>
            </a:r>
            <a:endParaRPr sz="1450">
              <a:latin typeface="Arial"/>
              <a:cs typeface="Arial"/>
            </a:endParaRPr>
          </a:p>
        </p:txBody>
      </p:sp>
      <p:sp>
        <p:nvSpPr>
          <p:cNvPr id="115" name="object 115"/>
          <p:cNvSpPr txBox="1"/>
          <p:nvPr/>
        </p:nvSpPr>
        <p:spPr>
          <a:xfrm>
            <a:off x="5177128" y="5787119"/>
            <a:ext cx="364126" cy="249175"/>
          </a:xfrm>
          <a:prstGeom prst="rect">
            <a:avLst/>
          </a:prstGeom>
        </p:spPr>
        <p:txBody>
          <a:bodyPr wrap="square" lIns="0" tIns="12700" rIns="0" bIns="0" rtlCol="0">
            <a:noAutofit/>
          </a:bodyPr>
          <a:lstStyle/>
          <a:p>
            <a:pPr marL="68974">
              <a:lnSpc>
                <a:spcPct val="95825"/>
              </a:lnSpc>
            </a:pPr>
            <a:r>
              <a:rPr dirty="0" smtClean="0" sz="1450" spc="-171" b="1">
                <a:latin typeface="Arial"/>
                <a:cs typeface="Arial"/>
              </a:rPr>
              <a:t>R4</a:t>
            </a:r>
            <a:endParaRPr sz="1450">
              <a:latin typeface="Arial"/>
              <a:cs typeface="Arial"/>
            </a:endParaRPr>
          </a:p>
        </p:txBody>
      </p:sp>
      <p:sp>
        <p:nvSpPr>
          <p:cNvPr id="114" name="object 114"/>
          <p:cNvSpPr txBox="1"/>
          <p:nvPr/>
        </p:nvSpPr>
        <p:spPr>
          <a:xfrm>
            <a:off x="5541255" y="5787119"/>
            <a:ext cx="426796" cy="249175"/>
          </a:xfrm>
          <a:prstGeom prst="rect">
            <a:avLst/>
          </a:prstGeom>
        </p:spPr>
        <p:txBody>
          <a:bodyPr wrap="square" lIns="0" tIns="12700" rIns="0" bIns="0" rtlCol="0">
            <a:noAutofit/>
          </a:bodyPr>
          <a:lstStyle/>
          <a:p>
            <a:pPr marL="68974">
              <a:lnSpc>
                <a:spcPct val="95825"/>
              </a:lnSpc>
            </a:pPr>
            <a:r>
              <a:rPr dirty="0" smtClean="0" sz="1450" spc="149" b="1">
                <a:latin typeface="Arial"/>
                <a:cs typeface="Arial"/>
              </a:rPr>
              <a:t>M5</a:t>
            </a:r>
            <a:endParaRPr sz="1450">
              <a:latin typeface="Arial"/>
              <a:cs typeface="Arial"/>
            </a:endParaRPr>
          </a:p>
        </p:txBody>
      </p:sp>
      <p:sp>
        <p:nvSpPr>
          <p:cNvPr id="113" name="object 113"/>
          <p:cNvSpPr txBox="1"/>
          <p:nvPr/>
        </p:nvSpPr>
        <p:spPr>
          <a:xfrm>
            <a:off x="5968052" y="5787119"/>
            <a:ext cx="388758" cy="249175"/>
          </a:xfrm>
          <a:prstGeom prst="rect">
            <a:avLst/>
          </a:prstGeom>
        </p:spPr>
        <p:txBody>
          <a:bodyPr wrap="square" lIns="0" tIns="12700" rIns="0" bIns="0" rtlCol="0">
            <a:noAutofit/>
          </a:bodyPr>
          <a:lstStyle/>
          <a:p>
            <a:pPr marL="68974">
              <a:lnSpc>
                <a:spcPct val="95825"/>
              </a:lnSpc>
            </a:pPr>
            <a:r>
              <a:rPr dirty="0" smtClean="0" sz="1450" spc="22" b="1">
                <a:latin typeface="Arial"/>
                <a:cs typeface="Arial"/>
              </a:rPr>
              <a:t>N5</a:t>
            </a:r>
            <a:endParaRPr sz="1450">
              <a:latin typeface="Arial"/>
              <a:cs typeface="Arial"/>
            </a:endParaRPr>
          </a:p>
        </p:txBody>
      </p:sp>
      <p:sp>
        <p:nvSpPr>
          <p:cNvPr id="112" name="object 112"/>
          <p:cNvSpPr txBox="1"/>
          <p:nvPr/>
        </p:nvSpPr>
        <p:spPr>
          <a:xfrm>
            <a:off x="6356811" y="5787119"/>
            <a:ext cx="376694" cy="249175"/>
          </a:xfrm>
          <a:prstGeom prst="rect">
            <a:avLst/>
          </a:prstGeom>
        </p:spPr>
        <p:txBody>
          <a:bodyPr wrap="square" lIns="0" tIns="12700" rIns="0" bIns="0" rtlCol="0">
            <a:noAutofit/>
          </a:bodyPr>
          <a:lstStyle/>
          <a:p>
            <a:pPr marL="69309">
              <a:lnSpc>
                <a:spcPct val="95825"/>
              </a:lnSpc>
            </a:pPr>
            <a:r>
              <a:rPr dirty="0" smtClean="0" sz="1450" spc="-158" b="1">
                <a:latin typeface="Arial"/>
                <a:cs typeface="Arial"/>
              </a:rPr>
              <a:t>O5</a:t>
            </a:r>
            <a:endParaRPr sz="1450">
              <a:latin typeface="Arial"/>
              <a:cs typeface="Arial"/>
            </a:endParaRPr>
          </a:p>
        </p:txBody>
      </p:sp>
      <p:sp>
        <p:nvSpPr>
          <p:cNvPr id="111" name="object 111"/>
          <p:cNvSpPr txBox="1"/>
          <p:nvPr/>
        </p:nvSpPr>
        <p:spPr>
          <a:xfrm>
            <a:off x="6733505" y="5787119"/>
            <a:ext cx="376694" cy="249175"/>
          </a:xfrm>
          <a:prstGeom prst="rect">
            <a:avLst/>
          </a:prstGeom>
        </p:spPr>
        <p:txBody>
          <a:bodyPr wrap="square" lIns="0" tIns="12700" rIns="0" bIns="0" rtlCol="0">
            <a:noAutofit/>
          </a:bodyPr>
          <a:lstStyle/>
          <a:p>
            <a:pPr marL="81876">
              <a:lnSpc>
                <a:spcPct val="95825"/>
              </a:lnSpc>
            </a:pPr>
            <a:r>
              <a:rPr dirty="0" smtClean="0" sz="1450" spc="-185" b="1">
                <a:latin typeface="Arial"/>
                <a:cs typeface="Arial"/>
              </a:rPr>
              <a:t>P5</a:t>
            </a:r>
            <a:endParaRPr sz="1450">
              <a:latin typeface="Arial"/>
              <a:cs typeface="Arial"/>
            </a:endParaRPr>
          </a:p>
        </p:txBody>
      </p:sp>
      <p:sp>
        <p:nvSpPr>
          <p:cNvPr id="110" name="object 110"/>
          <p:cNvSpPr txBox="1"/>
          <p:nvPr/>
        </p:nvSpPr>
        <p:spPr>
          <a:xfrm>
            <a:off x="7110199" y="5787119"/>
            <a:ext cx="426796" cy="249175"/>
          </a:xfrm>
          <a:prstGeom prst="rect">
            <a:avLst/>
          </a:prstGeom>
        </p:spPr>
        <p:txBody>
          <a:bodyPr wrap="square" lIns="0" tIns="12700" rIns="0" bIns="0" rtlCol="0">
            <a:noAutofit/>
          </a:bodyPr>
          <a:lstStyle/>
          <a:p>
            <a:pPr marL="93941">
              <a:lnSpc>
                <a:spcPct val="95825"/>
              </a:lnSpc>
            </a:pPr>
            <a:r>
              <a:rPr dirty="0" smtClean="0" sz="1450" spc="-63" b="1">
                <a:latin typeface="Arial"/>
                <a:cs typeface="Arial"/>
              </a:rPr>
              <a:t>Q1</a:t>
            </a:r>
            <a:endParaRPr sz="1450">
              <a:latin typeface="Arial"/>
              <a:cs typeface="Arial"/>
            </a:endParaRPr>
          </a:p>
        </p:txBody>
      </p:sp>
      <p:sp>
        <p:nvSpPr>
          <p:cNvPr id="109" name="object 109"/>
          <p:cNvSpPr txBox="1"/>
          <p:nvPr/>
        </p:nvSpPr>
        <p:spPr>
          <a:xfrm>
            <a:off x="7536996" y="5787119"/>
            <a:ext cx="382958" cy="249175"/>
          </a:xfrm>
          <a:prstGeom prst="rect">
            <a:avLst/>
          </a:prstGeom>
        </p:spPr>
        <p:txBody>
          <a:bodyPr wrap="square" lIns="0" tIns="12700" rIns="0" bIns="0" rtlCol="0">
            <a:noAutofit/>
          </a:bodyPr>
          <a:lstStyle/>
          <a:p>
            <a:pPr marL="81374">
              <a:lnSpc>
                <a:spcPct val="95825"/>
              </a:lnSpc>
            </a:pPr>
            <a:r>
              <a:rPr dirty="0" smtClean="0" sz="1450" spc="-171" b="1">
                <a:latin typeface="Arial"/>
                <a:cs typeface="Arial"/>
              </a:rPr>
              <a:t>R5</a:t>
            </a:r>
            <a:endParaRPr sz="1450">
              <a:latin typeface="Arial"/>
              <a:cs typeface="Arial"/>
            </a:endParaRPr>
          </a:p>
        </p:txBody>
      </p:sp>
      <p:sp>
        <p:nvSpPr>
          <p:cNvPr id="108" name="object 108"/>
          <p:cNvSpPr txBox="1"/>
          <p:nvPr/>
        </p:nvSpPr>
        <p:spPr>
          <a:xfrm>
            <a:off x="1643380" y="6036295"/>
            <a:ext cx="407992" cy="248983"/>
          </a:xfrm>
          <a:prstGeom prst="rect">
            <a:avLst/>
          </a:prstGeom>
        </p:spPr>
        <p:txBody>
          <a:bodyPr wrap="square" lIns="0" tIns="17780" rIns="0" bIns="0" rtlCol="0">
            <a:noAutofit/>
          </a:bodyPr>
          <a:lstStyle/>
          <a:p>
            <a:pPr marL="113170">
              <a:lnSpc>
                <a:spcPct val="95825"/>
              </a:lnSpc>
            </a:pPr>
            <a:r>
              <a:rPr dirty="0" smtClean="0" sz="1450" spc="-17">
                <a:latin typeface="Arial"/>
                <a:cs typeface="Arial"/>
              </a:rPr>
              <a:t>33</a:t>
            </a:r>
            <a:endParaRPr sz="1450">
              <a:latin typeface="Arial"/>
              <a:cs typeface="Arial"/>
            </a:endParaRPr>
          </a:p>
        </p:txBody>
      </p:sp>
      <p:sp>
        <p:nvSpPr>
          <p:cNvPr id="107" name="object 107"/>
          <p:cNvSpPr txBox="1"/>
          <p:nvPr/>
        </p:nvSpPr>
        <p:spPr>
          <a:xfrm>
            <a:off x="2051372" y="6036295"/>
            <a:ext cx="389211" cy="248983"/>
          </a:xfrm>
          <a:prstGeom prst="rect">
            <a:avLst/>
          </a:prstGeom>
        </p:spPr>
        <p:txBody>
          <a:bodyPr wrap="square" lIns="0" tIns="17780" rIns="0" bIns="0" rtlCol="0">
            <a:noAutofit/>
          </a:bodyPr>
          <a:lstStyle/>
          <a:p>
            <a:pPr marL="93958">
              <a:lnSpc>
                <a:spcPct val="95825"/>
              </a:lnSpc>
            </a:pPr>
            <a:r>
              <a:rPr dirty="0" smtClean="0" sz="1450" spc="-17">
                <a:latin typeface="Arial"/>
                <a:cs typeface="Arial"/>
              </a:rPr>
              <a:t>34</a:t>
            </a:r>
            <a:endParaRPr sz="1450">
              <a:latin typeface="Arial"/>
              <a:cs typeface="Arial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2440584" y="6036295"/>
            <a:ext cx="389194" cy="248983"/>
          </a:xfrm>
          <a:prstGeom prst="rect">
            <a:avLst/>
          </a:prstGeom>
        </p:spPr>
        <p:txBody>
          <a:bodyPr wrap="square" lIns="0" tIns="17780" rIns="0" bIns="0" rtlCol="0">
            <a:noAutofit/>
          </a:bodyPr>
          <a:lstStyle/>
          <a:p>
            <a:pPr marL="93958">
              <a:lnSpc>
                <a:spcPct val="95825"/>
              </a:lnSpc>
            </a:pPr>
            <a:r>
              <a:rPr dirty="0" smtClean="0" sz="1450" spc="-17">
                <a:latin typeface="Arial"/>
                <a:cs typeface="Arial"/>
              </a:rPr>
              <a:t>35</a:t>
            </a:r>
            <a:endParaRPr sz="1450">
              <a:latin typeface="Arial"/>
              <a:cs typeface="Arial"/>
            </a:endParaRPr>
          </a:p>
        </p:txBody>
      </p:sp>
      <p:sp>
        <p:nvSpPr>
          <p:cNvPr id="105" name="object 105"/>
          <p:cNvSpPr txBox="1"/>
          <p:nvPr/>
        </p:nvSpPr>
        <p:spPr>
          <a:xfrm>
            <a:off x="2829778" y="6036295"/>
            <a:ext cx="376275" cy="248983"/>
          </a:xfrm>
          <a:prstGeom prst="rect">
            <a:avLst/>
          </a:prstGeom>
        </p:spPr>
        <p:txBody>
          <a:bodyPr wrap="square" lIns="0" tIns="17780" rIns="0" bIns="0" rtlCol="0">
            <a:noAutofit/>
          </a:bodyPr>
          <a:lstStyle/>
          <a:p>
            <a:pPr marL="93975">
              <a:lnSpc>
                <a:spcPct val="95825"/>
              </a:lnSpc>
            </a:pPr>
            <a:r>
              <a:rPr dirty="0" smtClean="0" sz="1450" spc="-17">
                <a:latin typeface="Arial"/>
                <a:cs typeface="Arial"/>
              </a:rPr>
              <a:t>36</a:t>
            </a:r>
            <a:endParaRPr sz="1450">
              <a:latin typeface="Arial"/>
              <a:cs typeface="Arial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3206053" y="6036295"/>
            <a:ext cx="426972" cy="248983"/>
          </a:xfrm>
          <a:prstGeom prst="rect">
            <a:avLst/>
          </a:prstGeom>
        </p:spPr>
        <p:txBody>
          <a:bodyPr wrap="square" lIns="0" tIns="17780" rIns="0" bIns="0" rtlCol="0">
            <a:noAutofit/>
          </a:bodyPr>
          <a:lstStyle/>
          <a:p>
            <a:pPr marL="119378">
              <a:lnSpc>
                <a:spcPct val="95825"/>
              </a:lnSpc>
            </a:pPr>
            <a:r>
              <a:rPr dirty="0" smtClean="0" sz="1450" spc="-17">
                <a:latin typeface="Arial"/>
                <a:cs typeface="Arial"/>
              </a:rPr>
              <a:t>37</a:t>
            </a:r>
            <a:endParaRPr sz="1450">
              <a:latin typeface="Arial"/>
              <a:cs typeface="Arial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3633026" y="6036295"/>
            <a:ext cx="389052" cy="248983"/>
          </a:xfrm>
          <a:prstGeom prst="rect">
            <a:avLst/>
          </a:prstGeom>
        </p:spPr>
        <p:txBody>
          <a:bodyPr wrap="square" lIns="0" tIns="17780" rIns="0" bIns="0" rtlCol="0">
            <a:noAutofit/>
          </a:bodyPr>
          <a:lstStyle/>
          <a:p>
            <a:pPr marL="94235">
              <a:lnSpc>
                <a:spcPct val="95825"/>
              </a:lnSpc>
            </a:pPr>
            <a:r>
              <a:rPr dirty="0" smtClean="0" sz="1450" spc="-17">
                <a:latin typeface="Arial"/>
                <a:cs typeface="Arial"/>
              </a:rPr>
              <a:t>38</a:t>
            </a:r>
            <a:endParaRPr sz="1450">
              <a:latin typeface="Arial"/>
              <a:cs typeface="Arial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4022079" y="6036295"/>
            <a:ext cx="376694" cy="248983"/>
          </a:xfrm>
          <a:prstGeom prst="rect">
            <a:avLst/>
          </a:prstGeom>
        </p:spPr>
        <p:txBody>
          <a:bodyPr wrap="square" lIns="0" tIns="17780" rIns="0" bIns="0" rtlCol="0">
            <a:noAutofit/>
          </a:bodyPr>
          <a:lstStyle/>
          <a:p>
            <a:pPr marL="94277">
              <a:lnSpc>
                <a:spcPct val="95825"/>
              </a:lnSpc>
            </a:pPr>
            <a:r>
              <a:rPr dirty="0" smtClean="0" sz="1450" spc="-17">
                <a:latin typeface="Arial"/>
                <a:cs typeface="Arial"/>
              </a:rPr>
              <a:t>39</a:t>
            </a:r>
            <a:endParaRPr sz="1450">
              <a:latin typeface="Arial"/>
              <a:cs typeface="Arial"/>
            </a:endParaRPr>
          </a:p>
        </p:txBody>
      </p:sp>
      <p:sp>
        <p:nvSpPr>
          <p:cNvPr id="101" name="object 101"/>
          <p:cNvSpPr txBox="1"/>
          <p:nvPr/>
        </p:nvSpPr>
        <p:spPr>
          <a:xfrm>
            <a:off x="4398773" y="6036295"/>
            <a:ext cx="389094" cy="248983"/>
          </a:xfrm>
          <a:prstGeom prst="rect">
            <a:avLst/>
          </a:prstGeom>
        </p:spPr>
        <p:txBody>
          <a:bodyPr wrap="square" lIns="0" tIns="17780" rIns="0" bIns="0" rtlCol="0">
            <a:noAutofit/>
          </a:bodyPr>
          <a:lstStyle/>
          <a:p>
            <a:pPr marL="94277">
              <a:lnSpc>
                <a:spcPct val="95825"/>
              </a:lnSpc>
            </a:pPr>
            <a:r>
              <a:rPr dirty="0" smtClean="0" sz="1450" spc="-17">
                <a:latin typeface="Arial"/>
                <a:cs typeface="Arial"/>
              </a:rPr>
              <a:t>40</a:t>
            </a:r>
            <a:endParaRPr sz="1450">
              <a:latin typeface="Arial"/>
              <a:cs typeface="Arial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4787867" y="6036295"/>
            <a:ext cx="389261" cy="248983"/>
          </a:xfrm>
          <a:prstGeom prst="rect">
            <a:avLst/>
          </a:prstGeom>
        </p:spPr>
        <p:txBody>
          <a:bodyPr wrap="square" lIns="0" tIns="17780" rIns="0" bIns="0" rtlCol="0">
            <a:noAutofit/>
          </a:bodyPr>
          <a:lstStyle/>
          <a:p>
            <a:pPr marL="93942">
              <a:lnSpc>
                <a:spcPct val="95825"/>
              </a:lnSpc>
            </a:pPr>
            <a:r>
              <a:rPr dirty="0" smtClean="0" sz="1450" spc="-17">
                <a:latin typeface="Arial"/>
                <a:cs typeface="Arial"/>
              </a:rPr>
              <a:t>41</a:t>
            </a:r>
            <a:endParaRPr sz="1450">
              <a:latin typeface="Arial"/>
              <a:cs typeface="Arial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5177128" y="6036295"/>
            <a:ext cx="364126" cy="248983"/>
          </a:xfrm>
          <a:prstGeom prst="rect">
            <a:avLst/>
          </a:prstGeom>
        </p:spPr>
        <p:txBody>
          <a:bodyPr wrap="square" lIns="0" tIns="17780" rIns="0" bIns="0" rtlCol="0">
            <a:noAutofit/>
          </a:bodyPr>
          <a:lstStyle/>
          <a:p>
            <a:pPr marL="81374">
              <a:lnSpc>
                <a:spcPct val="95825"/>
              </a:lnSpc>
            </a:pPr>
            <a:r>
              <a:rPr dirty="0" smtClean="0" sz="1450" spc="-17">
                <a:latin typeface="Arial"/>
                <a:cs typeface="Arial"/>
              </a:rPr>
              <a:t>42</a:t>
            </a:r>
            <a:endParaRPr sz="1450">
              <a:latin typeface="Arial"/>
              <a:cs typeface="Arial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5541255" y="6036295"/>
            <a:ext cx="426796" cy="248983"/>
          </a:xfrm>
          <a:prstGeom prst="rect">
            <a:avLst/>
          </a:prstGeom>
        </p:spPr>
        <p:txBody>
          <a:bodyPr wrap="square" lIns="0" tIns="17780" rIns="0" bIns="0" rtlCol="0">
            <a:noAutofit/>
          </a:bodyPr>
          <a:lstStyle/>
          <a:p>
            <a:pPr marL="119077">
              <a:lnSpc>
                <a:spcPct val="95825"/>
              </a:lnSpc>
            </a:pPr>
            <a:r>
              <a:rPr dirty="0" smtClean="0" sz="1450" spc="-17">
                <a:latin typeface="Arial"/>
                <a:cs typeface="Arial"/>
              </a:rPr>
              <a:t>43</a:t>
            </a:r>
            <a:endParaRPr sz="1450">
              <a:latin typeface="Arial"/>
              <a:cs typeface="Arial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5968052" y="6036295"/>
            <a:ext cx="388758" cy="248983"/>
          </a:xfrm>
          <a:prstGeom prst="rect">
            <a:avLst/>
          </a:prstGeom>
        </p:spPr>
        <p:txBody>
          <a:bodyPr wrap="square" lIns="0" tIns="17780" rIns="0" bIns="0" rtlCol="0">
            <a:noAutofit/>
          </a:bodyPr>
          <a:lstStyle/>
          <a:p>
            <a:pPr marL="93942">
              <a:lnSpc>
                <a:spcPct val="95825"/>
              </a:lnSpc>
            </a:pPr>
            <a:r>
              <a:rPr dirty="0" smtClean="0" sz="1450" spc="-17">
                <a:latin typeface="Arial"/>
                <a:cs typeface="Arial"/>
              </a:rPr>
              <a:t>44</a:t>
            </a:r>
            <a:endParaRPr sz="1450">
              <a:latin typeface="Arial"/>
              <a:cs typeface="Arial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6356811" y="6036295"/>
            <a:ext cx="376694" cy="248983"/>
          </a:xfrm>
          <a:prstGeom prst="rect">
            <a:avLst/>
          </a:prstGeom>
        </p:spPr>
        <p:txBody>
          <a:bodyPr wrap="square" lIns="0" tIns="17780" rIns="0" bIns="0" rtlCol="0">
            <a:noAutofit/>
          </a:bodyPr>
          <a:lstStyle/>
          <a:p>
            <a:pPr marL="94444">
              <a:lnSpc>
                <a:spcPct val="95825"/>
              </a:lnSpc>
            </a:pPr>
            <a:r>
              <a:rPr dirty="0" smtClean="0" sz="1450" spc="-17">
                <a:latin typeface="Arial"/>
                <a:cs typeface="Arial"/>
              </a:rPr>
              <a:t>45</a:t>
            </a:r>
            <a:endParaRPr sz="1450">
              <a:latin typeface="Arial"/>
              <a:cs typeface="Arial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6733505" y="6036295"/>
            <a:ext cx="376694" cy="248983"/>
          </a:xfrm>
          <a:prstGeom prst="rect">
            <a:avLst/>
          </a:prstGeom>
        </p:spPr>
        <p:txBody>
          <a:bodyPr wrap="square" lIns="0" tIns="17780" rIns="0" bIns="0" rtlCol="0">
            <a:noAutofit/>
          </a:bodyPr>
          <a:lstStyle/>
          <a:p>
            <a:pPr marL="94444">
              <a:lnSpc>
                <a:spcPct val="95825"/>
              </a:lnSpc>
            </a:pPr>
            <a:r>
              <a:rPr dirty="0" smtClean="0" sz="1450" spc="-17">
                <a:latin typeface="Arial"/>
                <a:cs typeface="Arial"/>
              </a:rPr>
              <a:t>46</a:t>
            </a:r>
            <a:endParaRPr sz="1450">
              <a:latin typeface="Arial"/>
              <a:cs typeface="Arial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7110199" y="6036295"/>
            <a:ext cx="426796" cy="248983"/>
          </a:xfrm>
          <a:prstGeom prst="rect">
            <a:avLst/>
          </a:prstGeom>
        </p:spPr>
        <p:txBody>
          <a:bodyPr wrap="square" lIns="0" tIns="17780" rIns="0" bIns="0" rtlCol="0">
            <a:noAutofit/>
          </a:bodyPr>
          <a:lstStyle/>
          <a:p>
            <a:pPr marL="119412">
              <a:lnSpc>
                <a:spcPct val="95825"/>
              </a:lnSpc>
            </a:pPr>
            <a:r>
              <a:rPr dirty="0" smtClean="0" sz="1450" spc="-17">
                <a:latin typeface="Arial"/>
                <a:cs typeface="Arial"/>
              </a:rPr>
              <a:t>47</a:t>
            </a:r>
            <a:endParaRPr sz="1450">
              <a:latin typeface="Arial"/>
              <a:cs typeface="Arial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7536996" y="6036295"/>
            <a:ext cx="382958" cy="248983"/>
          </a:xfrm>
          <a:prstGeom prst="rect">
            <a:avLst/>
          </a:prstGeom>
        </p:spPr>
        <p:txBody>
          <a:bodyPr wrap="square" lIns="0" tIns="17780" rIns="0" bIns="0" rtlCol="0">
            <a:noAutofit/>
          </a:bodyPr>
          <a:lstStyle/>
          <a:p>
            <a:pPr marL="93942">
              <a:lnSpc>
                <a:spcPct val="95825"/>
              </a:lnSpc>
            </a:pPr>
            <a:r>
              <a:rPr dirty="0" smtClean="0" sz="1450" spc="-17">
                <a:latin typeface="Arial"/>
                <a:cs typeface="Arial"/>
              </a:rPr>
              <a:t>48</a:t>
            </a:r>
            <a:endParaRPr sz="1450">
              <a:latin typeface="Arial"/>
              <a:cs typeface="Arial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1756128" y="2146564"/>
            <a:ext cx="448555" cy="19613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91" name="object 91"/>
          <p:cNvSpPr txBox="1"/>
          <p:nvPr/>
        </p:nvSpPr>
        <p:spPr>
          <a:xfrm>
            <a:off x="2204683" y="2146564"/>
            <a:ext cx="455845" cy="196138"/>
          </a:xfrm>
          <a:prstGeom prst="rect">
            <a:avLst/>
          </a:prstGeom>
        </p:spPr>
        <p:txBody>
          <a:bodyPr wrap="square" lIns="0" tIns="8890" rIns="0" bIns="0" rtlCol="0">
            <a:noAutofit/>
          </a:bodyPr>
          <a:lstStyle/>
          <a:p>
            <a:pPr marL="120191">
              <a:lnSpc>
                <a:spcPct val="95825"/>
              </a:lnSpc>
            </a:pPr>
            <a:r>
              <a:rPr dirty="0" smtClean="0" sz="1200" spc="34" b="1">
                <a:latin typeface="Arial"/>
                <a:cs typeface="Arial"/>
              </a:rPr>
              <a:t>A1</a:t>
            </a:r>
            <a:endParaRPr sz="1200">
              <a:latin typeface="Arial"/>
              <a:cs typeface="Arial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2660528" y="2146564"/>
            <a:ext cx="452061" cy="196138"/>
          </a:xfrm>
          <a:prstGeom prst="rect">
            <a:avLst/>
          </a:prstGeom>
        </p:spPr>
        <p:txBody>
          <a:bodyPr wrap="square" lIns="0" tIns="8890" rIns="0" bIns="0" rtlCol="0">
            <a:noAutofit/>
          </a:bodyPr>
          <a:lstStyle/>
          <a:p>
            <a:pPr marL="123493">
              <a:lnSpc>
                <a:spcPct val="95825"/>
              </a:lnSpc>
            </a:pPr>
            <a:r>
              <a:rPr dirty="0" smtClean="0" sz="1200" spc="-19" b="1">
                <a:latin typeface="Arial"/>
                <a:cs typeface="Arial"/>
              </a:rPr>
              <a:t>B1</a:t>
            </a:r>
            <a:endParaRPr sz="1200">
              <a:latin typeface="Arial"/>
              <a:cs typeface="Arial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3112590" y="2146564"/>
            <a:ext cx="452087" cy="196138"/>
          </a:xfrm>
          <a:prstGeom prst="rect">
            <a:avLst/>
          </a:prstGeom>
        </p:spPr>
        <p:txBody>
          <a:bodyPr wrap="square" lIns="0" tIns="8890" rIns="0" bIns="0" rtlCol="0">
            <a:noAutofit/>
          </a:bodyPr>
          <a:lstStyle/>
          <a:p>
            <a:pPr marL="123716">
              <a:lnSpc>
                <a:spcPct val="95825"/>
              </a:lnSpc>
            </a:pPr>
            <a:r>
              <a:rPr dirty="0" smtClean="0" sz="1200" spc="-19" b="1">
                <a:latin typeface="Arial"/>
                <a:cs typeface="Arial"/>
              </a:rPr>
              <a:t>C1</a:t>
            </a:r>
            <a:endParaRPr sz="1200">
              <a:latin typeface="Arial"/>
              <a:cs typeface="Arial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3564677" y="2146564"/>
            <a:ext cx="452311" cy="196138"/>
          </a:xfrm>
          <a:prstGeom prst="rect">
            <a:avLst/>
          </a:prstGeom>
        </p:spPr>
        <p:txBody>
          <a:bodyPr wrap="square" lIns="0" tIns="8890" rIns="0" bIns="0" rtlCol="0">
            <a:noAutofit/>
          </a:bodyPr>
          <a:lstStyle/>
          <a:p>
            <a:pPr marL="116647">
              <a:lnSpc>
                <a:spcPct val="95825"/>
              </a:lnSpc>
            </a:pPr>
            <a:r>
              <a:rPr dirty="0" smtClean="0" sz="1200" spc="34" b="1">
                <a:latin typeface="Arial"/>
                <a:cs typeface="Arial"/>
              </a:rPr>
              <a:t>D1</a:t>
            </a:r>
            <a:endParaRPr sz="1200">
              <a:latin typeface="Arial"/>
              <a:cs typeface="Arial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4016988" y="2146564"/>
            <a:ext cx="452096" cy="196138"/>
          </a:xfrm>
          <a:prstGeom prst="rect">
            <a:avLst/>
          </a:prstGeom>
        </p:spPr>
        <p:txBody>
          <a:bodyPr wrap="square" lIns="0" tIns="8890" rIns="0" bIns="0" rtlCol="0">
            <a:noAutofit/>
          </a:bodyPr>
          <a:lstStyle/>
          <a:p>
            <a:pPr marL="123511">
              <a:lnSpc>
                <a:spcPct val="95825"/>
              </a:lnSpc>
            </a:pPr>
            <a:r>
              <a:rPr dirty="0" smtClean="0" sz="1200" spc="1" b="1">
                <a:latin typeface="Arial"/>
                <a:cs typeface="Arial"/>
              </a:rPr>
              <a:t>E1</a:t>
            </a:r>
            <a:endParaRPr sz="1200">
              <a:latin typeface="Arial"/>
              <a:cs typeface="Arial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4469085" y="2146564"/>
            <a:ext cx="452070" cy="196138"/>
          </a:xfrm>
          <a:prstGeom prst="rect">
            <a:avLst/>
          </a:prstGeom>
        </p:spPr>
        <p:txBody>
          <a:bodyPr wrap="square" lIns="0" tIns="8890" rIns="0" bIns="0" rtlCol="0">
            <a:noAutofit/>
          </a:bodyPr>
          <a:lstStyle/>
          <a:p>
            <a:pPr marL="130779">
              <a:lnSpc>
                <a:spcPct val="95825"/>
              </a:lnSpc>
            </a:pPr>
            <a:r>
              <a:rPr dirty="0" smtClean="0" sz="1200" spc="20" b="1">
                <a:latin typeface="Arial"/>
                <a:cs typeface="Arial"/>
              </a:rPr>
              <a:t>F1</a:t>
            </a:r>
            <a:endParaRPr sz="1200">
              <a:latin typeface="Arial"/>
              <a:cs typeface="Arial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4921155" y="2146564"/>
            <a:ext cx="452311" cy="196138"/>
          </a:xfrm>
          <a:prstGeom prst="rect">
            <a:avLst/>
          </a:prstGeom>
        </p:spPr>
        <p:txBody>
          <a:bodyPr wrap="square" lIns="0" tIns="8890" rIns="0" bIns="0" rtlCol="0">
            <a:noAutofit/>
          </a:bodyPr>
          <a:lstStyle/>
          <a:p>
            <a:pPr marL="116741">
              <a:lnSpc>
                <a:spcPct val="95825"/>
              </a:lnSpc>
            </a:pPr>
            <a:r>
              <a:rPr dirty="0" smtClean="0" sz="1200" spc="-32" b="1">
                <a:latin typeface="Arial"/>
                <a:cs typeface="Arial"/>
              </a:rPr>
              <a:t>G1</a:t>
            </a:r>
            <a:endParaRPr sz="1200">
              <a:latin typeface="Arial"/>
              <a:cs typeface="Arial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5373466" y="2146564"/>
            <a:ext cx="452096" cy="196138"/>
          </a:xfrm>
          <a:prstGeom prst="rect">
            <a:avLst/>
          </a:prstGeom>
        </p:spPr>
        <p:txBody>
          <a:bodyPr wrap="square" lIns="0" tIns="8890" rIns="0" bIns="0" rtlCol="0">
            <a:noAutofit/>
          </a:bodyPr>
          <a:lstStyle/>
          <a:p>
            <a:pPr marL="116433">
              <a:lnSpc>
                <a:spcPct val="95825"/>
              </a:lnSpc>
            </a:pPr>
            <a:r>
              <a:rPr dirty="0" smtClean="0" sz="1200" spc="89" b="1">
                <a:latin typeface="Arial"/>
                <a:cs typeface="Arial"/>
              </a:rPr>
              <a:t>H1</a:t>
            </a:r>
            <a:endParaRPr sz="1200">
              <a:latin typeface="Arial"/>
              <a:cs typeface="Arial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5825563" y="2146564"/>
            <a:ext cx="452096" cy="196138"/>
          </a:xfrm>
          <a:prstGeom prst="rect">
            <a:avLst/>
          </a:prstGeom>
        </p:spPr>
        <p:txBody>
          <a:bodyPr wrap="square" lIns="0" tIns="8890" rIns="0" bIns="0" rtlCol="0">
            <a:noAutofit/>
          </a:bodyPr>
          <a:lstStyle/>
          <a:p>
            <a:pPr marL="116716">
              <a:lnSpc>
                <a:spcPct val="95825"/>
              </a:lnSpc>
            </a:pPr>
            <a:r>
              <a:rPr dirty="0" smtClean="0" sz="1200" spc="34" b="1">
                <a:latin typeface="Arial"/>
                <a:cs typeface="Arial"/>
              </a:rPr>
              <a:t>A2</a:t>
            </a:r>
            <a:endParaRPr sz="1200">
              <a:latin typeface="Arial"/>
              <a:cs typeface="Arial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6277659" y="2146564"/>
            <a:ext cx="452343" cy="196138"/>
          </a:xfrm>
          <a:prstGeom prst="rect">
            <a:avLst/>
          </a:prstGeom>
        </p:spPr>
        <p:txBody>
          <a:bodyPr wrap="square" lIns="0" tIns="8890" rIns="0" bIns="0" rtlCol="0">
            <a:noAutofit/>
          </a:bodyPr>
          <a:lstStyle/>
          <a:p>
            <a:pPr marL="123700">
              <a:lnSpc>
                <a:spcPct val="95825"/>
              </a:lnSpc>
            </a:pPr>
            <a:r>
              <a:rPr dirty="0" smtClean="0" sz="1200" spc="-19" b="1">
                <a:latin typeface="Arial"/>
                <a:cs typeface="Arial"/>
              </a:rPr>
              <a:t>B2</a:t>
            </a:r>
            <a:endParaRPr sz="1200">
              <a:latin typeface="Arial"/>
              <a:cs typeface="Arial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6730003" y="2146564"/>
            <a:ext cx="452038" cy="196138"/>
          </a:xfrm>
          <a:prstGeom prst="rect">
            <a:avLst/>
          </a:prstGeom>
        </p:spPr>
        <p:txBody>
          <a:bodyPr wrap="square" lIns="0" tIns="8890" rIns="0" bIns="0" rtlCol="0">
            <a:noAutofit/>
          </a:bodyPr>
          <a:lstStyle/>
          <a:p>
            <a:pPr marL="123453">
              <a:lnSpc>
                <a:spcPct val="95825"/>
              </a:lnSpc>
            </a:pPr>
            <a:r>
              <a:rPr dirty="0" smtClean="0" sz="1200" spc="-19" b="1">
                <a:latin typeface="Arial"/>
                <a:cs typeface="Arial"/>
              </a:rPr>
              <a:t>C2</a:t>
            </a:r>
            <a:endParaRPr sz="1200">
              <a:latin typeface="Arial"/>
              <a:cs typeface="Arial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7182041" y="2146564"/>
            <a:ext cx="448556" cy="196138"/>
          </a:xfrm>
          <a:prstGeom prst="rect">
            <a:avLst/>
          </a:prstGeom>
        </p:spPr>
        <p:txBody>
          <a:bodyPr wrap="square" lIns="0" tIns="8890" rIns="0" bIns="0" rtlCol="0">
            <a:noAutofit/>
          </a:bodyPr>
          <a:lstStyle/>
          <a:p>
            <a:pPr marL="116716">
              <a:lnSpc>
                <a:spcPct val="95825"/>
              </a:lnSpc>
            </a:pPr>
            <a:r>
              <a:rPr dirty="0" smtClean="0" sz="1200" spc="34" b="1">
                <a:latin typeface="Arial"/>
                <a:cs typeface="Arial"/>
              </a:rPr>
              <a:t>D2</a:t>
            </a:r>
            <a:endParaRPr sz="1200">
              <a:latin typeface="Arial"/>
              <a:cs typeface="Arial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1756128" y="2342702"/>
            <a:ext cx="469978" cy="196210"/>
          </a:xfrm>
          <a:prstGeom prst="rect">
            <a:avLst/>
          </a:prstGeom>
        </p:spPr>
        <p:txBody>
          <a:bodyPr wrap="square" lIns="0" tIns="12065" rIns="0" bIns="0" rtlCol="0">
            <a:noAutofit/>
          </a:bodyPr>
          <a:lstStyle/>
          <a:p>
            <a:pPr marL="10584">
              <a:lnSpc>
                <a:spcPct val="95825"/>
              </a:lnSpc>
            </a:pPr>
            <a:r>
              <a:rPr dirty="0" smtClean="0" sz="1200" spc="8" b="1">
                <a:latin typeface="Arial"/>
                <a:cs typeface="Arial"/>
              </a:rPr>
              <a:t>BCCH</a:t>
            </a:r>
            <a:endParaRPr sz="1200">
              <a:latin typeface="Arial"/>
              <a:cs typeface="Arial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2204683" y="2342702"/>
            <a:ext cx="455845" cy="196210"/>
          </a:xfrm>
          <a:prstGeom prst="rect">
            <a:avLst/>
          </a:prstGeom>
        </p:spPr>
        <p:txBody>
          <a:bodyPr wrap="square" lIns="0" tIns="22860" rIns="0" bIns="0" rtlCol="0">
            <a:noAutofit/>
          </a:bodyPr>
          <a:lstStyle/>
          <a:p>
            <a:pPr marL="159799" marR="141917" algn="ctr">
              <a:lnSpc>
                <a:spcPct val="95825"/>
              </a:lnSpc>
            </a:pPr>
            <a:r>
              <a:rPr dirty="0" smtClean="0" sz="1200" spc="200">
                <a:latin typeface="Arial"/>
                <a:cs typeface="Arial"/>
              </a:rPr>
              <a:t>1</a:t>
            </a:r>
            <a:endParaRPr sz="1200">
              <a:latin typeface="Arial"/>
              <a:cs typeface="Arial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2660528" y="2342702"/>
            <a:ext cx="452061" cy="196210"/>
          </a:xfrm>
          <a:prstGeom prst="rect">
            <a:avLst/>
          </a:prstGeom>
        </p:spPr>
        <p:txBody>
          <a:bodyPr wrap="square" lIns="0" tIns="22860" rIns="0" bIns="0" rtlCol="0">
            <a:noAutofit/>
          </a:bodyPr>
          <a:lstStyle/>
          <a:p>
            <a:pPr marL="130571">
              <a:lnSpc>
                <a:spcPct val="95825"/>
              </a:lnSpc>
            </a:pPr>
            <a:r>
              <a:rPr dirty="0" smtClean="0" sz="1200" spc="145">
                <a:latin typeface="Arial"/>
                <a:cs typeface="Arial"/>
              </a:rPr>
              <a:t>26</a:t>
            </a:r>
            <a:endParaRPr sz="1200">
              <a:latin typeface="Arial"/>
              <a:cs typeface="Arial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3112590" y="2342702"/>
            <a:ext cx="452087" cy="196210"/>
          </a:xfrm>
          <a:prstGeom prst="rect">
            <a:avLst/>
          </a:prstGeom>
        </p:spPr>
        <p:txBody>
          <a:bodyPr wrap="square" lIns="0" tIns="22860" rIns="0" bIns="0" rtlCol="0">
            <a:noAutofit/>
          </a:bodyPr>
          <a:lstStyle/>
          <a:p>
            <a:pPr marL="156255" marR="141702" algn="ctr">
              <a:lnSpc>
                <a:spcPct val="95825"/>
              </a:lnSpc>
            </a:pPr>
            <a:r>
              <a:rPr dirty="0" smtClean="0" sz="1200" spc="200">
                <a:latin typeface="Arial"/>
                <a:cs typeface="Arial"/>
              </a:rPr>
              <a:t>3</a:t>
            </a:r>
            <a:endParaRPr sz="1200">
              <a:latin typeface="Arial"/>
              <a:cs typeface="Arial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3564677" y="2342702"/>
            <a:ext cx="452311" cy="196210"/>
          </a:xfrm>
          <a:prstGeom prst="rect">
            <a:avLst/>
          </a:prstGeom>
        </p:spPr>
        <p:txBody>
          <a:bodyPr wrap="square" lIns="0" tIns="22860" rIns="0" bIns="0" rtlCol="0">
            <a:noAutofit/>
          </a:bodyPr>
          <a:lstStyle/>
          <a:p>
            <a:pPr marL="130805">
              <a:lnSpc>
                <a:spcPct val="95825"/>
              </a:lnSpc>
            </a:pPr>
            <a:r>
              <a:rPr dirty="0" smtClean="0" sz="1200" spc="145">
                <a:latin typeface="Arial"/>
                <a:cs typeface="Arial"/>
              </a:rPr>
              <a:t>28</a:t>
            </a:r>
            <a:endParaRPr sz="1200">
              <a:latin typeface="Arial"/>
              <a:cs typeface="Arial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4016988" y="2342702"/>
            <a:ext cx="452096" cy="196210"/>
          </a:xfrm>
          <a:prstGeom prst="rect">
            <a:avLst/>
          </a:prstGeom>
        </p:spPr>
        <p:txBody>
          <a:bodyPr wrap="square" lIns="0" tIns="22860" rIns="0" bIns="0" rtlCol="0">
            <a:noAutofit/>
          </a:bodyPr>
          <a:lstStyle/>
          <a:p>
            <a:pPr marL="156333" marR="141633" algn="ctr">
              <a:lnSpc>
                <a:spcPct val="95825"/>
              </a:lnSpc>
            </a:pPr>
            <a:r>
              <a:rPr dirty="0" smtClean="0" sz="1200" spc="200">
                <a:latin typeface="Arial"/>
                <a:cs typeface="Arial"/>
              </a:rPr>
              <a:t>5</a:t>
            </a:r>
            <a:endParaRPr sz="1200">
              <a:latin typeface="Arial"/>
              <a:cs typeface="Arial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4469085" y="2342702"/>
            <a:ext cx="452070" cy="196210"/>
          </a:xfrm>
          <a:prstGeom prst="rect">
            <a:avLst/>
          </a:prstGeom>
        </p:spPr>
        <p:txBody>
          <a:bodyPr wrap="square" lIns="0" tIns="22860" rIns="0" bIns="0" rtlCol="0">
            <a:noAutofit/>
          </a:bodyPr>
          <a:lstStyle/>
          <a:p>
            <a:pPr marL="130779">
              <a:lnSpc>
                <a:spcPct val="95825"/>
              </a:lnSpc>
            </a:pPr>
            <a:r>
              <a:rPr dirty="0" smtClean="0" sz="1200" spc="145">
                <a:latin typeface="Arial"/>
                <a:cs typeface="Arial"/>
              </a:rPr>
              <a:t>30</a:t>
            </a:r>
            <a:endParaRPr sz="1200">
              <a:latin typeface="Arial"/>
              <a:cs typeface="Arial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4921155" y="2342702"/>
            <a:ext cx="452311" cy="196210"/>
          </a:xfrm>
          <a:prstGeom prst="rect">
            <a:avLst/>
          </a:prstGeom>
        </p:spPr>
        <p:txBody>
          <a:bodyPr wrap="square" lIns="0" tIns="22860" rIns="0" bIns="0" rtlCol="0">
            <a:noAutofit/>
          </a:bodyPr>
          <a:lstStyle/>
          <a:p>
            <a:pPr marL="156265" marR="141917" algn="ctr">
              <a:lnSpc>
                <a:spcPct val="95825"/>
              </a:lnSpc>
            </a:pPr>
            <a:r>
              <a:rPr dirty="0" smtClean="0" sz="1200" spc="200">
                <a:latin typeface="Arial"/>
                <a:cs typeface="Arial"/>
              </a:rPr>
              <a:t>7</a:t>
            </a:r>
            <a:endParaRPr sz="1200">
              <a:latin typeface="Arial"/>
              <a:cs typeface="Arial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5373466" y="2342702"/>
            <a:ext cx="452096" cy="196210"/>
          </a:xfrm>
          <a:prstGeom prst="rect">
            <a:avLst/>
          </a:prstGeom>
        </p:spPr>
        <p:txBody>
          <a:bodyPr wrap="square" lIns="0" tIns="22860" rIns="0" bIns="0" rtlCol="0">
            <a:noAutofit/>
          </a:bodyPr>
          <a:lstStyle/>
          <a:p>
            <a:pPr marL="130590">
              <a:lnSpc>
                <a:spcPct val="95825"/>
              </a:lnSpc>
            </a:pPr>
            <a:r>
              <a:rPr dirty="0" smtClean="0" sz="1200" spc="145">
                <a:latin typeface="Arial"/>
                <a:cs typeface="Arial"/>
              </a:rPr>
              <a:t>32</a:t>
            </a:r>
            <a:endParaRPr sz="1200">
              <a:latin typeface="Arial"/>
              <a:cs typeface="Arial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5825563" y="2342702"/>
            <a:ext cx="452096" cy="196210"/>
          </a:xfrm>
          <a:prstGeom prst="rect">
            <a:avLst/>
          </a:prstGeom>
        </p:spPr>
        <p:txBody>
          <a:bodyPr wrap="square" lIns="0" tIns="22860" rIns="0" bIns="0" rtlCol="0">
            <a:noAutofit/>
          </a:bodyPr>
          <a:lstStyle/>
          <a:p>
            <a:pPr marL="156333" marR="141633" algn="ctr">
              <a:lnSpc>
                <a:spcPct val="95825"/>
              </a:lnSpc>
            </a:pPr>
            <a:r>
              <a:rPr dirty="0" smtClean="0" sz="1200" spc="200">
                <a:latin typeface="Arial"/>
                <a:cs typeface="Arial"/>
              </a:rPr>
              <a:t>9</a:t>
            </a:r>
            <a:endParaRPr sz="1200">
              <a:latin typeface="Arial"/>
              <a:cs typeface="Arial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6277659" y="2342702"/>
            <a:ext cx="452343" cy="196210"/>
          </a:xfrm>
          <a:prstGeom prst="rect">
            <a:avLst/>
          </a:prstGeom>
        </p:spPr>
        <p:txBody>
          <a:bodyPr wrap="square" lIns="0" tIns="22860" rIns="0" bIns="0" rtlCol="0">
            <a:noAutofit/>
          </a:bodyPr>
          <a:lstStyle/>
          <a:p>
            <a:pPr marL="130779">
              <a:lnSpc>
                <a:spcPct val="95825"/>
              </a:lnSpc>
            </a:pPr>
            <a:r>
              <a:rPr dirty="0" smtClean="0" sz="1200" spc="145">
                <a:latin typeface="Arial"/>
                <a:cs typeface="Arial"/>
              </a:rPr>
              <a:t>34</a:t>
            </a:r>
            <a:endParaRPr sz="1200">
              <a:latin typeface="Arial"/>
              <a:cs typeface="Arial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6730003" y="2342702"/>
            <a:ext cx="452038" cy="196210"/>
          </a:xfrm>
          <a:prstGeom prst="rect">
            <a:avLst/>
          </a:prstGeom>
        </p:spPr>
        <p:txBody>
          <a:bodyPr wrap="square" lIns="0" tIns="22860" rIns="0" bIns="0" rtlCol="0">
            <a:noAutofit/>
          </a:bodyPr>
          <a:lstStyle/>
          <a:p>
            <a:pPr marL="130532">
              <a:lnSpc>
                <a:spcPct val="95825"/>
              </a:lnSpc>
            </a:pPr>
            <a:r>
              <a:rPr dirty="0" smtClean="0" sz="1200" spc="145">
                <a:latin typeface="Arial"/>
                <a:cs typeface="Arial"/>
              </a:rPr>
              <a:t>11</a:t>
            </a:r>
            <a:endParaRPr sz="1200">
              <a:latin typeface="Arial"/>
              <a:cs typeface="Arial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7182041" y="2342702"/>
            <a:ext cx="448556" cy="196210"/>
          </a:xfrm>
          <a:prstGeom prst="rect">
            <a:avLst/>
          </a:prstGeom>
        </p:spPr>
        <p:txBody>
          <a:bodyPr wrap="square" lIns="0" tIns="22860" rIns="0" bIns="0" rtlCol="0">
            <a:noAutofit/>
          </a:bodyPr>
          <a:lstStyle/>
          <a:p>
            <a:pPr marL="130779">
              <a:lnSpc>
                <a:spcPct val="95825"/>
              </a:lnSpc>
            </a:pPr>
            <a:r>
              <a:rPr dirty="0" smtClean="0" sz="1200" spc="145">
                <a:latin typeface="Arial"/>
                <a:cs typeface="Arial"/>
              </a:rPr>
              <a:t>36</a:t>
            </a:r>
            <a:endParaRPr sz="1200">
              <a:latin typeface="Arial"/>
              <a:cs typeface="Arial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1756128" y="2538913"/>
            <a:ext cx="448555" cy="196255"/>
          </a:xfrm>
          <a:prstGeom prst="rect">
            <a:avLst/>
          </a:prstGeom>
        </p:spPr>
        <p:txBody>
          <a:bodyPr wrap="square" lIns="0" tIns="8890" rIns="0" bIns="0" rtlCol="0">
            <a:noAutofit/>
          </a:bodyPr>
          <a:lstStyle/>
          <a:p>
            <a:pPr marL="74092">
              <a:lnSpc>
                <a:spcPct val="95825"/>
              </a:lnSpc>
            </a:pPr>
            <a:r>
              <a:rPr dirty="0" smtClean="0" sz="1200" spc="79" b="1">
                <a:latin typeface="Arial"/>
                <a:cs typeface="Arial"/>
              </a:rPr>
              <a:t>T</a:t>
            </a:r>
            <a:r>
              <a:rPr dirty="0" smtClean="0" sz="1200" spc="79" b="1">
                <a:latin typeface="Arial"/>
                <a:cs typeface="Arial"/>
              </a:rPr>
              <a:t>C</a:t>
            </a:r>
            <a:r>
              <a:rPr dirty="0" smtClean="0" sz="1200" spc="79" b="1">
                <a:latin typeface="Arial"/>
                <a:cs typeface="Arial"/>
              </a:rPr>
              <a:t>H</a:t>
            </a:r>
            <a:endParaRPr sz="1200">
              <a:latin typeface="Arial"/>
              <a:cs typeface="Aria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2204683" y="2538913"/>
            <a:ext cx="455845" cy="196255"/>
          </a:xfrm>
          <a:prstGeom prst="rect">
            <a:avLst/>
          </a:prstGeom>
        </p:spPr>
        <p:txBody>
          <a:bodyPr wrap="square" lIns="0" tIns="20320" rIns="0" bIns="0" rtlCol="0">
            <a:noAutofit/>
          </a:bodyPr>
          <a:lstStyle/>
          <a:p>
            <a:pPr marL="134310">
              <a:lnSpc>
                <a:spcPct val="95825"/>
              </a:lnSpc>
            </a:pPr>
            <a:r>
              <a:rPr dirty="0" smtClean="0" sz="1200" spc="145">
                <a:latin typeface="Arial"/>
                <a:cs typeface="Arial"/>
              </a:rPr>
              <a:t>25</a:t>
            </a:r>
            <a:endParaRPr sz="1200">
              <a:latin typeface="Arial"/>
              <a:cs typeface="Aria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2660528" y="2538913"/>
            <a:ext cx="452061" cy="196255"/>
          </a:xfrm>
          <a:prstGeom prst="rect">
            <a:avLst/>
          </a:prstGeom>
        </p:spPr>
        <p:txBody>
          <a:bodyPr wrap="square" lIns="0" tIns="20320" rIns="0" bIns="0" rtlCol="0">
            <a:noAutofit/>
          </a:bodyPr>
          <a:lstStyle/>
          <a:p>
            <a:pPr marL="156315" marR="141617" algn="ctr">
              <a:lnSpc>
                <a:spcPct val="95825"/>
              </a:lnSpc>
            </a:pPr>
            <a:r>
              <a:rPr dirty="0" smtClean="0" sz="1200" spc="200">
                <a:latin typeface="Arial"/>
                <a:cs typeface="Arial"/>
              </a:rPr>
              <a:t>2</a:t>
            </a:r>
            <a:endParaRPr sz="1200">
              <a:latin typeface="Arial"/>
              <a:cs typeface="Aria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3112590" y="2538913"/>
            <a:ext cx="452087" cy="196255"/>
          </a:xfrm>
          <a:prstGeom prst="rect">
            <a:avLst/>
          </a:prstGeom>
        </p:spPr>
        <p:txBody>
          <a:bodyPr wrap="square" lIns="0" tIns="20320" rIns="0" bIns="0" rtlCol="0">
            <a:noAutofit/>
          </a:bodyPr>
          <a:lstStyle/>
          <a:p>
            <a:pPr marL="130795">
              <a:lnSpc>
                <a:spcPct val="95825"/>
              </a:lnSpc>
            </a:pPr>
            <a:r>
              <a:rPr dirty="0" smtClean="0" sz="1200" spc="145">
                <a:latin typeface="Arial"/>
                <a:cs typeface="Arial"/>
              </a:rPr>
              <a:t>27</a:t>
            </a:r>
            <a:endParaRPr sz="1200">
              <a:latin typeface="Arial"/>
              <a:cs typeface="Arial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3564677" y="2538913"/>
            <a:ext cx="452311" cy="196255"/>
          </a:xfrm>
          <a:prstGeom prst="rect">
            <a:avLst/>
          </a:prstGeom>
        </p:spPr>
        <p:txBody>
          <a:bodyPr wrap="square" lIns="0" tIns="20320" rIns="0" bIns="0" rtlCol="0">
            <a:noAutofit/>
          </a:bodyPr>
          <a:lstStyle/>
          <a:p>
            <a:pPr marL="156265" marR="141917" algn="ctr">
              <a:lnSpc>
                <a:spcPct val="95825"/>
              </a:lnSpc>
            </a:pPr>
            <a:r>
              <a:rPr dirty="0" smtClean="0" sz="1200" spc="200">
                <a:latin typeface="Arial"/>
                <a:cs typeface="Arial"/>
              </a:rPr>
              <a:t>4</a:t>
            </a:r>
            <a:endParaRPr sz="1200">
              <a:latin typeface="Arial"/>
              <a:cs typeface="Arial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4016988" y="2538913"/>
            <a:ext cx="452096" cy="196255"/>
          </a:xfrm>
          <a:prstGeom prst="rect">
            <a:avLst/>
          </a:prstGeom>
        </p:spPr>
        <p:txBody>
          <a:bodyPr wrap="square" lIns="0" tIns="20320" rIns="0" bIns="0" rtlCol="0">
            <a:noAutofit/>
          </a:bodyPr>
          <a:lstStyle/>
          <a:p>
            <a:pPr marL="130590">
              <a:lnSpc>
                <a:spcPct val="95825"/>
              </a:lnSpc>
            </a:pPr>
            <a:r>
              <a:rPr dirty="0" smtClean="0" sz="1200" spc="145">
                <a:latin typeface="Arial"/>
                <a:cs typeface="Arial"/>
              </a:rPr>
              <a:t>29</a:t>
            </a:r>
            <a:endParaRPr sz="1200">
              <a:latin typeface="Arial"/>
              <a:cs typeface="Arial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4469085" y="2538913"/>
            <a:ext cx="452070" cy="196255"/>
          </a:xfrm>
          <a:prstGeom prst="rect">
            <a:avLst/>
          </a:prstGeom>
        </p:spPr>
        <p:txBody>
          <a:bodyPr wrap="square" lIns="0" tIns="20320" rIns="0" bIns="0" rtlCol="0">
            <a:noAutofit/>
          </a:bodyPr>
          <a:lstStyle/>
          <a:p>
            <a:pPr marL="156333" marR="141608" algn="ctr">
              <a:lnSpc>
                <a:spcPct val="95825"/>
              </a:lnSpc>
            </a:pPr>
            <a:r>
              <a:rPr dirty="0" smtClean="0" sz="1200" spc="200">
                <a:latin typeface="Arial"/>
                <a:cs typeface="Arial"/>
              </a:rPr>
              <a:t>6</a:t>
            </a:r>
            <a:endParaRPr sz="1200">
              <a:latin typeface="Arial"/>
              <a:cs typeface="Arial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4921155" y="2538913"/>
            <a:ext cx="452311" cy="196255"/>
          </a:xfrm>
          <a:prstGeom prst="rect">
            <a:avLst/>
          </a:prstGeom>
        </p:spPr>
        <p:txBody>
          <a:bodyPr wrap="square" lIns="0" tIns="20320" rIns="0" bIns="0" rtlCol="0">
            <a:noAutofit/>
          </a:bodyPr>
          <a:lstStyle/>
          <a:p>
            <a:pPr marL="130805">
              <a:lnSpc>
                <a:spcPct val="95825"/>
              </a:lnSpc>
            </a:pPr>
            <a:r>
              <a:rPr dirty="0" smtClean="0" sz="1200" spc="145">
                <a:latin typeface="Arial"/>
                <a:cs typeface="Arial"/>
              </a:rPr>
              <a:t>31</a:t>
            </a:r>
            <a:endParaRPr sz="1200">
              <a:latin typeface="Arial"/>
              <a:cs typeface="Arial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5373466" y="2538913"/>
            <a:ext cx="452096" cy="196255"/>
          </a:xfrm>
          <a:prstGeom prst="rect">
            <a:avLst/>
          </a:prstGeom>
        </p:spPr>
        <p:txBody>
          <a:bodyPr wrap="square" lIns="0" tIns="20320" rIns="0" bIns="0" rtlCol="0">
            <a:noAutofit/>
          </a:bodyPr>
          <a:lstStyle/>
          <a:p>
            <a:pPr marL="156333" marR="141633" algn="ctr">
              <a:lnSpc>
                <a:spcPct val="95825"/>
              </a:lnSpc>
            </a:pPr>
            <a:r>
              <a:rPr dirty="0" smtClean="0" sz="1200" spc="200">
                <a:latin typeface="Arial"/>
                <a:cs typeface="Arial"/>
              </a:rPr>
              <a:t>8</a:t>
            </a:r>
            <a:endParaRPr sz="1200">
              <a:latin typeface="Arial"/>
              <a:cs typeface="Arial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5825563" y="2538913"/>
            <a:ext cx="452096" cy="196255"/>
          </a:xfrm>
          <a:prstGeom prst="rect">
            <a:avLst/>
          </a:prstGeom>
        </p:spPr>
        <p:txBody>
          <a:bodyPr wrap="square" lIns="0" tIns="20320" rIns="0" bIns="0" rtlCol="0">
            <a:noAutofit/>
          </a:bodyPr>
          <a:lstStyle/>
          <a:p>
            <a:pPr marL="130779">
              <a:lnSpc>
                <a:spcPct val="95825"/>
              </a:lnSpc>
            </a:pPr>
            <a:r>
              <a:rPr dirty="0" smtClean="0" sz="1200" spc="145">
                <a:latin typeface="Arial"/>
                <a:cs typeface="Arial"/>
              </a:rPr>
              <a:t>33</a:t>
            </a:r>
            <a:endParaRPr sz="1200">
              <a:latin typeface="Arial"/>
              <a:cs typeface="Arial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6277659" y="2538913"/>
            <a:ext cx="452343" cy="196255"/>
          </a:xfrm>
          <a:prstGeom prst="rect">
            <a:avLst/>
          </a:prstGeom>
        </p:spPr>
        <p:txBody>
          <a:bodyPr wrap="square" lIns="0" tIns="20320" rIns="0" bIns="0" rtlCol="0">
            <a:noAutofit/>
          </a:bodyPr>
          <a:lstStyle/>
          <a:p>
            <a:pPr marL="130779">
              <a:lnSpc>
                <a:spcPct val="95825"/>
              </a:lnSpc>
            </a:pPr>
            <a:r>
              <a:rPr dirty="0" smtClean="0" sz="1200" spc="145">
                <a:latin typeface="Arial"/>
                <a:cs typeface="Arial"/>
              </a:rPr>
              <a:t>10</a:t>
            </a:r>
            <a:endParaRPr sz="1200">
              <a:latin typeface="Arial"/>
              <a:cs typeface="Aria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6730003" y="2538913"/>
            <a:ext cx="452038" cy="196255"/>
          </a:xfrm>
          <a:prstGeom prst="rect">
            <a:avLst/>
          </a:prstGeom>
        </p:spPr>
        <p:txBody>
          <a:bodyPr wrap="square" lIns="0" tIns="20320" rIns="0" bIns="0" rtlCol="0">
            <a:noAutofit/>
          </a:bodyPr>
          <a:lstStyle/>
          <a:p>
            <a:pPr marL="130532">
              <a:lnSpc>
                <a:spcPct val="95825"/>
              </a:lnSpc>
            </a:pPr>
            <a:r>
              <a:rPr dirty="0" smtClean="0" sz="1200" spc="145">
                <a:latin typeface="Arial"/>
                <a:cs typeface="Arial"/>
              </a:rPr>
              <a:t>35</a:t>
            </a:r>
            <a:endParaRPr sz="1200">
              <a:latin typeface="Arial"/>
              <a:cs typeface="Aria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7182041" y="2538913"/>
            <a:ext cx="448556" cy="196255"/>
          </a:xfrm>
          <a:prstGeom prst="rect">
            <a:avLst/>
          </a:prstGeom>
        </p:spPr>
        <p:txBody>
          <a:bodyPr wrap="square" lIns="0" tIns="20320" rIns="0" bIns="0" rtlCol="0">
            <a:noAutofit/>
          </a:bodyPr>
          <a:lstStyle/>
          <a:p>
            <a:pPr marL="130779">
              <a:lnSpc>
                <a:spcPct val="95825"/>
              </a:lnSpc>
            </a:pPr>
            <a:r>
              <a:rPr dirty="0" smtClean="0" sz="1200" spc="145">
                <a:latin typeface="Arial"/>
                <a:cs typeface="Arial"/>
              </a:rPr>
              <a:t>12</a:t>
            </a:r>
            <a:endParaRPr sz="1200">
              <a:latin typeface="Arial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1756128" y="2735169"/>
            <a:ext cx="448555" cy="99418"/>
          </a:xfrm>
          <a:prstGeom prst="rect">
            <a:avLst/>
          </a:prstGeom>
        </p:spPr>
        <p:txBody>
          <a:bodyPr wrap="square" lIns="0" tIns="4168" rIns="0" bIns="0" rtlCol="0">
            <a:noAutofit/>
          </a:bodyPr>
          <a:lstStyle/>
          <a:p>
            <a:pPr marL="25400">
              <a:lnSpc>
                <a:spcPts val="750"/>
              </a:lnSpc>
            </a:pPr>
            <a:endParaRPr sz="750"/>
          </a:p>
        </p:txBody>
      </p:sp>
      <p:sp>
        <p:nvSpPr>
          <p:cNvPr id="52" name="object 52"/>
          <p:cNvSpPr txBox="1"/>
          <p:nvPr/>
        </p:nvSpPr>
        <p:spPr>
          <a:xfrm>
            <a:off x="2204683" y="2735169"/>
            <a:ext cx="455845" cy="99418"/>
          </a:xfrm>
          <a:prstGeom prst="rect">
            <a:avLst/>
          </a:prstGeom>
        </p:spPr>
        <p:txBody>
          <a:bodyPr wrap="square" lIns="0" tIns="4168" rIns="0" bIns="0" rtlCol="0">
            <a:noAutofit/>
          </a:bodyPr>
          <a:lstStyle/>
          <a:p>
            <a:pPr marL="25400">
              <a:lnSpc>
                <a:spcPts val="750"/>
              </a:lnSpc>
            </a:pPr>
            <a:endParaRPr sz="750"/>
          </a:p>
        </p:txBody>
      </p:sp>
      <p:sp>
        <p:nvSpPr>
          <p:cNvPr id="51" name="object 51"/>
          <p:cNvSpPr txBox="1"/>
          <p:nvPr/>
        </p:nvSpPr>
        <p:spPr>
          <a:xfrm>
            <a:off x="2660528" y="2735169"/>
            <a:ext cx="452061" cy="99418"/>
          </a:xfrm>
          <a:prstGeom prst="rect">
            <a:avLst/>
          </a:prstGeom>
        </p:spPr>
        <p:txBody>
          <a:bodyPr wrap="square" lIns="0" tIns="4168" rIns="0" bIns="0" rtlCol="0">
            <a:noAutofit/>
          </a:bodyPr>
          <a:lstStyle/>
          <a:p>
            <a:pPr marL="25400">
              <a:lnSpc>
                <a:spcPts val="750"/>
              </a:lnSpc>
            </a:pPr>
            <a:endParaRPr sz="750"/>
          </a:p>
        </p:txBody>
      </p:sp>
      <p:sp>
        <p:nvSpPr>
          <p:cNvPr id="50" name="object 50"/>
          <p:cNvSpPr txBox="1"/>
          <p:nvPr/>
        </p:nvSpPr>
        <p:spPr>
          <a:xfrm>
            <a:off x="3112590" y="2735169"/>
            <a:ext cx="452087" cy="99418"/>
          </a:xfrm>
          <a:prstGeom prst="rect">
            <a:avLst/>
          </a:prstGeom>
        </p:spPr>
        <p:txBody>
          <a:bodyPr wrap="square" lIns="0" tIns="4168" rIns="0" bIns="0" rtlCol="0">
            <a:noAutofit/>
          </a:bodyPr>
          <a:lstStyle/>
          <a:p>
            <a:pPr marL="25400">
              <a:lnSpc>
                <a:spcPts val="750"/>
              </a:lnSpc>
            </a:pPr>
            <a:endParaRPr sz="750"/>
          </a:p>
        </p:txBody>
      </p:sp>
      <p:sp>
        <p:nvSpPr>
          <p:cNvPr id="49" name="object 49"/>
          <p:cNvSpPr txBox="1"/>
          <p:nvPr/>
        </p:nvSpPr>
        <p:spPr>
          <a:xfrm>
            <a:off x="3564677" y="2735169"/>
            <a:ext cx="452311" cy="99418"/>
          </a:xfrm>
          <a:prstGeom prst="rect">
            <a:avLst/>
          </a:prstGeom>
        </p:spPr>
        <p:txBody>
          <a:bodyPr wrap="square" lIns="0" tIns="4168" rIns="0" bIns="0" rtlCol="0">
            <a:noAutofit/>
          </a:bodyPr>
          <a:lstStyle/>
          <a:p>
            <a:pPr marL="25400">
              <a:lnSpc>
                <a:spcPts val="750"/>
              </a:lnSpc>
            </a:pPr>
            <a:endParaRPr sz="750"/>
          </a:p>
        </p:txBody>
      </p:sp>
      <p:sp>
        <p:nvSpPr>
          <p:cNvPr id="48" name="object 48"/>
          <p:cNvSpPr txBox="1"/>
          <p:nvPr/>
        </p:nvSpPr>
        <p:spPr>
          <a:xfrm>
            <a:off x="4016988" y="2735169"/>
            <a:ext cx="452096" cy="99418"/>
          </a:xfrm>
          <a:prstGeom prst="rect">
            <a:avLst/>
          </a:prstGeom>
        </p:spPr>
        <p:txBody>
          <a:bodyPr wrap="square" lIns="0" tIns="4168" rIns="0" bIns="0" rtlCol="0">
            <a:noAutofit/>
          </a:bodyPr>
          <a:lstStyle/>
          <a:p>
            <a:pPr marL="25400">
              <a:lnSpc>
                <a:spcPts val="750"/>
              </a:lnSpc>
            </a:pPr>
            <a:endParaRPr sz="750"/>
          </a:p>
        </p:txBody>
      </p:sp>
      <p:sp>
        <p:nvSpPr>
          <p:cNvPr id="47" name="object 47"/>
          <p:cNvSpPr txBox="1"/>
          <p:nvPr/>
        </p:nvSpPr>
        <p:spPr>
          <a:xfrm>
            <a:off x="4469085" y="2735169"/>
            <a:ext cx="452070" cy="99418"/>
          </a:xfrm>
          <a:prstGeom prst="rect">
            <a:avLst/>
          </a:prstGeom>
        </p:spPr>
        <p:txBody>
          <a:bodyPr wrap="square" lIns="0" tIns="4168" rIns="0" bIns="0" rtlCol="0">
            <a:noAutofit/>
          </a:bodyPr>
          <a:lstStyle/>
          <a:p>
            <a:pPr marL="25400">
              <a:lnSpc>
                <a:spcPts val="750"/>
              </a:lnSpc>
            </a:pPr>
            <a:endParaRPr sz="750"/>
          </a:p>
        </p:txBody>
      </p:sp>
      <p:sp>
        <p:nvSpPr>
          <p:cNvPr id="46" name="object 46"/>
          <p:cNvSpPr txBox="1"/>
          <p:nvPr/>
        </p:nvSpPr>
        <p:spPr>
          <a:xfrm>
            <a:off x="4921155" y="2735169"/>
            <a:ext cx="452311" cy="99418"/>
          </a:xfrm>
          <a:prstGeom prst="rect">
            <a:avLst/>
          </a:prstGeom>
        </p:spPr>
        <p:txBody>
          <a:bodyPr wrap="square" lIns="0" tIns="4168" rIns="0" bIns="0" rtlCol="0">
            <a:noAutofit/>
          </a:bodyPr>
          <a:lstStyle/>
          <a:p>
            <a:pPr marL="25400">
              <a:lnSpc>
                <a:spcPts val="750"/>
              </a:lnSpc>
            </a:pPr>
            <a:endParaRPr sz="750"/>
          </a:p>
        </p:txBody>
      </p:sp>
      <p:sp>
        <p:nvSpPr>
          <p:cNvPr id="45" name="object 45"/>
          <p:cNvSpPr txBox="1"/>
          <p:nvPr/>
        </p:nvSpPr>
        <p:spPr>
          <a:xfrm>
            <a:off x="5373466" y="2735169"/>
            <a:ext cx="452096" cy="99418"/>
          </a:xfrm>
          <a:prstGeom prst="rect">
            <a:avLst/>
          </a:prstGeom>
        </p:spPr>
        <p:txBody>
          <a:bodyPr wrap="square" lIns="0" tIns="4168" rIns="0" bIns="0" rtlCol="0">
            <a:noAutofit/>
          </a:bodyPr>
          <a:lstStyle/>
          <a:p>
            <a:pPr marL="25400">
              <a:lnSpc>
                <a:spcPts val="750"/>
              </a:lnSpc>
            </a:pPr>
            <a:endParaRPr sz="750"/>
          </a:p>
        </p:txBody>
      </p:sp>
      <p:sp>
        <p:nvSpPr>
          <p:cNvPr id="44" name="object 44"/>
          <p:cNvSpPr txBox="1"/>
          <p:nvPr/>
        </p:nvSpPr>
        <p:spPr>
          <a:xfrm>
            <a:off x="5825563" y="2735169"/>
            <a:ext cx="452096" cy="99418"/>
          </a:xfrm>
          <a:prstGeom prst="rect">
            <a:avLst/>
          </a:prstGeom>
        </p:spPr>
        <p:txBody>
          <a:bodyPr wrap="square" lIns="0" tIns="4168" rIns="0" bIns="0" rtlCol="0">
            <a:noAutofit/>
          </a:bodyPr>
          <a:lstStyle/>
          <a:p>
            <a:pPr marL="25400">
              <a:lnSpc>
                <a:spcPts val="750"/>
              </a:lnSpc>
            </a:pPr>
            <a:endParaRPr sz="750"/>
          </a:p>
        </p:txBody>
      </p:sp>
      <p:sp>
        <p:nvSpPr>
          <p:cNvPr id="43" name="object 43"/>
          <p:cNvSpPr txBox="1"/>
          <p:nvPr/>
        </p:nvSpPr>
        <p:spPr>
          <a:xfrm>
            <a:off x="6277659" y="2735169"/>
            <a:ext cx="452343" cy="99418"/>
          </a:xfrm>
          <a:prstGeom prst="rect">
            <a:avLst/>
          </a:prstGeom>
        </p:spPr>
        <p:txBody>
          <a:bodyPr wrap="square" lIns="0" tIns="4168" rIns="0" bIns="0" rtlCol="0">
            <a:noAutofit/>
          </a:bodyPr>
          <a:lstStyle/>
          <a:p>
            <a:pPr marL="25400">
              <a:lnSpc>
                <a:spcPts val="750"/>
              </a:lnSpc>
            </a:pPr>
            <a:endParaRPr sz="750"/>
          </a:p>
        </p:txBody>
      </p:sp>
      <p:sp>
        <p:nvSpPr>
          <p:cNvPr id="42" name="object 42"/>
          <p:cNvSpPr txBox="1"/>
          <p:nvPr/>
        </p:nvSpPr>
        <p:spPr>
          <a:xfrm>
            <a:off x="6730003" y="2735169"/>
            <a:ext cx="452038" cy="99418"/>
          </a:xfrm>
          <a:prstGeom prst="rect">
            <a:avLst/>
          </a:prstGeom>
        </p:spPr>
        <p:txBody>
          <a:bodyPr wrap="square" lIns="0" tIns="4168" rIns="0" bIns="0" rtlCol="0">
            <a:noAutofit/>
          </a:bodyPr>
          <a:lstStyle/>
          <a:p>
            <a:pPr marL="25400">
              <a:lnSpc>
                <a:spcPts val="750"/>
              </a:lnSpc>
            </a:pPr>
            <a:endParaRPr sz="750"/>
          </a:p>
        </p:txBody>
      </p:sp>
      <p:sp>
        <p:nvSpPr>
          <p:cNvPr id="41" name="object 41"/>
          <p:cNvSpPr txBox="1"/>
          <p:nvPr/>
        </p:nvSpPr>
        <p:spPr>
          <a:xfrm>
            <a:off x="7182041" y="2735169"/>
            <a:ext cx="448556" cy="99418"/>
          </a:xfrm>
          <a:prstGeom prst="rect">
            <a:avLst/>
          </a:prstGeom>
        </p:spPr>
        <p:txBody>
          <a:bodyPr wrap="square" lIns="0" tIns="4168" rIns="0" bIns="0" rtlCol="0">
            <a:noAutofit/>
          </a:bodyPr>
          <a:lstStyle/>
          <a:p>
            <a:pPr marL="25400">
              <a:lnSpc>
                <a:spcPts val="750"/>
              </a:lnSpc>
            </a:pPr>
            <a:endParaRPr sz="750"/>
          </a:p>
        </p:txBody>
      </p:sp>
      <p:sp>
        <p:nvSpPr>
          <p:cNvPr id="40" name="object 40"/>
          <p:cNvSpPr txBox="1"/>
          <p:nvPr/>
        </p:nvSpPr>
        <p:spPr>
          <a:xfrm>
            <a:off x="1756128" y="2834588"/>
            <a:ext cx="448555" cy="19893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9" name="object 39"/>
          <p:cNvSpPr txBox="1"/>
          <p:nvPr/>
        </p:nvSpPr>
        <p:spPr>
          <a:xfrm>
            <a:off x="2204683" y="2834588"/>
            <a:ext cx="455845" cy="198930"/>
          </a:xfrm>
          <a:prstGeom prst="rect">
            <a:avLst/>
          </a:prstGeom>
        </p:spPr>
        <p:txBody>
          <a:bodyPr wrap="square" lIns="0" tIns="12065" rIns="0" bIns="0" rtlCol="0">
            <a:noAutofit/>
          </a:bodyPr>
          <a:lstStyle/>
          <a:p>
            <a:pPr marL="127251">
              <a:lnSpc>
                <a:spcPct val="95825"/>
              </a:lnSpc>
            </a:pPr>
            <a:r>
              <a:rPr dirty="0" smtClean="0" sz="1200" spc="1" b="1">
                <a:latin typeface="Arial"/>
                <a:cs typeface="Arial"/>
              </a:rPr>
              <a:t>E2</a:t>
            </a:r>
            <a:endParaRPr sz="12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660528" y="2834588"/>
            <a:ext cx="452061" cy="198930"/>
          </a:xfrm>
          <a:prstGeom prst="rect">
            <a:avLst/>
          </a:prstGeom>
        </p:spPr>
        <p:txBody>
          <a:bodyPr wrap="square" lIns="0" tIns="12065" rIns="0" bIns="0" rtlCol="0">
            <a:noAutofit/>
          </a:bodyPr>
          <a:lstStyle/>
          <a:p>
            <a:pPr marL="130571">
              <a:lnSpc>
                <a:spcPct val="95825"/>
              </a:lnSpc>
            </a:pPr>
            <a:r>
              <a:rPr dirty="0" smtClean="0" sz="1200" spc="20" b="1">
                <a:latin typeface="Arial"/>
                <a:cs typeface="Arial"/>
              </a:rPr>
              <a:t>F2</a:t>
            </a:r>
            <a:endParaRPr sz="12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112590" y="2834588"/>
            <a:ext cx="452087" cy="198930"/>
          </a:xfrm>
          <a:prstGeom prst="rect">
            <a:avLst/>
          </a:prstGeom>
        </p:spPr>
        <p:txBody>
          <a:bodyPr wrap="square" lIns="0" tIns="12065" rIns="0" bIns="0" rtlCol="0">
            <a:noAutofit/>
          </a:bodyPr>
          <a:lstStyle/>
          <a:p>
            <a:pPr marL="116732">
              <a:lnSpc>
                <a:spcPct val="95825"/>
              </a:lnSpc>
            </a:pPr>
            <a:r>
              <a:rPr dirty="0" smtClean="0" sz="1200" spc="-32" b="1">
                <a:latin typeface="Arial"/>
                <a:cs typeface="Arial"/>
              </a:rPr>
              <a:t>G2</a:t>
            </a:r>
            <a:endParaRPr sz="12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564677" y="2834588"/>
            <a:ext cx="452311" cy="198930"/>
          </a:xfrm>
          <a:prstGeom prst="rect">
            <a:avLst/>
          </a:prstGeom>
        </p:spPr>
        <p:txBody>
          <a:bodyPr wrap="square" lIns="0" tIns="12065" rIns="0" bIns="0" rtlCol="0">
            <a:noAutofit/>
          </a:bodyPr>
          <a:lstStyle/>
          <a:p>
            <a:pPr marL="116647">
              <a:lnSpc>
                <a:spcPct val="95825"/>
              </a:lnSpc>
            </a:pPr>
            <a:r>
              <a:rPr dirty="0" smtClean="0" sz="1200" spc="89" b="1">
                <a:latin typeface="Arial"/>
                <a:cs typeface="Arial"/>
              </a:rPr>
              <a:t>H2</a:t>
            </a:r>
            <a:endParaRPr sz="12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016988" y="2834588"/>
            <a:ext cx="452096" cy="198930"/>
          </a:xfrm>
          <a:prstGeom prst="rect">
            <a:avLst/>
          </a:prstGeom>
        </p:spPr>
        <p:txBody>
          <a:bodyPr wrap="square" lIns="0" tIns="12065" rIns="0" bIns="0" rtlCol="0">
            <a:noAutofit/>
          </a:bodyPr>
          <a:lstStyle/>
          <a:p>
            <a:pPr marL="116433">
              <a:lnSpc>
                <a:spcPct val="95825"/>
              </a:lnSpc>
            </a:pPr>
            <a:r>
              <a:rPr dirty="0" smtClean="0" sz="1200" spc="34" b="1">
                <a:latin typeface="Arial"/>
                <a:cs typeface="Arial"/>
              </a:rPr>
              <a:t>A3</a:t>
            </a:r>
            <a:endParaRPr sz="12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469085" y="2834588"/>
            <a:ext cx="452070" cy="198930"/>
          </a:xfrm>
          <a:prstGeom prst="rect">
            <a:avLst/>
          </a:prstGeom>
        </p:spPr>
        <p:txBody>
          <a:bodyPr wrap="square" lIns="0" tIns="12065" rIns="0" bIns="0" rtlCol="0">
            <a:noAutofit/>
          </a:bodyPr>
          <a:lstStyle/>
          <a:p>
            <a:pPr marL="123700">
              <a:lnSpc>
                <a:spcPct val="95825"/>
              </a:lnSpc>
            </a:pPr>
            <a:r>
              <a:rPr dirty="0" smtClean="0" sz="1200" spc="-19" b="1">
                <a:latin typeface="Arial"/>
                <a:cs typeface="Arial"/>
              </a:rPr>
              <a:t>B3</a:t>
            </a:r>
            <a:endParaRPr sz="12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921155" y="2834588"/>
            <a:ext cx="452311" cy="198930"/>
          </a:xfrm>
          <a:prstGeom prst="rect">
            <a:avLst/>
          </a:prstGeom>
        </p:spPr>
        <p:txBody>
          <a:bodyPr wrap="square" lIns="0" tIns="12065" rIns="0" bIns="0" rtlCol="0">
            <a:noAutofit/>
          </a:bodyPr>
          <a:lstStyle/>
          <a:p>
            <a:pPr marL="123726">
              <a:lnSpc>
                <a:spcPct val="95825"/>
              </a:lnSpc>
            </a:pPr>
            <a:r>
              <a:rPr dirty="0" smtClean="0" sz="1200" spc="-19" b="1">
                <a:latin typeface="Arial"/>
                <a:cs typeface="Arial"/>
              </a:rPr>
              <a:t>C3</a:t>
            </a:r>
            <a:endParaRPr sz="12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373466" y="2834588"/>
            <a:ext cx="452096" cy="198930"/>
          </a:xfrm>
          <a:prstGeom prst="rect">
            <a:avLst/>
          </a:prstGeom>
        </p:spPr>
        <p:txBody>
          <a:bodyPr wrap="square" lIns="0" tIns="12065" rIns="0" bIns="0" rtlCol="0">
            <a:noAutofit/>
          </a:bodyPr>
          <a:lstStyle/>
          <a:p>
            <a:pPr marL="116433">
              <a:lnSpc>
                <a:spcPct val="95825"/>
              </a:lnSpc>
            </a:pPr>
            <a:r>
              <a:rPr dirty="0" smtClean="0" sz="1200" spc="34" b="1">
                <a:latin typeface="Arial"/>
                <a:cs typeface="Arial"/>
              </a:rPr>
              <a:t>D3</a:t>
            </a:r>
            <a:endParaRPr sz="12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825563" y="2834588"/>
            <a:ext cx="452096" cy="198930"/>
          </a:xfrm>
          <a:prstGeom prst="rect">
            <a:avLst/>
          </a:prstGeom>
        </p:spPr>
        <p:txBody>
          <a:bodyPr wrap="square" lIns="0" tIns="12065" rIns="0" bIns="0" rtlCol="0">
            <a:noAutofit/>
          </a:bodyPr>
          <a:lstStyle/>
          <a:p>
            <a:pPr marL="123794">
              <a:lnSpc>
                <a:spcPct val="95825"/>
              </a:lnSpc>
            </a:pPr>
            <a:r>
              <a:rPr dirty="0" smtClean="0" sz="1200" spc="1" b="1">
                <a:latin typeface="Arial"/>
                <a:cs typeface="Arial"/>
              </a:rPr>
              <a:t>E3</a:t>
            </a:r>
            <a:endParaRPr sz="12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277659" y="2834588"/>
            <a:ext cx="452343" cy="198930"/>
          </a:xfrm>
          <a:prstGeom prst="rect">
            <a:avLst/>
          </a:prstGeom>
        </p:spPr>
        <p:txBody>
          <a:bodyPr wrap="square" lIns="0" tIns="12065" rIns="0" bIns="0" rtlCol="0">
            <a:noAutofit/>
          </a:bodyPr>
          <a:lstStyle/>
          <a:p>
            <a:pPr marL="130779">
              <a:lnSpc>
                <a:spcPct val="95825"/>
              </a:lnSpc>
            </a:pPr>
            <a:r>
              <a:rPr dirty="0" smtClean="0" sz="1200" spc="20" b="1">
                <a:latin typeface="Arial"/>
                <a:cs typeface="Arial"/>
              </a:rPr>
              <a:t>F3</a:t>
            </a:r>
            <a:endParaRPr sz="12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730003" y="2834588"/>
            <a:ext cx="452038" cy="198930"/>
          </a:xfrm>
          <a:prstGeom prst="rect">
            <a:avLst/>
          </a:prstGeom>
        </p:spPr>
        <p:txBody>
          <a:bodyPr wrap="square" lIns="0" tIns="12065" rIns="0" bIns="0" rtlCol="0">
            <a:noAutofit/>
          </a:bodyPr>
          <a:lstStyle/>
          <a:p>
            <a:pPr marL="116374">
              <a:lnSpc>
                <a:spcPct val="95825"/>
              </a:lnSpc>
            </a:pPr>
            <a:r>
              <a:rPr dirty="0" smtClean="0" sz="1200" spc="-32" b="1">
                <a:latin typeface="Arial"/>
                <a:cs typeface="Arial"/>
              </a:rPr>
              <a:t>G3</a:t>
            </a:r>
            <a:endParaRPr sz="12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182041" y="2834588"/>
            <a:ext cx="448556" cy="198930"/>
          </a:xfrm>
          <a:prstGeom prst="rect">
            <a:avLst/>
          </a:prstGeom>
        </p:spPr>
        <p:txBody>
          <a:bodyPr wrap="square" lIns="0" tIns="22860" rIns="0" bIns="0" rtlCol="0">
            <a:noAutofit/>
          </a:bodyPr>
          <a:lstStyle/>
          <a:p>
            <a:pPr marL="123794">
              <a:lnSpc>
                <a:spcPct val="95825"/>
              </a:lnSpc>
            </a:pPr>
            <a:r>
              <a:rPr dirty="0" smtClean="0" sz="1200" spc="34">
                <a:latin typeface="Arial"/>
                <a:cs typeface="Arial"/>
              </a:rPr>
              <a:t>H3</a:t>
            </a:r>
            <a:endParaRPr sz="12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756128" y="3033518"/>
            <a:ext cx="469978" cy="196181"/>
          </a:xfrm>
          <a:prstGeom prst="rect">
            <a:avLst/>
          </a:prstGeom>
        </p:spPr>
        <p:txBody>
          <a:bodyPr wrap="square" lIns="0" tIns="12065" rIns="0" bIns="0" rtlCol="0">
            <a:noAutofit/>
          </a:bodyPr>
          <a:lstStyle/>
          <a:p>
            <a:pPr marL="10584">
              <a:lnSpc>
                <a:spcPct val="95825"/>
              </a:lnSpc>
            </a:pPr>
            <a:r>
              <a:rPr dirty="0" smtClean="0" sz="1200" spc="8" b="1">
                <a:latin typeface="Arial"/>
                <a:cs typeface="Arial"/>
              </a:rPr>
              <a:t>BCCH</a:t>
            </a:r>
            <a:endParaRPr sz="12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204683" y="3033518"/>
            <a:ext cx="455845" cy="196181"/>
          </a:xfrm>
          <a:prstGeom prst="rect">
            <a:avLst/>
          </a:prstGeom>
        </p:spPr>
        <p:txBody>
          <a:bodyPr wrap="square" lIns="0" tIns="22860" rIns="0" bIns="0" rtlCol="0">
            <a:noAutofit/>
          </a:bodyPr>
          <a:lstStyle/>
          <a:p>
            <a:pPr marL="134310">
              <a:lnSpc>
                <a:spcPct val="95825"/>
              </a:lnSpc>
            </a:pPr>
            <a:r>
              <a:rPr dirty="0" smtClean="0" sz="1200" spc="145">
                <a:latin typeface="Arial"/>
                <a:cs typeface="Arial"/>
              </a:rPr>
              <a:t>13</a:t>
            </a:r>
            <a:endParaRPr sz="12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660528" y="3033518"/>
            <a:ext cx="452061" cy="196181"/>
          </a:xfrm>
          <a:prstGeom prst="rect">
            <a:avLst/>
          </a:prstGeom>
        </p:spPr>
        <p:txBody>
          <a:bodyPr wrap="square" lIns="0" tIns="22860" rIns="0" bIns="0" rtlCol="0">
            <a:noAutofit/>
          </a:bodyPr>
          <a:lstStyle/>
          <a:p>
            <a:pPr marL="130571">
              <a:lnSpc>
                <a:spcPct val="95825"/>
              </a:lnSpc>
            </a:pPr>
            <a:r>
              <a:rPr dirty="0" smtClean="0" sz="1200" spc="145">
                <a:latin typeface="Arial"/>
                <a:cs typeface="Arial"/>
              </a:rPr>
              <a:t>38</a:t>
            </a:r>
            <a:endParaRPr sz="12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112590" y="3033518"/>
            <a:ext cx="452087" cy="196181"/>
          </a:xfrm>
          <a:prstGeom prst="rect">
            <a:avLst/>
          </a:prstGeom>
        </p:spPr>
        <p:txBody>
          <a:bodyPr wrap="square" lIns="0" tIns="22860" rIns="0" bIns="0" rtlCol="0">
            <a:noAutofit/>
          </a:bodyPr>
          <a:lstStyle/>
          <a:p>
            <a:pPr marL="130795">
              <a:lnSpc>
                <a:spcPct val="95825"/>
              </a:lnSpc>
            </a:pPr>
            <a:r>
              <a:rPr dirty="0" smtClean="0" sz="1200" spc="145">
                <a:latin typeface="Arial"/>
                <a:cs typeface="Arial"/>
              </a:rPr>
              <a:t>15</a:t>
            </a:r>
            <a:endParaRPr sz="12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564677" y="3033518"/>
            <a:ext cx="452311" cy="196181"/>
          </a:xfrm>
          <a:prstGeom prst="rect">
            <a:avLst/>
          </a:prstGeom>
        </p:spPr>
        <p:txBody>
          <a:bodyPr wrap="square" lIns="0" tIns="22860" rIns="0" bIns="0" rtlCol="0">
            <a:noAutofit/>
          </a:bodyPr>
          <a:lstStyle/>
          <a:p>
            <a:pPr marL="130805">
              <a:lnSpc>
                <a:spcPct val="95825"/>
              </a:lnSpc>
            </a:pPr>
            <a:r>
              <a:rPr dirty="0" smtClean="0" sz="1200" spc="145">
                <a:latin typeface="Arial"/>
                <a:cs typeface="Arial"/>
              </a:rPr>
              <a:t>40</a:t>
            </a:r>
            <a:endParaRPr sz="12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016988" y="3033518"/>
            <a:ext cx="452096" cy="196181"/>
          </a:xfrm>
          <a:prstGeom prst="rect">
            <a:avLst/>
          </a:prstGeom>
        </p:spPr>
        <p:txBody>
          <a:bodyPr wrap="square" lIns="0" tIns="22860" rIns="0" bIns="0" rtlCol="0">
            <a:noAutofit/>
          </a:bodyPr>
          <a:lstStyle/>
          <a:p>
            <a:pPr marL="130590">
              <a:lnSpc>
                <a:spcPct val="95825"/>
              </a:lnSpc>
            </a:pPr>
            <a:r>
              <a:rPr dirty="0" smtClean="0" sz="1200" spc="145">
                <a:latin typeface="Arial"/>
                <a:cs typeface="Arial"/>
              </a:rPr>
              <a:t>17</a:t>
            </a:r>
            <a:endParaRPr sz="12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469085" y="3033518"/>
            <a:ext cx="452070" cy="196181"/>
          </a:xfrm>
          <a:prstGeom prst="rect">
            <a:avLst/>
          </a:prstGeom>
        </p:spPr>
        <p:txBody>
          <a:bodyPr wrap="square" lIns="0" tIns="22860" rIns="0" bIns="0" rtlCol="0">
            <a:noAutofit/>
          </a:bodyPr>
          <a:lstStyle/>
          <a:p>
            <a:pPr marL="130779">
              <a:lnSpc>
                <a:spcPct val="95825"/>
              </a:lnSpc>
            </a:pPr>
            <a:r>
              <a:rPr dirty="0" smtClean="0" sz="1200" spc="145">
                <a:latin typeface="Arial"/>
                <a:cs typeface="Arial"/>
              </a:rPr>
              <a:t>42</a:t>
            </a:r>
            <a:endParaRPr sz="12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921155" y="3033518"/>
            <a:ext cx="452311" cy="196181"/>
          </a:xfrm>
          <a:prstGeom prst="rect">
            <a:avLst/>
          </a:prstGeom>
        </p:spPr>
        <p:txBody>
          <a:bodyPr wrap="square" lIns="0" tIns="22860" rIns="0" bIns="0" rtlCol="0">
            <a:noAutofit/>
          </a:bodyPr>
          <a:lstStyle/>
          <a:p>
            <a:pPr marL="130805">
              <a:lnSpc>
                <a:spcPct val="95825"/>
              </a:lnSpc>
            </a:pPr>
            <a:r>
              <a:rPr dirty="0" smtClean="0" sz="1200" spc="145">
                <a:latin typeface="Arial"/>
                <a:cs typeface="Arial"/>
              </a:rPr>
              <a:t>19</a:t>
            </a:r>
            <a:endParaRPr sz="12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373466" y="3033518"/>
            <a:ext cx="452096" cy="196181"/>
          </a:xfrm>
          <a:prstGeom prst="rect">
            <a:avLst/>
          </a:prstGeom>
        </p:spPr>
        <p:txBody>
          <a:bodyPr wrap="square" lIns="0" tIns="22860" rIns="0" bIns="0" rtlCol="0">
            <a:noAutofit/>
          </a:bodyPr>
          <a:lstStyle/>
          <a:p>
            <a:pPr marL="130590">
              <a:lnSpc>
                <a:spcPct val="95825"/>
              </a:lnSpc>
            </a:pPr>
            <a:r>
              <a:rPr dirty="0" smtClean="0" sz="1200" spc="145">
                <a:latin typeface="Arial"/>
                <a:cs typeface="Arial"/>
              </a:rPr>
              <a:t>44</a:t>
            </a:r>
            <a:endParaRPr sz="12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825563" y="3033518"/>
            <a:ext cx="452096" cy="196181"/>
          </a:xfrm>
          <a:prstGeom prst="rect">
            <a:avLst/>
          </a:prstGeom>
        </p:spPr>
        <p:txBody>
          <a:bodyPr wrap="square" lIns="0" tIns="22860" rIns="0" bIns="0" rtlCol="0">
            <a:noAutofit/>
          </a:bodyPr>
          <a:lstStyle/>
          <a:p>
            <a:pPr marL="130779">
              <a:lnSpc>
                <a:spcPct val="95825"/>
              </a:lnSpc>
            </a:pPr>
            <a:r>
              <a:rPr dirty="0" smtClean="0" sz="1200" spc="145">
                <a:latin typeface="Arial"/>
                <a:cs typeface="Arial"/>
              </a:rPr>
              <a:t>21</a:t>
            </a:r>
            <a:endParaRPr sz="12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277659" y="3033518"/>
            <a:ext cx="452343" cy="196181"/>
          </a:xfrm>
          <a:prstGeom prst="rect">
            <a:avLst/>
          </a:prstGeom>
        </p:spPr>
        <p:txBody>
          <a:bodyPr wrap="square" lIns="0" tIns="22860" rIns="0" bIns="0" rtlCol="0">
            <a:noAutofit/>
          </a:bodyPr>
          <a:lstStyle/>
          <a:p>
            <a:pPr marL="130779">
              <a:lnSpc>
                <a:spcPct val="95825"/>
              </a:lnSpc>
            </a:pPr>
            <a:r>
              <a:rPr dirty="0" smtClean="0" sz="1200" spc="145">
                <a:latin typeface="Arial"/>
                <a:cs typeface="Arial"/>
              </a:rPr>
              <a:t>46</a:t>
            </a:r>
            <a:endParaRPr sz="12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730003" y="3033518"/>
            <a:ext cx="452038" cy="196181"/>
          </a:xfrm>
          <a:prstGeom prst="rect">
            <a:avLst/>
          </a:prstGeom>
        </p:spPr>
        <p:txBody>
          <a:bodyPr wrap="square" lIns="0" tIns="22860" rIns="0" bIns="0" rtlCol="0">
            <a:noAutofit/>
          </a:bodyPr>
          <a:lstStyle/>
          <a:p>
            <a:pPr marL="130532">
              <a:lnSpc>
                <a:spcPct val="95825"/>
              </a:lnSpc>
            </a:pPr>
            <a:r>
              <a:rPr dirty="0" smtClean="0" sz="1200" spc="145">
                <a:latin typeface="Arial"/>
                <a:cs typeface="Arial"/>
              </a:rPr>
              <a:t>23</a:t>
            </a:r>
            <a:endParaRPr sz="12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182041" y="3033518"/>
            <a:ext cx="448556" cy="196181"/>
          </a:xfrm>
          <a:prstGeom prst="rect">
            <a:avLst/>
          </a:prstGeom>
        </p:spPr>
        <p:txBody>
          <a:bodyPr wrap="square" lIns="0" tIns="22860" rIns="0" bIns="0" rtlCol="0">
            <a:noAutofit/>
          </a:bodyPr>
          <a:lstStyle/>
          <a:p>
            <a:pPr marL="130779">
              <a:lnSpc>
                <a:spcPct val="95825"/>
              </a:lnSpc>
            </a:pPr>
            <a:r>
              <a:rPr dirty="0" smtClean="0" sz="1200" spc="145">
                <a:latin typeface="Arial"/>
                <a:cs typeface="Arial"/>
              </a:rPr>
              <a:t>48</a:t>
            </a:r>
            <a:endParaRPr sz="12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756128" y="3229700"/>
            <a:ext cx="448555" cy="196175"/>
          </a:xfrm>
          <a:prstGeom prst="rect">
            <a:avLst/>
          </a:prstGeom>
        </p:spPr>
        <p:txBody>
          <a:bodyPr wrap="square" lIns="0" tIns="8890" rIns="0" bIns="0" rtlCol="0">
            <a:noAutofit/>
          </a:bodyPr>
          <a:lstStyle/>
          <a:p>
            <a:pPr marL="74092">
              <a:lnSpc>
                <a:spcPct val="95825"/>
              </a:lnSpc>
            </a:pPr>
            <a:r>
              <a:rPr dirty="0" smtClean="0" sz="1200" spc="79" b="1">
                <a:latin typeface="Arial"/>
                <a:cs typeface="Arial"/>
              </a:rPr>
              <a:t>T</a:t>
            </a:r>
            <a:r>
              <a:rPr dirty="0" smtClean="0" sz="1200" spc="79" b="1">
                <a:latin typeface="Arial"/>
                <a:cs typeface="Arial"/>
              </a:rPr>
              <a:t>C</a:t>
            </a:r>
            <a:r>
              <a:rPr dirty="0" smtClean="0" sz="1200" spc="79" b="1">
                <a:latin typeface="Arial"/>
                <a:cs typeface="Arial"/>
              </a:rPr>
              <a:t>H</a:t>
            </a:r>
            <a:endParaRPr sz="12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204683" y="3229700"/>
            <a:ext cx="455845" cy="196175"/>
          </a:xfrm>
          <a:prstGeom prst="rect">
            <a:avLst/>
          </a:prstGeom>
        </p:spPr>
        <p:txBody>
          <a:bodyPr wrap="square" lIns="0" tIns="20320" rIns="0" bIns="0" rtlCol="0">
            <a:noAutofit/>
          </a:bodyPr>
          <a:lstStyle/>
          <a:p>
            <a:pPr marL="134310">
              <a:lnSpc>
                <a:spcPct val="95825"/>
              </a:lnSpc>
            </a:pPr>
            <a:r>
              <a:rPr dirty="0" smtClean="0" sz="1200" spc="145">
                <a:latin typeface="Arial"/>
                <a:cs typeface="Arial"/>
              </a:rPr>
              <a:t>37</a:t>
            </a:r>
            <a:endParaRPr sz="12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660528" y="3229700"/>
            <a:ext cx="452061" cy="196175"/>
          </a:xfrm>
          <a:prstGeom prst="rect">
            <a:avLst/>
          </a:prstGeom>
        </p:spPr>
        <p:txBody>
          <a:bodyPr wrap="square" lIns="0" tIns="20320" rIns="0" bIns="0" rtlCol="0">
            <a:noAutofit/>
          </a:bodyPr>
          <a:lstStyle/>
          <a:p>
            <a:pPr marL="130571">
              <a:lnSpc>
                <a:spcPct val="95825"/>
              </a:lnSpc>
            </a:pPr>
            <a:r>
              <a:rPr dirty="0" smtClean="0" sz="1200" spc="145">
                <a:latin typeface="Arial"/>
                <a:cs typeface="Arial"/>
              </a:rPr>
              <a:t>14</a:t>
            </a:r>
            <a:endParaRPr sz="12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112590" y="3229700"/>
            <a:ext cx="452087" cy="196175"/>
          </a:xfrm>
          <a:prstGeom prst="rect">
            <a:avLst/>
          </a:prstGeom>
        </p:spPr>
        <p:txBody>
          <a:bodyPr wrap="square" lIns="0" tIns="20320" rIns="0" bIns="0" rtlCol="0">
            <a:noAutofit/>
          </a:bodyPr>
          <a:lstStyle/>
          <a:p>
            <a:pPr marL="130795">
              <a:lnSpc>
                <a:spcPct val="95825"/>
              </a:lnSpc>
            </a:pPr>
            <a:r>
              <a:rPr dirty="0" smtClean="0" sz="1200" spc="145">
                <a:latin typeface="Arial"/>
                <a:cs typeface="Arial"/>
              </a:rPr>
              <a:t>39</a:t>
            </a:r>
            <a:endParaRPr sz="12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564677" y="3229700"/>
            <a:ext cx="452311" cy="196175"/>
          </a:xfrm>
          <a:prstGeom prst="rect">
            <a:avLst/>
          </a:prstGeom>
        </p:spPr>
        <p:txBody>
          <a:bodyPr wrap="square" lIns="0" tIns="20320" rIns="0" bIns="0" rtlCol="0">
            <a:noAutofit/>
          </a:bodyPr>
          <a:lstStyle/>
          <a:p>
            <a:pPr marL="130805">
              <a:lnSpc>
                <a:spcPct val="95825"/>
              </a:lnSpc>
            </a:pPr>
            <a:r>
              <a:rPr dirty="0" smtClean="0" sz="1200" spc="145">
                <a:latin typeface="Arial"/>
                <a:cs typeface="Arial"/>
              </a:rPr>
              <a:t>16</a:t>
            </a:r>
            <a:endParaRPr sz="12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016988" y="3229700"/>
            <a:ext cx="452096" cy="196175"/>
          </a:xfrm>
          <a:prstGeom prst="rect">
            <a:avLst/>
          </a:prstGeom>
        </p:spPr>
        <p:txBody>
          <a:bodyPr wrap="square" lIns="0" tIns="20320" rIns="0" bIns="0" rtlCol="0">
            <a:noAutofit/>
          </a:bodyPr>
          <a:lstStyle/>
          <a:p>
            <a:pPr marL="130590">
              <a:lnSpc>
                <a:spcPct val="95825"/>
              </a:lnSpc>
            </a:pPr>
            <a:r>
              <a:rPr dirty="0" smtClean="0" sz="1200" spc="145">
                <a:latin typeface="Arial"/>
                <a:cs typeface="Arial"/>
              </a:rPr>
              <a:t>41</a:t>
            </a:r>
            <a:endParaRPr sz="12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469085" y="3229700"/>
            <a:ext cx="452070" cy="196175"/>
          </a:xfrm>
          <a:prstGeom prst="rect">
            <a:avLst/>
          </a:prstGeom>
        </p:spPr>
        <p:txBody>
          <a:bodyPr wrap="square" lIns="0" tIns="20320" rIns="0" bIns="0" rtlCol="0">
            <a:noAutofit/>
          </a:bodyPr>
          <a:lstStyle/>
          <a:p>
            <a:pPr marL="130779">
              <a:lnSpc>
                <a:spcPct val="95825"/>
              </a:lnSpc>
            </a:pPr>
            <a:r>
              <a:rPr dirty="0" smtClean="0" sz="1200" spc="145">
                <a:latin typeface="Arial"/>
                <a:cs typeface="Arial"/>
              </a:rPr>
              <a:t>18</a:t>
            </a:r>
            <a:endParaRPr sz="12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921155" y="3229700"/>
            <a:ext cx="452311" cy="196175"/>
          </a:xfrm>
          <a:prstGeom prst="rect">
            <a:avLst/>
          </a:prstGeom>
        </p:spPr>
        <p:txBody>
          <a:bodyPr wrap="square" lIns="0" tIns="20320" rIns="0" bIns="0" rtlCol="0">
            <a:noAutofit/>
          </a:bodyPr>
          <a:lstStyle/>
          <a:p>
            <a:pPr marL="130805">
              <a:lnSpc>
                <a:spcPct val="95825"/>
              </a:lnSpc>
            </a:pPr>
            <a:r>
              <a:rPr dirty="0" smtClean="0" sz="1200" spc="145">
                <a:latin typeface="Arial"/>
                <a:cs typeface="Arial"/>
              </a:rPr>
              <a:t>43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73466" y="3229700"/>
            <a:ext cx="452096" cy="196175"/>
          </a:xfrm>
          <a:prstGeom prst="rect">
            <a:avLst/>
          </a:prstGeom>
        </p:spPr>
        <p:txBody>
          <a:bodyPr wrap="square" lIns="0" tIns="20320" rIns="0" bIns="0" rtlCol="0">
            <a:noAutofit/>
          </a:bodyPr>
          <a:lstStyle/>
          <a:p>
            <a:pPr marL="130590">
              <a:lnSpc>
                <a:spcPct val="95825"/>
              </a:lnSpc>
            </a:pPr>
            <a:r>
              <a:rPr dirty="0" smtClean="0" sz="1200" spc="145">
                <a:latin typeface="Arial"/>
                <a:cs typeface="Arial"/>
              </a:rPr>
              <a:t>20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825563" y="3229700"/>
            <a:ext cx="452096" cy="196175"/>
          </a:xfrm>
          <a:prstGeom prst="rect">
            <a:avLst/>
          </a:prstGeom>
        </p:spPr>
        <p:txBody>
          <a:bodyPr wrap="square" lIns="0" tIns="20320" rIns="0" bIns="0" rtlCol="0">
            <a:noAutofit/>
          </a:bodyPr>
          <a:lstStyle/>
          <a:p>
            <a:pPr marL="130779">
              <a:lnSpc>
                <a:spcPct val="95825"/>
              </a:lnSpc>
            </a:pPr>
            <a:r>
              <a:rPr dirty="0" smtClean="0" sz="1200" spc="145">
                <a:latin typeface="Arial"/>
                <a:cs typeface="Arial"/>
              </a:rPr>
              <a:t>45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77659" y="3229700"/>
            <a:ext cx="452343" cy="196175"/>
          </a:xfrm>
          <a:prstGeom prst="rect">
            <a:avLst/>
          </a:prstGeom>
        </p:spPr>
        <p:txBody>
          <a:bodyPr wrap="square" lIns="0" tIns="20320" rIns="0" bIns="0" rtlCol="0">
            <a:noAutofit/>
          </a:bodyPr>
          <a:lstStyle/>
          <a:p>
            <a:pPr marL="130779">
              <a:lnSpc>
                <a:spcPct val="95825"/>
              </a:lnSpc>
            </a:pPr>
            <a:r>
              <a:rPr dirty="0" smtClean="0" sz="1200" spc="145">
                <a:latin typeface="Arial"/>
                <a:cs typeface="Arial"/>
              </a:rPr>
              <a:t>22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730003" y="3229700"/>
            <a:ext cx="452038" cy="196175"/>
          </a:xfrm>
          <a:prstGeom prst="rect">
            <a:avLst/>
          </a:prstGeom>
        </p:spPr>
        <p:txBody>
          <a:bodyPr wrap="square" lIns="0" tIns="20320" rIns="0" bIns="0" rtlCol="0">
            <a:noAutofit/>
          </a:bodyPr>
          <a:lstStyle/>
          <a:p>
            <a:pPr marL="130532">
              <a:lnSpc>
                <a:spcPct val="95825"/>
              </a:lnSpc>
            </a:pPr>
            <a:r>
              <a:rPr dirty="0" smtClean="0" sz="1200" spc="145">
                <a:latin typeface="Arial"/>
                <a:cs typeface="Arial"/>
              </a:rPr>
              <a:t>47</a:t>
            </a:r>
            <a:endParaRPr sz="12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7182041" y="3229700"/>
            <a:ext cx="448556" cy="196175"/>
          </a:xfrm>
          <a:prstGeom prst="rect">
            <a:avLst/>
          </a:prstGeom>
        </p:spPr>
        <p:txBody>
          <a:bodyPr wrap="square" lIns="0" tIns="20320" rIns="0" bIns="0" rtlCol="0">
            <a:noAutofit/>
          </a:bodyPr>
          <a:lstStyle/>
          <a:p>
            <a:pPr marL="130779">
              <a:lnSpc>
                <a:spcPct val="95825"/>
              </a:lnSpc>
            </a:pPr>
            <a:r>
              <a:rPr dirty="0" smtClean="0" sz="1200" spc="145">
                <a:latin typeface="Arial"/>
                <a:cs typeface="Arial"/>
              </a:rPr>
              <a:t>24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object 120"/>
          <p:cNvSpPr/>
          <p:nvPr/>
        </p:nvSpPr>
        <p:spPr>
          <a:xfrm>
            <a:off x="0" y="6400800"/>
            <a:ext cx="9903460" cy="457196"/>
          </a:xfrm>
          <a:custGeom>
            <a:avLst/>
            <a:gdLst/>
            <a:ahLst/>
            <a:cxnLst/>
            <a:rect l="l" t="t" r="r" b="b"/>
            <a:pathLst>
              <a:path w="9903460" h="457196">
                <a:moveTo>
                  <a:pt x="9903460" y="457196"/>
                </a:moveTo>
                <a:lnTo>
                  <a:pt x="9903460" y="0"/>
                </a:lnTo>
                <a:lnTo>
                  <a:pt x="0" y="0"/>
                </a:lnTo>
                <a:lnTo>
                  <a:pt x="0" y="457196"/>
                </a:lnTo>
                <a:lnTo>
                  <a:pt x="9903460" y="457196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1" name="object 121"/>
          <p:cNvSpPr/>
          <p:nvPr/>
        </p:nvSpPr>
        <p:spPr>
          <a:xfrm>
            <a:off x="153670" y="640207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58419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8" name="object 118"/>
          <p:cNvSpPr/>
          <p:nvPr/>
        </p:nvSpPr>
        <p:spPr>
          <a:xfrm>
            <a:off x="0" y="0"/>
            <a:ext cx="9903460" cy="609600"/>
          </a:xfrm>
          <a:custGeom>
            <a:avLst/>
            <a:gdLst/>
            <a:ahLst/>
            <a:cxnLst/>
            <a:rect l="l" t="t" r="r" b="b"/>
            <a:pathLst>
              <a:path w="9903460" h="609600">
                <a:moveTo>
                  <a:pt x="0" y="609600"/>
                </a:moveTo>
                <a:lnTo>
                  <a:pt x="9903460" y="609600"/>
                </a:lnTo>
                <a:lnTo>
                  <a:pt x="9903460" y="0"/>
                </a:lnTo>
                <a:lnTo>
                  <a:pt x="0" y="0"/>
                </a:lnTo>
                <a:lnTo>
                  <a:pt x="0" y="60960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9" name="object 119"/>
          <p:cNvSpPr/>
          <p:nvPr/>
        </p:nvSpPr>
        <p:spPr>
          <a:xfrm>
            <a:off x="111760" y="60960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76200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6" name="object 66"/>
          <p:cNvSpPr/>
          <p:nvPr/>
        </p:nvSpPr>
        <p:spPr>
          <a:xfrm>
            <a:off x="4905806" y="4379317"/>
            <a:ext cx="4655409" cy="2"/>
          </a:xfrm>
          <a:custGeom>
            <a:avLst/>
            <a:gdLst/>
            <a:ahLst/>
            <a:cxnLst/>
            <a:rect l="l" t="t" r="r" b="b"/>
            <a:pathLst>
              <a:path w="4655409" h="2">
                <a:moveTo>
                  <a:pt x="4655409" y="2"/>
                </a:moveTo>
                <a:lnTo>
                  <a:pt x="0" y="2"/>
                </a:lnTo>
                <a:lnTo>
                  <a:pt x="0" y="0"/>
                </a:lnTo>
              </a:path>
            </a:pathLst>
          </a:custGeom>
          <a:ln w="15957">
            <a:solidFill>
              <a:srgbClr val="C0C0C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7" name="object 67"/>
          <p:cNvSpPr/>
          <p:nvPr/>
        </p:nvSpPr>
        <p:spPr>
          <a:xfrm>
            <a:off x="4897119" y="4379314"/>
            <a:ext cx="4672693" cy="0"/>
          </a:xfrm>
          <a:custGeom>
            <a:avLst/>
            <a:gdLst/>
            <a:ahLst/>
            <a:cxnLst/>
            <a:rect l="l" t="t" r="r" b="b"/>
            <a:pathLst>
              <a:path w="4672693" h="0">
                <a:moveTo>
                  <a:pt x="0" y="0"/>
                </a:moveTo>
                <a:lnTo>
                  <a:pt x="4672693" y="0"/>
                </a:lnTo>
              </a:path>
            </a:pathLst>
          </a:custGeom>
          <a:ln w="17202">
            <a:solidFill>
              <a:srgbClr val="C0C0C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8" name="object 68"/>
          <p:cNvSpPr/>
          <p:nvPr/>
        </p:nvSpPr>
        <p:spPr>
          <a:xfrm>
            <a:off x="4905806" y="4379319"/>
            <a:ext cx="0" cy="1386134"/>
          </a:xfrm>
          <a:custGeom>
            <a:avLst/>
            <a:gdLst/>
            <a:ahLst/>
            <a:cxnLst/>
            <a:rect l="l" t="t" r="r" b="b"/>
            <a:pathLst>
              <a:path w="0" h="1386134">
                <a:moveTo>
                  <a:pt x="0" y="0"/>
                </a:moveTo>
                <a:lnTo>
                  <a:pt x="0" y="1386134"/>
                </a:lnTo>
              </a:path>
            </a:pathLst>
          </a:custGeom>
          <a:ln w="17372">
            <a:solidFill>
              <a:srgbClr val="C0C0C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9" name="object 69"/>
          <p:cNvSpPr/>
          <p:nvPr/>
        </p:nvSpPr>
        <p:spPr>
          <a:xfrm>
            <a:off x="4905806" y="4371358"/>
            <a:ext cx="0" cy="1402061"/>
          </a:xfrm>
          <a:custGeom>
            <a:avLst/>
            <a:gdLst/>
            <a:ahLst/>
            <a:cxnLst/>
            <a:rect l="l" t="t" r="r" b="b"/>
            <a:pathLst>
              <a:path w="0" h="1402061">
                <a:moveTo>
                  <a:pt x="0" y="0"/>
                </a:moveTo>
                <a:lnTo>
                  <a:pt x="0" y="1402061"/>
                </a:lnTo>
              </a:path>
            </a:pathLst>
          </a:custGeom>
          <a:ln w="18642">
            <a:solidFill>
              <a:srgbClr val="C0C0C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0" name="object 70"/>
          <p:cNvSpPr/>
          <p:nvPr/>
        </p:nvSpPr>
        <p:spPr>
          <a:xfrm>
            <a:off x="4914492" y="4387281"/>
            <a:ext cx="1377650" cy="338839"/>
          </a:xfrm>
          <a:custGeom>
            <a:avLst/>
            <a:gdLst/>
            <a:ahLst/>
            <a:cxnLst/>
            <a:rect l="l" t="t" r="r" b="b"/>
            <a:pathLst>
              <a:path w="1377650" h="338839">
                <a:moveTo>
                  <a:pt x="1377650" y="338839"/>
                </a:moveTo>
                <a:lnTo>
                  <a:pt x="1377650" y="0"/>
                </a:lnTo>
                <a:lnTo>
                  <a:pt x="0" y="0"/>
                </a:lnTo>
                <a:lnTo>
                  <a:pt x="0" y="338839"/>
                </a:lnTo>
                <a:lnTo>
                  <a:pt x="1377650" y="338839"/>
                </a:lnTo>
                <a:close/>
              </a:path>
            </a:pathLst>
          </a:custGeom>
          <a:solidFill>
            <a:srgbClr val="959595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1" name="object 71"/>
          <p:cNvSpPr/>
          <p:nvPr/>
        </p:nvSpPr>
        <p:spPr>
          <a:xfrm>
            <a:off x="6274784" y="4371358"/>
            <a:ext cx="1272843" cy="354762"/>
          </a:xfrm>
          <a:custGeom>
            <a:avLst/>
            <a:gdLst/>
            <a:ahLst/>
            <a:cxnLst/>
            <a:rect l="l" t="t" r="r" b="b"/>
            <a:pathLst>
              <a:path w="1272843" h="354762">
                <a:moveTo>
                  <a:pt x="0" y="354762"/>
                </a:moveTo>
                <a:lnTo>
                  <a:pt x="1272843" y="354762"/>
                </a:lnTo>
                <a:lnTo>
                  <a:pt x="1272843" y="0"/>
                </a:lnTo>
                <a:lnTo>
                  <a:pt x="0" y="0"/>
                </a:lnTo>
                <a:lnTo>
                  <a:pt x="0" y="354762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2" name="object 72"/>
          <p:cNvSpPr/>
          <p:nvPr/>
        </p:nvSpPr>
        <p:spPr>
          <a:xfrm>
            <a:off x="7530317" y="4371358"/>
            <a:ext cx="2039566" cy="354762"/>
          </a:xfrm>
          <a:custGeom>
            <a:avLst/>
            <a:gdLst/>
            <a:ahLst/>
            <a:cxnLst/>
            <a:rect l="l" t="t" r="r" b="b"/>
            <a:pathLst>
              <a:path w="2039566" h="354762">
                <a:moveTo>
                  <a:pt x="0" y="354762"/>
                </a:moveTo>
                <a:lnTo>
                  <a:pt x="2039566" y="354762"/>
                </a:lnTo>
                <a:lnTo>
                  <a:pt x="2039566" y="0"/>
                </a:lnTo>
                <a:lnTo>
                  <a:pt x="0" y="0"/>
                </a:lnTo>
                <a:lnTo>
                  <a:pt x="0" y="354762"/>
                </a:lnTo>
                <a:close/>
              </a:path>
            </a:pathLst>
          </a:custGeom>
          <a:solidFill>
            <a:srgbClr val="959595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3" name="object 73"/>
          <p:cNvSpPr/>
          <p:nvPr/>
        </p:nvSpPr>
        <p:spPr>
          <a:xfrm>
            <a:off x="4897119" y="4709665"/>
            <a:ext cx="1395023" cy="1063755"/>
          </a:xfrm>
          <a:custGeom>
            <a:avLst/>
            <a:gdLst/>
            <a:ahLst/>
            <a:cxnLst/>
            <a:rect l="l" t="t" r="r" b="b"/>
            <a:pathLst>
              <a:path w="1395023" h="1063755">
                <a:moveTo>
                  <a:pt x="0" y="1063755"/>
                </a:moveTo>
                <a:lnTo>
                  <a:pt x="1395023" y="1063755"/>
                </a:lnTo>
                <a:lnTo>
                  <a:pt x="1395023" y="0"/>
                </a:lnTo>
                <a:lnTo>
                  <a:pt x="0" y="0"/>
                </a:lnTo>
                <a:lnTo>
                  <a:pt x="0" y="1063755"/>
                </a:lnTo>
                <a:close/>
              </a:path>
            </a:pathLst>
          </a:custGeom>
          <a:solidFill>
            <a:srgbClr val="959595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4" name="object 74"/>
          <p:cNvSpPr/>
          <p:nvPr/>
        </p:nvSpPr>
        <p:spPr>
          <a:xfrm>
            <a:off x="6274784" y="4709665"/>
            <a:ext cx="1272844" cy="1063755"/>
          </a:xfrm>
          <a:custGeom>
            <a:avLst/>
            <a:gdLst/>
            <a:ahLst/>
            <a:cxnLst/>
            <a:rect l="l" t="t" r="r" b="b"/>
            <a:pathLst>
              <a:path w="1272844" h="1063755">
                <a:moveTo>
                  <a:pt x="0" y="1063755"/>
                </a:moveTo>
                <a:lnTo>
                  <a:pt x="1272844" y="1063755"/>
                </a:lnTo>
                <a:lnTo>
                  <a:pt x="1272843" y="0"/>
                </a:lnTo>
                <a:lnTo>
                  <a:pt x="0" y="0"/>
                </a:lnTo>
                <a:lnTo>
                  <a:pt x="0" y="1063755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5" name="object 75"/>
          <p:cNvSpPr/>
          <p:nvPr/>
        </p:nvSpPr>
        <p:spPr>
          <a:xfrm>
            <a:off x="7530317" y="4709665"/>
            <a:ext cx="488182" cy="1063755"/>
          </a:xfrm>
          <a:custGeom>
            <a:avLst/>
            <a:gdLst/>
            <a:ahLst/>
            <a:cxnLst/>
            <a:rect l="l" t="t" r="r" b="b"/>
            <a:pathLst>
              <a:path w="488182" h="1063755">
                <a:moveTo>
                  <a:pt x="0" y="1063755"/>
                </a:moveTo>
                <a:lnTo>
                  <a:pt x="488182" y="1063755"/>
                </a:lnTo>
                <a:lnTo>
                  <a:pt x="488182" y="0"/>
                </a:lnTo>
                <a:lnTo>
                  <a:pt x="0" y="0"/>
                </a:lnTo>
                <a:lnTo>
                  <a:pt x="0" y="1063755"/>
                </a:lnTo>
                <a:close/>
              </a:path>
            </a:pathLst>
          </a:custGeom>
          <a:solidFill>
            <a:srgbClr val="959595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6" name="object 76"/>
          <p:cNvSpPr/>
          <p:nvPr/>
        </p:nvSpPr>
        <p:spPr>
          <a:xfrm>
            <a:off x="8001095" y="4709665"/>
            <a:ext cx="592399" cy="1063755"/>
          </a:xfrm>
          <a:custGeom>
            <a:avLst/>
            <a:gdLst/>
            <a:ahLst/>
            <a:cxnLst/>
            <a:rect l="l" t="t" r="r" b="b"/>
            <a:pathLst>
              <a:path w="592399" h="1063755">
                <a:moveTo>
                  <a:pt x="0" y="1063755"/>
                </a:moveTo>
                <a:lnTo>
                  <a:pt x="592399" y="1063755"/>
                </a:lnTo>
                <a:lnTo>
                  <a:pt x="592399" y="0"/>
                </a:lnTo>
                <a:lnTo>
                  <a:pt x="0" y="0"/>
                </a:lnTo>
                <a:lnTo>
                  <a:pt x="0" y="1063755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7" name="object 77"/>
          <p:cNvSpPr/>
          <p:nvPr/>
        </p:nvSpPr>
        <p:spPr>
          <a:xfrm>
            <a:off x="8575974" y="4709665"/>
            <a:ext cx="488182" cy="1063755"/>
          </a:xfrm>
          <a:custGeom>
            <a:avLst/>
            <a:gdLst/>
            <a:ahLst/>
            <a:cxnLst/>
            <a:rect l="l" t="t" r="r" b="b"/>
            <a:pathLst>
              <a:path w="488182" h="1063755">
                <a:moveTo>
                  <a:pt x="0" y="1063755"/>
                </a:moveTo>
                <a:lnTo>
                  <a:pt x="488182" y="1063755"/>
                </a:lnTo>
                <a:lnTo>
                  <a:pt x="488182" y="0"/>
                </a:lnTo>
                <a:lnTo>
                  <a:pt x="0" y="0"/>
                </a:lnTo>
                <a:lnTo>
                  <a:pt x="0" y="1063755"/>
                </a:lnTo>
                <a:close/>
              </a:path>
            </a:pathLst>
          </a:custGeom>
          <a:solidFill>
            <a:srgbClr val="959595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8" name="object 78"/>
          <p:cNvSpPr/>
          <p:nvPr/>
        </p:nvSpPr>
        <p:spPr>
          <a:xfrm>
            <a:off x="9046985" y="4709665"/>
            <a:ext cx="522921" cy="1063755"/>
          </a:xfrm>
          <a:custGeom>
            <a:avLst/>
            <a:gdLst/>
            <a:ahLst/>
            <a:cxnLst/>
            <a:rect l="l" t="t" r="r" b="b"/>
            <a:pathLst>
              <a:path w="522921" h="1063755">
                <a:moveTo>
                  <a:pt x="0" y="1063755"/>
                </a:moveTo>
                <a:lnTo>
                  <a:pt x="522921" y="1063755"/>
                </a:lnTo>
                <a:lnTo>
                  <a:pt x="522921" y="0"/>
                </a:lnTo>
                <a:lnTo>
                  <a:pt x="0" y="0"/>
                </a:lnTo>
                <a:lnTo>
                  <a:pt x="0" y="1063755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9" name="object 79"/>
          <p:cNvSpPr/>
          <p:nvPr/>
        </p:nvSpPr>
        <p:spPr>
          <a:xfrm>
            <a:off x="4914492" y="4379319"/>
            <a:ext cx="4655266" cy="0"/>
          </a:xfrm>
          <a:custGeom>
            <a:avLst/>
            <a:gdLst/>
            <a:ahLst/>
            <a:cxnLst/>
            <a:rect l="l" t="t" r="r" b="b"/>
            <a:pathLst>
              <a:path w="4655266" h="0">
                <a:moveTo>
                  <a:pt x="0" y="0"/>
                </a:moveTo>
                <a:lnTo>
                  <a:pt x="4655266" y="0"/>
                </a:lnTo>
              </a:path>
            </a:pathLst>
          </a:custGeom>
          <a:ln w="1719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0" name="object 80"/>
          <p:cNvSpPr/>
          <p:nvPr/>
        </p:nvSpPr>
        <p:spPr>
          <a:xfrm>
            <a:off x="7556342" y="4717626"/>
            <a:ext cx="1970018" cy="0"/>
          </a:xfrm>
          <a:custGeom>
            <a:avLst/>
            <a:gdLst/>
            <a:ahLst/>
            <a:cxnLst/>
            <a:rect l="l" t="t" r="r" b="b"/>
            <a:pathLst>
              <a:path w="1970018" h="0">
                <a:moveTo>
                  <a:pt x="0" y="0"/>
                </a:moveTo>
                <a:lnTo>
                  <a:pt x="1970018" y="0"/>
                </a:lnTo>
              </a:path>
            </a:pathLst>
          </a:custGeom>
          <a:ln w="1595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1" name="object 81"/>
          <p:cNvSpPr/>
          <p:nvPr/>
        </p:nvSpPr>
        <p:spPr>
          <a:xfrm>
            <a:off x="7547512" y="4717889"/>
            <a:ext cx="1987445" cy="0"/>
          </a:xfrm>
          <a:custGeom>
            <a:avLst/>
            <a:gdLst/>
            <a:ahLst/>
            <a:cxnLst/>
            <a:rect l="l" t="t" r="r" b="b"/>
            <a:pathLst>
              <a:path w="1987445" h="0">
                <a:moveTo>
                  <a:pt x="0" y="0"/>
                </a:moveTo>
                <a:lnTo>
                  <a:pt x="1987445" y="0"/>
                </a:lnTo>
              </a:path>
            </a:pathLst>
          </a:custGeom>
          <a:ln w="1773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2" name="object 82"/>
          <p:cNvSpPr/>
          <p:nvPr/>
        </p:nvSpPr>
        <p:spPr>
          <a:xfrm>
            <a:off x="7538914" y="4395242"/>
            <a:ext cx="0" cy="644745"/>
          </a:xfrm>
          <a:custGeom>
            <a:avLst/>
            <a:gdLst/>
            <a:ahLst/>
            <a:cxnLst/>
            <a:rect l="l" t="t" r="r" b="b"/>
            <a:pathLst>
              <a:path w="0" h="644745">
                <a:moveTo>
                  <a:pt x="0" y="0"/>
                </a:moveTo>
                <a:lnTo>
                  <a:pt x="0" y="644745"/>
                </a:lnTo>
              </a:path>
            </a:pathLst>
          </a:custGeom>
          <a:ln w="1737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3" name="object 83"/>
          <p:cNvSpPr/>
          <p:nvPr/>
        </p:nvSpPr>
        <p:spPr>
          <a:xfrm>
            <a:off x="7539003" y="4387281"/>
            <a:ext cx="0" cy="661202"/>
          </a:xfrm>
          <a:custGeom>
            <a:avLst/>
            <a:gdLst/>
            <a:ahLst/>
            <a:cxnLst/>
            <a:rect l="l" t="t" r="r" b="b"/>
            <a:pathLst>
              <a:path w="0" h="661202">
                <a:moveTo>
                  <a:pt x="0" y="0"/>
                </a:moveTo>
                <a:lnTo>
                  <a:pt x="0" y="661202"/>
                </a:lnTo>
              </a:path>
            </a:pathLst>
          </a:custGeom>
          <a:ln w="1864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4" name="object 84"/>
          <p:cNvSpPr/>
          <p:nvPr/>
        </p:nvSpPr>
        <p:spPr>
          <a:xfrm>
            <a:off x="8009692" y="4734082"/>
            <a:ext cx="0" cy="305905"/>
          </a:xfrm>
          <a:custGeom>
            <a:avLst/>
            <a:gdLst/>
            <a:ahLst/>
            <a:cxnLst/>
            <a:rect l="l" t="t" r="r" b="b"/>
            <a:pathLst>
              <a:path w="0" h="305905">
                <a:moveTo>
                  <a:pt x="0" y="0"/>
                </a:moveTo>
                <a:lnTo>
                  <a:pt x="0" y="305905"/>
                </a:lnTo>
              </a:path>
            </a:pathLst>
          </a:custGeom>
          <a:ln w="1737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5" name="object 85"/>
          <p:cNvSpPr/>
          <p:nvPr/>
        </p:nvSpPr>
        <p:spPr>
          <a:xfrm>
            <a:off x="8009781" y="4726121"/>
            <a:ext cx="0" cy="322362"/>
          </a:xfrm>
          <a:custGeom>
            <a:avLst/>
            <a:gdLst/>
            <a:ahLst/>
            <a:cxnLst/>
            <a:rect l="l" t="t" r="r" b="b"/>
            <a:pathLst>
              <a:path w="0" h="322362">
                <a:moveTo>
                  <a:pt x="0" y="0"/>
                </a:moveTo>
                <a:lnTo>
                  <a:pt x="0" y="322362"/>
                </a:lnTo>
              </a:path>
            </a:pathLst>
          </a:custGeom>
          <a:ln w="1864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6" name="object 86"/>
          <p:cNvSpPr/>
          <p:nvPr/>
        </p:nvSpPr>
        <p:spPr>
          <a:xfrm>
            <a:off x="8584804" y="4395242"/>
            <a:ext cx="0" cy="644745"/>
          </a:xfrm>
          <a:custGeom>
            <a:avLst/>
            <a:gdLst/>
            <a:ahLst/>
            <a:cxnLst/>
            <a:rect l="l" t="t" r="r" b="b"/>
            <a:pathLst>
              <a:path w="0" h="644745">
                <a:moveTo>
                  <a:pt x="0" y="0"/>
                </a:moveTo>
                <a:lnTo>
                  <a:pt x="0" y="644745"/>
                </a:lnTo>
              </a:path>
            </a:pathLst>
          </a:custGeom>
          <a:ln w="1737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7" name="object 87"/>
          <p:cNvSpPr/>
          <p:nvPr/>
        </p:nvSpPr>
        <p:spPr>
          <a:xfrm>
            <a:off x="8584660" y="4387281"/>
            <a:ext cx="0" cy="661202"/>
          </a:xfrm>
          <a:custGeom>
            <a:avLst/>
            <a:gdLst/>
            <a:ahLst/>
            <a:cxnLst/>
            <a:rect l="l" t="t" r="r" b="b"/>
            <a:pathLst>
              <a:path w="0" h="661202">
                <a:moveTo>
                  <a:pt x="0" y="0"/>
                </a:moveTo>
                <a:lnTo>
                  <a:pt x="0" y="661202"/>
                </a:lnTo>
              </a:path>
            </a:pathLst>
          </a:custGeom>
          <a:ln w="1864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8" name="object 88"/>
          <p:cNvSpPr/>
          <p:nvPr/>
        </p:nvSpPr>
        <p:spPr>
          <a:xfrm>
            <a:off x="9055582" y="4734082"/>
            <a:ext cx="0" cy="305905"/>
          </a:xfrm>
          <a:custGeom>
            <a:avLst/>
            <a:gdLst/>
            <a:ahLst/>
            <a:cxnLst/>
            <a:rect l="l" t="t" r="r" b="b"/>
            <a:pathLst>
              <a:path w="0" h="305905">
                <a:moveTo>
                  <a:pt x="0" y="0"/>
                </a:moveTo>
                <a:lnTo>
                  <a:pt x="0" y="305905"/>
                </a:lnTo>
              </a:path>
            </a:pathLst>
          </a:custGeom>
          <a:ln w="1737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9" name="object 89"/>
          <p:cNvSpPr/>
          <p:nvPr/>
        </p:nvSpPr>
        <p:spPr>
          <a:xfrm>
            <a:off x="9055671" y="4726121"/>
            <a:ext cx="0" cy="322362"/>
          </a:xfrm>
          <a:custGeom>
            <a:avLst/>
            <a:gdLst/>
            <a:ahLst/>
            <a:cxnLst/>
            <a:rect l="l" t="t" r="r" b="b"/>
            <a:pathLst>
              <a:path w="0" h="322362">
                <a:moveTo>
                  <a:pt x="0" y="0"/>
                </a:moveTo>
                <a:lnTo>
                  <a:pt x="0" y="322362"/>
                </a:lnTo>
              </a:path>
            </a:pathLst>
          </a:custGeom>
          <a:ln w="1864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0" name="object 90"/>
          <p:cNvSpPr/>
          <p:nvPr/>
        </p:nvSpPr>
        <p:spPr>
          <a:xfrm>
            <a:off x="4914492" y="5064418"/>
            <a:ext cx="4655266" cy="0"/>
          </a:xfrm>
          <a:custGeom>
            <a:avLst/>
            <a:gdLst/>
            <a:ahLst/>
            <a:cxnLst/>
            <a:rect l="l" t="t" r="r" b="b"/>
            <a:pathLst>
              <a:path w="4655266" h="0">
                <a:moveTo>
                  <a:pt x="0" y="0"/>
                </a:moveTo>
                <a:lnTo>
                  <a:pt x="4655266" y="0"/>
                </a:lnTo>
              </a:path>
            </a:pathLst>
          </a:custGeom>
          <a:ln w="3313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1" name="object 91"/>
          <p:cNvSpPr/>
          <p:nvPr/>
        </p:nvSpPr>
        <p:spPr>
          <a:xfrm>
            <a:off x="4923180" y="5410695"/>
            <a:ext cx="1324952" cy="0"/>
          </a:xfrm>
          <a:custGeom>
            <a:avLst/>
            <a:gdLst/>
            <a:ahLst/>
            <a:cxnLst/>
            <a:rect l="l" t="t" r="r" b="b"/>
            <a:pathLst>
              <a:path w="1324952" h="0">
                <a:moveTo>
                  <a:pt x="0" y="0"/>
                </a:moveTo>
                <a:lnTo>
                  <a:pt x="1324952" y="0"/>
                </a:lnTo>
              </a:path>
            </a:pathLst>
          </a:custGeom>
          <a:ln w="1595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2" name="object 92"/>
          <p:cNvSpPr/>
          <p:nvPr/>
        </p:nvSpPr>
        <p:spPr>
          <a:xfrm>
            <a:off x="4914492" y="5410690"/>
            <a:ext cx="1342902" cy="0"/>
          </a:xfrm>
          <a:custGeom>
            <a:avLst/>
            <a:gdLst/>
            <a:ahLst/>
            <a:cxnLst/>
            <a:rect l="l" t="t" r="r" b="b"/>
            <a:pathLst>
              <a:path w="1342902" h="0">
                <a:moveTo>
                  <a:pt x="0" y="0"/>
                </a:moveTo>
                <a:lnTo>
                  <a:pt x="1342902" y="0"/>
                </a:lnTo>
              </a:path>
            </a:pathLst>
          </a:custGeom>
          <a:ln w="1720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3" name="object 93"/>
          <p:cNvSpPr/>
          <p:nvPr/>
        </p:nvSpPr>
        <p:spPr>
          <a:xfrm>
            <a:off x="6300833" y="5410695"/>
            <a:ext cx="3225527" cy="0"/>
          </a:xfrm>
          <a:custGeom>
            <a:avLst/>
            <a:gdLst/>
            <a:ahLst/>
            <a:cxnLst/>
            <a:rect l="l" t="t" r="r" b="b"/>
            <a:pathLst>
              <a:path w="3225527" h="0">
                <a:moveTo>
                  <a:pt x="0" y="0"/>
                </a:moveTo>
                <a:lnTo>
                  <a:pt x="3225527" y="0"/>
                </a:lnTo>
              </a:path>
            </a:pathLst>
          </a:custGeom>
          <a:ln w="1595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4" name="object 94"/>
          <p:cNvSpPr/>
          <p:nvPr/>
        </p:nvSpPr>
        <p:spPr>
          <a:xfrm>
            <a:off x="6292142" y="5410690"/>
            <a:ext cx="3242931" cy="0"/>
          </a:xfrm>
          <a:custGeom>
            <a:avLst/>
            <a:gdLst/>
            <a:ahLst/>
            <a:cxnLst/>
            <a:rect l="l" t="t" r="r" b="b"/>
            <a:pathLst>
              <a:path w="3242931" h="0">
                <a:moveTo>
                  <a:pt x="0" y="0"/>
                </a:moveTo>
                <a:lnTo>
                  <a:pt x="3242931" y="0"/>
                </a:lnTo>
              </a:path>
            </a:pathLst>
          </a:custGeom>
          <a:ln w="1720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5" name="object 95"/>
          <p:cNvSpPr/>
          <p:nvPr/>
        </p:nvSpPr>
        <p:spPr>
          <a:xfrm>
            <a:off x="4897119" y="4355414"/>
            <a:ext cx="0" cy="1418005"/>
          </a:xfrm>
          <a:custGeom>
            <a:avLst/>
            <a:gdLst/>
            <a:ahLst/>
            <a:cxnLst/>
            <a:rect l="l" t="t" r="r" b="b"/>
            <a:pathLst>
              <a:path w="0" h="1418005">
                <a:moveTo>
                  <a:pt x="0" y="0"/>
                </a:moveTo>
                <a:lnTo>
                  <a:pt x="0" y="1418005"/>
                </a:lnTo>
              </a:path>
            </a:pathLst>
          </a:custGeom>
          <a:ln w="3601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6" name="object 96"/>
          <p:cNvSpPr/>
          <p:nvPr/>
        </p:nvSpPr>
        <p:spPr>
          <a:xfrm>
            <a:off x="6274776" y="4387281"/>
            <a:ext cx="0" cy="1386138"/>
          </a:xfrm>
          <a:custGeom>
            <a:avLst/>
            <a:gdLst/>
            <a:ahLst/>
            <a:cxnLst/>
            <a:rect l="l" t="t" r="r" b="b"/>
            <a:pathLst>
              <a:path w="0" h="1386138">
                <a:moveTo>
                  <a:pt x="0" y="0"/>
                </a:moveTo>
                <a:lnTo>
                  <a:pt x="0" y="1386138"/>
                </a:lnTo>
              </a:path>
            </a:pathLst>
          </a:custGeom>
          <a:ln w="3601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7" name="object 97"/>
          <p:cNvSpPr/>
          <p:nvPr/>
        </p:nvSpPr>
        <p:spPr>
          <a:xfrm>
            <a:off x="7538914" y="5088312"/>
            <a:ext cx="0" cy="644745"/>
          </a:xfrm>
          <a:custGeom>
            <a:avLst/>
            <a:gdLst/>
            <a:ahLst/>
            <a:cxnLst/>
            <a:rect l="l" t="t" r="r" b="b"/>
            <a:pathLst>
              <a:path w="0" h="644745">
                <a:moveTo>
                  <a:pt x="0" y="0"/>
                </a:moveTo>
                <a:lnTo>
                  <a:pt x="0" y="644745"/>
                </a:lnTo>
              </a:path>
            </a:pathLst>
          </a:custGeom>
          <a:ln w="1737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8" name="object 98"/>
          <p:cNvSpPr/>
          <p:nvPr/>
        </p:nvSpPr>
        <p:spPr>
          <a:xfrm>
            <a:off x="7539003" y="5080354"/>
            <a:ext cx="0" cy="660668"/>
          </a:xfrm>
          <a:custGeom>
            <a:avLst/>
            <a:gdLst/>
            <a:ahLst/>
            <a:cxnLst/>
            <a:rect l="l" t="t" r="r" b="b"/>
            <a:pathLst>
              <a:path w="0" h="660668">
                <a:moveTo>
                  <a:pt x="0" y="0"/>
                </a:moveTo>
                <a:lnTo>
                  <a:pt x="0" y="660668"/>
                </a:lnTo>
              </a:path>
            </a:pathLst>
          </a:custGeom>
          <a:ln w="1864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9" name="object 99"/>
          <p:cNvSpPr/>
          <p:nvPr/>
        </p:nvSpPr>
        <p:spPr>
          <a:xfrm>
            <a:off x="8009693" y="5088312"/>
            <a:ext cx="0" cy="644745"/>
          </a:xfrm>
          <a:custGeom>
            <a:avLst/>
            <a:gdLst/>
            <a:ahLst/>
            <a:cxnLst/>
            <a:rect l="l" t="t" r="r" b="b"/>
            <a:pathLst>
              <a:path w="0" h="644745">
                <a:moveTo>
                  <a:pt x="0" y="0"/>
                </a:moveTo>
                <a:lnTo>
                  <a:pt x="0" y="644745"/>
                </a:lnTo>
              </a:path>
            </a:pathLst>
          </a:custGeom>
          <a:ln w="1737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0" name="object 100"/>
          <p:cNvSpPr/>
          <p:nvPr/>
        </p:nvSpPr>
        <p:spPr>
          <a:xfrm>
            <a:off x="8009781" y="5080354"/>
            <a:ext cx="0" cy="660668"/>
          </a:xfrm>
          <a:custGeom>
            <a:avLst/>
            <a:gdLst/>
            <a:ahLst/>
            <a:cxnLst/>
            <a:rect l="l" t="t" r="r" b="b"/>
            <a:pathLst>
              <a:path w="0" h="660668">
                <a:moveTo>
                  <a:pt x="0" y="0"/>
                </a:moveTo>
                <a:lnTo>
                  <a:pt x="0" y="660668"/>
                </a:lnTo>
              </a:path>
            </a:pathLst>
          </a:custGeom>
          <a:ln w="1864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1" name="object 101"/>
          <p:cNvSpPr/>
          <p:nvPr/>
        </p:nvSpPr>
        <p:spPr>
          <a:xfrm>
            <a:off x="8584804" y="5088312"/>
            <a:ext cx="0" cy="644745"/>
          </a:xfrm>
          <a:custGeom>
            <a:avLst/>
            <a:gdLst/>
            <a:ahLst/>
            <a:cxnLst/>
            <a:rect l="l" t="t" r="r" b="b"/>
            <a:pathLst>
              <a:path w="0" h="644745">
                <a:moveTo>
                  <a:pt x="0" y="0"/>
                </a:moveTo>
                <a:lnTo>
                  <a:pt x="0" y="644745"/>
                </a:lnTo>
              </a:path>
            </a:pathLst>
          </a:custGeom>
          <a:ln w="1737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2" name="object 102"/>
          <p:cNvSpPr/>
          <p:nvPr/>
        </p:nvSpPr>
        <p:spPr>
          <a:xfrm>
            <a:off x="8584660" y="5080354"/>
            <a:ext cx="0" cy="660668"/>
          </a:xfrm>
          <a:custGeom>
            <a:avLst/>
            <a:gdLst/>
            <a:ahLst/>
            <a:cxnLst/>
            <a:rect l="l" t="t" r="r" b="b"/>
            <a:pathLst>
              <a:path w="0" h="660668">
                <a:moveTo>
                  <a:pt x="0" y="0"/>
                </a:moveTo>
                <a:lnTo>
                  <a:pt x="0" y="660668"/>
                </a:lnTo>
              </a:path>
            </a:pathLst>
          </a:custGeom>
          <a:ln w="1864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3" name="object 103"/>
          <p:cNvSpPr/>
          <p:nvPr/>
        </p:nvSpPr>
        <p:spPr>
          <a:xfrm>
            <a:off x="9055582" y="5088312"/>
            <a:ext cx="0" cy="644745"/>
          </a:xfrm>
          <a:custGeom>
            <a:avLst/>
            <a:gdLst/>
            <a:ahLst/>
            <a:cxnLst/>
            <a:rect l="l" t="t" r="r" b="b"/>
            <a:pathLst>
              <a:path w="0" h="644745">
                <a:moveTo>
                  <a:pt x="0" y="0"/>
                </a:moveTo>
                <a:lnTo>
                  <a:pt x="0" y="644745"/>
                </a:lnTo>
              </a:path>
            </a:pathLst>
          </a:custGeom>
          <a:ln w="1737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4" name="object 104"/>
          <p:cNvSpPr/>
          <p:nvPr/>
        </p:nvSpPr>
        <p:spPr>
          <a:xfrm>
            <a:off x="9055671" y="5080354"/>
            <a:ext cx="0" cy="660668"/>
          </a:xfrm>
          <a:custGeom>
            <a:avLst/>
            <a:gdLst/>
            <a:ahLst/>
            <a:cxnLst/>
            <a:rect l="l" t="t" r="r" b="b"/>
            <a:pathLst>
              <a:path w="0" h="660668">
                <a:moveTo>
                  <a:pt x="0" y="0"/>
                </a:moveTo>
                <a:lnTo>
                  <a:pt x="0" y="660668"/>
                </a:lnTo>
              </a:path>
            </a:pathLst>
          </a:custGeom>
          <a:ln w="1864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5" name="object 105"/>
          <p:cNvSpPr/>
          <p:nvPr/>
        </p:nvSpPr>
        <p:spPr>
          <a:xfrm>
            <a:off x="4914492" y="5757222"/>
            <a:ext cx="4655266" cy="0"/>
          </a:xfrm>
          <a:custGeom>
            <a:avLst/>
            <a:gdLst/>
            <a:ahLst/>
            <a:cxnLst/>
            <a:rect l="l" t="t" r="r" b="b"/>
            <a:pathLst>
              <a:path w="4655266" h="0">
                <a:moveTo>
                  <a:pt x="0" y="0"/>
                </a:moveTo>
                <a:lnTo>
                  <a:pt x="4655266" y="0"/>
                </a:lnTo>
              </a:path>
            </a:pathLst>
          </a:custGeom>
          <a:ln w="3366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6" name="object 106"/>
          <p:cNvSpPr/>
          <p:nvPr/>
        </p:nvSpPr>
        <p:spPr>
          <a:xfrm>
            <a:off x="9561215" y="4379319"/>
            <a:ext cx="0" cy="0"/>
          </a:xfrm>
          <a:custGeom>
            <a:avLst/>
            <a:gdLst/>
            <a:ahLst/>
            <a:cxnLst/>
            <a:rect l="l" t="t" r="r" b="b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ln w="15957">
            <a:solidFill>
              <a:srgbClr val="C0C0C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7" name="object 107"/>
          <p:cNvSpPr/>
          <p:nvPr/>
        </p:nvSpPr>
        <p:spPr>
          <a:xfrm>
            <a:off x="9552331" y="4387281"/>
            <a:ext cx="0" cy="1386138"/>
          </a:xfrm>
          <a:custGeom>
            <a:avLst/>
            <a:gdLst/>
            <a:ahLst/>
            <a:cxnLst/>
            <a:rect l="l" t="t" r="r" b="b"/>
            <a:pathLst>
              <a:path w="0" h="1386138">
                <a:moveTo>
                  <a:pt x="0" y="0"/>
                </a:moveTo>
                <a:lnTo>
                  <a:pt x="0" y="1386138"/>
                </a:lnTo>
              </a:path>
            </a:pathLst>
          </a:custGeom>
          <a:ln w="3601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8" name="object 108"/>
          <p:cNvSpPr/>
          <p:nvPr/>
        </p:nvSpPr>
        <p:spPr>
          <a:xfrm>
            <a:off x="9578411" y="4379319"/>
            <a:ext cx="0" cy="0"/>
          </a:xfrm>
          <a:custGeom>
            <a:avLst/>
            <a:gdLst/>
            <a:ahLst/>
            <a:cxnLst/>
            <a:rect l="l" t="t" r="r" b="b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ln w="15957">
            <a:solidFill>
              <a:srgbClr val="C0C0C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9" name="object 109"/>
          <p:cNvSpPr/>
          <p:nvPr/>
        </p:nvSpPr>
        <p:spPr>
          <a:xfrm>
            <a:off x="9569813" y="4379315"/>
            <a:ext cx="17952" cy="0"/>
          </a:xfrm>
          <a:custGeom>
            <a:avLst/>
            <a:gdLst/>
            <a:ahLst/>
            <a:cxnLst/>
            <a:rect l="l" t="t" r="r" b="b"/>
            <a:pathLst>
              <a:path w="17952" h="0">
                <a:moveTo>
                  <a:pt x="0" y="0"/>
                </a:moveTo>
                <a:lnTo>
                  <a:pt x="17952" y="0"/>
                </a:lnTo>
              </a:path>
            </a:pathLst>
          </a:custGeom>
          <a:ln w="17202">
            <a:solidFill>
              <a:srgbClr val="C0C0C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0" name="object 110"/>
          <p:cNvSpPr/>
          <p:nvPr/>
        </p:nvSpPr>
        <p:spPr>
          <a:xfrm>
            <a:off x="9578411" y="4717626"/>
            <a:ext cx="0" cy="0"/>
          </a:xfrm>
          <a:custGeom>
            <a:avLst/>
            <a:gdLst/>
            <a:ahLst/>
            <a:cxnLst/>
            <a:rect l="l" t="t" r="r" b="b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ln w="15957">
            <a:solidFill>
              <a:srgbClr val="C0C0C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1" name="object 111"/>
          <p:cNvSpPr/>
          <p:nvPr/>
        </p:nvSpPr>
        <p:spPr>
          <a:xfrm>
            <a:off x="9569813" y="4717889"/>
            <a:ext cx="17952" cy="0"/>
          </a:xfrm>
          <a:custGeom>
            <a:avLst/>
            <a:gdLst/>
            <a:ahLst/>
            <a:cxnLst/>
            <a:rect l="l" t="t" r="r" b="b"/>
            <a:pathLst>
              <a:path w="17952" h="0">
                <a:moveTo>
                  <a:pt x="0" y="0"/>
                </a:moveTo>
                <a:lnTo>
                  <a:pt x="17952" y="0"/>
                </a:lnTo>
              </a:path>
            </a:pathLst>
          </a:custGeom>
          <a:ln w="17733">
            <a:solidFill>
              <a:srgbClr val="C0C0C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2" name="object 112"/>
          <p:cNvSpPr/>
          <p:nvPr/>
        </p:nvSpPr>
        <p:spPr>
          <a:xfrm>
            <a:off x="9578411" y="5072389"/>
            <a:ext cx="0" cy="0"/>
          </a:xfrm>
          <a:custGeom>
            <a:avLst/>
            <a:gdLst/>
            <a:ahLst/>
            <a:cxnLst/>
            <a:rect l="l" t="t" r="r" b="b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ln w="15957">
            <a:solidFill>
              <a:srgbClr val="C0C0C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3" name="object 113"/>
          <p:cNvSpPr/>
          <p:nvPr/>
        </p:nvSpPr>
        <p:spPr>
          <a:xfrm>
            <a:off x="9569813" y="5072384"/>
            <a:ext cx="17952" cy="0"/>
          </a:xfrm>
          <a:custGeom>
            <a:avLst/>
            <a:gdLst/>
            <a:ahLst/>
            <a:cxnLst/>
            <a:rect l="l" t="t" r="r" b="b"/>
            <a:pathLst>
              <a:path w="17952" h="0">
                <a:moveTo>
                  <a:pt x="0" y="0"/>
                </a:moveTo>
                <a:lnTo>
                  <a:pt x="17952" y="0"/>
                </a:lnTo>
              </a:path>
            </a:pathLst>
          </a:custGeom>
          <a:ln w="17202">
            <a:solidFill>
              <a:srgbClr val="C0C0C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4" name="object 114"/>
          <p:cNvSpPr/>
          <p:nvPr/>
        </p:nvSpPr>
        <p:spPr>
          <a:xfrm>
            <a:off x="9578411" y="5410695"/>
            <a:ext cx="0" cy="0"/>
          </a:xfrm>
          <a:custGeom>
            <a:avLst/>
            <a:gdLst/>
            <a:ahLst/>
            <a:cxnLst/>
            <a:rect l="l" t="t" r="r" b="b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ln w="15957">
            <a:solidFill>
              <a:srgbClr val="C0C0C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5" name="object 115"/>
          <p:cNvSpPr/>
          <p:nvPr/>
        </p:nvSpPr>
        <p:spPr>
          <a:xfrm>
            <a:off x="9569813" y="5410690"/>
            <a:ext cx="17952" cy="0"/>
          </a:xfrm>
          <a:custGeom>
            <a:avLst/>
            <a:gdLst/>
            <a:ahLst/>
            <a:cxnLst/>
            <a:rect l="l" t="t" r="r" b="b"/>
            <a:pathLst>
              <a:path w="17952" h="0">
                <a:moveTo>
                  <a:pt x="0" y="0"/>
                </a:moveTo>
                <a:lnTo>
                  <a:pt x="17952" y="0"/>
                </a:lnTo>
              </a:path>
            </a:pathLst>
          </a:custGeom>
          <a:ln w="17202">
            <a:solidFill>
              <a:srgbClr val="C0C0C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6" name="object 116"/>
          <p:cNvSpPr/>
          <p:nvPr/>
        </p:nvSpPr>
        <p:spPr>
          <a:xfrm>
            <a:off x="9578411" y="5765453"/>
            <a:ext cx="0" cy="0"/>
          </a:xfrm>
          <a:custGeom>
            <a:avLst/>
            <a:gdLst/>
            <a:ahLst/>
            <a:cxnLst/>
            <a:rect l="l" t="t" r="r" b="b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ln w="15957">
            <a:solidFill>
              <a:srgbClr val="C0C0C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7" name="object 117"/>
          <p:cNvSpPr/>
          <p:nvPr/>
        </p:nvSpPr>
        <p:spPr>
          <a:xfrm>
            <a:off x="9569813" y="5765453"/>
            <a:ext cx="17952" cy="0"/>
          </a:xfrm>
          <a:custGeom>
            <a:avLst/>
            <a:gdLst/>
            <a:ahLst/>
            <a:cxnLst/>
            <a:rect l="l" t="t" r="r" b="b"/>
            <a:pathLst>
              <a:path w="17952" h="0">
                <a:moveTo>
                  <a:pt x="0" y="0"/>
                </a:moveTo>
                <a:lnTo>
                  <a:pt x="17952" y="0"/>
                </a:lnTo>
              </a:path>
            </a:pathLst>
          </a:custGeom>
          <a:ln w="17202">
            <a:solidFill>
              <a:srgbClr val="C0C0C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5" name="object 65"/>
          <p:cNvSpPr/>
          <p:nvPr/>
        </p:nvSpPr>
        <p:spPr>
          <a:xfrm>
            <a:off x="8009692" y="4379319"/>
            <a:ext cx="0" cy="0"/>
          </a:xfrm>
          <a:custGeom>
            <a:avLst/>
            <a:gdLst/>
            <a:ahLst/>
            <a:cxnLst/>
            <a:rect l="l" t="t" r="r" b="b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ln w="15957">
            <a:solidFill>
              <a:srgbClr val="C0C0C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4" name="object 64"/>
          <p:cNvSpPr/>
          <p:nvPr/>
        </p:nvSpPr>
        <p:spPr>
          <a:xfrm>
            <a:off x="9055582" y="4379319"/>
            <a:ext cx="0" cy="0"/>
          </a:xfrm>
          <a:custGeom>
            <a:avLst/>
            <a:gdLst/>
            <a:ahLst/>
            <a:cxnLst/>
            <a:rect l="l" t="t" r="r" b="b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ln w="15957">
            <a:solidFill>
              <a:srgbClr val="C0C0C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3" name="object 63"/>
          <p:cNvSpPr/>
          <p:nvPr/>
        </p:nvSpPr>
        <p:spPr>
          <a:xfrm>
            <a:off x="4905806" y="5781386"/>
            <a:ext cx="0" cy="0"/>
          </a:xfrm>
          <a:custGeom>
            <a:avLst/>
            <a:gdLst/>
            <a:ahLst/>
            <a:cxnLst/>
            <a:rect l="l" t="t" r="r" b="b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ln w="15957">
            <a:solidFill>
              <a:srgbClr val="C0C0C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2" name="object 62"/>
          <p:cNvSpPr/>
          <p:nvPr/>
        </p:nvSpPr>
        <p:spPr>
          <a:xfrm>
            <a:off x="6283475" y="5781386"/>
            <a:ext cx="0" cy="0"/>
          </a:xfrm>
          <a:custGeom>
            <a:avLst/>
            <a:gdLst/>
            <a:ahLst/>
            <a:cxnLst/>
            <a:rect l="l" t="t" r="r" b="b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ln w="15957">
            <a:solidFill>
              <a:srgbClr val="C0C0C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1" name="object 61"/>
          <p:cNvSpPr/>
          <p:nvPr/>
        </p:nvSpPr>
        <p:spPr>
          <a:xfrm>
            <a:off x="7538915" y="5781386"/>
            <a:ext cx="0" cy="0"/>
          </a:xfrm>
          <a:custGeom>
            <a:avLst/>
            <a:gdLst/>
            <a:ahLst/>
            <a:cxnLst/>
            <a:rect l="l" t="t" r="r" b="b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ln w="15957">
            <a:solidFill>
              <a:srgbClr val="C0C0C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0" name="object 60"/>
          <p:cNvSpPr/>
          <p:nvPr/>
        </p:nvSpPr>
        <p:spPr>
          <a:xfrm>
            <a:off x="8009693" y="5781386"/>
            <a:ext cx="0" cy="0"/>
          </a:xfrm>
          <a:custGeom>
            <a:avLst/>
            <a:gdLst/>
            <a:ahLst/>
            <a:cxnLst/>
            <a:rect l="l" t="t" r="r" b="b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ln w="15957">
            <a:solidFill>
              <a:srgbClr val="C0C0C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9" name="object 59"/>
          <p:cNvSpPr/>
          <p:nvPr/>
        </p:nvSpPr>
        <p:spPr>
          <a:xfrm>
            <a:off x="8584804" y="5781386"/>
            <a:ext cx="0" cy="0"/>
          </a:xfrm>
          <a:custGeom>
            <a:avLst/>
            <a:gdLst/>
            <a:ahLst/>
            <a:cxnLst/>
            <a:rect l="l" t="t" r="r" b="b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ln w="15957">
            <a:solidFill>
              <a:srgbClr val="C0C0C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8" name="object 58"/>
          <p:cNvSpPr/>
          <p:nvPr/>
        </p:nvSpPr>
        <p:spPr>
          <a:xfrm>
            <a:off x="9055582" y="5781386"/>
            <a:ext cx="0" cy="0"/>
          </a:xfrm>
          <a:custGeom>
            <a:avLst/>
            <a:gdLst/>
            <a:ahLst/>
            <a:cxnLst/>
            <a:rect l="l" t="t" r="r" b="b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ln w="15957">
            <a:solidFill>
              <a:srgbClr val="C0C0C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7" name="object 57"/>
          <p:cNvSpPr/>
          <p:nvPr/>
        </p:nvSpPr>
        <p:spPr>
          <a:xfrm>
            <a:off x="9561216" y="5781386"/>
            <a:ext cx="0" cy="0"/>
          </a:xfrm>
          <a:custGeom>
            <a:avLst/>
            <a:gdLst/>
            <a:ahLst/>
            <a:cxnLst/>
            <a:rect l="l" t="t" r="r" b="b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ln w="15957">
            <a:solidFill>
              <a:srgbClr val="C0C0C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6" name="object 56"/>
          <p:cNvSpPr txBox="1"/>
          <p:nvPr/>
        </p:nvSpPr>
        <p:spPr>
          <a:xfrm>
            <a:off x="1813941" y="7802"/>
            <a:ext cx="2467914" cy="584200"/>
          </a:xfrm>
          <a:prstGeom prst="rect">
            <a:avLst/>
          </a:prstGeom>
        </p:spPr>
        <p:txBody>
          <a:bodyPr wrap="square" lIns="0" tIns="29146" rIns="0" bIns="0" rtlCol="0">
            <a:noAutofit/>
          </a:bodyPr>
          <a:lstStyle/>
          <a:p>
            <a:pPr marL="12700">
              <a:lnSpc>
                <a:spcPts val="4590"/>
              </a:lnSpc>
            </a:pPr>
            <a:r>
              <a:rPr dirty="0" smtClean="0" sz="4400">
                <a:latin typeface="Times New Roman"/>
                <a:cs typeface="Times New Roman"/>
              </a:rPr>
              <a:t>Frequency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4312335" y="7802"/>
            <a:ext cx="1100531" cy="584200"/>
          </a:xfrm>
          <a:prstGeom prst="rect">
            <a:avLst/>
          </a:prstGeom>
        </p:spPr>
        <p:txBody>
          <a:bodyPr wrap="square" lIns="0" tIns="29146" rIns="0" bIns="0" rtlCol="0">
            <a:noAutofit/>
          </a:bodyPr>
          <a:lstStyle/>
          <a:p>
            <a:pPr marL="12700">
              <a:lnSpc>
                <a:spcPts val="4590"/>
              </a:lnSpc>
            </a:pPr>
            <a:r>
              <a:rPr dirty="0" smtClean="0" sz="4400" spc="-4">
                <a:latin typeface="Times New Roman"/>
                <a:cs typeface="Times New Roman"/>
              </a:rPr>
              <a:t>P</a:t>
            </a:r>
            <a:r>
              <a:rPr dirty="0" smtClean="0" sz="4400" spc="-4">
                <a:latin typeface="Times New Roman"/>
                <a:cs typeface="Times New Roman"/>
              </a:rPr>
              <a:t>lan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5444490" y="171312"/>
            <a:ext cx="2735783" cy="380999"/>
          </a:xfrm>
          <a:prstGeom prst="rect">
            <a:avLst/>
          </a:prstGeom>
        </p:spPr>
        <p:txBody>
          <a:bodyPr wrap="square" lIns="0" tIns="18796" rIns="0" bIns="0" rtlCol="0">
            <a:noAutofit/>
          </a:bodyPr>
          <a:lstStyle/>
          <a:p>
            <a:pPr marL="12700">
              <a:lnSpc>
                <a:spcPts val="2960"/>
              </a:lnSpc>
            </a:pPr>
            <a:r>
              <a:rPr dirty="0" smtClean="0" sz="2800" spc="-9">
                <a:latin typeface="Times New Roman"/>
                <a:cs typeface="Times New Roman"/>
              </a:rPr>
              <a:t>M</a:t>
            </a:r>
            <a:r>
              <a:rPr dirty="0" smtClean="0" sz="2800" spc="-9">
                <a:latin typeface="Times New Roman"/>
                <a:cs typeface="Times New Roman"/>
              </a:rPr>
              <a:t>anual</a:t>
            </a:r>
            <a:r>
              <a:rPr dirty="0" smtClean="0" sz="2800" spc="-9">
                <a:latin typeface="Times New Roman"/>
                <a:cs typeface="Times New Roman"/>
              </a:rPr>
              <a:t> </a:t>
            </a:r>
            <a:r>
              <a:rPr dirty="0" smtClean="0" sz="2800" spc="-9">
                <a:latin typeface="Times New Roman"/>
                <a:cs typeface="Times New Roman"/>
              </a:rPr>
              <a:t>Allocation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421640" y="884923"/>
            <a:ext cx="2756710" cy="381317"/>
          </a:xfrm>
          <a:prstGeom prst="rect">
            <a:avLst/>
          </a:prstGeom>
        </p:spPr>
        <p:txBody>
          <a:bodyPr wrap="square" lIns="0" tIns="18796" rIns="0" bIns="0" rtlCol="0">
            <a:noAutofit/>
          </a:bodyPr>
          <a:lstStyle/>
          <a:p>
            <a:pPr marL="12700">
              <a:lnSpc>
                <a:spcPts val="2960"/>
              </a:lnSpc>
            </a:pPr>
            <a:r>
              <a:rPr dirty="0" smtClean="0" sz="2800" spc="0" u="heavy">
                <a:latin typeface="Times New Roman"/>
                <a:cs typeface="Times New Roman"/>
              </a:rPr>
              <a:t>Allocation</a:t>
            </a:r>
            <a:r>
              <a:rPr dirty="0" smtClean="0" sz="2800" spc="0" u="heavy">
                <a:latin typeface="Times New Roman"/>
                <a:cs typeface="Times New Roman"/>
              </a:rPr>
              <a:t> </a:t>
            </a:r>
            <a:r>
              <a:rPr dirty="0" smtClean="0" sz="2800" spc="0" u="heavy">
                <a:latin typeface="Times New Roman"/>
                <a:cs typeface="Times New Roman"/>
              </a:rPr>
              <a:t>Crite</a:t>
            </a:r>
            <a:r>
              <a:rPr dirty="0" smtClean="0" sz="2800" spc="0" u="heavy">
                <a:latin typeface="Times New Roman"/>
                <a:cs typeface="Times New Roman"/>
              </a:rPr>
              <a:t>r</a:t>
            </a:r>
            <a:r>
              <a:rPr dirty="0" smtClean="0" sz="2800" spc="0" u="heavy">
                <a:latin typeface="Times New Roman"/>
                <a:cs typeface="Times New Roman"/>
              </a:rPr>
              <a:t>ia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5528691" y="1055613"/>
            <a:ext cx="1697431" cy="381000"/>
          </a:xfrm>
          <a:prstGeom prst="rect">
            <a:avLst/>
          </a:prstGeom>
        </p:spPr>
        <p:txBody>
          <a:bodyPr wrap="square" lIns="0" tIns="18796" rIns="0" bIns="0" rtlCol="0">
            <a:noAutofit/>
          </a:bodyPr>
          <a:lstStyle/>
          <a:p>
            <a:pPr marL="12700">
              <a:lnSpc>
                <a:spcPts val="2960"/>
              </a:lnSpc>
            </a:pPr>
            <a:r>
              <a:rPr dirty="0" smtClean="0" sz="2800" spc="0" u="heavy">
                <a:latin typeface="Times New Roman"/>
                <a:cs typeface="Times New Roman"/>
              </a:rPr>
              <a:t>Con</a:t>
            </a:r>
            <a:r>
              <a:rPr dirty="0" smtClean="0" sz="2800" spc="0" u="heavy">
                <a:latin typeface="Times New Roman"/>
                <a:cs typeface="Times New Roman"/>
              </a:rPr>
              <a:t>c</a:t>
            </a:r>
            <a:r>
              <a:rPr dirty="0" smtClean="0" sz="2800" spc="0" u="heavy">
                <a:latin typeface="Times New Roman"/>
                <a:cs typeface="Times New Roman"/>
              </a:rPr>
              <a:t>lusion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535940" y="1340330"/>
            <a:ext cx="223520" cy="330200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>
                <a:latin typeface="Times New Roman"/>
                <a:cs typeface="Times New Roman"/>
              </a:rPr>
              <a:t>–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894397" y="1340330"/>
            <a:ext cx="2931668" cy="330200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 spc="-8">
                <a:latin typeface="Times New Roman"/>
                <a:cs typeface="Times New Roman"/>
              </a:rPr>
              <a:t>T</a:t>
            </a:r>
            <a:r>
              <a:rPr dirty="0" smtClean="0" sz="2400" spc="-8">
                <a:latin typeface="Times New Roman"/>
                <a:cs typeface="Times New Roman"/>
              </a:rPr>
              <a:t>ake</a:t>
            </a:r>
            <a:r>
              <a:rPr dirty="0" smtClean="0" sz="2400" spc="-8">
                <a:latin typeface="Times New Roman"/>
                <a:cs typeface="Times New Roman"/>
              </a:rPr>
              <a:t> </a:t>
            </a:r>
            <a:r>
              <a:rPr dirty="0" smtClean="0" sz="2400" spc="-8">
                <a:latin typeface="Times New Roman"/>
                <a:cs typeface="Times New Roman"/>
              </a:rPr>
              <a:t>i</a:t>
            </a:r>
            <a:r>
              <a:rPr dirty="0" smtClean="0" sz="2400" spc="-8">
                <a:latin typeface="Times New Roman"/>
                <a:cs typeface="Times New Roman"/>
              </a:rPr>
              <a:t>n</a:t>
            </a:r>
            <a:r>
              <a:rPr dirty="0" smtClean="0" sz="2400" spc="-8">
                <a:latin typeface="Times New Roman"/>
                <a:cs typeface="Times New Roman"/>
              </a:rPr>
              <a:t>t</a:t>
            </a:r>
            <a:r>
              <a:rPr dirty="0" smtClean="0" sz="2400" spc="-8">
                <a:latin typeface="Times New Roman"/>
                <a:cs typeface="Times New Roman"/>
              </a:rPr>
              <a:t>o</a:t>
            </a:r>
            <a:r>
              <a:rPr dirty="0" smtClean="0" sz="2400" spc="-8">
                <a:latin typeface="Times New Roman"/>
                <a:cs typeface="Times New Roman"/>
              </a:rPr>
              <a:t> </a:t>
            </a:r>
            <a:r>
              <a:rPr dirty="0" smtClean="0" sz="2400" spc="-8">
                <a:latin typeface="Times New Roman"/>
                <a:cs typeface="Times New Roman"/>
              </a:rPr>
              <a:t>a</a:t>
            </a:r>
            <a:r>
              <a:rPr dirty="0" smtClean="0" sz="2400" spc="-8">
                <a:latin typeface="Times New Roman"/>
                <a:cs typeface="Times New Roman"/>
              </a:rPr>
              <a:t>c</a:t>
            </a:r>
            <a:r>
              <a:rPr dirty="0" smtClean="0" sz="2400" spc="-8">
                <a:latin typeface="Times New Roman"/>
                <a:cs typeface="Times New Roman"/>
              </a:rPr>
              <a:t>count</a:t>
            </a:r>
            <a:r>
              <a:rPr dirty="0" smtClean="0" sz="2400" spc="-8">
                <a:latin typeface="Times New Roman"/>
                <a:cs typeface="Times New Roman"/>
              </a:rPr>
              <a:t> </a:t>
            </a:r>
            <a:r>
              <a:rPr dirty="0" smtClean="0" sz="2400" spc="-8">
                <a:latin typeface="Times New Roman"/>
                <a:cs typeface="Times New Roman"/>
              </a:rPr>
              <a:t>bo</a:t>
            </a:r>
            <a:r>
              <a:rPr dirty="0" smtClean="0" sz="2400" spc="-8">
                <a:latin typeface="Times New Roman"/>
                <a:cs typeface="Times New Roman"/>
              </a:rPr>
              <a:t>t</a:t>
            </a:r>
            <a:r>
              <a:rPr dirty="0" smtClean="0" sz="2400" spc="-8">
                <a:latin typeface="Times New Roman"/>
                <a:cs typeface="Times New Roman"/>
              </a:rPr>
              <a:t>h: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5642991" y="1558514"/>
            <a:ext cx="223726" cy="330517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>
                <a:latin typeface="Times New Roman"/>
                <a:cs typeface="Times New Roman"/>
              </a:rPr>
              <a:t>–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5929884" y="1558514"/>
            <a:ext cx="2512717" cy="1499490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 spc="-3">
                <a:latin typeface="Times New Roman"/>
                <a:cs typeface="Times New Roman"/>
              </a:rPr>
              <a:t>Me</a:t>
            </a:r>
            <a:r>
              <a:rPr dirty="0" smtClean="0" sz="2400" spc="-3">
                <a:latin typeface="Times New Roman"/>
                <a:cs typeface="Times New Roman"/>
              </a:rPr>
              <a:t>t</a:t>
            </a:r>
            <a:r>
              <a:rPr dirty="0" smtClean="0" sz="2400" spc="-3">
                <a:latin typeface="Times New Roman"/>
                <a:cs typeface="Times New Roman"/>
              </a:rPr>
              <a:t>hod</a:t>
            </a:r>
            <a:r>
              <a:rPr dirty="0" smtClean="0" sz="2400" spc="-3">
                <a:latin typeface="Times New Roman"/>
                <a:cs typeface="Times New Roman"/>
              </a:rPr>
              <a:t> </a:t>
            </a:r>
            <a:r>
              <a:rPr dirty="0" smtClean="0" sz="2400" spc="-3">
                <a:latin typeface="Times New Roman"/>
                <a:cs typeface="Times New Roman"/>
              </a:rPr>
              <a:t>1</a:t>
            </a:r>
            <a:r>
              <a:rPr dirty="0" smtClean="0" sz="2400" spc="-3">
                <a:latin typeface="Times New Roman"/>
                <a:cs typeface="Times New Roman"/>
              </a:rPr>
              <a:t> </a:t>
            </a:r>
            <a:r>
              <a:rPr dirty="0" smtClean="0" sz="2400" spc="-3">
                <a:latin typeface="Times New Roman"/>
                <a:cs typeface="Times New Roman"/>
              </a:rPr>
              <a:t>i</a:t>
            </a:r>
            <a:r>
              <a:rPr dirty="0" smtClean="0" sz="2400" spc="-3">
                <a:latin typeface="Times New Roman"/>
                <a:cs typeface="Times New Roman"/>
              </a:rPr>
              <a:t>s</a:t>
            </a:r>
            <a:r>
              <a:rPr dirty="0" smtClean="0" sz="2400" spc="-3">
                <a:latin typeface="Times New Roman"/>
                <a:cs typeface="Times New Roman"/>
              </a:rPr>
              <a:t> </a:t>
            </a:r>
            <a:r>
              <a:rPr dirty="0" smtClean="0" sz="2400" spc="-3">
                <a:latin typeface="Times New Roman"/>
                <a:cs typeface="Times New Roman"/>
              </a:rPr>
              <a:t>s</a:t>
            </a:r>
            <a:r>
              <a:rPr dirty="0" smtClean="0" sz="2400" spc="-3">
                <a:latin typeface="Times New Roman"/>
                <a:cs typeface="Times New Roman"/>
              </a:rPr>
              <a:t>i</a:t>
            </a:r>
            <a:r>
              <a:rPr dirty="0" smtClean="0" sz="2400" spc="-3">
                <a:latin typeface="Times New Roman"/>
                <a:cs typeface="Times New Roman"/>
              </a:rPr>
              <a:t>m</a:t>
            </a:r>
            <a:r>
              <a:rPr dirty="0" smtClean="0" sz="2400" spc="-3">
                <a:latin typeface="Times New Roman"/>
                <a:cs typeface="Times New Roman"/>
              </a:rPr>
              <a:t>p</a:t>
            </a:r>
            <a:r>
              <a:rPr dirty="0" smtClean="0" sz="2400" spc="-3">
                <a:latin typeface="Times New Roman"/>
                <a:cs typeface="Times New Roman"/>
              </a:rPr>
              <a:t>l</a:t>
            </a:r>
            <a:r>
              <a:rPr dirty="0" smtClean="0" sz="2400" spc="-3">
                <a:latin typeface="Times New Roman"/>
                <a:cs typeface="Times New Roman"/>
              </a:rPr>
              <a:t>er</a:t>
            </a:r>
            <a:endParaRPr sz="2400">
              <a:latin typeface="Times New Roman"/>
              <a:cs typeface="Times New Roman"/>
            </a:endParaRPr>
          </a:p>
          <a:p>
            <a:pPr marL="12700" marR="45767">
              <a:lnSpc>
                <a:spcPct val="95825"/>
              </a:lnSpc>
            </a:pPr>
            <a:r>
              <a:rPr dirty="0" smtClean="0" sz="2400" spc="-2">
                <a:latin typeface="Times New Roman"/>
                <a:cs typeface="Times New Roman"/>
              </a:rPr>
              <a:t>m</a:t>
            </a:r>
            <a:r>
              <a:rPr dirty="0" smtClean="0" sz="2400" spc="-2">
                <a:latin typeface="Times New Roman"/>
                <a:cs typeface="Times New Roman"/>
              </a:rPr>
              <a:t>e</a:t>
            </a:r>
            <a:r>
              <a:rPr dirty="0" smtClean="0" sz="2400" spc="-2">
                <a:latin typeface="Times New Roman"/>
                <a:cs typeface="Times New Roman"/>
              </a:rPr>
              <a:t>t</a:t>
            </a:r>
            <a:r>
              <a:rPr dirty="0" smtClean="0" sz="2400" spc="-2">
                <a:latin typeface="Times New Roman"/>
                <a:cs typeface="Times New Roman"/>
              </a:rPr>
              <a:t>hod</a:t>
            </a:r>
            <a:r>
              <a:rPr dirty="0" smtClean="0" sz="2400" spc="-2">
                <a:latin typeface="Times New Roman"/>
                <a:cs typeface="Times New Roman"/>
              </a:rPr>
              <a:t> </a:t>
            </a:r>
            <a:r>
              <a:rPr dirty="0" smtClean="0" sz="2400" spc="-2"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  <a:p>
            <a:pPr marL="12700" marR="293117">
              <a:lnSpc>
                <a:spcPct val="100041"/>
              </a:lnSpc>
              <a:spcBef>
                <a:spcPts val="681"/>
              </a:spcBef>
            </a:pPr>
            <a:r>
              <a:rPr dirty="0" smtClean="0" sz="2400">
                <a:latin typeface="Times New Roman"/>
                <a:cs typeface="Times New Roman"/>
              </a:rPr>
              <a:t>Method</a:t>
            </a:r>
            <a:r>
              <a:rPr dirty="0" smtClean="0" sz="2400">
                <a:latin typeface="Times New Roman"/>
                <a:cs typeface="Times New Roman"/>
              </a:rPr>
              <a:t> </a:t>
            </a:r>
            <a:r>
              <a:rPr dirty="0" smtClean="0" sz="2400">
                <a:latin typeface="Times New Roman"/>
                <a:cs typeface="Times New Roman"/>
              </a:rPr>
              <a:t>2</a:t>
            </a:r>
            <a:r>
              <a:rPr dirty="0" smtClean="0" sz="2400">
                <a:latin typeface="Times New Roman"/>
                <a:cs typeface="Times New Roman"/>
              </a:rPr>
              <a:t> </a:t>
            </a:r>
            <a:r>
              <a:rPr dirty="0" smtClean="0" sz="2400" spc="-14">
                <a:latin typeface="Times New Roman"/>
                <a:cs typeface="Times New Roman"/>
              </a:rPr>
              <a:t>i</a:t>
            </a:r>
            <a:r>
              <a:rPr dirty="0" smtClean="0" sz="2400" spc="0">
                <a:latin typeface="Times New Roman"/>
                <a:cs typeface="Times New Roman"/>
              </a:rPr>
              <a:t>s</a:t>
            </a:r>
            <a:r>
              <a:rPr dirty="0" smtClean="0" sz="2400" spc="0">
                <a:latin typeface="Times New Roman"/>
                <a:cs typeface="Times New Roman"/>
              </a:rPr>
              <a:t> </a:t>
            </a:r>
            <a:r>
              <a:rPr dirty="0" smtClean="0" sz="2400" spc="-19">
                <a:latin typeface="Times New Roman"/>
                <a:cs typeface="Times New Roman"/>
              </a:rPr>
              <a:t>m</a:t>
            </a:r>
            <a:r>
              <a:rPr dirty="0" smtClean="0" sz="2400" spc="0">
                <a:latin typeface="Times New Roman"/>
                <a:cs typeface="Times New Roman"/>
              </a:rPr>
              <a:t>ore</a:t>
            </a:r>
            <a:r>
              <a:rPr dirty="0" smtClean="0" sz="2400" spc="0">
                <a:latin typeface="Times New Roman"/>
                <a:cs typeface="Times New Roman"/>
              </a:rPr>
              <a:t> </a:t>
            </a:r>
            <a:r>
              <a:rPr dirty="0" smtClean="0" sz="2400" spc="0">
                <a:latin typeface="Times New Roman"/>
                <a:cs typeface="Times New Roman"/>
              </a:rPr>
              <a:t>a</a:t>
            </a:r>
            <a:r>
              <a:rPr dirty="0" smtClean="0" sz="2400" spc="-9">
                <a:latin typeface="Times New Roman"/>
                <a:cs typeface="Times New Roman"/>
              </a:rPr>
              <a:t>c</a:t>
            </a:r>
            <a:r>
              <a:rPr dirty="0" smtClean="0" sz="2400" spc="0">
                <a:latin typeface="Times New Roman"/>
                <a:cs typeface="Times New Roman"/>
              </a:rPr>
              <a:t>cur</a:t>
            </a:r>
            <a:r>
              <a:rPr dirty="0" smtClean="0" sz="2400" spc="-9">
                <a:latin typeface="Times New Roman"/>
                <a:cs typeface="Times New Roman"/>
              </a:rPr>
              <a:t>a</a:t>
            </a:r>
            <a:r>
              <a:rPr dirty="0" smtClean="0" sz="2400" spc="0">
                <a:latin typeface="Times New Roman"/>
                <a:cs typeface="Times New Roman"/>
              </a:rPr>
              <a:t>te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8451680" y="1558514"/>
            <a:ext cx="594749" cy="330517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 spc="-2">
                <a:latin typeface="Times New Roman"/>
                <a:cs typeface="Times New Roman"/>
              </a:rPr>
              <a:t>t</a:t>
            </a:r>
            <a:r>
              <a:rPr dirty="0" smtClean="0" sz="2400" spc="-2">
                <a:latin typeface="Times New Roman"/>
                <a:cs typeface="Times New Roman"/>
              </a:rPr>
              <a:t>h</a:t>
            </a:r>
            <a:r>
              <a:rPr dirty="0" smtClean="0" sz="2400" spc="-2">
                <a:latin typeface="Times New Roman"/>
                <a:cs typeface="Times New Roman"/>
              </a:rPr>
              <a:t>a</a:t>
            </a:r>
            <a:r>
              <a:rPr dirty="0" smtClean="0" sz="2400" spc="-2">
                <a:latin typeface="Times New Roman"/>
                <a:cs typeface="Times New Roman"/>
              </a:rPr>
              <a:t>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993457" y="1733953"/>
            <a:ext cx="158908" cy="643256"/>
          </a:xfrm>
          <a:prstGeom prst="rect">
            <a:avLst/>
          </a:prstGeom>
        </p:spPr>
        <p:txBody>
          <a:bodyPr wrap="square" lIns="0" tIns="14255" rIns="0" bIns="0" rtlCol="0">
            <a:noAutofit/>
          </a:bodyPr>
          <a:lstStyle/>
          <a:p>
            <a:pPr marL="12700">
              <a:lnSpc>
                <a:spcPts val="2245"/>
              </a:lnSpc>
            </a:pPr>
            <a:r>
              <a:rPr dirty="0" smtClean="0" sz="2100">
                <a:latin typeface="Times New Roman"/>
                <a:cs typeface="Times New Roman"/>
              </a:rPr>
              <a:t>•</a:t>
            </a:r>
            <a:endParaRPr sz="2100">
              <a:latin typeface="Times New Roman"/>
              <a:cs typeface="Times New Roman"/>
            </a:endParaRPr>
          </a:p>
          <a:p>
            <a:pPr marL="12700" marR="158">
              <a:lnSpc>
                <a:spcPct val="95825"/>
              </a:lnSpc>
              <a:spcBef>
                <a:spcPts val="232"/>
              </a:spcBef>
            </a:pPr>
            <a:r>
              <a:rPr dirty="0" smtClean="0" sz="2100">
                <a:latin typeface="Times New Roman"/>
                <a:cs typeface="Times New Roman"/>
              </a:rPr>
              <a:t>•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288034" y="1733953"/>
            <a:ext cx="2946304" cy="643256"/>
          </a:xfrm>
          <a:prstGeom prst="rect">
            <a:avLst/>
          </a:prstGeom>
        </p:spPr>
        <p:txBody>
          <a:bodyPr wrap="square" lIns="0" tIns="14255" rIns="0" bIns="0" rtlCol="0">
            <a:noAutofit/>
          </a:bodyPr>
          <a:lstStyle/>
          <a:p>
            <a:pPr marL="12700">
              <a:lnSpc>
                <a:spcPts val="2245"/>
              </a:lnSpc>
            </a:pPr>
            <a:r>
              <a:rPr dirty="0" smtClean="0" sz="2100" spc="1">
                <a:latin typeface="Times New Roman"/>
                <a:cs typeface="Times New Roman"/>
              </a:rPr>
              <a:t>th</a:t>
            </a:r>
            <a:r>
              <a:rPr dirty="0" smtClean="0" sz="2100" spc="1">
                <a:latin typeface="Times New Roman"/>
                <a:cs typeface="Times New Roman"/>
              </a:rPr>
              <a:t>e</a:t>
            </a:r>
            <a:r>
              <a:rPr dirty="0" smtClean="0" sz="2100" spc="1">
                <a:latin typeface="Times New Roman"/>
                <a:cs typeface="Times New Roman"/>
              </a:rPr>
              <a:t>o</a:t>
            </a:r>
            <a:r>
              <a:rPr dirty="0" smtClean="0" sz="2100" spc="1">
                <a:latin typeface="Times New Roman"/>
                <a:cs typeface="Times New Roman"/>
              </a:rPr>
              <a:t>r</a:t>
            </a:r>
            <a:r>
              <a:rPr dirty="0" smtClean="0" sz="2100" spc="1">
                <a:latin typeface="Times New Roman"/>
                <a:cs typeface="Times New Roman"/>
              </a:rPr>
              <a:t>e</a:t>
            </a:r>
            <a:r>
              <a:rPr dirty="0" smtClean="0" sz="2100" spc="1">
                <a:latin typeface="Times New Roman"/>
                <a:cs typeface="Times New Roman"/>
              </a:rPr>
              <a:t>t</a:t>
            </a:r>
            <a:r>
              <a:rPr dirty="0" smtClean="0" sz="2100" spc="1">
                <a:latin typeface="Times New Roman"/>
                <a:cs typeface="Times New Roman"/>
              </a:rPr>
              <a:t>i</a:t>
            </a:r>
            <a:r>
              <a:rPr dirty="0" smtClean="0" sz="2100" spc="1">
                <a:latin typeface="Times New Roman"/>
                <a:cs typeface="Times New Roman"/>
              </a:rPr>
              <a:t>c</a:t>
            </a:r>
            <a:r>
              <a:rPr dirty="0" smtClean="0" sz="2100" spc="1">
                <a:latin typeface="Times New Roman"/>
                <a:cs typeface="Times New Roman"/>
              </a:rPr>
              <a:t>a</a:t>
            </a:r>
            <a:r>
              <a:rPr dirty="0" smtClean="0" sz="2100" spc="1">
                <a:latin typeface="Times New Roman"/>
                <a:cs typeface="Times New Roman"/>
              </a:rPr>
              <a:t>l</a:t>
            </a:r>
            <a:r>
              <a:rPr dirty="0" smtClean="0" sz="2100" spc="1">
                <a:latin typeface="Times New Roman"/>
                <a:cs typeface="Times New Roman"/>
              </a:rPr>
              <a:t> </a:t>
            </a:r>
            <a:r>
              <a:rPr dirty="0" smtClean="0" sz="2100" spc="1">
                <a:latin typeface="Times New Roman"/>
                <a:cs typeface="Times New Roman"/>
              </a:rPr>
              <a:t>d</a:t>
            </a:r>
            <a:r>
              <a:rPr dirty="0" smtClean="0" sz="2100" spc="1">
                <a:latin typeface="Times New Roman"/>
                <a:cs typeface="Times New Roman"/>
              </a:rPr>
              <a:t>o</a:t>
            </a:r>
            <a:r>
              <a:rPr dirty="0" smtClean="0" sz="2100" spc="1">
                <a:latin typeface="Times New Roman"/>
                <a:cs typeface="Times New Roman"/>
              </a:rPr>
              <a:t>m</a:t>
            </a:r>
            <a:r>
              <a:rPr dirty="0" smtClean="0" sz="2100" spc="1">
                <a:latin typeface="Times New Roman"/>
                <a:cs typeface="Times New Roman"/>
              </a:rPr>
              <a:t>in</a:t>
            </a:r>
            <a:r>
              <a:rPr dirty="0" smtClean="0" sz="2100" spc="1">
                <a:latin typeface="Times New Roman"/>
                <a:cs typeface="Times New Roman"/>
              </a:rPr>
              <a:t>a</a:t>
            </a:r>
            <a:r>
              <a:rPr dirty="0" smtClean="0" sz="2100" spc="1">
                <a:latin typeface="Times New Roman"/>
                <a:cs typeface="Times New Roman"/>
              </a:rPr>
              <a:t>n</a:t>
            </a:r>
            <a:r>
              <a:rPr dirty="0" smtClean="0" sz="2100" spc="1">
                <a:latin typeface="Times New Roman"/>
                <a:cs typeface="Times New Roman"/>
              </a:rPr>
              <a:t>c</a:t>
            </a:r>
            <a:r>
              <a:rPr dirty="0" smtClean="0" sz="2100" spc="1">
                <a:latin typeface="Times New Roman"/>
                <a:cs typeface="Times New Roman"/>
              </a:rPr>
              <a:t>e</a:t>
            </a:r>
            <a:r>
              <a:rPr dirty="0" smtClean="0" sz="2100" spc="1">
                <a:latin typeface="Times New Roman"/>
                <a:cs typeface="Times New Roman"/>
              </a:rPr>
              <a:t> </a:t>
            </a:r>
            <a:r>
              <a:rPr dirty="0" smtClean="0" sz="2100" spc="1">
                <a:latin typeface="Times New Roman"/>
                <a:cs typeface="Times New Roman"/>
              </a:rPr>
              <a:t>a</a:t>
            </a:r>
            <a:r>
              <a:rPr dirty="0" smtClean="0" sz="2100" spc="1">
                <a:latin typeface="Times New Roman"/>
                <a:cs typeface="Times New Roman"/>
              </a:rPr>
              <a:t>r</a:t>
            </a:r>
            <a:r>
              <a:rPr dirty="0" smtClean="0" sz="2100" spc="1">
                <a:latin typeface="Times New Roman"/>
                <a:cs typeface="Times New Roman"/>
              </a:rPr>
              <a:t>e</a:t>
            </a:r>
            <a:r>
              <a:rPr dirty="0" smtClean="0" sz="2100" spc="1">
                <a:latin typeface="Times New Roman"/>
                <a:cs typeface="Times New Roman"/>
              </a:rPr>
              <a:t>a</a:t>
            </a:r>
            <a:endParaRPr sz="2100">
              <a:latin typeface="Times New Roman"/>
              <a:cs typeface="Times New Roman"/>
            </a:endParaRPr>
          </a:p>
          <a:p>
            <a:pPr marL="12700" marR="9340">
              <a:lnSpc>
                <a:spcPct val="95825"/>
              </a:lnSpc>
              <a:spcBef>
                <a:spcPts val="232"/>
              </a:spcBef>
            </a:pPr>
            <a:r>
              <a:rPr dirty="0" smtClean="0" sz="2100" spc="0">
                <a:latin typeface="Times New Roman"/>
                <a:cs typeface="Times New Roman"/>
              </a:rPr>
              <a:t>p</a:t>
            </a:r>
            <a:r>
              <a:rPr dirty="0" smtClean="0" sz="2100" spc="0">
                <a:latin typeface="Times New Roman"/>
                <a:cs typeface="Times New Roman"/>
              </a:rPr>
              <a:t>la</a:t>
            </a:r>
            <a:r>
              <a:rPr dirty="0" smtClean="0" sz="2100" spc="0">
                <a:latin typeface="Times New Roman"/>
                <a:cs typeface="Times New Roman"/>
              </a:rPr>
              <a:t>n</a:t>
            </a:r>
            <a:r>
              <a:rPr dirty="0" smtClean="0" sz="2100" spc="0">
                <a:latin typeface="Times New Roman"/>
                <a:cs typeface="Times New Roman"/>
              </a:rPr>
              <a:t>n</a:t>
            </a:r>
            <a:r>
              <a:rPr dirty="0" smtClean="0" sz="2100" spc="0">
                <a:latin typeface="Times New Roman"/>
                <a:cs typeface="Times New Roman"/>
              </a:rPr>
              <a:t>e</a:t>
            </a:r>
            <a:r>
              <a:rPr dirty="0" smtClean="0" sz="2100" spc="0">
                <a:latin typeface="Times New Roman"/>
                <a:cs typeface="Times New Roman"/>
              </a:rPr>
              <a:t>r</a:t>
            </a:r>
            <a:r>
              <a:rPr dirty="0" smtClean="0" sz="2100" spc="0">
                <a:latin typeface="Times New Roman"/>
                <a:cs typeface="Times New Roman"/>
              </a:rPr>
              <a:t>'</a:t>
            </a:r>
            <a:r>
              <a:rPr dirty="0" smtClean="0" sz="2100" spc="0">
                <a:latin typeface="Times New Roman"/>
                <a:cs typeface="Times New Roman"/>
              </a:rPr>
              <a:t>s</a:t>
            </a:r>
            <a:r>
              <a:rPr dirty="0" smtClean="0" sz="2100" spc="0">
                <a:latin typeface="Times New Roman"/>
                <a:cs typeface="Times New Roman"/>
              </a:rPr>
              <a:t> </a:t>
            </a:r>
            <a:r>
              <a:rPr dirty="0" smtClean="0" sz="2100" spc="0">
                <a:latin typeface="Times New Roman"/>
                <a:cs typeface="Times New Roman"/>
              </a:rPr>
              <a:t>k</a:t>
            </a:r>
            <a:r>
              <a:rPr dirty="0" smtClean="0" sz="2100" spc="0">
                <a:latin typeface="Times New Roman"/>
                <a:cs typeface="Times New Roman"/>
              </a:rPr>
              <a:t>n</a:t>
            </a:r>
            <a:r>
              <a:rPr dirty="0" smtClean="0" sz="2100" spc="0">
                <a:latin typeface="Times New Roman"/>
                <a:cs typeface="Times New Roman"/>
              </a:rPr>
              <a:t>o</a:t>
            </a:r>
            <a:r>
              <a:rPr dirty="0" smtClean="0" sz="2100" spc="0">
                <a:latin typeface="Times New Roman"/>
                <a:cs typeface="Times New Roman"/>
              </a:rPr>
              <a:t>wl</a:t>
            </a:r>
            <a:r>
              <a:rPr dirty="0" smtClean="0" sz="2100" spc="0">
                <a:latin typeface="Times New Roman"/>
                <a:cs typeface="Times New Roman"/>
              </a:rPr>
              <a:t>e</a:t>
            </a:r>
            <a:r>
              <a:rPr dirty="0" smtClean="0" sz="2100" spc="0">
                <a:latin typeface="Times New Roman"/>
                <a:cs typeface="Times New Roman"/>
              </a:rPr>
              <a:t>d</a:t>
            </a:r>
            <a:r>
              <a:rPr dirty="0" smtClean="0" sz="2100" spc="0">
                <a:latin typeface="Times New Roman"/>
                <a:cs typeface="Times New Roman"/>
              </a:rPr>
              <a:t>g</a:t>
            </a:r>
            <a:r>
              <a:rPr dirty="0" smtClean="0" sz="2100" spc="0">
                <a:latin typeface="Times New Roman"/>
                <a:cs typeface="Times New Roman"/>
              </a:rPr>
              <a:t>e</a:t>
            </a:r>
            <a:r>
              <a:rPr dirty="0" smtClean="0" sz="2100" spc="0">
                <a:latin typeface="Times New Roman"/>
                <a:cs typeface="Times New Roman"/>
              </a:rPr>
              <a:t> </a:t>
            </a:r>
            <a:r>
              <a:rPr dirty="0" smtClean="0" sz="2100" spc="0">
                <a:latin typeface="Times New Roman"/>
                <a:cs typeface="Times New Roman"/>
              </a:rPr>
              <a:t>o</a:t>
            </a:r>
            <a:r>
              <a:rPr dirty="0" smtClean="0" sz="2100" spc="0">
                <a:latin typeface="Times New Roman"/>
                <a:cs typeface="Times New Roman"/>
              </a:rPr>
              <a:t>f</a:t>
            </a:r>
            <a:r>
              <a:rPr dirty="0" smtClean="0" sz="2100" spc="0">
                <a:latin typeface="Times New Roman"/>
                <a:cs typeface="Times New Roman"/>
              </a:rPr>
              <a:t> </a:t>
            </a:r>
            <a:r>
              <a:rPr dirty="0" smtClean="0" sz="2100" spc="0">
                <a:latin typeface="Times New Roman"/>
                <a:cs typeface="Times New Roman"/>
              </a:rPr>
              <a:t>t</a:t>
            </a:r>
            <a:r>
              <a:rPr dirty="0" smtClean="0" sz="2100" spc="0">
                <a:latin typeface="Times New Roman"/>
                <a:cs typeface="Times New Roman"/>
              </a:rPr>
              <a:t>h</a:t>
            </a:r>
            <a:r>
              <a:rPr dirty="0" smtClean="0" sz="2100" spc="0">
                <a:latin typeface="Times New Roman"/>
                <a:cs typeface="Times New Roman"/>
              </a:rPr>
              <a:t>e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4227068" y="1733953"/>
            <a:ext cx="461200" cy="643256"/>
          </a:xfrm>
          <a:prstGeom prst="rect">
            <a:avLst/>
          </a:prstGeom>
        </p:spPr>
        <p:txBody>
          <a:bodyPr wrap="square" lIns="0" tIns="14255" rIns="0" bIns="0" rtlCol="0">
            <a:noAutofit/>
          </a:bodyPr>
          <a:lstStyle/>
          <a:p>
            <a:pPr marL="21806">
              <a:lnSpc>
                <a:spcPts val="2245"/>
              </a:lnSpc>
            </a:pPr>
            <a:r>
              <a:rPr dirty="0" smtClean="0" sz="2100" spc="3">
                <a:latin typeface="Times New Roman"/>
                <a:cs typeface="Times New Roman"/>
              </a:rPr>
              <a:t>a</a:t>
            </a:r>
            <a:r>
              <a:rPr dirty="0" smtClean="0" sz="2100" spc="3">
                <a:latin typeface="Times New Roman"/>
                <a:cs typeface="Times New Roman"/>
              </a:rPr>
              <a:t>n</a:t>
            </a:r>
            <a:r>
              <a:rPr dirty="0" smtClean="0" sz="2100" spc="3">
                <a:latin typeface="Times New Roman"/>
                <a:cs typeface="Times New Roman"/>
              </a:rPr>
              <a:t>d</a:t>
            </a:r>
            <a:endParaRPr sz="2100">
              <a:latin typeface="Times New Roman"/>
              <a:cs typeface="Times New Roman"/>
            </a:endParaRPr>
          </a:p>
          <a:p>
            <a:pPr marL="12700" marR="26682">
              <a:lnSpc>
                <a:spcPct val="95825"/>
              </a:lnSpc>
              <a:spcBef>
                <a:spcPts val="232"/>
              </a:spcBef>
            </a:pPr>
            <a:r>
              <a:rPr dirty="0" smtClean="0" sz="2100" spc="-2">
                <a:latin typeface="Times New Roman"/>
                <a:cs typeface="Times New Roman"/>
              </a:rPr>
              <a:t>si</a:t>
            </a:r>
            <a:r>
              <a:rPr dirty="0" smtClean="0" sz="2100" spc="-2">
                <a:latin typeface="Times New Roman"/>
                <a:cs typeface="Times New Roman"/>
              </a:rPr>
              <a:t>t</a:t>
            </a:r>
            <a:r>
              <a:rPr dirty="0" smtClean="0" sz="2100" spc="-2">
                <a:latin typeface="Times New Roman"/>
                <a:cs typeface="Times New Roman"/>
              </a:rPr>
              <a:t>e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5642991" y="2361791"/>
            <a:ext cx="223520" cy="330200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>
                <a:latin typeface="Times New Roman"/>
                <a:cs typeface="Times New Roman"/>
              </a:rPr>
              <a:t>–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535940" y="2447895"/>
            <a:ext cx="223726" cy="330517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>
                <a:latin typeface="Times New Roman"/>
                <a:cs typeface="Times New Roman"/>
              </a:rPr>
              <a:t>–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899477" y="2447895"/>
            <a:ext cx="1819796" cy="330517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 spc="-2">
                <a:latin typeface="Times New Roman"/>
                <a:cs typeface="Times New Roman"/>
              </a:rPr>
              <a:t>St</a:t>
            </a:r>
            <a:r>
              <a:rPr dirty="0" smtClean="0" sz="2400" spc="-2">
                <a:latin typeface="Times New Roman"/>
                <a:cs typeface="Times New Roman"/>
              </a:rPr>
              <a:t>a</a:t>
            </a:r>
            <a:r>
              <a:rPr dirty="0" smtClean="0" sz="2400" spc="-2">
                <a:latin typeface="Times New Roman"/>
                <a:cs typeface="Times New Roman"/>
              </a:rPr>
              <a:t>r</a:t>
            </a:r>
            <a:r>
              <a:rPr dirty="0" smtClean="0" sz="2400" spc="-2">
                <a:latin typeface="Times New Roman"/>
                <a:cs typeface="Times New Roman"/>
              </a:rPr>
              <a:t>t</a:t>
            </a:r>
            <a:r>
              <a:rPr dirty="0" smtClean="0" sz="2400" spc="-2">
                <a:latin typeface="Times New Roman"/>
                <a:cs typeface="Times New Roman"/>
              </a:rPr>
              <a:t>i</a:t>
            </a:r>
            <a:r>
              <a:rPr dirty="0" smtClean="0" sz="2400" spc="-2">
                <a:latin typeface="Times New Roman"/>
                <a:cs typeface="Times New Roman"/>
              </a:rPr>
              <a:t>ng</a:t>
            </a:r>
            <a:r>
              <a:rPr dirty="0" smtClean="0" sz="2400" spc="-2">
                <a:latin typeface="Times New Roman"/>
                <a:cs typeface="Times New Roman"/>
              </a:rPr>
              <a:t> </a:t>
            </a:r>
            <a:r>
              <a:rPr dirty="0" smtClean="0" sz="2400" spc="-2">
                <a:latin typeface="Times New Roman"/>
                <a:cs typeface="Times New Roman"/>
              </a:rPr>
              <a:t>po</a:t>
            </a:r>
            <a:r>
              <a:rPr dirty="0" smtClean="0" sz="2400" spc="-2">
                <a:latin typeface="Times New Roman"/>
                <a:cs typeface="Times New Roman"/>
              </a:rPr>
              <a:t>i</a:t>
            </a:r>
            <a:r>
              <a:rPr dirty="0" smtClean="0" sz="2400" spc="-2">
                <a:latin typeface="Times New Roman"/>
                <a:cs typeface="Times New Roman"/>
              </a:rPr>
              <a:t>n</a:t>
            </a:r>
            <a:r>
              <a:rPr dirty="0" smtClean="0" sz="2400" spc="-2">
                <a:latin typeface="Times New Roman"/>
                <a:cs typeface="Times New Roman"/>
              </a:rPr>
              <a:t>t</a:t>
            </a:r>
            <a:r>
              <a:rPr dirty="0" smtClean="0" sz="2400" spc="-2"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993457" y="2839743"/>
            <a:ext cx="158750" cy="645160"/>
          </a:xfrm>
          <a:prstGeom prst="rect">
            <a:avLst/>
          </a:prstGeom>
        </p:spPr>
        <p:txBody>
          <a:bodyPr wrap="square" lIns="0" tIns="14255" rIns="0" bIns="0" rtlCol="0">
            <a:noAutofit/>
          </a:bodyPr>
          <a:lstStyle/>
          <a:p>
            <a:pPr marL="12700">
              <a:lnSpc>
                <a:spcPts val="2245"/>
              </a:lnSpc>
            </a:pPr>
            <a:r>
              <a:rPr dirty="0" smtClean="0" sz="2100">
                <a:latin typeface="Times New Roman"/>
                <a:cs typeface="Times New Roman"/>
              </a:rPr>
              <a:t>•</a:t>
            </a:r>
            <a:endParaRPr sz="2100">
              <a:latin typeface="Times New Roman"/>
              <a:cs typeface="Times New Roman"/>
            </a:endParaRPr>
          </a:p>
          <a:p>
            <a:pPr marL="12700">
              <a:lnSpc>
                <a:spcPct val="95825"/>
              </a:lnSpc>
              <a:spcBef>
                <a:spcPts val="252"/>
              </a:spcBef>
            </a:pPr>
            <a:r>
              <a:rPr dirty="0" smtClean="0" sz="2100">
                <a:latin typeface="Times New Roman"/>
                <a:cs typeface="Times New Roman"/>
              </a:rPr>
              <a:t>•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288034" y="2839743"/>
            <a:ext cx="1537589" cy="645160"/>
          </a:xfrm>
          <a:prstGeom prst="rect">
            <a:avLst/>
          </a:prstGeom>
        </p:spPr>
        <p:txBody>
          <a:bodyPr wrap="square" lIns="0" tIns="14255" rIns="0" bIns="0" rtlCol="0">
            <a:noAutofit/>
          </a:bodyPr>
          <a:lstStyle/>
          <a:p>
            <a:pPr marL="12700">
              <a:lnSpc>
                <a:spcPts val="2245"/>
              </a:lnSpc>
            </a:pPr>
            <a:r>
              <a:rPr dirty="0" smtClean="0" sz="2100" spc="2">
                <a:latin typeface="Times New Roman"/>
                <a:cs typeface="Times New Roman"/>
              </a:rPr>
              <a:t>c</a:t>
            </a:r>
            <a:r>
              <a:rPr dirty="0" smtClean="0" sz="2100" spc="2">
                <a:latin typeface="Times New Roman"/>
                <a:cs typeface="Times New Roman"/>
              </a:rPr>
              <a:t>ri</a:t>
            </a:r>
            <a:r>
              <a:rPr dirty="0" smtClean="0" sz="2100" spc="2">
                <a:latin typeface="Times New Roman"/>
                <a:cs typeface="Times New Roman"/>
              </a:rPr>
              <a:t>t</a:t>
            </a:r>
            <a:r>
              <a:rPr dirty="0" smtClean="0" sz="2100" spc="2">
                <a:latin typeface="Times New Roman"/>
                <a:cs typeface="Times New Roman"/>
              </a:rPr>
              <a:t>ic</a:t>
            </a:r>
            <a:r>
              <a:rPr dirty="0" smtClean="0" sz="2100" spc="2">
                <a:latin typeface="Times New Roman"/>
                <a:cs typeface="Times New Roman"/>
              </a:rPr>
              <a:t>a</a:t>
            </a:r>
            <a:r>
              <a:rPr dirty="0" smtClean="0" sz="2100" spc="2">
                <a:latin typeface="Times New Roman"/>
                <a:cs typeface="Times New Roman"/>
              </a:rPr>
              <a:t>l</a:t>
            </a:r>
            <a:r>
              <a:rPr dirty="0" smtClean="0" sz="2100" spc="2">
                <a:latin typeface="Times New Roman"/>
                <a:cs typeface="Times New Roman"/>
              </a:rPr>
              <a:t> </a:t>
            </a:r>
            <a:r>
              <a:rPr dirty="0" smtClean="0" sz="2100" spc="2">
                <a:latin typeface="Times New Roman"/>
                <a:cs typeface="Times New Roman"/>
              </a:rPr>
              <a:t>site</a:t>
            </a:r>
            <a:r>
              <a:rPr dirty="0" smtClean="0" sz="2100" spc="2">
                <a:latin typeface="Times New Roman"/>
                <a:cs typeface="Times New Roman"/>
              </a:rPr>
              <a:t> </a:t>
            </a:r>
            <a:r>
              <a:rPr dirty="0" smtClean="0" sz="2100" spc="2">
                <a:latin typeface="Times New Roman"/>
                <a:cs typeface="Times New Roman"/>
              </a:rPr>
              <a:t>o</a:t>
            </a:r>
            <a:r>
              <a:rPr dirty="0" smtClean="0" sz="2100" spc="2">
                <a:latin typeface="Times New Roman"/>
                <a:cs typeface="Times New Roman"/>
              </a:rPr>
              <a:t>r</a:t>
            </a:r>
            <a:endParaRPr sz="2100">
              <a:latin typeface="Times New Roman"/>
              <a:cs typeface="Times New Roman"/>
            </a:endParaRPr>
          </a:p>
          <a:p>
            <a:pPr marL="12700" marR="40005">
              <a:lnSpc>
                <a:spcPct val="95825"/>
              </a:lnSpc>
              <a:spcBef>
                <a:spcPts val="252"/>
              </a:spcBef>
            </a:pPr>
            <a:r>
              <a:rPr dirty="0" smtClean="0" sz="2100" spc="3">
                <a:latin typeface="Times New Roman"/>
                <a:cs typeface="Times New Roman"/>
              </a:rPr>
              <a:t>c</a:t>
            </a:r>
            <a:r>
              <a:rPr dirty="0" smtClean="0" sz="2100" spc="3">
                <a:latin typeface="Times New Roman"/>
                <a:cs typeface="Times New Roman"/>
              </a:rPr>
              <a:t>ri</a:t>
            </a:r>
            <a:r>
              <a:rPr dirty="0" smtClean="0" sz="2100" spc="3">
                <a:latin typeface="Times New Roman"/>
                <a:cs typeface="Times New Roman"/>
              </a:rPr>
              <a:t>t</a:t>
            </a:r>
            <a:r>
              <a:rPr dirty="0" smtClean="0" sz="2100" spc="3">
                <a:latin typeface="Times New Roman"/>
                <a:cs typeface="Times New Roman"/>
              </a:rPr>
              <a:t>ic</a:t>
            </a:r>
            <a:r>
              <a:rPr dirty="0" smtClean="0" sz="2100" spc="3">
                <a:latin typeface="Times New Roman"/>
                <a:cs typeface="Times New Roman"/>
              </a:rPr>
              <a:t>a</a:t>
            </a:r>
            <a:r>
              <a:rPr dirty="0" smtClean="0" sz="2100" spc="3">
                <a:latin typeface="Times New Roman"/>
                <a:cs typeface="Times New Roman"/>
              </a:rPr>
              <a:t>l</a:t>
            </a:r>
            <a:r>
              <a:rPr dirty="0" smtClean="0" sz="2100" spc="3">
                <a:latin typeface="Times New Roman"/>
                <a:cs typeface="Times New Roman"/>
              </a:rPr>
              <a:t> </a:t>
            </a:r>
            <a:r>
              <a:rPr dirty="0" smtClean="0" sz="2100" spc="3">
                <a:latin typeface="Times New Roman"/>
                <a:cs typeface="Times New Roman"/>
              </a:rPr>
              <a:t>a</a:t>
            </a:r>
            <a:r>
              <a:rPr dirty="0" smtClean="0" sz="2100" spc="3">
                <a:latin typeface="Times New Roman"/>
                <a:cs typeface="Times New Roman"/>
              </a:rPr>
              <a:t>r</a:t>
            </a:r>
            <a:r>
              <a:rPr dirty="0" smtClean="0" sz="2100" spc="3">
                <a:latin typeface="Times New Roman"/>
                <a:cs typeface="Times New Roman"/>
              </a:rPr>
              <a:t>e</a:t>
            </a:r>
            <a:r>
              <a:rPr dirty="0" smtClean="0" sz="2100" spc="3">
                <a:latin typeface="Times New Roman"/>
                <a:cs typeface="Times New Roman"/>
              </a:rPr>
              <a:t>a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5871591" y="3167225"/>
            <a:ext cx="1776780" cy="696022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 spc="0">
                <a:latin typeface="Times New Roman"/>
                <a:cs typeface="Times New Roman"/>
              </a:rPr>
              <a:t>(RuFBCCH</a:t>
            </a:r>
            <a:r>
              <a:rPr dirty="0" smtClean="0" sz="2400" spc="0">
                <a:latin typeface="Times New Roman"/>
                <a:cs typeface="Times New Roman"/>
              </a:rPr>
              <a:t> </a:t>
            </a:r>
            <a:r>
              <a:rPr dirty="0" smtClean="0" sz="2400" spc="0">
                <a:latin typeface="Times New Roman"/>
                <a:cs typeface="Times New Roman"/>
              </a:rPr>
              <a:t>&gt;</a:t>
            </a:r>
            <a:endParaRPr sz="2400">
              <a:latin typeface="Times New Roman"/>
              <a:cs typeface="Times New Roman"/>
            </a:endParaRPr>
          </a:p>
          <a:p>
            <a:pPr marL="70993" marR="32638">
              <a:lnSpc>
                <a:spcPct val="95825"/>
              </a:lnSpc>
            </a:pPr>
            <a:r>
              <a:rPr dirty="0" smtClean="0" sz="2400" spc="-2">
                <a:latin typeface="Times New Roman"/>
                <a:cs typeface="Times New Roman"/>
              </a:rPr>
              <a:t>i</a:t>
            </a:r>
            <a:r>
              <a:rPr dirty="0" smtClean="0" sz="2400" spc="-2">
                <a:latin typeface="Times New Roman"/>
                <a:cs typeface="Times New Roman"/>
              </a:rPr>
              <a:t>n</a:t>
            </a:r>
            <a:r>
              <a:rPr dirty="0" smtClean="0" sz="2400" spc="-2">
                <a:latin typeface="Times New Roman"/>
                <a:cs typeface="Times New Roman"/>
              </a:rPr>
              <a:t>t</a:t>
            </a:r>
            <a:r>
              <a:rPr dirty="0" smtClean="0" sz="2400" spc="-2">
                <a:latin typeface="Times New Roman"/>
                <a:cs typeface="Times New Roman"/>
              </a:rPr>
              <a:t>ra</a:t>
            </a:r>
            <a:r>
              <a:rPr dirty="0" smtClean="0" sz="2400" spc="-2">
                <a:latin typeface="Times New Roman"/>
                <a:cs typeface="Times New Roman"/>
              </a:rPr>
              <a:t>c</a:t>
            </a:r>
            <a:r>
              <a:rPr dirty="0" smtClean="0" sz="2400" spc="-2">
                <a:latin typeface="Times New Roman"/>
                <a:cs typeface="Times New Roman"/>
              </a:rPr>
              <a:t>e</a:t>
            </a:r>
            <a:r>
              <a:rPr dirty="0" smtClean="0" sz="2400" spc="-2">
                <a:latin typeface="Times New Roman"/>
                <a:cs typeface="Times New Roman"/>
              </a:rPr>
              <a:t>l</a:t>
            </a:r>
            <a:r>
              <a:rPr dirty="0" smtClean="0" sz="2400" spc="-2">
                <a:latin typeface="Times New Roman"/>
                <a:cs typeface="Times New Roman"/>
              </a:rPr>
              <a:t>l</a:t>
            </a:r>
            <a:r>
              <a:rPr dirty="0" smtClean="0" sz="2400" spc="-2">
                <a:latin typeface="Times New Roman"/>
                <a:cs typeface="Times New Roman"/>
              </a:rPr>
              <a:t> </a:t>
            </a:r>
            <a:r>
              <a:rPr dirty="0" smtClean="0" sz="2400" spc="-2">
                <a:latin typeface="Times New Roman"/>
                <a:cs typeface="Times New Roman"/>
              </a:rPr>
              <a:t>H</a:t>
            </a:r>
            <a:r>
              <a:rPr dirty="0" smtClean="0" sz="2400" spc="-2">
                <a:latin typeface="Times New Roman"/>
                <a:cs typeface="Times New Roman"/>
              </a:rPr>
              <a:t>O</a:t>
            </a:r>
            <a:r>
              <a:rPr dirty="0" smtClean="0" sz="2400" spc="-2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651623" y="3167225"/>
            <a:ext cx="1282090" cy="330200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>
                <a:latin typeface="Times New Roman"/>
                <a:cs typeface="Times New Roman"/>
              </a:rPr>
              <a:t>RuFTCH,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35940" y="3555589"/>
            <a:ext cx="223726" cy="1133411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>
                <a:latin typeface="Times New Roman"/>
                <a:cs typeface="Times New Roman"/>
              </a:rPr>
              <a:t>–</a:t>
            </a:r>
            <a:endParaRPr sz="2400">
              <a:latin typeface="Times New Roman"/>
              <a:cs typeface="Times New Roman"/>
            </a:endParaRPr>
          </a:p>
          <a:p>
            <a:pPr marL="12700" marR="206">
              <a:lnSpc>
                <a:spcPct val="95825"/>
              </a:lnSpc>
              <a:spcBef>
                <a:spcPts val="272"/>
              </a:spcBef>
            </a:pPr>
            <a:r>
              <a:rPr dirty="0" smtClean="0" sz="2400">
                <a:latin typeface="Times New Roman"/>
                <a:cs typeface="Times New Roman"/>
              </a:rPr>
              <a:t>–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95825"/>
              </a:lnSpc>
              <a:spcBef>
                <a:spcPts val="400"/>
              </a:spcBef>
            </a:pPr>
            <a:r>
              <a:rPr dirty="0" smtClean="0" sz="2400">
                <a:latin typeface="Times New Roman"/>
                <a:cs typeface="Times New Roman"/>
              </a:rPr>
              <a:t>–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899477" y="3555589"/>
            <a:ext cx="3545535" cy="732029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 marR="45720">
              <a:lnSpc>
                <a:spcPts val="2550"/>
              </a:lnSpc>
            </a:pPr>
            <a:r>
              <a:rPr dirty="0" smtClean="0" sz="2400" spc="-2">
                <a:latin typeface="Times New Roman"/>
                <a:cs typeface="Times New Roman"/>
              </a:rPr>
              <a:t>"c</a:t>
            </a:r>
            <a:r>
              <a:rPr dirty="0" smtClean="0" sz="2400" spc="-2">
                <a:latin typeface="Times New Roman"/>
                <a:cs typeface="Times New Roman"/>
              </a:rPr>
              <a:t>l</a:t>
            </a:r>
            <a:r>
              <a:rPr dirty="0" smtClean="0" sz="2400" spc="-2">
                <a:latin typeface="Times New Roman"/>
                <a:cs typeface="Times New Roman"/>
              </a:rPr>
              <a:t>ust</a:t>
            </a:r>
            <a:r>
              <a:rPr dirty="0" smtClean="0" sz="2400" spc="-2">
                <a:latin typeface="Times New Roman"/>
                <a:cs typeface="Times New Roman"/>
              </a:rPr>
              <a:t>e</a:t>
            </a:r>
            <a:r>
              <a:rPr dirty="0" smtClean="0" sz="2400" spc="-2">
                <a:latin typeface="Times New Roman"/>
                <a:cs typeface="Times New Roman"/>
              </a:rPr>
              <a:t>r</a:t>
            </a:r>
            <a:r>
              <a:rPr dirty="0" smtClean="0" sz="2400" spc="-2">
                <a:latin typeface="Times New Roman"/>
                <a:cs typeface="Times New Roman"/>
              </a:rPr>
              <a:t> </a:t>
            </a:r>
            <a:r>
              <a:rPr dirty="0" smtClean="0" sz="2400" spc="-2">
                <a:latin typeface="Times New Roman"/>
                <a:cs typeface="Times New Roman"/>
              </a:rPr>
              <a:t>a</a:t>
            </a:r>
            <a:r>
              <a:rPr dirty="0" smtClean="0" sz="2400" spc="-2">
                <a:latin typeface="Times New Roman"/>
                <a:cs typeface="Times New Roman"/>
              </a:rPr>
              <a:t>ppro</a:t>
            </a:r>
            <a:r>
              <a:rPr dirty="0" smtClean="0" sz="2400" spc="-2">
                <a:latin typeface="Times New Roman"/>
                <a:cs typeface="Times New Roman"/>
              </a:rPr>
              <a:t>a</a:t>
            </a:r>
            <a:r>
              <a:rPr dirty="0" smtClean="0" sz="2400" spc="-2">
                <a:latin typeface="Times New Roman"/>
                <a:cs typeface="Times New Roman"/>
              </a:rPr>
              <a:t>c</a:t>
            </a:r>
            <a:r>
              <a:rPr dirty="0" smtClean="0" sz="2400" spc="-2">
                <a:latin typeface="Times New Roman"/>
                <a:cs typeface="Times New Roman"/>
              </a:rPr>
              <a:t>h</a:t>
            </a:r>
            <a:r>
              <a:rPr dirty="0" smtClean="0" sz="2400" spc="-2">
                <a:latin typeface="Times New Roman"/>
                <a:cs typeface="Times New Roman"/>
              </a:rPr>
              <a:t>"?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95825"/>
              </a:lnSpc>
              <a:spcBef>
                <a:spcPts val="272"/>
              </a:spcBef>
            </a:pPr>
            <a:r>
              <a:rPr dirty="0" smtClean="0" sz="2400" spc="-2">
                <a:latin typeface="Times New Roman"/>
                <a:cs typeface="Times New Roman"/>
              </a:rPr>
              <a:t>"d</a:t>
            </a:r>
            <a:r>
              <a:rPr dirty="0" smtClean="0" sz="2400" spc="-2">
                <a:latin typeface="Times New Roman"/>
                <a:cs typeface="Times New Roman"/>
              </a:rPr>
              <a:t>y</a:t>
            </a:r>
            <a:r>
              <a:rPr dirty="0" smtClean="0" sz="2400" spc="-2">
                <a:latin typeface="Times New Roman"/>
                <a:cs typeface="Times New Roman"/>
              </a:rPr>
              <a:t>na</a:t>
            </a:r>
            <a:r>
              <a:rPr dirty="0" smtClean="0" sz="2400" spc="-2">
                <a:latin typeface="Times New Roman"/>
                <a:cs typeface="Times New Roman"/>
              </a:rPr>
              <a:t>m</a:t>
            </a:r>
            <a:r>
              <a:rPr dirty="0" smtClean="0" sz="2400" spc="-2">
                <a:latin typeface="Times New Roman"/>
                <a:cs typeface="Times New Roman"/>
              </a:rPr>
              <a:t>i</a:t>
            </a:r>
            <a:r>
              <a:rPr dirty="0" smtClean="0" sz="2400" spc="-2">
                <a:latin typeface="Times New Roman"/>
                <a:cs typeface="Times New Roman"/>
              </a:rPr>
              <a:t>c</a:t>
            </a:r>
            <a:r>
              <a:rPr dirty="0" smtClean="0" sz="2400" spc="-2">
                <a:latin typeface="Times New Roman"/>
                <a:cs typeface="Times New Roman"/>
              </a:rPr>
              <a:t>"</a:t>
            </a:r>
            <a:r>
              <a:rPr dirty="0" smtClean="0" sz="2400" spc="-2">
                <a:latin typeface="Times New Roman"/>
                <a:cs typeface="Times New Roman"/>
              </a:rPr>
              <a:t> </a:t>
            </a:r>
            <a:r>
              <a:rPr dirty="0" smtClean="0" sz="2400" spc="-2">
                <a:latin typeface="Times New Roman"/>
                <a:cs typeface="Times New Roman"/>
              </a:rPr>
              <a:t>BCCH</a:t>
            </a:r>
            <a:r>
              <a:rPr dirty="0" smtClean="0" sz="2400" spc="-2">
                <a:latin typeface="Times New Roman"/>
                <a:cs typeface="Times New Roman"/>
              </a:rPr>
              <a:t> </a:t>
            </a:r>
            <a:r>
              <a:rPr dirty="0" smtClean="0" sz="2400" spc="-2">
                <a:latin typeface="Times New Roman"/>
                <a:cs typeface="Times New Roman"/>
              </a:rPr>
              <a:t>a</a:t>
            </a:r>
            <a:r>
              <a:rPr dirty="0" smtClean="0" sz="2400" spc="-2">
                <a:latin typeface="Times New Roman"/>
                <a:cs typeface="Times New Roman"/>
              </a:rPr>
              <a:t>l</a:t>
            </a:r>
            <a:r>
              <a:rPr dirty="0" smtClean="0" sz="2400" spc="-2">
                <a:latin typeface="Times New Roman"/>
                <a:cs typeface="Times New Roman"/>
              </a:rPr>
              <a:t>l</a:t>
            </a:r>
            <a:r>
              <a:rPr dirty="0" smtClean="0" sz="2400" spc="-2">
                <a:latin typeface="Times New Roman"/>
                <a:cs typeface="Times New Roman"/>
              </a:rPr>
              <a:t>o</a:t>
            </a:r>
            <a:r>
              <a:rPr dirty="0" smtClean="0" sz="2400" spc="-2">
                <a:latin typeface="Times New Roman"/>
                <a:cs typeface="Times New Roman"/>
              </a:rPr>
              <a:t>c</a:t>
            </a:r>
            <a:r>
              <a:rPr dirty="0" smtClean="0" sz="2400" spc="-2">
                <a:latin typeface="Times New Roman"/>
                <a:cs typeface="Times New Roman"/>
              </a:rPr>
              <a:t>a</a:t>
            </a:r>
            <a:r>
              <a:rPr dirty="0" smtClean="0" sz="2400" spc="-2">
                <a:latin typeface="Times New Roman"/>
                <a:cs typeface="Times New Roman"/>
              </a:rPr>
              <a:t>t</a:t>
            </a:r>
            <a:r>
              <a:rPr dirty="0" smtClean="0" sz="2400" spc="-2">
                <a:latin typeface="Times New Roman"/>
                <a:cs typeface="Times New Roman"/>
              </a:rPr>
              <a:t>i</a:t>
            </a:r>
            <a:r>
              <a:rPr dirty="0" smtClean="0" sz="2400" spc="-2">
                <a:latin typeface="Times New Roman"/>
                <a:cs typeface="Times New Roman"/>
              </a:rPr>
              <a:t>on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99477" y="4358483"/>
            <a:ext cx="444021" cy="330517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>
                <a:latin typeface="Times New Roman"/>
                <a:cs typeface="Times New Roman"/>
              </a:rPr>
              <a:t>No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348610" y="4358483"/>
            <a:ext cx="3006070" cy="330517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 spc="-1">
                <a:latin typeface="Times New Roman"/>
                <a:cs typeface="Times New Roman"/>
              </a:rPr>
              <a:t>m</a:t>
            </a:r>
            <a:r>
              <a:rPr dirty="0" smtClean="0" sz="2400" spc="-1">
                <a:latin typeface="Times New Roman"/>
                <a:cs typeface="Times New Roman"/>
              </a:rPr>
              <a:t>ore</a:t>
            </a:r>
            <a:r>
              <a:rPr dirty="0" smtClean="0" sz="2400" spc="-1">
                <a:latin typeface="Times New Roman"/>
                <a:cs typeface="Times New Roman"/>
              </a:rPr>
              <a:t> </a:t>
            </a:r>
            <a:r>
              <a:rPr dirty="0" smtClean="0" sz="2400" spc="-1">
                <a:latin typeface="Times New Roman"/>
                <a:cs typeface="Times New Roman"/>
              </a:rPr>
              <a:t>t</a:t>
            </a:r>
            <a:r>
              <a:rPr dirty="0" smtClean="0" sz="2400" spc="-1">
                <a:latin typeface="Times New Roman"/>
                <a:cs typeface="Times New Roman"/>
              </a:rPr>
              <a:t>h</a:t>
            </a:r>
            <a:r>
              <a:rPr dirty="0" smtClean="0" sz="2400" spc="-1">
                <a:latin typeface="Times New Roman"/>
                <a:cs typeface="Times New Roman"/>
              </a:rPr>
              <a:t>a</a:t>
            </a:r>
            <a:r>
              <a:rPr dirty="0" smtClean="0" sz="2400" spc="-1">
                <a:latin typeface="Times New Roman"/>
                <a:cs typeface="Times New Roman"/>
              </a:rPr>
              <a:t>n</a:t>
            </a:r>
            <a:r>
              <a:rPr dirty="0" smtClean="0" sz="2400" spc="-1">
                <a:latin typeface="Times New Roman"/>
                <a:cs typeface="Times New Roman"/>
              </a:rPr>
              <a:t> </a:t>
            </a:r>
            <a:r>
              <a:rPr dirty="0" smtClean="0" sz="2400" spc="-1">
                <a:latin typeface="Times New Roman"/>
                <a:cs typeface="Times New Roman"/>
              </a:rPr>
              <a:t>60</a:t>
            </a:r>
            <a:r>
              <a:rPr dirty="0" smtClean="0" sz="2400" spc="-1">
                <a:latin typeface="Times New Roman"/>
                <a:cs typeface="Times New Roman"/>
              </a:rPr>
              <a:t>-</a:t>
            </a:r>
            <a:r>
              <a:rPr dirty="0" smtClean="0" sz="2400" spc="-1">
                <a:latin typeface="Times New Roman"/>
                <a:cs typeface="Times New Roman"/>
              </a:rPr>
              <a:t>70</a:t>
            </a:r>
            <a:r>
              <a:rPr dirty="0" smtClean="0" sz="2400" spc="-1">
                <a:latin typeface="Times New Roman"/>
                <a:cs typeface="Times New Roman"/>
              </a:rPr>
              <a:t> </a:t>
            </a:r>
            <a:r>
              <a:rPr dirty="0" smtClean="0" sz="2400" spc="-1">
                <a:latin typeface="Times New Roman"/>
                <a:cs typeface="Times New Roman"/>
              </a:rPr>
              <a:t>si</a:t>
            </a:r>
            <a:r>
              <a:rPr dirty="0" smtClean="0" sz="2400" spc="-1">
                <a:latin typeface="Times New Roman"/>
                <a:cs typeface="Times New Roman"/>
              </a:rPr>
              <a:t>t</a:t>
            </a:r>
            <a:r>
              <a:rPr dirty="0" smtClean="0" sz="2400" spc="-1">
                <a:latin typeface="Times New Roman"/>
                <a:cs typeface="Times New Roman"/>
              </a:rPr>
              <a:t>es!!!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366325" y="4568205"/>
            <a:ext cx="1178698" cy="283921"/>
          </a:xfrm>
          <a:prstGeom prst="rect">
            <a:avLst/>
          </a:prstGeom>
        </p:spPr>
        <p:txBody>
          <a:bodyPr wrap="square" lIns="0" tIns="13811" rIns="0" bIns="0" rtlCol="0">
            <a:noAutofit/>
          </a:bodyPr>
          <a:lstStyle/>
          <a:p>
            <a:pPr marL="12700">
              <a:lnSpc>
                <a:spcPts val="2175"/>
              </a:lnSpc>
            </a:pPr>
            <a:r>
              <a:rPr dirty="0" smtClean="0" sz="2050" spc="-49" b="1">
                <a:latin typeface="Arial"/>
                <a:cs typeface="Arial"/>
              </a:rPr>
              <a:t>s</a:t>
            </a:r>
            <a:r>
              <a:rPr dirty="0" smtClean="0" sz="2050" spc="-49" b="1">
                <a:latin typeface="Arial"/>
                <a:cs typeface="Arial"/>
              </a:rPr>
              <a:t>i</a:t>
            </a:r>
            <a:r>
              <a:rPr dirty="0" smtClean="0" sz="2050" spc="-49" b="1">
                <a:latin typeface="Arial"/>
                <a:cs typeface="Arial"/>
              </a:rPr>
              <a:t>m</a:t>
            </a:r>
            <a:r>
              <a:rPr dirty="0" smtClean="0" sz="2050" spc="-49" b="1">
                <a:latin typeface="Arial"/>
                <a:cs typeface="Arial"/>
              </a:rPr>
              <a:t>p</a:t>
            </a:r>
            <a:r>
              <a:rPr dirty="0" smtClean="0" sz="2050" spc="-49" b="1">
                <a:latin typeface="Arial"/>
                <a:cs typeface="Arial"/>
              </a:rPr>
              <a:t>l</a:t>
            </a:r>
            <a:r>
              <a:rPr dirty="0" smtClean="0" sz="2050" spc="-49" b="1">
                <a:latin typeface="Arial"/>
                <a:cs typeface="Arial"/>
              </a:rPr>
              <a:t>i</a:t>
            </a:r>
            <a:r>
              <a:rPr dirty="0" smtClean="0" sz="2050" spc="-49" b="1">
                <a:latin typeface="Arial"/>
                <a:cs typeface="Arial"/>
              </a:rPr>
              <a:t>c</a:t>
            </a:r>
            <a:r>
              <a:rPr dirty="0" smtClean="0" sz="2050" spc="-49" b="1">
                <a:latin typeface="Arial"/>
                <a:cs typeface="Arial"/>
              </a:rPr>
              <a:t>i</a:t>
            </a:r>
            <a:r>
              <a:rPr dirty="0" smtClean="0" sz="2050" spc="-49" b="1">
                <a:latin typeface="Arial"/>
                <a:cs typeface="Arial"/>
              </a:rPr>
              <a:t>t</a:t>
            </a:r>
            <a:r>
              <a:rPr dirty="0" smtClean="0" sz="2050" spc="-49" b="1">
                <a:latin typeface="Arial"/>
                <a:cs typeface="Arial"/>
              </a:rPr>
              <a:t>y</a:t>
            </a:r>
            <a:endParaRPr sz="205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31140" y="6472848"/>
            <a:ext cx="1024727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b="1">
                <a:latin typeface="Georgia"/>
                <a:cs typeface="Georgia"/>
              </a:rPr>
              <a:t>M</a:t>
            </a:r>
            <a:r>
              <a:rPr dirty="0" smtClean="0" sz="1800" b="1">
                <a:latin typeface="Georgia"/>
                <a:cs typeface="Georgia"/>
              </a:rPr>
              <a:t>o</a:t>
            </a:r>
            <a:r>
              <a:rPr dirty="0" smtClean="0" sz="1800" b="1">
                <a:latin typeface="Georgia"/>
                <a:cs typeface="Georgia"/>
              </a:rPr>
              <a:t>d</a:t>
            </a:r>
            <a:r>
              <a:rPr dirty="0" smtClean="0" sz="1800" b="1">
                <a:latin typeface="Georgia"/>
                <a:cs typeface="Georgia"/>
              </a:rPr>
              <a:t>ul</a:t>
            </a:r>
            <a:r>
              <a:rPr dirty="0" smtClean="0" sz="1800" b="1">
                <a:latin typeface="Georgia"/>
                <a:cs typeface="Georgia"/>
              </a:rPr>
              <a:t> </a:t>
            </a:r>
            <a:r>
              <a:rPr dirty="0" smtClean="0" sz="1800" b="1"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312875" y="6472848"/>
            <a:ext cx="4393493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0" b="1">
                <a:latin typeface="Georgia"/>
                <a:cs typeface="Georgia"/>
              </a:rPr>
              <a:t>S</a:t>
            </a:r>
            <a:r>
              <a:rPr dirty="0" smtClean="0" sz="1800" spc="0" b="1">
                <a:latin typeface="Georgia"/>
                <a:cs typeface="Georgia"/>
              </a:rPr>
              <a:t>istem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K</a:t>
            </a:r>
            <a:r>
              <a:rPr dirty="0" smtClean="0" sz="1800" spc="0" b="1">
                <a:latin typeface="Georgia"/>
                <a:cs typeface="Georgia"/>
              </a:rPr>
              <a:t>o</a:t>
            </a: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unik</a:t>
            </a:r>
            <a:r>
              <a:rPr dirty="0" smtClean="0" sz="1800" spc="0" b="1">
                <a:latin typeface="Georgia"/>
                <a:cs typeface="Georgia"/>
              </a:rPr>
              <a:t>a</a:t>
            </a:r>
            <a:r>
              <a:rPr dirty="0" smtClean="0" sz="1800" spc="0" b="1">
                <a:latin typeface="Georgia"/>
                <a:cs typeface="Georgia"/>
              </a:rPr>
              <a:t>si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B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r>
              <a:rPr dirty="0" smtClean="0" sz="1800" spc="0" b="1">
                <a:latin typeface="Georgia"/>
                <a:cs typeface="Georgia"/>
              </a:rPr>
              <a:t>g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r>
              <a:rPr dirty="0" smtClean="0" sz="1800" spc="0" b="1">
                <a:latin typeface="Georgia"/>
                <a:cs typeface="Georgia"/>
              </a:rPr>
              <a:t>a</a:t>
            </a:r>
            <a:r>
              <a:rPr dirty="0" smtClean="0" sz="1800" spc="0" b="1">
                <a:latin typeface="Georgia"/>
                <a:cs typeface="Georgia"/>
              </a:rPr>
              <a:t>k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S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lul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r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9441180" y="6472848"/>
            <a:ext cx="351701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b="1">
                <a:latin typeface="Georgia"/>
                <a:cs typeface="Georgia"/>
              </a:rPr>
              <a:t>58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897120" y="4379315"/>
            <a:ext cx="1377656" cy="33857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7" name="object 27"/>
          <p:cNvSpPr txBox="1"/>
          <p:nvPr/>
        </p:nvSpPr>
        <p:spPr>
          <a:xfrm>
            <a:off x="6274776" y="4379315"/>
            <a:ext cx="1264151" cy="33857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6" name="object 26"/>
          <p:cNvSpPr txBox="1"/>
          <p:nvPr/>
        </p:nvSpPr>
        <p:spPr>
          <a:xfrm>
            <a:off x="7538928" y="4379315"/>
            <a:ext cx="1045732" cy="338578"/>
          </a:xfrm>
          <a:prstGeom prst="rect">
            <a:avLst/>
          </a:prstGeom>
        </p:spPr>
        <p:txBody>
          <a:bodyPr wrap="square" lIns="0" tIns="14382" rIns="0" bIns="0" rtlCol="0">
            <a:noAutofit/>
          </a:bodyPr>
          <a:lstStyle/>
          <a:p>
            <a:pPr marL="200287">
              <a:lnSpc>
                <a:spcPts val="2265"/>
              </a:lnSpc>
            </a:pPr>
            <a:r>
              <a:rPr dirty="0" smtClean="0" sz="2050" spc="-216" b="1">
                <a:latin typeface="Arial"/>
                <a:cs typeface="Arial"/>
              </a:rPr>
              <a:t>BCCH</a:t>
            </a:r>
            <a:endParaRPr sz="205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584660" y="4379315"/>
            <a:ext cx="967670" cy="338578"/>
          </a:xfrm>
          <a:prstGeom prst="rect">
            <a:avLst/>
          </a:prstGeom>
        </p:spPr>
        <p:txBody>
          <a:bodyPr wrap="square" lIns="0" tIns="14382" rIns="0" bIns="0" rtlCol="0">
            <a:noAutofit/>
          </a:bodyPr>
          <a:lstStyle/>
          <a:p>
            <a:pPr marL="270620">
              <a:lnSpc>
                <a:spcPts val="2265"/>
              </a:lnSpc>
            </a:pPr>
            <a:r>
              <a:rPr dirty="0" smtClean="0" sz="2050" spc="-111" b="1">
                <a:latin typeface="Arial"/>
                <a:cs typeface="Arial"/>
              </a:rPr>
              <a:t>T</a:t>
            </a:r>
            <a:r>
              <a:rPr dirty="0" smtClean="0" sz="2050" spc="-111" b="1">
                <a:latin typeface="Arial"/>
                <a:cs typeface="Arial"/>
              </a:rPr>
              <a:t>C</a:t>
            </a:r>
            <a:r>
              <a:rPr dirty="0" smtClean="0" sz="2050" spc="-111" b="1">
                <a:latin typeface="Arial"/>
                <a:cs typeface="Arial"/>
              </a:rPr>
              <a:t>H</a:t>
            </a:r>
            <a:endParaRPr sz="205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552331" y="4379315"/>
            <a:ext cx="35434" cy="33857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3" name="object 23"/>
          <p:cNvSpPr txBox="1"/>
          <p:nvPr/>
        </p:nvSpPr>
        <p:spPr>
          <a:xfrm>
            <a:off x="4897120" y="4717893"/>
            <a:ext cx="1377656" cy="34652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2" name="object 22"/>
          <p:cNvSpPr txBox="1"/>
          <p:nvPr/>
        </p:nvSpPr>
        <p:spPr>
          <a:xfrm>
            <a:off x="6274776" y="4717893"/>
            <a:ext cx="1264151" cy="34652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1" name="object 21"/>
          <p:cNvSpPr txBox="1"/>
          <p:nvPr/>
        </p:nvSpPr>
        <p:spPr>
          <a:xfrm>
            <a:off x="7538928" y="4717893"/>
            <a:ext cx="470853" cy="346524"/>
          </a:xfrm>
          <a:prstGeom prst="rect">
            <a:avLst/>
          </a:prstGeom>
        </p:spPr>
        <p:txBody>
          <a:bodyPr wrap="square" lIns="0" tIns="11430" rIns="0" bIns="0" rtlCol="0">
            <a:noAutofit/>
          </a:bodyPr>
          <a:lstStyle/>
          <a:p>
            <a:pPr marL="78294">
              <a:lnSpc>
                <a:spcPct val="95825"/>
              </a:lnSpc>
            </a:pPr>
            <a:r>
              <a:rPr dirty="0" smtClean="0" sz="2050" spc="-7" b="1">
                <a:latin typeface="Arial"/>
                <a:cs typeface="Arial"/>
              </a:rPr>
              <a:t>C</a:t>
            </a:r>
            <a:r>
              <a:rPr dirty="0" smtClean="0" sz="2050" spc="-7" b="1">
                <a:latin typeface="Arial"/>
                <a:cs typeface="Arial"/>
              </a:rPr>
              <a:t>/</a:t>
            </a:r>
            <a:r>
              <a:rPr dirty="0" smtClean="0" sz="2050" spc="-7" b="1">
                <a:latin typeface="Arial"/>
                <a:cs typeface="Arial"/>
              </a:rPr>
              <a:t>I</a:t>
            </a:r>
            <a:endParaRPr sz="205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009781" y="4717893"/>
            <a:ext cx="574879" cy="346524"/>
          </a:xfrm>
          <a:prstGeom prst="rect">
            <a:avLst/>
          </a:prstGeom>
        </p:spPr>
        <p:txBody>
          <a:bodyPr wrap="square" lIns="0" tIns="11430" rIns="0" bIns="0" rtlCol="0">
            <a:noAutofit/>
          </a:bodyPr>
          <a:lstStyle/>
          <a:p>
            <a:pPr marL="78219">
              <a:lnSpc>
                <a:spcPct val="95825"/>
              </a:lnSpc>
            </a:pPr>
            <a:r>
              <a:rPr dirty="0" smtClean="0" sz="2050" spc="20" b="1">
                <a:latin typeface="Arial"/>
                <a:cs typeface="Arial"/>
              </a:rPr>
              <a:t>C</a:t>
            </a:r>
            <a:r>
              <a:rPr dirty="0" smtClean="0" sz="2050" spc="20" b="1">
                <a:latin typeface="Arial"/>
                <a:cs typeface="Arial"/>
              </a:rPr>
              <a:t>/</a:t>
            </a:r>
            <a:r>
              <a:rPr dirty="0" smtClean="0" sz="2050" spc="20" b="1">
                <a:latin typeface="Arial"/>
                <a:cs typeface="Arial"/>
              </a:rPr>
              <a:t>A</a:t>
            </a:r>
            <a:endParaRPr sz="205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584660" y="4717893"/>
            <a:ext cx="471010" cy="346524"/>
          </a:xfrm>
          <a:prstGeom prst="rect">
            <a:avLst/>
          </a:prstGeom>
        </p:spPr>
        <p:txBody>
          <a:bodyPr wrap="square" lIns="0" tIns="11430" rIns="0" bIns="0" rtlCol="0">
            <a:noAutofit/>
          </a:bodyPr>
          <a:lstStyle/>
          <a:p>
            <a:pPr marL="78916">
              <a:lnSpc>
                <a:spcPct val="95825"/>
              </a:lnSpc>
            </a:pPr>
            <a:r>
              <a:rPr dirty="0" smtClean="0" sz="2050" spc="-7" b="1">
                <a:latin typeface="Arial"/>
                <a:cs typeface="Arial"/>
              </a:rPr>
              <a:t>C</a:t>
            </a:r>
            <a:r>
              <a:rPr dirty="0" smtClean="0" sz="2050" spc="-7" b="1">
                <a:latin typeface="Arial"/>
                <a:cs typeface="Arial"/>
              </a:rPr>
              <a:t>/</a:t>
            </a:r>
            <a:r>
              <a:rPr dirty="0" smtClean="0" sz="2050" spc="-7" b="1">
                <a:latin typeface="Arial"/>
                <a:cs typeface="Arial"/>
              </a:rPr>
              <a:t>I</a:t>
            </a:r>
            <a:endParaRPr sz="205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055671" y="4717893"/>
            <a:ext cx="542339" cy="346524"/>
          </a:xfrm>
          <a:prstGeom prst="rect">
            <a:avLst/>
          </a:prstGeom>
        </p:spPr>
        <p:txBody>
          <a:bodyPr wrap="square" lIns="0" tIns="11430" rIns="0" bIns="0" rtlCol="0">
            <a:noAutofit/>
          </a:bodyPr>
          <a:lstStyle/>
          <a:p>
            <a:pPr marL="43364">
              <a:lnSpc>
                <a:spcPct val="95825"/>
              </a:lnSpc>
            </a:pPr>
            <a:r>
              <a:rPr dirty="0" smtClean="0" sz="2050" spc="20" b="1">
                <a:latin typeface="Arial"/>
                <a:cs typeface="Arial"/>
              </a:rPr>
              <a:t>C</a:t>
            </a:r>
            <a:r>
              <a:rPr dirty="0" smtClean="0" sz="2050" spc="20" b="1">
                <a:latin typeface="Arial"/>
                <a:cs typeface="Arial"/>
              </a:rPr>
              <a:t>/</a:t>
            </a:r>
            <a:r>
              <a:rPr dirty="0" smtClean="0" sz="2050" spc="20" b="1">
                <a:latin typeface="Arial"/>
                <a:cs typeface="Arial"/>
              </a:rPr>
              <a:t>A</a:t>
            </a:r>
            <a:endParaRPr sz="205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552331" y="4717893"/>
            <a:ext cx="35434" cy="34652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6" name="object 16"/>
          <p:cNvSpPr txBox="1"/>
          <p:nvPr/>
        </p:nvSpPr>
        <p:spPr>
          <a:xfrm>
            <a:off x="4897120" y="5064418"/>
            <a:ext cx="1377656" cy="346272"/>
          </a:xfrm>
          <a:prstGeom prst="rect">
            <a:avLst/>
          </a:prstGeom>
        </p:spPr>
        <p:txBody>
          <a:bodyPr wrap="square" lIns="0" tIns="19050" rIns="0" bIns="0" rtlCol="0">
            <a:noAutofit/>
          </a:bodyPr>
          <a:lstStyle/>
          <a:p>
            <a:pPr marL="313859">
              <a:lnSpc>
                <a:spcPct val="95825"/>
              </a:lnSpc>
            </a:pPr>
            <a:r>
              <a:rPr dirty="0" smtClean="0" sz="2050" spc="-61" b="1">
                <a:latin typeface="Arial"/>
                <a:cs typeface="Arial"/>
              </a:rPr>
              <a:t>g</a:t>
            </a:r>
            <a:r>
              <a:rPr dirty="0" smtClean="0" sz="2050" spc="-61" b="1">
                <a:latin typeface="Arial"/>
                <a:cs typeface="Arial"/>
              </a:rPr>
              <a:t>r</a:t>
            </a:r>
            <a:r>
              <a:rPr dirty="0" smtClean="0" sz="2050" spc="-61" b="1">
                <a:latin typeface="Arial"/>
                <a:cs typeface="Arial"/>
              </a:rPr>
              <a:t>oup</a:t>
            </a:r>
            <a:r>
              <a:rPr dirty="0" smtClean="0" sz="2050" spc="-61" b="1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274776" y="5064418"/>
            <a:ext cx="1264151" cy="346272"/>
          </a:xfrm>
          <a:prstGeom prst="rect">
            <a:avLst/>
          </a:prstGeom>
        </p:spPr>
        <p:txBody>
          <a:bodyPr wrap="square" lIns="0" tIns="35560" rIns="0" bIns="0" rtlCol="0">
            <a:noAutofit/>
          </a:bodyPr>
          <a:lstStyle/>
          <a:p>
            <a:pPr marL="542960" marR="516290" algn="ctr">
              <a:lnSpc>
                <a:spcPct val="95825"/>
              </a:lnSpc>
            </a:pPr>
            <a:r>
              <a:rPr dirty="0" smtClean="0" sz="2050" spc="101">
                <a:latin typeface="Arial"/>
                <a:cs typeface="Arial"/>
              </a:rPr>
              <a:t>x</a:t>
            </a:r>
            <a:endParaRPr sz="20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538928" y="5064418"/>
            <a:ext cx="470853" cy="34627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3" name="object 13"/>
          <p:cNvSpPr txBox="1"/>
          <p:nvPr/>
        </p:nvSpPr>
        <p:spPr>
          <a:xfrm>
            <a:off x="8009781" y="5064418"/>
            <a:ext cx="574879" cy="346272"/>
          </a:xfrm>
          <a:prstGeom prst="rect">
            <a:avLst/>
          </a:prstGeom>
        </p:spPr>
        <p:txBody>
          <a:bodyPr wrap="square" lIns="0" tIns="35560" rIns="0" bIns="0" rtlCol="0">
            <a:noAutofit/>
          </a:bodyPr>
          <a:lstStyle/>
          <a:p>
            <a:pPr marL="202978" marR="166999" algn="ctr">
              <a:lnSpc>
                <a:spcPct val="95825"/>
              </a:lnSpc>
            </a:pPr>
            <a:r>
              <a:rPr dirty="0" smtClean="0" sz="2050" spc="101">
                <a:latin typeface="Arial"/>
                <a:cs typeface="Arial"/>
              </a:rPr>
              <a:t>x</a:t>
            </a:r>
            <a:endParaRPr sz="20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584660" y="5064418"/>
            <a:ext cx="471010" cy="346272"/>
          </a:xfrm>
          <a:prstGeom prst="rect">
            <a:avLst/>
          </a:prstGeom>
        </p:spPr>
        <p:txBody>
          <a:bodyPr wrap="square" lIns="0" tIns="35560" rIns="0" bIns="0" rtlCol="0">
            <a:noAutofit/>
          </a:bodyPr>
          <a:lstStyle/>
          <a:p>
            <a:pPr marL="183017">
              <a:lnSpc>
                <a:spcPct val="95825"/>
              </a:lnSpc>
            </a:pPr>
            <a:r>
              <a:rPr dirty="0" smtClean="0" sz="2050" spc="101">
                <a:latin typeface="Arial"/>
                <a:cs typeface="Arial"/>
              </a:rPr>
              <a:t>x</a:t>
            </a:r>
            <a:endParaRPr sz="20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055671" y="5064418"/>
            <a:ext cx="496660" cy="346272"/>
          </a:xfrm>
          <a:prstGeom prst="rect">
            <a:avLst/>
          </a:prstGeom>
        </p:spPr>
        <p:txBody>
          <a:bodyPr wrap="square" lIns="0" tIns="35560" rIns="0" bIns="0" rtlCol="0">
            <a:noAutofit/>
          </a:bodyPr>
          <a:lstStyle/>
          <a:p>
            <a:pPr marL="200212">
              <a:lnSpc>
                <a:spcPct val="95825"/>
              </a:lnSpc>
            </a:pPr>
            <a:r>
              <a:rPr dirty="0" smtClean="0" sz="2050" spc="101">
                <a:latin typeface="Arial"/>
                <a:cs typeface="Arial"/>
              </a:rPr>
              <a:t>x</a:t>
            </a:r>
            <a:endParaRPr sz="20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552331" y="5064418"/>
            <a:ext cx="35434" cy="34627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9" name="object 9"/>
          <p:cNvSpPr txBox="1"/>
          <p:nvPr/>
        </p:nvSpPr>
        <p:spPr>
          <a:xfrm>
            <a:off x="4897120" y="5410690"/>
            <a:ext cx="1394291" cy="346531"/>
          </a:xfrm>
          <a:prstGeom prst="rect">
            <a:avLst/>
          </a:prstGeom>
        </p:spPr>
        <p:txBody>
          <a:bodyPr wrap="square" lIns="0" tIns="11430" rIns="0" bIns="0" rtlCol="0">
            <a:noAutofit/>
          </a:bodyPr>
          <a:lstStyle/>
          <a:p>
            <a:pPr marL="122188">
              <a:lnSpc>
                <a:spcPct val="95825"/>
              </a:lnSpc>
            </a:pPr>
            <a:r>
              <a:rPr dirty="0" smtClean="0" sz="2050" spc="-113" b="1">
                <a:latin typeface="Arial"/>
                <a:cs typeface="Arial"/>
              </a:rPr>
              <a:t>s</a:t>
            </a:r>
            <a:r>
              <a:rPr dirty="0" smtClean="0" sz="2050" spc="-113" b="1">
                <a:latin typeface="Arial"/>
                <a:cs typeface="Arial"/>
              </a:rPr>
              <a:t>ub</a:t>
            </a:r>
            <a:r>
              <a:rPr dirty="0" smtClean="0" sz="2050" spc="-113" b="1">
                <a:latin typeface="Arial"/>
                <a:cs typeface="Arial"/>
              </a:rPr>
              <a:t>-</a:t>
            </a:r>
            <a:r>
              <a:rPr dirty="0" smtClean="0" sz="2050" spc="-113" b="1">
                <a:latin typeface="Arial"/>
                <a:cs typeface="Arial"/>
              </a:rPr>
              <a:t> </a:t>
            </a:r>
            <a:r>
              <a:rPr dirty="0" smtClean="0" sz="2050" spc="-113" b="1">
                <a:latin typeface="Arial"/>
                <a:cs typeface="Arial"/>
              </a:rPr>
              <a:t>b</a:t>
            </a:r>
            <a:r>
              <a:rPr dirty="0" smtClean="0" sz="2050" spc="-113" b="1">
                <a:latin typeface="Arial"/>
                <a:cs typeface="Arial"/>
              </a:rPr>
              <a:t>a</a:t>
            </a:r>
            <a:r>
              <a:rPr dirty="0" smtClean="0" sz="2050" spc="-113" b="1">
                <a:latin typeface="Arial"/>
                <a:cs typeface="Arial"/>
              </a:rPr>
              <a:t>nd</a:t>
            </a:r>
            <a:r>
              <a:rPr dirty="0" smtClean="0" sz="2050" spc="-113" b="1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74776" y="5410690"/>
            <a:ext cx="1264151" cy="34653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7" name="object 7"/>
          <p:cNvSpPr txBox="1"/>
          <p:nvPr/>
        </p:nvSpPr>
        <p:spPr>
          <a:xfrm>
            <a:off x="7538928" y="5410690"/>
            <a:ext cx="470853" cy="346531"/>
          </a:xfrm>
          <a:prstGeom prst="rect">
            <a:avLst/>
          </a:prstGeom>
        </p:spPr>
        <p:txBody>
          <a:bodyPr wrap="square" lIns="0" tIns="27939" rIns="0" bIns="0" rtlCol="0">
            <a:noAutofit/>
          </a:bodyPr>
          <a:lstStyle/>
          <a:p>
            <a:pPr marL="183092">
              <a:lnSpc>
                <a:spcPct val="95825"/>
              </a:lnSpc>
            </a:pPr>
            <a:r>
              <a:rPr dirty="0" smtClean="0" sz="2050" spc="101">
                <a:latin typeface="Arial"/>
                <a:cs typeface="Arial"/>
              </a:rPr>
              <a:t>x</a:t>
            </a:r>
            <a:endParaRPr sz="20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009781" y="5410690"/>
            <a:ext cx="574879" cy="34653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" name="object 5"/>
          <p:cNvSpPr txBox="1"/>
          <p:nvPr/>
        </p:nvSpPr>
        <p:spPr>
          <a:xfrm>
            <a:off x="8584660" y="5410690"/>
            <a:ext cx="471010" cy="34653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" name="object 4"/>
          <p:cNvSpPr txBox="1"/>
          <p:nvPr/>
        </p:nvSpPr>
        <p:spPr>
          <a:xfrm>
            <a:off x="9055671" y="5410690"/>
            <a:ext cx="496660" cy="34653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" name="object 3"/>
          <p:cNvSpPr txBox="1"/>
          <p:nvPr/>
        </p:nvSpPr>
        <p:spPr>
          <a:xfrm>
            <a:off x="9552331" y="5410690"/>
            <a:ext cx="35434" cy="34653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" name="object 2"/>
          <p:cNvSpPr txBox="1"/>
          <p:nvPr/>
        </p:nvSpPr>
        <p:spPr>
          <a:xfrm>
            <a:off x="1937023" y="1044321"/>
            <a:ext cx="86843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xsi="http://www.w3.org/2001/XMLSchema-instance"/>
</file>